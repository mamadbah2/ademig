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2" r:id="rId5"/>
    <p:sldMasterId id="2147483683"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Lst>
  <p:sldSz cy="5143500" cx="9144000"/>
  <p:notesSz cx="6858000" cy="9144000"/>
  <p:embeddedFontLst>
    <p:embeddedFont>
      <p:font typeface="Proxima Nova"/>
      <p:regular r:id="rId64"/>
      <p:bold r:id="rId65"/>
      <p:italic r:id="rId66"/>
      <p:boldItalic r:id="rId67"/>
    </p:embeddedFont>
    <p:embeddedFont>
      <p:font typeface="Roboto Medium"/>
      <p:regular r:id="rId68"/>
      <p:bold r:id="rId69"/>
      <p:italic r:id="rId70"/>
      <p:boldItalic r:id="rId71"/>
    </p:embeddedFont>
    <p:embeddedFont>
      <p:font typeface="Amatic SC"/>
      <p:regular r:id="rId72"/>
      <p:bold r:id="rId73"/>
    </p:embeddedFont>
    <p:embeddedFont>
      <p:font typeface="Lato"/>
      <p:regular r:id="rId74"/>
      <p:bold r:id="rId75"/>
      <p:italic r:id="rId76"/>
      <p:boldItalic r:id="rId77"/>
    </p:embeddedFont>
    <p:embeddedFont>
      <p:font typeface="Anaheim"/>
      <p:regular r:id="rId78"/>
      <p:bold r:id="rId79"/>
    </p:embeddedFont>
    <p:embeddedFont>
      <p:font typeface="Bebas Neue"/>
      <p:regular r:id="rId80"/>
    </p:embeddedFont>
    <p:embeddedFont>
      <p:font typeface="Lilita One"/>
      <p:regular r:id="rId81"/>
    </p:embeddedFont>
    <p:embeddedFont>
      <p:font typeface="PT Sans"/>
      <p:regular r:id="rId82"/>
      <p:bold r:id="rId83"/>
      <p:italic r:id="rId84"/>
      <p:boldItalic r:id="rId8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256BABA-5CBD-4A7D-8068-DB077DC05E54}">
  <a:tblStyle styleId="{D256BABA-5CBD-4A7D-8068-DB077DC05E54}"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E34B7692-8FE2-46F9-8269-D298855FF4E1}"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PTSans-italic.fntdata"/><Relationship Id="rId83" Type="http://schemas.openxmlformats.org/officeDocument/2006/relationships/font" Target="fonts/PTSans-bold.fntdata"/><Relationship Id="rId42" Type="http://schemas.openxmlformats.org/officeDocument/2006/relationships/slide" Target="slides/slide35.xml"/><Relationship Id="rId41" Type="http://schemas.openxmlformats.org/officeDocument/2006/relationships/slide" Target="slides/slide34.xml"/><Relationship Id="rId85" Type="http://schemas.openxmlformats.org/officeDocument/2006/relationships/font" Target="fonts/PTSans-boldItalic.fntdata"/><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BebasNeue-regular.fntdata"/><Relationship Id="rId82" Type="http://schemas.openxmlformats.org/officeDocument/2006/relationships/font" Target="fonts/PTSans-regular.fntdata"/><Relationship Id="rId81" Type="http://schemas.openxmlformats.org/officeDocument/2006/relationships/font" Target="fonts/LilitaOne-regular.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AmaticSC-bold.fntdata"/><Relationship Id="rId72" Type="http://schemas.openxmlformats.org/officeDocument/2006/relationships/font" Target="fonts/AmaticSC-regular.fntdata"/><Relationship Id="rId31" Type="http://schemas.openxmlformats.org/officeDocument/2006/relationships/slide" Target="slides/slide24.xml"/><Relationship Id="rId75" Type="http://schemas.openxmlformats.org/officeDocument/2006/relationships/font" Target="fonts/Lato-bold.fntdata"/><Relationship Id="rId30" Type="http://schemas.openxmlformats.org/officeDocument/2006/relationships/slide" Target="slides/slide23.xml"/><Relationship Id="rId74" Type="http://schemas.openxmlformats.org/officeDocument/2006/relationships/font" Target="fonts/Lato-regular.fntdata"/><Relationship Id="rId33" Type="http://schemas.openxmlformats.org/officeDocument/2006/relationships/slide" Target="slides/slide26.xml"/><Relationship Id="rId77" Type="http://schemas.openxmlformats.org/officeDocument/2006/relationships/font" Target="fonts/Lato-boldItalic.fntdata"/><Relationship Id="rId32" Type="http://schemas.openxmlformats.org/officeDocument/2006/relationships/slide" Target="slides/slide25.xml"/><Relationship Id="rId76" Type="http://schemas.openxmlformats.org/officeDocument/2006/relationships/font" Target="fonts/Lato-italic.fntdata"/><Relationship Id="rId35" Type="http://schemas.openxmlformats.org/officeDocument/2006/relationships/slide" Target="slides/slide28.xml"/><Relationship Id="rId79" Type="http://schemas.openxmlformats.org/officeDocument/2006/relationships/font" Target="fonts/Anaheim-bold.fntdata"/><Relationship Id="rId34" Type="http://schemas.openxmlformats.org/officeDocument/2006/relationships/slide" Target="slides/slide27.xml"/><Relationship Id="rId78" Type="http://schemas.openxmlformats.org/officeDocument/2006/relationships/font" Target="fonts/Anaheim-regular.fntdata"/><Relationship Id="rId71" Type="http://schemas.openxmlformats.org/officeDocument/2006/relationships/font" Target="fonts/RobotoMedium-boldItalic.fntdata"/><Relationship Id="rId70" Type="http://schemas.openxmlformats.org/officeDocument/2006/relationships/font" Target="fonts/RobotoMedium-italic.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slide" Target="slides/slide55.xml"/><Relationship Id="rId61" Type="http://schemas.openxmlformats.org/officeDocument/2006/relationships/slide" Target="slides/slide54.xml"/><Relationship Id="rId20" Type="http://schemas.openxmlformats.org/officeDocument/2006/relationships/slide" Target="slides/slide13.xml"/><Relationship Id="rId64" Type="http://schemas.openxmlformats.org/officeDocument/2006/relationships/font" Target="fonts/ProximaNova-regular.fntdata"/><Relationship Id="rId63" Type="http://schemas.openxmlformats.org/officeDocument/2006/relationships/slide" Target="slides/slide56.xml"/><Relationship Id="rId22" Type="http://schemas.openxmlformats.org/officeDocument/2006/relationships/slide" Target="slides/slide15.xml"/><Relationship Id="rId66" Type="http://schemas.openxmlformats.org/officeDocument/2006/relationships/font" Target="fonts/ProximaNova-italic.fntdata"/><Relationship Id="rId21" Type="http://schemas.openxmlformats.org/officeDocument/2006/relationships/slide" Target="slides/slide14.xml"/><Relationship Id="rId65" Type="http://schemas.openxmlformats.org/officeDocument/2006/relationships/font" Target="fonts/ProximaNova-bold.fntdata"/><Relationship Id="rId24" Type="http://schemas.openxmlformats.org/officeDocument/2006/relationships/slide" Target="slides/slide17.xml"/><Relationship Id="rId68" Type="http://schemas.openxmlformats.org/officeDocument/2006/relationships/font" Target="fonts/RobotoMedium-regular.fntdata"/><Relationship Id="rId23" Type="http://schemas.openxmlformats.org/officeDocument/2006/relationships/slide" Target="slides/slide16.xml"/><Relationship Id="rId67" Type="http://schemas.openxmlformats.org/officeDocument/2006/relationships/font" Target="fonts/ProximaNova-boldItalic.fntdata"/><Relationship Id="rId60" Type="http://schemas.openxmlformats.org/officeDocument/2006/relationships/slide" Target="slides/slide53.xml"/><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RobotoMedium-bold.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7" name="Shape 1237"/>
        <p:cNvGrpSpPr/>
        <p:nvPr/>
      </p:nvGrpSpPr>
      <p:grpSpPr>
        <a:xfrm>
          <a:off x="0" y="0"/>
          <a:ext cx="0" cy="0"/>
          <a:chOff x="0" y="0"/>
          <a:chExt cx="0" cy="0"/>
        </a:xfrm>
      </p:grpSpPr>
      <p:sp>
        <p:nvSpPr>
          <p:cNvPr id="1238" name="Google Shape;1238;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9" name="Google Shape;1239;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01" name="Shape 3201"/>
        <p:cNvGrpSpPr/>
        <p:nvPr/>
      </p:nvGrpSpPr>
      <p:grpSpPr>
        <a:xfrm>
          <a:off x="0" y="0"/>
          <a:ext cx="0" cy="0"/>
          <a:chOff x="0" y="0"/>
          <a:chExt cx="0" cy="0"/>
        </a:xfrm>
      </p:grpSpPr>
      <p:sp>
        <p:nvSpPr>
          <p:cNvPr id="3202" name="Google Shape;3202;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03" name="Google Shape;3203;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0" name="Shape 3210"/>
        <p:cNvGrpSpPr/>
        <p:nvPr/>
      </p:nvGrpSpPr>
      <p:grpSpPr>
        <a:xfrm>
          <a:off x="0" y="0"/>
          <a:ext cx="0" cy="0"/>
          <a:chOff x="0" y="0"/>
          <a:chExt cx="0" cy="0"/>
        </a:xfrm>
      </p:grpSpPr>
      <p:sp>
        <p:nvSpPr>
          <p:cNvPr id="3211" name="Google Shape;3211;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12" name="Google Shape;3212;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3" name="Shape 3403"/>
        <p:cNvGrpSpPr/>
        <p:nvPr/>
      </p:nvGrpSpPr>
      <p:grpSpPr>
        <a:xfrm>
          <a:off x="0" y="0"/>
          <a:ext cx="0" cy="0"/>
          <a:chOff x="0" y="0"/>
          <a:chExt cx="0" cy="0"/>
        </a:xfrm>
      </p:grpSpPr>
      <p:sp>
        <p:nvSpPr>
          <p:cNvPr id="3404" name="Google Shape;3404;g54dda1946d_6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05" name="Google Shape;3405;g54dda1946d_6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53" name="Shape 4253"/>
        <p:cNvGrpSpPr/>
        <p:nvPr/>
      </p:nvGrpSpPr>
      <p:grpSpPr>
        <a:xfrm>
          <a:off x="0" y="0"/>
          <a:ext cx="0" cy="0"/>
          <a:chOff x="0" y="0"/>
          <a:chExt cx="0" cy="0"/>
        </a:xfrm>
      </p:grpSpPr>
      <p:sp>
        <p:nvSpPr>
          <p:cNvPr id="4254" name="Google Shape;4254;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55" name="Google Shape;4255;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36" name="Shape 4536"/>
        <p:cNvGrpSpPr/>
        <p:nvPr/>
      </p:nvGrpSpPr>
      <p:grpSpPr>
        <a:xfrm>
          <a:off x="0" y="0"/>
          <a:ext cx="0" cy="0"/>
          <a:chOff x="0" y="0"/>
          <a:chExt cx="0" cy="0"/>
        </a:xfrm>
      </p:grpSpPr>
      <p:sp>
        <p:nvSpPr>
          <p:cNvPr id="4537" name="Google Shape;4537;g14072739ea5_1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38" name="Google Shape;4538;g14072739ea5_1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54" name="Shape 4754"/>
        <p:cNvGrpSpPr/>
        <p:nvPr/>
      </p:nvGrpSpPr>
      <p:grpSpPr>
        <a:xfrm>
          <a:off x="0" y="0"/>
          <a:ext cx="0" cy="0"/>
          <a:chOff x="0" y="0"/>
          <a:chExt cx="0" cy="0"/>
        </a:xfrm>
      </p:grpSpPr>
      <p:sp>
        <p:nvSpPr>
          <p:cNvPr id="4755" name="Google Shape;4755;g2134f0a669f_0_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56" name="Google Shape;4756;g2134f0a669f_0_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5" name="Shape 4775"/>
        <p:cNvGrpSpPr/>
        <p:nvPr/>
      </p:nvGrpSpPr>
      <p:grpSpPr>
        <a:xfrm>
          <a:off x="0" y="0"/>
          <a:ext cx="0" cy="0"/>
          <a:chOff x="0" y="0"/>
          <a:chExt cx="0" cy="0"/>
        </a:xfrm>
      </p:grpSpPr>
      <p:sp>
        <p:nvSpPr>
          <p:cNvPr id="4776" name="Google Shape;4776;g2134f0a669f_0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77" name="Google Shape;4777;g2134f0a669f_0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3" name="Shape 4823"/>
        <p:cNvGrpSpPr/>
        <p:nvPr/>
      </p:nvGrpSpPr>
      <p:grpSpPr>
        <a:xfrm>
          <a:off x="0" y="0"/>
          <a:ext cx="0" cy="0"/>
          <a:chOff x="0" y="0"/>
          <a:chExt cx="0" cy="0"/>
        </a:xfrm>
      </p:grpSpPr>
      <p:sp>
        <p:nvSpPr>
          <p:cNvPr id="4824" name="Google Shape;4824;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25" name="Google Shape;4825;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58" name="Shape 4858"/>
        <p:cNvGrpSpPr/>
        <p:nvPr/>
      </p:nvGrpSpPr>
      <p:grpSpPr>
        <a:xfrm>
          <a:off x="0" y="0"/>
          <a:ext cx="0" cy="0"/>
          <a:chOff x="0" y="0"/>
          <a:chExt cx="0" cy="0"/>
        </a:xfrm>
      </p:grpSpPr>
      <p:sp>
        <p:nvSpPr>
          <p:cNvPr id="4859" name="Google Shape;4859;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60" name="Google Shape;4860;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75" name="Shape 4875"/>
        <p:cNvGrpSpPr/>
        <p:nvPr/>
      </p:nvGrpSpPr>
      <p:grpSpPr>
        <a:xfrm>
          <a:off x="0" y="0"/>
          <a:ext cx="0" cy="0"/>
          <a:chOff x="0" y="0"/>
          <a:chExt cx="0" cy="0"/>
        </a:xfrm>
      </p:grpSpPr>
      <p:sp>
        <p:nvSpPr>
          <p:cNvPr id="4876" name="Google Shape;4876;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77" name="Google Shape;4877;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19" name="Shape 4919"/>
        <p:cNvGrpSpPr/>
        <p:nvPr/>
      </p:nvGrpSpPr>
      <p:grpSpPr>
        <a:xfrm>
          <a:off x="0" y="0"/>
          <a:ext cx="0" cy="0"/>
          <a:chOff x="0" y="0"/>
          <a:chExt cx="0" cy="0"/>
        </a:xfrm>
      </p:grpSpPr>
      <p:sp>
        <p:nvSpPr>
          <p:cNvPr id="4920" name="Google Shape;4920;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21" name="Google Shape;4921;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3" name="Shape 4963"/>
        <p:cNvGrpSpPr/>
        <p:nvPr/>
      </p:nvGrpSpPr>
      <p:grpSpPr>
        <a:xfrm>
          <a:off x="0" y="0"/>
          <a:ext cx="0" cy="0"/>
          <a:chOff x="0" y="0"/>
          <a:chExt cx="0" cy="0"/>
        </a:xfrm>
      </p:grpSpPr>
      <p:sp>
        <p:nvSpPr>
          <p:cNvPr id="4964" name="Google Shape;4964;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65" name="Google Shape;4965;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1" name="Shape 5051"/>
        <p:cNvGrpSpPr/>
        <p:nvPr/>
      </p:nvGrpSpPr>
      <p:grpSpPr>
        <a:xfrm>
          <a:off x="0" y="0"/>
          <a:ext cx="0" cy="0"/>
          <a:chOff x="0" y="0"/>
          <a:chExt cx="0" cy="0"/>
        </a:xfrm>
      </p:grpSpPr>
      <p:sp>
        <p:nvSpPr>
          <p:cNvPr id="5052" name="Google Shape;5052;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53" name="Google Shape;5053;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35" name="Shape 5435"/>
        <p:cNvGrpSpPr/>
        <p:nvPr/>
      </p:nvGrpSpPr>
      <p:grpSpPr>
        <a:xfrm>
          <a:off x="0" y="0"/>
          <a:ext cx="0" cy="0"/>
          <a:chOff x="0" y="0"/>
          <a:chExt cx="0" cy="0"/>
        </a:xfrm>
      </p:grpSpPr>
      <p:sp>
        <p:nvSpPr>
          <p:cNvPr id="5436" name="Google Shape;5436;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37" name="Google Shape;5437;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5" name="Shape 5965"/>
        <p:cNvGrpSpPr/>
        <p:nvPr/>
      </p:nvGrpSpPr>
      <p:grpSpPr>
        <a:xfrm>
          <a:off x="0" y="0"/>
          <a:ext cx="0" cy="0"/>
          <a:chOff x="0" y="0"/>
          <a:chExt cx="0" cy="0"/>
        </a:xfrm>
      </p:grpSpPr>
      <p:sp>
        <p:nvSpPr>
          <p:cNvPr id="5966" name="Google Shape;5966;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67" name="Google Shape;5967;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71" name="Shape 5971"/>
        <p:cNvGrpSpPr/>
        <p:nvPr/>
      </p:nvGrpSpPr>
      <p:grpSpPr>
        <a:xfrm>
          <a:off x="0" y="0"/>
          <a:ext cx="0" cy="0"/>
          <a:chOff x="0" y="0"/>
          <a:chExt cx="0" cy="0"/>
        </a:xfrm>
      </p:grpSpPr>
      <p:sp>
        <p:nvSpPr>
          <p:cNvPr id="5972" name="Google Shape;5972;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73" name="Google Shape;5973;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52" name="Shape 6152"/>
        <p:cNvGrpSpPr/>
        <p:nvPr/>
      </p:nvGrpSpPr>
      <p:grpSpPr>
        <a:xfrm>
          <a:off x="0" y="0"/>
          <a:ext cx="0" cy="0"/>
          <a:chOff x="0" y="0"/>
          <a:chExt cx="0" cy="0"/>
        </a:xfrm>
      </p:grpSpPr>
      <p:sp>
        <p:nvSpPr>
          <p:cNvPr id="6153" name="Google Shape;6153;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54" name="Google Shape;6154;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2" name="Shape 6352"/>
        <p:cNvGrpSpPr/>
        <p:nvPr/>
      </p:nvGrpSpPr>
      <p:grpSpPr>
        <a:xfrm>
          <a:off x="0" y="0"/>
          <a:ext cx="0" cy="0"/>
          <a:chOff x="0" y="0"/>
          <a:chExt cx="0" cy="0"/>
        </a:xfrm>
      </p:grpSpPr>
      <p:sp>
        <p:nvSpPr>
          <p:cNvPr id="6353" name="Google Shape;6353;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54" name="Google Shape;6354;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43" name="Shape 6543"/>
        <p:cNvGrpSpPr/>
        <p:nvPr/>
      </p:nvGrpSpPr>
      <p:grpSpPr>
        <a:xfrm>
          <a:off x="0" y="0"/>
          <a:ext cx="0" cy="0"/>
          <a:chOff x="0" y="0"/>
          <a:chExt cx="0" cy="0"/>
        </a:xfrm>
      </p:grpSpPr>
      <p:sp>
        <p:nvSpPr>
          <p:cNvPr id="6544" name="Google Shape;6544;gd5260bdd85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45" name="Google Shape;6545;gd5260bdd85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58" name="Shape 6558"/>
        <p:cNvGrpSpPr/>
        <p:nvPr/>
      </p:nvGrpSpPr>
      <p:grpSpPr>
        <a:xfrm>
          <a:off x="0" y="0"/>
          <a:ext cx="0" cy="0"/>
          <a:chOff x="0" y="0"/>
          <a:chExt cx="0" cy="0"/>
        </a:xfrm>
      </p:grpSpPr>
      <p:sp>
        <p:nvSpPr>
          <p:cNvPr id="6559" name="Google Shape;6559;gd5260bdd85_0_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60" name="Google Shape;6560;gd5260bdd85_0_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54" name="Shape 6754"/>
        <p:cNvGrpSpPr/>
        <p:nvPr/>
      </p:nvGrpSpPr>
      <p:grpSpPr>
        <a:xfrm>
          <a:off x="0" y="0"/>
          <a:ext cx="0" cy="0"/>
          <a:chOff x="0" y="0"/>
          <a:chExt cx="0" cy="0"/>
        </a:xfrm>
      </p:grpSpPr>
      <p:sp>
        <p:nvSpPr>
          <p:cNvPr id="6755" name="Google Shape;6755;g2134f0a669f_0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56" name="Google Shape;6756;g2134f0a669f_0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2" name="Shape 6762"/>
        <p:cNvGrpSpPr/>
        <p:nvPr/>
      </p:nvGrpSpPr>
      <p:grpSpPr>
        <a:xfrm>
          <a:off x="0" y="0"/>
          <a:ext cx="0" cy="0"/>
          <a:chOff x="0" y="0"/>
          <a:chExt cx="0" cy="0"/>
        </a:xfrm>
      </p:grpSpPr>
      <p:sp>
        <p:nvSpPr>
          <p:cNvPr id="6763" name="Google Shape;6763;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64" name="Google Shape;6764;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08" name="Shape 6808"/>
        <p:cNvGrpSpPr/>
        <p:nvPr/>
      </p:nvGrpSpPr>
      <p:grpSpPr>
        <a:xfrm>
          <a:off x="0" y="0"/>
          <a:ext cx="0" cy="0"/>
          <a:chOff x="0" y="0"/>
          <a:chExt cx="0" cy="0"/>
        </a:xfrm>
      </p:grpSpPr>
      <p:sp>
        <p:nvSpPr>
          <p:cNvPr id="6809" name="Google Shape;6809;g54dda1946d_4_2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10" name="Google Shape;6810;g54dda1946d_4_2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6" name="Shape 6886"/>
        <p:cNvGrpSpPr/>
        <p:nvPr/>
      </p:nvGrpSpPr>
      <p:grpSpPr>
        <a:xfrm>
          <a:off x="0" y="0"/>
          <a:ext cx="0" cy="0"/>
          <a:chOff x="0" y="0"/>
          <a:chExt cx="0" cy="0"/>
        </a:xfrm>
      </p:grpSpPr>
      <p:sp>
        <p:nvSpPr>
          <p:cNvPr id="6887" name="Google Shape;6887;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88" name="Google Shape;6888;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31" name="Shape 6931"/>
        <p:cNvGrpSpPr/>
        <p:nvPr/>
      </p:nvGrpSpPr>
      <p:grpSpPr>
        <a:xfrm>
          <a:off x="0" y="0"/>
          <a:ext cx="0" cy="0"/>
          <a:chOff x="0" y="0"/>
          <a:chExt cx="0" cy="0"/>
        </a:xfrm>
      </p:grpSpPr>
      <p:sp>
        <p:nvSpPr>
          <p:cNvPr id="6932" name="Google Shape;6932;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33" name="Google Shape;6933;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12" name="Shape 7012"/>
        <p:cNvGrpSpPr/>
        <p:nvPr/>
      </p:nvGrpSpPr>
      <p:grpSpPr>
        <a:xfrm>
          <a:off x="0" y="0"/>
          <a:ext cx="0" cy="0"/>
          <a:chOff x="0" y="0"/>
          <a:chExt cx="0" cy="0"/>
        </a:xfrm>
      </p:grpSpPr>
      <p:sp>
        <p:nvSpPr>
          <p:cNvPr id="7013" name="Google Shape;7013;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14" name="Google Shape;7014;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4" name="Shape 7024"/>
        <p:cNvGrpSpPr/>
        <p:nvPr/>
      </p:nvGrpSpPr>
      <p:grpSpPr>
        <a:xfrm>
          <a:off x="0" y="0"/>
          <a:ext cx="0" cy="0"/>
          <a:chOff x="0" y="0"/>
          <a:chExt cx="0" cy="0"/>
        </a:xfrm>
      </p:grpSpPr>
      <p:sp>
        <p:nvSpPr>
          <p:cNvPr id="7025" name="Google Shape;7025;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26" name="Google Shape;7026;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2" name="Shape 7132"/>
        <p:cNvGrpSpPr/>
        <p:nvPr/>
      </p:nvGrpSpPr>
      <p:grpSpPr>
        <a:xfrm>
          <a:off x="0" y="0"/>
          <a:ext cx="0" cy="0"/>
          <a:chOff x="0" y="0"/>
          <a:chExt cx="0" cy="0"/>
        </a:xfrm>
      </p:grpSpPr>
      <p:sp>
        <p:nvSpPr>
          <p:cNvPr id="7133" name="Google Shape;7133;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34" name="Google Shape;7134;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22" name="Shape 7222"/>
        <p:cNvGrpSpPr/>
        <p:nvPr/>
      </p:nvGrpSpPr>
      <p:grpSpPr>
        <a:xfrm>
          <a:off x="0" y="0"/>
          <a:ext cx="0" cy="0"/>
          <a:chOff x="0" y="0"/>
          <a:chExt cx="0" cy="0"/>
        </a:xfrm>
      </p:grpSpPr>
      <p:sp>
        <p:nvSpPr>
          <p:cNvPr id="7223" name="Google Shape;7223;g2134f0a669f_0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24" name="Google Shape;7224;g2134f0a669f_0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37" name="Shape 7237"/>
        <p:cNvGrpSpPr/>
        <p:nvPr/>
      </p:nvGrpSpPr>
      <p:grpSpPr>
        <a:xfrm>
          <a:off x="0" y="0"/>
          <a:ext cx="0" cy="0"/>
          <a:chOff x="0" y="0"/>
          <a:chExt cx="0" cy="0"/>
        </a:xfrm>
      </p:grpSpPr>
      <p:sp>
        <p:nvSpPr>
          <p:cNvPr id="7238" name="Google Shape;7238;g2134f0a669f_0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39" name="Google Shape;7239;g2134f0a669f_0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79" name="Shape 7279"/>
        <p:cNvGrpSpPr/>
        <p:nvPr/>
      </p:nvGrpSpPr>
      <p:grpSpPr>
        <a:xfrm>
          <a:off x="0" y="0"/>
          <a:ext cx="0" cy="0"/>
          <a:chOff x="0" y="0"/>
          <a:chExt cx="0" cy="0"/>
        </a:xfrm>
      </p:grpSpPr>
      <p:sp>
        <p:nvSpPr>
          <p:cNvPr id="7280" name="Google Shape;7280;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81" name="Google Shape;7281;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95" name="Shape 7295"/>
        <p:cNvGrpSpPr/>
        <p:nvPr/>
      </p:nvGrpSpPr>
      <p:grpSpPr>
        <a:xfrm>
          <a:off x="0" y="0"/>
          <a:ext cx="0" cy="0"/>
          <a:chOff x="0" y="0"/>
          <a:chExt cx="0" cy="0"/>
        </a:xfrm>
      </p:grpSpPr>
      <p:sp>
        <p:nvSpPr>
          <p:cNvPr id="7296" name="Google Shape;7296;g2134f0a669f_0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97" name="Google Shape;7297;g2134f0a669f_0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1" name="Shape 7321"/>
        <p:cNvGrpSpPr/>
        <p:nvPr/>
      </p:nvGrpSpPr>
      <p:grpSpPr>
        <a:xfrm>
          <a:off x="0" y="0"/>
          <a:ext cx="0" cy="0"/>
          <a:chOff x="0" y="0"/>
          <a:chExt cx="0" cy="0"/>
        </a:xfrm>
      </p:grpSpPr>
      <p:sp>
        <p:nvSpPr>
          <p:cNvPr id="7322" name="Google Shape;7322;gd5260bdd85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23" name="Google Shape;7323;gd5260bdd85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32" name="Shape 7332"/>
        <p:cNvGrpSpPr/>
        <p:nvPr/>
      </p:nvGrpSpPr>
      <p:grpSpPr>
        <a:xfrm>
          <a:off x="0" y="0"/>
          <a:ext cx="0" cy="0"/>
          <a:chOff x="0" y="0"/>
          <a:chExt cx="0" cy="0"/>
        </a:xfrm>
      </p:grpSpPr>
      <p:sp>
        <p:nvSpPr>
          <p:cNvPr id="7333" name="Google Shape;7333;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34" name="Google Shape;7334;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57" name="Shape 7557"/>
        <p:cNvGrpSpPr/>
        <p:nvPr/>
      </p:nvGrpSpPr>
      <p:grpSpPr>
        <a:xfrm>
          <a:off x="0" y="0"/>
          <a:ext cx="0" cy="0"/>
          <a:chOff x="0" y="0"/>
          <a:chExt cx="0" cy="0"/>
        </a:xfrm>
      </p:grpSpPr>
      <p:sp>
        <p:nvSpPr>
          <p:cNvPr id="7558" name="Google Shape;7558;g2134f0a669f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59" name="Google Shape;7559;g2134f0a669f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75" name="Shape 7875"/>
        <p:cNvGrpSpPr/>
        <p:nvPr/>
      </p:nvGrpSpPr>
      <p:grpSpPr>
        <a:xfrm>
          <a:off x="0" y="0"/>
          <a:ext cx="0" cy="0"/>
          <a:chOff x="0" y="0"/>
          <a:chExt cx="0" cy="0"/>
        </a:xfrm>
      </p:grpSpPr>
      <p:sp>
        <p:nvSpPr>
          <p:cNvPr id="7876" name="Google Shape;7876;gd44c0c1fca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77" name="Google Shape;7877;gd44c0c1fca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2" name="Shape 7912"/>
        <p:cNvGrpSpPr/>
        <p:nvPr/>
      </p:nvGrpSpPr>
      <p:grpSpPr>
        <a:xfrm>
          <a:off x="0" y="0"/>
          <a:ext cx="0" cy="0"/>
          <a:chOff x="0" y="0"/>
          <a:chExt cx="0" cy="0"/>
        </a:xfrm>
      </p:grpSpPr>
      <p:sp>
        <p:nvSpPr>
          <p:cNvPr id="7913" name="Google Shape;7913;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14" name="Google Shape;7914;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81" name="Shape 7981"/>
        <p:cNvGrpSpPr/>
        <p:nvPr/>
      </p:nvGrpSpPr>
      <p:grpSpPr>
        <a:xfrm>
          <a:off x="0" y="0"/>
          <a:ext cx="0" cy="0"/>
          <a:chOff x="0" y="0"/>
          <a:chExt cx="0" cy="0"/>
        </a:xfrm>
      </p:grpSpPr>
      <p:sp>
        <p:nvSpPr>
          <p:cNvPr id="7982" name="Google Shape;7982;g214a7d57148_1_187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83" name="Google Shape;7983;g214a7d57148_1_187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87" name="Shape 7987"/>
        <p:cNvGrpSpPr/>
        <p:nvPr/>
      </p:nvGrpSpPr>
      <p:grpSpPr>
        <a:xfrm>
          <a:off x="0" y="0"/>
          <a:ext cx="0" cy="0"/>
          <a:chOff x="0" y="0"/>
          <a:chExt cx="0" cy="0"/>
        </a:xfrm>
      </p:grpSpPr>
      <p:sp>
        <p:nvSpPr>
          <p:cNvPr id="7988" name="Google Shape;7988;g214a7d57148_1_187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89" name="Google Shape;7989;g214a7d57148_1_187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3" name="Shape 7993"/>
        <p:cNvGrpSpPr/>
        <p:nvPr/>
      </p:nvGrpSpPr>
      <p:grpSpPr>
        <a:xfrm>
          <a:off x="0" y="0"/>
          <a:ext cx="0" cy="0"/>
          <a:chOff x="0" y="0"/>
          <a:chExt cx="0" cy="0"/>
        </a:xfrm>
      </p:grpSpPr>
      <p:sp>
        <p:nvSpPr>
          <p:cNvPr id="7994" name="Google Shape;7994;g214a7d57148_1_187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95" name="Google Shape;7995;g214a7d57148_1_187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19" name="Shape 8019"/>
        <p:cNvGrpSpPr/>
        <p:nvPr/>
      </p:nvGrpSpPr>
      <p:grpSpPr>
        <a:xfrm>
          <a:off x="0" y="0"/>
          <a:ext cx="0" cy="0"/>
          <a:chOff x="0" y="0"/>
          <a:chExt cx="0" cy="0"/>
        </a:xfrm>
      </p:grpSpPr>
      <p:sp>
        <p:nvSpPr>
          <p:cNvPr id="8020" name="Google Shape;8020;g214a7d57148_1_188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21" name="Google Shape;8021;g214a7d57148_1_188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35" name="Shape 8035"/>
        <p:cNvGrpSpPr/>
        <p:nvPr/>
      </p:nvGrpSpPr>
      <p:grpSpPr>
        <a:xfrm>
          <a:off x="0" y="0"/>
          <a:ext cx="0" cy="0"/>
          <a:chOff x="0" y="0"/>
          <a:chExt cx="0" cy="0"/>
        </a:xfrm>
      </p:grpSpPr>
      <p:sp>
        <p:nvSpPr>
          <p:cNvPr id="8036" name="Google Shape;8036;g214a7d57148_1_188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37" name="Google Shape;8037;g214a7d57148_1_188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2" name="Shape 8372"/>
        <p:cNvGrpSpPr/>
        <p:nvPr/>
      </p:nvGrpSpPr>
      <p:grpSpPr>
        <a:xfrm>
          <a:off x="0" y="0"/>
          <a:ext cx="0" cy="0"/>
          <a:chOff x="0" y="0"/>
          <a:chExt cx="0" cy="0"/>
        </a:xfrm>
      </p:grpSpPr>
      <p:sp>
        <p:nvSpPr>
          <p:cNvPr id="8373" name="Google Shape;8373;g214a7d57148_1_19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74" name="Google Shape;8374;g214a7d57148_1_19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86" name="Shape 14286"/>
        <p:cNvGrpSpPr/>
        <p:nvPr/>
      </p:nvGrpSpPr>
      <p:grpSpPr>
        <a:xfrm>
          <a:off x="0" y="0"/>
          <a:ext cx="0" cy="0"/>
          <a:chOff x="0" y="0"/>
          <a:chExt cx="0" cy="0"/>
        </a:xfrm>
      </p:grpSpPr>
      <p:sp>
        <p:nvSpPr>
          <p:cNvPr id="14287" name="Google Shape;14287;g214a7d57148_1_250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88" name="Google Shape;14288;g214a7d57148_1_250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13" name="Shape 14713"/>
        <p:cNvGrpSpPr/>
        <p:nvPr/>
      </p:nvGrpSpPr>
      <p:grpSpPr>
        <a:xfrm>
          <a:off x="0" y="0"/>
          <a:ext cx="0" cy="0"/>
          <a:chOff x="0" y="0"/>
          <a:chExt cx="0" cy="0"/>
        </a:xfrm>
      </p:grpSpPr>
      <p:sp>
        <p:nvSpPr>
          <p:cNvPr id="14714" name="Google Shape;14714;g214a7d57148_1_254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15" name="Google Shape;14715;g214a7d57148_1_254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76" name="Shape 14876"/>
        <p:cNvGrpSpPr/>
        <p:nvPr/>
      </p:nvGrpSpPr>
      <p:grpSpPr>
        <a:xfrm>
          <a:off x="0" y="0"/>
          <a:ext cx="0" cy="0"/>
          <a:chOff x="0" y="0"/>
          <a:chExt cx="0" cy="0"/>
        </a:xfrm>
      </p:grpSpPr>
      <p:sp>
        <p:nvSpPr>
          <p:cNvPr id="14877" name="Google Shape;14877;g214a7d57148_1_25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78" name="Google Shape;14878;g214a7d57148_1_25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78" name="Shape 15278"/>
        <p:cNvGrpSpPr/>
        <p:nvPr/>
      </p:nvGrpSpPr>
      <p:grpSpPr>
        <a:xfrm>
          <a:off x="0" y="0"/>
          <a:ext cx="0" cy="0"/>
          <a:chOff x="0" y="0"/>
          <a:chExt cx="0" cy="0"/>
        </a:xfrm>
      </p:grpSpPr>
      <p:sp>
        <p:nvSpPr>
          <p:cNvPr id="15279" name="Google Shape;15279;g214a7d57148_1_260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80" name="Google Shape;15280;g214a7d57148_1_260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9" name="Shape 15649"/>
        <p:cNvGrpSpPr/>
        <p:nvPr/>
      </p:nvGrpSpPr>
      <p:grpSpPr>
        <a:xfrm>
          <a:off x="0" y="0"/>
          <a:ext cx="0" cy="0"/>
          <a:chOff x="0" y="0"/>
          <a:chExt cx="0" cy="0"/>
        </a:xfrm>
      </p:grpSpPr>
      <p:sp>
        <p:nvSpPr>
          <p:cNvPr id="15650" name="Google Shape;15650;g214a7d57148_1_264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51" name="Google Shape;15651;g214a7d57148_1_264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38" name="Shape 16038"/>
        <p:cNvGrpSpPr/>
        <p:nvPr/>
      </p:nvGrpSpPr>
      <p:grpSpPr>
        <a:xfrm>
          <a:off x="0" y="0"/>
          <a:ext cx="0" cy="0"/>
          <a:chOff x="0" y="0"/>
          <a:chExt cx="0" cy="0"/>
        </a:xfrm>
      </p:grpSpPr>
      <p:sp>
        <p:nvSpPr>
          <p:cNvPr id="16039" name="Google Shape;16039;g214a7d57148_1_268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40" name="Google Shape;16040;g214a7d57148_1_268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69" name="Shape 16469"/>
        <p:cNvGrpSpPr/>
        <p:nvPr/>
      </p:nvGrpSpPr>
      <p:grpSpPr>
        <a:xfrm>
          <a:off x="0" y="0"/>
          <a:ext cx="0" cy="0"/>
          <a:chOff x="0" y="0"/>
          <a:chExt cx="0" cy="0"/>
        </a:xfrm>
      </p:grpSpPr>
      <p:sp>
        <p:nvSpPr>
          <p:cNvPr id="16470" name="Google Shape;16470;g214a7d57148_1_272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71" name="Google Shape;16471;g214a7d57148_1_272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62" name="Shape 17262"/>
        <p:cNvGrpSpPr/>
        <p:nvPr/>
      </p:nvGrpSpPr>
      <p:grpSpPr>
        <a:xfrm>
          <a:off x="0" y="0"/>
          <a:ext cx="0" cy="0"/>
          <a:chOff x="0" y="0"/>
          <a:chExt cx="0" cy="0"/>
        </a:xfrm>
      </p:grpSpPr>
      <p:sp>
        <p:nvSpPr>
          <p:cNvPr id="17263" name="Google Shape;17263;g214a7d57148_1_280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64" name="Google Shape;17264;g214a7d57148_1_280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03" name="Shape 18003"/>
        <p:cNvGrpSpPr/>
        <p:nvPr/>
      </p:nvGrpSpPr>
      <p:grpSpPr>
        <a:xfrm>
          <a:off x="0" y="0"/>
          <a:ext cx="0" cy="0"/>
          <a:chOff x="0" y="0"/>
          <a:chExt cx="0" cy="0"/>
        </a:xfrm>
      </p:grpSpPr>
      <p:sp>
        <p:nvSpPr>
          <p:cNvPr id="18004" name="Google Shape;18004;g214a7d57148_1_287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05" name="Google Shape;18005;g214a7d57148_1_287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96" name="Shape 18696"/>
        <p:cNvGrpSpPr/>
        <p:nvPr/>
      </p:nvGrpSpPr>
      <p:grpSpPr>
        <a:xfrm>
          <a:off x="0" y="0"/>
          <a:ext cx="0" cy="0"/>
          <a:chOff x="0" y="0"/>
          <a:chExt cx="0" cy="0"/>
        </a:xfrm>
      </p:grpSpPr>
      <p:sp>
        <p:nvSpPr>
          <p:cNvPr id="18697" name="Google Shape;18697;g214a7d57148_1_294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98" name="Google Shape;18698;g214a7d57148_1_294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98" name="Shape 18998"/>
        <p:cNvGrpSpPr/>
        <p:nvPr/>
      </p:nvGrpSpPr>
      <p:grpSpPr>
        <a:xfrm>
          <a:off x="0" y="0"/>
          <a:ext cx="0" cy="0"/>
          <a:chOff x="0" y="0"/>
          <a:chExt cx="0" cy="0"/>
        </a:xfrm>
      </p:grpSpPr>
      <p:sp>
        <p:nvSpPr>
          <p:cNvPr id="18999" name="Google Shape;18999;g214a7d57148_1_297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00" name="Google Shape;19000;g214a7d57148_1_297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38" name="Shape 19638"/>
        <p:cNvGrpSpPr/>
        <p:nvPr/>
      </p:nvGrpSpPr>
      <p:grpSpPr>
        <a:xfrm>
          <a:off x="0" y="0"/>
          <a:ext cx="0" cy="0"/>
          <a:chOff x="0" y="0"/>
          <a:chExt cx="0" cy="0"/>
        </a:xfrm>
      </p:grpSpPr>
      <p:sp>
        <p:nvSpPr>
          <p:cNvPr id="19639" name="Google Shape;19639;g214a7d57148_1_324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40" name="Google Shape;19640;g214a7d57148_1_324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1" y="0"/>
            <a:ext cx="9144003" cy="5143501"/>
            <a:chOff x="-1" y="0"/>
            <a:chExt cx="9144003" cy="5143501"/>
          </a:xfrm>
        </p:grpSpPr>
        <p:pic>
          <p:nvPicPr>
            <p:cNvPr id="10" name="Google Shape;10;p2"/>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11" name="Google Shape;11;p2"/>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 name="Google Shape;12;p2"/>
          <p:cNvSpPr txBox="1"/>
          <p:nvPr>
            <p:ph type="ctrTitle"/>
          </p:nvPr>
        </p:nvSpPr>
        <p:spPr>
          <a:xfrm>
            <a:off x="713225" y="1353312"/>
            <a:ext cx="4608300" cy="1791000"/>
          </a:xfrm>
          <a:prstGeom prst="rect">
            <a:avLst/>
          </a:prstGeom>
        </p:spPr>
        <p:txBody>
          <a:bodyPr anchorCtr="0" anchor="t" bIns="91425" lIns="91425" spcFirstLastPara="1" rIns="91425" wrap="square" tIns="91425">
            <a:noAutofit/>
          </a:bodyPr>
          <a:lstStyle>
            <a:lvl1pPr lvl="0">
              <a:spcBef>
                <a:spcPts val="0"/>
              </a:spcBef>
              <a:spcAft>
                <a:spcPts val="0"/>
              </a:spcAft>
              <a:buClr>
                <a:srgbClr val="191919"/>
              </a:buClr>
              <a:buSzPts val="5200"/>
              <a:buNone/>
              <a:defRPr b="1" sz="57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3" name="Google Shape;13;p2"/>
          <p:cNvSpPr txBox="1"/>
          <p:nvPr>
            <p:ph idx="1" type="subTitle"/>
          </p:nvPr>
        </p:nvSpPr>
        <p:spPr>
          <a:xfrm>
            <a:off x="792900" y="3422550"/>
            <a:ext cx="4363800" cy="365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4" name="Shape 14"/>
        <p:cNvGrpSpPr/>
        <p:nvPr/>
      </p:nvGrpSpPr>
      <p:grpSpPr>
        <a:xfrm>
          <a:off x="0" y="0"/>
          <a:ext cx="0" cy="0"/>
          <a:chOff x="0" y="0"/>
          <a:chExt cx="0" cy="0"/>
        </a:xfrm>
      </p:grpSpPr>
      <p:grpSp>
        <p:nvGrpSpPr>
          <p:cNvPr id="15" name="Google Shape;15;p3"/>
          <p:cNvGrpSpPr/>
          <p:nvPr/>
        </p:nvGrpSpPr>
        <p:grpSpPr>
          <a:xfrm>
            <a:off x="-1" y="0"/>
            <a:ext cx="9144003" cy="5143501"/>
            <a:chOff x="-1" y="0"/>
            <a:chExt cx="9144003" cy="5143501"/>
          </a:xfrm>
        </p:grpSpPr>
        <p:pic>
          <p:nvPicPr>
            <p:cNvPr id="16" name="Google Shape;16;p3"/>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17" name="Google Shape;17;p3"/>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 name="Google Shape;18;p3"/>
          <p:cNvSpPr txBox="1"/>
          <p:nvPr>
            <p:ph type="title"/>
          </p:nvPr>
        </p:nvSpPr>
        <p:spPr>
          <a:xfrm>
            <a:off x="1062900" y="2537800"/>
            <a:ext cx="4187400" cy="9771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9" name="Google Shape;19;p3"/>
          <p:cNvSpPr txBox="1"/>
          <p:nvPr>
            <p:ph hasCustomPrompt="1" idx="2" type="title"/>
          </p:nvPr>
        </p:nvSpPr>
        <p:spPr>
          <a:xfrm>
            <a:off x="1062900" y="1089125"/>
            <a:ext cx="1652100" cy="14772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10000">
                <a:solidFill>
                  <a:schemeClr val="accen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0" name="Google Shape;20;p3"/>
          <p:cNvSpPr txBox="1"/>
          <p:nvPr>
            <p:ph idx="1" type="subTitle"/>
          </p:nvPr>
        </p:nvSpPr>
        <p:spPr>
          <a:xfrm>
            <a:off x="1062900" y="3513125"/>
            <a:ext cx="4187400" cy="365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1" name="Shape 21"/>
        <p:cNvGrpSpPr/>
        <p:nvPr/>
      </p:nvGrpSpPr>
      <p:grpSpPr>
        <a:xfrm>
          <a:off x="0" y="0"/>
          <a:ext cx="0" cy="0"/>
          <a:chOff x="0" y="0"/>
          <a:chExt cx="0" cy="0"/>
        </a:xfrm>
      </p:grpSpPr>
      <p:grpSp>
        <p:nvGrpSpPr>
          <p:cNvPr id="22" name="Google Shape;22;p4"/>
          <p:cNvGrpSpPr/>
          <p:nvPr/>
        </p:nvGrpSpPr>
        <p:grpSpPr>
          <a:xfrm>
            <a:off x="-1" y="0"/>
            <a:ext cx="9144003" cy="5143501"/>
            <a:chOff x="-1" y="0"/>
            <a:chExt cx="9144003" cy="5143501"/>
          </a:xfrm>
        </p:grpSpPr>
        <p:pic>
          <p:nvPicPr>
            <p:cNvPr id="23" name="Google Shape;23;p4"/>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24" name="Google Shape;24;p4"/>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 name="Google Shape;25;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6" name="Google Shape;26;p4"/>
          <p:cNvSpPr txBox="1"/>
          <p:nvPr>
            <p:ph idx="1" type="body"/>
          </p:nvPr>
        </p:nvSpPr>
        <p:spPr>
          <a:xfrm>
            <a:off x="720000" y="1080125"/>
            <a:ext cx="7704000" cy="35520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Nunito Light"/>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7" name="Shape 27"/>
        <p:cNvGrpSpPr/>
        <p:nvPr/>
      </p:nvGrpSpPr>
      <p:grpSpPr>
        <a:xfrm>
          <a:off x="0" y="0"/>
          <a:ext cx="0" cy="0"/>
          <a:chOff x="0" y="0"/>
          <a:chExt cx="0" cy="0"/>
        </a:xfrm>
      </p:grpSpPr>
      <p:grpSp>
        <p:nvGrpSpPr>
          <p:cNvPr id="28" name="Google Shape;28;p5"/>
          <p:cNvGrpSpPr/>
          <p:nvPr/>
        </p:nvGrpSpPr>
        <p:grpSpPr>
          <a:xfrm>
            <a:off x="-1" y="0"/>
            <a:ext cx="9144003" cy="5143501"/>
            <a:chOff x="-1" y="0"/>
            <a:chExt cx="9144003" cy="5143501"/>
          </a:xfrm>
        </p:grpSpPr>
        <p:pic>
          <p:nvPicPr>
            <p:cNvPr id="29" name="Google Shape;29;p5"/>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30" name="Google Shape;30;p5"/>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 name="Google Shape;31;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2" name="Google Shape;32;p5"/>
          <p:cNvSpPr txBox="1"/>
          <p:nvPr>
            <p:ph idx="1" type="subTitle"/>
          </p:nvPr>
        </p:nvSpPr>
        <p:spPr>
          <a:xfrm>
            <a:off x="5055284" y="3771424"/>
            <a:ext cx="250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3" name="Google Shape;33;p5"/>
          <p:cNvSpPr txBox="1"/>
          <p:nvPr>
            <p:ph idx="2" type="subTitle"/>
          </p:nvPr>
        </p:nvSpPr>
        <p:spPr>
          <a:xfrm>
            <a:off x="1583300" y="3771424"/>
            <a:ext cx="250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4" name="Google Shape;34;p5"/>
          <p:cNvSpPr txBox="1"/>
          <p:nvPr>
            <p:ph idx="3" type="subTitle"/>
          </p:nvPr>
        </p:nvSpPr>
        <p:spPr>
          <a:xfrm>
            <a:off x="5055275" y="3351125"/>
            <a:ext cx="2505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5" name="Google Shape;35;p5"/>
          <p:cNvSpPr txBox="1"/>
          <p:nvPr>
            <p:ph idx="4" type="subTitle"/>
          </p:nvPr>
        </p:nvSpPr>
        <p:spPr>
          <a:xfrm>
            <a:off x="1583075" y="3351125"/>
            <a:ext cx="2505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36" name="Google Shape;36;p5"/>
          <p:cNvGrpSpPr/>
          <p:nvPr/>
        </p:nvGrpSpPr>
        <p:grpSpPr>
          <a:xfrm>
            <a:off x="-213977" y="4460635"/>
            <a:ext cx="830894" cy="591536"/>
            <a:chOff x="7088023" y="1297048"/>
            <a:chExt cx="830894" cy="591536"/>
          </a:xfrm>
        </p:grpSpPr>
        <p:sp>
          <p:nvSpPr>
            <p:cNvPr id="37" name="Google Shape;37;p5"/>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5"/>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5"/>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5"/>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5"/>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5"/>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5"/>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5"/>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5"/>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5"/>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5"/>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5"/>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5"/>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5"/>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5"/>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5"/>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5"/>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5"/>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5"/>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5"/>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5"/>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5"/>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5"/>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5"/>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5"/>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5"/>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5"/>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5"/>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5"/>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5"/>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5"/>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5"/>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5"/>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 name="Google Shape;70;p5"/>
          <p:cNvGrpSpPr/>
          <p:nvPr/>
        </p:nvGrpSpPr>
        <p:grpSpPr>
          <a:xfrm>
            <a:off x="8430773" y="4536835"/>
            <a:ext cx="830894" cy="591536"/>
            <a:chOff x="7088023" y="1297048"/>
            <a:chExt cx="830894" cy="591536"/>
          </a:xfrm>
        </p:grpSpPr>
        <p:sp>
          <p:nvSpPr>
            <p:cNvPr id="71" name="Google Shape;71;p5"/>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5"/>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5"/>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5"/>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5"/>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5"/>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5"/>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5"/>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5"/>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5"/>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5"/>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5"/>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5"/>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5"/>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5"/>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5"/>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5"/>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5"/>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5"/>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5"/>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5"/>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5"/>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5"/>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5"/>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5"/>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5"/>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5"/>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5"/>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5"/>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5"/>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5"/>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5"/>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5"/>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 name="Google Shape;104;p5"/>
          <p:cNvGrpSpPr/>
          <p:nvPr/>
        </p:nvGrpSpPr>
        <p:grpSpPr>
          <a:xfrm>
            <a:off x="-130152" y="4756398"/>
            <a:ext cx="830894" cy="591536"/>
            <a:chOff x="7088023" y="1297048"/>
            <a:chExt cx="830894" cy="591536"/>
          </a:xfrm>
        </p:grpSpPr>
        <p:sp>
          <p:nvSpPr>
            <p:cNvPr id="105" name="Google Shape;105;p5"/>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5"/>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5"/>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5"/>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5"/>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5"/>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5"/>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5"/>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5"/>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5"/>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5"/>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5"/>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5"/>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5"/>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5"/>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5"/>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5"/>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5"/>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5"/>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5"/>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5"/>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5"/>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5"/>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5"/>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5"/>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5"/>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5"/>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5"/>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5"/>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5"/>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5"/>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5"/>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5"/>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 name="Google Shape;138;p5"/>
          <p:cNvGrpSpPr/>
          <p:nvPr/>
        </p:nvGrpSpPr>
        <p:grpSpPr>
          <a:xfrm>
            <a:off x="297773" y="4756398"/>
            <a:ext cx="830894" cy="591536"/>
            <a:chOff x="7088023" y="1297048"/>
            <a:chExt cx="830894" cy="591536"/>
          </a:xfrm>
        </p:grpSpPr>
        <p:sp>
          <p:nvSpPr>
            <p:cNvPr id="139" name="Google Shape;139;p5"/>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5"/>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5"/>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5"/>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5"/>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5"/>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5"/>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5"/>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5"/>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5"/>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5"/>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5"/>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5"/>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5"/>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5"/>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5"/>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5"/>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5"/>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5"/>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5"/>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5"/>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5"/>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5"/>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5"/>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5"/>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5"/>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5"/>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5"/>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5"/>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5"/>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5"/>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5"/>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5"/>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 name="Google Shape;172;p5"/>
          <p:cNvGrpSpPr/>
          <p:nvPr/>
        </p:nvGrpSpPr>
        <p:grpSpPr>
          <a:xfrm>
            <a:off x="8430773" y="4680198"/>
            <a:ext cx="830894" cy="591536"/>
            <a:chOff x="7088023" y="1297048"/>
            <a:chExt cx="830894" cy="591536"/>
          </a:xfrm>
        </p:grpSpPr>
        <p:sp>
          <p:nvSpPr>
            <p:cNvPr id="173" name="Google Shape;173;p5"/>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5"/>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5"/>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5"/>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5"/>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5"/>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5"/>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5"/>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5"/>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5"/>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5"/>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5"/>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5"/>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5"/>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5"/>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5"/>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5"/>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5"/>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5"/>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5"/>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5"/>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5"/>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5"/>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5"/>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5"/>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5"/>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5"/>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5"/>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5"/>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5"/>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5"/>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5"/>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5"/>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 name="Google Shape;206;p5"/>
          <p:cNvGrpSpPr/>
          <p:nvPr/>
        </p:nvGrpSpPr>
        <p:grpSpPr>
          <a:xfrm>
            <a:off x="7870848" y="4832598"/>
            <a:ext cx="830894" cy="591536"/>
            <a:chOff x="7088023" y="1297048"/>
            <a:chExt cx="830894" cy="591536"/>
          </a:xfrm>
        </p:grpSpPr>
        <p:sp>
          <p:nvSpPr>
            <p:cNvPr id="207" name="Google Shape;207;p5"/>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5"/>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5"/>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5"/>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5"/>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5"/>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5"/>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5"/>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5"/>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5"/>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5"/>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5"/>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5"/>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5"/>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5"/>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5"/>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5"/>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5"/>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5"/>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5"/>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5"/>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5"/>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5"/>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5"/>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5"/>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5"/>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5"/>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5"/>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5"/>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5"/>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5"/>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5"/>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5"/>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 name="Google Shape;240;p5"/>
          <p:cNvGrpSpPr/>
          <p:nvPr/>
        </p:nvGrpSpPr>
        <p:grpSpPr>
          <a:xfrm>
            <a:off x="7299348" y="4680198"/>
            <a:ext cx="830894" cy="591536"/>
            <a:chOff x="7088023" y="1297048"/>
            <a:chExt cx="830894" cy="591536"/>
          </a:xfrm>
        </p:grpSpPr>
        <p:sp>
          <p:nvSpPr>
            <p:cNvPr id="241" name="Google Shape;241;p5"/>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5"/>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5"/>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5"/>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5"/>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5"/>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5"/>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5"/>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5"/>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5"/>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5"/>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5"/>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5"/>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5"/>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5"/>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5"/>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5"/>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5"/>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5"/>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5"/>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5"/>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5"/>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5"/>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5"/>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5"/>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5"/>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5"/>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5"/>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5"/>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5"/>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5"/>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5"/>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5"/>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74" name="Shape 274"/>
        <p:cNvGrpSpPr/>
        <p:nvPr/>
      </p:nvGrpSpPr>
      <p:grpSpPr>
        <a:xfrm>
          <a:off x="0" y="0"/>
          <a:ext cx="0" cy="0"/>
          <a:chOff x="0" y="0"/>
          <a:chExt cx="0" cy="0"/>
        </a:xfrm>
      </p:grpSpPr>
      <p:grpSp>
        <p:nvGrpSpPr>
          <p:cNvPr id="275" name="Google Shape;275;p6"/>
          <p:cNvGrpSpPr/>
          <p:nvPr/>
        </p:nvGrpSpPr>
        <p:grpSpPr>
          <a:xfrm>
            <a:off x="-1" y="0"/>
            <a:ext cx="9144003" cy="5143501"/>
            <a:chOff x="-1" y="0"/>
            <a:chExt cx="9144003" cy="5143501"/>
          </a:xfrm>
        </p:grpSpPr>
        <p:pic>
          <p:nvPicPr>
            <p:cNvPr id="276" name="Google Shape;276;p6"/>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277" name="Google Shape;277;p6"/>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 name="Google Shape;278;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79" name="Shape 279"/>
        <p:cNvGrpSpPr/>
        <p:nvPr/>
      </p:nvGrpSpPr>
      <p:grpSpPr>
        <a:xfrm>
          <a:off x="0" y="0"/>
          <a:ext cx="0" cy="0"/>
          <a:chOff x="0" y="0"/>
          <a:chExt cx="0" cy="0"/>
        </a:xfrm>
      </p:grpSpPr>
      <p:grpSp>
        <p:nvGrpSpPr>
          <p:cNvPr id="280" name="Google Shape;280;p7"/>
          <p:cNvGrpSpPr/>
          <p:nvPr/>
        </p:nvGrpSpPr>
        <p:grpSpPr>
          <a:xfrm>
            <a:off x="-1" y="0"/>
            <a:ext cx="9144003" cy="5143501"/>
            <a:chOff x="-1" y="0"/>
            <a:chExt cx="9144003" cy="5143501"/>
          </a:xfrm>
        </p:grpSpPr>
        <p:pic>
          <p:nvPicPr>
            <p:cNvPr id="281" name="Google Shape;281;p7"/>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282" name="Google Shape;282;p7"/>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 name="Google Shape;283;p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84" name="Google Shape;284;p7"/>
          <p:cNvSpPr txBox="1"/>
          <p:nvPr>
            <p:ph idx="1" type="subTitle"/>
          </p:nvPr>
        </p:nvSpPr>
        <p:spPr>
          <a:xfrm>
            <a:off x="834500" y="1672350"/>
            <a:ext cx="4229700" cy="22983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400"/>
              <a:buFont typeface="Nunito Light"/>
              <a:buChar char="○"/>
              <a:defRPr/>
            </a:lvl5pPr>
            <a:lvl6pPr lvl="5" rtl="0" algn="ctr">
              <a:lnSpc>
                <a:spcPct val="100000"/>
              </a:lnSpc>
              <a:spcBef>
                <a:spcPts val="0"/>
              </a:spcBef>
              <a:spcAft>
                <a:spcPts val="0"/>
              </a:spcAft>
              <a:buClr>
                <a:srgbClr val="999999"/>
              </a:buClr>
              <a:buSzPts val="14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400"/>
              <a:buFont typeface="Nunito Light"/>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85" name="Shape 285"/>
        <p:cNvGrpSpPr/>
        <p:nvPr/>
      </p:nvGrpSpPr>
      <p:grpSpPr>
        <a:xfrm>
          <a:off x="0" y="0"/>
          <a:ext cx="0" cy="0"/>
          <a:chOff x="0" y="0"/>
          <a:chExt cx="0" cy="0"/>
        </a:xfrm>
      </p:grpSpPr>
      <p:grpSp>
        <p:nvGrpSpPr>
          <p:cNvPr id="286" name="Google Shape;286;p8"/>
          <p:cNvGrpSpPr/>
          <p:nvPr/>
        </p:nvGrpSpPr>
        <p:grpSpPr>
          <a:xfrm>
            <a:off x="-1" y="0"/>
            <a:ext cx="9144003" cy="5143501"/>
            <a:chOff x="-1" y="0"/>
            <a:chExt cx="9144003" cy="5143501"/>
          </a:xfrm>
        </p:grpSpPr>
        <p:pic>
          <p:nvPicPr>
            <p:cNvPr id="287" name="Google Shape;287;p8"/>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288" name="Google Shape;288;p8"/>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 name="Google Shape;289;p8"/>
          <p:cNvSpPr txBox="1"/>
          <p:nvPr>
            <p:ph type="title"/>
          </p:nvPr>
        </p:nvSpPr>
        <p:spPr>
          <a:xfrm>
            <a:off x="2247700" y="1671000"/>
            <a:ext cx="4648800" cy="1801500"/>
          </a:xfrm>
          <a:prstGeom prst="rect">
            <a:avLst/>
          </a:prstGeom>
        </p:spPr>
        <p:txBody>
          <a:bodyPr anchorCtr="0" anchor="t" bIns="91425" lIns="91425" spcFirstLastPara="1" rIns="91425" wrap="square" tIns="91425">
            <a:noAutofit/>
          </a:bodyPr>
          <a:lstStyle>
            <a:lvl1pPr lvl="0" algn="ctr">
              <a:lnSpc>
                <a:spcPct val="80000"/>
              </a:lnSpc>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290" name="Google Shape;290;p8"/>
          <p:cNvGrpSpPr/>
          <p:nvPr/>
        </p:nvGrpSpPr>
        <p:grpSpPr>
          <a:xfrm>
            <a:off x="8430773" y="1622313"/>
            <a:ext cx="830805" cy="753025"/>
            <a:chOff x="5255839" y="-1347627"/>
            <a:chExt cx="1366681" cy="1238732"/>
          </a:xfrm>
        </p:grpSpPr>
        <p:sp>
          <p:nvSpPr>
            <p:cNvPr id="291" name="Google Shape;291;p8"/>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8"/>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8"/>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8"/>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8"/>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8"/>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8"/>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8"/>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8"/>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8"/>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8"/>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8"/>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8"/>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8"/>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 name="Google Shape;305;p8"/>
          <p:cNvGrpSpPr/>
          <p:nvPr/>
        </p:nvGrpSpPr>
        <p:grpSpPr>
          <a:xfrm>
            <a:off x="5669473" y="338"/>
            <a:ext cx="830805" cy="753025"/>
            <a:chOff x="5255839" y="-1347627"/>
            <a:chExt cx="1366681" cy="1238732"/>
          </a:xfrm>
        </p:grpSpPr>
        <p:sp>
          <p:nvSpPr>
            <p:cNvPr id="306" name="Google Shape;306;p8"/>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8"/>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8"/>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8"/>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8"/>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8"/>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8"/>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8"/>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8"/>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8"/>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8"/>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8"/>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8"/>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8"/>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 name="Google Shape;320;p8"/>
          <p:cNvGrpSpPr/>
          <p:nvPr/>
        </p:nvGrpSpPr>
        <p:grpSpPr>
          <a:xfrm>
            <a:off x="8118498" y="4442198"/>
            <a:ext cx="830894" cy="591536"/>
            <a:chOff x="7088023" y="1297048"/>
            <a:chExt cx="830894" cy="591536"/>
          </a:xfrm>
        </p:grpSpPr>
        <p:sp>
          <p:nvSpPr>
            <p:cNvPr id="321" name="Google Shape;321;p8"/>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8"/>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8"/>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8"/>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8"/>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8"/>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8"/>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8"/>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8"/>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8"/>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8"/>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8"/>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8"/>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8"/>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8"/>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8"/>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8"/>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8"/>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8"/>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8"/>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8"/>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8"/>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8"/>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8"/>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8"/>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8"/>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8"/>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8"/>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8"/>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8"/>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8"/>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8"/>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8"/>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 name="Google Shape;354;p8"/>
          <p:cNvGrpSpPr/>
          <p:nvPr/>
        </p:nvGrpSpPr>
        <p:grpSpPr>
          <a:xfrm>
            <a:off x="-2" y="2880973"/>
            <a:ext cx="830894" cy="591536"/>
            <a:chOff x="7088023" y="1297048"/>
            <a:chExt cx="830894" cy="591536"/>
          </a:xfrm>
        </p:grpSpPr>
        <p:sp>
          <p:nvSpPr>
            <p:cNvPr id="355" name="Google Shape;355;p8"/>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8"/>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8"/>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8"/>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8"/>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8"/>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8"/>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8"/>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8"/>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8"/>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8"/>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8"/>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8"/>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8"/>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8"/>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8"/>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8"/>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8"/>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8"/>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8"/>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8"/>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8"/>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8"/>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8"/>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8"/>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8"/>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8"/>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8"/>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8"/>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8"/>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8"/>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8"/>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8"/>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88" name="Shape 388"/>
        <p:cNvGrpSpPr/>
        <p:nvPr/>
      </p:nvGrpSpPr>
      <p:grpSpPr>
        <a:xfrm>
          <a:off x="0" y="0"/>
          <a:ext cx="0" cy="0"/>
          <a:chOff x="0" y="0"/>
          <a:chExt cx="0" cy="0"/>
        </a:xfrm>
      </p:grpSpPr>
      <p:grpSp>
        <p:nvGrpSpPr>
          <p:cNvPr id="389" name="Google Shape;389;p9"/>
          <p:cNvGrpSpPr/>
          <p:nvPr/>
        </p:nvGrpSpPr>
        <p:grpSpPr>
          <a:xfrm>
            <a:off x="-1" y="0"/>
            <a:ext cx="9144003" cy="5143501"/>
            <a:chOff x="-1" y="0"/>
            <a:chExt cx="9144003" cy="5143501"/>
          </a:xfrm>
        </p:grpSpPr>
        <p:pic>
          <p:nvPicPr>
            <p:cNvPr id="390" name="Google Shape;390;p9"/>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391" name="Google Shape;391;p9"/>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 name="Google Shape;392;p9"/>
          <p:cNvGrpSpPr/>
          <p:nvPr/>
        </p:nvGrpSpPr>
        <p:grpSpPr>
          <a:xfrm>
            <a:off x="8074710" y="4151225"/>
            <a:ext cx="830805" cy="753025"/>
            <a:chOff x="5255839" y="-1347627"/>
            <a:chExt cx="1366681" cy="1238732"/>
          </a:xfrm>
        </p:grpSpPr>
        <p:sp>
          <p:nvSpPr>
            <p:cNvPr id="393" name="Google Shape;393;p9"/>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9"/>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9"/>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9"/>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9"/>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9"/>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9"/>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9"/>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9"/>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9"/>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9"/>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9"/>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9"/>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9"/>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7" name="Google Shape;407;p9"/>
          <p:cNvSpPr txBox="1"/>
          <p:nvPr>
            <p:ph type="title"/>
          </p:nvPr>
        </p:nvSpPr>
        <p:spPr>
          <a:xfrm>
            <a:off x="2175915" y="1291375"/>
            <a:ext cx="4792200" cy="1540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sz="96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408" name="Google Shape;408;p9"/>
          <p:cNvSpPr txBox="1"/>
          <p:nvPr>
            <p:ph idx="1" type="subTitle"/>
          </p:nvPr>
        </p:nvSpPr>
        <p:spPr>
          <a:xfrm>
            <a:off x="2175885" y="2832025"/>
            <a:ext cx="4792200" cy="671100"/>
          </a:xfrm>
          <a:prstGeom prst="rect">
            <a:avLst/>
          </a:prstGeom>
          <a:solidFill>
            <a:schemeClr val="accent6"/>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409" name="Google Shape;409;p9"/>
          <p:cNvGrpSpPr/>
          <p:nvPr/>
        </p:nvGrpSpPr>
        <p:grpSpPr>
          <a:xfrm>
            <a:off x="92791" y="3550714"/>
            <a:ext cx="830805" cy="753025"/>
            <a:chOff x="5255839" y="-1347627"/>
            <a:chExt cx="1366681" cy="1238732"/>
          </a:xfrm>
        </p:grpSpPr>
        <p:sp>
          <p:nvSpPr>
            <p:cNvPr id="410" name="Google Shape;410;p9"/>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9"/>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9"/>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9"/>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9"/>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9"/>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9"/>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9"/>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9"/>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9"/>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9"/>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9"/>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9"/>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9"/>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 name="Google Shape;424;p9"/>
          <p:cNvGrpSpPr/>
          <p:nvPr/>
        </p:nvGrpSpPr>
        <p:grpSpPr>
          <a:xfrm>
            <a:off x="8222385" y="4303750"/>
            <a:ext cx="830805" cy="753025"/>
            <a:chOff x="5255839" y="-1347627"/>
            <a:chExt cx="1366681" cy="1238732"/>
          </a:xfrm>
        </p:grpSpPr>
        <p:sp>
          <p:nvSpPr>
            <p:cNvPr id="425" name="Google Shape;425;p9"/>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9"/>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9"/>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9"/>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9"/>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9"/>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9"/>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9"/>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9"/>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9"/>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9"/>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9"/>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9"/>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9"/>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 name="Google Shape;439;p9"/>
          <p:cNvGrpSpPr/>
          <p:nvPr/>
        </p:nvGrpSpPr>
        <p:grpSpPr>
          <a:xfrm>
            <a:off x="-291502" y="191648"/>
            <a:ext cx="830894" cy="591536"/>
            <a:chOff x="7088023" y="1297048"/>
            <a:chExt cx="830894" cy="591536"/>
          </a:xfrm>
        </p:grpSpPr>
        <p:sp>
          <p:nvSpPr>
            <p:cNvPr id="440" name="Google Shape;440;p9"/>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9"/>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9"/>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9"/>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9"/>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9"/>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9"/>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9"/>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9"/>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9"/>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9"/>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9"/>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9"/>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9"/>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9"/>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9"/>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9"/>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9"/>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9"/>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9"/>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9"/>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9"/>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9"/>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9"/>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9"/>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9"/>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9"/>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9"/>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9"/>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9"/>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9"/>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9"/>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9"/>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 name="Google Shape;473;p9"/>
          <p:cNvGrpSpPr/>
          <p:nvPr/>
        </p:nvGrpSpPr>
        <p:grpSpPr>
          <a:xfrm>
            <a:off x="1724348" y="4603998"/>
            <a:ext cx="830894" cy="591536"/>
            <a:chOff x="7088023" y="1297048"/>
            <a:chExt cx="830894" cy="591536"/>
          </a:xfrm>
        </p:grpSpPr>
        <p:sp>
          <p:nvSpPr>
            <p:cNvPr id="474" name="Google Shape;474;p9"/>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9"/>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9"/>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9"/>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9"/>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9"/>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9"/>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9"/>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9"/>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9"/>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9"/>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9"/>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9"/>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9"/>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9"/>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9"/>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9"/>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9"/>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9"/>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9"/>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9"/>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9"/>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9"/>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9"/>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9"/>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9"/>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9"/>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9"/>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9"/>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9"/>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9"/>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9"/>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9"/>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 name="Google Shape;507;p9"/>
          <p:cNvGrpSpPr/>
          <p:nvPr/>
        </p:nvGrpSpPr>
        <p:grpSpPr>
          <a:xfrm>
            <a:off x="1632548" y="-2"/>
            <a:ext cx="830894" cy="591536"/>
            <a:chOff x="7088023" y="1297048"/>
            <a:chExt cx="830894" cy="591536"/>
          </a:xfrm>
        </p:grpSpPr>
        <p:sp>
          <p:nvSpPr>
            <p:cNvPr id="508" name="Google Shape;508;p9"/>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9"/>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9"/>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9"/>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9"/>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9"/>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9"/>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9"/>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9"/>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9"/>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9"/>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9"/>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9"/>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9"/>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9"/>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9"/>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9"/>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9"/>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9"/>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9"/>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9"/>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9"/>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9"/>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9"/>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9"/>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9"/>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9"/>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9"/>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9"/>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9"/>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9"/>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9"/>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9"/>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41" name="Shape 541"/>
        <p:cNvGrpSpPr/>
        <p:nvPr/>
      </p:nvGrpSpPr>
      <p:grpSpPr>
        <a:xfrm>
          <a:off x="0" y="0"/>
          <a:ext cx="0" cy="0"/>
          <a:chOff x="0" y="0"/>
          <a:chExt cx="0" cy="0"/>
        </a:xfrm>
      </p:grpSpPr>
      <p:sp>
        <p:nvSpPr>
          <p:cNvPr id="542" name="Google Shape;542;p10"/>
          <p:cNvSpPr/>
          <p:nvPr>
            <p:ph idx="2" type="pic"/>
          </p:nvPr>
        </p:nvSpPr>
        <p:spPr>
          <a:xfrm>
            <a:off x="-25" y="-13725"/>
            <a:ext cx="9144000" cy="5157300"/>
          </a:xfrm>
          <a:prstGeom prst="rect">
            <a:avLst/>
          </a:prstGeom>
          <a:noFill/>
          <a:ln>
            <a:noFill/>
          </a:ln>
        </p:spPr>
      </p:sp>
      <p:sp>
        <p:nvSpPr>
          <p:cNvPr id="543" name="Google Shape;543;p10"/>
          <p:cNvSpPr txBox="1"/>
          <p:nvPr>
            <p:ph type="title"/>
          </p:nvPr>
        </p:nvSpPr>
        <p:spPr>
          <a:xfrm>
            <a:off x="720000" y="4014450"/>
            <a:ext cx="7704000" cy="572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44" name="Shape 544"/>
        <p:cNvGrpSpPr/>
        <p:nvPr/>
      </p:nvGrpSpPr>
      <p:grpSpPr>
        <a:xfrm>
          <a:off x="0" y="0"/>
          <a:ext cx="0" cy="0"/>
          <a:chOff x="0" y="0"/>
          <a:chExt cx="0" cy="0"/>
        </a:xfrm>
      </p:grpSpPr>
      <p:grpSp>
        <p:nvGrpSpPr>
          <p:cNvPr id="545" name="Google Shape;545;p11"/>
          <p:cNvGrpSpPr/>
          <p:nvPr/>
        </p:nvGrpSpPr>
        <p:grpSpPr>
          <a:xfrm>
            <a:off x="-1" y="0"/>
            <a:ext cx="9144003" cy="5143501"/>
            <a:chOff x="-1" y="0"/>
            <a:chExt cx="9144003" cy="5143501"/>
          </a:xfrm>
        </p:grpSpPr>
        <p:pic>
          <p:nvPicPr>
            <p:cNvPr id="546" name="Google Shape;546;p11"/>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547" name="Google Shape;547;p11"/>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 name="Google Shape;548;p11"/>
          <p:cNvSpPr txBox="1"/>
          <p:nvPr>
            <p:ph hasCustomPrompt="1" type="title"/>
          </p:nvPr>
        </p:nvSpPr>
        <p:spPr>
          <a:xfrm>
            <a:off x="1117025" y="1595500"/>
            <a:ext cx="5250000" cy="12321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7200">
                <a:solidFill>
                  <a:schemeClr val="accent2"/>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49" name="Google Shape;549;p11"/>
          <p:cNvSpPr txBox="1"/>
          <p:nvPr>
            <p:ph idx="1" type="subTitle"/>
          </p:nvPr>
        </p:nvSpPr>
        <p:spPr>
          <a:xfrm>
            <a:off x="1303475" y="3021775"/>
            <a:ext cx="4952100" cy="365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550" name="Shape 55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551" name="Shape 551"/>
        <p:cNvGrpSpPr/>
        <p:nvPr/>
      </p:nvGrpSpPr>
      <p:grpSpPr>
        <a:xfrm>
          <a:off x="0" y="0"/>
          <a:ext cx="0" cy="0"/>
          <a:chOff x="0" y="0"/>
          <a:chExt cx="0" cy="0"/>
        </a:xfrm>
      </p:grpSpPr>
      <p:grpSp>
        <p:nvGrpSpPr>
          <p:cNvPr id="552" name="Google Shape;552;p13"/>
          <p:cNvGrpSpPr/>
          <p:nvPr/>
        </p:nvGrpSpPr>
        <p:grpSpPr>
          <a:xfrm>
            <a:off x="-1" y="0"/>
            <a:ext cx="9144003" cy="5143501"/>
            <a:chOff x="-1" y="0"/>
            <a:chExt cx="9144003" cy="5143501"/>
          </a:xfrm>
        </p:grpSpPr>
        <p:pic>
          <p:nvPicPr>
            <p:cNvPr id="553" name="Google Shape;553;p13"/>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554" name="Google Shape;554;p13"/>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 name="Google Shape;555;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56" name="Google Shape;556;p13"/>
          <p:cNvSpPr txBox="1"/>
          <p:nvPr>
            <p:ph idx="1" type="subTitle"/>
          </p:nvPr>
        </p:nvSpPr>
        <p:spPr>
          <a:xfrm>
            <a:off x="720000" y="3047393"/>
            <a:ext cx="2305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57" name="Google Shape;557;p13"/>
          <p:cNvSpPr txBox="1"/>
          <p:nvPr>
            <p:ph idx="2" type="subTitle"/>
          </p:nvPr>
        </p:nvSpPr>
        <p:spPr>
          <a:xfrm>
            <a:off x="3419271" y="3047393"/>
            <a:ext cx="2305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58" name="Google Shape;558;p13"/>
          <p:cNvSpPr txBox="1"/>
          <p:nvPr>
            <p:ph idx="3" type="subTitle"/>
          </p:nvPr>
        </p:nvSpPr>
        <p:spPr>
          <a:xfrm>
            <a:off x="6118549" y="3047393"/>
            <a:ext cx="2305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59" name="Google Shape;559;p13"/>
          <p:cNvSpPr txBox="1"/>
          <p:nvPr>
            <p:ph hasCustomPrompt="1" idx="4" type="title"/>
          </p:nvPr>
        </p:nvSpPr>
        <p:spPr>
          <a:xfrm>
            <a:off x="720000" y="1913925"/>
            <a:ext cx="1147500" cy="7038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6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60" name="Google Shape;560;p13"/>
          <p:cNvSpPr txBox="1"/>
          <p:nvPr>
            <p:ph hasCustomPrompt="1" idx="5" type="title"/>
          </p:nvPr>
        </p:nvSpPr>
        <p:spPr>
          <a:xfrm>
            <a:off x="3419275" y="1913925"/>
            <a:ext cx="1147500" cy="7038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6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61" name="Google Shape;561;p13"/>
          <p:cNvSpPr txBox="1"/>
          <p:nvPr>
            <p:ph hasCustomPrompt="1" idx="6" type="title"/>
          </p:nvPr>
        </p:nvSpPr>
        <p:spPr>
          <a:xfrm>
            <a:off x="6118550" y="1913925"/>
            <a:ext cx="1147500" cy="7038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6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62" name="Google Shape;562;p13"/>
          <p:cNvSpPr txBox="1"/>
          <p:nvPr>
            <p:ph idx="7" type="subTitle"/>
          </p:nvPr>
        </p:nvSpPr>
        <p:spPr>
          <a:xfrm>
            <a:off x="720000" y="2715512"/>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dk1"/>
                </a:solidFill>
                <a:latin typeface="Lilita One"/>
                <a:ea typeface="Lilita One"/>
                <a:cs typeface="Lilita One"/>
                <a:sym typeface="Lilita O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63" name="Google Shape;563;p13"/>
          <p:cNvSpPr txBox="1"/>
          <p:nvPr>
            <p:ph idx="8" type="subTitle"/>
          </p:nvPr>
        </p:nvSpPr>
        <p:spPr>
          <a:xfrm>
            <a:off x="3419271" y="2715512"/>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dk1"/>
                </a:solidFill>
                <a:latin typeface="Lilita One"/>
                <a:ea typeface="Lilita One"/>
                <a:cs typeface="Lilita One"/>
                <a:sym typeface="Lilita O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64" name="Google Shape;564;p13"/>
          <p:cNvSpPr txBox="1"/>
          <p:nvPr>
            <p:ph idx="9" type="subTitle"/>
          </p:nvPr>
        </p:nvSpPr>
        <p:spPr>
          <a:xfrm>
            <a:off x="6118549" y="2715512"/>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dk1"/>
                </a:solidFill>
                <a:latin typeface="Lilita One"/>
                <a:ea typeface="Lilita One"/>
                <a:cs typeface="Lilita One"/>
                <a:sym typeface="Lilita O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565" name="Google Shape;565;p13"/>
          <p:cNvGrpSpPr/>
          <p:nvPr/>
        </p:nvGrpSpPr>
        <p:grpSpPr>
          <a:xfrm>
            <a:off x="6705923" y="4604010"/>
            <a:ext cx="830894" cy="591536"/>
            <a:chOff x="7088023" y="1297048"/>
            <a:chExt cx="830894" cy="591536"/>
          </a:xfrm>
        </p:grpSpPr>
        <p:sp>
          <p:nvSpPr>
            <p:cNvPr id="566" name="Google Shape;566;p13"/>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13"/>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13"/>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13"/>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13"/>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13"/>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13"/>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13"/>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13"/>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13"/>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13"/>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13"/>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13"/>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13"/>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13"/>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13"/>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13"/>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13"/>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13"/>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13"/>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13"/>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13"/>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13"/>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13"/>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13"/>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13"/>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13"/>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13"/>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13"/>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13"/>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13"/>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13"/>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13"/>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599" name="Shape 599"/>
        <p:cNvGrpSpPr/>
        <p:nvPr/>
      </p:nvGrpSpPr>
      <p:grpSpPr>
        <a:xfrm>
          <a:off x="0" y="0"/>
          <a:ext cx="0" cy="0"/>
          <a:chOff x="0" y="0"/>
          <a:chExt cx="0" cy="0"/>
        </a:xfrm>
      </p:grpSpPr>
      <p:grpSp>
        <p:nvGrpSpPr>
          <p:cNvPr id="600" name="Google Shape;600;p14"/>
          <p:cNvGrpSpPr/>
          <p:nvPr/>
        </p:nvGrpSpPr>
        <p:grpSpPr>
          <a:xfrm>
            <a:off x="-1" y="0"/>
            <a:ext cx="9144003" cy="5143501"/>
            <a:chOff x="-1" y="0"/>
            <a:chExt cx="9144003" cy="5143501"/>
          </a:xfrm>
        </p:grpSpPr>
        <p:pic>
          <p:nvPicPr>
            <p:cNvPr id="601" name="Google Shape;601;p14"/>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602" name="Google Shape;602;p14"/>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 name="Google Shape;603;p1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0_1">
    <p:spTree>
      <p:nvGrpSpPr>
        <p:cNvPr id="604" name="Shape 604"/>
        <p:cNvGrpSpPr/>
        <p:nvPr/>
      </p:nvGrpSpPr>
      <p:grpSpPr>
        <a:xfrm>
          <a:off x="0" y="0"/>
          <a:ext cx="0" cy="0"/>
          <a:chOff x="0" y="0"/>
          <a:chExt cx="0" cy="0"/>
        </a:xfrm>
      </p:grpSpPr>
      <p:grpSp>
        <p:nvGrpSpPr>
          <p:cNvPr id="605" name="Google Shape;605;p15"/>
          <p:cNvGrpSpPr/>
          <p:nvPr/>
        </p:nvGrpSpPr>
        <p:grpSpPr>
          <a:xfrm>
            <a:off x="-1" y="0"/>
            <a:ext cx="9144003" cy="5143501"/>
            <a:chOff x="-1" y="0"/>
            <a:chExt cx="9144003" cy="5143501"/>
          </a:xfrm>
        </p:grpSpPr>
        <p:pic>
          <p:nvPicPr>
            <p:cNvPr id="606" name="Google Shape;606;p15"/>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607" name="Google Shape;607;p15"/>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 name="Google Shape;608;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0_1_1">
    <p:spTree>
      <p:nvGrpSpPr>
        <p:cNvPr id="609" name="Shape 609"/>
        <p:cNvGrpSpPr/>
        <p:nvPr/>
      </p:nvGrpSpPr>
      <p:grpSpPr>
        <a:xfrm>
          <a:off x="0" y="0"/>
          <a:ext cx="0" cy="0"/>
          <a:chOff x="0" y="0"/>
          <a:chExt cx="0" cy="0"/>
        </a:xfrm>
      </p:grpSpPr>
      <p:grpSp>
        <p:nvGrpSpPr>
          <p:cNvPr id="610" name="Google Shape;610;p16"/>
          <p:cNvGrpSpPr/>
          <p:nvPr/>
        </p:nvGrpSpPr>
        <p:grpSpPr>
          <a:xfrm>
            <a:off x="-1" y="0"/>
            <a:ext cx="9144003" cy="5143501"/>
            <a:chOff x="-1" y="0"/>
            <a:chExt cx="9144003" cy="5143501"/>
          </a:xfrm>
        </p:grpSpPr>
        <p:pic>
          <p:nvPicPr>
            <p:cNvPr id="611" name="Google Shape;611;p16"/>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612" name="Google Shape;612;p16"/>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3" name="Google Shape;613;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614" name="Shape 614"/>
        <p:cNvGrpSpPr/>
        <p:nvPr/>
      </p:nvGrpSpPr>
      <p:grpSpPr>
        <a:xfrm>
          <a:off x="0" y="0"/>
          <a:ext cx="0" cy="0"/>
          <a:chOff x="0" y="0"/>
          <a:chExt cx="0" cy="0"/>
        </a:xfrm>
      </p:grpSpPr>
      <p:grpSp>
        <p:nvGrpSpPr>
          <p:cNvPr id="615" name="Google Shape;615;p17"/>
          <p:cNvGrpSpPr/>
          <p:nvPr/>
        </p:nvGrpSpPr>
        <p:grpSpPr>
          <a:xfrm>
            <a:off x="-1" y="0"/>
            <a:ext cx="9144003" cy="5143501"/>
            <a:chOff x="-1" y="0"/>
            <a:chExt cx="9144003" cy="5143501"/>
          </a:xfrm>
        </p:grpSpPr>
        <p:pic>
          <p:nvPicPr>
            <p:cNvPr id="616" name="Google Shape;616;p17"/>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617" name="Google Shape;617;p17"/>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 name="Google Shape;618;p17"/>
          <p:cNvSpPr txBox="1"/>
          <p:nvPr>
            <p:ph type="title"/>
          </p:nvPr>
        </p:nvSpPr>
        <p:spPr>
          <a:xfrm>
            <a:off x="3957400" y="3159825"/>
            <a:ext cx="3960300" cy="542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r">
              <a:spcBef>
                <a:spcPts val="0"/>
              </a:spcBef>
              <a:spcAft>
                <a:spcPts val="0"/>
              </a:spcAft>
              <a:buSzPts val="3000"/>
              <a:buN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619" name="Google Shape;619;p17"/>
          <p:cNvSpPr txBox="1"/>
          <p:nvPr>
            <p:ph idx="1" type="subTitle"/>
          </p:nvPr>
        </p:nvSpPr>
        <p:spPr>
          <a:xfrm>
            <a:off x="1226400" y="1126425"/>
            <a:ext cx="6691200" cy="1863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620" name="Shape 620"/>
        <p:cNvGrpSpPr/>
        <p:nvPr/>
      </p:nvGrpSpPr>
      <p:grpSpPr>
        <a:xfrm>
          <a:off x="0" y="0"/>
          <a:ext cx="0" cy="0"/>
          <a:chOff x="0" y="0"/>
          <a:chExt cx="0" cy="0"/>
        </a:xfrm>
      </p:grpSpPr>
      <p:grpSp>
        <p:nvGrpSpPr>
          <p:cNvPr id="621" name="Google Shape;621;p18"/>
          <p:cNvGrpSpPr/>
          <p:nvPr/>
        </p:nvGrpSpPr>
        <p:grpSpPr>
          <a:xfrm>
            <a:off x="-1" y="0"/>
            <a:ext cx="9144003" cy="5143501"/>
            <a:chOff x="-1" y="0"/>
            <a:chExt cx="9144003" cy="5143501"/>
          </a:xfrm>
        </p:grpSpPr>
        <p:pic>
          <p:nvPicPr>
            <p:cNvPr id="622" name="Google Shape;622;p18"/>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623" name="Google Shape;623;p18"/>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 name="Google Shape;624;p18"/>
          <p:cNvSpPr txBox="1"/>
          <p:nvPr>
            <p:ph type="title"/>
          </p:nvPr>
        </p:nvSpPr>
        <p:spPr>
          <a:xfrm>
            <a:off x="1101000" y="1341625"/>
            <a:ext cx="3387600" cy="17907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25" name="Google Shape;625;p18"/>
          <p:cNvSpPr txBox="1"/>
          <p:nvPr>
            <p:ph idx="1" type="subTitle"/>
          </p:nvPr>
        </p:nvSpPr>
        <p:spPr>
          <a:xfrm>
            <a:off x="1101000" y="3132225"/>
            <a:ext cx="3387600" cy="8688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6" name="Google Shape;626;p18"/>
          <p:cNvSpPr/>
          <p:nvPr>
            <p:ph idx="2" type="pic"/>
          </p:nvPr>
        </p:nvSpPr>
        <p:spPr>
          <a:xfrm>
            <a:off x="5273100" y="533875"/>
            <a:ext cx="3307500" cy="4075800"/>
          </a:xfrm>
          <a:prstGeom prst="rect">
            <a:avLst/>
          </a:prstGeom>
          <a:noFill/>
          <a:ln cap="flat" cmpd="sng" w="19050">
            <a:solidFill>
              <a:schemeClr val="dk1"/>
            </a:solidFill>
            <a:prstDash val="solid"/>
            <a:round/>
            <a:headEnd len="sm" w="sm" type="none"/>
            <a:tailEnd len="sm" w="sm" type="none"/>
          </a:ln>
        </p:spPr>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627" name="Shape 627"/>
        <p:cNvGrpSpPr/>
        <p:nvPr/>
      </p:nvGrpSpPr>
      <p:grpSpPr>
        <a:xfrm>
          <a:off x="0" y="0"/>
          <a:ext cx="0" cy="0"/>
          <a:chOff x="0" y="0"/>
          <a:chExt cx="0" cy="0"/>
        </a:xfrm>
      </p:grpSpPr>
      <p:grpSp>
        <p:nvGrpSpPr>
          <p:cNvPr id="628" name="Google Shape;628;p19"/>
          <p:cNvGrpSpPr/>
          <p:nvPr/>
        </p:nvGrpSpPr>
        <p:grpSpPr>
          <a:xfrm>
            <a:off x="-1" y="0"/>
            <a:ext cx="9144003" cy="5143501"/>
            <a:chOff x="-1" y="0"/>
            <a:chExt cx="9144003" cy="5143501"/>
          </a:xfrm>
        </p:grpSpPr>
        <p:pic>
          <p:nvPicPr>
            <p:cNvPr id="629" name="Google Shape;629;p19"/>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630" name="Google Shape;630;p19"/>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 name="Google Shape;631;p19"/>
          <p:cNvSpPr txBox="1"/>
          <p:nvPr>
            <p:ph type="title"/>
          </p:nvPr>
        </p:nvSpPr>
        <p:spPr>
          <a:xfrm>
            <a:off x="922075" y="1409325"/>
            <a:ext cx="3361800" cy="1063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32" name="Google Shape;632;p19"/>
          <p:cNvSpPr txBox="1"/>
          <p:nvPr>
            <p:ph idx="1" type="subTitle"/>
          </p:nvPr>
        </p:nvSpPr>
        <p:spPr>
          <a:xfrm>
            <a:off x="922075" y="2472525"/>
            <a:ext cx="3361800" cy="805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633" name="Shape 633"/>
        <p:cNvGrpSpPr/>
        <p:nvPr/>
      </p:nvGrpSpPr>
      <p:grpSpPr>
        <a:xfrm>
          <a:off x="0" y="0"/>
          <a:ext cx="0" cy="0"/>
          <a:chOff x="0" y="0"/>
          <a:chExt cx="0" cy="0"/>
        </a:xfrm>
      </p:grpSpPr>
      <p:grpSp>
        <p:nvGrpSpPr>
          <p:cNvPr id="634" name="Google Shape;634;p20"/>
          <p:cNvGrpSpPr/>
          <p:nvPr/>
        </p:nvGrpSpPr>
        <p:grpSpPr>
          <a:xfrm>
            <a:off x="-1" y="0"/>
            <a:ext cx="9144003" cy="5143501"/>
            <a:chOff x="-1" y="0"/>
            <a:chExt cx="9144003" cy="5143501"/>
          </a:xfrm>
        </p:grpSpPr>
        <p:pic>
          <p:nvPicPr>
            <p:cNvPr id="635" name="Google Shape;635;p20"/>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636" name="Google Shape;636;p20"/>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 name="Google Shape;637;p20"/>
          <p:cNvSpPr txBox="1"/>
          <p:nvPr>
            <p:ph type="title"/>
          </p:nvPr>
        </p:nvSpPr>
        <p:spPr>
          <a:xfrm>
            <a:off x="4505501" y="1811250"/>
            <a:ext cx="3429300" cy="750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38" name="Google Shape;638;p20"/>
          <p:cNvSpPr txBox="1"/>
          <p:nvPr>
            <p:ph idx="1" type="subTitle"/>
          </p:nvPr>
        </p:nvSpPr>
        <p:spPr>
          <a:xfrm>
            <a:off x="4505548" y="2562000"/>
            <a:ext cx="3429300" cy="865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1_2">
    <p:spTree>
      <p:nvGrpSpPr>
        <p:cNvPr id="639" name="Shape 639"/>
        <p:cNvGrpSpPr/>
        <p:nvPr/>
      </p:nvGrpSpPr>
      <p:grpSpPr>
        <a:xfrm>
          <a:off x="0" y="0"/>
          <a:ext cx="0" cy="0"/>
          <a:chOff x="0" y="0"/>
          <a:chExt cx="0" cy="0"/>
        </a:xfrm>
      </p:grpSpPr>
      <p:grpSp>
        <p:nvGrpSpPr>
          <p:cNvPr id="640" name="Google Shape;640;p21"/>
          <p:cNvGrpSpPr/>
          <p:nvPr/>
        </p:nvGrpSpPr>
        <p:grpSpPr>
          <a:xfrm>
            <a:off x="-1" y="0"/>
            <a:ext cx="9144003" cy="5143501"/>
            <a:chOff x="-1" y="0"/>
            <a:chExt cx="9144003" cy="5143501"/>
          </a:xfrm>
        </p:grpSpPr>
        <p:pic>
          <p:nvPicPr>
            <p:cNvPr id="641" name="Google Shape;641;p21"/>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642" name="Google Shape;642;p21"/>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 name="Google Shape;643;p21"/>
          <p:cNvSpPr txBox="1"/>
          <p:nvPr>
            <p:ph type="title"/>
          </p:nvPr>
        </p:nvSpPr>
        <p:spPr>
          <a:xfrm>
            <a:off x="1381300" y="1862900"/>
            <a:ext cx="3603600" cy="61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44" name="Google Shape;644;p21"/>
          <p:cNvSpPr txBox="1"/>
          <p:nvPr>
            <p:ph idx="1" type="subTitle"/>
          </p:nvPr>
        </p:nvSpPr>
        <p:spPr>
          <a:xfrm>
            <a:off x="1381300" y="2475425"/>
            <a:ext cx="3603600" cy="805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4_1_1">
    <p:spTree>
      <p:nvGrpSpPr>
        <p:cNvPr id="645" name="Shape 645"/>
        <p:cNvGrpSpPr/>
        <p:nvPr/>
      </p:nvGrpSpPr>
      <p:grpSpPr>
        <a:xfrm>
          <a:off x="0" y="0"/>
          <a:ext cx="0" cy="0"/>
          <a:chOff x="0" y="0"/>
          <a:chExt cx="0" cy="0"/>
        </a:xfrm>
      </p:grpSpPr>
      <p:grpSp>
        <p:nvGrpSpPr>
          <p:cNvPr id="646" name="Google Shape;646;p22"/>
          <p:cNvGrpSpPr/>
          <p:nvPr/>
        </p:nvGrpSpPr>
        <p:grpSpPr>
          <a:xfrm>
            <a:off x="-1" y="0"/>
            <a:ext cx="9144003" cy="5143501"/>
            <a:chOff x="-1" y="0"/>
            <a:chExt cx="9144003" cy="5143501"/>
          </a:xfrm>
        </p:grpSpPr>
        <p:pic>
          <p:nvPicPr>
            <p:cNvPr id="647" name="Google Shape;647;p22"/>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648" name="Google Shape;648;p22"/>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 name="Google Shape;649;p22"/>
          <p:cNvGrpSpPr/>
          <p:nvPr/>
        </p:nvGrpSpPr>
        <p:grpSpPr>
          <a:xfrm>
            <a:off x="7285898" y="4858985"/>
            <a:ext cx="830894" cy="591536"/>
            <a:chOff x="7088023" y="1297048"/>
            <a:chExt cx="830894" cy="591536"/>
          </a:xfrm>
        </p:grpSpPr>
        <p:sp>
          <p:nvSpPr>
            <p:cNvPr id="650" name="Google Shape;650;p22"/>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2"/>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2"/>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2"/>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2"/>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2"/>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2"/>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2"/>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2"/>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2"/>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2"/>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2"/>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2"/>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2"/>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2"/>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2"/>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2"/>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2"/>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2"/>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2"/>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2"/>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2"/>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2"/>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2"/>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2"/>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2"/>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2"/>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2"/>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2"/>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2"/>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2"/>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2"/>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2"/>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 name="Google Shape;683;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84" name="Google Shape;684;p22"/>
          <p:cNvSpPr txBox="1"/>
          <p:nvPr>
            <p:ph idx="1" type="body"/>
          </p:nvPr>
        </p:nvSpPr>
        <p:spPr>
          <a:xfrm>
            <a:off x="720000" y="1139551"/>
            <a:ext cx="7704000" cy="3813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Nunito Light"/>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grpSp>
        <p:nvGrpSpPr>
          <p:cNvPr id="685" name="Google Shape;685;p22"/>
          <p:cNvGrpSpPr/>
          <p:nvPr/>
        </p:nvGrpSpPr>
        <p:grpSpPr>
          <a:xfrm>
            <a:off x="8430773" y="4706435"/>
            <a:ext cx="830894" cy="591536"/>
            <a:chOff x="7088023" y="1297048"/>
            <a:chExt cx="830894" cy="591536"/>
          </a:xfrm>
        </p:grpSpPr>
        <p:sp>
          <p:nvSpPr>
            <p:cNvPr id="686" name="Google Shape;686;p22"/>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2"/>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2"/>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2"/>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2"/>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2"/>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2"/>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2"/>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2"/>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2"/>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2"/>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2"/>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2"/>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2"/>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2"/>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2"/>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2"/>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2"/>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2"/>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2"/>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2"/>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2"/>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2"/>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2"/>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2"/>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2"/>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2"/>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2"/>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2"/>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2"/>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2"/>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2"/>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2"/>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22"/>
          <p:cNvGrpSpPr/>
          <p:nvPr/>
        </p:nvGrpSpPr>
        <p:grpSpPr>
          <a:xfrm>
            <a:off x="7974198" y="4551960"/>
            <a:ext cx="830894" cy="591536"/>
            <a:chOff x="7088023" y="1297048"/>
            <a:chExt cx="830894" cy="591536"/>
          </a:xfrm>
        </p:grpSpPr>
        <p:sp>
          <p:nvSpPr>
            <p:cNvPr id="720" name="Google Shape;720;p22"/>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2"/>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2"/>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2"/>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2"/>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2"/>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2"/>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2"/>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2"/>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rgbClr val="CB92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2"/>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2"/>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2"/>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2"/>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2"/>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2"/>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2"/>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2"/>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2"/>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2"/>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2"/>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2"/>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2"/>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2"/>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2"/>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2"/>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2"/>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2"/>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2"/>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2"/>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2"/>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2"/>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2"/>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2"/>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 name="Google Shape;753;p22"/>
          <p:cNvGrpSpPr/>
          <p:nvPr/>
        </p:nvGrpSpPr>
        <p:grpSpPr>
          <a:xfrm>
            <a:off x="7784648" y="4769960"/>
            <a:ext cx="830894" cy="591536"/>
            <a:chOff x="7088023" y="1297048"/>
            <a:chExt cx="830894" cy="591536"/>
          </a:xfrm>
        </p:grpSpPr>
        <p:sp>
          <p:nvSpPr>
            <p:cNvPr id="754" name="Google Shape;754;p22"/>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2"/>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2"/>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2"/>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2"/>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2"/>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2"/>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2"/>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2"/>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2"/>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2"/>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2"/>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2"/>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2"/>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2"/>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2"/>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2"/>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2"/>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2"/>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2"/>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2"/>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2"/>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2"/>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2"/>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2"/>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2"/>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2"/>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2"/>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2"/>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2"/>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2"/>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2"/>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2"/>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4_1_1_1">
    <p:spTree>
      <p:nvGrpSpPr>
        <p:cNvPr id="787" name="Shape 787"/>
        <p:cNvGrpSpPr/>
        <p:nvPr/>
      </p:nvGrpSpPr>
      <p:grpSpPr>
        <a:xfrm>
          <a:off x="0" y="0"/>
          <a:ext cx="0" cy="0"/>
          <a:chOff x="0" y="0"/>
          <a:chExt cx="0" cy="0"/>
        </a:xfrm>
      </p:grpSpPr>
      <p:grpSp>
        <p:nvGrpSpPr>
          <p:cNvPr id="788" name="Google Shape;788;p23"/>
          <p:cNvGrpSpPr/>
          <p:nvPr/>
        </p:nvGrpSpPr>
        <p:grpSpPr>
          <a:xfrm>
            <a:off x="-1" y="0"/>
            <a:ext cx="9144003" cy="5143501"/>
            <a:chOff x="-1" y="0"/>
            <a:chExt cx="9144003" cy="5143501"/>
          </a:xfrm>
        </p:grpSpPr>
        <p:pic>
          <p:nvPicPr>
            <p:cNvPr id="789" name="Google Shape;789;p23"/>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790" name="Google Shape;790;p23"/>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 name="Google Shape;791;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92" name="Google Shape;792;p23"/>
          <p:cNvSpPr txBox="1"/>
          <p:nvPr>
            <p:ph idx="1" type="body"/>
          </p:nvPr>
        </p:nvSpPr>
        <p:spPr>
          <a:xfrm>
            <a:off x="720000" y="1215749"/>
            <a:ext cx="7704000" cy="7569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Font typeface="Nunito Light"/>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793" name="Shape 793"/>
        <p:cNvGrpSpPr/>
        <p:nvPr/>
      </p:nvGrpSpPr>
      <p:grpSpPr>
        <a:xfrm>
          <a:off x="0" y="0"/>
          <a:ext cx="0" cy="0"/>
          <a:chOff x="0" y="0"/>
          <a:chExt cx="0" cy="0"/>
        </a:xfrm>
      </p:grpSpPr>
      <p:sp>
        <p:nvSpPr>
          <p:cNvPr id="794" name="Google Shape;794;p24"/>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 name="Google Shape;795;p24"/>
          <p:cNvGrpSpPr/>
          <p:nvPr/>
        </p:nvGrpSpPr>
        <p:grpSpPr>
          <a:xfrm>
            <a:off x="-1" y="0"/>
            <a:ext cx="9144003" cy="5143501"/>
            <a:chOff x="-1" y="0"/>
            <a:chExt cx="9144003" cy="5143501"/>
          </a:xfrm>
        </p:grpSpPr>
        <p:pic>
          <p:nvPicPr>
            <p:cNvPr id="796" name="Google Shape;796;p24"/>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797" name="Google Shape;797;p24"/>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8" name="Google Shape;798;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99" name="Google Shape;799;p24"/>
          <p:cNvSpPr txBox="1"/>
          <p:nvPr>
            <p:ph idx="1" type="subTitle"/>
          </p:nvPr>
        </p:nvSpPr>
        <p:spPr>
          <a:xfrm>
            <a:off x="4923075" y="3209425"/>
            <a:ext cx="2640000" cy="1087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00" name="Google Shape;800;p24"/>
          <p:cNvSpPr txBox="1"/>
          <p:nvPr>
            <p:ph idx="2" type="subTitle"/>
          </p:nvPr>
        </p:nvSpPr>
        <p:spPr>
          <a:xfrm>
            <a:off x="1580900" y="3209425"/>
            <a:ext cx="2640000" cy="1087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01" name="Google Shape;801;p24"/>
          <p:cNvSpPr txBox="1"/>
          <p:nvPr>
            <p:ph idx="3" type="subTitle"/>
          </p:nvPr>
        </p:nvSpPr>
        <p:spPr>
          <a:xfrm>
            <a:off x="1580911" y="2726725"/>
            <a:ext cx="2640000" cy="558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02" name="Google Shape;802;p24"/>
          <p:cNvSpPr txBox="1"/>
          <p:nvPr>
            <p:ph idx="4" type="subTitle"/>
          </p:nvPr>
        </p:nvSpPr>
        <p:spPr>
          <a:xfrm>
            <a:off x="4923089" y="2726725"/>
            <a:ext cx="2640000" cy="558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803" name="Shape 803"/>
        <p:cNvGrpSpPr/>
        <p:nvPr/>
      </p:nvGrpSpPr>
      <p:grpSpPr>
        <a:xfrm>
          <a:off x="0" y="0"/>
          <a:ext cx="0" cy="0"/>
          <a:chOff x="0" y="0"/>
          <a:chExt cx="0" cy="0"/>
        </a:xfrm>
      </p:grpSpPr>
      <p:grpSp>
        <p:nvGrpSpPr>
          <p:cNvPr id="804" name="Google Shape;804;p25"/>
          <p:cNvGrpSpPr/>
          <p:nvPr/>
        </p:nvGrpSpPr>
        <p:grpSpPr>
          <a:xfrm>
            <a:off x="-1" y="0"/>
            <a:ext cx="9144003" cy="5143501"/>
            <a:chOff x="-1" y="0"/>
            <a:chExt cx="9144003" cy="5143501"/>
          </a:xfrm>
        </p:grpSpPr>
        <p:pic>
          <p:nvPicPr>
            <p:cNvPr id="805" name="Google Shape;805;p25"/>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806" name="Google Shape;806;p25"/>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 name="Google Shape;807;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08" name="Google Shape;808;p25"/>
          <p:cNvSpPr txBox="1"/>
          <p:nvPr>
            <p:ph idx="1" type="subTitle"/>
          </p:nvPr>
        </p:nvSpPr>
        <p:spPr>
          <a:xfrm>
            <a:off x="4832076" y="1820025"/>
            <a:ext cx="3254100" cy="1865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09" name="Google Shape;809;p25"/>
          <p:cNvSpPr txBox="1"/>
          <p:nvPr>
            <p:ph idx="2" type="subTitle"/>
          </p:nvPr>
        </p:nvSpPr>
        <p:spPr>
          <a:xfrm>
            <a:off x="1057900" y="1820025"/>
            <a:ext cx="3254100" cy="1865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810" name="Shape 810"/>
        <p:cNvGrpSpPr/>
        <p:nvPr/>
      </p:nvGrpSpPr>
      <p:grpSpPr>
        <a:xfrm>
          <a:off x="0" y="0"/>
          <a:ext cx="0" cy="0"/>
          <a:chOff x="0" y="0"/>
          <a:chExt cx="0" cy="0"/>
        </a:xfrm>
      </p:grpSpPr>
      <p:grpSp>
        <p:nvGrpSpPr>
          <p:cNvPr id="811" name="Google Shape;811;p26"/>
          <p:cNvGrpSpPr/>
          <p:nvPr/>
        </p:nvGrpSpPr>
        <p:grpSpPr>
          <a:xfrm>
            <a:off x="-1" y="0"/>
            <a:ext cx="9144003" cy="5143501"/>
            <a:chOff x="-1" y="0"/>
            <a:chExt cx="9144003" cy="5143501"/>
          </a:xfrm>
        </p:grpSpPr>
        <p:pic>
          <p:nvPicPr>
            <p:cNvPr id="812" name="Google Shape;812;p26"/>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813" name="Google Shape;813;p26"/>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 name="Google Shape;814;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15" name="Google Shape;815;p26"/>
          <p:cNvSpPr txBox="1"/>
          <p:nvPr>
            <p:ph idx="1" type="subTitle"/>
          </p:nvPr>
        </p:nvSpPr>
        <p:spPr>
          <a:xfrm>
            <a:off x="937625" y="3210350"/>
            <a:ext cx="2175300" cy="1015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16" name="Google Shape;816;p26"/>
          <p:cNvSpPr txBox="1"/>
          <p:nvPr>
            <p:ph idx="2" type="subTitle"/>
          </p:nvPr>
        </p:nvSpPr>
        <p:spPr>
          <a:xfrm>
            <a:off x="3484350" y="3210350"/>
            <a:ext cx="2175300" cy="1015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17" name="Google Shape;817;p26"/>
          <p:cNvSpPr txBox="1"/>
          <p:nvPr>
            <p:ph idx="3" type="subTitle"/>
          </p:nvPr>
        </p:nvSpPr>
        <p:spPr>
          <a:xfrm>
            <a:off x="6031075" y="3210350"/>
            <a:ext cx="2175300" cy="1015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18" name="Google Shape;818;p26"/>
          <p:cNvSpPr txBox="1"/>
          <p:nvPr>
            <p:ph idx="4" type="subTitle"/>
          </p:nvPr>
        </p:nvSpPr>
        <p:spPr>
          <a:xfrm>
            <a:off x="937625" y="2635280"/>
            <a:ext cx="2175300" cy="660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19" name="Google Shape;819;p26"/>
          <p:cNvSpPr txBox="1"/>
          <p:nvPr>
            <p:ph idx="5" type="subTitle"/>
          </p:nvPr>
        </p:nvSpPr>
        <p:spPr>
          <a:xfrm>
            <a:off x="3484350" y="2635280"/>
            <a:ext cx="2175300" cy="660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20" name="Google Shape;820;p26"/>
          <p:cNvSpPr txBox="1"/>
          <p:nvPr>
            <p:ph idx="6" type="subTitle"/>
          </p:nvPr>
        </p:nvSpPr>
        <p:spPr>
          <a:xfrm>
            <a:off x="6031075" y="2635280"/>
            <a:ext cx="2175300" cy="660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821" name="Shape 821"/>
        <p:cNvGrpSpPr/>
        <p:nvPr/>
      </p:nvGrpSpPr>
      <p:grpSpPr>
        <a:xfrm>
          <a:off x="0" y="0"/>
          <a:ext cx="0" cy="0"/>
          <a:chOff x="0" y="0"/>
          <a:chExt cx="0" cy="0"/>
        </a:xfrm>
      </p:grpSpPr>
      <p:grpSp>
        <p:nvGrpSpPr>
          <p:cNvPr id="822" name="Google Shape;822;p27"/>
          <p:cNvGrpSpPr/>
          <p:nvPr/>
        </p:nvGrpSpPr>
        <p:grpSpPr>
          <a:xfrm>
            <a:off x="-1" y="0"/>
            <a:ext cx="9144003" cy="5143501"/>
            <a:chOff x="-1" y="0"/>
            <a:chExt cx="9144003" cy="5143501"/>
          </a:xfrm>
        </p:grpSpPr>
        <p:pic>
          <p:nvPicPr>
            <p:cNvPr id="823" name="Google Shape;823;p27"/>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824" name="Google Shape;824;p27"/>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 name="Google Shape;825;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26" name="Google Shape;826;p27"/>
          <p:cNvSpPr txBox="1"/>
          <p:nvPr>
            <p:ph idx="1" type="subTitle"/>
          </p:nvPr>
        </p:nvSpPr>
        <p:spPr>
          <a:xfrm>
            <a:off x="3721701" y="1413500"/>
            <a:ext cx="4601700" cy="5028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27" name="Google Shape;827;p27"/>
          <p:cNvSpPr txBox="1"/>
          <p:nvPr>
            <p:ph idx="2" type="subTitle"/>
          </p:nvPr>
        </p:nvSpPr>
        <p:spPr>
          <a:xfrm>
            <a:off x="3721701" y="2268667"/>
            <a:ext cx="4601700" cy="5028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28" name="Google Shape;828;p27"/>
          <p:cNvSpPr txBox="1"/>
          <p:nvPr>
            <p:ph idx="3" type="subTitle"/>
          </p:nvPr>
        </p:nvSpPr>
        <p:spPr>
          <a:xfrm>
            <a:off x="3721701" y="3123833"/>
            <a:ext cx="4601700" cy="5028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29" name="Google Shape;829;p27"/>
          <p:cNvSpPr txBox="1"/>
          <p:nvPr>
            <p:ph idx="4" type="subTitle"/>
          </p:nvPr>
        </p:nvSpPr>
        <p:spPr>
          <a:xfrm>
            <a:off x="3721701" y="3979000"/>
            <a:ext cx="4601700" cy="5028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30" name="Google Shape;830;p27"/>
          <p:cNvSpPr txBox="1"/>
          <p:nvPr>
            <p:ph idx="5" type="subTitle"/>
          </p:nvPr>
        </p:nvSpPr>
        <p:spPr>
          <a:xfrm>
            <a:off x="2252125" y="1413500"/>
            <a:ext cx="1469700" cy="505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31" name="Google Shape;831;p27"/>
          <p:cNvSpPr txBox="1"/>
          <p:nvPr>
            <p:ph idx="6" type="subTitle"/>
          </p:nvPr>
        </p:nvSpPr>
        <p:spPr>
          <a:xfrm>
            <a:off x="2252125" y="3123833"/>
            <a:ext cx="1469700" cy="505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32" name="Google Shape;832;p27"/>
          <p:cNvSpPr txBox="1"/>
          <p:nvPr>
            <p:ph idx="7" type="subTitle"/>
          </p:nvPr>
        </p:nvSpPr>
        <p:spPr>
          <a:xfrm>
            <a:off x="2252125" y="2268667"/>
            <a:ext cx="1469700" cy="505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33" name="Google Shape;833;p27"/>
          <p:cNvSpPr txBox="1"/>
          <p:nvPr>
            <p:ph idx="8" type="subTitle"/>
          </p:nvPr>
        </p:nvSpPr>
        <p:spPr>
          <a:xfrm>
            <a:off x="2252125" y="3977650"/>
            <a:ext cx="1469700" cy="505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834" name="Shape 834"/>
        <p:cNvGrpSpPr/>
        <p:nvPr/>
      </p:nvGrpSpPr>
      <p:grpSpPr>
        <a:xfrm>
          <a:off x="0" y="0"/>
          <a:ext cx="0" cy="0"/>
          <a:chOff x="0" y="0"/>
          <a:chExt cx="0" cy="0"/>
        </a:xfrm>
      </p:grpSpPr>
      <p:grpSp>
        <p:nvGrpSpPr>
          <p:cNvPr id="835" name="Google Shape;835;p28"/>
          <p:cNvGrpSpPr/>
          <p:nvPr/>
        </p:nvGrpSpPr>
        <p:grpSpPr>
          <a:xfrm>
            <a:off x="-1" y="0"/>
            <a:ext cx="9144003" cy="5143501"/>
            <a:chOff x="-1" y="0"/>
            <a:chExt cx="9144003" cy="5143501"/>
          </a:xfrm>
        </p:grpSpPr>
        <p:pic>
          <p:nvPicPr>
            <p:cNvPr id="836" name="Google Shape;836;p28"/>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837" name="Google Shape;837;p28"/>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 name="Google Shape;838;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39" name="Google Shape;839;p28"/>
          <p:cNvSpPr txBox="1"/>
          <p:nvPr>
            <p:ph idx="1" type="subTitle"/>
          </p:nvPr>
        </p:nvSpPr>
        <p:spPr>
          <a:xfrm>
            <a:off x="1109152" y="2225400"/>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40" name="Google Shape;840;p28"/>
          <p:cNvSpPr txBox="1"/>
          <p:nvPr>
            <p:ph idx="2" type="subTitle"/>
          </p:nvPr>
        </p:nvSpPr>
        <p:spPr>
          <a:xfrm>
            <a:off x="3579000" y="2225400"/>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41" name="Google Shape;841;p28"/>
          <p:cNvSpPr txBox="1"/>
          <p:nvPr>
            <p:ph idx="3" type="subTitle"/>
          </p:nvPr>
        </p:nvSpPr>
        <p:spPr>
          <a:xfrm>
            <a:off x="1109152" y="3960425"/>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42" name="Google Shape;842;p28"/>
          <p:cNvSpPr txBox="1"/>
          <p:nvPr>
            <p:ph idx="4" type="subTitle"/>
          </p:nvPr>
        </p:nvSpPr>
        <p:spPr>
          <a:xfrm>
            <a:off x="3579000" y="3960425"/>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43" name="Google Shape;843;p28"/>
          <p:cNvSpPr txBox="1"/>
          <p:nvPr>
            <p:ph idx="5" type="subTitle"/>
          </p:nvPr>
        </p:nvSpPr>
        <p:spPr>
          <a:xfrm>
            <a:off x="6048848" y="2225400"/>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44" name="Google Shape;844;p28"/>
          <p:cNvSpPr txBox="1"/>
          <p:nvPr>
            <p:ph idx="6" type="subTitle"/>
          </p:nvPr>
        </p:nvSpPr>
        <p:spPr>
          <a:xfrm>
            <a:off x="6048848" y="3960425"/>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45" name="Google Shape;845;p28"/>
          <p:cNvSpPr txBox="1"/>
          <p:nvPr>
            <p:ph idx="7" type="subTitle"/>
          </p:nvPr>
        </p:nvSpPr>
        <p:spPr>
          <a:xfrm>
            <a:off x="1113052" y="1885199"/>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46" name="Google Shape;846;p28"/>
          <p:cNvSpPr txBox="1"/>
          <p:nvPr>
            <p:ph idx="8" type="subTitle"/>
          </p:nvPr>
        </p:nvSpPr>
        <p:spPr>
          <a:xfrm>
            <a:off x="3582900" y="1885199"/>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47" name="Google Shape;847;p28"/>
          <p:cNvSpPr txBox="1"/>
          <p:nvPr>
            <p:ph idx="9" type="subTitle"/>
          </p:nvPr>
        </p:nvSpPr>
        <p:spPr>
          <a:xfrm>
            <a:off x="6052748" y="1885199"/>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48" name="Google Shape;848;p28"/>
          <p:cNvSpPr txBox="1"/>
          <p:nvPr>
            <p:ph idx="13" type="subTitle"/>
          </p:nvPr>
        </p:nvSpPr>
        <p:spPr>
          <a:xfrm>
            <a:off x="1113052" y="3620200"/>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49" name="Google Shape;849;p28"/>
          <p:cNvSpPr txBox="1"/>
          <p:nvPr>
            <p:ph idx="14" type="subTitle"/>
          </p:nvPr>
        </p:nvSpPr>
        <p:spPr>
          <a:xfrm>
            <a:off x="3582900" y="3620200"/>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50" name="Google Shape;850;p28"/>
          <p:cNvSpPr txBox="1"/>
          <p:nvPr>
            <p:ph idx="15" type="subTitle"/>
          </p:nvPr>
        </p:nvSpPr>
        <p:spPr>
          <a:xfrm>
            <a:off x="6052748" y="3620200"/>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851" name="Shape 851"/>
        <p:cNvGrpSpPr/>
        <p:nvPr/>
      </p:nvGrpSpPr>
      <p:grpSpPr>
        <a:xfrm>
          <a:off x="0" y="0"/>
          <a:ext cx="0" cy="0"/>
          <a:chOff x="0" y="0"/>
          <a:chExt cx="0" cy="0"/>
        </a:xfrm>
      </p:grpSpPr>
      <p:grpSp>
        <p:nvGrpSpPr>
          <p:cNvPr id="852" name="Google Shape;852;p29"/>
          <p:cNvGrpSpPr/>
          <p:nvPr/>
        </p:nvGrpSpPr>
        <p:grpSpPr>
          <a:xfrm>
            <a:off x="-1" y="0"/>
            <a:ext cx="9144003" cy="5143501"/>
            <a:chOff x="-1" y="0"/>
            <a:chExt cx="9144003" cy="5143501"/>
          </a:xfrm>
        </p:grpSpPr>
        <p:pic>
          <p:nvPicPr>
            <p:cNvPr id="853" name="Google Shape;853;p29"/>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854" name="Google Shape;854;p29"/>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 name="Google Shape;855;p29"/>
          <p:cNvSpPr txBox="1"/>
          <p:nvPr>
            <p:ph hasCustomPrompt="1" type="title"/>
          </p:nvPr>
        </p:nvSpPr>
        <p:spPr>
          <a:xfrm>
            <a:off x="713225" y="1344788"/>
            <a:ext cx="34989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solidFill>
                  <a:schemeClr val="accen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856" name="Google Shape;856;p29"/>
          <p:cNvSpPr txBox="1"/>
          <p:nvPr>
            <p:ph idx="1" type="subTitle"/>
          </p:nvPr>
        </p:nvSpPr>
        <p:spPr>
          <a:xfrm>
            <a:off x="713225" y="2080763"/>
            <a:ext cx="3498900" cy="365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857" name="Google Shape;857;p29"/>
          <p:cNvSpPr txBox="1"/>
          <p:nvPr>
            <p:ph hasCustomPrompt="1" idx="2" type="title"/>
          </p:nvPr>
        </p:nvSpPr>
        <p:spPr>
          <a:xfrm>
            <a:off x="2822550" y="2697050"/>
            <a:ext cx="34989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solidFill>
                  <a:schemeClr val="accen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858" name="Google Shape;858;p29"/>
          <p:cNvSpPr txBox="1"/>
          <p:nvPr>
            <p:ph idx="3" type="subTitle"/>
          </p:nvPr>
        </p:nvSpPr>
        <p:spPr>
          <a:xfrm>
            <a:off x="2822500" y="3433025"/>
            <a:ext cx="3498900" cy="365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859" name="Google Shape;859;p29"/>
          <p:cNvSpPr txBox="1"/>
          <p:nvPr>
            <p:ph hasCustomPrompt="1" idx="4" type="title"/>
          </p:nvPr>
        </p:nvSpPr>
        <p:spPr>
          <a:xfrm>
            <a:off x="4931875" y="1344787"/>
            <a:ext cx="34989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solidFill>
                  <a:schemeClr val="accen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860" name="Google Shape;860;p29"/>
          <p:cNvSpPr txBox="1"/>
          <p:nvPr>
            <p:ph idx="5" type="subTitle"/>
          </p:nvPr>
        </p:nvSpPr>
        <p:spPr>
          <a:xfrm>
            <a:off x="4931875" y="2080762"/>
            <a:ext cx="3498900" cy="365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8_1">
    <p:spTree>
      <p:nvGrpSpPr>
        <p:cNvPr id="861" name="Shape 861"/>
        <p:cNvGrpSpPr/>
        <p:nvPr/>
      </p:nvGrpSpPr>
      <p:grpSpPr>
        <a:xfrm>
          <a:off x="0" y="0"/>
          <a:ext cx="0" cy="0"/>
          <a:chOff x="0" y="0"/>
          <a:chExt cx="0" cy="0"/>
        </a:xfrm>
      </p:grpSpPr>
      <p:grpSp>
        <p:nvGrpSpPr>
          <p:cNvPr id="862" name="Google Shape;862;p30"/>
          <p:cNvGrpSpPr/>
          <p:nvPr/>
        </p:nvGrpSpPr>
        <p:grpSpPr>
          <a:xfrm>
            <a:off x="-1" y="0"/>
            <a:ext cx="9144003" cy="5143501"/>
            <a:chOff x="-1" y="0"/>
            <a:chExt cx="9144003" cy="5143501"/>
          </a:xfrm>
        </p:grpSpPr>
        <p:pic>
          <p:nvPicPr>
            <p:cNvPr id="863" name="Google Shape;863;p30"/>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864" name="Google Shape;864;p30"/>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 name="Google Shape;865;p30"/>
          <p:cNvSpPr txBox="1"/>
          <p:nvPr>
            <p:ph hasCustomPrompt="1" type="title"/>
          </p:nvPr>
        </p:nvSpPr>
        <p:spPr>
          <a:xfrm>
            <a:off x="1084900" y="1649175"/>
            <a:ext cx="2847000" cy="6252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6000">
                <a:solidFill>
                  <a:schemeClr val="accen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866" name="Google Shape;866;p30"/>
          <p:cNvSpPr txBox="1"/>
          <p:nvPr>
            <p:ph idx="1" type="subTitle"/>
          </p:nvPr>
        </p:nvSpPr>
        <p:spPr>
          <a:xfrm>
            <a:off x="1084900" y="3398651"/>
            <a:ext cx="2847000" cy="856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867" name="Google Shape;867;p30"/>
          <p:cNvSpPr txBox="1"/>
          <p:nvPr>
            <p:ph idx="2" type="subTitle"/>
          </p:nvPr>
        </p:nvSpPr>
        <p:spPr>
          <a:xfrm>
            <a:off x="1084890" y="3042766"/>
            <a:ext cx="2847000" cy="4404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2400">
                <a:solidFill>
                  <a:schemeClr val="dk1"/>
                </a:solidFill>
                <a:latin typeface="Lilita One"/>
                <a:ea typeface="Lilita One"/>
                <a:cs typeface="Lilita One"/>
                <a:sym typeface="Lilita On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68" name="Google Shape;868;p30"/>
          <p:cNvSpPr txBox="1"/>
          <p:nvPr>
            <p:ph hasCustomPrompt="1" idx="3" type="title"/>
          </p:nvPr>
        </p:nvSpPr>
        <p:spPr>
          <a:xfrm>
            <a:off x="5161975" y="1652675"/>
            <a:ext cx="2847000" cy="6180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6000">
                <a:solidFill>
                  <a:schemeClr val="accen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869" name="Google Shape;869;p30"/>
          <p:cNvSpPr txBox="1"/>
          <p:nvPr>
            <p:ph idx="4" type="subTitle"/>
          </p:nvPr>
        </p:nvSpPr>
        <p:spPr>
          <a:xfrm>
            <a:off x="5161979" y="3398660"/>
            <a:ext cx="2847000" cy="856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870" name="Google Shape;870;p30"/>
          <p:cNvSpPr txBox="1"/>
          <p:nvPr>
            <p:ph idx="5" type="subTitle"/>
          </p:nvPr>
        </p:nvSpPr>
        <p:spPr>
          <a:xfrm>
            <a:off x="5161976" y="3042775"/>
            <a:ext cx="2847000" cy="4404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2400">
                <a:solidFill>
                  <a:schemeClr val="dk1"/>
                </a:solidFill>
                <a:latin typeface="Lilita One"/>
                <a:ea typeface="Lilita One"/>
                <a:cs typeface="Lilita One"/>
                <a:sym typeface="Lilita On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71" name="Google Shape;871;p30"/>
          <p:cNvSpPr txBox="1"/>
          <p:nvPr>
            <p:ph idx="6"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872" name="Shape 872"/>
        <p:cNvGrpSpPr/>
        <p:nvPr/>
      </p:nvGrpSpPr>
      <p:grpSpPr>
        <a:xfrm>
          <a:off x="0" y="0"/>
          <a:ext cx="0" cy="0"/>
          <a:chOff x="0" y="0"/>
          <a:chExt cx="0" cy="0"/>
        </a:xfrm>
      </p:grpSpPr>
      <p:grpSp>
        <p:nvGrpSpPr>
          <p:cNvPr id="873" name="Google Shape;873;p31"/>
          <p:cNvGrpSpPr/>
          <p:nvPr/>
        </p:nvGrpSpPr>
        <p:grpSpPr>
          <a:xfrm>
            <a:off x="-1" y="0"/>
            <a:ext cx="9144003" cy="5143501"/>
            <a:chOff x="-1" y="0"/>
            <a:chExt cx="9144003" cy="5143501"/>
          </a:xfrm>
        </p:grpSpPr>
        <p:pic>
          <p:nvPicPr>
            <p:cNvPr id="874" name="Google Shape;874;p31"/>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875" name="Google Shape;875;p31"/>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 name="Google Shape;876;p31"/>
          <p:cNvSpPr txBox="1"/>
          <p:nvPr>
            <p:ph type="title"/>
          </p:nvPr>
        </p:nvSpPr>
        <p:spPr>
          <a:xfrm>
            <a:off x="1726098" y="677525"/>
            <a:ext cx="56919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sz="72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77" name="Google Shape;877;p31"/>
          <p:cNvSpPr txBox="1"/>
          <p:nvPr>
            <p:ph idx="1" type="subTitle"/>
          </p:nvPr>
        </p:nvSpPr>
        <p:spPr>
          <a:xfrm>
            <a:off x="1726050" y="1841450"/>
            <a:ext cx="5691900" cy="105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78" name="Google Shape;878;p31"/>
          <p:cNvSpPr txBox="1"/>
          <p:nvPr/>
        </p:nvSpPr>
        <p:spPr>
          <a:xfrm>
            <a:off x="1726050" y="3611950"/>
            <a:ext cx="5691900" cy="556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300"/>
              </a:spcBef>
              <a:spcAft>
                <a:spcPts val="0"/>
              </a:spcAft>
              <a:buNone/>
            </a:pPr>
            <a:r>
              <a:rPr b="1" lang="en">
                <a:solidFill>
                  <a:schemeClr val="dk1"/>
                </a:solidFill>
                <a:latin typeface="Lato"/>
                <a:ea typeface="Lato"/>
                <a:cs typeface="Lato"/>
                <a:sym typeface="Lato"/>
              </a:rPr>
              <a:t>CREDITS:</a:t>
            </a:r>
            <a:r>
              <a:rPr lang="en">
                <a:solidFill>
                  <a:schemeClr val="dk1"/>
                </a:solidFill>
                <a:latin typeface="Lato"/>
                <a:ea typeface="Lato"/>
                <a:cs typeface="Lato"/>
                <a:sym typeface="Lato"/>
              </a:rPr>
              <a:t> This presentation template was created by </a:t>
            </a:r>
            <a:r>
              <a:rPr b="1" lang="en" u="sng">
                <a:solidFill>
                  <a:schemeClr val="hlink"/>
                </a:solidFill>
                <a:latin typeface="Lato"/>
                <a:ea typeface="Lato"/>
                <a:cs typeface="Lato"/>
                <a:sym typeface="Lato"/>
                <a:hlinkClick r:id="rId3"/>
              </a:rPr>
              <a:t>Slidesgo</a:t>
            </a:r>
            <a:r>
              <a:rPr lang="en">
                <a:solidFill>
                  <a:schemeClr val="dk1"/>
                </a:solidFill>
                <a:latin typeface="Lato"/>
                <a:ea typeface="Lato"/>
                <a:cs typeface="Lato"/>
                <a:sym typeface="Lato"/>
              </a:rPr>
              <a:t>, and includes icons by </a:t>
            </a:r>
            <a:r>
              <a:rPr b="1" lang="en" u="sng">
                <a:solidFill>
                  <a:schemeClr val="dk1"/>
                </a:solidFill>
                <a:latin typeface="Lato"/>
                <a:ea typeface="Lato"/>
                <a:cs typeface="Lato"/>
                <a:sym typeface="Lato"/>
                <a:hlinkClick r:id="rId4">
                  <a:extLst>
                    <a:ext uri="{A12FA001-AC4F-418D-AE19-62706E023703}">
                      <ahyp:hlinkClr val="tx"/>
                    </a:ext>
                  </a:extLst>
                </a:hlinkClick>
              </a:rPr>
              <a:t>Flaticon</a:t>
            </a:r>
            <a:r>
              <a:rPr lang="en">
                <a:solidFill>
                  <a:schemeClr val="dk1"/>
                </a:solidFill>
                <a:latin typeface="Lato"/>
                <a:ea typeface="Lato"/>
                <a:cs typeface="Lato"/>
                <a:sym typeface="Lato"/>
              </a:rPr>
              <a:t>, and infographics &amp; images by </a:t>
            </a:r>
            <a:r>
              <a:rPr b="1" lang="en" u="sng">
                <a:solidFill>
                  <a:schemeClr val="dk1"/>
                </a:solidFill>
                <a:latin typeface="Lato"/>
                <a:ea typeface="Lato"/>
                <a:cs typeface="Lato"/>
                <a:sym typeface="Lato"/>
                <a:hlinkClick r:id="rId5">
                  <a:extLst>
                    <a:ext uri="{A12FA001-AC4F-418D-AE19-62706E023703}">
                      <ahyp:hlinkClr val="tx"/>
                    </a:ext>
                  </a:extLst>
                </a:hlinkClick>
              </a:rPr>
              <a:t>Freepik</a:t>
            </a:r>
            <a:r>
              <a:rPr lang="en" u="sng">
                <a:solidFill>
                  <a:schemeClr val="dk1"/>
                </a:solidFill>
                <a:latin typeface="Lato"/>
                <a:ea typeface="Lato"/>
                <a:cs typeface="Lato"/>
                <a:sym typeface="Lato"/>
              </a:rPr>
              <a:t> </a:t>
            </a:r>
            <a:endParaRPr b="1" u="sng">
              <a:solidFill>
                <a:schemeClr val="dk1"/>
              </a:solidFill>
              <a:latin typeface="Lato"/>
              <a:ea typeface="Lato"/>
              <a:cs typeface="Lato"/>
              <a:sym typeface="Lato"/>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879" name="Shape 879"/>
        <p:cNvGrpSpPr/>
        <p:nvPr/>
      </p:nvGrpSpPr>
      <p:grpSpPr>
        <a:xfrm>
          <a:off x="0" y="0"/>
          <a:ext cx="0" cy="0"/>
          <a:chOff x="0" y="0"/>
          <a:chExt cx="0" cy="0"/>
        </a:xfrm>
      </p:grpSpPr>
      <p:grpSp>
        <p:nvGrpSpPr>
          <p:cNvPr id="880" name="Google Shape;880;p32"/>
          <p:cNvGrpSpPr/>
          <p:nvPr/>
        </p:nvGrpSpPr>
        <p:grpSpPr>
          <a:xfrm>
            <a:off x="-1" y="0"/>
            <a:ext cx="9144003" cy="5143501"/>
            <a:chOff x="-1" y="0"/>
            <a:chExt cx="9144003" cy="5143501"/>
          </a:xfrm>
        </p:grpSpPr>
        <p:pic>
          <p:nvPicPr>
            <p:cNvPr id="881" name="Google Shape;881;p32"/>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882" name="Google Shape;882;p32"/>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 name="Google Shape;883;p32"/>
          <p:cNvGrpSpPr/>
          <p:nvPr/>
        </p:nvGrpSpPr>
        <p:grpSpPr>
          <a:xfrm>
            <a:off x="7713631" y="3328771"/>
            <a:ext cx="1434302" cy="1814741"/>
            <a:chOff x="5463329" y="1017765"/>
            <a:chExt cx="2503144" cy="3167087"/>
          </a:xfrm>
        </p:grpSpPr>
        <p:sp>
          <p:nvSpPr>
            <p:cNvPr id="884" name="Google Shape;884;p32"/>
            <p:cNvSpPr/>
            <p:nvPr/>
          </p:nvSpPr>
          <p:spPr>
            <a:xfrm>
              <a:off x="7358759" y="1017765"/>
              <a:ext cx="143631" cy="50200"/>
            </a:xfrm>
            <a:custGeom>
              <a:rect b="b" l="l" r="r" t="t"/>
              <a:pathLst>
                <a:path extrusionOk="0" h="425" w="1216">
                  <a:moveTo>
                    <a:pt x="27" y="321"/>
                  </a:moveTo>
                  <a:cubicBezTo>
                    <a:pt x="18" y="325"/>
                    <a:pt x="9" y="330"/>
                    <a:pt x="0" y="337"/>
                  </a:cubicBezTo>
                  <a:lnTo>
                    <a:pt x="27" y="321"/>
                  </a:lnTo>
                  <a:close/>
                  <a:moveTo>
                    <a:pt x="671" y="0"/>
                  </a:moveTo>
                  <a:cubicBezTo>
                    <a:pt x="649" y="6"/>
                    <a:pt x="631" y="6"/>
                    <a:pt x="615" y="11"/>
                  </a:cubicBezTo>
                  <a:cubicBezTo>
                    <a:pt x="588" y="16"/>
                    <a:pt x="566" y="21"/>
                    <a:pt x="544" y="33"/>
                  </a:cubicBezTo>
                  <a:cubicBezTo>
                    <a:pt x="533" y="38"/>
                    <a:pt x="533" y="38"/>
                    <a:pt x="526" y="38"/>
                  </a:cubicBezTo>
                  <a:cubicBezTo>
                    <a:pt x="504" y="49"/>
                    <a:pt x="477" y="60"/>
                    <a:pt x="455" y="71"/>
                  </a:cubicBezTo>
                  <a:lnTo>
                    <a:pt x="27" y="321"/>
                  </a:lnTo>
                  <a:lnTo>
                    <a:pt x="27" y="321"/>
                  </a:lnTo>
                  <a:cubicBezTo>
                    <a:pt x="41" y="315"/>
                    <a:pt x="55" y="310"/>
                    <a:pt x="73" y="304"/>
                  </a:cubicBezTo>
                  <a:cubicBezTo>
                    <a:pt x="78" y="304"/>
                    <a:pt x="78" y="299"/>
                    <a:pt x="83" y="299"/>
                  </a:cubicBezTo>
                  <a:cubicBezTo>
                    <a:pt x="141" y="298"/>
                    <a:pt x="168" y="291"/>
                    <a:pt x="190" y="285"/>
                  </a:cubicBezTo>
                  <a:cubicBezTo>
                    <a:pt x="217" y="280"/>
                    <a:pt x="245" y="275"/>
                    <a:pt x="267" y="275"/>
                  </a:cubicBezTo>
                  <a:lnTo>
                    <a:pt x="284" y="275"/>
                  </a:lnTo>
                  <a:cubicBezTo>
                    <a:pt x="311" y="275"/>
                    <a:pt x="334" y="275"/>
                    <a:pt x="362" y="280"/>
                  </a:cubicBezTo>
                  <a:lnTo>
                    <a:pt x="372" y="280"/>
                  </a:lnTo>
                  <a:cubicBezTo>
                    <a:pt x="399" y="285"/>
                    <a:pt x="427" y="291"/>
                    <a:pt x="456" y="298"/>
                  </a:cubicBezTo>
                  <a:cubicBezTo>
                    <a:pt x="461" y="298"/>
                    <a:pt x="461" y="302"/>
                    <a:pt x="466" y="302"/>
                  </a:cubicBezTo>
                  <a:cubicBezTo>
                    <a:pt x="494" y="307"/>
                    <a:pt x="528" y="320"/>
                    <a:pt x="555" y="330"/>
                  </a:cubicBezTo>
                  <a:cubicBezTo>
                    <a:pt x="594" y="341"/>
                    <a:pt x="623" y="358"/>
                    <a:pt x="655" y="369"/>
                  </a:cubicBezTo>
                  <a:cubicBezTo>
                    <a:pt x="694" y="391"/>
                    <a:pt x="727" y="409"/>
                    <a:pt x="761" y="425"/>
                  </a:cubicBezTo>
                  <a:lnTo>
                    <a:pt x="1215" y="159"/>
                  </a:lnTo>
                  <a:cubicBezTo>
                    <a:pt x="1205" y="153"/>
                    <a:pt x="1193" y="148"/>
                    <a:pt x="1183" y="142"/>
                  </a:cubicBezTo>
                  <a:cubicBezTo>
                    <a:pt x="1165" y="131"/>
                    <a:pt x="1155" y="124"/>
                    <a:pt x="1138" y="119"/>
                  </a:cubicBezTo>
                  <a:cubicBezTo>
                    <a:pt x="1127" y="115"/>
                    <a:pt x="1121" y="108"/>
                    <a:pt x="1111" y="108"/>
                  </a:cubicBezTo>
                  <a:cubicBezTo>
                    <a:pt x="1100" y="103"/>
                    <a:pt x="1094" y="103"/>
                    <a:pt x="1094" y="98"/>
                  </a:cubicBezTo>
                  <a:cubicBezTo>
                    <a:pt x="1076" y="93"/>
                    <a:pt x="1066" y="87"/>
                    <a:pt x="1049" y="81"/>
                  </a:cubicBezTo>
                  <a:cubicBezTo>
                    <a:pt x="1032" y="76"/>
                    <a:pt x="1022" y="71"/>
                    <a:pt x="1005" y="64"/>
                  </a:cubicBezTo>
                  <a:cubicBezTo>
                    <a:pt x="982" y="59"/>
                    <a:pt x="971" y="54"/>
                    <a:pt x="960" y="48"/>
                  </a:cubicBezTo>
                  <a:cubicBezTo>
                    <a:pt x="943" y="42"/>
                    <a:pt x="933" y="37"/>
                    <a:pt x="916" y="37"/>
                  </a:cubicBezTo>
                  <a:cubicBezTo>
                    <a:pt x="911" y="37"/>
                    <a:pt x="905" y="32"/>
                    <a:pt x="898" y="32"/>
                  </a:cubicBezTo>
                  <a:cubicBezTo>
                    <a:pt x="893" y="32"/>
                    <a:pt x="893" y="32"/>
                    <a:pt x="888" y="27"/>
                  </a:cubicBezTo>
                  <a:cubicBezTo>
                    <a:pt x="882" y="21"/>
                    <a:pt x="877" y="21"/>
                    <a:pt x="871" y="21"/>
                  </a:cubicBezTo>
                  <a:cubicBezTo>
                    <a:pt x="854" y="16"/>
                    <a:pt x="838" y="16"/>
                    <a:pt x="827" y="11"/>
                  </a:cubicBezTo>
                  <a:cubicBezTo>
                    <a:pt x="816" y="11"/>
                    <a:pt x="809" y="6"/>
                    <a:pt x="804" y="6"/>
                  </a:cubicBezTo>
                  <a:lnTo>
                    <a:pt x="777" y="6"/>
                  </a:lnTo>
                  <a:cubicBezTo>
                    <a:pt x="760" y="0"/>
                    <a:pt x="744" y="0"/>
                    <a:pt x="72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 name="Google Shape;885;p32"/>
            <p:cNvGrpSpPr/>
            <p:nvPr/>
          </p:nvGrpSpPr>
          <p:grpSpPr>
            <a:xfrm>
              <a:off x="5463329" y="1034537"/>
              <a:ext cx="2503144" cy="3150314"/>
              <a:chOff x="5463329" y="1034537"/>
              <a:chExt cx="2503144" cy="3150314"/>
            </a:xfrm>
          </p:grpSpPr>
          <p:sp>
            <p:nvSpPr>
              <p:cNvPr id="886" name="Google Shape;886;p32"/>
              <p:cNvSpPr/>
              <p:nvPr/>
            </p:nvSpPr>
            <p:spPr>
              <a:xfrm>
                <a:off x="7247374" y="3123920"/>
                <a:ext cx="683782" cy="1060931"/>
              </a:xfrm>
              <a:custGeom>
                <a:rect b="b" l="l" r="r" t="t"/>
                <a:pathLst>
                  <a:path extrusionOk="0" h="8982" w="5789">
                    <a:moveTo>
                      <a:pt x="22" y="1"/>
                    </a:moveTo>
                    <a:cubicBezTo>
                      <a:pt x="22" y="1"/>
                      <a:pt x="0" y="2630"/>
                      <a:pt x="111" y="3818"/>
                    </a:cubicBezTo>
                    <a:cubicBezTo>
                      <a:pt x="217" y="4988"/>
                      <a:pt x="146" y="7580"/>
                      <a:pt x="2626" y="8778"/>
                    </a:cubicBezTo>
                    <a:cubicBezTo>
                      <a:pt x="2681" y="8807"/>
                      <a:pt x="2736" y="8835"/>
                      <a:pt x="2798" y="8862"/>
                    </a:cubicBezTo>
                    <a:cubicBezTo>
                      <a:pt x="2982" y="8945"/>
                      <a:pt x="3177" y="8982"/>
                      <a:pt x="3376" y="8982"/>
                    </a:cubicBezTo>
                    <a:cubicBezTo>
                      <a:pt x="3699" y="8982"/>
                      <a:pt x="4029" y="8884"/>
                      <a:pt x="4334" y="8723"/>
                    </a:cubicBezTo>
                    <a:cubicBezTo>
                      <a:pt x="5101" y="8324"/>
                      <a:pt x="5716" y="7536"/>
                      <a:pt x="5716" y="6848"/>
                    </a:cubicBezTo>
                    <a:cubicBezTo>
                      <a:pt x="5716" y="5715"/>
                      <a:pt x="5788" y="3280"/>
                      <a:pt x="5788" y="3280"/>
                    </a:cubicBezTo>
                    <a:cubicBezTo>
                      <a:pt x="5788" y="3280"/>
                      <a:pt x="5216" y="2635"/>
                      <a:pt x="3611" y="1604"/>
                    </a:cubicBezTo>
                    <a:cubicBezTo>
                      <a:pt x="3551" y="1566"/>
                      <a:pt x="3490" y="1528"/>
                      <a:pt x="3428" y="1488"/>
                    </a:cubicBezTo>
                    <a:cubicBezTo>
                      <a:pt x="3417" y="1483"/>
                      <a:pt x="3401" y="1471"/>
                      <a:pt x="3384" y="1461"/>
                    </a:cubicBezTo>
                    <a:cubicBezTo>
                      <a:pt x="3295" y="1405"/>
                      <a:pt x="3212" y="1350"/>
                      <a:pt x="3123" y="1300"/>
                    </a:cubicBezTo>
                    <a:cubicBezTo>
                      <a:pt x="3046" y="1256"/>
                      <a:pt x="2969" y="1211"/>
                      <a:pt x="2886" y="1161"/>
                    </a:cubicBezTo>
                    <a:cubicBezTo>
                      <a:pt x="2697" y="1049"/>
                      <a:pt x="2514" y="955"/>
                      <a:pt x="2342" y="866"/>
                    </a:cubicBezTo>
                    <a:cubicBezTo>
                      <a:pt x="2304" y="844"/>
                      <a:pt x="2259" y="822"/>
                      <a:pt x="2215" y="800"/>
                    </a:cubicBezTo>
                    <a:cubicBezTo>
                      <a:pt x="2187" y="782"/>
                      <a:pt x="2153" y="772"/>
                      <a:pt x="2126" y="755"/>
                    </a:cubicBezTo>
                    <a:cubicBezTo>
                      <a:pt x="1310" y="362"/>
                      <a:pt x="667" y="162"/>
                      <a:pt x="317" y="68"/>
                    </a:cubicBezTo>
                    <a:cubicBezTo>
                      <a:pt x="128" y="17"/>
                      <a:pt x="22" y="1"/>
                      <a:pt x="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2"/>
              <p:cNvSpPr/>
              <p:nvPr/>
            </p:nvSpPr>
            <p:spPr>
              <a:xfrm>
                <a:off x="7250681" y="3108092"/>
                <a:ext cx="715792" cy="1046285"/>
              </a:xfrm>
              <a:custGeom>
                <a:rect b="b" l="l" r="r" t="t"/>
                <a:pathLst>
                  <a:path extrusionOk="0" h="8858" w="6060">
                    <a:moveTo>
                      <a:pt x="296" y="0"/>
                    </a:moveTo>
                    <a:lnTo>
                      <a:pt x="1" y="135"/>
                    </a:lnTo>
                    <a:cubicBezTo>
                      <a:pt x="1" y="135"/>
                      <a:pt x="1293" y="495"/>
                      <a:pt x="2110" y="889"/>
                    </a:cubicBezTo>
                    <a:cubicBezTo>
                      <a:pt x="2182" y="928"/>
                      <a:pt x="2253" y="961"/>
                      <a:pt x="2325" y="1000"/>
                    </a:cubicBezTo>
                    <a:cubicBezTo>
                      <a:pt x="2502" y="1094"/>
                      <a:pt x="2686" y="1188"/>
                      <a:pt x="2874" y="1299"/>
                    </a:cubicBezTo>
                    <a:cubicBezTo>
                      <a:pt x="2947" y="1339"/>
                      <a:pt x="3025" y="1384"/>
                      <a:pt x="3102" y="1434"/>
                    </a:cubicBezTo>
                    <a:cubicBezTo>
                      <a:pt x="3191" y="1483"/>
                      <a:pt x="3273" y="1539"/>
                      <a:pt x="3362" y="1595"/>
                    </a:cubicBezTo>
                    <a:cubicBezTo>
                      <a:pt x="3374" y="1600"/>
                      <a:pt x="3390" y="1612"/>
                      <a:pt x="3407" y="1622"/>
                    </a:cubicBezTo>
                    <a:cubicBezTo>
                      <a:pt x="5150" y="2721"/>
                      <a:pt x="5766" y="3415"/>
                      <a:pt x="5766" y="3415"/>
                    </a:cubicBezTo>
                    <a:cubicBezTo>
                      <a:pt x="5766" y="3415"/>
                      <a:pt x="5693" y="5845"/>
                      <a:pt x="5693" y="6983"/>
                    </a:cubicBezTo>
                    <a:cubicBezTo>
                      <a:pt x="5693" y="7671"/>
                      <a:pt x="5073" y="8459"/>
                      <a:pt x="4312" y="8858"/>
                    </a:cubicBezTo>
                    <a:cubicBezTo>
                      <a:pt x="5200" y="8531"/>
                      <a:pt x="5988" y="7626"/>
                      <a:pt x="5988" y="6855"/>
                    </a:cubicBezTo>
                    <a:cubicBezTo>
                      <a:pt x="5988" y="5722"/>
                      <a:pt x="6060" y="3287"/>
                      <a:pt x="6060" y="3287"/>
                    </a:cubicBezTo>
                    <a:cubicBezTo>
                      <a:pt x="6060" y="3287"/>
                      <a:pt x="5438" y="2587"/>
                      <a:pt x="3702" y="1488"/>
                    </a:cubicBezTo>
                    <a:cubicBezTo>
                      <a:pt x="3685" y="1478"/>
                      <a:pt x="3675" y="1471"/>
                      <a:pt x="3657" y="1461"/>
                    </a:cubicBezTo>
                    <a:cubicBezTo>
                      <a:pt x="3568" y="1406"/>
                      <a:pt x="3486" y="1350"/>
                      <a:pt x="3397" y="1299"/>
                    </a:cubicBezTo>
                    <a:cubicBezTo>
                      <a:pt x="3325" y="1255"/>
                      <a:pt x="3246" y="1210"/>
                      <a:pt x="3169" y="1166"/>
                    </a:cubicBezTo>
                    <a:cubicBezTo>
                      <a:pt x="2980" y="1055"/>
                      <a:pt x="2798" y="956"/>
                      <a:pt x="2620" y="867"/>
                    </a:cubicBezTo>
                    <a:cubicBezTo>
                      <a:pt x="2548" y="827"/>
                      <a:pt x="2476" y="788"/>
                      <a:pt x="2404" y="755"/>
                    </a:cubicBezTo>
                    <a:cubicBezTo>
                      <a:pt x="1145" y="145"/>
                      <a:pt x="296" y="0"/>
                      <a:pt x="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2"/>
              <p:cNvSpPr/>
              <p:nvPr/>
            </p:nvSpPr>
            <p:spPr>
              <a:xfrm>
                <a:off x="7559913" y="1430350"/>
                <a:ext cx="107723" cy="203871"/>
              </a:xfrm>
              <a:custGeom>
                <a:rect b="b" l="l" r="r" t="t"/>
                <a:pathLst>
                  <a:path extrusionOk="0" h="1726" w="912">
                    <a:moveTo>
                      <a:pt x="351" y="0"/>
                    </a:moveTo>
                    <a:cubicBezTo>
                      <a:pt x="216" y="0"/>
                      <a:pt x="95" y="44"/>
                      <a:pt x="1" y="122"/>
                    </a:cubicBezTo>
                    <a:cubicBezTo>
                      <a:pt x="34" y="116"/>
                      <a:pt x="68" y="111"/>
                      <a:pt x="106" y="111"/>
                    </a:cubicBezTo>
                    <a:cubicBezTo>
                      <a:pt x="417" y="111"/>
                      <a:pt x="667" y="361"/>
                      <a:pt x="667" y="672"/>
                    </a:cubicBezTo>
                    <a:lnTo>
                      <a:pt x="667" y="1725"/>
                    </a:lnTo>
                    <a:cubicBezTo>
                      <a:pt x="744" y="1703"/>
                      <a:pt x="817" y="1676"/>
                      <a:pt x="883" y="1636"/>
                    </a:cubicBezTo>
                    <a:cubicBezTo>
                      <a:pt x="894" y="1630"/>
                      <a:pt x="901" y="1625"/>
                      <a:pt x="911" y="1620"/>
                    </a:cubicBezTo>
                    <a:lnTo>
                      <a:pt x="911" y="561"/>
                    </a:lnTo>
                    <a:cubicBezTo>
                      <a:pt x="911" y="255"/>
                      <a:pt x="662" y="6"/>
                      <a:pt x="3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2"/>
              <p:cNvSpPr/>
              <p:nvPr/>
            </p:nvSpPr>
            <p:spPr>
              <a:xfrm>
                <a:off x="7638579" y="3172348"/>
                <a:ext cx="29057" cy="48428"/>
              </a:xfrm>
              <a:custGeom>
                <a:rect b="b" l="l" r="r" t="t"/>
                <a:pathLst>
                  <a:path extrusionOk="0" h="410" w="246">
                    <a:moveTo>
                      <a:pt x="245" y="0"/>
                    </a:moveTo>
                    <a:cubicBezTo>
                      <a:pt x="240" y="5"/>
                      <a:pt x="240" y="12"/>
                      <a:pt x="235" y="16"/>
                    </a:cubicBezTo>
                    <a:cubicBezTo>
                      <a:pt x="207" y="61"/>
                      <a:pt x="162" y="105"/>
                      <a:pt x="100" y="138"/>
                    </a:cubicBezTo>
                    <a:cubicBezTo>
                      <a:pt x="68" y="155"/>
                      <a:pt x="33" y="172"/>
                      <a:pt x="1" y="182"/>
                    </a:cubicBezTo>
                    <a:lnTo>
                      <a:pt x="1" y="410"/>
                    </a:lnTo>
                    <a:cubicBezTo>
                      <a:pt x="40" y="398"/>
                      <a:pt x="68" y="383"/>
                      <a:pt x="100" y="366"/>
                    </a:cubicBezTo>
                    <a:cubicBezTo>
                      <a:pt x="167" y="326"/>
                      <a:pt x="217" y="277"/>
                      <a:pt x="245" y="221"/>
                    </a:cubicBezTo>
                    <a:lnTo>
                      <a:pt x="2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2"/>
              <p:cNvSpPr/>
              <p:nvPr/>
            </p:nvSpPr>
            <p:spPr>
              <a:xfrm>
                <a:off x="7535699" y="1621700"/>
                <a:ext cx="131937" cy="1579822"/>
              </a:xfrm>
              <a:custGeom>
                <a:rect b="b" l="l" r="r" t="t"/>
                <a:pathLst>
                  <a:path extrusionOk="0" h="13375" w="1117">
                    <a:moveTo>
                      <a:pt x="0" y="1"/>
                    </a:moveTo>
                    <a:lnTo>
                      <a:pt x="0" y="13152"/>
                    </a:lnTo>
                    <a:cubicBezTo>
                      <a:pt x="28" y="13191"/>
                      <a:pt x="73" y="13236"/>
                      <a:pt x="133" y="13269"/>
                    </a:cubicBezTo>
                    <a:cubicBezTo>
                      <a:pt x="249" y="13339"/>
                      <a:pt x="403" y="13374"/>
                      <a:pt x="556" y="13374"/>
                    </a:cubicBezTo>
                    <a:cubicBezTo>
                      <a:pt x="666" y="13374"/>
                      <a:pt x="776" y="13356"/>
                      <a:pt x="872" y="13319"/>
                    </a:cubicBezTo>
                    <a:cubicBezTo>
                      <a:pt x="904" y="13306"/>
                      <a:pt x="939" y="13291"/>
                      <a:pt x="971" y="13274"/>
                    </a:cubicBezTo>
                    <a:cubicBezTo>
                      <a:pt x="1038" y="13235"/>
                      <a:pt x="1088" y="13185"/>
                      <a:pt x="1116" y="13135"/>
                    </a:cubicBezTo>
                    <a:lnTo>
                      <a:pt x="1116" y="6"/>
                    </a:lnTo>
                    <a:cubicBezTo>
                      <a:pt x="1106" y="11"/>
                      <a:pt x="1100" y="16"/>
                      <a:pt x="1092" y="23"/>
                    </a:cubicBezTo>
                    <a:cubicBezTo>
                      <a:pt x="1025" y="62"/>
                      <a:pt x="954" y="90"/>
                      <a:pt x="876" y="112"/>
                    </a:cubicBezTo>
                    <a:cubicBezTo>
                      <a:pt x="778" y="138"/>
                      <a:pt x="672" y="151"/>
                      <a:pt x="565" y="151"/>
                    </a:cubicBezTo>
                    <a:cubicBezTo>
                      <a:pt x="373" y="151"/>
                      <a:pt x="179" y="109"/>
                      <a:pt x="33" y="23"/>
                    </a:cubicBezTo>
                    <a:cubicBezTo>
                      <a:pt x="22" y="17"/>
                      <a:pt x="11" y="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2"/>
              <p:cNvSpPr/>
              <p:nvPr/>
            </p:nvSpPr>
            <p:spPr>
              <a:xfrm>
                <a:off x="7535226" y="1442752"/>
                <a:ext cx="103471" cy="196075"/>
              </a:xfrm>
              <a:custGeom>
                <a:rect b="b" l="l" r="r" t="t"/>
                <a:pathLst>
                  <a:path extrusionOk="0" h="1660" w="876">
                    <a:moveTo>
                      <a:pt x="318" y="1"/>
                    </a:moveTo>
                    <a:cubicBezTo>
                      <a:pt x="278" y="1"/>
                      <a:pt x="244" y="6"/>
                      <a:pt x="211" y="11"/>
                    </a:cubicBezTo>
                    <a:cubicBezTo>
                      <a:pt x="84" y="112"/>
                      <a:pt x="0" y="272"/>
                      <a:pt x="0" y="450"/>
                    </a:cubicBezTo>
                    <a:lnTo>
                      <a:pt x="0" y="1509"/>
                    </a:lnTo>
                    <a:cubicBezTo>
                      <a:pt x="11" y="1521"/>
                      <a:pt x="22" y="1526"/>
                      <a:pt x="33" y="1531"/>
                    </a:cubicBezTo>
                    <a:cubicBezTo>
                      <a:pt x="180" y="1617"/>
                      <a:pt x="372" y="1659"/>
                      <a:pt x="564" y="1659"/>
                    </a:cubicBezTo>
                    <a:cubicBezTo>
                      <a:pt x="670" y="1659"/>
                      <a:pt x="777" y="1646"/>
                      <a:pt x="876" y="1620"/>
                    </a:cubicBezTo>
                    <a:lnTo>
                      <a:pt x="876" y="567"/>
                    </a:lnTo>
                    <a:cubicBezTo>
                      <a:pt x="876" y="262"/>
                      <a:pt x="627" y="11"/>
                      <a:pt x="3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2"/>
              <p:cNvSpPr/>
              <p:nvPr/>
            </p:nvSpPr>
            <p:spPr>
              <a:xfrm>
                <a:off x="7535226" y="3174356"/>
                <a:ext cx="103471" cy="53507"/>
              </a:xfrm>
              <a:custGeom>
                <a:rect b="b" l="l" r="r" t="t"/>
                <a:pathLst>
                  <a:path extrusionOk="0" h="453" w="876">
                    <a:moveTo>
                      <a:pt x="0" y="1"/>
                    </a:moveTo>
                    <a:lnTo>
                      <a:pt x="0" y="201"/>
                    </a:lnTo>
                    <a:cubicBezTo>
                      <a:pt x="27" y="256"/>
                      <a:pt x="78" y="306"/>
                      <a:pt x="150" y="350"/>
                    </a:cubicBezTo>
                    <a:cubicBezTo>
                      <a:pt x="266" y="418"/>
                      <a:pt x="419" y="452"/>
                      <a:pt x="571" y="452"/>
                    </a:cubicBezTo>
                    <a:cubicBezTo>
                      <a:pt x="678" y="452"/>
                      <a:pt x="784" y="435"/>
                      <a:pt x="876" y="400"/>
                    </a:cubicBezTo>
                    <a:lnTo>
                      <a:pt x="876" y="172"/>
                    </a:lnTo>
                    <a:cubicBezTo>
                      <a:pt x="781" y="207"/>
                      <a:pt x="672" y="224"/>
                      <a:pt x="561" y="224"/>
                    </a:cubicBezTo>
                    <a:cubicBezTo>
                      <a:pt x="408" y="224"/>
                      <a:pt x="252" y="190"/>
                      <a:pt x="132" y="122"/>
                    </a:cubicBezTo>
                    <a:cubicBezTo>
                      <a:pt x="78" y="88"/>
                      <a:pt x="33" y="50"/>
                      <a:pt x="5" y="11"/>
                    </a:cubicBezTo>
                    <a:cubicBezTo>
                      <a:pt x="5" y="6"/>
                      <a:pt x="5" y="6"/>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2"/>
              <p:cNvSpPr/>
              <p:nvPr/>
            </p:nvSpPr>
            <p:spPr>
              <a:xfrm>
                <a:off x="7535699" y="1620991"/>
                <a:ext cx="102998" cy="1579703"/>
              </a:xfrm>
              <a:custGeom>
                <a:rect b="b" l="l" r="r" t="t"/>
                <a:pathLst>
                  <a:path extrusionOk="0" h="13374" w="872">
                    <a:moveTo>
                      <a:pt x="0" y="0"/>
                    </a:moveTo>
                    <a:lnTo>
                      <a:pt x="0" y="13152"/>
                    </a:lnTo>
                    <a:cubicBezTo>
                      <a:pt x="28" y="13191"/>
                      <a:pt x="73" y="13236"/>
                      <a:pt x="133" y="13268"/>
                    </a:cubicBezTo>
                    <a:cubicBezTo>
                      <a:pt x="250" y="13339"/>
                      <a:pt x="402" y="13374"/>
                      <a:pt x="555" y="13374"/>
                    </a:cubicBezTo>
                    <a:cubicBezTo>
                      <a:pt x="665" y="13374"/>
                      <a:pt x="776" y="13355"/>
                      <a:pt x="872" y="13317"/>
                    </a:cubicBezTo>
                    <a:lnTo>
                      <a:pt x="872" y="111"/>
                    </a:lnTo>
                    <a:cubicBezTo>
                      <a:pt x="773" y="139"/>
                      <a:pt x="666" y="153"/>
                      <a:pt x="560" y="153"/>
                    </a:cubicBezTo>
                    <a:cubicBezTo>
                      <a:pt x="368" y="153"/>
                      <a:pt x="177" y="109"/>
                      <a:pt x="33" y="22"/>
                    </a:cubicBezTo>
                    <a:cubicBezTo>
                      <a:pt x="22" y="17"/>
                      <a:pt x="11" y="6"/>
                      <a:pt x="0" y="0"/>
                    </a:cubicBez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2"/>
              <p:cNvSpPr/>
              <p:nvPr/>
            </p:nvSpPr>
            <p:spPr>
              <a:xfrm>
                <a:off x="7381201" y="1094423"/>
                <a:ext cx="150718" cy="294703"/>
              </a:xfrm>
              <a:custGeom>
                <a:rect b="b" l="l" r="r" t="t"/>
                <a:pathLst>
                  <a:path extrusionOk="0" h="2495" w="1276">
                    <a:moveTo>
                      <a:pt x="624" y="1"/>
                    </a:moveTo>
                    <a:cubicBezTo>
                      <a:pt x="618" y="4"/>
                      <a:pt x="612" y="7"/>
                      <a:pt x="607" y="11"/>
                    </a:cubicBezTo>
                    <a:lnTo>
                      <a:pt x="607" y="11"/>
                    </a:lnTo>
                    <a:lnTo>
                      <a:pt x="624" y="1"/>
                    </a:lnTo>
                    <a:close/>
                    <a:moveTo>
                      <a:pt x="607" y="11"/>
                    </a:moveTo>
                    <a:lnTo>
                      <a:pt x="171" y="267"/>
                    </a:lnTo>
                    <a:cubicBezTo>
                      <a:pt x="148" y="277"/>
                      <a:pt x="126" y="294"/>
                      <a:pt x="109" y="316"/>
                    </a:cubicBezTo>
                    <a:cubicBezTo>
                      <a:pt x="92" y="333"/>
                      <a:pt x="82" y="343"/>
                      <a:pt x="76" y="361"/>
                    </a:cubicBezTo>
                    <a:cubicBezTo>
                      <a:pt x="66" y="372"/>
                      <a:pt x="59" y="388"/>
                      <a:pt x="53" y="400"/>
                    </a:cubicBezTo>
                    <a:cubicBezTo>
                      <a:pt x="48" y="405"/>
                      <a:pt x="48" y="405"/>
                      <a:pt x="48" y="410"/>
                    </a:cubicBezTo>
                    <a:cubicBezTo>
                      <a:pt x="48" y="416"/>
                      <a:pt x="43" y="416"/>
                      <a:pt x="43" y="421"/>
                    </a:cubicBezTo>
                    <a:cubicBezTo>
                      <a:pt x="38" y="426"/>
                      <a:pt x="38" y="431"/>
                      <a:pt x="38" y="431"/>
                    </a:cubicBezTo>
                    <a:cubicBezTo>
                      <a:pt x="32" y="442"/>
                      <a:pt x="32" y="453"/>
                      <a:pt x="27" y="459"/>
                    </a:cubicBezTo>
                    <a:cubicBezTo>
                      <a:pt x="27" y="464"/>
                      <a:pt x="22" y="469"/>
                      <a:pt x="22" y="469"/>
                    </a:cubicBezTo>
                    <a:cubicBezTo>
                      <a:pt x="17" y="480"/>
                      <a:pt x="17" y="487"/>
                      <a:pt x="17" y="487"/>
                    </a:cubicBezTo>
                    <a:cubicBezTo>
                      <a:pt x="11" y="497"/>
                      <a:pt x="11" y="504"/>
                      <a:pt x="11" y="514"/>
                    </a:cubicBezTo>
                    <a:cubicBezTo>
                      <a:pt x="11" y="525"/>
                      <a:pt x="6" y="531"/>
                      <a:pt x="6" y="541"/>
                    </a:cubicBezTo>
                    <a:cubicBezTo>
                      <a:pt x="6" y="552"/>
                      <a:pt x="1" y="558"/>
                      <a:pt x="1" y="569"/>
                    </a:cubicBezTo>
                    <a:lnTo>
                      <a:pt x="1" y="597"/>
                    </a:lnTo>
                    <a:lnTo>
                      <a:pt x="1" y="619"/>
                    </a:lnTo>
                    <a:lnTo>
                      <a:pt x="1" y="651"/>
                    </a:lnTo>
                    <a:lnTo>
                      <a:pt x="1" y="679"/>
                    </a:lnTo>
                    <a:cubicBezTo>
                      <a:pt x="1" y="684"/>
                      <a:pt x="1" y="696"/>
                      <a:pt x="6" y="702"/>
                    </a:cubicBezTo>
                    <a:cubicBezTo>
                      <a:pt x="11" y="718"/>
                      <a:pt x="11" y="724"/>
                      <a:pt x="11" y="734"/>
                    </a:cubicBezTo>
                    <a:cubicBezTo>
                      <a:pt x="17" y="745"/>
                      <a:pt x="17" y="751"/>
                      <a:pt x="17" y="761"/>
                    </a:cubicBezTo>
                    <a:cubicBezTo>
                      <a:pt x="17" y="767"/>
                      <a:pt x="22" y="772"/>
                      <a:pt x="22" y="783"/>
                    </a:cubicBezTo>
                    <a:cubicBezTo>
                      <a:pt x="27" y="801"/>
                      <a:pt x="27" y="812"/>
                      <a:pt x="32" y="823"/>
                    </a:cubicBezTo>
                    <a:cubicBezTo>
                      <a:pt x="38" y="834"/>
                      <a:pt x="38" y="845"/>
                      <a:pt x="38" y="856"/>
                    </a:cubicBezTo>
                    <a:cubicBezTo>
                      <a:pt x="43" y="861"/>
                      <a:pt x="43" y="866"/>
                      <a:pt x="43" y="878"/>
                    </a:cubicBezTo>
                    <a:lnTo>
                      <a:pt x="282" y="1766"/>
                    </a:lnTo>
                    <a:cubicBezTo>
                      <a:pt x="282" y="1771"/>
                      <a:pt x="287" y="1777"/>
                      <a:pt x="287" y="1777"/>
                    </a:cubicBezTo>
                    <a:cubicBezTo>
                      <a:pt x="292" y="1787"/>
                      <a:pt x="292" y="1799"/>
                      <a:pt x="297" y="1804"/>
                    </a:cubicBezTo>
                    <a:cubicBezTo>
                      <a:pt x="297" y="1809"/>
                      <a:pt x="303" y="1814"/>
                      <a:pt x="303" y="1814"/>
                    </a:cubicBezTo>
                    <a:cubicBezTo>
                      <a:pt x="308" y="1825"/>
                      <a:pt x="308" y="1831"/>
                      <a:pt x="308" y="1831"/>
                    </a:cubicBezTo>
                    <a:cubicBezTo>
                      <a:pt x="313" y="1842"/>
                      <a:pt x="313" y="1854"/>
                      <a:pt x="318" y="1859"/>
                    </a:cubicBezTo>
                    <a:cubicBezTo>
                      <a:pt x="318" y="1865"/>
                      <a:pt x="324" y="1865"/>
                      <a:pt x="324" y="1870"/>
                    </a:cubicBezTo>
                    <a:cubicBezTo>
                      <a:pt x="329" y="1880"/>
                      <a:pt x="329" y="1887"/>
                      <a:pt x="329" y="1887"/>
                    </a:cubicBezTo>
                    <a:cubicBezTo>
                      <a:pt x="334" y="1897"/>
                      <a:pt x="334" y="1903"/>
                      <a:pt x="339" y="1914"/>
                    </a:cubicBezTo>
                    <a:cubicBezTo>
                      <a:pt x="345" y="1919"/>
                      <a:pt x="345" y="1919"/>
                      <a:pt x="345" y="1924"/>
                    </a:cubicBezTo>
                    <a:cubicBezTo>
                      <a:pt x="350" y="1935"/>
                      <a:pt x="350" y="1935"/>
                      <a:pt x="350" y="1941"/>
                    </a:cubicBezTo>
                    <a:cubicBezTo>
                      <a:pt x="355" y="1952"/>
                      <a:pt x="360" y="1959"/>
                      <a:pt x="360" y="1969"/>
                    </a:cubicBezTo>
                    <a:cubicBezTo>
                      <a:pt x="360" y="1975"/>
                      <a:pt x="365" y="1980"/>
                      <a:pt x="365" y="1980"/>
                    </a:cubicBezTo>
                    <a:cubicBezTo>
                      <a:pt x="371" y="1990"/>
                      <a:pt x="371" y="1997"/>
                      <a:pt x="376" y="1997"/>
                    </a:cubicBezTo>
                    <a:cubicBezTo>
                      <a:pt x="381" y="2007"/>
                      <a:pt x="386" y="2019"/>
                      <a:pt x="393" y="2029"/>
                    </a:cubicBezTo>
                    <a:cubicBezTo>
                      <a:pt x="398" y="2039"/>
                      <a:pt x="403" y="2046"/>
                      <a:pt x="409" y="2051"/>
                    </a:cubicBezTo>
                    <a:cubicBezTo>
                      <a:pt x="415" y="2061"/>
                      <a:pt x="420" y="2069"/>
                      <a:pt x="427" y="2074"/>
                    </a:cubicBezTo>
                    <a:cubicBezTo>
                      <a:pt x="444" y="2101"/>
                      <a:pt x="455" y="2118"/>
                      <a:pt x="471" y="2140"/>
                    </a:cubicBezTo>
                    <a:cubicBezTo>
                      <a:pt x="482" y="2151"/>
                      <a:pt x="482" y="2158"/>
                      <a:pt x="488" y="2163"/>
                    </a:cubicBezTo>
                    <a:cubicBezTo>
                      <a:pt x="493" y="2168"/>
                      <a:pt x="499" y="2180"/>
                      <a:pt x="506" y="2185"/>
                    </a:cubicBezTo>
                    <a:cubicBezTo>
                      <a:pt x="516" y="2202"/>
                      <a:pt x="528" y="2212"/>
                      <a:pt x="533" y="2224"/>
                    </a:cubicBezTo>
                    <a:cubicBezTo>
                      <a:pt x="544" y="2242"/>
                      <a:pt x="550" y="2247"/>
                      <a:pt x="555" y="2252"/>
                    </a:cubicBezTo>
                    <a:lnTo>
                      <a:pt x="572" y="2269"/>
                    </a:lnTo>
                    <a:cubicBezTo>
                      <a:pt x="590" y="2286"/>
                      <a:pt x="595" y="2291"/>
                      <a:pt x="600" y="2301"/>
                    </a:cubicBezTo>
                    <a:lnTo>
                      <a:pt x="611" y="2312"/>
                    </a:lnTo>
                    <a:lnTo>
                      <a:pt x="616" y="2317"/>
                    </a:lnTo>
                    <a:cubicBezTo>
                      <a:pt x="621" y="2322"/>
                      <a:pt x="621" y="2322"/>
                      <a:pt x="621" y="2328"/>
                    </a:cubicBezTo>
                    <a:lnTo>
                      <a:pt x="643" y="2350"/>
                    </a:lnTo>
                    <a:cubicBezTo>
                      <a:pt x="648" y="2355"/>
                      <a:pt x="654" y="2355"/>
                      <a:pt x="654" y="2360"/>
                    </a:cubicBezTo>
                    <a:lnTo>
                      <a:pt x="670" y="2378"/>
                    </a:lnTo>
                    <a:lnTo>
                      <a:pt x="687" y="2395"/>
                    </a:lnTo>
                    <a:cubicBezTo>
                      <a:pt x="705" y="2405"/>
                      <a:pt x="710" y="2411"/>
                      <a:pt x="721" y="2422"/>
                    </a:cubicBezTo>
                    <a:lnTo>
                      <a:pt x="731" y="2432"/>
                    </a:lnTo>
                    <a:cubicBezTo>
                      <a:pt x="753" y="2449"/>
                      <a:pt x="758" y="2454"/>
                      <a:pt x="770" y="2460"/>
                    </a:cubicBezTo>
                    <a:cubicBezTo>
                      <a:pt x="787" y="2470"/>
                      <a:pt x="792" y="2477"/>
                      <a:pt x="792" y="2477"/>
                    </a:cubicBezTo>
                    <a:cubicBezTo>
                      <a:pt x="802" y="2483"/>
                      <a:pt x="810" y="2488"/>
                      <a:pt x="815" y="2494"/>
                    </a:cubicBezTo>
                    <a:cubicBezTo>
                      <a:pt x="815" y="2494"/>
                      <a:pt x="815" y="2494"/>
                      <a:pt x="815" y="2494"/>
                    </a:cubicBezTo>
                    <a:cubicBezTo>
                      <a:pt x="829" y="2494"/>
                      <a:pt x="1276" y="2233"/>
                      <a:pt x="1276" y="2233"/>
                    </a:cubicBezTo>
                    <a:cubicBezTo>
                      <a:pt x="1242" y="2174"/>
                      <a:pt x="1231" y="2166"/>
                      <a:pt x="1220" y="2156"/>
                    </a:cubicBezTo>
                    <a:cubicBezTo>
                      <a:pt x="1204" y="2145"/>
                      <a:pt x="1188" y="2134"/>
                      <a:pt x="1176" y="2129"/>
                    </a:cubicBezTo>
                    <a:cubicBezTo>
                      <a:pt x="1153" y="2112"/>
                      <a:pt x="1143" y="2101"/>
                      <a:pt x="1131" y="2096"/>
                    </a:cubicBezTo>
                    <a:cubicBezTo>
                      <a:pt x="1115" y="2086"/>
                      <a:pt x="1104" y="2074"/>
                      <a:pt x="1093" y="2064"/>
                    </a:cubicBezTo>
                    <a:lnTo>
                      <a:pt x="1053" y="2024"/>
                    </a:lnTo>
                    <a:cubicBezTo>
                      <a:pt x="1036" y="2007"/>
                      <a:pt x="1025" y="1991"/>
                      <a:pt x="1014" y="1980"/>
                    </a:cubicBezTo>
                    <a:cubicBezTo>
                      <a:pt x="996" y="1962"/>
                      <a:pt x="986" y="1952"/>
                      <a:pt x="980" y="1935"/>
                    </a:cubicBezTo>
                    <a:cubicBezTo>
                      <a:pt x="964" y="1918"/>
                      <a:pt x="958" y="1902"/>
                      <a:pt x="948" y="1891"/>
                    </a:cubicBezTo>
                    <a:cubicBezTo>
                      <a:pt x="943" y="1886"/>
                      <a:pt x="937" y="1873"/>
                      <a:pt x="931" y="1868"/>
                    </a:cubicBezTo>
                    <a:cubicBezTo>
                      <a:pt x="926" y="1857"/>
                      <a:pt x="921" y="1851"/>
                      <a:pt x="914" y="1846"/>
                    </a:cubicBezTo>
                    <a:cubicBezTo>
                      <a:pt x="897" y="1824"/>
                      <a:pt x="886" y="1802"/>
                      <a:pt x="875" y="1784"/>
                    </a:cubicBezTo>
                    <a:cubicBezTo>
                      <a:pt x="869" y="1773"/>
                      <a:pt x="864" y="1767"/>
                      <a:pt x="858" y="1757"/>
                    </a:cubicBezTo>
                    <a:cubicBezTo>
                      <a:pt x="853" y="1751"/>
                      <a:pt x="847" y="1740"/>
                      <a:pt x="847" y="1735"/>
                    </a:cubicBezTo>
                    <a:cubicBezTo>
                      <a:pt x="837" y="1718"/>
                      <a:pt x="831" y="1707"/>
                      <a:pt x="825" y="1690"/>
                    </a:cubicBezTo>
                    <a:cubicBezTo>
                      <a:pt x="815" y="1668"/>
                      <a:pt x="808" y="1651"/>
                      <a:pt x="797" y="1635"/>
                    </a:cubicBezTo>
                    <a:cubicBezTo>
                      <a:pt x="787" y="1613"/>
                      <a:pt x="780" y="1595"/>
                      <a:pt x="775" y="1580"/>
                    </a:cubicBezTo>
                    <a:cubicBezTo>
                      <a:pt x="765" y="1558"/>
                      <a:pt x="758" y="1541"/>
                      <a:pt x="753" y="1525"/>
                    </a:cubicBezTo>
                    <a:cubicBezTo>
                      <a:pt x="743" y="1503"/>
                      <a:pt x="743" y="1485"/>
                      <a:pt x="736" y="1470"/>
                    </a:cubicBezTo>
                    <a:lnTo>
                      <a:pt x="497" y="582"/>
                    </a:lnTo>
                    <a:cubicBezTo>
                      <a:pt x="487" y="555"/>
                      <a:pt x="481" y="527"/>
                      <a:pt x="475" y="498"/>
                    </a:cubicBezTo>
                    <a:cubicBezTo>
                      <a:pt x="470" y="471"/>
                      <a:pt x="465" y="443"/>
                      <a:pt x="465" y="421"/>
                    </a:cubicBezTo>
                    <a:cubicBezTo>
                      <a:pt x="460" y="394"/>
                      <a:pt x="460" y="372"/>
                      <a:pt x="460" y="343"/>
                    </a:cubicBezTo>
                    <a:cubicBezTo>
                      <a:pt x="460" y="316"/>
                      <a:pt x="465" y="294"/>
                      <a:pt x="465" y="272"/>
                    </a:cubicBezTo>
                    <a:cubicBezTo>
                      <a:pt x="470" y="249"/>
                      <a:pt x="470" y="227"/>
                      <a:pt x="475" y="210"/>
                    </a:cubicBezTo>
                    <a:cubicBezTo>
                      <a:pt x="481" y="188"/>
                      <a:pt x="486" y="171"/>
                      <a:pt x="497" y="155"/>
                    </a:cubicBezTo>
                    <a:cubicBezTo>
                      <a:pt x="497" y="150"/>
                      <a:pt x="503" y="150"/>
                      <a:pt x="503" y="144"/>
                    </a:cubicBezTo>
                    <a:cubicBezTo>
                      <a:pt x="513" y="128"/>
                      <a:pt x="519" y="112"/>
                      <a:pt x="530" y="95"/>
                    </a:cubicBezTo>
                    <a:cubicBezTo>
                      <a:pt x="540" y="78"/>
                      <a:pt x="553" y="63"/>
                      <a:pt x="563" y="50"/>
                    </a:cubicBezTo>
                    <a:cubicBezTo>
                      <a:pt x="579" y="34"/>
                      <a:pt x="592" y="21"/>
                      <a:pt x="607" y="1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2"/>
              <p:cNvSpPr/>
              <p:nvPr/>
            </p:nvSpPr>
            <p:spPr>
              <a:xfrm>
                <a:off x="7475695" y="1351565"/>
                <a:ext cx="295412" cy="155443"/>
              </a:xfrm>
              <a:custGeom>
                <a:rect b="b" l="l" r="r" t="t"/>
                <a:pathLst>
                  <a:path extrusionOk="0" h="1316" w="2501">
                    <a:moveTo>
                      <a:pt x="2501" y="1000"/>
                    </a:moveTo>
                    <a:lnTo>
                      <a:pt x="2482" y="1012"/>
                    </a:lnTo>
                    <a:lnTo>
                      <a:pt x="2482" y="1012"/>
                    </a:lnTo>
                    <a:cubicBezTo>
                      <a:pt x="2488" y="1008"/>
                      <a:pt x="2494" y="1005"/>
                      <a:pt x="2501" y="1000"/>
                    </a:cubicBezTo>
                    <a:close/>
                    <a:moveTo>
                      <a:pt x="455" y="1"/>
                    </a:moveTo>
                    <a:lnTo>
                      <a:pt x="0" y="267"/>
                    </a:lnTo>
                    <a:lnTo>
                      <a:pt x="1660" y="1228"/>
                    </a:lnTo>
                    <a:cubicBezTo>
                      <a:pt x="1665" y="1232"/>
                      <a:pt x="1670" y="1232"/>
                      <a:pt x="1676" y="1238"/>
                    </a:cubicBezTo>
                    <a:cubicBezTo>
                      <a:pt x="1687" y="1243"/>
                      <a:pt x="1693" y="1248"/>
                      <a:pt x="1698" y="1248"/>
                    </a:cubicBezTo>
                    <a:cubicBezTo>
                      <a:pt x="1704" y="1254"/>
                      <a:pt x="1709" y="1254"/>
                      <a:pt x="1715" y="1254"/>
                    </a:cubicBezTo>
                    <a:cubicBezTo>
                      <a:pt x="1733" y="1258"/>
                      <a:pt x="1738" y="1264"/>
                      <a:pt x="1743" y="1264"/>
                    </a:cubicBezTo>
                    <a:cubicBezTo>
                      <a:pt x="1754" y="1269"/>
                      <a:pt x="1760" y="1269"/>
                      <a:pt x="1765" y="1275"/>
                    </a:cubicBezTo>
                    <a:cubicBezTo>
                      <a:pt x="1776" y="1280"/>
                      <a:pt x="1782" y="1280"/>
                      <a:pt x="1787" y="1285"/>
                    </a:cubicBezTo>
                    <a:cubicBezTo>
                      <a:pt x="1798" y="1290"/>
                      <a:pt x="1804" y="1290"/>
                      <a:pt x="1809" y="1290"/>
                    </a:cubicBezTo>
                    <a:cubicBezTo>
                      <a:pt x="1815" y="1290"/>
                      <a:pt x="1815" y="1296"/>
                      <a:pt x="1820" y="1296"/>
                    </a:cubicBezTo>
                    <a:lnTo>
                      <a:pt x="1830" y="1300"/>
                    </a:lnTo>
                    <a:cubicBezTo>
                      <a:pt x="1841" y="1305"/>
                      <a:pt x="1848" y="1305"/>
                      <a:pt x="1853" y="1305"/>
                    </a:cubicBezTo>
                    <a:cubicBezTo>
                      <a:pt x="1859" y="1305"/>
                      <a:pt x="1864" y="1305"/>
                      <a:pt x="1870" y="1310"/>
                    </a:cubicBezTo>
                    <a:cubicBezTo>
                      <a:pt x="1892" y="1316"/>
                      <a:pt x="1897" y="1316"/>
                      <a:pt x="1909" y="1316"/>
                    </a:cubicBezTo>
                    <a:lnTo>
                      <a:pt x="1937" y="1316"/>
                    </a:lnTo>
                    <a:cubicBezTo>
                      <a:pt x="1948" y="1316"/>
                      <a:pt x="1959" y="1310"/>
                      <a:pt x="1970" y="1310"/>
                    </a:cubicBezTo>
                    <a:cubicBezTo>
                      <a:pt x="1986" y="1305"/>
                      <a:pt x="1997" y="1305"/>
                      <a:pt x="2008" y="1300"/>
                    </a:cubicBezTo>
                    <a:cubicBezTo>
                      <a:pt x="2026" y="1295"/>
                      <a:pt x="2042" y="1289"/>
                      <a:pt x="2054" y="1278"/>
                    </a:cubicBezTo>
                    <a:lnTo>
                      <a:pt x="2482" y="1012"/>
                    </a:lnTo>
                    <a:lnTo>
                      <a:pt x="2482" y="1012"/>
                    </a:lnTo>
                    <a:cubicBezTo>
                      <a:pt x="2474" y="1016"/>
                      <a:pt x="2467" y="1020"/>
                      <a:pt x="2457" y="1023"/>
                    </a:cubicBezTo>
                    <a:cubicBezTo>
                      <a:pt x="2446" y="1028"/>
                      <a:pt x="2435" y="1034"/>
                      <a:pt x="2417" y="1034"/>
                    </a:cubicBezTo>
                    <a:cubicBezTo>
                      <a:pt x="2400" y="1039"/>
                      <a:pt x="2385" y="1039"/>
                      <a:pt x="2373" y="1039"/>
                    </a:cubicBezTo>
                    <a:lnTo>
                      <a:pt x="2323" y="1039"/>
                    </a:lnTo>
                    <a:cubicBezTo>
                      <a:pt x="2301" y="1034"/>
                      <a:pt x="2290" y="1034"/>
                      <a:pt x="2274" y="1028"/>
                    </a:cubicBezTo>
                    <a:cubicBezTo>
                      <a:pt x="2252" y="1023"/>
                      <a:pt x="2234" y="1018"/>
                      <a:pt x="2223" y="1011"/>
                    </a:cubicBezTo>
                    <a:cubicBezTo>
                      <a:pt x="2201" y="1005"/>
                      <a:pt x="2184" y="994"/>
                      <a:pt x="2169" y="989"/>
                    </a:cubicBezTo>
                    <a:cubicBezTo>
                      <a:pt x="2147" y="978"/>
                      <a:pt x="2129" y="967"/>
                      <a:pt x="2113" y="961"/>
                    </a:cubicBezTo>
                    <a:lnTo>
                      <a:pt x="45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2"/>
              <p:cNvSpPr/>
              <p:nvPr/>
            </p:nvSpPr>
            <p:spPr>
              <a:xfrm>
                <a:off x="7756224" y="1295223"/>
                <a:ext cx="120598" cy="278167"/>
              </a:xfrm>
              <a:custGeom>
                <a:rect b="b" l="l" r="r" t="t"/>
                <a:pathLst>
                  <a:path extrusionOk="0" h="2355" w="1021">
                    <a:moveTo>
                      <a:pt x="798" y="0"/>
                    </a:moveTo>
                    <a:lnTo>
                      <a:pt x="344" y="266"/>
                    </a:lnTo>
                    <a:cubicBezTo>
                      <a:pt x="354" y="293"/>
                      <a:pt x="366" y="315"/>
                      <a:pt x="376" y="338"/>
                    </a:cubicBezTo>
                    <a:cubicBezTo>
                      <a:pt x="381" y="344"/>
                      <a:pt x="381" y="349"/>
                      <a:pt x="381" y="355"/>
                    </a:cubicBezTo>
                    <a:cubicBezTo>
                      <a:pt x="392" y="377"/>
                      <a:pt x="403" y="399"/>
                      <a:pt x="409" y="427"/>
                    </a:cubicBezTo>
                    <a:cubicBezTo>
                      <a:pt x="414" y="455"/>
                      <a:pt x="427" y="477"/>
                      <a:pt x="437" y="499"/>
                    </a:cubicBezTo>
                    <a:cubicBezTo>
                      <a:pt x="442" y="504"/>
                      <a:pt x="442" y="509"/>
                      <a:pt x="442" y="517"/>
                    </a:cubicBezTo>
                    <a:cubicBezTo>
                      <a:pt x="447" y="539"/>
                      <a:pt x="459" y="561"/>
                      <a:pt x="464" y="583"/>
                    </a:cubicBezTo>
                    <a:cubicBezTo>
                      <a:pt x="475" y="611"/>
                      <a:pt x="481" y="633"/>
                      <a:pt x="486" y="655"/>
                    </a:cubicBezTo>
                    <a:cubicBezTo>
                      <a:pt x="491" y="660"/>
                      <a:pt x="491" y="673"/>
                      <a:pt x="491" y="677"/>
                    </a:cubicBezTo>
                    <a:cubicBezTo>
                      <a:pt x="497" y="700"/>
                      <a:pt x="502" y="717"/>
                      <a:pt x="502" y="732"/>
                    </a:cubicBezTo>
                    <a:cubicBezTo>
                      <a:pt x="502" y="738"/>
                      <a:pt x="507" y="743"/>
                      <a:pt x="507" y="749"/>
                    </a:cubicBezTo>
                    <a:cubicBezTo>
                      <a:pt x="512" y="771"/>
                      <a:pt x="518" y="794"/>
                      <a:pt x="518" y="816"/>
                    </a:cubicBezTo>
                    <a:cubicBezTo>
                      <a:pt x="518" y="821"/>
                      <a:pt x="518" y="827"/>
                      <a:pt x="523" y="833"/>
                    </a:cubicBezTo>
                    <a:cubicBezTo>
                      <a:pt x="528" y="856"/>
                      <a:pt x="528" y="873"/>
                      <a:pt x="533" y="888"/>
                    </a:cubicBezTo>
                    <a:cubicBezTo>
                      <a:pt x="533" y="894"/>
                      <a:pt x="533" y="899"/>
                      <a:pt x="539" y="905"/>
                    </a:cubicBezTo>
                    <a:cubicBezTo>
                      <a:pt x="544" y="927"/>
                      <a:pt x="544" y="949"/>
                      <a:pt x="544" y="972"/>
                    </a:cubicBezTo>
                    <a:lnTo>
                      <a:pt x="544" y="989"/>
                    </a:lnTo>
                    <a:cubicBezTo>
                      <a:pt x="544" y="1006"/>
                      <a:pt x="544" y="1029"/>
                      <a:pt x="549" y="1045"/>
                    </a:cubicBezTo>
                    <a:lnTo>
                      <a:pt x="549" y="1061"/>
                    </a:lnTo>
                    <a:lnTo>
                      <a:pt x="549" y="1123"/>
                    </a:lnTo>
                    <a:lnTo>
                      <a:pt x="549" y="1134"/>
                    </a:lnTo>
                    <a:cubicBezTo>
                      <a:pt x="549" y="1150"/>
                      <a:pt x="544" y="1166"/>
                      <a:pt x="544" y="1183"/>
                    </a:cubicBezTo>
                    <a:cubicBezTo>
                      <a:pt x="544" y="1188"/>
                      <a:pt x="544" y="1193"/>
                      <a:pt x="539" y="1200"/>
                    </a:cubicBezTo>
                    <a:cubicBezTo>
                      <a:pt x="533" y="1217"/>
                      <a:pt x="533" y="1233"/>
                      <a:pt x="533" y="1245"/>
                    </a:cubicBezTo>
                    <a:cubicBezTo>
                      <a:pt x="533" y="1250"/>
                      <a:pt x="533" y="1255"/>
                      <a:pt x="528" y="1261"/>
                    </a:cubicBezTo>
                    <a:cubicBezTo>
                      <a:pt x="523" y="1283"/>
                      <a:pt x="523" y="1301"/>
                      <a:pt x="518" y="1317"/>
                    </a:cubicBezTo>
                    <a:cubicBezTo>
                      <a:pt x="518" y="1322"/>
                      <a:pt x="512" y="1327"/>
                      <a:pt x="512" y="1334"/>
                    </a:cubicBezTo>
                    <a:cubicBezTo>
                      <a:pt x="507" y="1350"/>
                      <a:pt x="507" y="1361"/>
                      <a:pt x="502" y="1378"/>
                    </a:cubicBezTo>
                    <a:cubicBezTo>
                      <a:pt x="497" y="1388"/>
                      <a:pt x="497" y="1395"/>
                      <a:pt x="491" y="1406"/>
                    </a:cubicBezTo>
                    <a:cubicBezTo>
                      <a:pt x="486" y="1423"/>
                      <a:pt x="481" y="1433"/>
                      <a:pt x="475" y="1445"/>
                    </a:cubicBezTo>
                    <a:lnTo>
                      <a:pt x="236" y="2061"/>
                    </a:lnTo>
                    <a:cubicBezTo>
                      <a:pt x="231" y="2077"/>
                      <a:pt x="219" y="2093"/>
                      <a:pt x="214" y="2105"/>
                    </a:cubicBezTo>
                    <a:cubicBezTo>
                      <a:pt x="203" y="2127"/>
                      <a:pt x="192" y="2150"/>
                      <a:pt x="181" y="2167"/>
                    </a:cubicBezTo>
                    <a:cubicBezTo>
                      <a:pt x="176" y="2172"/>
                      <a:pt x="176" y="2177"/>
                      <a:pt x="171" y="2183"/>
                    </a:cubicBezTo>
                    <a:cubicBezTo>
                      <a:pt x="160" y="2200"/>
                      <a:pt x="149" y="2211"/>
                      <a:pt x="144" y="2223"/>
                    </a:cubicBezTo>
                    <a:cubicBezTo>
                      <a:pt x="126" y="2245"/>
                      <a:pt x="110" y="2262"/>
                      <a:pt x="99" y="2272"/>
                    </a:cubicBezTo>
                    <a:cubicBezTo>
                      <a:pt x="93" y="2278"/>
                      <a:pt x="88" y="2278"/>
                      <a:pt x="88" y="2283"/>
                    </a:cubicBezTo>
                    <a:cubicBezTo>
                      <a:pt x="78" y="2293"/>
                      <a:pt x="66" y="2305"/>
                      <a:pt x="56" y="2310"/>
                    </a:cubicBezTo>
                    <a:cubicBezTo>
                      <a:pt x="50" y="2315"/>
                      <a:pt x="45" y="2315"/>
                      <a:pt x="45" y="2321"/>
                    </a:cubicBezTo>
                    <a:cubicBezTo>
                      <a:pt x="28" y="2331"/>
                      <a:pt x="18" y="2344"/>
                      <a:pt x="0" y="2354"/>
                    </a:cubicBezTo>
                    <a:lnTo>
                      <a:pt x="455" y="2088"/>
                    </a:lnTo>
                    <a:cubicBezTo>
                      <a:pt x="472" y="2077"/>
                      <a:pt x="487" y="2066"/>
                      <a:pt x="500" y="2055"/>
                    </a:cubicBezTo>
                    <a:cubicBezTo>
                      <a:pt x="505" y="2050"/>
                      <a:pt x="510" y="2050"/>
                      <a:pt x="517" y="2045"/>
                    </a:cubicBezTo>
                    <a:cubicBezTo>
                      <a:pt x="527" y="2035"/>
                      <a:pt x="539" y="2027"/>
                      <a:pt x="549" y="2017"/>
                    </a:cubicBezTo>
                    <a:cubicBezTo>
                      <a:pt x="554" y="2011"/>
                      <a:pt x="560" y="2011"/>
                      <a:pt x="560" y="2006"/>
                    </a:cubicBezTo>
                    <a:cubicBezTo>
                      <a:pt x="576" y="1989"/>
                      <a:pt x="587" y="1979"/>
                      <a:pt x="599" y="1962"/>
                    </a:cubicBezTo>
                    <a:cubicBezTo>
                      <a:pt x="616" y="1940"/>
                      <a:pt x="627" y="1930"/>
                      <a:pt x="632" y="1912"/>
                    </a:cubicBezTo>
                    <a:cubicBezTo>
                      <a:pt x="654" y="1879"/>
                      <a:pt x="664" y="1857"/>
                      <a:pt x="676" y="1835"/>
                    </a:cubicBezTo>
                    <a:cubicBezTo>
                      <a:pt x="681" y="1818"/>
                      <a:pt x="694" y="1802"/>
                      <a:pt x="699" y="1790"/>
                    </a:cubicBezTo>
                    <a:lnTo>
                      <a:pt x="937" y="1175"/>
                    </a:lnTo>
                    <a:cubicBezTo>
                      <a:pt x="942" y="1170"/>
                      <a:pt x="942" y="1165"/>
                      <a:pt x="942" y="1158"/>
                    </a:cubicBezTo>
                    <a:cubicBezTo>
                      <a:pt x="947" y="1147"/>
                      <a:pt x="947" y="1141"/>
                      <a:pt x="952" y="1136"/>
                    </a:cubicBezTo>
                    <a:cubicBezTo>
                      <a:pt x="958" y="1125"/>
                      <a:pt x="958" y="1119"/>
                      <a:pt x="963" y="1108"/>
                    </a:cubicBezTo>
                    <a:cubicBezTo>
                      <a:pt x="968" y="1092"/>
                      <a:pt x="973" y="1081"/>
                      <a:pt x="973" y="1063"/>
                    </a:cubicBezTo>
                    <a:cubicBezTo>
                      <a:pt x="973" y="1058"/>
                      <a:pt x="979" y="1053"/>
                      <a:pt x="979" y="1047"/>
                    </a:cubicBezTo>
                    <a:cubicBezTo>
                      <a:pt x="984" y="1025"/>
                      <a:pt x="989" y="1008"/>
                      <a:pt x="989" y="992"/>
                    </a:cubicBezTo>
                    <a:cubicBezTo>
                      <a:pt x="989" y="982"/>
                      <a:pt x="994" y="974"/>
                      <a:pt x="994" y="974"/>
                    </a:cubicBezTo>
                    <a:cubicBezTo>
                      <a:pt x="1000" y="964"/>
                      <a:pt x="1000" y="952"/>
                      <a:pt x="1000" y="942"/>
                    </a:cubicBezTo>
                    <a:cubicBezTo>
                      <a:pt x="1000" y="937"/>
                      <a:pt x="1000" y="931"/>
                      <a:pt x="1005" y="925"/>
                    </a:cubicBezTo>
                    <a:cubicBezTo>
                      <a:pt x="1005" y="920"/>
                      <a:pt x="1005" y="915"/>
                      <a:pt x="1010" y="908"/>
                    </a:cubicBezTo>
                    <a:lnTo>
                      <a:pt x="1010" y="891"/>
                    </a:lnTo>
                    <a:cubicBezTo>
                      <a:pt x="1010" y="880"/>
                      <a:pt x="1015" y="869"/>
                      <a:pt x="1015" y="858"/>
                    </a:cubicBezTo>
                    <a:lnTo>
                      <a:pt x="1015" y="848"/>
                    </a:lnTo>
                    <a:cubicBezTo>
                      <a:pt x="1015" y="826"/>
                      <a:pt x="1020" y="809"/>
                      <a:pt x="1020" y="798"/>
                    </a:cubicBezTo>
                    <a:lnTo>
                      <a:pt x="1020" y="798"/>
                    </a:lnTo>
                    <a:cubicBezTo>
                      <a:pt x="1019" y="799"/>
                      <a:pt x="1017" y="799"/>
                      <a:pt x="1016" y="799"/>
                    </a:cubicBezTo>
                    <a:cubicBezTo>
                      <a:pt x="1009" y="799"/>
                      <a:pt x="1009" y="794"/>
                      <a:pt x="1009" y="794"/>
                    </a:cubicBezTo>
                    <a:lnTo>
                      <a:pt x="1009" y="777"/>
                    </a:lnTo>
                    <a:lnTo>
                      <a:pt x="1009" y="754"/>
                    </a:lnTo>
                    <a:cubicBezTo>
                      <a:pt x="1009" y="744"/>
                      <a:pt x="1009" y="732"/>
                      <a:pt x="1004" y="722"/>
                    </a:cubicBezTo>
                    <a:lnTo>
                      <a:pt x="1004" y="705"/>
                    </a:lnTo>
                    <a:cubicBezTo>
                      <a:pt x="1004" y="683"/>
                      <a:pt x="998" y="665"/>
                      <a:pt x="998" y="650"/>
                    </a:cubicBezTo>
                    <a:cubicBezTo>
                      <a:pt x="998" y="634"/>
                      <a:pt x="993" y="633"/>
                      <a:pt x="993" y="628"/>
                    </a:cubicBezTo>
                    <a:cubicBezTo>
                      <a:pt x="993" y="617"/>
                      <a:pt x="988" y="611"/>
                      <a:pt x="988" y="600"/>
                    </a:cubicBezTo>
                    <a:cubicBezTo>
                      <a:pt x="988" y="590"/>
                      <a:pt x="983" y="578"/>
                      <a:pt x="983" y="572"/>
                    </a:cubicBezTo>
                    <a:cubicBezTo>
                      <a:pt x="983" y="568"/>
                      <a:pt x="978" y="562"/>
                      <a:pt x="978" y="555"/>
                    </a:cubicBezTo>
                    <a:cubicBezTo>
                      <a:pt x="972" y="528"/>
                      <a:pt x="972" y="511"/>
                      <a:pt x="967" y="493"/>
                    </a:cubicBezTo>
                    <a:cubicBezTo>
                      <a:pt x="962" y="483"/>
                      <a:pt x="962" y="477"/>
                      <a:pt x="962" y="471"/>
                    </a:cubicBezTo>
                    <a:cubicBezTo>
                      <a:pt x="957" y="461"/>
                      <a:pt x="957" y="449"/>
                      <a:pt x="957" y="439"/>
                    </a:cubicBezTo>
                    <a:cubicBezTo>
                      <a:pt x="951" y="429"/>
                      <a:pt x="951" y="422"/>
                      <a:pt x="951" y="417"/>
                    </a:cubicBezTo>
                    <a:cubicBezTo>
                      <a:pt x="946" y="412"/>
                      <a:pt x="946" y="399"/>
                      <a:pt x="946" y="395"/>
                    </a:cubicBezTo>
                    <a:cubicBezTo>
                      <a:pt x="946" y="390"/>
                      <a:pt x="941" y="385"/>
                      <a:pt x="941" y="377"/>
                    </a:cubicBezTo>
                    <a:cubicBezTo>
                      <a:pt x="936" y="360"/>
                      <a:pt x="930" y="338"/>
                      <a:pt x="924" y="323"/>
                    </a:cubicBezTo>
                    <a:cubicBezTo>
                      <a:pt x="919" y="301"/>
                      <a:pt x="914" y="283"/>
                      <a:pt x="906" y="267"/>
                    </a:cubicBezTo>
                    <a:cubicBezTo>
                      <a:pt x="901" y="262"/>
                      <a:pt x="901" y="257"/>
                      <a:pt x="901" y="250"/>
                    </a:cubicBezTo>
                    <a:cubicBezTo>
                      <a:pt x="896" y="245"/>
                      <a:pt x="896" y="240"/>
                      <a:pt x="896" y="234"/>
                    </a:cubicBezTo>
                    <a:cubicBezTo>
                      <a:pt x="891" y="228"/>
                      <a:pt x="891" y="223"/>
                      <a:pt x="891" y="216"/>
                    </a:cubicBezTo>
                    <a:cubicBezTo>
                      <a:pt x="885" y="199"/>
                      <a:pt x="880" y="183"/>
                      <a:pt x="869" y="167"/>
                    </a:cubicBezTo>
                    <a:cubicBezTo>
                      <a:pt x="863" y="150"/>
                      <a:pt x="858" y="134"/>
                      <a:pt x="847" y="116"/>
                    </a:cubicBezTo>
                    <a:cubicBezTo>
                      <a:pt x="841" y="106"/>
                      <a:pt x="841" y="100"/>
                      <a:pt x="836" y="94"/>
                    </a:cubicBezTo>
                    <a:cubicBezTo>
                      <a:pt x="831" y="89"/>
                      <a:pt x="831" y="84"/>
                      <a:pt x="831" y="78"/>
                    </a:cubicBezTo>
                    <a:cubicBezTo>
                      <a:pt x="826" y="72"/>
                      <a:pt x="826" y="67"/>
                      <a:pt x="826" y="61"/>
                    </a:cubicBezTo>
                    <a:cubicBezTo>
                      <a:pt x="820" y="43"/>
                      <a:pt x="809" y="27"/>
                      <a:pt x="804" y="11"/>
                    </a:cubicBezTo>
                    <a:cubicBezTo>
                      <a:pt x="798" y="5"/>
                      <a:pt x="798"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2"/>
              <p:cNvSpPr/>
              <p:nvPr/>
            </p:nvSpPr>
            <p:spPr>
              <a:xfrm>
                <a:off x="7446756" y="1034537"/>
                <a:ext cx="409631" cy="297656"/>
              </a:xfrm>
              <a:custGeom>
                <a:rect b="b" l="l" r="r" t="t"/>
                <a:pathLst>
                  <a:path extrusionOk="0" h="2520" w="3468">
                    <a:moveTo>
                      <a:pt x="455" y="1"/>
                    </a:moveTo>
                    <a:lnTo>
                      <a:pt x="0" y="267"/>
                    </a:lnTo>
                    <a:lnTo>
                      <a:pt x="2142" y="1504"/>
                    </a:lnTo>
                    <a:cubicBezTo>
                      <a:pt x="2164" y="1515"/>
                      <a:pt x="2181" y="1526"/>
                      <a:pt x="2204" y="1543"/>
                    </a:cubicBezTo>
                    <a:cubicBezTo>
                      <a:pt x="2209" y="1548"/>
                      <a:pt x="2215" y="1548"/>
                      <a:pt x="2221" y="1553"/>
                    </a:cubicBezTo>
                    <a:cubicBezTo>
                      <a:pt x="2241" y="1565"/>
                      <a:pt x="2258" y="1575"/>
                      <a:pt x="2269" y="1582"/>
                    </a:cubicBezTo>
                    <a:cubicBezTo>
                      <a:pt x="2274" y="1587"/>
                      <a:pt x="2280" y="1592"/>
                      <a:pt x="2287" y="1592"/>
                    </a:cubicBezTo>
                    <a:cubicBezTo>
                      <a:pt x="2309" y="1609"/>
                      <a:pt x="2326" y="1619"/>
                      <a:pt x="2341" y="1636"/>
                    </a:cubicBezTo>
                    <a:cubicBezTo>
                      <a:pt x="2358" y="1654"/>
                      <a:pt x="2381" y="1664"/>
                      <a:pt x="2397" y="1681"/>
                    </a:cubicBezTo>
                    <a:lnTo>
                      <a:pt x="2414" y="1698"/>
                    </a:lnTo>
                    <a:cubicBezTo>
                      <a:pt x="2431" y="1708"/>
                      <a:pt x="2441" y="1720"/>
                      <a:pt x="2453" y="1730"/>
                    </a:cubicBezTo>
                    <a:lnTo>
                      <a:pt x="2470" y="1748"/>
                    </a:lnTo>
                    <a:lnTo>
                      <a:pt x="2514" y="1792"/>
                    </a:lnTo>
                    <a:lnTo>
                      <a:pt x="2525" y="1803"/>
                    </a:lnTo>
                    <a:cubicBezTo>
                      <a:pt x="2542" y="1819"/>
                      <a:pt x="2557" y="1835"/>
                      <a:pt x="2575" y="1858"/>
                    </a:cubicBezTo>
                    <a:lnTo>
                      <a:pt x="2592" y="1875"/>
                    </a:lnTo>
                    <a:cubicBezTo>
                      <a:pt x="2609" y="1892"/>
                      <a:pt x="2619" y="1902"/>
                      <a:pt x="2631" y="1919"/>
                    </a:cubicBezTo>
                    <a:lnTo>
                      <a:pt x="2648" y="1937"/>
                    </a:lnTo>
                    <a:cubicBezTo>
                      <a:pt x="2665" y="1954"/>
                      <a:pt x="2681" y="1976"/>
                      <a:pt x="2692" y="1991"/>
                    </a:cubicBezTo>
                    <a:cubicBezTo>
                      <a:pt x="2714" y="2013"/>
                      <a:pt x="2725" y="2035"/>
                      <a:pt x="2743" y="2058"/>
                    </a:cubicBezTo>
                    <a:cubicBezTo>
                      <a:pt x="2765" y="2086"/>
                      <a:pt x="2781" y="2108"/>
                      <a:pt x="2797" y="2135"/>
                    </a:cubicBezTo>
                    <a:cubicBezTo>
                      <a:pt x="2830" y="2185"/>
                      <a:pt x="2859" y="2229"/>
                      <a:pt x="2886" y="2274"/>
                    </a:cubicBezTo>
                    <a:cubicBezTo>
                      <a:pt x="2903" y="2307"/>
                      <a:pt x="2919" y="2336"/>
                      <a:pt x="2937" y="2358"/>
                    </a:cubicBezTo>
                    <a:cubicBezTo>
                      <a:pt x="2947" y="2380"/>
                      <a:pt x="2964" y="2402"/>
                      <a:pt x="2975" y="2430"/>
                    </a:cubicBezTo>
                    <a:cubicBezTo>
                      <a:pt x="2981" y="2435"/>
                      <a:pt x="2981" y="2441"/>
                      <a:pt x="2981" y="2447"/>
                    </a:cubicBezTo>
                    <a:cubicBezTo>
                      <a:pt x="2991" y="2469"/>
                      <a:pt x="3003" y="2491"/>
                      <a:pt x="3013" y="2519"/>
                    </a:cubicBezTo>
                    <a:lnTo>
                      <a:pt x="3468" y="2253"/>
                    </a:lnTo>
                    <a:cubicBezTo>
                      <a:pt x="3462" y="2236"/>
                      <a:pt x="3457" y="2226"/>
                      <a:pt x="3451" y="2213"/>
                    </a:cubicBezTo>
                    <a:cubicBezTo>
                      <a:pt x="3446" y="2203"/>
                      <a:pt x="3440" y="2191"/>
                      <a:pt x="3434" y="2181"/>
                    </a:cubicBezTo>
                    <a:cubicBezTo>
                      <a:pt x="3429" y="2176"/>
                      <a:pt x="3429" y="2170"/>
                      <a:pt x="3429" y="2164"/>
                    </a:cubicBezTo>
                    <a:cubicBezTo>
                      <a:pt x="3411" y="2137"/>
                      <a:pt x="3406" y="2114"/>
                      <a:pt x="3395" y="2097"/>
                    </a:cubicBezTo>
                    <a:cubicBezTo>
                      <a:pt x="3379" y="2065"/>
                      <a:pt x="3363" y="2043"/>
                      <a:pt x="3346" y="2013"/>
                    </a:cubicBezTo>
                    <a:cubicBezTo>
                      <a:pt x="3319" y="1964"/>
                      <a:pt x="3291" y="1919"/>
                      <a:pt x="3257" y="1875"/>
                    </a:cubicBezTo>
                    <a:cubicBezTo>
                      <a:pt x="3235" y="1841"/>
                      <a:pt x="3217" y="1819"/>
                      <a:pt x="3195" y="1791"/>
                    </a:cubicBezTo>
                    <a:cubicBezTo>
                      <a:pt x="3179" y="1768"/>
                      <a:pt x="3163" y="1746"/>
                      <a:pt x="3151" y="1729"/>
                    </a:cubicBezTo>
                    <a:cubicBezTo>
                      <a:pt x="3133" y="1707"/>
                      <a:pt x="3123" y="1697"/>
                      <a:pt x="3111" y="1679"/>
                    </a:cubicBezTo>
                    <a:cubicBezTo>
                      <a:pt x="3106" y="1675"/>
                      <a:pt x="3106" y="1669"/>
                      <a:pt x="3101" y="1669"/>
                    </a:cubicBezTo>
                    <a:lnTo>
                      <a:pt x="3084" y="1652"/>
                    </a:lnTo>
                    <a:cubicBezTo>
                      <a:pt x="3079" y="1647"/>
                      <a:pt x="3074" y="1635"/>
                      <a:pt x="3067" y="1630"/>
                    </a:cubicBezTo>
                    <a:lnTo>
                      <a:pt x="3044" y="1608"/>
                    </a:lnTo>
                    <a:lnTo>
                      <a:pt x="3028" y="1590"/>
                    </a:lnTo>
                    <a:cubicBezTo>
                      <a:pt x="3006" y="1568"/>
                      <a:pt x="2995" y="1551"/>
                      <a:pt x="2978" y="1541"/>
                    </a:cubicBezTo>
                    <a:lnTo>
                      <a:pt x="2967" y="1530"/>
                    </a:lnTo>
                    <a:lnTo>
                      <a:pt x="2934" y="1498"/>
                    </a:lnTo>
                    <a:cubicBezTo>
                      <a:pt x="2929" y="1493"/>
                      <a:pt x="2924" y="1493"/>
                      <a:pt x="2924" y="1487"/>
                    </a:cubicBezTo>
                    <a:lnTo>
                      <a:pt x="2907" y="1470"/>
                    </a:lnTo>
                    <a:lnTo>
                      <a:pt x="2890" y="1453"/>
                    </a:lnTo>
                    <a:cubicBezTo>
                      <a:pt x="2885" y="1448"/>
                      <a:pt x="2873" y="1442"/>
                      <a:pt x="2867" y="1436"/>
                    </a:cubicBezTo>
                    <a:lnTo>
                      <a:pt x="2851" y="1419"/>
                    </a:lnTo>
                    <a:lnTo>
                      <a:pt x="2840" y="1409"/>
                    </a:lnTo>
                    <a:cubicBezTo>
                      <a:pt x="2823" y="1398"/>
                      <a:pt x="2808" y="1381"/>
                      <a:pt x="2796" y="1369"/>
                    </a:cubicBezTo>
                    <a:cubicBezTo>
                      <a:pt x="2778" y="1359"/>
                      <a:pt x="2763" y="1347"/>
                      <a:pt x="2751" y="1337"/>
                    </a:cubicBezTo>
                    <a:cubicBezTo>
                      <a:pt x="2746" y="1331"/>
                      <a:pt x="2746" y="1331"/>
                      <a:pt x="2741" y="1331"/>
                    </a:cubicBezTo>
                    <a:cubicBezTo>
                      <a:pt x="2735" y="1326"/>
                      <a:pt x="2730" y="1321"/>
                      <a:pt x="2724" y="1321"/>
                    </a:cubicBezTo>
                    <a:cubicBezTo>
                      <a:pt x="2719" y="1316"/>
                      <a:pt x="2707" y="1310"/>
                      <a:pt x="2702" y="1304"/>
                    </a:cubicBezTo>
                    <a:cubicBezTo>
                      <a:pt x="2691" y="1299"/>
                      <a:pt x="2684" y="1294"/>
                      <a:pt x="2674" y="1286"/>
                    </a:cubicBezTo>
                    <a:cubicBezTo>
                      <a:pt x="2668" y="1281"/>
                      <a:pt x="2663" y="1281"/>
                      <a:pt x="2657" y="1276"/>
                    </a:cubicBezTo>
                    <a:cubicBezTo>
                      <a:pt x="2635" y="1259"/>
                      <a:pt x="2624" y="1254"/>
                      <a:pt x="2608" y="1243"/>
                    </a:cubicBezTo>
                    <a:cubicBezTo>
                      <a:pt x="2602" y="1238"/>
                      <a:pt x="2602" y="1238"/>
                      <a:pt x="2597" y="1238"/>
                    </a:cubicBezTo>
                    <a:lnTo>
                      <a:pt x="45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2"/>
              <p:cNvSpPr/>
              <p:nvPr/>
            </p:nvSpPr>
            <p:spPr>
              <a:xfrm>
                <a:off x="7321434" y="1049775"/>
                <a:ext cx="506015" cy="528694"/>
              </a:xfrm>
              <a:custGeom>
                <a:rect b="b" l="l" r="r" t="t"/>
                <a:pathLst>
                  <a:path extrusionOk="0" h="4476" w="4284">
                    <a:moveTo>
                      <a:pt x="836" y="626"/>
                    </a:moveTo>
                    <a:cubicBezTo>
                      <a:pt x="909" y="626"/>
                      <a:pt x="990" y="651"/>
                      <a:pt x="1076" y="703"/>
                    </a:cubicBezTo>
                    <a:lnTo>
                      <a:pt x="3218" y="1940"/>
                    </a:lnTo>
                    <a:cubicBezTo>
                      <a:pt x="3396" y="2039"/>
                      <a:pt x="3558" y="2228"/>
                      <a:pt x="3657" y="2455"/>
                    </a:cubicBezTo>
                    <a:cubicBezTo>
                      <a:pt x="3758" y="2678"/>
                      <a:pt x="3780" y="2899"/>
                      <a:pt x="3718" y="3055"/>
                    </a:cubicBezTo>
                    <a:lnTo>
                      <a:pt x="3472" y="3665"/>
                    </a:lnTo>
                    <a:cubicBezTo>
                      <a:pt x="3423" y="3790"/>
                      <a:pt x="3325" y="3854"/>
                      <a:pt x="3205" y="3854"/>
                    </a:cubicBezTo>
                    <a:cubicBezTo>
                      <a:pt x="3132" y="3854"/>
                      <a:pt x="3050" y="3830"/>
                      <a:pt x="2967" y="3783"/>
                    </a:cubicBezTo>
                    <a:lnTo>
                      <a:pt x="1307" y="2822"/>
                    </a:lnTo>
                    <a:cubicBezTo>
                      <a:pt x="1086" y="2694"/>
                      <a:pt x="885" y="2416"/>
                      <a:pt x="809" y="2128"/>
                    </a:cubicBezTo>
                    <a:lnTo>
                      <a:pt x="570" y="1240"/>
                    </a:lnTo>
                    <a:cubicBezTo>
                      <a:pt x="510" y="1013"/>
                      <a:pt x="536" y="823"/>
                      <a:pt x="637" y="713"/>
                    </a:cubicBezTo>
                    <a:cubicBezTo>
                      <a:pt x="689" y="656"/>
                      <a:pt x="758" y="626"/>
                      <a:pt x="836" y="626"/>
                    </a:cubicBezTo>
                    <a:close/>
                    <a:moveTo>
                      <a:pt x="621" y="1"/>
                    </a:moveTo>
                    <a:cubicBezTo>
                      <a:pt x="472" y="1"/>
                      <a:pt x="341" y="53"/>
                      <a:pt x="244" y="159"/>
                    </a:cubicBezTo>
                    <a:cubicBezTo>
                      <a:pt x="50" y="359"/>
                      <a:pt x="1" y="736"/>
                      <a:pt x="117" y="1164"/>
                    </a:cubicBezTo>
                    <a:lnTo>
                      <a:pt x="355" y="2051"/>
                    </a:lnTo>
                    <a:cubicBezTo>
                      <a:pt x="500" y="2601"/>
                      <a:pt x="883" y="3134"/>
                      <a:pt x="1310" y="3377"/>
                    </a:cubicBezTo>
                    <a:lnTo>
                      <a:pt x="2969" y="4338"/>
                    </a:lnTo>
                    <a:cubicBezTo>
                      <a:pt x="3131" y="4430"/>
                      <a:pt x="3287" y="4476"/>
                      <a:pt x="3426" y="4476"/>
                    </a:cubicBezTo>
                    <a:cubicBezTo>
                      <a:pt x="3654" y="4476"/>
                      <a:pt x="3837" y="4355"/>
                      <a:pt x="3929" y="4121"/>
                    </a:cubicBezTo>
                    <a:lnTo>
                      <a:pt x="4167" y="3506"/>
                    </a:lnTo>
                    <a:cubicBezTo>
                      <a:pt x="4284" y="3218"/>
                      <a:pt x="4240" y="2784"/>
                      <a:pt x="4051" y="2363"/>
                    </a:cubicBezTo>
                    <a:cubicBezTo>
                      <a:pt x="3862" y="1941"/>
                      <a:pt x="3552" y="1574"/>
                      <a:pt x="3224" y="1379"/>
                    </a:cubicBezTo>
                    <a:lnTo>
                      <a:pt x="1082" y="142"/>
                    </a:lnTo>
                    <a:cubicBezTo>
                      <a:pt x="921" y="48"/>
                      <a:pt x="763" y="1"/>
                      <a:pt x="62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2"/>
              <p:cNvSpPr/>
              <p:nvPr/>
            </p:nvSpPr>
            <p:spPr>
              <a:xfrm>
                <a:off x="7590151" y="3196798"/>
                <a:ext cx="77485" cy="583973"/>
              </a:xfrm>
              <a:custGeom>
                <a:rect b="b" l="l" r="r" t="t"/>
                <a:pathLst>
                  <a:path extrusionOk="0" h="4944" w="656">
                    <a:moveTo>
                      <a:pt x="655" y="16"/>
                    </a:moveTo>
                    <a:lnTo>
                      <a:pt x="655" y="16"/>
                    </a:lnTo>
                    <a:cubicBezTo>
                      <a:pt x="655" y="16"/>
                      <a:pt x="655" y="16"/>
                      <a:pt x="655" y="16"/>
                    </a:cubicBezTo>
                    <a:lnTo>
                      <a:pt x="655" y="16"/>
                    </a:lnTo>
                    <a:cubicBezTo>
                      <a:pt x="655" y="16"/>
                      <a:pt x="655" y="16"/>
                      <a:pt x="655" y="16"/>
                    </a:cubicBezTo>
                    <a:close/>
                    <a:moveTo>
                      <a:pt x="638" y="1"/>
                    </a:moveTo>
                    <a:cubicBezTo>
                      <a:pt x="615" y="55"/>
                      <a:pt x="566" y="100"/>
                      <a:pt x="494" y="144"/>
                    </a:cubicBezTo>
                    <a:cubicBezTo>
                      <a:pt x="466" y="162"/>
                      <a:pt x="432" y="179"/>
                      <a:pt x="399" y="189"/>
                    </a:cubicBezTo>
                    <a:cubicBezTo>
                      <a:pt x="308" y="221"/>
                      <a:pt x="204" y="241"/>
                      <a:pt x="99" y="241"/>
                    </a:cubicBezTo>
                    <a:cubicBezTo>
                      <a:pt x="77" y="241"/>
                      <a:pt x="55" y="240"/>
                      <a:pt x="33" y="238"/>
                    </a:cubicBezTo>
                    <a:lnTo>
                      <a:pt x="0" y="4616"/>
                    </a:lnTo>
                    <a:cubicBezTo>
                      <a:pt x="28" y="4750"/>
                      <a:pt x="62" y="4859"/>
                      <a:pt x="95" y="4943"/>
                    </a:cubicBezTo>
                    <a:cubicBezTo>
                      <a:pt x="95" y="4943"/>
                      <a:pt x="588" y="2363"/>
                      <a:pt x="655" y="16"/>
                    </a:cubicBezTo>
                    <a:lnTo>
                      <a:pt x="655" y="16"/>
                    </a:lnTo>
                    <a:cubicBezTo>
                      <a:pt x="655" y="17"/>
                      <a:pt x="655" y="17"/>
                      <a:pt x="654" y="17"/>
                    </a:cubicBezTo>
                    <a:cubicBezTo>
                      <a:pt x="651" y="17"/>
                      <a:pt x="639" y="4"/>
                      <a:pt x="638"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2"/>
              <p:cNvSpPr/>
              <p:nvPr/>
            </p:nvSpPr>
            <p:spPr>
              <a:xfrm>
                <a:off x="7535699" y="3198688"/>
                <a:ext cx="102998" cy="544049"/>
              </a:xfrm>
              <a:custGeom>
                <a:rect b="b" l="l" r="r" t="t"/>
                <a:pathLst>
                  <a:path extrusionOk="0" h="4606" w="872">
                    <a:moveTo>
                      <a:pt x="0" y="0"/>
                    </a:moveTo>
                    <a:lnTo>
                      <a:pt x="0" y="0"/>
                    </a:lnTo>
                    <a:cubicBezTo>
                      <a:pt x="117" y="1248"/>
                      <a:pt x="289" y="3884"/>
                      <a:pt x="461" y="4606"/>
                    </a:cubicBezTo>
                    <a:lnTo>
                      <a:pt x="872" y="149"/>
                    </a:lnTo>
                    <a:cubicBezTo>
                      <a:pt x="866" y="149"/>
                      <a:pt x="859" y="149"/>
                      <a:pt x="850" y="149"/>
                    </a:cubicBezTo>
                    <a:cubicBezTo>
                      <a:pt x="758" y="149"/>
                      <a:pt x="547" y="165"/>
                      <a:pt x="377" y="165"/>
                    </a:cubicBezTo>
                    <a:cubicBezTo>
                      <a:pt x="273" y="165"/>
                      <a:pt x="184" y="159"/>
                      <a:pt x="149" y="139"/>
                    </a:cubicBezTo>
                    <a:cubicBezTo>
                      <a:pt x="89" y="100"/>
                      <a:pt x="28" y="44"/>
                      <a:pt x="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 name="Google Shape;901;p32"/>
              <p:cNvGrpSpPr/>
              <p:nvPr/>
            </p:nvGrpSpPr>
            <p:grpSpPr>
              <a:xfrm>
                <a:off x="5463329" y="1399521"/>
                <a:ext cx="1864842" cy="2458500"/>
                <a:chOff x="-3920350" y="2265520"/>
                <a:chExt cx="2920662" cy="3850431"/>
              </a:xfrm>
            </p:grpSpPr>
            <p:sp>
              <p:nvSpPr>
                <p:cNvPr id="902" name="Google Shape;902;p32"/>
                <p:cNvSpPr/>
                <p:nvPr/>
              </p:nvSpPr>
              <p:spPr>
                <a:xfrm>
                  <a:off x="-2478893" y="6004031"/>
                  <a:ext cx="58458" cy="99711"/>
                </a:xfrm>
                <a:custGeom>
                  <a:rect b="b" l="l" r="r" t="t"/>
                  <a:pathLst>
                    <a:path extrusionOk="0" h="539" w="316">
                      <a:moveTo>
                        <a:pt x="0" y="0"/>
                      </a:moveTo>
                      <a:lnTo>
                        <a:pt x="0" y="289"/>
                      </a:lnTo>
                      <a:cubicBezTo>
                        <a:pt x="33" y="361"/>
                        <a:pt x="94" y="423"/>
                        <a:pt x="189" y="477"/>
                      </a:cubicBezTo>
                      <a:cubicBezTo>
                        <a:pt x="228" y="499"/>
                        <a:pt x="273" y="521"/>
                        <a:pt x="316" y="539"/>
                      </a:cubicBezTo>
                      <a:lnTo>
                        <a:pt x="316" y="239"/>
                      </a:lnTo>
                      <a:cubicBezTo>
                        <a:pt x="270" y="221"/>
                        <a:pt x="226" y="199"/>
                        <a:pt x="189" y="177"/>
                      </a:cubicBezTo>
                      <a:cubicBezTo>
                        <a:pt x="111" y="132"/>
                        <a:pt x="55" y="83"/>
                        <a:pt x="17" y="21"/>
                      </a:cubicBezTo>
                      <a:cubicBezTo>
                        <a:pt x="11" y="16"/>
                        <a:pt x="5" y="11"/>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2"/>
                <p:cNvSpPr/>
                <p:nvPr/>
              </p:nvSpPr>
              <p:spPr>
                <a:xfrm>
                  <a:off x="-2420620" y="6009951"/>
                  <a:ext cx="208487" cy="106001"/>
                </a:xfrm>
                <a:custGeom>
                  <a:rect b="b" l="l" r="r" t="t"/>
                  <a:pathLst>
                    <a:path extrusionOk="0" h="573" w="1127">
                      <a:moveTo>
                        <a:pt x="1127" y="1"/>
                      </a:moveTo>
                      <a:cubicBezTo>
                        <a:pt x="1121" y="6"/>
                        <a:pt x="1121" y="6"/>
                        <a:pt x="1121" y="11"/>
                      </a:cubicBezTo>
                      <a:cubicBezTo>
                        <a:pt x="1083" y="67"/>
                        <a:pt x="1027" y="111"/>
                        <a:pt x="955" y="156"/>
                      </a:cubicBezTo>
                      <a:cubicBezTo>
                        <a:pt x="806" y="236"/>
                        <a:pt x="611" y="278"/>
                        <a:pt x="417" y="278"/>
                      </a:cubicBezTo>
                      <a:cubicBezTo>
                        <a:pt x="271" y="278"/>
                        <a:pt x="126" y="255"/>
                        <a:pt x="1" y="207"/>
                      </a:cubicBezTo>
                      <a:lnTo>
                        <a:pt x="1" y="507"/>
                      </a:lnTo>
                      <a:cubicBezTo>
                        <a:pt x="121" y="551"/>
                        <a:pt x="259" y="573"/>
                        <a:pt x="398" y="573"/>
                      </a:cubicBezTo>
                      <a:cubicBezTo>
                        <a:pt x="592" y="573"/>
                        <a:pt x="787" y="530"/>
                        <a:pt x="933" y="445"/>
                      </a:cubicBezTo>
                      <a:cubicBezTo>
                        <a:pt x="1027" y="390"/>
                        <a:pt x="1094" y="324"/>
                        <a:pt x="1127" y="257"/>
                      </a:cubicBezTo>
                      <a:lnTo>
                        <a:pt x="1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2"/>
                <p:cNvSpPr/>
                <p:nvPr/>
              </p:nvSpPr>
              <p:spPr>
                <a:xfrm>
                  <a:off x="-2489437" y="3315352"/>
                  <a:ext cx="277119" cy="2746029"/>
                </a:xfrm>
                <a:custGeom>
                  <a:rect b="b" l="l" r="r" t="t"/>
                  <a:pathLst>
                    <a:path extrusionOk="0" h="14844" w="1498">
                      <a:moveTo>
                        <a:pt x="1442" y="0"/>
                      </a:moveTo>
                      <a:cubicBezTo>
                        <a:pt x="1425" y="11"/>
                        <a:pt x="1415" y="18"/>
                        <a:pt x="1403" y="28"/>
                      </a:cubicBezTo>
                      <a:cubicBezTo>
                        <a:pt x="1213" y="139"/>
                        <a:pt x="962" y="194"/>
                        <a:pt x="713" y="194"/>
                      </a:cubicBezTo>
                      <a:cubicBezTo>
                        <a:pt x="577" y="194"/>
                        <a:pt x="441" y="178"/>
                        <a:pt x="315" y="145"/>
                      </a:cubicBezTo>
                      <a:cubicBezTo>
                        <a:pt x="215" y="117"/>
                        <a:pt x="121" y="83"/>
                        <a:pt x="32" y="34"/>
                      </a:cubicBezTo>
                      <a:cubicBezTo>
                        <a:pt x="23" y="29"/>
                        <a:pt x="12" y="24"/>
                        <a:pt x="1" y="13"/>
                      </a:cubicBezTo>
                      <a:lnTo>
                        <a:pt x="1" y="13"/>
                      </a:lnTo>
                      <a:lnTo>
                        <a:pt x="56" y="14533"/>
                      </a:lnTo>
                      <a:cubicBezTo>
                        <a:pt x="95" y="14600"/>
                        <a:pt x="156" y="14660"/>
                        <a:pt x="245" y="14711"/>
                      </a:cubicBezTo>
                      <a:cubicBezTo>
                        <a:pt x="283" y="14733"/>
                        <a:pt x="327" y="14755"/>
                        <a:pt x="371" y="14773"/>
                      </a:cubicBezTo>
                      <a:cubicBezTo>
                        <a:pt x="495" y="14820"/>
                        <a:pt x="637" y="14843"/>
                        <a:pt x="780" y="14843"/>
                      </a:cubicBezTo>
                      <a:cubicBezTo>
                        <a:pt x="977" y="14843"/>
                        <a:pt x="1175" y="14799"/>
                        <a:pt x="1326" y="14711"/>
                      </a:cubicBezTo>
                      <a:cubicBezTo>
                        <a:pt x="1403" y="14666"/>
                        <a:pt x="1459" y="14612"/>
                        <a:pt x="1498" y="14555"/>
                      </a:cubicBezTo>
                      <a:lnTo>
                        <a:pt x="144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2"/>
                <p:cNvSpPr/>
                <p:nvPr/>
              </p:nvSpPr>
              <p:spPr>
                <a:xfrm>
                  <a:off x="-2430610" y="3315352"/>
                  <a:ext cx="218476" cy="2746029"/>
                </a:xfrm>
                <a:custGeom>
                  <a:rect b="b" l="l" r="r" t="t"/>
                  <a:pathLst>
                    <a:path extrusionOk="0" h="14844" w="1181">
                      <a:moveTo>
                        <a:pt x="1126" y="0"/>
                      </a:moveTo>
                      <a:cubicBezTo>
                        <a:pt x="1108" y="11"/>
                        <a:pt x="1098" y="18"/>
                        <a:pt x="1086" y="28"/>
                      </a:cubicBezTo>
                      <a:cubicBezTo>
                        <a:pt x="897" y="140"/>
                        <a:pt x="648" y="196"/>
                        <a:pt x="399" y="196"/>
                      </a:cubicBezTo>
                      <a:cubicBezTo>
                        <a:pt x="262" y="196"/>
                        <a:pt x="126" y="179"/>
                        <a:pt x="0" y="146"/>
                      </a:cubicBezTo>
                      <a:lnTo>
                        <a:pt x="0" y="146"/>
                      </a:lnTo>
                      <a:lnTo>
                        <a:pt x="55" y="14773"/>
                      </a:lnTo>
                      <a:cubicBezTo>
                        <a:pt x="178" y="14820"/>
                        <a:pt x="321" y="14843"/>
                        <a:pt x="463" y="14843"/>
                      </a:cubicBezTo>
                      <a:cubicBezTo>
                        <a:pt x="660" y="14843"/>
                        <a:pt x="858" y="14799"/>
                        <a:pt x="1009" y="14711"/>
                      </a:cubicBezTo>
                      <a:cubicBezTo>
                        <a:pt x="1086" y="14666"/>
                        <a:pt x="1143" y="14612"/>
                        <a:pt x="1181" y="14555"/>
                      </a:cubicBezTo>
                      <a:lnTo>
                        <a:pt x="1126" y="0"/>
                      </a:ln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2"/>
                <p:cNvSpPr/>
                <p:nvPr/>
              </p:nvSpPr>
              <p:spPr>
                <a:xfrm>
                  <a:off x="-2533650" y="2809213"/>
                  <a:ext cx="354446" cy="867060"/>
                </a:xfrm>
                <a:custGeom>
                  <a:rect b="b" l="l" r="r" t="t"/>
                  <a:pathLst>
                    <a:path extrusionOk="0" h="4687" w="1916">
                      <a:moveTo>
                        <a:pt x="1905" y="1"/>
                      </a:moveTo>
                      <a:cubicBezTo>
                        <a:pt x="1889" y="11"/>
                        <a:pt x="1873" y="23"/>
                        <a:pt x="1850" y="33"/>
                      </a:cubicBezTo>
                      <a:cubicBezTo>
                        <a:pt x="1598" y="181"/>
                        <a:pt x="1268" y="254"/>
                        <a:pt x="939" y="254"/>
                      </a:cubicBezTo>
                      <a:cubicBezTo>
                        <a:pt x="759" y="254"/>
                        <a:pt x="580" y="232"/>
                        <a:pt x="414" y="189"/>
                      </a:cubicBezTo>
                      <a:cubicBezTo>
                        <a:pt x="280" y="157"/>
                        <a:pt x="158" y="106"/>
                        <a:pt x="42" y="46"/>
                      </a:cubicBezTo>
                      <a:cubicBezTo>
                        <a:pt x="34" y="30"/>
                        <a:pt x="19" y="20"/>
                        <a:pt x="1" y="7"/>
                      </a:cubicBezTo>
                      <a:lnTo>
                        <a:pt x="1" y="7"/>
                      </a:lnTo>
                      <a:lnTo>
                        <a:pt x="12" y="4280"/>
                      </a:lnTo>
                      <a:cubicBezTo>
                        <a:pt x="62" y="4369"/>
                        <a:pt x="139" y="4447"/>
                        <a:pt x="262" y="4519"/>
                      </a:cubicBezTo>
                      <a:cubicBezTo>
                        <a:pt x="312" y="4552"/>
                        <a:pt x="368" y="4574"/>
                        <a:pt x="428" y="4596"/>
                      </a:cubicBezTo>
                      <a:cubicBezTo>
                        <a:pt x="591" y="4656"/>
                        <a:pt x="779" y="4687"/>
                        <a:pt x="967" y="4687"/>
                      </a:cubicBezTo>
                      <a:cubicBezTo>
                        <a:pt x="1227" y="4687"/>
                        <a:pt x="1488" y="4628"/>
                        <a:pt x="1688" y="4512"/>
                      </a:cubicBezTo>
                      <a:cubicBezTo>
                        <a:pt x="1794" y="4451"/>
                        <a:pt x="1867" y="4385"/>
                        <a:pt x="1916" y="4312"/>
                      </a:cubicBezTo>
                      <a:lnTo>
                        <a:pt x="19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2"/>
                <p:cNvSpPr/>
                <p:nvPr/>
              </p:nvSpPr>
              <p:spPr>
                <a:xfrm>
                  <a:off x="-2456508" y="2809398"/>
                  <a:ext cx="277304" cy="867060"/>
                </a:xfrm>
                <a:custGeom>
                  <a:rect b="b" l="l" r="r" t="t"/>
                  <a:pathLst>
                    <a:path extrusionOk="0" h="4687" w="1499">
                      <a:moveTo>
                        <a:pt x="1488" y="1"/>
                      </a:moveTo>
                      <a:cubicBezTo>
                        <a:pt x="1472" y="11"/>
                        <a:pt x="1456" y="24"/>
                        <a:pt x="1433" y="33"/>
                      </a:cubicBezTo>
                      <a:cubicBezTo>
                        <a:pt x="1183" y="175"/>
                        <a:pt x="852" y="248"/>
                        <a:pt x="521" y="248"/>
                      </a:cubicBezTo>
                      <a:cubicBezTo>
                        <a:pt x="343" y="248"/>
                        <a:pt x="165" y="227"/>
                        <a:pt x="1" y="184"/>
                      </a:cubicBezTo>
                      <a:lnTo>
                        <a:pt x="1" y="184"/>
                      </a:lnTo>
                      <a:lnTo>
                        <a:pt x="11" y="4596"/>
                      </a:lnTo>
                      <a:cubicBezTo>
                        <a:pt x="174" y="4656"/>
                        <a:pt x="362" y="4687"/>
                        <a:pt x="550" y="4687"/>
                      </a:cubicBezTo>
                      <a:cubicBezTo>
                        <a:pt x="810" y="4687"/>
                        <a:pt x="1071" y="4628"/>
                        <a:pt x="1271" y="4512"/>
                      </a:cubicBezTo>
                      <a:cubicBezTo>
                        <a:pt x="1377" y="4451"/>
                        <a:pt x="1450" y="4385"/>
                        <a:pt x="1499" y="4312"/>
                      </a:cubicBezTo>
                      <a:lnTo>
                        <a:pt x="1488" y="1"/>
                      </a:lnTo>
                      <a:close/>
                    </a:path>
                  </a:pathLst>
                </a:custGeom>
                <a:solidFill>
                  <a:srgbClr val="333233">
                    <a:alpha val="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2"/>
                <p:cNvSpPr/>
                <p:nvPr/>
              </p:nvSpPr>
              <p:spPr>
                <a:xfrm>
                  <a:off x="-3920350" y="2426464"/>
                  <a:ext cx="2920662" cy="1287548"/>
                </a:xfrm>
                <a:custGeom>
                  <a:rect b="b" l="l" r="r" t="t"/>
                  <a:pathLst>
                    <a:path extrusionOk="0" h="6960" w="15788">
                      <a:moveTo>
                        <a:pt x="15787" y="1"/>
                      </a:moveTo>
                      <a:lnTo>
                        <a:pt x="13340" y="828"/>
                      </a:lnTo>
                      <a:lnTo>
                        <a:pt x="10072" y="1966"/>
                      </a:lnTo>
                      <a:lnTo>
                        <a:pt x="7574" y="3353"/>
                      </a:lnTo>
                      <a:lnTo>
                        <a:pt x="0" y="6960"/>
                      </a:lnTo>
                      <a:lnTo>
                        <a:pt x="7264" y="4163"/>
                      </a:lnTo>
                      <a:lnTo>
                        <a:pt x="7919" y="4447"/>
                      </a:lnTo>
                      <a:lnTo>
                        <a:pt x="9179" y="3835"/>
                      </a:lnTo>
                      <a:lnTo>
                        <a:pt x="10433" y="2565"/>
                      </a:lnTo>
                      <a:lnTo>
                        <a:pt x="157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2"/>
                <p:cNvSpPr/>
                <p:nvPr/>
              </p:nvSpPr>
              <p:spPr>
                <a:xfrm>
                  <a:off x="-3920350" y="2265520"/>
                  <a:ext cx="2920662" cy="1448491"/>
                </a:xfrm>
                <a:custGeom>
                  <a:rect b="b" l="l" r="r" t="t"/>
                  <a:pathLst>
                    <a:path extrusionOk="0" h="7830" w="15788">
                      <a:moveTo>
                        <a:pt x="14273" y="0"/>
                      </a:moveTo>
                      <a:lnTo>
                        <a:pt x="8746" y="1875"/>
                      </a:lnTo>
                      <a:lnTo>
                        <a:pt x="6882" y="2959"/>
                      </a:lnTo>
                      <a:lnTo>
                        <a:pt x="0" y="7830"/>
                      </a:lnTo>
                      <a:lnTo>
                        <a:pt x="8402" y="3829"/>
                      </a:lnTo>
                      <a:lnTo>
                        <a:pt x="9989" y="2908"/>
                      </a:lnTo>
                      <a:lnTo>
                        <a:pt x="15787" y="871"/>
                      </a:lnTo>
                      <a:lnTo>
                        <a:pt x="15032" y="439"/>
                      </a:lnTo>
                      <a:lnTo>
                        <a:pt x="142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2"/>
                <p:cNvSpPr/>
                <p:nvPr/>
              </p:nvSpPr>
              <p:spPr>
                <a:xfrm>
                  <a:off x="-2490362" y="2656409"/>
                  <a:ext cx="217921" cy="197572"/>
                </a:xfrm>
                <a:custGeom>
                  <a:rect b="b" l="l" r="r" t="t"/>
                  <a:pathLst>
                    <a:path extrusionOk="0" h="1068" w="1178">
                      <a:moveTo>
                        <a:pt x="719" y="0"/>
                      </a:moveTo>
                      <a:cubicBezTo>
                        <a:pt x="318" y="0"/>
                        <a:pt x="0" y="321"/>
                        <a:pt x="0" y="723"/>
                      </a:cubicBezTo>
                      <a:lnTo>
                        <a:pt x="0" y="935"/>
                      </a:lnTo>
                      <a:cubicBezTo>
                        <a:pt x="11" y="944"/>
                        <a:pt x="22" y="951"/>
                        <a:pt x="40" y="957"/>
                      </a:cubicBezTo>
                      <a:cubicBezTo>
                        <a:pt x="123" y="1006"/>
                        <a:pt x="218" y="1040"/>
                        <a:pt x="323" y="1068"/>
                      </a:cubicBezTo>
                      <a:lnTo>
                        <a:pt x="323" y="868"/>
                      </a:lnTo>
                      <a:cubicBezTo>
                        <a:pt x="323" y="468"/>
                        <a:pt x="645" y="146"/>
                        <a:pt x="1044" y="146"/>
                      </a:cubicBezTo>
                      <a:cubicBezTo>
                        <a:pt x="1089" y="146"/>
                        <a:pt x="1138" y="151"/>
                        <a:pt x="1178" y="156"/>
                      </a:cubicBezTo>
                      <a:cubicBezTo>
                        <a:pt x="1056" y="57"/>
                        <a:pt x="895" y="0"/>
                        <a:pt x="728" y="0"/>
                      </a:cubicBezTo>
                      <a:cubicBezTo>
                        <a:pt x="725" y="0"/>
                        <a:pt x="722" y="0"/>
                        <a:pt x="7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2"/>
                <p:cNvSpPr/>
                <p:nvPr/>
              </p:nvSpPr>
              <p:spPr>
                <a:xfrm>
                  <a:off x="-2433014" y="2680828"/>
                  <a:ext cx="208857" cy="181293"/>
                </a:xfrm>
                <a:custGeom>
                  <a:rect b="b" l="l" r="r" t="t"/>
                  <a:pathLst>
                    <a:path extrusionOk="0" h="980" w="1129">
                      <a:moveTo>
                        <a:pt x="754" y="1"/>
                      </a:moveTo>
                      <a:cubicBezTo>
                        <a:pt x="742" y="1"/>
                        <a:pt x="729" y="2"/>
                        <a:pt x="717" y="3"/>
                      </a:cubicBezTo>
                      <a:cubicBezTo>
                        <a:pt x="323" y="9"/>
                        <a:pt x="0" y="336"/>
                        <a:pt x="0" y="728"/>
                      </a:cubicBezTo>
                      <a:lnTo>
                        <a:pt x="0" y="929"/>
                      </a:lnTo>
                      <a:cubicBezTo>
                        <a:pt x="126" y="963"/>
                        <a:pt x="261" y="979"/>
                        <a:pt x="397" y="979"/>
                      </a:cubicBezTo>
                      <a:cubicBezTo>
                        <a:pt x="647" y="979"/>
                        <a:pt x="898" y="923"/>
                        <a:pt x="1089" y="812"/>
                      </a:cubicBezTo>
                      <a:cubicBezTo>
                        <a:pt x="1106" y="803"/>
                        <a:pt x="1116" y="795"/>
                        <a:pt x="1129" y="785"/>
                      </a:cubicBezTo>
                      <a:lnTo>
                        <a:pt x="1129" y="580"/>
                      </a:lnTo>
                      <a:cubicBezTo>
                        <a:pt x="1129" y="351"/>
                        <a:pt x="1022" y="146"/>
                        <a:pt x="851" y="14"/>
                      </a:cubicBezTo>
                      <a:cubicBezTo>
                        <a:pt x="818" y="6"/>
                        <a:pt x="786" y="1"/>
                        <a:pt x="7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912" name="Shape 912"/>
        <p:cNvGrpSpPr/>
        <p:nvPr/>
      </p:nvGrpSpPr>
      <p:grpSpPr>
        <a:xfrm>
          <a:off x="0" y="0"/>
          <a:ext cx="0" cy="0"/>
          <a:chOff x="0" y="0"/>
          <a:chExt cx="0" cy="0"/>
        </a:xfrm>
      </p:grpSpPr>
      <p:grpSp>
        <p:nvGrpSpPr>
          <p:cNvPr id="913" name="Google Shape;913;p33"/>
          <p:cNvGrpSpPr/>
          <p:nvPr/>
        </p:nvGrpSpPr>
        <p:grpSpPr>
          <a:xfrm>
            <a:off x="-1" y="0"/>
            <a:ext cx="9144003" cy="5143501"/>
            <a:chOff x="-1" y="0"/>
            <a:chExt cx="9144003" cy="5143501"/>
          </a:xfrm>
        </p:grpSpPr>
        <p:pic>
          <p:nvPicPr>
            <p:cNvPr id="914" name="Google Shape;914;p33"/>
            <p:cNvPicPr preferRelativeResize="0"/>
            <p:nvPr/>
          </p:nvPicPr>
          <p:blipFill>
            <a:blip r:embed="rId2">
              <a:alphaModFix amt="23000"/>
            </a:blip>
            <a:stretch>
              <a:fillRect/>
            </a:stretch>
          </p:blipFill>
          <p:spPr>
            <a:xfrm>
              <a:off x="-1" y="0"/>
              <a:ext cx="9144003" cy="5143501"/>
            </a:xfrm>
            <a:prstGeom prst="rect">
              <a:avLst/>
            </a:prstGeom>
            <a:noFill/>
            <a:ln>
              <a:noFill/>
            </a:ln>
          </p:spPr>
        </p:pic>
        <p:sp>
          <p:nvSpPr>
            <p:cNvPr id="915" name="Google Shape;915;p33"/>
            <p:cNvSpPr/>
            <p:nvPr/>
          </p:nvSpPr>
          <p:spPr>
            <a:xfrm>
              <a:off x="256150" y="265200"/>
              <a:ext cx="8622600" cy="4613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 name="Google Shape;916;p33"/>
          <p:cNvGrpSpPr/>
          <p:nvPr/>
        </p:nvGrpSpPr>
        <p:grpSpPr>
          <a:xfrm>
            <a:off x="7969406" y="4076996"/>
            <a:ext cx="1174597" cy="988212"/>
            <a:chOff x="-9751350" y="-1312675"/>
            <a:chExt cx="9612086" cy="8086845"/>
          </a:xfrm>
        </p:grpSpPr>
        <p:sp>
          <p:nvSpPr>
            <p:cNvPr id="917" name="Google Shape;917;p33"/>
            <p:cNvSpPr/>
            <p:nvPr/>
          </p:nvSpPr>
          <p:spPr>
            <a:xfrm>
              <a:off x="-9077396" y="1294790"/>
              <a:ext cx="8938132" cy="5474606"/>
            </a:xfrm>
            <a:custGeom>
              <a:rect b="b" l="l" r="r" t="t"/>
              <a:pathLst>
                <a:path extrusionOk="0" h="9171" w="14973">
                  <a:moveTo>
                    <a:pt x="14815" y="3264"/>
                  </a:moveTo>
                  <a:lnTo>
                    <a:pt x="6402" y="7970"/>
                  </a:lnTo>
                  <a:cubicBezTo>
                    <a:pt x="5930" y="8236"/>
                    <a:pt x="5152" y="8747"/>
                    <a:pt x="4459" y="9171"/>
                  </a:cubicBezTo>
                  <a:lnTo>
                    <a:pt x="3880" y="8639"/>
                  </a:lnTo>
                  <a:lnTo>
                    <a:pt x="3880" y="6709"/>
                  </a:lnTo>
                  <a:lnTo>
                    <a:pt x="5686" y="7759"/>
                  </a:lnTo>
                  <a:lnTo>
                    <a:pt x="7088" y="6998"/>
                  </a:lnTo>
                  <a:lnTo>
                    <a:pt x="3880" y="5120"/>
                  </a:lnTo>
                  <a:lnTo>
                    <a:pt x="3880" y="2884"/>
                  </a:lnTo>
                  <a:lnTo>
                    <a:pt x="9778" y="1"/>
                  </a:lnTo>
                  <a:lnTo>
                    <a:pt x="14815" y="2738"/>
                  </a:lnTo>
                  <a:cubicBezTo>
                    <a:pt x="14913" y="2791"/>
                    <a:pt x="14973" y="2890"/>
                    <a:pt x="14973" y="2998"/>
                  </a:cubicBezTo>
                  <a:cubicBezTo>
                    <a:pt x="14969" y="3115"/>
                    <a:pt x="14913" y="3209"/>
                    <a:pt x="14815" y="3264"/>
                  </a:cubicBezTo>
                  <a:close/>
                  <a:moveTo>
                    <a:pt x="3878" y="8639"/>
                  </a:moveTo>
                  <a:lnTo>
                    <a:pt x="154" y="5226"/>
                  </a:lnTo>
                  <a:cubicBezTo>
                    <a:pt x="70" y="5150"/>
                    <a:pt x="1" y="5071"/>
                    <a:pt x="3" y="4956"/>
                  </a:cubicBezTo>
                  <a:cubicBezTo>
                    <a:pt x="9" y="4843"/>
                    <a:pt x="70" y="4745"/>
                    <a:pt x="173" y="4694"/>
                  </a:cubicBezTo>
                  <a:lnTo>
                    <a:pt x="3878" y="2881"/>
                  </a:lnTo>
                  <a:lnTo>
                    <a:pt x="3878" y="5116"/>
                  </a:lnTo>
                  <a:lnTo>
                    <a:pt x="2167" y="4113"/>
                  </a:lnTo>
                  <a:lnTo>
                    <a:pt x="672" y="4843"/>
                  </a:lnTo>
                  <a:lnTo>
                    <a:pt x="3878" y="670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3"/>
            <p:cNvSpPr/>
            <p:nvPr/>
          </p:nvSpPr>
          <p:spPr>
            <a:xfrm>
              <a:off x="-8846377" y="1652959"/>
              <a:ext cx="3089216" cy="2225420"/>
            </a:xfrm>
            <a:custGeom>
              <a:rect b="b" l="l" r="r" t="t"/>
              <a:pathLst>
                <a:path extrusionOk="0" h="3728" w="5175">
                  <a:moveTo>
                    <a:pt x="5175" y="0"/>
                  </a:moveTo>
                  <a:lnTo>
                    <a:pt x="0" y="3245"/>
                  </a:lnTo>
                  <a:lnTo>
                    <a:pt x="0" y="3728"/>
                  </a:lnTo>
                  <a:lnTo>
                    <a:pt x="5175" y="485"/>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3"/>
            <p:cNvSpPr/>
            <p:nvPr/>
          </p:nvSpPr>
          <p:spPr>
            <a:xfrm>
              <a:off x="-8846377" y="1861890"/>
              <a:ext cx="3089216" cy="2016489"/>
            </a:xfrm>
            <a:custGeom>
              <a:rect b="b" l="l" r="r" t="t"/>
              <a:pathLst>
                <a:path extrusionOk="0" h="3378" w="5175">
                  <a:moveTo>
                    <a:pt x="5175" y="0"/>
                  </a:moveTo>
                  <a:lnTo>
                    <a:pt x="0" y="3245"/>
                  </a:lnTo>
                  <a:lnTo>
                    <a:pt x="0" y="3378"/>
                  </a:lnTo>
                  <a:lnTo>
                    <a:pt x="5175" y="135"/>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3"/>
            <p:cNvSpPr/>
            <p:nvPr/>
          </p:nvSpPr>
          <p:spPr>
            <a:xfrm>
              <a:off x="-8649981" y="1972922"/>
              <a:ext cx="2489878" cy="1587880"/>
            </a:xfrm>
            <a:custGeom>
              <a:rect b="b" l="l" r="r" t="t"/>
              <a:pathLst>
                <a:path extrusionOk="0" h="2660" w="4171">
                  <a:moveTo>
                    <a:pt x="64" y="2541"/>
                  </a:moveTo>
                  <a:lnTo>
                    <a:pt x="4105" y="25"/>
                  </a:lnTo>
                  <a:cubicBezTo>
                    <a:pt x="4142" y="0"/>
                    <a:pt x="4170" y="6"/>
                    <a:pt x="4170" y="35"/>
                  </a:cubicBezTo>
                  <a:lnTo>
                    <a:pt x="4170" y="35"/>
                  </a:lnTo>
                  <a:cubicBezTo>
                    <a:pt x="4170" y="60"/>
                    <a:pt x="4142" y="101"/>
                    <a:pt x="4105" y="121"/>
                  </a:cubicBezTo>
                  <a:lnTo>
                    <a:pt x="64" y="2637"/>
                  </a:lnTo>
                  <a:cubicBezTo>
                    <a:pt x="29" y="2660"/>
                    <a:pt x="1" y="2656"/>
                    <a:pt x="1" y="2627"/>
                  </a:cubicBezTo>
                  <a:lnTo>
                    <a:pt x="1" y="2627"/>
                  </a:lnTo>
                  <a:cubicBezTo>
                    <a:pt x="1" y="2603"/>
                    <a:pt x="29" y="2562"/>
                    <a:pt x="64" y="254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3"/>
            <p:cNvSpPr/>
            <p:nvPr/>
          </p:nvSpPr>
          <p:spPr>
            <a:xfrm>
              <a:off x="-6081316" y="1530585"/>
              <a:ext cx="425625" cy="685893"/>
            </a:xfrm>
            <a:custGeom>
              <a:rect b="b" l="l" r="r" t="t"/>
              <a:pathLst>
                <a:path extrusionOk="0" h="1149" w="713">
                  <a:moveTo>
                    <a:pt x="358" y="113"/>
                  </a:moveTo>
                  <a:cubicBezTo>
                    <a:pt x="555" y="1"/>
                    <a:pt x="712" y="115"/>
                    <a:pt x="712" y="369"/>
                  </a:cubicBezTo>
                  <a:cubicBezTo>
                    <a:pt x="712" y="623"/>
                    <a:pt x="553" y="923"/>
                    <a:pt x="358" y="1036"/>
                  </a:cubicBezTo>
                  <a:cubicBezTo>
                    <a:pt x="164" y="1148"/>
                    <a:pt x="2" y="1034"/>
                    <a:pt x="2" y="780"/>
                  </a:cubicBezTo>
                  <a:cubicBezTo>
                    <a:pt x="0" y="526"/>
                    <a:pt x="160" y="228"/>
                    <a:pt x="358" y="113"/>
                  </a:cubicBezTo>
                  <a:close/>
                </a:path>
              </a:pathLst>
            </a:custGeom>
            <a:solidFill>
              <a:srgbClr val="EFBA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3"/>
            <p:cNvSpPr/>
            <p:nvPr/>
          </p:nvSpPr>
          <p:spPr>
            <a:xfrm>
              <a:off x="-6031172" y="1598040"/>
              <a:ext cx="375482" cy="583218"/>
            </a:xfrm>
            <a:custGeom>
              <a:rect b="b" l="l" r="r" t="t"/>
              <a:pathLst>
                <a:path extrusionOk="0" h="977" w="629">
                  <a:moveTo>
                    <a:pt x="557" y="19"/>
                  </a:moveTo>
                  <a:cubicBezTo>
                    <a:pt x="604" y="70"/>
                    <a:pt x="628" y="152"/>
                    <a:pt x="628" y="256"/>
                  </a:cubicBezTo>
                  <a:cubicBezTo>
                    <a:pt x="628" y="512"/>
                    <a:pt x="469" y="810"/>
                    <a:pt x="274" y="923"/>
                  </a:cubicBezTo>
                  <a:cubicBezTo>
                    <a:pt x="199" y="966"/>
                    <a:pt x="131" y="976"/>
                    <a:pt x="74" y="960"/>
                  </a:cubicBezTo>
                  <a:cubicBezTo>
                    <a:pt x="29" y="909"/>
                    <a:pt x="0" y="827"/>
                    <a:pt x="0" y="720"/>
                  </a:cubicBezTo>
                  <a:cubicBezTo>
                    <a:pt x="0" y="465"/>
                    <a:pt x="162" y="166"/>
                    <a:pt x="356" y="53"/>
                  </a:cubicBezTo>
                  <a:cubicBezTo>
                    <a:pt x="430" y="12"/>
                    <a:pt x="499" y="0"/>
                    <a:pt x="557" y="19"/>
                  </a:cubicBezTo>
                  <a:close/>
                </a:path>
              </a:pathLst>
            </a:custGeom>
            <a:solidFill>
              <a:srgbClr val="B86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3"/>
            <p:cNvSpPr/>
            <p:nvPr/>
          </p:nvSpPr>
          <p:spPr>
            <a:xfrm>
              <a:off x="-7697253" y="2588375"/>
              <a:ext cx="153416" cy="281162"/>
            </a:xfrm>
            <a:custGeom>
              <a:rect b="b" l="l" r="r" t="t"/>
              <a:pathLst>
                <a:path extrusionOk="0" h="471" w="257">
                  <a:moveTo>
                    <a:pt x="254" y="99"/>
                  </a:moveTo>
                  <a:lnTo>
                    <a:pt x="248" y="315"/>
                  </a:lnTo>
                  <a:lnTo>
                    <a:pt x="1" y="471"/>
                  </a:lnTo>
                  <a:lnTo>
                    <a:pt x="7" y="242"/>
                  </a:lnTo>
                  <a:lnTo>
                    <a:pt x="7" y="232"/>
                  </a:lnTo>
                  <a:cubicBezTo>
                    <a:pt x="9" y="162"/>
                    <a:pt x="64" y="78"/>
                    <a:pt x="134" y="39"/>
                  </a:cubicBezTo>
                  <a:cubicBezTo>
                    <a:pt x="203" y="0"/>
                    <a:pt x="256" y="27"/>
                    <a:pt x="254" y="9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3"/>
            <p:cNvSpPr/>
            <p:nvPr/>
          </p:nvSpPr>
          <p:spPr>
            <a:xfrm>
              <a:off x="-7814255" y="2668963"/>
              <a:ext cx="374288" cy="166548"/>
            </a:xfrm>
            <a:custGeom>
              <a:rect b="b" l="l" r="r" t="t"/>
              <a:pathLst>
                <a:path extrusionOk="0" h="279" w="627">
                  <a:moveTo>
                    <a:pt x="0" y="50"/>
                  </a:moveTo>
                  <a:lnTo>
                    <a:pt x="21" y="279"/>
                  </a:lnTo>
                  <a:lnTo>
                    <a:pt x="524" y="238"/>
                  </a:lnTo>
                  <a:cubicBezTo>
                    <a:pt x="626" y="232"/>
                    <a:pt x="608" y="0"/>
                    <a:pt x="503" y="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3"/>
            <p:cNvSpPr/>
            <p:nvPr/>
          </p:nvSpPr>
          <p:spPr>
            <a:xfrm>
              <a:off x="-7814255" y="2685081"/>
              <a:ext cx="349813" cy="72231"/>
            </a:xfrm>
            <a:custGeom>
              <a:rect b="b" l="l" r="r" t="t"/>
              <a:pathLst>
                <a:path extrusionOk="0" h="121" w="586">
                  <a:moveTo>
                    <a:pt x="0" y="43"/>
                  </a:moveTo>
                  <a:lnTo>
                    <a:pt x="8" y="121"/>
                  </a:lnTo>
                  <a:lnTo>
                    <a:pt x="585" y="74"/>
                  </a:lnTo>
                  <a:cubicBezTo>
                    <a:pt x="581" y="43"/>
                    <a:pt x="567" y="14"/>
                    <a:pt x="551"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3"/>
            <p:cNvSpPr/>
            <p:nvPr/>
          </p:nvSpPr>
          <p:spPr>
            <a:xfrm>
              <a:off x="-7807091" y="2782383"/>
              <a:ext cx="340262" cy="39995"/>
            </a:xfrm>
            <a:custGeom>
              <a:rect b="b" l="l" r="r" t="t"/>
              <a:pathLst>
                <a:path extrusionOk="0" h="67" w="570">
                  <a:moveTo>
                    <a:pt x="0" y="46"/>
                  </a:moveTo>
                  <a:lnTo>
                    <a:pt x="2" y="66"/>
                  </a:lnTo>
                  <a:lnTo>
                    <a:pt x="555" y="21"/>
                  </a:lnTo>
                  <a:cubicBezTo>
                    <a:pt x="561" y="13"/>
                    <a:pt x="563" y="9"/>
                    <a:pt x="569"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3"/>
            <p:cNvSpPr/>
            <p:nvPr/>
          </p:nvSpPr>
          <p:spPr>
            <a:xfrm>
              <a:off x="-8487612" y="2623595"/>
              <a:ext cx="739621" cy="330709"/>
            </a:xfrm>
            <a:custGeom>
              <a:rect b="b" l="l" r="r" t="t"/>
              <a:pathLst>
                <a:path extrusionOk="0" h="554" w="1239">
                  <a:moveTo>
                    <a:pt x="1" y="95"/>
                  </a:moveTo>
                  <a:lnTo>
                    <a:pt x="38" y="553"/>
                  </a:lnTo>
                  <a:lnTo>
                    <a:pt x="1034" y="473"/>
                  </a:lnTo>
                  <a:cubicBezTo>
                    <a:pt x="1239" y="457"/>
                    <a:pt x="1202" y="1"/>
                    <a:pt x="995" y="1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3"/>
            <p:cNvSpPr/>
            <p:nvPr/>
          </p:nvSpPr>
          <p:spPr>
            <a:xfrm>
              <a:off x="-8485224" y="2654039"/>
              <a:ext cx="691865" cy="143864"/>
            </a:xfrm>
            <a:custGeom>
              <a:rect b="b" l="l" r="r" t="t"/>
              <a:pathLst>
                <a:path extrusionOk="0" h="241" w="1159">
                  <a:moveTo>
                    <a:pt x="1" y="87"/>
                  </a:moveTo>
                  <a:lnTo>
                    <a:pt x="13" y="240"/>
                  </a:lnTo>
                  <a:lnTo>
                    <a:pt x="1159" y="148"/>
                  </a:lnTo>
                  <a:cubicBezTo>
                    <a:pt x="1149" y="89"/>
                    <a:pt x="1124" y="34"/>
                    <a:pt x="1087"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3"/>
            <p:cNvSpPr/>
            <p:nvPr/>
          </p:nvSpPr>
          <p:spPr>
            <a:xfrm>
              <a:off x="-8469106" y="2846256"/>
              <a:ext cx="667390" cy="78797"/>
            </a:xfrm>
            <a:custGeom>
              <a:rect b="b" l="l" r="r" t="t"/>
              <a:pathLst>
                <a:path extrusionOk="0" h="132" w="1118">
                  <a:moveTo>
                    <a:pt x="1" y="92"/>
                  </a:moveTo>
                  <a:lnTo>
                    <a:pt x="3" y="131"/>
                  </a:lnTo>
                  <a:lnTo>
                    <a:pt x="1095" y="41"/>
                  </a:lnTo>
                  <a:cubicBezTo>
                    <a:pt x="1105" y="29"/>
                    <a:pt x="1109" y="16"/>
                    <a:pt x="1118" y="0"/>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3"/>
            <p:cNvSpPr/>
            <p:nvPr/>
          </p:nvSpPr>
          <p:spPr>
            <a:xfrm>
              <a:off x="-8581333" y="2648070"/>
              <a:ext cx="253107" cy="330709"/>
            </a:xfrm>
            <a:custGeom>
              <a:rect b="b" l="l" r="r" t="t"/>
              <a:pathLst>
                <a:path extrusionOk="0" h="554" w="424">
                  <a:moveTo>
                    <a:pt x="0" y="31"/>
                  </a:moveTo>
                  <a:lnTo>
                    <a:pt x="49" y="553"/>
                  </a:lnTo>
                  <a:lnTo>
                    <a:pt x="193" y="541"/>
                  </a:lnTo>
                  <a:cubicBezTo>
                    <a:pt x="424" y="522"/>
                    <a:pt x="377" y="1"/>
                    <a:pt x="144"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3"/>
            <p:cNvSpPr/>
            <p:nvPr/>
          </p:nvSpPr>
          <p:spPr>
            <a:xfrm>
              <a:off x="-8521638" y="2680902"/>
              <a:ext cx="139686" cy="97302"/>
            </a:xfrm>
            <a:custGeom>
              <a:rect b="b" l="l" r="r" t="t"/>
              <a:pathLst>
                <a:path extrusionOk="0" h="163" w="234">
                  <a:moveTo>
                    <a:pt x="89" y="163"/>
                  </a:moveTo>
                  <a:lnTo>
                    <a:pt x="234" y="150"/>
                  </a:lnTo>
                  <a:cubicBezTo>
                    <a:pt x="217" y="89"/>
                    <a:pt x="191" y="36"/>
                    <a:pt x="152" y="1"/>
                  </a:cubicBezTo>
                  <a:lnTo>
                    <a:pt x="1" y="15"/>
                  </a:lnTo>
                  <a:cubicBezTo>
                    <a:pt x="39" y="48"/>
                    <a:pt x="72" y="99"/>
                    <a:pt x="89" y="163"/>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3"/>
            <p:cNvSpPr/>
            <p:nvPr/>
          </p:nvSpPr>
          <p:spPr>
            <a:xfrm>
              <a:off x="-8676844" y="2659412"/>
              <a:ext cx="222065" cy="324142"/>
            </a:xfrm>
            <a:custGeom>
              <a:rect b="b" l="l" r="r" t="t"/>
              <a:pathLst>
                <a:path extrusionOk="0" h="543" w="372">
                  <a:moveTo>
                    <a:pt x="11" y="287"/>
                  </a:moveTo>
                  <a:cubicBezTo>
                    <a:pt x="23" y="430"/>
                    <a:pt x="109" y="542"/>
                    <a:pt x="205" y="532"/>
                  </a:cubicBezTo>
                  <a:cubicBezTo>
                    <a:pt x="301" y="524"/>
                    <a:pt x="371" y="401"/>
                    <a:pt x="359" y="256"/>
                  </a:cubicBezTo>
                  <a:cubicBezTo>
                    <a:pt x="344" y="113"/>
                    <a:pt x="259" y="0"/>
                    <a:pt x="164" y="10"/>
                  </a:cubicBezTo>
                  <a:cubicBezTo>
                    <a:pt x="66" y="21"/>
                    <a:pt x="1" y="141"/>
                    <a:pt x="11" y="28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3"/>
            <p:cNvSpPr/>
            <p:nvPr/>
          </p:nvSpPr>
          <p:spPr>
            <a:xfrm>
              <a:off x="-8338375" y="2642100"/>
              <a:ext cx="238780" cy="306831"/>
            </a:xfrm>
            <a:custGeom>
              <a:rect b="b" l="l" r="r" t="t"/>
              <a:pathLst>
                <a:path extrusionOk="0" h="514" w="400">
                  <a:moveTo>
                    <a:pt x="84" y="514"/>
                  </a:moveTo>
                  <a:lnTo>
                    <a:pt x="183" y="506"/>
                  </a:lnTo>
                  <a:cubicBezTo>
                    <a:pt x="399" y="489"/>
                    <a:pt x="361" y="0"/>
                    <a:pt x="142" y="17"/>
                  </a:cubicBezTo>
                  <a:lnTo>
                    <a:pt x="43" y="25"/>
                  </a:lnTo>
                  <a:cubicBezTo>
                    <a:pt x="29" y="29"/>
                    <a:pt x="7" y="39"/>
                    <a:pt x="0" y="45"/>
                  </a:cubicBezTo>
                  <a:lnTo>
                    <a:pt x="64" y="41"/>
                  </a:lnTo>
                  <a:cubicBezTo>
                    <a:pt x="213" y="113"/>
                    <a:pt x="238" y="410"/>
                    <a:pt x="103" y="500"/>
                  </a:cubicBezTo>
                  <a:lnTo>
                    <a:pt x="39" y="504"/>
                  </a:lnTo>
                  <a:cubicBezTo>
                    <a:pt x="50" y="512"/>
                    <a:pt x="74" y="514"/>
                    <a:pt x="84" y="5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3"/>
            <p:cNvSpPr/>
            <p:nvPr/>
          </p:nvSpPr>
          <p:spPr>
            <a:xfrm>
              <a:off x="-8301961" y="2639713"/>
              <a:ext cx="213111" cy="308025"/>
            </a:xfrm>
            <a:custGeom>
              <a:rect b="b" l="l" r="r" t="t"/>
              <a:pathLst>
                <a:path extrusionOk="0" h="516" w="357">
                  <a:moveTo>
                    <a:pt x="42" y="516"/>
                  </a:moveTo>
                  <a:lnTo>
                    <a:pt x="140" y="508"/>
                  </a:lnTo>
                  <a:cubicBezTo>
                    <a:pt x="357" y="489"/>
                    <a:pt x="318" y="0"/>
                    <a:pt x="99" y="19"/>
                  </a:cubicBezTo>
                  <a:lnTo>
                    <a:pt x="1" y="27"/>
                  </a:lnTo>
                  <a:cubicBezTo>
                    <a:pt x="181" y="64"/>
                    <a:pt x="212" y="455"/>
                    <a:pt x="42" y="5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3"/>
            <p:cNvSpPr/>
            <p:nvPr/>
          </p:nvSpPr>
          <p:spPr>
            <a:xfrm>
              <a:off x="-8263756" y="2668963"/>
              <a:ext cx="124763" cy="90736"/>
            </a:xfrm>
            <a:custGeom>
              <a:rect b="b" l="l" r="r" t="t"/>
              <a:pathLst>
                <a:path extrusionOk="0" h="152" w="209">
                  <a:moveTo>
                    <a:pt x="78" y="152"/>
                  </a:moveTo>
                  <a:lnTo>
                    <a:pt x="209" y="142"/>
                  </a:lnTo>
                  <a:cubicBezTo>
                    <a:pt x="193" y="82"/>
                    <a:pt x="168" y="31"/>
                    <a:pt x="129" y="0"/>
                  </a:cubicBezTo>
                  <a:lnTo>
                    <a:pt x="0" y="11"/>
                  </a:lnTo>
                  <a:cubicBezTo>
                    <a:pt x="39" y="45"/>
                    <a:pt x="66" y="97"/>
                    <a:pt x="78" y="152"/>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3"/>
            <p:cNvSpPr/>
            <p:nvPr/>
          </p:nvSpPr>
          <p:spPr>
            <a:xfrm>
              <a:off x="-8233312" y="2880282"/>
              <a:ext cx="89543" cy="29847"/>
            </a:xfrm>
            <a:custGeom>
              <a:rect b="b" l="l" r="r" t="t"/>
              <a:pathLst>
                <a:path extrusionOk="0" h="50" w="150">
                  <a:moveTo>
                    <a:pt x="0" y="50"/>
                  </a:moveTo>
                  <a:lnTo>
                    <a:pt x="131" y="39"/>
                  </a:lnTo>
                  <a:cubicBezTo>
                    <a:pt x="140" y="25"/>
                    <a:pt x="144" y="13"/>
                    <a:pt x="150" y="0"/>
                  </a:cubicBezTo>
                  <a:lnTo>
                    <a:pt x="19" y="11"/>
                  </a:lnTo>
                  <a:cubicBezTo>
                    <a:pt x="15" y="23"/>
                    <a:pt x="9" y="35"/>
                    <a:pt x="0" y="50"/>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3"/>
            <p:cNvSpPr/>
            <p:nvPr/>
          </p:nvSpPr>
          <p:spPr>
            <a:xfrm>
              <a:off x="-7610696" y="2648070"/>
              <a:ext cx="158192" cy="410103"/>
            </a:xfrm>
            <a:custGeom>
              <a:rect b="b" l="l" r="r" t="t"/>
              <a:pathLst>
                <a:path extrusionOk="0" h="687" w="265">
                  <a:moveTo>
                    <a:pt x="263" y="95"/>
                  </a:moveTo>
                  <a:lnTo>
                    <a:pt x="250" y="553"/>
                  </a:lnTo>
                  <a:lnTo>
                    <a:pt x="1" y="686"/>
                  </a:lnTo>
                  <a:lnTo>
                    <a:pt x="15" y="238"/>
                  </a:lnTo>
                  <a:lnTo>
                    <a:pt x="15" y="228"/>
                  </a:lnTo>
                  <a:cubicBezTo>
                    <a:pt x="17" y="158"/>
                    <a:pt x="72" y="72"/>
                    <a:pt x="142" y="35"/>
                  </a:cubicBezTo>
                  <a:cubicBezTo>
                    <a:pt x="210" y="1"/>
                    <a:pt x="265" y="25"/>
                    <a:pt x="263" y="9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3"/>
            <p:cNvSpPr/>
            <p:nvPr/>
          </p:nvSpPr>
          <p:spPr>
            <a:xfrm>
              <a:off x="-7567715" y="2692244"/>
              <a:ext cx="82379" cy="105660"/>
            </a:xfrm>
            <a:custGeom>
              <a:rect b="b" l="l" r="r" t="t"/>
              <a:pathLst>
                <a:path extrusionOk="0" h="177" w="138">
                  <a:moveTo>
                    <a:pt x="138" y="51"/>
                  </a:moveTo>
                  <a:cubicBezTo>
                    <a:pt x="133" y="90"/>
                    <a:pt x="103" y="135"/>
                    <a:pt x="68" y="156"/>
                  </a:cubicBezTo>
                  <a:cubicBezTo>
                    <a:pt x="29" y="176"/>
                    <a:pt x="0" y="162"/>
                    <a:pt x="0" y="123"/>
                  </a:cubicBezTo>
                  <a:cubicBezTo>
                    <a:pt x="5" y="84"/>
                    <a:pt x="35" y="39"/>
                    <a:pt x="70" y="19"/>
                  </a:cubicBezTo>
                  <a:cubicBezTo>
                    <a:pt x="109" y="0"/>
                    <a:pt x="138" y="17"/>
                    <a:pt x="138" y="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3"/>
            <p:cNvSpPr/>
            <p:nvPr/>
          </p:nvSpPr>
          <p:spPr>
            <a:xfrm>
              <a:off x="-8856525" y="2760296"/>
              <a:ext cx="341455" cy="153416"/>
            </a:xfrm>
            <a:custGeom>
              <a:rect b="b" l="l" r="r" t="t"/>
              <a:pathLst>
                <a:path extrusionOk="0" h="257" w="572">
                  <a:moveTo>
                    <a:pt x="1" y="48"/>
                  </a:moveTo>
                  <a:lnTo>
                    <a:pt x="19" y="257"/>
                  </a:lnTo>
                  <a:lnTo>
                    <a:pt x="478" y="220"/>
                  </a:lnTo>
                  <a:cubicBezTo>
                    <a:pt x="572" y="212"/>
                    <a:pt x="553" y="1"/>
                    <a:pt x="459" y="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3"/>
            <p:cNvSpPr/>
            <p:nvPr/>
          </p:nvSpPr>
          <p:spPr>
            <a:xfrm>
              <a:off x="-8856525" y="2775220"/>
              <a:ext cx="318174" cy="67455"/>
            </a:xfrm>
            <a:custGeom>
              <a:rect b="b" l="l" r="r" t="t"/>
              <a:pathLst>
                <a:path extrusionOk="0" h="113" w="533">
                  <a:moveTo>
                    <a:pt x="1" y="41"/>
                  </a:moveTo>
                  <a:lnTo>
                    <a:pt x="7" y="113"/>
                  </a:lnTo>
                  <a:lnTo>
                    <a:pt x="533" y="68"/>
                  </a:lnTo>
                  <a:cubicBezTo>
                    <a:pt x="529" y="41"/>
                    <a:pt x="519" y="15"/>
                    <a:pt x="500"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3"/>
            <p:cNvSpPr/>
            <p:nvPr/>
          </p:nvSpPr>
          <p:spPr>
            <a:xfrm>
              <a:off x="-8847571" y="2864165"/>
              <a:ext cx="308026" cy="36414"/>
            </a:xfrm>
            <a:custGeom>
              <a:rect b="b" l="l" r="r" t="t"/>
              <a:pathLst>
                <a:path extrusionOk="0" h="61" w="516">
                  <a:moveTo>
                    <a:pt x="0" y="42"/>
                  </a:moveTo>
                  <a:lnTo>
                    <a:pt x="2" y="60"/>
                  </a:lnTo>
                  <a:lnTo>
                    <a:pt x="506" y="19"/>
                  </a:lnTo>
                  <a:cubicBezTo>
                    <a:pt x="512" y="13"/>
                    <a:pt x="514" y="7"/>
                    <a:pt x="516" y="1"/>
                  </a:cubicBezTo>
                  <a:close/>
                </a:path>
              </a:pathLst>
            </a:custGeom>
            <a:solidFill>
              <a:srgbClr val="B86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3"/>
            <p:cNvSpPr/>
            <p:nvPr/>
          </p:nvSpPr>
          <p:spPr>
            <a:xfrm>
              <a:off x="-8486418" y="2894609"/>
              <a:ext cx="98497" cy="35220"/>
            </a:xfrm>
            <a:custGeom>
              <a:rect b="b" l="l" r="r" t="t"/>
              <a:pathLst>
                <a:path extrusionOk="0" h="59" w="165">
                  <a:moveTo>
                    <a:pt x="1" y="58"/>
                  </a:moveTo>
                  <a:lnTo>
                    <a:pt x="144" y="46"/>
                  </a:lnTo>
                  <a:cubicBezTo>
                    <a:pt x="152" y="32"/>
                    <a:pt x="158" y="17"/>
                    <a:pt x="165" y="1"/>
                  </a:cubicBezTo>
                  <a:lnTo>
                    <a:pt x="19" y="15"/>
                  </a:lnTo>
                  <a:cubicBezTo>
                    <a:pt x="15" y="32"/>
                    <a:pt x="9" y="46"/>
                    <a:pt x="1" y="58"/>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3"/>
            <p:cNvSpPr/>
            <p:nvPr/>
          </p:nvSpPr>
          <p:spPr>
            <a:xfrm>
              <a:off x="-7290732" y="197005"/>
              <a:ext cx="4346393" cy="3470056"/>
            </a:xfrm>
            <a:custGeom>
              <a:rect b="b" l="l" r="r" t="t"/>
              <a:pathLst>
                <a:path extrusionOk="0" h="5813" w="7281">
                  <a:moveTo>
                    <a:pt x="7280" y="839"/>
                  </a:moveTo>
                  <a:lnTo>
                    <a:pt x="6124" y="103"/>
                  </a:lnTo>
                  <a:cubicBezTo>
                    <a:pt x="5807" y="1"/>
                    <a:pt x="5599" y="131"/>
                    <a:pt x="5429" y="232"/>
                  </a:cubicBezTo>
                  <a:lnTo>
                    <a:pt x="1173" y="2707"/>
                  </a:lnTo>
                  <a:cubicBezTo>
                    <a:pt x="564" y="3063"/>
                    <a:pt x="1" y="4420"/>
                    <a:pt x="647" y="5140"/>
                  </a:cubicBezTo>
                  <a:lnTo>
                    <a:pt x="1730" y="5813"/>
                  </a:lnTo>
                  <a:cubicBezTo>
                    <a:pt x="1546" y="5588"/>
                    <a:pt x="1498" y="5322"/>
                    <a:pt x="1505" y="4845"/>
                  </a:cubicBezTo>
                  <a:cubicBezTo>
                    <a:pt x="1591" y="4293"/>
                    <a:pt x="1832" y="3730"/>
                    <a:pt x="2268" y="3474"/>
                  </a:cubicBezTo>
                  <a:lnTo>
                    <a:pt x="6746" y="848"/>
                  </a:lnTo>
                  <a:cubicBezTo>
                    <a:pt x="7029" y="753"/>
                    <a:pt x="7172" y="745"/>
                    <a:pt x="7280" y="83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3"/>
            <p:cNvSpPr/>
            <p:nvPr/>
          </p:nvSpPr>
          <p:spPr>
            <a:xfrm>
              <a:off x="-7107469" y="2555543"/>
              <a:ext cx="835133" cy="1106741"/>
            </a:xfrm>
            <a:custGeom>
              <a:rect b="b" l="l" r="r" t="t"/>
              <a:pathLst>
                <a:path extrusionOk="0" h="1854" w="1399">
                  <a:moveTo>
                    <a:pt x="87" y="0"/>
                  </a:moveTo>
                  <a:cubicBezTo>
                    <a:pt x="1" y="426"/>
                    <a:pt x="48" y="872"/>
                    <a:pt x="334" y="1191"/>
                  </a:cubicBezTo>
                  <a:lnTo>
                    <a:pt x="1398" y="1854"/>
                  </a:lnTo>
                  <a:cubicBezTo>
                    <a:pt x="1232" y="1657"/>
                    <a:pt x="1140" y="1265"/>
                    <a:pt x="1191" y="900"/>
                  </a:cubicBezTo>
                  <a:cubicBezTo>
                    <a:pt x="1202" y="823"/>
                    <a:pt x="1220" y="747"/>
                    <a:pt x="1239" y="66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3"/>
            <p:cNvSpPr/>
            <p:nvPr/>
          </p:nvSpPr>
          <p:spPr>
            <a:xfrm>
              <a:off x="-7064488" y="2935201"/>
              <a:ext cx="792153" cy="724694"/>
            </a:xfrm>
            <a:custGeom>
              <a:rect b="b" l="l" r="r" t="t"/>
              <a:pathLst>
                <a:path extrusionOk="0" h="1214" w="1327">
                  <a:moveTo>
                    <a:pt x="0" y="0"/>
                  </a:moveTo>
                  <a:cubicBezTo>
                    <a:pt x="37" y="201"/>
                    <a:pt x="123" y="393"/>
                    <a:pt x="262" y="553"/>
                  </a:cubicBezTo>
                  <a:lnTo>
                    <a:pt x="1326" y="1214"/>
                  </a:lnTo>
                  <a:cubicBezTo>
                    <a:pt x="1220" y="1087"/>
                    <a:pt x="1142" y="878"/>
                    <a:pt x="1117" y="64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3"/>
            <p:cNvSpPr/>
            <p:nvPr/>
          </p:nvSpPr>
          <p:spPr>
            <a:xfrm>
              <a:off x="-5775081" y="4638889"/>
              <a:ext cx="264449" cy="302055"/>
            </a:xfrm>
            <a:custGeom>
              <a:rect b="b" l="l" r="r" t="t"/>
              <a:pathLst>
                <a:path extrusionOk="0" h="506" w="443">
                  <a:moveTo>
                    <a:pt x="336" y="33"/>
                  </a:moveTo>
                  <a:lnTo>
                    <a:pt x="1" y="228"/>
                  </a:lnTo>
                  <a:lnTo>
                    <a:pt x="1" y="506"/>
                  </a:lnTo>
                  <a:lnTo>
                    <a:pt x="326" y="318"/>
                  </a:lnTo>
                  <a:cubicBezTo>
                    <a:pt x="328" y="316"/>
                    <a:pt x="332" y="316"/>
                    <a:pt x="334" y="312"/>
                  </a:cubicBezTo>
                  <a:cubicBezTo>
                    <a:pt x="394" y="277"/>
                    <a:pt x="443" y="187"/>
                    <a:pt x="443" y="111"/>
                  </a:cubicBezTo>
                  <a:cubicBezTo>
                    <a:pt x="443" y="33"/>
                    <a:pt x="394" y="1"/>
                    <a:pt x="336" y="3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3"/>
            <p:cNvSpPr/>
            <p:nvPr/>
          </p:nvSpPr>
          <p:spPr>
            <a:xfrm>
              <a:off x="-5938645" y="5352241"/>
              <a:ext cx="536658" cy="685893"/>
            </a:xfrm>
            <a:custGeom>
              <a:rect b="b" l="l" r="r" t="t"/>
              <a:pathLst>
                <a:path extrusionOk="0" h="1149" w="899">
                  <a:moveTo>
                    <a:pt x="678" y="86"/>
                  </a:moveTo>
                  <a:lnTo>
                    <a:pt x="1" y="583"/>
                  </a:lnTo>
                  <a:lnTo>
                    <a:pt x="1" y="1148"/>
                  </a:lnTo>
                  <a:lnTo>
                    <a:pt x="662" y="665"/>
                  </a:lnTo>
                  <a:cubicBezTo>
                    <a:pt x="668" y="659"/>
                    <a:pt x="674" y="657"/>
                    <a:pt x="682" y="651"/>
                  </a:cubicBezTo>
                  <a:cubicBezTo>
                    <a:pt x="801" y="563"/>
                    <a:pt x="899" y="365"/>
                    <a:pt x="899" y="209"/>
                  </a:cubicBezTo>
                  <a:cubicBezTo>
                    <a:pt x="899" y="54"/>
                    <a:pt x="801" y="0"/>
                    <a:pt x="678" y="8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3"/>
            <p:cNvSpPr/>
            <p:nvPr/>
          </p:nvSpPr>
          <p:spPr>
            <a:xfrm>
              <a:off x="-9751350" y="2491670"/>
              <a:ext cx="778423" cy="2384805"/>
            </a:xfrm>
            <a:custGeom>
              <a:rect b="b" l="l" r="r" t="t"/>
              <a:pathLst>
                <a:path extrusionOk="0" h="3995" w="1304">
                  <a:moveTo>
                    <a:pt x="385" y="2884"/>
                  </a:moveTo>
                  <a:lnTo>
                    <a:pt x="6" y="3884"/>
                  </a:lnTo>
                  <a:cubicBezTo>
                    <a:pt x="0" y="3904"/>
                    <a:pt x="0" y="3925"/>
                    <a:pt x="11" y="3935"/>
                  </a:cubicBezTo>
                  <a:cubicBezTo>
                    <a:pt x="21" y="3945"/>
                    <a:pt x="139" y="3994"/>
                    <a:pt x="154" y="3980"/>
                  </a:cubicBezTo>
                  <a:lnTo>
                    <a:pt x="1304" y="2566"/>
                  </a:lnTo>
                  <a:lnTo>
                    <a:pt x="1302" y="2352"/>
                  </a:lnTo>
                  <a:lnTo>
                    <a:pt x="1302" y="2352"/>
                  </a:lnTo>
                  <a:cubicBezTo>
                    <a:pt x="1295" y="1541"/>
                    <a:pt x="1304" y="541"/>
                    <a:pt x="1302" y="160"/>
                  </a:cubicBezTo>
                  <a:lnTo>
                    <a:pt x="528" y="5"/>
                  </a:lnTo>
                  <a:cubicBezTo>
                    <a:pt x="516" y="1"/>
                    <a:pt x="502" y="11"/>
                    <a:pt x="491" y="29"/>
                  </a:cubicBezTo>
                  <a:lnTo>
                    <a:pt x="710" y="55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3"/>
            <p:cNvSpPr/>
            <p:nvPr/>
          </p:nvSpPr>
          <p:spPr>
            <a:xfrm>
              <a:off x="-9455861" y="2495251"/>
              <a:ext cx="304445" cy="428608"/>
            </a:xfrm>
            <a:custGeom>
              <a:rect b="b" l="l" r="r" t="t"/>
              <a:pathLst>
                <a:path extrusionOk="0" h="718" w="510">
                  <a:moveTo>
                    <a:pt x="23" y="1"/>
                  </a:moveTo>
                  <a:cubicBezTo>
                    <a:pt x="17" y="5"/>
                    <a:pt x="7" y="13"/>
                    <a:pt x="0" y="23"/>
                  </a:cubicBezTo>
                  <a:lnTo>
                    <a:pt x="215" y="541"/>
                  </a:lnTo>
                  <a:lnTo>
                    <a:pt x="510" y="717"/>
                  </a:lnTo>
                  <a:lnTo>
                    <a:pt x="289" y="14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3"/>
            <p:cNvSpPr/>
            <p:nvPr/>
          </p:nvSpPr>
          <p:spPr>
            <a:xfrm>
              <a:off x="-9702400" y="4038957"/>
              <a:ext cx="4070005" cy="2730438"/>
            </a:xfrm>
            <a:custGeom>
              <a:rect b="b" l="l" r="r" t="t"/>
              <a:pathLst>
                <a:path extrusionOk="0" h="4574" w="6818">
                  <a:moveTo>
                    <a:pt x="5504" y="4574"/>
                  </a:moveTo>
                  <a:lnTo>
                    <a:pt x="0" y="1376"/>
                  </a:lnTo>
                  <a:lnTo>
                    <a:pt x="1289" y="1"/>
                  </a:lnTo>
                  <a:lnTo>
                    <a:pt x="6817" y="3199"/>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3"/>
            <p:cNvSpPr/>
            <p:nvPr/>
          </p:nvSpPr>
          <p:spPr>
            <a:xfrm>
              <a:off x="-6355911" y="545025"/>
              <a:ext cx="5289574" cy="3995370"/>
            </a:xfrm>
            <a:custGeom>
              <a:rect b="b" l="l" r="r" t="t"/>
              <a:pathLst>
                <a:path extrusionOk="0" h="6693" w="8861">
                  <a:moveTo>
                    <a:pt x="8861" y="2008"/>
                  </a:moveTo>
                  <a:lnTo>
                    <a:pt x="3627" y="6693"/>
                  </a:lnTo>
                  <a:lnTo>
                    <a:pt x="0" y="4710"/>
                  </a:lnTo>
                  <a:lnTo>
                    <a:pt x="4871" y="1909"/>
                  </a:lnTo>
                  <a:cubicBezTo>
                    <a:pt x="5229" y="794"/>
                    <a:pt x="7642" y="643"/>
                    <a:pt x="8628"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3"/>
            <p:cNvSpPr/>
            <p:nvPr/>
          </p:nvSpPr>
          <p:spPr>
            <a:xfrm>
              <a:off x="-4226002" y="1879799"/>
              <a:ext cx="3826450" cy="3509454"/>
            </a:xfrm>
            <a:custGeom>
              <a:rect b="b" l="l" r="r" t="t"/>
              <a:pathLst>
                <a:path extrusionOk="0" h="5879" w="6410">
                  <a:moveTo>
                    <a:pt x="5428" y="416"/>
                  </a:moveTo>
                  <a:lnTo>
                    <a:pt x="1217" y="2853"/>
                  </a:lnTo>
                  <a:cubicBezTo>
                    <a:pt x="0" y="3553"/>
                    <a:pt x="33" y="5879"/>
                    <a:pt x="1228" y="5187"/>
                  </a:cubicBezTo>
                  <a:lnTo>
                    <a:pt x="5528" y="2703"/>
                  </a:lnTo>
                  <a:cubicBezTo>
                    <a:pt x="6017" y="2423"/>
                    <a:pt x="6410" y="1646"/>
                    <a:pt x="6406" y="1014"/>
                  </a:cubicBezTo>
                  <a:cubicBezTo>
                    <a:pt x="6402" y="443"/>
                    <a:pt x="6034" y="1"/>
                    <a:pt x="5428" y="416"/>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3"/>
            <p:cNvSpPr/>
            <p:nvPr/>
          </p:nvSpPr>
          <p:spPr>
            <a:xfrm>
              <a:off x="-3817093" y="1879799"/>
              <a:ext cx="3413957" cy="2748943"/>
            </a:xfrm>
            <a:custGeom>
              <a:rect b="b" l="l" r="r" t="t"/>
              <a:pathLst>
                <a:path extrusionOk="0" h="4605" w="5719">
                  <a:moveTo>
                    <a:pt x="4743" y="416"/>
                  </a:moveTo>
                  <a:lnTo>
                    <a:pt x="532" y="2873"/>
                  </a:lnTo>
                  <a:cubicBezTo>
                    <a:pt x="0" y="3282"/>
                    <a:pt x="629" y="4256"/>
                    <a:pt x="870" y="4604"/>
                  </a:cubicBezTo>
                  <a:lnTo>
                    <a:pt x="5492" y="1936"/>
                  </a:lnTo>
                  <a:cubicBezTo>
                    <a:pt x="5635" y="1644"/>
                    <a:pt x="5719" y="1312"/>
                    <a:pt x="5719" y="1020"/>
                  </a:cubicBezTo>
                  <a:cubicBezTo>
                    <a:pt x="5717" y="447"/>
                    <a:pt x="5349" y="1"/>
                    <a:pt x="4743" y="4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3"/>
            <p:cNvSpPr/>
            <p:nvPr/>
          </p:nvSpPr>
          <p:spPr>
            <a:xfrm>
              <a:off x="-1607789" y="1893529"/>
              <a:ext cx="1059586" cy="1703091"/>
            </a:xfrm>
            <a:custGeom>
              <a:rect b="b" l="l" r="r" t="t"/>
              <a:pathLst>
                <a:path extrusionOk="0" h="2853" w="1775">
                  <a:moveTo>
                    <a:pt x="888" y="283"/>
                  </a:moveTo>
                  <a:cubicBezTo>
                    <a:pt x="1377" y="0"/>
                    <a:pt x="1774" y="285"/>
                    <a:pt x="1774" y="917"/>
                  </a:cubicBezTo>
                  <a:cubicBezTo>
                    <a:pt x="1774" y="1549"/>
                    <a:pt x="1377" y="2290"/>
                    <a:pt x="888" y="2572"/>
                  </a:cubicBezTo>
                  <a:cubicBezTo>
                    <a:pt x="400" y="2852"/>
                    <a:pt x="3" y="2568"/>
                    <a:pt x="3" y="1936"/>
                  </a:cubicBezTo>
                  <a:cubicBezTo>
                    <a:pt x="1" y="1306"/>
                    <a:pt x="400" y="563"/>
                    <a:pt x="888" y="2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3"/>
            <p:cNvSpPr/>
            <p:nvPr/>
          </p:nvSpPr>
          <p:spPr>
            <a:xfrm>
              <a:off x="-1480640" y="1954417"/>
              <a:ext cx="1057198" cy="1703091"/>
            </a:xfrm>
            <a:custGeom>
              <a:rect b="b" l="l" r="r" t="t"/>
              <a:pathLst>
                <a:path extrusionOk="0" h="2853" w="1771">
                  <a:moveTo>
                    <a:pt x="886" y="283"/>
                  </a:moveTo>
                  <a:cubicBezTo>
                    <a:pt x="1373" y="1"/>
                    <a:pt x="1770" y="285"/>
                    <a:pt x="1770" y="917"/>
                  </a:cubicBezTo>
                  <a:cubicBezTo>
                    <a:pt x="1770" y="1549"/>
                    <a:pt x="1373" y="2290"/>
                    <a:pt x="886" y="2572"/>
                  </a:cubicBezTo>
                  <a:cubicBezTo>
                    <a:pt x="397" y="2853"/>
                    <a:pt x="0" y="2568"/>
                    <a:pt x="0" y="1936"/>
                  </a:cubicBezTo>
                  <a:cubicBezTo>
                    <a:pt x="0" y="1306"/>
                    <a:pt x="395" y="563"/>
                    <a:pt x="886" y="28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3"/>
            <p:cNvSpPr/>
            <p:nvPr/>
          </p:nvSpPr>
          <p:spPr>
            <a:xfrm>
              <a:off x="-1389307" y="2102460"/>
              <a:ext cx="873935" cy="1408796"/>
            </a:xfrm>
            <a:custGeom>
              <a:rect b="b" l="l" r="r" t="t"/>
              <a:pathLst>
                <a:path extrusionOk="0" h="2360" w="1464">
                  <a:moveTo>
                    <a:pt x="733" y="233"/>
                  </a:moveTo>
                  <a:cubicBezTo>
                    <a:pt x="1136" y="0"/>
                    <a:pt x="1464" y="237"/>
                    <a:pt x="1464" y="759"/>
                  </a:cubicBezTo>
                  <a:cubicBezTo>
                    <a:pt x="1464" y="1279"/>
                    <a:pt x="1136" y="1891"/>
                    <a:pt x="733" y="2126"/>
                  </a:cubicBezTo>
                  <a:cubicBezTo>
                    <a:pt x="328" y="2359"/>
                    <a:pt x="1" y="2124"/>
                    <a:pt x="1" y="1602"/>
                  </a:cubicBezTo>
                  <a:cubicBezTo>
                    <a:pt x="1" y="1080"/>
                    <a:pt x="328" y="467"/>
                    <a:pt x="733" y="23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3"/>
            <p:cNvSpPr/>
            <p:nvPr/>
          </p:nvSpPr>
          <p:spPr>
            <a:xfrm>
              <a:off x="-1133813" y="2513757"/>
              <a:ext cx="363543" cy="585605"/>
            </a:xfrm>
            <a:custGeom>
              <a:rect b="b" l="l" r="r" t="t"/>
              <a:pathLst>
                <a:path extrusionOk="0" h="981" w="609">
                  <a:moveTo>
                    <a:pt x="305" y="97"/>
                  </a:moveTo>
                  <a:cubicBezTo>
                    <a:pt x="473" y="1"/>
                    <a:pt x="608" y="101"/>
                    <a:pt x="608" y="316"/>
                  </a:cubicBezTo>
                  <a:cubicBezTo>
                    <a:pt x="608" y="533"/>
                    <a:pt x="473" y="786"/>
                    <a:pt x="305" y="882"/>
                  </a:cubicBezTo>
                  <a:cubicBezTo>
                    <a:pt x="135" y="981"/>
                    <a:pt x="0" y="880"/>
                    <a:pt x="0" y="666"/>
                  </a:cubicBezTo>
                  <a:cubicBezTo>
                    <a:pt x="0" y="451"/>
                    <a:pt x="135" y="195"/>
                    <a:pt x="305" y="9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3"/>
            <p:cNvSpPr/>
            <p:nvPr/>
          </p:nvSpPr>
          <p:spPr>
            <a:xfrm>
              <a:off x="-1092624" y="2571064"/>
              <a:ext cx="320562" cy="496660"/>
            </a:xfrm>
            <a:custGeom>
              <a:rect b="b" l="l" r="r" t="t"/>
              <a:pathLst>
                <a:path extrusionOk="0" h="832" w="537">
                  <a:moveTo>
                    <a:pt x="476" y="17"/>
                  </a:moveTo>
                  <a:cubicBezTo>
                    <a:pt x="514" y="60"/>
                    <a:pt x="537" y="130"/>
                    <a:pt x="537" y="218"/>
                  </a:cubicBezTo>
                  <a:cubicBezTo>
                    <a:pt x="537" y="437"/>
                    <a:pt x="402" y="688"/>
                    <a:pt x="232" y="786"/>
                  </a:cubicBezTo>
                  <a:cubicBezTo>
                    <a:pt x="169" y="821"/>
                    <a:pt x="109" y="831"/>
                    <a:pt x="62" y="817"/>
                  </a:cubicBezTo>
                  <a:cubicBezTo>
                    <a:pt x="23" y="774"/>
                    <a:pt x="1" y="705"/>
                    <a:pt x="1" y="615"/>
                  </a:cubicBezTo>
                  <a:cubicBezTo>
                    <a:pt x="1" y="398"/>
                    <a:pt x="136" y="144"/>
                    <a:pt x="304" y="48"/>
                  </a:cubicBezTo>
                  <a:cubicBezTo>
                    <a:pt x="369" y="11"/>
                    <a:pt x="426" y="1"/>
                    <a:pt x="476" y="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3"/>
            <p:cNvSpPr/>
            <p:nvPr/>
          </p:nvSpPr>
          <p:spPr>
            <a:xfrm>
              <a:off x="-980994" y="2429587"/>
              <a:ext cx="56710" cy="90736"/>
            </a:xfrm>
            <a:custGeom>
              <a:rect b="b" l="l" r="r" t="t"/>
              <a:pathLst>
                <a:path extrusionOk="0" h="152" w="95">
                  <a:moveTo>
                    <a:pt x="49" y="15"/>
                  </a:moveTo>
                  <a:cubicBezTo>
                    <a:pt x="74" y="0"/>
                    <a:pt x="94" y="15"/>
                    <a:pt x="94" y="50"/>
                  </a:cubicBezTo>
                  <a:cubicBezTo>
                    <a:pt x="94" y="82"/>
                    <a:pt x="74" y="121"/>
                    <a:pt x="49" y="135"/>
                  </a:cubicBezTo>
                  <a:cubicBezTo>
                    <a:pt x="23" y="152"/>
                    <a:pt x="2" y="135"/>
                    <a:pt x="2" y="103"/>
                  </a:cubicBezTo>
                  <a:cubicBezTo>
                    <a:pt x="0" y="70"/>
                    <a:pt x="21" y="31"/>
                    <a:pt x="49" y="1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3"/>
            <p:cNvSpPr/>
            <p:nvPr/>
          </p:nvSpPr>
          <p:spPr>
            <a:xfrm>
              <a:off x="-1135007" y="2580018"/>
              <a:ext cx="63874" cy="89542"/>
            </a:xfrm>
            <a:custGeom>
              <a:rect b="b" l="l" r="r" t="t"/>
              <a:pathLst>
                <a:path extrusionOk="0" h="150" w="107">
                  <a:moveTo>
                    <a:pt x="25" y="43"/>
                  </a:moveTo>
                  <a:cubicBezTo>
                    <a:pt x="45" y="10"/>
                    <a:pt x="76" y="0"/>
                    <a:pt x="92" y="16"/>
                  </a:cubicBezTo>
                  <a:cubicBezTo>
                    <a:pt x="107" y="35"/>
                    <a:pt x="103" y="76"/>
                    <a:pt x="82" y="106"/>
                  </a:cubicBezTo>
                  <a:cubicBezTo>
                    <a:pt x="62" y="139"/>
                    <a:pt x="31" y="149"/>
                    <a:pt x="15" y="133"/>
                  </a:cubicBezTo>
                  <a:cubicBezTo>
                    <a:pt x="0" y="115"/>
                    <a:pt x="4" y="76"/>
                    <a:pt x="25" y="4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3"/>
            <p:cNvSpPr/>
            <p:nvPr/>
          </p:nvSpPr>
          <p:spPr>
            <a:xfrm>
              <a:off x="-1229325" y="2802082"/>
              <a:ext cx="65665" cy="84767"/>
            </a:xfrm>
            <a:custGeom>
              <a:rect b="b" l="l" r="r" t="t"/>
              <a:pathLst>
                <a:path extrusionOk="0" h="142" w="110">
                  <a:moveTo>
                    <a:pt x="11" y="80"/>
                  </a:moveTo>
                  <a:cubicBezTo>
                    <a:pt x="19" y="43"/>
                    <a:pt x="48" y="11"/>
                    <a:pt x="70" y="7"/>
                  </a:cubicBezTo>
                  <a:cubicBezTo>
                    <a:pt x="97" y="0"/>
                    <a:pt x="109" y="29"/>
                    <a:pt x="101" y="64"/>
                  </a:cubicBezTo>
                  <a:cubicBezTo>
                    <a:pt x="93" y="101"/>
                    <a:pt x="66" y="133"/>
                    <a:pt x="42" y="140"/>
                  </a:cubicBezTo>
                  <a:cubicBezTo>
                    <a:pt x="17" y="142"/>
                    <a:pt x="1" y="115"/>
                    <a:pt x="11" y="8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3"/>
            <p:cNvSpPr/>
            <p:nvPr/>
          </p:nvSpPr>
          <p:spPr>
            <a:xfrm>
              <a:off x="-1229325" y="3005044"/>
              <a:ext cx="64471" cy="89542"/>
            </a:xfrm>
            <a:custGeom>
              <a:rect b="b" l="l" r="r" t="t"/>
              <a:pathLst>
                <a:path extrusionOk="0" h="150" w="108">
                  <a:moveTo>
                    <a:pt x="9" y="121"/>
                  </a:moveTo>
                  <a:cubicBezTo>
                    <a:pt x="1" y="92"/>
                    <a:pt x="15" y="51"/>
                    <a:pt x="40" y="27"/>
                  </a:cubicBezTo>
                  <a:cubicBezTo>
                    <a:pt x="66" y="0"/>
                    <a:pt x="91" y="4"/>
                    <a:pt x="99" y="31"/>
                  </a:cubicBezTo>
                  <a:cubicBezTo>
                    <a:pt x="107" y="59"/>
                    <a:pt x="93" y="100"/>
                    <a:pt x="68" y="125"/>
                  </a:cubicBezTo>
                  <a:cubicBezTo>
                    <a:pt x="46" y="149"/>
                    <a:pt x="19" y="147"/>
                    <a:pt x="9" y="12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3"/>
            <p:cNvSpPr/>
            <p:nvPr/>
          </p:nvSpPr>
          <p:spPr>
            <a:xfrm>
              <a:off x="-1135007" y="3118464"/>
              <a:ext cx="63874" cy="87154"/>
            </a:xfrm>
            <a:custGeom>
              <a:rect b="b" l="l" r="r" t="t"/>
              <a:pathLst>
                <a:path extrusionOk="0" h="146" w="107">
                  <a:moveTo>
                    <a:pt x="25" y="137"/>
                  </a:moveTo>
                  <a:cubicBezTo>
                    <a:pt x="4" y="131"/>
                    <a:pt x="0" y="94"/>
                    <a:pt x="15" y="60"/>
                  </a:cubicBezTo>
                  <a:cubicBezTo>
                    <a:pt x="31" y="23"/>
                    <a:pt x="62" y="0"/>
                    <a:pt x="82" y="9"/>
                  </a:cubicBezTo>
                  <a:cubicBezTo>
                    <a:pt x="103" y="15"/>
                    <a:pt x="107" y="52"/>
                    <a:pt x="92" y="86"/>
                  </a:cubicBezTo>
                  <a:cubicBezTo>
                    <a:pt x="76" y="123"/>
                    <a:pt x="45" y="146"/>
                    <a:pt x="25" y="13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3"/>
            <p:cNvSpPr/>
            <p:nvPr/>
          </p:nvSpPr>
          <p:spPr>
            <a:xfrm>
              <a:off x="-979800" y="3093989"/>
              <a:ext cx="55516" cy="90736"/>
            </a:xfrm>
            <a:custGeom>
              <a:rect b="b" l="l" r="r" t="t"/>
              <a:pathLst>
                <a:path extrusionOk="0" h="152" w="93">
                  <a:moveTo>
                    <a:pt x="47" y="135"/>
                  </a:moveTo>
                  <a:cubicBezTo>
                    <a:pt x="21" y="152"/>
                    <a:pt x="0" y="135"/>
                    <a:pt x="0" y="103"/>
                  </a:cubicBezTo>
                  <a:cubicBezTo>
                    <a:pt x="0" y="70"/>
                    <a:pt x="21" y="31"/>
                    <a:pt x="47" y="15"/>
                  </a:cubicBezTo>
                  <a:cubicBezTo>
                    <a:pt x="72" y="0"/>
                    <a:pt x="92" y="15"/>
                    <a:pt x="92" y="50"/>
                  </a:cubicBezTo>
                  <a:cubicBezTo>
                    <a:pt x="92" y="82"/>
                    <a:pt x="72" y="121"/>
                    <a:pt x="47" y="1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3"/>
            <p:cNvSpPr/>
            <p:nvPr/>
          </p:nvSpPr>
          <p:spPr>
            <a:xfrm>
              <a:off x="-834742" y="2943559"/>
              <a:ext cx="64471" cy="91333"/>
            </a:xfrm>
            <a:custGeom>
              <a:rect b="b" l="l" r="r" t="t"/>
              <a:pathLst>
                <a:path extrusionOk="0" h="153" w="108">
                  <a:moveTo>
                    <a:pt x="82" y="109"/>
                  </a:moveTo>
                  <a:cubicBezTo>
                    <a:pt x="62" y="142"/>
                    <a:pt x="31" y="152"/>
                    <a:pt x="15" y="134"/>
                  </a:cubicBezTo>
                  <a:cubicBezTo>
                    <a:pt x="1" y="117"/>
                    <a:pt x="5" y="74"/>
                    <a:pt x="25" y="46"/>
                  </a:cubicBezTo>
                  <a:cubicBezTo>
                    <a:pt x="46" y="11"/>
                    <a:pt x="76" y="1"/>
                    <a:pt x="93" y="19"/>
                  </a:cubicBezTo>
                  <a:cubicBezTo>
                    <a:pt x="107" y="36"/>
                    <a:pt x="103" y="74"/>
                    <a:pt x="82" y="10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3"/>
            <p:cNvSpPr/>
            <p:nvPr/>
          </p:nvSpPr>
          <p:spPr>
            <a:xfrm>
              <a:off x="-741618" y="2726270"/>
              <a:ext cx="65068" cy="84767"/>
            </a:xfrm>
            <a:custGeom>
              <a:rect b="b" l="l" r="r" t="t"/>
              <a:pathLst>
                <a:path extrusionOk="0" h="142" w="109">
                  <a:moveTo>
                    <a:pt x="98" y="64"/>
                  </a:moveTo>
                  <a:cubicBezTo>
                    <a:pt x="90" y="99"/>
                    <a:pt x="62" y="132"/>
                    <a:pt x="39" y="138"/>
                  </a:cubicBezTo>
                  <a:cubicBezTo>
                    <a:pt x="12" y="142"/>
                    <a:pt x="0" y="115"/>
                    <a:pt x="8" y="78"/>
                  </a:cubicBezTo>
                  <a:cubicBezTo>
                    <a:pt x="16" y="44"/>
                    <a:pt x="43" y="9"/>
                    <a:pt x="68" y="5"/>
                  </a:cubicBezTo>
                  <a:cubicBezTo>
                    <a:pt x="92" y="1"/>
                    <a:pt x="109" y="27"/>
                    <a:pt x="98" y="6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3"/>
            <p:cNvSpPr/>
            <p:nvPr/>
          </p:nvSpPr>
          <p:spPr>
            <a:xfrm>
              <a:off x="-741618" y="2518532"/>
              <a:ext cx="62680" cy="90139"/>
            </a:xfrm>
            <a:custGeom>
              <a:rect b="b" l="l" r="r" t="t"/>
              <a:pathLst>
                <a:path extrusionOk="0" h="151" w="105">
                  <a:moveTo>
                    <a:pt x="98" y="31"/>
                  </a:moveTo>
                  <a:cubicBezTo>
                    <a:pt x="104" y="58"/>
                    <a:pt x="92" y="99"/>
                    <a:pt x="68" y="126"/>
                  </a:cubicBezTo>
                  <a:cubicBezTo>
                    <a:pt x="41" y="150"/>
                    <a:pt x="16" y="148"/>
                    <a:pt x="8" y="119"/>
                  </a:cubicBezTo>
                  <a:cubicBezTo>
                    <a:pt x="0" y="93"/>
                    <a:pt x="12" y="52"/>
                    <a:pt x="39" y="25"/>
                  </a:cubicBezTo>
                  <a:cubicBezTo>
                    <a:pt x="64" y="1"/>
                    <a:pt x="90" y="3"/>
                    <a:pt x="98" y="3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3"/>
            <p:cNvSpPr/>
            <p:nvPr/>
          </p:nvSpPr>
          <p:spPr>
            <a:xfrm>
              <a:off x="-834742" y="2407500"/>
              <a:ext cx="64471" cy="88348"/>
            </a:xfrm>
            <a:custGeom>
              <a:rect b="b" l="l" r="r" t="t"/>
              <a:pathLst>
                <a:path extrusionOk="0" h="148" w="108">
                  <a:moveTo>
                    <a:pt x="82" y="9"/>
                  </a:moveTo>
                  <a:cubicBezTo>
                    <a:pt x="103" y="17"/>
                    <a:pt x="107" y="52"/>
                    <a:pt x="93" y="89"/>
                  </a:cubicBezTo>
                  <a:cubicBezTo>
                    <a:pt x="76" y="125"/>
                    <a:pt x="50" y="148"/>
                    <a:pt x="25" y="140"/>
                  </a:cubicBezTo>
                  <a:cubicBezTo>
                    <a:pt x="5" y="132"/>
                    <a:pt x="1" y="97"/>
                    <a:pt x="15" y="60"/>
                  </a:cubicBezTo>
                  <a:cubicBezTo>
                    <a:pt x="31" y="25"/>
                    <a:pt x="62" y="1"/>
                    <a:pt x="82" y="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3"/>
            <p:cNvSpPr/>
            <p:nvPr/>
          </p:nvSpPr>
          <p:spPr>
            <a:xfrm>
              <a:off x="-4039157" y="-434566"/>
              <a:ext cx="1425517" cy="2206318"/>
            </a:xfrm>
            <a:custGeom>
              <a:rect b="b" l="l" r="r" t="t"/>
              <a:pathLst>
                <a:path extrusionOk="0" h="3696" w="2388">
                  <a:moveTo>
                    <a:pt x="334" y="1"/>
                  </a:moveTo>
                  <a:cubicBezTo>
                    <a:pt x="246" y="400"/>
                    <a:pt x="39" y="1261"/>
                    <a:pt x="0" y="1824"/>
                  </a:cubicBezTo>
                  <a:lnTo>
                    <a:pt x="164" y="2505"/>
                  </a:lnTo>
                  <a:lnTo>
                    <a:pt x="2230" y="3696"/>
                  </a:lnTo>
                  <a:lnTo>
                    <a:pt x="2388" y="1146"/>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3"/>
            <p:cNvSpPr/>
            <p:nvPr/>
          </p:nvSpPr>
          <p:spPr>
            <a:xfrm>
              <a:off x="-6709305" y="2424812"/>
              <a:ext cx="1752048" cy="1895905"/>
            </a:xfrm>
            <a:custGeom>
              <a:rect b="b" l="l" r="r" t="t"/>
              <a:pathLst>
                <a:path extrusionOk="0" h="3176" w="2935">
                  <a:moveTo>
                    <a:pt x="1" y="0"/>
                  </a:moveTo>
                  <a:lnTo>
                    <a:pt x="91" y="1995"/>
                  </a:lnTo>
                  <a:lnTo>
                    <a:pt x="2088" y="3149"/>
                  </a:lnTo>
                  <a:lnTo>
                    <a:pt x="2088" y="3176"/>
                  </a:lnTo>
                  <a:lnTo>
                    <a:pt x="2824" y="2752"/>
                  </a:lnTo>
                  <a:lnTo>
                    <a:pt x="2935" y="356"/>
                  </a:lnTo>
                  <a:lnTo>
                    <a:pt x="1959" y="1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3"/>
            <p:cNvSpPr/>
            <p:nvPr/>
          </p:nvSpPr>
          <p:spPr>
            <a:xfrm>
              <a:off x="-5495113" y="2787159"/>
              <a:ext cx="525913" cy="1518634"/>
            </a:xfrm>
            <a:custGeom>
              <a:rect b="b" l="l" r="r" t="t"/>
              <a:pathLst>
                <a:path extrusionOk="0" h="2544" w="881">
                  <a:moveTo>
                    <a:pt x="94" y="2544"/>
                  </a:moveTo>
                  <a:lnTo>
                    <a:pt x="790" y="2145"/>
                  </a:lnTo>
                  <a:lnTo>
                    <a:pt x="880" y="175"/>
                  </a:lnTo>
                  <a:lnTo>
                    <a:pt x="567" y="1"/>
                  </a:lnTo>
                  <a:lnTo>
                    <a:pt x="0" y="43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3"/>
            <p:cNvSpPr/>
            <p:nvPr/>
          </p:nvSpPr>
          <p:spPr>
            <a:xfrm>
              <a:off x="-5039642" y="1618336"/>
              <a:ext cx="2292885" cy="2459424"/>
            </a:xfrm>
            <a:custGeom>
              <a:rect b="b" l="l" r="r" t="t"/>
              <a:pathLst>
                <a:path extrusionOk="0" h="4120" w="3841">
                  <a:moveTo>
                    <a:pt x="3841" y="1"/>
                  </a:moveTo>
                  <a:lnTo>
                    <a:pt x="1" y="2168"/>
                  </a:lnTo>
                  <a:lnTo>
                    <a:pt x="1" y="4119"/>
                  </a:lnTo>
                  <a:lnTo>
                    <a:pt x="3841" y="195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3"/>
            <p:cNvSpPr/>
            <p:nvPr/>
          </p:nvSpPr>
          <p:spPr>
            <a:xfrm>
              <a:off x="-4526864" y="2086939"/>
              <a:ext cx="1533565" cy="1547288"/>
            </a:xfrm>
            <a:custGeom>
              <a:rect b="b" l="l" r="r" t="t"/>
              <a:pathLst>
                <a:path extrusionOk="0" h="2592" w="2569">
                  <a:moveTo>
                    <a:pt x="2269" y="0"/>
                  </a:moveTo>
                  <a:cubicBezTo>
                    <a:pt x="2218" y="0"/>
                    <a:pt x="2155" y="14"/>
                    <a:pt x="2086" y="55"/>
                  </a:cubicBezTo>
                  <a:lnTo>
                    <a:pt x="1255" y="536"/>
                  </a:lnTo>
                  <a:cubicBezTo>
                    <a:pt x="1120" y="615"/>
                    <a:pt x="1052" y="812"/>
                    <a:pt x="919" y="1278"/>
                  </a:cubicBezTo>
                  <a:cubicBezTo>
                    <a:pt x="881" y="1417"/>
                    <a:pt x="823" y="1628"/>
                    <a:pt x="817" y="1651"/>
                  </a:cubicBezTo>
                  <a:lnTo>
                    <a:pt x="1" y="2285"/>
                  </a:lnTo>
                  <a:lnTo>
                    <a:pt x="240" y="2592"/>
                  </a:lnTo>
                  <a:lnTo>
                    <a:pt x="1050" y="1958"/>
                  </a:lnTo>
                  <a:cubicBezTo>
                    <a:pt x="1142" y="1886"/>
                    <a:pt x="1185" y="1759"/>
                    <a:pt x="1290" y="1383"/>
                  </a:cubicBezTo>
                  <a:cubicBezTo>
                    <a:pt x="1339" y="1207"/>
                    <a:pt x="1423" y="912"/>
                    <a:pt x="1447" y="871"/>
                  </a:cubicBezTo>
                  <a:lnTo>
                    <a:pt x="2276" y="394"/>
                  </a:lnTo>
                  <a:lnTo>
                    <a:pt x="2562" y="411"/>
                  </a:lnTo>
                  <a:cubicBezTo>
                    <a:pt x="2568" y="237"/>
                    <a:pt x="2515" y="104"/>
                    <a:pt x="2411" y="40"/>
                  </a:cubicBezTo>
                  <a:cubicBezTo>
                    <a:pt x="2382" y="21"/>
                    <a:pt x="2333" y="0"/>
                    <a:pt x="22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3"/>
            <p:cNvSpPr/>
            <p:nvPr/>
          </p:nvSpPr>
          <p:spPr>
            <a:xfrm>
              <a:off x="-3571747" y="2403918"/>
              <a:ext cx="1284039" cy="811252"/>
            </a:xfrm>
            <a:custGeom>
              <a:rect b="b" l="l" r="r" t="t"/>
              <a:pathLst>
                <a:path extrusionOk="0" h="1359" w="2151">
                  <a:moveTo>
                    <a:pt x="2151" y="0"/>
                  </a:moveTo>
                  <a:lnTo>
                    <a:pt x="1" y="1240"/>
                  </a:lnTo>
                  <a:lnTo>
                    <a:pt x="1" y="1359"/>
                  </a:lnTo>
                  <a:lnTo>
                    <a:pt x="2151" y="115"/>
                  </a:lnTo>
                  <a:close/>
                </a:path>
              </a:pathLst>
            </a:custGeom>
            <a:solidFill>
              <a:srgbClr val="4140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3"/>
            <p:cNvSpPr/>
            <p:nvPr/>
          </p:nvSpPr>
          <p:spPr>
            <a:xfrm>
              <a:off x="-4923834" y="1555059"/>
              <a:ext cx="4347587" cy="3470653"/>
            </a:xfrm>
            <a:custGeom>
              <a:rect b="b" l="l" r="r" t="t"/>
              <a:pathLst>
                <a:path extrusionOk="0" h="5814" w="7283">
                  <a:moveTo>
                    <a:pt x="7282" y="839"/>
                  </a:moveTo>
                  <a:lnTo>
                    <a:pt x="6126" y="103"/>
                  </a:lnTo>
                  <a:cubicBezTo>
                    <a:pt x="5809" y="1"/>
                    <a:pt x="5601" y="132"/>
                    <a:pt x="5431" y="230"/>
                  </a:cubicBezTo>
                  <a:lnTo>
                    <a:pt x="1175" y="2707"/>
                  </a:lnTo>
                  <a:cubicBezTo>
                    <a:pt x="564" y="3063"/>
                    <a:pt x="1" y="4422"/>
                    <a:pt x="649" y="5140"/>
                  </a:cubicBezTo>
                  <a:lnTo>
                    <a:pt x="1730" y="5813"/>
                  </a:lnTo>
                  <a:cubicBezTo>
                    <a:pt x="1546" y="5588"/>
                    <a:pt x="1501" y="5322"/>
                    <a:pt x="1505" y="4847"/>
                  </a:cubicBezTo>
                  <a:cubicBezTo>
                    <a:pt x="1593" y="4293"/>
                    <a:pt x="1832" y="3730"/>
                    <a:pt x="2270" y="3475"/>
                  </a:cubicBezTo>
                  <a:lnTo>
                    <a:pt x="6748" y="850"/>
                  </a:lnTo>
                  <a:cubicBezTo>
                    <a:pt x="7033" y="749"/>
                    <a:pt x="7176" y="745"/>
                    <a:pt x="7282" y="83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3"/>
            <p:cNvSpPr/>
            <p:nvPr/>
          </p:nvSpPr>
          <p:spPr>
            <a:xfrm>
              <a:off x="-4742959" y="1701908"/>
              <a:ext cx="4166711" cy="3318431"/>
            </a:xfrm>
            <a:custGeom>
              <a:rect b="b" l="l" r="r" t="t"/>
              <a:pathLst>
                <a:path extrusionOk="0" h="5559" w="6980">
                  <a:moveTo>
                    <a:pt x="6979" y="593"/>
                  </a:moveTo>
                  <a:lnTo>
                    <a:pt x="6050" y="0"/>
                  </a:lnTo>
                  <a:cubicBezTo>
                    <a:pt x="5864" y="14"/>
                    <a:pt x="5721" y="104"/>
                    <a:pt x="5594" y="176"/>
                  </a:cubicBezTo>
                  <a:lnTo>
                    <a:pt x="3426" y="1393"/>
                  </a:lnTo>
                  <a:lnTo>
                    <a:pt x="3284" y="1277"/>
                  </a:lnTo>
                  <a:lnTo>
                    <a:pt x="803" y="2721"/>
                  </a:lnTo>
                  <a:cubicBezTo>
                    <a:pt x="551" y="2868"/>
                    <a:pt x="301" y="3175"/>
                    <a:pt x="136" y="3544"/>
                  </a:cubicBezTo>
                  <a:cubicBezTo>
                    <a:pt x="1" y="4018"/>
                    <a:pt x="21" y="4536"/>
                    <a:pt x="342" y="4896"/>
                  </a:cubicBezTo>
                  <a:lnTo>
                    <a:pt x="1406" y="5559"/>
                  </a:lnTo>
                  <a:cubicBezTo>
                    <a:pt x="1241" y="5362"/>
                    <a:pt x="1148" y="4972"/>
                    <a:pt x="1200" y="4605"/>
                  </a:cubicBezTo>
                  <a:cubicBezTo>
                    <a:pt x="1273" y="4078"/>
                    <a:pt x="1607" y="3443"/>
                    <a:pt x="1965" y="3235"/>
                  </a:cubicBezTo>
                  <a:lnTo>
                    <a:pt x="6443" y="608"/>
                  </a:lnTo>
                  <a:cubicBezTo>
                    <a:pt x="6730" y="503"/>
                    <a:pt x="6873" y="499"/>
                    <a:pt x="6979" y="593"/>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3"/>
            <p:cNvSpPr/>
            <p:nvPr/>
          </p:nvSpPr>
          <p:spPr>
            <a:xfrm>
              <a:off x="-4738183" y="3911210"/>
              <a:ext cx="835133" cy="1106741"/>
            </a:xfrm>
            <a:custGeom>
              <a:rect b="b" l="l" r="r" t="t"/>
              <a:pathLst>
                <a:path extrusionOk="0" h="1854" w="1399">
                  <a:moveTo>
                    <a:pt x="87" y="0"/>
                  </a:moveTo>
                  <a:cubicBezTo>
                    <a:pt x="1" y="426"/>
                    <a:pt x="48" y="872"/>
                    <a:pt x="334" y="1191"/>
                  </a:cubicBezTo>
                  <a:lnTo>
                    <a:pt x="1398" y="1854"/>
                  </a:lnTo>
                  <a:cubicBezTo>
                    <a:pt x="1233" y="1657"/>
                    <a:pt x="1140" y="1265"/>
                    <a:pt x="1192" y="900"/>
                  </a:cubicBezTo>
                  <a:cubicBezTo>
                    <a:pt x="1202" y="823"/>
                    <a:pt x="1220" y="747"/>
                    <a:pt x="1241" y="66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3"/>
            <p:cNvSpPr/>
            <p:nvPr/>
          </p:nvSpPr>
          <p:spPr>
            <a:xfrm>
              <a:off x="-4695203" y="4292062"/>
              <a:ext cx="792153" cy="725888"/>
            </a:xfrm>
            <a:custGeom>
              <a:rect b="b" l="l" r="r" t="t"/>
              <a:pathLst>
                <a:path extrusionOk="0" h="1216" w="1327">
                  <a:moveTo>
                    <a:pt x="0" y="0"/>
                  </a:moveTo>
                  <a:cubicBezTo>
                    <a:pt x="37" y="203"/>
                    <a:pt x="123" y="395"/>
                    <a:pt x="262" y="553"/>
                  </a:cubicBezTo>
                  <a:lnTo>
                    <a:pt x="1326" y="1216"/>
                  </a:lnTo>
                  <a:cubicBezTo>
                    <a:pt x="1220" y="1087"/>
                    <a:pt x="1142" y="878"/>
                    <a:pt x="1118" y="64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3"/>
            <p:cNvSpPr/>
            <p:nvPr/>
          </p:nvSpPr>
          <p:spPr>
            <a:xfrm>
              <a:off x="-2874512" y="2699407"/>
              <a:ext cx="1284636" cy="879901"/>
            </a:xfrm>
            <a:custGeom>
              <a:rect b="b" l="l" r="r" t="t"/>
              <a:pathLst>
                <a:path extrusionOk="0" h="1474" w="2152">
                  <a:moveTo>
                    <a:pt x="2151" y="1"/>
                  </a:moveTo>
                  <a:lnTo>
                    <a:pt x="1" y="1242"/>
                  </a:lnTo>
                  <a:lnTo>
                    <a:pt x="1" y="1474"/>
                  </a:lnTo>
                  <a:lnTo>
                    <a:pt x="2151" y="234"/>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3"/>
            <p:cNvSpPr/>
            <p:nvPr/>
          </p:nvSpPr>
          <p:spPr>
            <a:xfrm>
              <a:off x="-2874512" y="2838496"/>
              <a:ext cx="1284636" cy="1260156"/>
            </a:xfrm>
            <a:custGeom>
              <a:rect b="b" l="l" r="r" t="t"/>
              <a:pathLst>
                <a:path extrusionOk="0" h="2111" w="2152">
                  <a:moveTo>
                    <a:pt x="2151" y="1"/>
                  </a:moveTo>
                  <a:lnTo>
                    <a:pt x="1" y="1241"/>
                  </a:lnTo>
                  <a:lnTo>
                    <a:pt x="1" y="2110"/>
                  </a:lnTo>
                  <a:lnTo>
                    <a:pt x="2151" y="868"/>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3"/>
            <p:cNvSpPr/>
            <p:nvPr/>
          </p:nvSpPr>
          <p:spPr>
            <a:xfrm>
              <a:off x="-2874512" y="2838496"/>
              <a:ext cx="1284636" cy="811849"/>
            </a:xfrm>
            <a:custGeom>
              <a:rect b="b" l="l" r="r" t="t"/>
              <a:pathLst>
                <a:path extrusionOk="0" h="1360" w="2152">
                  <a:moveTo>
                    <a:pt x="2151" y="1"/>
                  </a:moveTo>
                  <a:lnTo>
                    <a:pt x="1" y="1241"/>
                  </a:lnTo>
                  <a:lnTo>
                    <a:pt x="1" y="1359"/>
                  </a:lnTo>
                  <a:lnTo>
                    <a:pt x="2151" y="115"/>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3"/>
            <p:cNvSpPr/>
            <p:nvPr/>
          </p:nvSpPr>
          <p:spPr>
            <a:xfrm>
              <a:off x="-2874512" y="3148909"/>
              <a:ext cx="1284636" cy="1027944"/>
            </a:xfrm>
            <a:custGeom>
              <a:rect b="b" l="l" r="r" t="t"/>
              <a:pathLst>
                <a:path extrusionOk="0" h="1722" w="2152">
                  <a:moveTo>
                    <a:pt x="2151" y="1"/>
                  </a:moveTo>
                  <a:lnTo>
                    <a:pt x="1" y="1242"/>
                  </a:lnTo>
                  <a:lnTo>
                    <a:pt x="1" y="1721"/>
                  </a:lnTo>
                  <a:lnTo>
                    <a:pt x="2151" y="48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3"/>
            <p:cNvSpPr/>
            <p:nvPr/>
          </p:nvSpPr>
          <p:spPr>
            <a:xfrm>
              <a:off x="-3063745" y="2589569"/>
              <a:ext cx="1471482" cy="854232"/>
            </a:xfrm>
            <a:custGeom>
              <a:rect b="b" l="l" r="r" t="t"/>
              <a:pathLst>
                <a:path extrusionOk="0" h="1431" w="2465">
                  <a:moveTo>
                    <a:pt x="2151" y="0"/>
                  </a:moveTo>
                  <a:lnTo>
                    <a:pt x="1" y="1242"/>
                  </a:lnTo>
                  <a:lnTo>
                    <a:pt x="312" y="1431"/>
                  </a:lnTo>
                  <a:lnTo>
                    <a:pt x="2464" y="189"/>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3"/>
            <p:cNvSpPr/>
            <p:nvPr/>
          </p:nvSpPr>
          <p:spPr>
            <a:xfrm>
              <a:off x="-2716918" y="-373080"/>
              <a:ext cx="1365225" cy="2205721"/>
            </a:xfrm>
            <a:custGeom>
              <a:rect b="b" l="l" r="r" t="t"/>
              <a:pathLst>
                <a:path extrusionOk="0" h="3695" w="2287">
                  <a:moveTo>
                    <a:pt x="115" y="1011"/>
                  </a:moveTo>
                  <a:lnTo>
                    <a:pt x="1" y="2979"/>
                  </a:lnTo>
                  <a:lnTo>
                    <a:pt x="32" y="3621"/>
                  </a:lnTo>
                  <a:cubicBezTo>
                    <a:pt x="208" y="3693"/>
                    <a:pt x="277" y="3695"/>
                    <a:pt x="854" y="3362"/>
                  </a:cubicBezTo>
                  <a:cubicBezTo>
                    <a:pt x="1190" y="2789"/>
                    <a:pt x="1734" y="2384"/>
                    <a:pt x="2286" y="1974"/>
                  </a:cubicBezTo>
                  <a:lnTo>
                    <a:pt x="2286" y="0"/>
                  </a:lnTo>
                  <a:lnTo>
                    <a:pt x="445" y="1064"/>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3"/>
            <p:cNvSpPr/>
            <p:nvPr/>
          </p:nvSpPr>
          <p:spPr>
            <a:xfrm>
              <a:off x="-1481834" y="414293"/>
              <a:ext cx="441146" cy="403537"/>
            </a:xfrm>
            <a:custGeom>
              <a:rect b="b" l="l" r="r" t="t"/>
              <a:pathLst>
                <a:path extrusionOk="0" h="676" w="739">
                  <a:moveTo>
                    <a:pt x="289" y="627"/>
                  </a:moveTo>
                  <a:cubicBezTo>
                    <a:pt x="481" y="576"/>
                    <a:pt x="704" y="459"/>
                    <a:pt x="720" y="256"/>
                  </a:cubicBezTo>
                  <a:cubicBezTo>
                    <a:pt x="739" y="54"/>
                    <a:pt x="616" y="1"/>
                    <a:pt x="424" y="52"/>
                  </a:cubicBezTo>
                  <a:cubicBezTo>
                    <a:pt x="231" y="103"/>
                    <a:pt x="53" y="275"/>
                    <a:pt x="25" y="439"/>
                  </a:cubicBezTo>
                  <a:cubicBezTo>
                    <a:pt x="0" y="602"/>
                    <a:pt x="96" y="676"/>
                    <a:pt x="289" y="62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3"/>
            <p:cNvSpPr/>
            <p:nvPr/>
          </p:nvSpPr>
          <p:spPr>
            <a:xfrm>
              <a:off x="-2706770" y="-436953"/>
              <a:ext cx="1306127" cy="871543"/>
            </a:xfrm>
            <a:custGeom>
              <a:rect b="b" l="l" r="r" t="t"/>
              <a:pathLst>
                <a:path extrusionOk="0" h="1460" w="2188">
                  <a:moveTo>
                    <a:pt x="0" y="1459"/>
                  </a:moveTo>
                  <a:lnTo>
                    <a:pt x="19" y="1324"/>
                  </a:lnTo>
                  <a:lnTo>
                    <a:pt x="2187" y="1"/>
                  </a:lnTo>
                  <a:lnTo>
                    <a:pt x="2187" y="19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3"/>
            <p:cNvSpPr/>
            <p:nvPr/>
          </p:nvSpPr>
          <p:spPr>
            <a:xfrm>
              <a:off x="-1412588" y="-384422"/>
              <a:ext cx="201172" cy="956907"/>
            </a:xfrm>
            <a:custGeom>
              <a:rect b="b" l="l" r="r" t="t"/>
              <a:pathLst>
                <a:path extrusionOk="0" h="1603" w="337">
                  <a:moveTo>
                    <a:pt x="181" y="1"/>
                  </a:moveTo>
                  <a:lnTo>
                    <a:pt x="336" y="1461"/>
                  </a:lnTo>
                  <a:lnTo>
                    <a:pt x="107" y="1603"/>
                  </a:lnTo>
                  <a:lnTo>
                    <a:pt x="1" y="1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3"/>
            <p:cNvSpPr/>
            <p:nvPr/>
          </p:nvSpPr>
          <p:spPr>
            <a:xfrm>
              <a:off x="-2758108" y="399967"/>
              <a:ext cx="1507299" cy="1516247"/>
            </a:xfrm>
            <a:custGeom>
              <a:rect b="b" l="l" r="r" t="t"/>
              <a:pathLst>
                <a:path extrusionOk="0" h="2540" w="2525">
                  <a:moveTo>
                    <a:pt x="2365" y="102"/>
                  </a:moveTo>
                  <a:cubicBezTo>
                    <a:pt x="1962" y="334"/>
                    <a:pt x="1056" y="771"/>
                    <a:pt x="645" y="1852"/>
                  </a:cubicBezTo>
                  <a:cubicBezTo>
                    <a:pt x="596" y="1979"/>
                    <a:pt x="96" y="1739"/>
                    <a:pt x="74" y="1592"/>
                  </a:cubicBezTo>
                  <a:cubicBezTo>
                    <a:pt x="11" y="1629"/>
                    <a:pt x="2" y="2152"/>
                    <a:pt x="0" y="2351"/>
                  </a:cubicBezTo>
                  <a:cubicBezTo>
                    <a:pt x="90" y="2539"/>
                    <a:pt x="1056" y="1938"/>
                    <a:pt x="1404" y="1897"/>
                  </a:cubicBezTo>
                  <a:cubicBezTo>
                    <a:pt x="1610" y="1590"/>
                    <a:pt x="1608" y="782"/>
                    <a:pt x="2355" y="714"/>
                  </a:cubicBezTo>
                  <a:cubicBezTo>
                    <a:pt x="2455" y="323"/>
                    <a:pt x="2525" y="0"/>
                    <a:pt x="2365" y="1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3"/>
            <p:cNvSpPr/>
            <p:nvPr/>
          </p:nvSpPr>
          <p:spPr>
            <a:xfrm>
              <a:off x="-2444113" y="217898"/>
              <a:ext cx="71037" cy="1425511"/>
            </a:xfrm>
            <a:custGeom>
              <a:rect b="b" l="l" r="r" t="t"/>
              <a:pathLst>
                <a:path extrusionOk="0" h="2388" w="119">
                  <a:moveTo>
                    <a:pt x="0" y="70"/>
                  </a:moveTo>
                  <a:lnTo>
                    <a:pt x="119" y="0"/>
                  </a:lnTo>
                  <a:lnTo>
                    <a:pt x="119" y="2322"/>
                  </a:lnTo>
                  <a:lnTo>
                    <a:pt x="0" y="238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3"/>
            <p:cNvSpPr/>
            <p:nvPr/>
          </p:nvSpPr>
          <p:spPr>
            <a:xfrm>
              <a:off x="-3937079" y="-1312675"/>
              <a:ext cx="2543604" cy="1665484"/>
            </a:xfrm>
            <a:custGeom>
              <a:rect b="b" l="l" r="r" t="t"/>
              <a:pathLst>
                <a:path extrusionOk="0" h="2790" w="4261">
                  <a:moveTo>
                    <a:pt x="1" y="1586"/>
                  </a:moveTo>
                  <a:cubicBezTo>
                    <a:pt x="1" y="1574"/>
                    <a:pt x="5" y="1562"/>
                    <a:pt x="15" y="1545"/>
                  </a:cubicBezTo>
                  <a:cubicBezTo>
                    <a:pt x="159" y="1271"/>
                    <a:pt x="1366" y="361"/>
                    <a:pt x="2024" y="40"/>
                  </a:cubicBezTo>
                  <a:cubicBezTo>
                    <a:pt x="2100" y="1"/>
                    <a:pt x="2157" y="3"/>
                    <a:pt x="2200" y="29"/>
                  </a:cubicBezTo>
                  <a:cubicBezTo>
                    <a:pt x="2202" y="29"/>
                    <a:pt x="2204" y="31"/>
                    <a:pt x="2209" y="31"/>
                  </a:cubicBezTo>
                  <a:lnTo>
                    <a:pt x="4261" y="1220"/>
                  </a:lnTo>
                  <a:lnTo>
                    <a:pt x="2082" y="2789"/>
                  </a:lnTo>
                  <a:lnTo>
                    <a:pt x="3" y="1586"/>
                  </a:lnTo>
                  <a:lnTo>
                    <a:pt x="1" y="1588"/>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3"/>
            <p:cNvSpPr/>
            <p:nvPr/>
          </p:nvSpPr>
          <p:spPr>
            <a:xfrm>
              <a:off x="-3968718" y="-365917"/>
              <a:ext cx="1273294" cy="800507"/>
            </a:xfrm>
            <a:custGeom>
              <a:rect b="b" l="l" r="r" t="t"/>
              <a:pathLst>
                <a:path extrusionOk="0" h="1341" w="2133">
                  <a:moveTo>
                    <a:pt x="2114" y="1340"/>
                  </a:moveTo>
                  <a:lnTo>
                    <a:pt x="2133" y="1205"/>
                  </a:lnTo>
                  <a:lnTo>
                    <a:pt x="54" y="0"/>
                  </a:lnTo>
                  <a:lnTo>
                    <a:pt x="1" y="12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3"/>
            <p:cNvSpPr/>
            <p:nvPr/>
          </p:nvSpPr>
          <p:spPr>
            <a:xfrm>
              <a:off x="-4057663" y="568306"/>
              <a:ext cx="1342541" cy="1330596"/>
            </a:xfrm>
            <a:custGeom>
              <a:rect b="b" l="l" r="r" t="t"/>
              <a:pathLst>
                <a:path extrusionOk="0" h="2229" w="2249">
                  <a:moveTo>
                    <a:pt x="2249" y="1310"/>
                  </a:moveTo>
                  <a:lnTo>
                    <a:pt x="43" y="0"/>
                  </a:lnTo>
                  <a:lnTo>
                    <a:pt x="0" y="359"/>
                  </a:lnTo>
                  <a:lnTo>
                    <a:pt x="2196" y="222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3"/>
            <p:cNvSpPr/>
            <p:nvPr/>
          </p:nvSpPr>
          <p:spPr>
            <a:xfrm>
              <a:off x="-5550032" y="1368215"/>
              <a:ext cx="2714332" cy="3136959"/>
            </a:xfrm>
            <a:custGeom>
              <a:rect b="b" l="l" r="r" t="t"/>
              <a:pathLst>
                <a:path extrusionOk="0" h="5255" w="4547">
                  <a:moveTo>
                    <a:pt x="129" y="5185"/>
                  </a:moveTo>
                  <a:lnTo>
                    <a:pt x="117" y="5015"/>
                  </a:lnTo>
                  <a:cubicBezTo>
                    <a:pt x="115" y="4989"/>
                    <a:pt x="96" y="4919"/>
                    <a:pt x="119" y="4907"/>
                  </a:cubicBezTo>
                  <a:lnTo>
                    <a:pt x="324" y="4788"/>
                  </a:lnTo>
                  <a:cubicBezTo>
                    <a:pt x="393" y="4747"/>
                    <a:pt x="465" y="4610"/>
                    <a:pt x="475" y="4512"/>
                  </a:cubicBezTo>
                  <a:lnTo>
                    <a:pt x="706" y="2752"/>
                  </a:lnTo>
                  <a:cubicBezTo>
                    <a:pt x="741" y="2509"/>
                    <a:pt x="538" y="2535"/>
                    <a:pt x="401" y="2630"/>
                  </a:cubicBezTo>
                  <a:lnTo>
                    <a:pt x="6" y="2902"/>
                  </a:lnTo>
                  <a:cubicBezTo>
                    <a:pt x="4" y="2887"/>
                    <a:pt x="4" y="2877"/>
                    <a:pt x="4" y="2867"/>
                  </a:cubicBezTo>
                  <a:cubicBezTo>
                    <a:pt x="0" y="2822"/>
                    <a:pt x="25" y="2763"/>
                    <a:pt x="64" y="2730"/>
                  </a:cubicBezTo>
                  <a:cubicBezTo>
                    <a:pt x="1486" y="1484"/>
                    <a:pt x="3808" y="389"/>
                    <a:pt x="4546" y="1"/>
                  </a:cubicBezTo>
                  <a:lnTo>
                    <a:pt x="4528" y="886"/>
                  </a:lnTo>
                  <a:cubicBezTo>
                    <a:pt x="2091" y="2190"/>
                    <a:pt x="1504" y="2914"/>
                    <a:pt x="943" y="4808"/>
                  </a:cubicBezTo>
                  <a:lnTo>
                    <a:pt x="207" y="5230"/>
                  </a:lnTo>
                  <a:cubicBezTo>
                    <a:pt x="166" y="5254"/>
                    <a:pt x="135" y="5234"/>
                    <a:pt x="129" y="518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3"/>
            <p:cNvSpPr/>
            <p:nvPr/>
          </p:nvSpPr>
          <p:spPr>
            <a:xfrm>
              <a:off x="-6722437" y="653669"/>
              <a:ext cx="3881966" cy="2378836"/>
            </a:xfrm>
            <a:custGeom>
              <a:rect b="b" l="l" r="r" t="t"/>
              <a:pathLst>
                <a:path extrusionOk="0" h="3985" w="6503">
                  <a:moveTo>
                    <a:pt x="0" y="2812"/>
                  </a:moveTo>
                  <a:cubicBezTo>
                    <a:pt x="475" y="2024"/>
                    <a:pt x="3986" y="267"/>
                    <a:pt x="4493" y="1"/>
                  </a:cubicBezTo>
                  <a:lnTo>
                    <a:pt x="6502" y="1198"/>
                  </a:lnTo>
                  <a:cubicBezTo>
                    <a:pt x="5037" y="1942"/>
                    <a:pt x="2899" y="3119"/>
                    <a:pt x="1981" y="398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3"/>
            <p:cNvSpPr/>
            <p:nvPr/>
          </p:nvSpPr>
          <p:spPr>
            <a:xfrm>
              <a:off x="-6738555" y="2331688"/>
              <a:ext cx="1208824" cy="767674"/>
            </a:xfrm>
            <a:custGeom>
              <a:rect b="b" l="l" r="r" t="t"/>
              <a:pathLst>
                <a:path extrusionOk="0" h="1286" w="2025">
                  <a:moveTo>
                    <a:pt x="2004" y="1286"/>
                  </a:moveTo>
                  <a:lnTo>
                    <a:pt x="2024" y="1155"/>
                  </a:lnTo>
                  <a:lnTo>
                    <a:pt x="27" y="1"/>
                  </a:lnTo>
                  <a:lnTo>
                    <a:pt x="1" y="132"/>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3"/>
            <p:cNvSpPr/>
            <p:nvPr/>
          </p:nvSpPr>
          <p:spPr>
            <a:xfrm>
              <a:off x="-6715274" y="1591473"/>
              <a:ext cx="3913604" cy="2907731"/>
            </a:xfrm>
            <a:custGeom>
              <a:rect b="b" l="l" r="r" t="t"/>
              <a:pathLst>
                <a:path extrusionOk="0" h="4871" w="6556">
                  <a:moveTo>
                    <a:pt x="2108" y="4862"/>
                  </a:moveTo>
                  <a:cubicBezTo>
                    <a:pt x="2120" y="4870"/>
                    <a:pt x="2138" y="4870"/>
                    <a:pt x="2157" y="4858"/>
                  </a:cubicBezTo>
                  <a:lnTo>
                    <a:pt x="2893" y="4434"/>
                  </a:lnTo>
                  <a:cubicBezTo>
                    <a:pt x="3571" y="2474"/>
                    <a:pt x="3871" y="1973"/>
                    <a:pt x="6159" y="688"/>
                  </a:cubicBezTo>
                  <a:lnTo>
                    <a:pt x="6159" y="1486"/>
                  </a:lnTo>
                  <a:lnTo>
                    <a:pt x="6556" y="1261"/>
                  </a:lnTo>
                  <a:lnTo>
                    <a:pt x="6556" y="1"/>
                  </a:lnTo>
                  <a:lnTo>
                    <a:pt x="6159" y="226"/>
                  </a:lnTo>
                  <a:lnTo>
                    <a:pt x="6159" y="234"/>
                  </a:lnTo>
                  <a:cubicBezTo>
                    <a:pt x="4939" y="889"/>
                    <a:pt x="3366" y="1726"/>
                    <a:pt x="2754" y="2313"/>
                  </a:cubicBezTo>
                  <a:lnTo>
                    <a:pt x="2523" y="4072"/>
                  </a:lnTo>
                  <a:cubicBezTo>
                    <a:pt x="2511" y="4166"/>
                    <a:pt x="2466" y="4361"/>
                    <a:pt x="2298" y="4459"/>
                  </a:cubicBezTo>
                  <a:lnTo>
                    <a:pt x="2122" y="4561"/>
                  </a:lnTo>
                  <a:lnTo>
                    <a:pt x="2122" y="4561"/>
                  </a:lnTo>
                  <a:lnTo>
                    <a:pt x="62" y="3375"/>
                  </a:lnTo>
                  <a:lnTo>
                    <a:pt x="1" y="3399"/>
                  </a:lnTo>
                  <a:lnTo>
                    <a:pt x="5" y="366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3"/>
            <p:cNvSpPr/>
            <p:nvPr/>
          </p:nvSpPr>
          <p:spPr>
            <a:xfrm>
              <a:off x="-2749750" y="439962"/>
              <a:ext cx="1660715" cy="2000968"/>
            </a:xfrm>
            <a:custGeom>
              <a:rect b="b" l="l" r="r" t="t"/>
              <a:pathLst>
                <a:path extrusionOk="0" h="3352" w="2782">
                  <a:moveTo>
                    <a:pt x="2628" y="516"/>
                  </a:moveTo>
                  <a:cubicBezTo>
                    <a:pt x="2128" y="835"/>
                    <a:pt x="1539" y="1142"/>
                    <a:pt x="1713" y="2398"/>
                  </a:cubicBezTo>
                  <a:lnTo>
                    <a:pt x="1" y="3352"/>
                  </a:lnTo>
                  <a:lnTo>
                    <a:pt x="1" y="2116"/>
                  </a:lnTo>
                  <a:cubicBezTo>
                    <a:pt x="148" y="2310"/>
                    <a:pt x="537" y="2300"/>
                    <a:pt x="741" y="1959"/>
                  </a:cubicBezTo>
                  <a:cubicBezTo>
                    <a:pt x="968" y="1146"/>
                    <a:pt x="1570" y="561"/>
                    <a:pt x="2568" y="1"/>
                  </a:cubicBezTo>
                  <a:cubicBezTo>
                    <a:pt x="2707" y="1"/>
                    <a:pt x="2781" y="457"/>
                    <a:pt x="2628" y="51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3"/>
            <p:cNvSpPr/>
            <p:nvPr/>
          </p:nvSpPr>
          <p:spPr>
            <a:xfrm>
              <a:off x="-2696025" y="-642303"/>
              <a:ext cx="1390297" cy="996305"/>
            </a:xfrm>
            <a:custGeom>
              <a:rect b="b" l="l" r="r" t="t"/>
              <a:pathLst>
                <a:path extrusionOk="0" h="1669" w="2329">
                  <a:moveTo>
                    <a:pt x="1" y="1668"/>
                  </a:moveTo>
                  <a:cubicBezTo>
                    <a:pt x="11" y="1466"/>
                    <a:pt x="1326" y="459"/>
                    <a:pt x="2022" y="122"/>
                  </a:cubicBezTo>
                  <a:cubicBezTo>
                    <a:pt x="2268" y="1"/>
                    <a:pt x="2313" y="285"/>
                    <a:pt x="2329" y="451"/>
                  </a:cubicBezTo>
                  <a:lnTo>
                    <a:pt x="2149" y="553"/>
                  </a:lnTo>
                  <a:cubicBezTo>
                    <a:pt x="2137" y="490"/>
                    <a:pt x="2108" y="451"/>
                    <a:pt x="1883" y="58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3"/>
            <p:cNvSpPr/>
            <p:nvPr/>
          </p:nvSpPr>
          <p:spPr>
            <a:xfrm>
              <a:off x="-6716468" y="3584680"/>
              <a:ext cx="1267325" cy="745587"/>
            </a:xfrm>
            <a:custGeom>
              <a:rect b="b" l="l" r="r" t="t"/>
              <a:pathLst>
                <a:path extrusionOk="0" h="1249" w="2123">
                  <a:moveTo>
                    <a:pt x="2063" y="1249"/>
                  </a:moveTo>
                  <a:lnTo>
                    <a:pt x="2122" y="1218"/>
                  </a:lnTo>
                  <a:lnTo>
                    <a:pt x="103" y="52"/>
                  </a:lnTo>
                  <a:lnTo>
                    <a:pt x="99" y="1"/>
                  </a:lnTo>
                  <a:lnTo>
                    <a:pt x="0" y="5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3"/>
            <p:cNvSpPr/>
            <p:nvPr/>
          </p:nvSpPr>
          <p:spPr>
            <a:xfrm>
              <a:off x="-4938161" y="2735821"/>
              <a:ext cx="320562" cy="826772"/>
            </a:xfrm>
            <a:custGeom>
              <a:rect b="b" l="l" r="r" t="t"/>
              <a:pathLst>
                <a:path extrusionOk="0" h="1385" w="537">
                  <a:moveTo>
                    <a:pt x="4" y="1317"/>
                  </a:moveTo>
                  <a:lnTo>
                    <a:pt x="105" y="496"/>
                  </a:lnTo>
                  <a:cubicBezTo>
                    <a:pt x="113" y="429"/>
                    <a:pt x="135" y="357"/>
                    <a:pt x="172" y="287"/>
                  </a:cubicBezTo>
                  <a:cubicBezTo>
                    <a:pt x="207" y="218"/>
                    <a:pt x="248" y="167"/>
                    <a:pt x="287" y="140"/>
                  </a:cubicBezTo>
                  <a:lnTo>
                    <a:pt x="422" y="50"/>
                  </a:lnTo>
                  <a:cubicBezTo>
                    <a:pt x="493" y="1"/>
                    <a:pt x="536" y="54"/>
                    <a:pt x="524" y="171"/>
                  </a:cubicBezTo>
                  <a:lnTo>
                    <a:pt x="473" y="625"/>
                  </a:lnTo>
                  <a:cubicBezTo>
                    <a:pt x="301" y="832"/>
                    <a:pt x="148" y="1075"/>
                    <a:pt x="0" y="1384"/>
                  </a:cubicBezTo>
                  <a:cubicBezTo>
                    <a:pt x="2" y="1366"/>
                    <a:pt x="2" y="1341"/>
                    <a:pt x="4" y="131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3"/>
            <p:cNvSpPr/>
            <p:nvPr/>
          </p:nvSpPr>
          <p:spPr>
            <a:xfrm>
              <a:off x="-4961442" y="2716719"/>
              <a:ext cx="321756" cy="826175"/>
            </a:xfrm>
            <a:custGeom>
              <a:rect b="b" l="l" r="r" t="t"/>
              <a:pathLst>
                <a:path extrusionOk="0" h="1384" w="539">
                  <a:moveTo>
                    <a:pt x="7" y="1316"/>
                  </a:moveTo>
                  <a:lnTo>
                    <a:pt x="105" y="493"/>
                  </a:lnTo>
                  <a:cubicBezTo>
                    <a:pt x="113" y="428"/>
                    <a:pt x="135" y="356"/>
                    <a:pt x="172" y="287"/>
                  </a:cubicBezTo>
                  <a:cubicBezTo>
                    <a:pt x="207" y="217"/>
                    <a:pt x="248" y="166"/>
                    <a:pt x="287" y="137"/>
                  </a:cubicBezTo>
                  <a:lnTo>
                    <a:pt x="422" y="49"/>
                  </a:lnTo>
                  <a:cubicBezTo>
                    <a:pt x="494" y="0"/>
                    <a:pt x="539" y="53"/>
                    <a:pt x="524" y="168"/>
                  </a:cubicBezTo>
                  <a:lnTo>
                    <a:pt x="473" y="624"/>
                  </a:lnTo>
                  <a:cubicBezTo>
                    <a:pt x="303" y="831"/>
                    <a:pt x="150" y="1074"/>
                    <a:pt x="0" y="1383"/>
                  </a:cubicBezTo>
                  <a:cubicBezTo>
                    <a:pt x="2" y="1363"/>
                    <a:pt x="2" y="1340"/>
                    <a:pt x="7" y="13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3"/>
            <p:cNvSpPr/>
            <p:nvPr/>
          </p:nvSpPr>
          <p:spPr>
            <a:xfrm>
              <a:off x="-6390534" y="2608074"/>
              <a:ext cx="501438" cy="391001"/>
            </a:xfrm>
            <a:custGeom>
              <a:rect b="b" l="l" r="r" t="t"/>
              <a:pathLst>
                <a:path extrusionOk="0" h="655" w="840">
                  <a:moveTo>
                    <a:pt x="1" y="0"/>
                  </a:moveTo>
                  <a:cubicBezTo>
                    <a:pt x="44" y="313"/>
                    <a:pt x="533" y="655"/>
                    <a:pt x="840" y="48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3"/>
            <p:cNvSpPr/>
            <p:nvPr/>
          </p:nvSpPr>
          <p:spPr>
            <a:xfrm>
              <a:off x="-2844665" y="1368215"/>
              <a:ext cx="108048" cy="1072715"/>
            </a:xfrm>
            <a:custGeom>
              <a:rect b="b" l="l" r="r" t="t"/>
              <a:pathLst>
                <a:path extrusionOk="0" h="1797" w="181">
                  <a:moveTo>
                    <a:pt x="0" y="1"/>
                  </a:moveTo>
                  <a:lnTo>
                    <a:pt x="180" y="588"/>
                  </a:lnTo>
                  <a:lnTo>
                    <a:pt x="164" y="1797"/>
                  </a:lnTo>
                  <a:lnTo>
                    <a:pt x="0" y="1668"/>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3"/>
            <p:cNvSpPr/>
            <p:nvPr/>
          </p:nvSpPr>
          <p:spPr>
            <a:xfrm>
              <a:off x="-3063745" y="3330977"/>
              <a:ext cx="189830" cy="845875"/>
            </a:xfrm>
            <a:custGeom>
              <a:rect b="b" l="l" r="r" t="t"/>
              <a:pathLst>
                <a:path extrusionOk="0" h="1417" w="318">
                  <a:moveTo>
                    <a:pt x="318" y="1416"/>
                  </a:moveTo>
                  <a:lnTo>
                    <a:pt x="318" y="184"/>
                  </a:lnTo>
                  <a:lnTo>
                    <a:pt x="1" y="0"/>
                  </a:lnTo>
                  <a:lnTo>
                    <a:pt x="1" y="123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3"/>
            <p:cNvSpPr/>
            <p:nvPr/>
          </p:nvSpPr>
          <p:spPr>
            <a:xfrm>
              <a:off x="-4027218" y="3424698"/>
              <a:ext cx="1057198" cy="1703091"/>
            </a:xfrm>
            <a:custGeom>
              <a:rect b="b" l="l" r="r" t="t"/>
              <a:pathLst>
                <a:path extrusionOk="0" h="2853" w="1771">
                  <a:moveTo>
                    <a:pt x="886" y="283"/>
                  </a:moveTo>
                  <a:cubicBezTo>
                    <a:pt x="1373" y="1"/>
                    <a:pt x="1770" y="285"/>
                    <a:pt x="1770" y="917"/>
                  </a:cubicBezTo>
                  <a:cubicBezTo>
                    <a:pt x="1770" y="1548"/>
                    <a:pt x="1373" y="2290"/>
                    <a:pt x="886" y="2571"/>
                  </a:cubicBezTo>
                  <a:cubicBezTo>
                    <a:pt x="397" y="2853"/>
                    <a:pt x="1" y="2569"/>
                    <a:pt x="1" y="1936"/>
                  </a:cubicBezTo>
                  <a:cubicBezTo>
                    <a:pt x="1" y="1306"/>
                    <a:pt x="397" y="564"/>
                    <a:pt x="886" y="28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3"/>
            <p:cNvSpPr/>
            <p:nvPr/>
          </p:nvSpPr>
          <p:spPr>
            <a:xfrm>
              <a:off x="-3935289" y="3572741"/>
              <a:ext cx="873338" cy="1408796"/>
            </a:xfrm>
            <a:custGeom>
              <a:rect b="b" l="l" r="r" t="t"/>
              <a:pathLst>
                <a:path extrusionOk="0" h="2360" w="1463">
                  <a:moveTo>
                    <a:pt x="732" y="234"/>
                  </a:moveTo>
                  <a:cubicBezTo>
                    <a:pt x="1136" y="0"/>
                    <a:pt x="1463" y="236"/>
                    <a:pt x="1463" y="757"/>
                  </a:cubicBezTo>
                  <a:cubicBezTo>
                    <a:pt x="1463" y="1279"/>
                    <a:pt x="1136" y="1891"/>
                    <a:pt x="732" y="2126"/>
                  </a:cubicBezTo>
                  <a:cubicBezTo>
                    <a:pt x="327" y="2359"/>
                    <a:pt x="0" y="2124"/>
                    <a:pt x="0" y="1602"/>
                  </a:cubicBezTo>
                  <a:cubicBezTo>
                    <a:pt x="0" y="1081"/>
                    <a:pt x="329" y="467"/>
                    <a:pt x="732" y="2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3"/>
            <p:cNvSpPr/>
            <p:nvPr/>
          </p:nvSpPr>
          <p:spPr>
            <a:xfrm>
              <a:off x="-3526379" y="3898674"/>
              <a:ext cx="55516" cy="90139"/>
            </a:xfrm>
            <a:custGeom>
              <a:rect b="b" l="l" r="r" t="t"/>
              <a:pathLst>
                <a:path extrusionOk="0" h="151" w="93">
                  <a:moveTo>
                    <a:pt x="47" y="15"/>
                  </a:moveTo>
                  <a:cubicBezTo>
                    <a:pt x="72" y="1"/>
                    <a:pt x="92" y="15"/>
                    <a:pt x="92" y="48"/>
                  </a:cubicBezTo>
                  <a:cubicBezTo>
                    <a:pt x="92" y="83"/>
                    <a:pt x="72" y="119"/>
                    <a:pt x="47" y="136"/>
                  </a:cubicBezTo>
                  <a:cubicBezTo>
                    <a:pt x="21" y="150"/>
                    <a:pt x="0" y="136"/>
                    <a:pt x="0" y="103"/>
                  </a:cubicBezTo>
                  <a:cubicBezTo>
                    <a:pt x="0" y="72"/>
                    <a:pt x="21" y="33"/>
                    <a:pt x="47" y="1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3"/>
            <p:cNvSpPr/>
            <p:nvPr/>
          </p:nvSpPr>
          <p:spPr>
            <a:xfrm>
              <a:off x="-3680392" y="4049105"/>
              <a:ext cx="63874" cy="90736"/>
            </a:xfrm>
            <a:custGeom>
              <a:rect b="b" l="l" r="r" t="t"/>
              <a:pathLst>
                <a:path extrusionOk="0" h="152" w="107">
                  <a:moveTo>
                    <a:pt x="25" y="45"/>
                  </a:moveTo>
                  <a:cubicBezTo>
                    <a:pt x="46" y="11"/>
                    <a:pt x="76" y="0"/>
                    <a:pt x="93" y="19"/>
                  </a:cubicBezTo>
                  <a:cubicBezTo>
                    <a:pt x="107" y="37"/>
                    <a:pt x="103" y="78"/>
                    <a:pt x="82" y="109"/>
                  </a:cubicBezTo>
                  <a:cubicBezTo>
                    <a:pt x="62" y="142"/>
                    <a:pt x="31" y="152"/>
                    <a:pt x="15" y="133"/>
                  </a:cubicBezTo>
                  <a:cubicBezTo>
                    <a:pt x="1" y="115"/>
                    <a:pt x="5" y="76"/>
                    <a:pt x="25" y="4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3"/>
            <p:cNvSpPr/>
            <p:nvPr/>
          </p:nvSpPr>
          <p:spPr>
            <a:xfrm>
              <a:off x="-3772919" y="4271169"/>
              <a:ext cx="62680" cy="85960"/>
            </a:xfrm>
            <a:custGeom>
              <a:rect b="b" l="l" r="r" t="t"/>
              <a:pathLst>
                <a:path extrusionOk="0" h="144" w="105">
                  <a:moveTo>
                    <a:pt x="6" y="78"/>
                  </a:moveTo>
                  <a:cubicBezTo>
                    <a:pt x="14" y="44"/>
                    <a:pt x="43" y="11"/>
                    <a:pt x="66" y="5"/>
                  </a:cubicBezTo>
                  <a:cubicBezTo>
                    <a:pt x="92" y="1"/>
                    <a:pt x="104" y="27"/>
                    <a:pt x="96" y="64"/>
                  </a:cubicBezTo>
                  <a:cubicBezTo>
                    <a:pt x="88" y="99"/>
                    <a:pt x="62" y="134"/>
                    <a:pt x="37" y="138"/>
                  </a:cubicBezTo>
                  <a:cubicBezTo>
                    <a:pt x="14" y="144"/>
                    <a:pt x="0" y="117"/>
                    <a:pt x="6" y="7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3"/>
            <p:cNvSpPr/>
            <p:nvPr/>
          </p:nvSpPr>
          <p:spPr>
            <a:xfrm>
              <a:off x="-3772919" y="4474131"/>
              <a:ext cx="62680" cy="90736"/>
            </a:xfrm>
            <a:custGeom>
              <a:rect b="b" l="l" r="r" t="t"/>
              <a:pathLst>
                <a:path extrusionOk="0" h="152" w="105">
                  <a:moveTo>
                    <a:pt x="6" y="119"/>
                  </a:moveTo>
                  <a:cubicBezTo>
                    <a:pt x="0" y="92"/>
                    <a:pt x="12" y="51"/>
                    <a:pt x="37" y="25"/>
                  </a:cubicBezTo>
                  <a:cubicBezTo>
                    <a:pt x="64" y="0"/>
                    <a:pt x="88" y="2"/>
                    <a:pt x="96" y="31"/>
                  </a:cubicBezTo>
                  <a:cubicBezTo>
                    <a:pt x="104" y="60"/>
                    <a:pt x="92" y="99"/>
                    <a:pt x="66" y="125"/>
                  </a:cubicBezTo>
                  <a:cubicBezTo>
                    <a:pt x="43" y="152"/>
                    <a:pt x="14" y="148"/>
                    <a:pt x="6" y="11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3"/>
            <p:cNvSpPr/>
            <p:nvPr/>
          </p:nvSpPr>
          <p:spPr>
            <a:xfrm>
              <a:off x="-3680392" y="4588745"/>
              <a:ext cx="63874" cy="87154"/>
            </a:xfrm>
            <a:custGeom>
              <a:rect b="b" l="l" r="r" t="t"/>
              <a:pathLst>
                <a:path extrusionOk="0" h="146" w="107">
                  <a:moveTo>
                    <a:pt x="25" y="138"/>
                  </a:moveTo>
                  <a:cubicBezTo>
                    <a:pt x="5" y="130"/>
                    <a:pt x="1" y="95"/>
                    <a:pt x="15" y="58"/>
                  </a:cubicBezTo>
                  <a:cubicBezTo>
                    <a:pt x="31" y="23"/>
                    <a:pt x="60" y="1"/>
                    <a:pt x="82" y="7"/>
                  </a:cubicBezTo>
                  <a:cubicBezTo>
                    <a:pt x="103" y="15"/>
                    <a:pt x="107" y="52"/>
                    <a:pt x="93" y="87"/>
                  </a:cubicBezTo>
                  <a:cubicBezTo>
                    <a:pt x="74" y="123"/>
                    <a:pt x="46" y="146"/>
                    <a:pt x="25" y="13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3"/>
            <p:cNvSpPr/>
            <p:nvPr/>
          </p:nvSpPr>
          <p:spPr>
            <a:xfrm>
              <a:off x="-3526379" y="4564270"/>
              <a:ext cx="55516" cy="90139"/>
            </a:xfrm>
            <a:custGeom>
              <a:rect b="b" l="l" r="r" t="t"/>
              <a:pathLst>
                <a:path extrusionOk="0" h="151" w="93">
                  <a:moveTo>
                    <a:pt x="47" y="136"/>
                  </a:moveTo>
                  <a:cubicBezTo>
                    <a:pt x="21" y="150"/>
                    <a:pt x="0" y="136"/>
                    <a:pt x="0" y="101"/>
                  </a:cubicBezTo>
                  <a:cubicBezTo>
                    <a:pt x="0" y="68"/>
                    <a:pt x="21" y="29"/>
                    <a:pt x="47" y="15"/>
                  </a:cubicBezTo>
                  <a:cubicBezTo>
                    <a:pt x="72" y="1"/>
                    <a:pt x="92" y="15"/>
                    <a:pt x="92" y="48"/>
                  </a:cubicBezTo>
                  <a:cubicBezTo>
                    <a:pt x="92" y="78"/>
                    <a:pt x="72" y="119"/>
                    <a:pt x="47" y="13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3"/>
            <p:cNvSpPr/>
            <p:nvPr/>
          </p:nvSpPr>
          <p:spPr>
            <a:xfrm>
              <a:off x="-3381321" y="4413243"/>
              <a:ext cx="66858" cy="89542"/>
            </a:xfrm>
            <a:custGeom>
              <a:rect b="b" l="l" r="r" t="t"/>
              <a:pathLst>
                <a:path extrusionOk="0" h="150" w="112">
                  <a:moveTo>
                    <a:pt x="83" y="106"/>
                  </a:moveTo>
                  <a:cubicBezTo>
                    <a:pt x="62" y="141"/>
                    <a:pt x="32" y="149"/>
                    <a:pt x="15" y="133"/>
                  </a:cubicBezTo>
                  <a:cubicBezTo>
                    <a:pt x="1" y="115"/>
                    <a:pt x="5" y="74"/>
                    <a:pt x="25" y="43"/>
                  </a:cubicBezTo>
                  <a:cubicBezTo>
                    <a:pt x="46" y="10"/>
                    <a:pt x="77" y="0"/>
                    <a:pt x="93" y="16"/>
                  </a:cubicBezTo>
                  <a:cubicBezTo>
                    <a:pt x="111" y="35"/>
                    <a:pt x="105" y="76"/>
                    <a:pt x="83" y="10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3"/>
            <p:cNvSpPr/>
            <p:nvPr/>
          </p:nvSpPr>
          <p:spPr>
            <a:xfrm>
              <a:off x="-3287003" y="4195357"/>
              <a:ext cx="63874" cy="86557"/>
            </a:xfrm>
            <a:custGeom>
              <a:rect b="b" l="l" r="r" t="t"/>
              <a:pathLst>
                <a:path extrusionOk="0" h="145" w="107">
                  <a:moveTo>
                    <a:pt x="99" y="66"/>
                  </a:moveTo>
                  <a:cubicBezTo>
                    <a:pt x="90" y="101"/>
                    <a:pt x="62" y="134"/>
                    <a:pt x="39" y="140"/>
                  </a:cubicBezTo>
                  <a:cubicBezTo>
                    <a:pt x="15" y="144"/>
                    <a:pt x="0" y="117"/>
                    <a:pt x="9" y="81"/>
                  </a:cubicBezTo>
                  <a:cubicBezTo>
                    <a:pt x="17" y="46"/>
                    <a:pt x="45" y="11"/>
                    <a:pt x="68" y="7"/>
                  </a:cubicBezTo>
                  <a:cubicBezTo>
                    <a:pt x="92" y="1"/>
                    <a:pt x="107" y="30"/>
                    <a:pt x="99" y="6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3"/>
            <p:cNvSpPr/>
            <p:nvPr/>
          </p:nvSpPr>
          <p:spPr>
            <a:xfrm>
              <a:off x="-3287003" y="3988216"/>
              <a:ext cx="63874" cy="90736"/>
            </a:xfrm>
            <a:custGeom>
              <a:rect b="b" l="l" r="r" t="t"/>
              <a:pathLst>
                <a:path extrusionOk="0" h="152" w="107">
                  <a:moveTo>
                    <a:pt x="99" y="31"/>
                  </a:moveTo>
                  <a:cubicBezTo>
                    <a:pt x="107" y="59"/>
                    <a:pt x="92" y="100"/>
                    <a:pt x="68" y="127"/>
                  </a:cubicBezTo>
                  <a:cubicBezTo>
                    <a:pt x="41" y="151"/>
                    <a:pt x="17" y="149"/>
                    <a:pt x="9" y="121"/>
                  </a:cubicBezTo>
                  <a:cubicBezTo>
                    <a:pt x="0" y="92"/>
                    <a:pt x="15" y="51"/>
                    <a:pt x="39" y="27"/>
                  </a:cubicBezTo>
                  <a:cubicBezTo>
                    <a:pt x="66" y="0"/>
                    <a:pt x="90" y="4"/>
                    <a:pt x="99" y="3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3"/>
            <p:cNvSpPr/>
            <p:nvPr/>
          </p:nvSpPr>
          <p:spPr>
            <a:xfrm>
              <a:off x="-3381321" y="3876587"/>
              <a:ext cx="64471" cy="87751"/>
            </a:xfrm>
            <a:custGeom>
              <a:rect b="b" l="l" r="r" t="t"/>
              <a:pathLst>
                <a:path extrusionOk="0" h="147" w="108">
                  <a:moveTo>
                    <a:pt x="83" y="9"/>
                  </a:moveTo>
                  <a:cubicBezTo>
                    <a:pt x="103" y="17"/>
                    <a:pt x="107" y="52"/>
                    <a:pt x="93" y="89"/>
                  </a:cubicBezTo>
                  <a:cubicBezTo>
                    <a:pt x="77" y="124"/>
                    <a:pt x="46" y="146"/>
                    <a:pt x="25" y="140"/>
                  </a:cubicBezTo>
                  <a:cubicBezTo>
                    <a:pt x="5" y="132"/>
                    <a:pt x="1" y="95"/>
                    <a:pt x="15" y="60"/>
                  </a:cubicBezTo>
                  <a:cubicBezTo>
                    <a:pt x="34" y="23"/>
                    <a:pt x="62" y="1"/>
                    <a:pt x="83" y="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3"/>
            <p:cNvSpPr/>
            <p:nvPr/>
          </p:nvSpPr>
          <p:spPr>
            <a:xfrm>
              <a:off x="-1717628" y="3424698"/>
              <a:ext cx="266837" cy="428011"/>
            </a:xfrm>
            <a:custGeom>
              <a:rect b="b" l="l" r="r" t="t"/>
              <a:pathLst>
                <a:path extrusionOk="0" h="717" w="447">
                  <a:moveTo>
                    <a:pt x="223" y="70"/>
                  </a:moveTo>
                  <a:cubicBezTo>
                    <a:pt x="101" y="142"/>
                    <a:pt x="0" y="328"/>
                    <a:pt x="0" y="488"/>
                  </a:cubicBezTo>
                  <a:cubicBezTo>
                    <a:pt x="0" y="645"/>
                    <a:pt x="101" y="717"/>
                    <a:pt x="223" y="645"/>
                  </a:cubicBezTo>
                  <a:cubicBezTo>
                    <a:pt x="346" y="574"/>
                    <a:pt x="446" y="388"/>
                    <a:pt x="446" y="228"/>
                  </a:cubicBezTo>
                  <a:cubicBezTo>
                    <a:pt x="446" y="70"/>
                    <a:pt x="346" y="1"/>
                    <a:pt x="223" y="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3"/>
            <p:cNvSpPr/>
            <p:nvPr/>
          </p:nvSpPr>
          <p:spPr>
            <a:xfrm>
              <a:off x="-1665096" y="3509465"/>
              <a:ext cx="161773" cy="260269"/>
            </a:xfrm>
            <a:custGeom>
              <a:rect b="b" l="l" r="r" t="t"/>
              <a:pathLst>
                <a:path extrusionOk="0" h="436" w="271">
                  <a:moveTo>
                    <a:pt x="135" y="43"/>
                  </a:moveTo>
                  <a:cubicBezTo>
                    <a:pt x="62" y="86"/>
                    <a:pt x="0" y="199"/>
                    <a:pt x="0" y="297"/>
                  </a:cubicBezTo>
                  <a:cubicBezTo>
                    <a:pt x="0" y="391"/>
                    <a:pt x="62" y="436"/>
                    <a:pt x="135" y="393"/>
                  </a:cubicBezTo>
                  <a:cubicBezTo>
                    <a:pt x="209" y="350"/>
                    <a:pt x="270" y="237"/>
                    <a:pt x="270" y="141"/>
                  </a:cubicBezTo>
                  <a:cubicBezTo>
                    <a:pt x="270" y="43"/>
                    <a:pt x="209" y="0"/>
                    <a:pt x="135" y="43"/>
                  </a:cubicBez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3"/>
            <p:cNvSpPr/>
            <p:nvPr/>
          </p:nvSpPr>
          <p:spPr>
            <a:xfrm>
              <a:off x="-1626295" y="3572741"/>
              <a:ext cx="83573" cy="132522"/>
            </a:xfrm>
            <a:custGeom>
              <a:rect b="b" l="l" r="r" t="t"/>
              <a:pathLst>
                <a:path extrusionOk="0" h="222" w="140">
                  <a:moveTo>
                    <a:pt x="70" y="25"/>
                  </a:moveTo>
                  <a:cubicBezTo>
                    <a:pt x="32" y="48"/>
                    <a:pt x="1" y="103"/>
                    <a:pt x="1" y="152"/>
                  </a:cubicBezTo>
                  <a:cubicBezTo>
                    <a:pt x="1" y="201"/>
                    <a:pt x="32" y="221"/>
                    <a:pt x="70" y="201"/>
                  </a:cubicBezTo>
                  <a:cubicBezTo>
                    <a:pt x="109" y="178"/>
                    <a:pt x="138" y="121"/>
                    <a:pt x="138" y="72"/>
                  </a:cubicBezTo>
                  <a:cubicBezTo>
                    <a:pt x="140" y="25"/>
                    <a:pt x="109" y="0"/>
                    <a:pt x="70" y="25"/>
                  </a:cubicBezTo>
                  <a:close/>
                </a:path>
              </a:pathLst>
            </a:custGeom>
            <a:solidFill>
              <a:srgbClr val="6D6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3"/>
            <p:cNvSpPr/>
            <p:nvPr/>
          </p:nvSpPr>
          <p:spPr>
            <a:xfrm>
              <a:off x="-1676438" y="3444397"/>
              <a:ext cx="266837" cy="430399"/>
            </a:xfrm>
            <a:custGeom>
              <a:rect b="b" l="l" r="r" t="t"/>
              <a:pathLst>
                <a:path extrusionOk="0" h="721" w="447">
                  <a:moveTo>
                    <a:pt x="224" y="72"/>
                  </a:moveTo>
                  <a:cubicBezTo>
                    <a:pt x="101" y="144"/>
                    <a:pt x="1" y="332"/>
                    <a:pt x="1" y="490"/>
                  </a:cubicBezTo>
                  <a:cubicBezTo>
                    <a:pt x="1" y="649"/>
                    <a:pt x="101" y="721"/>
                    <a:pt x="224" y="649"/>
                  </a:cubicBezTo>
                  <a:cubicBezTo>
                    <a:pt x="347" y="578"/>
                    <a:pt x="447" y="389"/>
                    <a:pt x="447" y="232"/>
                  </a:cubicBezTo>
                  <a:cubicBezTo>
                    <a:pt x="447" y="72"/>
                    <a:pt x="347" y="1"/>
                    <a:pt x="224" y="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3"/>
            <p:cNvSpPr/>
            <p:nvPr/>
          </p:nvSpPr>
          <p:spPr>
            <a:xfrm>
              <a:off x="-1623907" y="3528567"/>
              <a:ext cx="162370" cy="262060"/>
            </a:xfrm>
            <a:custGeom>
              <a:rect b="b" l="l" r="r" t="t"/>
              <a:pathLst>
                <a:path extrusionOk="0" h="439" w="272">
                  <a:moveTo>
                    <a:pt x="136" y="44"/>
                  </a:moveTo>
                  <a:cubicBezTo>
                    <a:pt x="62" y="89"/>
                    <a:pt x="1" y="201"/>
                    <a:pt x="1" y="297"/>
                  </a:cubicBezTo>
                  <a:cubicBezTo>
                    <a:pt x="1" y="392"/>
                    <a:pt x="60" y="439"/>
                    <a:pt x="136" y="396"/>
                  </a:cubicBezTo>
                  <a:cubicBezTo>
                    <a:pt x="210" y="351"/>
                    <a:pt x="271" y="238"/>
                    <a:pt x="271" y="142"/>
                  </a:cubicBezTo>
                  <a:cubicBezTo>
                    <a:pt x="269" y="48"/>
                    <a:pt x="210" y="1"/>
                    <a:pt x="136" y="4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3"/>
            <p:cNvSpPr/>
            <p:nvPr/>
          </p:nvSpPr>
          <p:spPr>
            <a:xfrm>
              <a:off x="-1583315" y="3593634"/>
              <a:ext cx="82379" cy="131328"/>
            </a:xfrm>
            <a:custGeom>
              <a:rect b="b" l="l" r="r" t="t"/>
              <a:pathLst>
                <a:path extrusionOk="0" h="220" w="138">
                  <a:moveTo>
                    <a:pt x="68" y="23"/>
                  </a:moveTo>
                  <a:cubicBezTo>
                    <a:pt x="29" y="45"/>
                    <a:pt x="0" y="103"/>
                    <a:pt x="0" y="150"/>
                  </a:cubicBezTo>
                  <a:cubicBezTo>
                    <a:pt x="0" y="199"/>
                    <a:pt x="31" y="219"/>
                    <a:pt x="68" y="199"/>
                  </a:cubicBezTo>
                  <a:cubicBezTo>
                    <a:pt x="107" y="176"/>
                    <a:pt x="138" y="119"/>
                    <a:pt x="138" y="70"/>
                  </a:cubicBezTo>
                  <a:cubicBezTo>
                    <a:pt x="133" y="23"/>
                    <a:pt x="107" y="0"/>
                    <a:pt x="68" y="2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3"/>
            <p:cNvSpPr/>
            <p:nvPr/>
          </p:nvSpPr>
          <p:spPr>
            <a:xfrm>
              <a:off x="-2014311" y="3593634"/>
              <a:ext cx="265643" cy="429205"/>
            </a:xfrm>
            <a:custGeom>
              <a:rect b="b" l="l" r="r" t="t"/>
              <a:pathLst>
                <a:path extrusionOk="0" h="719" w="445">
                  <a:moveTo>
                    <a:pt x="221" y="72"/>
                  </a:moveTo>
                  <a:cubicBezTo>
                    <a:pt x="98" y="143"/>
                    <a:pt x="0" y="330"/>
                    <a:pt x="0" y="487"/>
                  </a:cubicBezTo>
                  <a:cubicBezTo>
                    <a:pt x="0" y="647"/>
                    <a:pt x="98" y="718"/>
                    <a:pt x="221" y="647"/>
                  </a:cubicBezTo>
                  <a:cubicBezTo>
                    <a:pt x="344" y="575"/>
                    <a:pt x="444" y="389"/>
                    <a:pt x="444" y="229"/>
                  </a:cubicBezTo>
                  <a:cubicBezTo>
                    <a:pt x="442" y="72"/>
                    <a:pt x="344" y="0"/>
                    <a:pt x="221"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3"/>
            <p:cNvSpPr/>
            <p:nvPr/>
          </p:nvSpPr>
          <p:spPr>
            <a:xfrm>
              <a:off x="-1962973" y="3676610"/>
              <a:ext cx="162967" cy="263254"/>
            </a:xfrm>
            <a:custGeom>
              <a:rect b="b" l="l" r="r" t="t"/>
              <a:pathLst>
                <a:path extrusionOk="0" h="441" w="273">
                  <a:moveTo>
                    <a:pt x="135" y="47"/>
                  </a:moveTo>
                  <a:cubicBezTo>
                    <a:pt x="62" y="90"/>
                    <a:pt x="0" y="203"/>
                    <a:pt x="0" y="301"/>
                  </a:cubicBezTo>
                  <a:cubicBezTo>
                    <a:pt x="0" y="395"/>
                    <a:pt x="62" y="440"/>
                    <a:pt x="135" y="397"/>
                  </a:cubicBezTo>
                  <a:cubicBezTo>
                    <a:pt x="211" y="354"/>
                    <a:pt x="272" y="242"/>
                    <a:pt x="272" y="144"/>
                  </a:cubicBezTo>
                  <a:cubicBezTo>
                    <a:pt x="268" y="47"/>
                    <a:pt x="211" y="0"/>
                    <a:pt x="135" y="47"/>
                  </a:cubicBez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3"/>
            <p:cNvSpPr/>
            <p:nvPr/>
          </p:nvSpPr>
          <p:spPr>
            <a:xfrm>
              <a:off x="-1922978" y="3742274"/>
              <a:ext cx="82379" cy="130135"/>
            </a:xfrm>
            <a:custGeom>
              <a:rect b="b" l="l" r="r" t="t"/>
              <a:pathLst>
                <a:path extrusionOk="0" h="218" w="138">
                  <a:moveTo>
                    <a:pt x="68" y="21"/>
                  </a:moveTo>
                  <a:cubicBezTo>
                    <a:pt x="31" y="44"/>
                    <a:pt x="1" y="101"/>
                    <a:pt x="1" y="150"/>
                  </a:cubicBezTo>
                  <a:cubicBezTo>
                    <a:pt x="1" y="197"/>
                    <a:pt x="31" y="218"/>
                    <a:pt x="68" y="197"/>
                  </a:cubicBezTo>
                  <a:cubicBezTo>
                    <a:pt x="107" y="175"/>
                    <a:pt x="138" y="117"/>
                    <a:pt x="138" y="70"/>
                  </a:cubicBezTo>
                  <a:cubicBezTo>
                    <a:pt x="136" y="21"/>
                    <a:pt x="105" y="1"/>
                    <a:pt x="68" y="21"/>
                  </a:cubicBezTo>
                  <a:close/>
                </a:path>
              </a:pathLst>
            </a:custGeom>
            <a:solidFill>
              <a:srgbClr val="6D6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3"/>
            <p:cNvSpPr/>
            <p:nvPr/>
          </p:nvSpPr>
          <p:spPr>
            <a:xfrm>
              <a:off x="-2313382" y="3760779"/>
              <a:ext cx="265046" cy="429205"/>
            </a:xfrm>
            <a:custGeom>
              <a:rect b="b" l="l" r="r" t="t"/>
              <a:pathLst>
                <a:path extrusionOk="0" h="719" w="444">
                  <a:moveTo>
                    <a:pt x="221" y="72"/>
                  </a:moveTo>
                  <a:cubicBezTo>
                    <a:pt x="98" y="144"/>
                    <a:pt x="0" y="330"/>
                    <a:pt x="0" y="489"/>
                  </a:cubicBezTo>
                  <a:cubicBezTo>
                    <a:pt x="0" y="647"/>
                    <a:pt x="98" y="719"/>
                    <a:pt x="221" y="647"/>
                  </a:cubicBezTo>
                  <a:cubicBezTo>
                    <a:pt x="344" y="575"/>
                    <a:pt x="444" y="389"/>
                    <a:pt x="444" y="232"/>
                  </a:cubicBezTo>
                  <a:cubicBezTo>
                    <a:pt x="444" y="74"/>
                    <a:pt x="344" y="1"/>
                    <a:pt x="221"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3"/>
            <p:cNvSpPr/>
            <p:nvPr/>
          </p:nvSpPr>
          <p:spPr>
            <a:xfrm>
              <a:off x="-2262641" y="3846143"/>
              <a:ext cx="163564" cy="262060"/>
            </a:xfrm>
            <a:custGeom>
              <a:rect b="b" l="l" r="r" t="t"/>
              <a:pathLst>
                <a:path extrusionOk="0" h="439" w="274">
                  <a:moveTo>
                    <a:pt x="136" y="44"/>
                  </a:moveTo>
                  <a:cubicBezTo>
                    <a:pt x="62" y="89"/>
                    <a:pt x="1" y="201"/>
                    <a:pt x="1" y="297"/>
                  </a:cubicBezTo>
                  <a:cubicBezTo>
                    <a:pt x="1" y="392"/>
                    <a:pt x="62" y="439"/>
                    <a:pt x="136" y="396"/>
                  </a:cubicBezTo>
                  <a:cubicBezTo>
                    <a:pt x="212" y="351"/>
                    <a:pt x="273" y="238"/>
                    <a:pt x="273" y="142"/>
                  </a:cubicBezTo>
                  <a:cubicBezTo>
                    <a:pt x="273" y="44"/>
                    <a:pt x="212" y="1"/>
                    <a:pt x="136" y="44"/>
                  </a:cubicBez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3"/>
            <p:cNvSpPr/>
            <p:nvPr/>
          </p:nvSpPr>
          <p:spPr>
            <a:xfrm>
              <a:off x="-2222049" y="3912404"/>
              <a:ext cx="82379" cy="130135"/>
            </a:xfrm>
            <a:custGeom>
              <a:rect b="b" l="l" r="r" t="t"/>
              <a:pathLst>
                <a:path extrusionOk="0" h="218" w="138">
                  <a:moveTo>
                    <a:pt x="68" y="21"/>
                  </a:moveTo>
                  <a:cubicBezTo>
                    <a:pt x="31" y="43"/>
                    <a:pt x="0" y="100"/>
                    <a:pt x="0" y="148"/>
                  </a:cubicBezTo>
                  <a:cubicBezTo>
                    <a:pt x="0" y="197"/>
                    <a:pt x="31" y="217"/>
                    <a:pt x="68" y="197"/>
                  </a:cubicBezTo>
                  <a:cubicBezTo>
                    <a:pt x="107" y="174"/>
                    <a:pt x="138" y="117"/>
                    <a:pt x="138" y="68"/>
                  </a:cubicBezTo>
                  <a:cubicBezTo>
                    <a:pt x="135" y="21"/>
                    <a:pt x="107" y="0"/>
                    <a:pt x="68" y="21"/>
                  </a:cubicBezTo>
                  <a:close/>
                </a:path>
              </a:pathLst>
            </a:custGeom>
            <a:solidFill>
              <a:srgbClr val="6D6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3"/>
            <p:cNvSpPr/>
            <p:nvPr/>
          </p:nvSpPr>
          <p:spPr>
            <a:xfrm>
              <a:off x="-2613049" y="3930312"/>
              <a:ext cx="265643" cy="429802"/>
            </a:xfrm>
            <a:custGeom>
              <a:rect b="b" l="l" r="r" t="t"/>
              <a:pathLst>
                <a:path extrusionOk="0" h="720" w="445">
                  <a:moveTo>
                    <a:pt x="222" y="73"/>
                  </a:moveTo>
                  <a:cubicBezTo>
                    <a:pt x="99" y="144"/>
                    <a:pt x="1" y="330"/>
                    <a:pt x="1" y="490"/>
                  </a:cubicBezTo>
                  <a:cubicBezTo>
                    <a:pt x="1" y="647"/>
                    <a:pt x="99" y="719"/>
                    <a:pt x="222" y="647"/>
                  </a:cubicBezTo>
                  <a:cubicBezTo>
                    <a:pt x="344" y="576"/>
                    <a:pt x="445" y="390"/>
                    <a:pt x="445" y="230"/>
                  </a:cubicBezTo>
                  <a:cubicBezTo>
                    <a:pt x="445" y="73"/>
                    <a:pt x="344" y="1"/>
                    <a:pt x="222" y="7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3"/>
            <p:cNvSpPr/>
            <p:nvPr/>
          </p:nvSpPr>
          <p:spPr>
            <a:xfrm>
              <a:off x="-2561712" y="4016273"/>
              <a:ext cx="162967" cy="259075"/>
            </a:xfrm>
            <a:custGeom>
              <a:rect b="b" l="l" r="r" t="t"/>
              <a:pathLst>
                <a:path extrusionOk="0" h="434" w="273">
                  <a:moveTo>
                    <a:pt x="136" y="41"/>
                  </a:moveTo>
                  <a:cubicBezTo>
                    <a:pt x="62" y="84"/>
                    <a:pt x="1" y="197"/>
                    <a:pt x="1" y="295"/>
                  </a:cubicBezTo>
                  <a:cubicBezTo>
                    <a:pt x="1" y="389"/>
                    <a:pt x="62" y="434"/>
                    <a:pt x="136" y="391"/>
                  </a:cubicBezTo>
                  <a:cubicBezTo>
                    <a:pt x="211" y="348"/>
                    <a:pt x="273" y="235"/>
                    <a:pt x="273" y="137"/>
                  </a:cubicBezTo>
                  <a:cubicBezTo>
                    <a:pt x="269" y="43"/>
                    <a:pt x="211" y="0"/>
                    <a:pt x="136" y="41"/>
                  </a:cubicBez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3"/>
            <p:cNvSpPr/>
            <p:nvPr/>
          </p:nvSpPr>
          <p:spPr>
            <a:xfrm>
              <a:off x="-2519926" y="4079549"/>
              <a:ext cx="81185" cy="130135"/>
            </a:xfrm>
            <a:custGeom>
              <a:rect b="b" l="l" r="r" t="t"/>
              <a:pathLst>
                <a:path extrusionOk="0" h="218" w="136">
                  <a:moveTo>
                    <a:pt x="66" y="21"/>
                  </a:moveTo>
                  <a:cubicBezTo>
                    <a:pt x="29" y="43"/>
                    <a:pt x="0" y="101"/>
                    <a:pt x="0" y="150"/>
                  </a:cubicBezTo>
                  <a:cubicBezTo>
                    <a:pt x="0" y="197"/>
                    <a:pt x="31" y="217"/>
                    <a:pt x="66" y="197"/>
                  </a:cubicBezTo>
                  <a:cubicBezTo>
                    <a:pt x="105" y="174"/>
                    <a:pt x="135" y="119"/>
                    <a:pt x="135" y="70"/>
                  </a:cubicBezTo>
                  <a:cubicBezTo>
                    <a:pt x="135" y="21"/>
                    <a:pt x="105" y="1"/>
                    <a:pt x="66" y="21"/>
                  </a:cubicBezTo>
                  <a:close/>
                </a:path>
              </a:pathLst>
            </a:custGeom>
            <a:solidFill>
              <a:srgbClr val="6D6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3"/>
            <p:cNvSpPr/>
            <p:nvPr/>
          </p:nvSpPr>
          <p:spPr>
            <a:xfrm>
              <a:off x="-2912120" y="4100442"/>
              <a:ext cx="265643" cy="429205"/>
            </a:xfrm>
            <a:custGeom>
              <a:rect b="b" l="l" r="r" t="t"/>
              <a:pathLst>
                <a:path extrusionOk="0" h="719" w="445">
                  <a:moveTo>
                    <a:pt x="221" y="72"/>
                  </a:moveTo>
                  <a:cubicBezTo>
                    <a:pt x="99" y="143"/>
                    <a:pt x="1" y="330"/>
                    <a:pt x="1" y="487"/>
                  </a:cubicBezTo>
                  <a:cubicBezTo>
                    <a:pt x="1" y="647"/>
                    <a:pt x="99" y="718"/>
                    <a:pt x="221" y="647"/>
                  </a:cubicBezTo>
                  <a:cubicBezTo>
                    <a:pt x="344" y="575"/>
                    <a:pt x="444" y="387"/>
                    <a:pt x="444" y="229"/>
                  </a:cubicBezTo>
                  <a:cubicBezTo>
                    <a:pt x="444" y="72"/>
                    <a:pt x="344" y="0"/>
                    <a:pt x="221"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3"/>
            <p:cNvSpPr/>
            <p:nvPr/>
          </p:nvSpPr>
          <p:spPr>
            <a:xfrm>
              <a:off x="-2860783" y="4183418"/>
              <a:ext cx="162967" cy="262060"/>
            </a:xfrm>
            <a:custGeom>
              <a:rect b="b" l="l" r="r" t="t"/>
              <a:pathLst>
                <a:path extrusionOk="0" h="439" w="273">
                  <a:moveTo>
                    <a:pt x="135" y="43"/>
                  </a:moveTo>
                  <a:cubicBezTo>
                    <a:pt x="62" y="88"/>
                    <a:pt x="0" y="201"/>
                    <a:pt x="0" y="297"/>
                  </a:cubicBezTo>
                  <a:cubicBezTo>
                    <a:pt x="0" y="395"/>
                    <a:pt x="62" y="438"/>
                    <a:pt x="135" y="395"/>
                  </a:cubicBezTo>
                  <a:cubicBezTo>
                    <a:pt x="209" y="350"/>
                    <a:pt x="273" y="238"/>
                    <a:pt x="273" y="142"/>
                  </a:cubicBezTo>
                  <a:cubicBezTo>
                    <a:pt x="273" y="43"/>
                    <a:pt x="213" y="0"/>
                    <a:pt x="135" y="43"/>
                  </a:cubicBez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3"/>
            <p:cNvSpPr/>
            <p:nvPr/>
          </p:nvSpPr>
          <p:spPr>
            <a:xfrm>
              <a:off x="-2820787" y="4247888"/>
              <a:ext cx="82976" cy="131328"/>
            </a:xfrm>
            <a:custGeom>
              <a:rect b="b" l="l" r="r" t="t"/>
              <a:pathLst>
                <a:path extrusionOk="0" h="220" w="139">
                  <a:moveTo>
                    <a:pt x="68" y="23"/>
                  </a:moveTo>
                  <a:cubicBezTo>
                    <a:pt x="32" y="46"/>
                    <a:pt x="1" y="103"/>
                    <a:pt x="1" y="152"/>
                  </a:cubicBezTo>
                  <a:cubicBezTo>
                    <a:pt x="1" y="199"/>
                    <a:pt x="32" y="220"/>
                    <a:pt x="68" y="199"/>
                  </a:cubicBezTo>
                  <a:cubicBezTo>
                    <a:pt x="107" y="177"/>
                    <a:pt x="136" y="120"/>
                    <a:pt x="136" y="72"/>
                  </a:cubicBezTo>
                  <a:cubicBezTo>
                    <a:pt x="138" y="23"/>
                    <a:pt x="107" y="1"/>
                    <a:pt x="68" y="23"/>
                  </a:cubicBezTo>
                  <a:close/>
                </a:path>
              </a:pathLst>
            </a:custGeom>
            <a:solidFill>
              <a:srgbClr val="6D6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3"/>
            <p:cNvSpPr/>
            <p:nvPr/>
          </p:nvSpPr>
          <p:spPr>
            <a:xfrm>
              <a:off x="-1975509" y="3612737"/>
              <a:ext cx="266837" cy="429802"/>
            </a:xfrm>
            <a:custGeom>
              <a:rect b="b" l="l" r="r" t="t"/>
              <a:pathLst>
                <a:path extrusionOk="0" h="720" w="447">
                  <a:moveTo>
                    <a:pt x="224" y="73"/>
                  </a:moveTo>
                  <a:cubicBezTo>
                    <a:pt x="101" y="144"/>
                    <a:pt x="1" y="330"/>
                    <a:pt x="1" y="490"/>
                  </a:cubicBezTo>
                  <a:cubicBezTo>
                    <a:pt x="1" y="647"/>
                    <a:pt x="101" y="719"/>
                    <a:pt x="224" y="647"/>
                  </a:cubicBezTo>
                  <a:cubicBezTo>
                    <a:pt x="347" y="576"/>
                    <a:pt x="447" y="390"/>
                    <a:pt x="447" y="230"/>
                  </a:cubicBezTo>
                  <a:cubicBezTo>
                    <a:pt x="447" y="73"/>
                    <a:pt x="347" y="1"/>
                    <a:pt x="224" y="7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3"/>
            <p:cNvSpPr/>
            <p:nvPr/>
          </p:nvSpPr>
          <p:spPr>
            <a:xfrm>
              <a:off x="-1922978" y="3698697"/>
              <a:ext cx="161773" cy="261463"/>
            </a:xfrm>
            <a:custGeom>
              <a:rect b="b" l="l" r="r" t="t"/>
              <a:pathLst>
                <a:path extrusionOk="0" h="438" w="271">
                  <a:moveTo>
                    <a:pt x="136" y="43"/>
                  </a:moveTo>
                  <a:cubicBezTo>
                    <a:pt x="62" y="86"/>
                    <a:pt x="1" y="199"/>
                    <a:pt x="1" y="297"/>
                  </a:cubicBezTo>
                  <a:cubicBezTo>
                    <a:pt x="1" y="393"/>
                    <a:pt x="62" y="438"/>
                    <a:pt x="136" y="393"/>
                  </a:cubicBezTo>
                  <a:cubicBezTo>
                    <a:pt x="209" y="350"/>
                    <a:pt x="271" y="238"/>
                    <a:pt x="271" y="141"/>
                  </a:cubicBezTo>
                  <a:cubicBezTo>
                    <a:pt x="271" y="43"/>
                    <a:pt x="209" y="0"/>
                    <a:pt x="136" y="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3"/>
            <p:cNvSpPr/>
            <p:nvPr/>
          </p:nvSpPr>
          <p:spPr>
            <a:xfrm>
              <a:off x="-1883579" y="3761973"/>
              <a:ext cx="83573" cy="132522"/>
            </a:xfrm>
            <a:custGeom>
              <a:rect b="b" l="l" r="r" t="t"/>
              <a:pathLst>
                <a:path extrusionOk="0" h="222" w="140">
                  <a:moveTo>
                    <a:pt x="70" y="25"/>
                  </a:moveTo>
                  <a:cubicBezTo>
                    <a:pt x="31" y="48"/>
                    <a:pt x="0" y="103"/>
                    <a:pt x="0" y="152"/>
                  </a:cubicBezTo>
                  <a:cubicBezTo>
                    <a:pt x="0" y="201"/>
                    <a:pt x="31" y="222"/>
                    <a:pt x="70" y="201"/>
                  </a:cubicBezTo>
                  <a:cubicBezTo>
                    <a:pt x="109" y="179"/>
                    <a:pt x="135" y="121"/>
                    <a:pt x="135" y="72"/>
                  </a:cubicBezTo>
                  <a:cubicBezTo>
                    <a:pt x="139" y="25"/>
                    <a:pt x="105" y="1"/>
                    <a:pt x="70" y="2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3"/>
            <p:cNvSpPr/>
            <p:nvPr/>
          </p:nvSpPr>
          <p:spPr>
            <a:xfrm>
              <a:off x="-2274580" y="3781673"/>
              <a:ext cx="266837" cy="429205"/>
            </a:xfrm>
            <a:custGeom>
              <a:rect b="b" l="l" r="r" t="t"/>
              <a:pathLst>
                <a:path extrusionOk="0" h="719" w="447">
                  <a:moveTo>
                    <a:pt x="223" y="70"/>
                  </a:moveTo>
                  <a:cubicBezTo>
                    <a:pt x="101" y="141"/>
                    <a:pt x="0" y="330"/>
                    <a:pt x="0" y="487"/>
                  </a:cubicBezTo>
                  <a:cubicBezTo>
                    <a:pt x="0" y="647"/>
                    <a:pt x="101" y="718"/>
                    <a:pt x="223" y="647"/>
                  </a:cubicBezTo>
                  <a:cubicBezTo>
                    <a:pt x="346" y="575"/>
                    <a:pt x="446" y="387"/>
                    <a:pt x="446" y="229"/>
                  </a:cubicBezTo>
                  <a:cubicBezTo>
                    <a:pt x="446" y="74"/>
                    <a:pt x="346" y="0"/>
                    <a:pt x="223" y="7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3"/>
            <p:cNvSpPr/>
            <p:nvPr/>
          </p:nvSpPr>
          <p:spPr>
            <a:xfrm>
              <a:off x="-2222049" y="3865842"/>
              <a:ext cx="161773" cy="262060"/>
            </a:xfrm>
            <a:custGeom>
              <a:rect b="b" l="l" r="r" t="t"/>
              <a:pathLst>
                <a:path extrusionOk="0" h="439" w="271">
                  <a:moveTo>
                    <a:pt x="135" y="45"/>
                  </a:moveTo>
                  <a:cubicBezTo>
                    <a:pt x="62" y="88"/>
                    <a:pt x="0" y="201"/>
                    <a:pt x="0" y="297"/>
                  </a:cubicBezTo>
                  <a:cubicBezTo>
                    <a:pt x="0" y="393"/>
                    <a:pt x="60" y="438"/>
                    <a:pt x="135" y="395"/>
                  </a:cubicBezTo>
                  <a:cubicBezTo>
                    <a:pt x="209" y="352"/>
                    <a:pt x="271" y="240"/>
                    <a:pt x="271" y="142"/>
                  </a:cubicBezTo>
                  <a:cubicBezTo>
                    <a:pt x="271" y="45"/>
                    <a:pt x="211" y="0"/>
                    <a:pt x="135" y="4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3"/>
            <p:cNvSpPr/>
            <p:nvPr/>
          </p:nvSpPr>
          <p:spPr>
            <a:xfrm>
              <a:off x="-2183247" y="3931506"/>
              <a:ext cx="84170" cy="130135"/>
            </a:xfrm>
            <a:custGeom>
              <a:rect b="b" l="l" r="r" t="t"/>
              <a:pathLst>
                <a:path extrusionOk="0" h="218" w="141">
                  <a:moveTo>
                    <a:pt x="70" y="21"/>
                  </a:moveTo>
                  <a:cubicBezTo>
                    <a:pt x="32" y="44"/>
                    <a:pt x="1" y="101"/>
                    <a:pt x="1" y="150"/>
                  </a:cubicBezTo>
                  <a:cubicBezTo>
                    <a:pt x="1" y="197"/>
                    <a:pt x="32" y="218"/>
                    <a:pt x="70" y="197"/>
                  </a:cubicBezTo>
                  <a:cubicBezTo>
                    <a:pt x="109" y="175"/>
                    <a:pt x="140" y="118"/>
                    <a:pt x="140" y="71"/>
                  </a:cubicBezTo>
                  <a:cubicBezTo>
                    <a:pt x="140" y="21"/>
                    <a:pt x="109" y="1"/>
                    <a:pt x="70" y="2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3"/>
            <p:cNvSpPr/>
            <p:nvPr/>
          </p:nvSpPr>
          <p:spPr>
            <a:xfrm>
              <a:off x="-2572457" y="3950012"/>
              <a:ext cx="266837" cy="429205"/>
            </a:xfrm>
            <a:custGeom>
              <a:rect b="b" l="l" r="r" t="t"/>
              <a:pathLst>
                <a:path extrusionOk="0" h="719" w="447">
                  <a:moveTo>
                    <a:pt x="223" y="72"/>
                  </a:moveTo>
                  <a:cubicBezTo>
                    <a:pt x="101" y="144"/>
                    <a:pt x="0" y="330"/>
                    <a:pt x="0" y="490"/>
                  </a:cubicBezTo>
                  <a:cubicBezTo>
                    <a:pt x="0" y="647"/>
                    <a:pt x="101" y="719"/>
                    <a:pt x="223" y="647"/>
                  </a:cubicBezTo>
                  <a:cubicBezTo>
                    <a:pt x="346" y="576"/>
                    <a:pt x="446" y="389"/>
                    <a:pt x="446" y="230"/>
                  </a:cubicBezTo>
                  <a:cubicBezTo>
                    <a:pt x="446" y="74"/>
                    <a:pt x="346" y="1"/>
                    <a:pt x="223" y="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3"/>
            <p:cNvSpPr/>
            <p:nvPr/>
          </p:nvSpPr>
          <p:spPr>
            <a:xfrm>
              <a:off x="-2519926" y="4035375"/>
              <a:ext cx="161773" cy="262060"/>
            </a:xfrm>
            <a:custGeom>
              <a:rect b="b" l="l" r="r" t="t"/>
              <a:pathLst>
                <a:path extrusionOk="0" h="439" w="271">
                  <a:moveTo>
                    <a:pt x="135" y="44"/>
                  </a:moveTo>
                  <a:cubicBezTo>
                    <a:pt x="62" y="87"/>
                    <a:pt x="0" y="201"/>
                    <a:pt x="0" y="298"/>
                  </a:cubicBezTo>
                  <a:cubicBezTo>
                    <a:pt x="0" y="394"/>
                    <a:pt x="62" y="439"/>
                    <a:pt x="135" y="394"/>
                  </a:cubicBezTo>
                  <a:cubicBezTo>
                    <a:pt x="209" y="351"/>
                    <a:pt x="270" y="238"/>
                    <a:pt x="270" y="142"/>
                  </a:cubicBezTo>
                  <a:cubicBezTo>
                    <a:pt x="268" y="44"/>
                    <a:pt x="207" y="1"/>
                    <a:pt x="135" y="4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3"/>
            <p:cNvSpPr/>
            <p:nvPr/>
          </p:nvSpPr>
          <p:spPr>
            <a:xfrm>
              <a:off x="-2481124" y="4100442"/>
              <a:ext cx="83573" cy="130135"/>
            </a:xfrm>
            <a:custGeom>
              <a:rect b="b" l="l" r="r" t="t"/>
              <a:pathLst>
                <a:path extrusionOk="0" h="218" w="140">
                  <a:moveTo>
                    <a:pt x="70" y="21"/>
                  </a:moveTo>
                  <a:cubicBezTo>
                    <a:pt x="31" y="43"/>
                    <a:pt x="1" y="98"/>
                    <a:pt x="1" y="148"/>
                  </a:cubicBezTo>
                  <a:cubicBezTo>
                    <a:pt x="1" y="197"/>
                    <a:pt x="31" y="217"/>
                    <a:pt x="70" y="197"/>
                  </a:cubicBezTo>
                  <a:cubicBezTo>
                    <a:pt x="109" y="174"/>
                    <a:pt x="140" y="117"/>
                    <a:pt x="140" y="68"/>
                  </a:cubicBezTo>
                  <a:cubicBezTo>
                    <a:pt x="138" y="21"/>
                    <a:pt x="107" y="0"/>
                    <a:pt x="70" y="2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3"/>
            <p:cNvSpPr/>
            <p:nvPr/>
          </p:nvSpPr>
          <p:spPr>
            <a:xfrm>
              <a:off x="-2871528" y="4120142"/>
              <a:ext cx="266837" cy="429205"/>
            </a:xfrm>
            <a:custGeom>
              <a:rect b="b" l="l" r="r" t="t"/>
              <a:pathLst>
                <a:path extrusionOk="0" h="719" w="447">
                  <a:moveTo>
                    <a:pt x="223" y="72"/>
                  </a:moveTo>
                  <a:cubicBezTo>
                    <a:pt x="100" y="143"/>
                    <a:pt x="0" y="329"/>
                    <a:pt x="0" y="489"/>
                  </a:cubicBezTo>
                  <a:cubicBezTo>
                    <a:pt x="0" y="647"/>
                    <a:pt x="100" y="718"/>
                    <a:pt x="223" y="647"/>
                  </a:cubicBezTo>
                  <a:cubicBezTo>
                    <a:pt x="346" y="575"/>
                    <a:pt x="446" y="389"/>
                    <a:pt x="446" y="229"/>
                  </a:cubicBezTo>
                  <a:cubicBezTo>
                    <a:pt x="446" y="72"/>
                    <a:pt x="346" y="0"/>
                    <a:pt x="223" y="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3"/>
            <p:cNvSpPr/>
            <p:nvPr/>
          </p:nvSpPr>
          <p:spPr>
            <a:xfrm>
              <a:off x="-2818996" y="4205505"/>
              <a:ext cx="161773" cy="259075"/>
            </a:xfrm>
            <a:custGeom>
              <a:rect b="b" l="l" r="r" t="t"/>
              <a:pathLst>
                <a:path extrusionOk="0" h="434" w="271">
                  <a:moveTo>
                    <a:pt x="135" y="41"/>
                  </a:moveTo>
                  <a:cubicBezTo>
                    <a:pt x="61" y="84"/>
                    <a:pt x="0" y="197"/>
                    <a:pt x="0" y="293"/>
                  </a:cubicBezTo>
                  <a:cubicBezTo>
                    <a:pt x="0" y="389"/>
                    <a:pt x="61" y="434"/>
                    <a:pt x="135" y="391"/>
                  </a:cubicBezTo>
                  <a:cubicBezTo>
                    <a:pt x="209" y="348"/>
                    <a:pt x="270" y="236"/>
                    <a:pt x="270" y="137"/>
                  </a:cubicBezTo>
                  <a:cubicBezTo>
                    <a:pt x="270" y="41"/>
                    <a:pt x="209" y="0"/>
                    <a:pt x="135" y="4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3"/>
            <p:cNvSpPr/>
            <p:nvPr/>
          </p:nvSpPr>
          <p:spPr>
            <a:xfrm>
              <a:off x="-2780195" y="4267588"/>
              <a:ext cx="82379" cy="132522"/>
            </a:xfrm>
            <a:custGeom>
              <a:rect b="b" l="l" r="r" t="t"/>
              <a:pathLst>
                <a:path extrusionOk="0" h="222" w="138">
                  <a:moveTo>
                    <a:pt x="70" y="23"/>
                  </a:moveTo>
                  <a:cubicBezTo>
                    <a:pt x="31" y="48"/>
                    <a:pt x="0" y="103"/>
                    <a:pt x="0" y="152"/>
                  </a:cubicBezTo>
                  <a:cubicBezTo>
                    <a:pt x="0" y="201"/>
                    <a:pt x="31" y="222"/>
                    <a:pt x="70" y="201"/>
                  </a:cubicBezTo>
                  <a:cubicBezTo>
                    <a:pt x="109" y="177"/>
                    <a:pt x="138" y="121"/>
                    <a:pt x="138" y="72"/>
                  </a:cubicBezTo>
                  <a:cubicBezTo>
                    <a:pt x="138" y="23"/>
                    <a:pt x="107" y="1"/>
                    <a:pt x="70" y="2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3"/>
            <p:cNvSpPr/>
            <p:nvPr/>
          </p:nvSpPr>
          <p:spPr>
            <a:xfrm>
              <a:off x="-4161532" y="1983668"/>
              <a:ext cx="3809735" cy="3114872"/>
            </a:xfrm>
            <a:custGeom>
              <a:rect b="b" l="l" r="r" t="t"/>
              <a:pathLst>
                <a:path extrusionOk="0" h="5218" w="6382">
                  <a:moveTo>
                    <a:pt x="5760" y="156"/>
                  </a:moveTo>
                  <a:cubicBezTo>
                    <a:pt x="6073" y="156"/>
                    <a:pt x="6218" y="512"/>
                    <a:pt x="6216" y="844"/>
                  </a:cubicBezTo>
                  <a:cubicBezTo>
                    <a:pt x="6218" y="1457"/>
                    <a:pt x="5833" y="2200"/>
                    <a:pt x="5377" y="2464"/>
                  </a:cubicBezTo>
                  <a:lnTo>
                    <a:pt x="1077" y="4948"/>
                  </a:lnTo>
                  <a:cubicBezTo>
                    <a:pt x="944" y="5023"/>
                    <a:pt x="825" y="5062"/>
                    <a:pt x="719" y="5062"/>
                  </a:cubicBezTo>
                  <a:cubicBezTo>
                    <a:pt x="479" y="5062"/>
                    <a:pt x="375" y="4854"/>
                    <a:pt x="328" y="4684"/>
                  </a:cubicBezTo>
                  <a:cubicBezTo>
                    <a:pt x="185" y="4154"/>
                    <a:pt x="430" y="3162"/>
                    <a:pt x="1148" y="2748"/>
                  </a:cubicBezTo>
                  <a:lnTo>
                    <a:pt x="5363" y="306"/>
                  </a:lnTo>
                  <a:cubicBezTo>
                    <a:pt x="5506" y="205"/>
                    <a:pt x="5643" y="156"/>
                    <a:pt x="5760" y="156"/>
                  </a:cubicBezTo>
                  <a:close/>
                  <a:moveTo>
                    <a:pt x="5760" y="1"/>
                  </a:moveTo>
                  <a:cubicBezTo>
                    <a:pt x="5613" y="1"/>
                    <a:pt x="5449" y="60"/>
                    <a:pt x="5281" y="173"/>
                  </a:cubicBezTo>
                  <a:lnTo>
                    <a:pt x="1073" y="2609"/>
                  </a:lnTo>
                  <a:cubicBezTo>
                    <a:pt x="326" y="3039"/>
                    <a:pt x="1" y="4068"/>
                    <a:pt x="176" y="4723"/>
                  </a:cubicBezTo>
                  <a:cubicBezTo>
                    <a:pt x="262" y="5036"/>
                    <a:pt x="459" y="5218"/>
                    <a:pt x="723" y="5218"/>
                  </a:cubicBezTo>
                  <a:cubicBezTo>
                    <a:pt x="856" y="5218"/>
                    <a:pt x="1003" y="5173"/>
                    <a:pt x="1159" y="5083"/>
                  </a:cubicBezTo>
                  <a:lnTo>
                    <a:pt x="5459" y="2599"/>
                  </a:lnTo>
                  <a:cubicBezTo>
                    <a:pt x="5960" y="2313"/>
                    <a:pt x="6382" y="1506"/>
                    <a:pt x="6376" y="842"/>
                  </a:cubicBezTo>
                  <a:cubicBezTo>
                    <a:pt x="6374" y="346"/>
                    <a:pt x="6120" y="1"/>
                    <a:pt x="57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3"/>
            <p:cNvSpPr/>
            <p:nvPr/>
          </p:nvSpPr>
          <p:spPr>
            <a:xfrm>
              <a:off x="-8938307" y="2593151"/>
              <a:ext cx="3305909" cy="3355442"/>
            </a:xfrm>
            <a:custGeom>
              <a:rect b="b" l="l" r="r" t="t"/>
              <a:pathLst>
                <a:path extrusionOk="0" h="5621" w="5538">
                  <a:moveTo>
                    <a:pt x="5529" y="3200"/>
                  </a:moveTo>
                  <a:lnTo>
                    <a:pt x="1" y="1"/>
                  </a:lnTo>
                  <a:lnTo>
                    <a:pt x="9" y="2423"/>
                  </a:lnTo>
                  <a:lnTo>
                    <a:pt x="5537" y="562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3"/>
            <p:cNvSpPr/>
            <p:nvPr/>
          </p:nvSpPr>
          <p:spPr>
            <a:xfrm>
              <a:off x="-8938307" y="2717913"/>
              <a:ext cx="3153090" cy="2553144"/>
            </a:xfrm>
            <a:custGeom>
              <a:rect b="b" l="l" r="r" t="t"/>
              <a:pathLst>
                <a:path extrusionOk="0" h="4277" w="5282">
                  <a:moveTo>
                    <a:pt x="1" y="0"/>
                  </a:moveTo>
                  <a:lnTo>
                    <a:pt x="5" y="1216"/>
                  </a:lnTo>
                  <a:lnTo>
                    <a:pt x="5281" y="4276"/>
                  </a:lnTo>
                  <a:lnTo>
                    <a:pt x="5144" y="2912"/>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3"/>
            <p:cNvSpPr/>
            <p:nvPr/>
          </p:nvSpPr>
          <p:spPr>
            <a:xfrm>
              <a:off x="-9708967" y="2498236"/>
              <a:ext cx="779020" cy="2368688"/>
            </a:xfrm>
            <a:custGeom>
              <a:rect b="b" l="l" r="r" t="t"/>
              <a:pathLst>
                <a:path extrusionOk="0" h="3968" w="1305">
                  <a:moveTo>
                    <a:pt x="386" y="2905"/>
                  </a:moveTo>
                  <a:lnTo>
                    <a:pt x="7" y="3906"/>
                  </a:lnTo>
                  <a:cubicBezTo>
                    <a:pt x="1" y="3926"/>
                    <a:pt x="1" y="3947"/>
                    <a:pt x="11" y="3957"/>
                  </a:cubicBezTo>
                  <a:cubicBezTo>
                    <a:pt x="21" y="3967"/>
                    <a:pt x="36" y="3965"/>
                    <a:pt x="48" y="3947"/>
                  </a:cubicBezTo>
                  <a:lnTo>
                    <a:pt x="1304" y="2586"/>
                  </a:lnTo>
                  <a:lnTo>
                    <a:pt x="1302" y="2371"/>
                  </a:lnTo>
                  <a:lnTo>
                    <a:pt x="1302" y="2371"/>
                  </a:lnTo>
                  <a:cubicBezTo>
                    <a:pt x="1296" y="1561"/>
                    <a:pt x="1290" y="540"/>
                    <a:pt x="1286" y="160"/>
                  </a:cubicBezTo>
                  <a:lnTo>
                    <a:pt x="514" y="4"/>
                  </a:lnTo>
                  <a:cubicBezTo>
                    <a:pt x="502" y="0"/>
                    <a:pt x="486" y="10"/>
                    <a:pt x="476" y="29"/>
                  </a:cubicBezTo>
                  <a:lnTo>
                    <a:pt x="711" y="579"/>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3"/>
            <p:cNvSpPr/>
            <p:nvPr/>
          </p:nvSpPr>
          <p:spPr>
            <a:xfrm>
              <a:off x="-9400942" y="2565094"/>
              <a:ext cx="468606" cy="879901"/>
            </a:xfrm>
            <a:custGeom>
              <a:rect b="b" l="l" r="r" t="t"/>
              <a:pathLst>
                <a:path extrusionOk="0" h="1474" w="785">
                  <a:moveTo>
                    <a:pt x="784" y="1474"/>
                  </a:moveTo>
                  <a:lnTo>
                    <a:pt x="776" y="256"/>
                  </a:lnTo>
                  <a:lnTo>
                    <a:pt x="357" y="17"/>
                  </a:lnTo>
                  <a:lnTo>
                    <a:pt x="1" y="1"/>
                  </a:lnTo>
                  <a:lnTo>
                    <a:pt x="121" y="283"/>
                  </a:lnTo>
                  <a:lnTo>
                    <a:pt x="780" y="147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3"/>
            <p:cNvSpPr/>
            <p:nvPr/>
          </p:nvSpPr>
          <p:spPr>
            <a:xfrm>
              <a:off x="-9439743" y="2507787"/>
              <a:ext cx="3800781" cy="2045142"/>
            </a:xfrm>
            <a:custGeom>
              <a:rect b="b" l="l" r="r" t="t"/>
              <a:pathLst>
                <a:path extrusionOk="0" h="3426" w="6367">
                  <a:moveTo>
                    <a:pt x="6367" y="3425"/>
                  </a:moveTo>
                  <a:lnTo>
                    <a:pt x="839" y="227"/>
                  </a:lnTo>
                  <a:lnTo>
                    <a:pt x="0" y="0"/>
                  </a:lnTo>
                  <a:lnTo>
                    <a:pt x="27" y="95"/>
                  </a:lnTo>
                  <a:lnTo>
                    <a:pt x="5559" y="329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3"/>
            <p:cNvSpPr/>
            <p:nvPr/>
          </p:nvSpPr>
          <p:spPr>
            <a:xfrm>
              <a:off x="-6468735" y="4382201"/>
              <a:ext cx="786183" cy="2368688"/>
            </a:xfrm>
            <a:custGeom>
              <a:rect b="b" l="l" r="r" t="t"/>
              <a:pathLst>
                <a:path extrusionOk="0" h="3968" w="1317">
                  <a:moveTo>
                    <a:pt x="394" y="2906"/>
                  </a:moveTo>
                  <a:lnTo>
                    <a:pt x="9" y="3907"/>
                  </a:lnTo>
                  <a:cubicBezTo>
                    <a:pt x="1" y="3927"/>
                    <a:pt x="1" y="3947"/>
                    <a:pt x="11" y="3958"/>
                  </a:cubicBezTo>
                  <a:cubicBezTo>
                    <a:pt x="21" y="3968"/>
                    <a:pt x="38" y="3964"/>
                    <a:pt x="50" y="3947"/>
                  </a:cubicBezTo>
                  <a:lnTo>
                    <a:pt x="1316" y="2587"/>
                  </a:lnTo>
                  <a:lnTo>
                    <a:pt x="1316" y="2372"/>
                  </a:lnTo>
                  <a:lnTo>
                    <a:pt x="1316" y="2372"/>
                  </a:lnTo>
                  <a:lnTo>
                    <a:pt x="1316" y="158"/>
                  </a:lnTo>
                  <a:lnTo>
                    <a:pt x="547" y="3"/>
                  </a:lnTo>
                  <a:cubicBezTo>
                    <a:pt x="533" y="1"/>
                    <a:pt x="518" y="11"/>
                    <a:pt x="508" y="30"/>
                  </a:cubicBezTo>
                  <a:lnTo>
                    <a:pt x="727" y="60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3"/>
            <p:cNvSpPr/>
            <p:nvPr/>
          </p:nvSpPr>
          <p:spPr>
            <a:xfrm>
              <a:off x="-6166679" y="4395931"/>
              <a:ext cx="228632" cy="397567"/>
            </a:xfrm>
            <a:custGeom>
              <a:rect b="b" l="l" r="r" t="t"/>
              <a:pathLst>
                <a:path extrusionOk="0" h="666" w="383">
                  <a:moveTo>
                    <a:pt x="2" y="0"/>
                  </a:moveTo>
                  <a:cubicBezTo>
                    <a:pt x="0" y="2"/>
                    <a:pt x="0" y="2"/>
                    <a:pt x="0" y="7"/>
                  </a:cubicBezTo>
                  <a:lnTo>
                    <a:pt x="215" y="565"/>
                  </a:lnTo>
                  <a:lnTo>
                    <a:pt x="383" y="665"/>
                  </a:lnTo>
                  <a:lnTo>
                    <a:pt x="164" y="9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3"/>
            <p:cNvSpPr/>
            <p:nvPr/>
          </p:nvSpPr>
          <p:spPr>
            <a:xfrm>
              <a:off x="-6422173" y="4406676"/>
              <a:ext cx="784392" cy="2367494"/>
            </a:xfrm>
            <a:custGeom>
              <a:rect b="b" l="l" r="r" t="t"/>
              <a:pathLst>
                <a:path extrusionOk="0" h="3966" w="1314">
                  <a:moveTo>
                    <a:pt x="391" y="2906"/>
                  </a:moveTo>
                  <a:lnTo>
                    <a:pt x="9" y="3906"/>
                  </a:lnTo>
                  <a:cubicBezTo>
                    <a:pt x="1" y="3927"/>
                    <a:pt x="1" y="3947"/>
                    <a:pt x="11" y="3958"/>
                  </a:cubicBezTo>
                  <a:cubicBezTo>
                    <a:pt x="21" y="3966"/>
                    <a:pt x="35" y="3964"/>
                    <a:pt x="50" y="3947"/>
                  </a:cubicBezTo>
                  <a:lnTo>
                    <a:pt x="1314" y="2587"/>
                  </a:lnTo>
                  <a:lnTo>
                    <a:pt x="1314" y="2372"/>
                  </a:lnTo>
                  <a:lnTo>
                    <a:pt x="1314" y="2372"/>
                  </a:lnTo>
                  <a:lnTo>
                    <a:pt x="1314" y="158"/>
                  </a:lnTo>
                  <a:lnTo>
                    <a:pt x="545" y="3"/>
                  </a:lnTo>
                  <a:cubicBezTo>
                    <a:pt x="532" y="1"/>
                    <a:pt x="516" y="11"/>
                    <a:pt x="506" y="29"/>
                  </a:cubicBezTo>
                  <a:lnTo>
                    <a:pt x="727" y="60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3"/>
            <p:cNvSpPr/>
            <p:nvPr/>
          </p:nvSpPr>
          <p:spPr>
            <a:xfrm>
              <a:off x="-9449891" y="2484506"/>
              <a:ext cx="3812123" cy="2019473"/>
            </a:xfrm>
            <a:custGeom>
              <a:rect b="b" l="l" r="r" t="t"/>
              <a:pathLst>
                <a:path extrusionOk="0" h="3383" w="6386">
                  <a:moveTo>
                    <a:pt x="6386" y="3382"/>
                  </a:moveTo>
                  <a:lnTo>
                    <a:pt x="858" y="183"/>
                  </a:lnTo>
                  <a:lnTo>
                    <a:pt x="40" y="1"/>
                  </a:lnTo>
                  <a:lnTo>
                    <a:pt x="1" y="29"/>
                  </a:lnTo>
                  <a:lnTo>
                    <a:pt x="5576" y="324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3"/>
            <p:cNvSpPr/>
            <p:nvPr/>
          </p:nvSpPr>
          <p:spPr>
            <a:xfrm>
              <a:off x="-3680392" y="3982844"/>
              <a:ext cx="363543" cy="585605"/>
            </a:xfrm>
            <a:custGeom>
              <a:rect b="b" l="l" r="r" t="t"/>
              <a:pathLst>
                <a:path extrusionOk="0" h="981" w="609">
                  <a:moveTo>
                    <a:pt x="305" y="99"/>
                  </a:moveTo>
                  <a:cubicBezTo>
                    <a:pt x="473" y="1"/>
                    <a:pt x="608" y="99"/>
                    <a:pt x="608" y="316"/>
                  </a:cubicBezTo>
                  <a:cubicBezTo>
                    <a:pt x="608" y="533"/>
                    <a:pt x="473" y="787"/>
                    <a:pt x="305" y="885"/>
                  </a:cubicBezTo>
                  <a:cubicBezTo>
                    <a:pt x="136" y="981"/>
                    <a:pt x="1" y="885"/>
                    <a:pt x="1" y="666"/>
                  </a:cubicBezTo>
                  <a:cubicBezTo>
                    <a:pt x="3" y="449"/>
                    <a:pt x="138" y="197"/>
                    <a:pt x="305" y="9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3"/>
            <p:cNvSpPr/>
            <p:nvPr/>
          </p:nvSpPr>
          <p:spPr>
            <a:xfrm>
              <a:off x="-3640993" y="4043135"/>
              <a:ext cx="321756" cy="497257"/>
            </a:xfrm>
            <a:custGeom>
              <a:rect b="b" l="l" r="r" t="t"/>
              <a:pathLst>
                <a:path extrusionOk="0" h="833" w="539">
                  <a:moveTo>
                    <a:pt x="477" y="16"/>
                  </a:moveTo>
                  <a:cubicBezTo>
                    <a:pt x="516" y="59"/>
                    <a:pt x="538" y="129"/>
                    <a:pt x="538" y="219"/>
                  </a:cubicBezTo>
                  <a:cubicBezTo>
                    <a:pt x="538" y="436"/>
                    <a:pt x="403" y="688"/>
                    <a:pt x="233" y="786"/>
                  </a:cubicBezTo>
                  <a:cubicBezTo>
                    <a:pt x="170" y="821"/>
                    <a:pt x="111" y="833"/>
                    <a:pt x="61" y="816"/>
                  </a:cubicBezTo>
                  <a:cubicBezTo>
                    <a:pt x="25" y="773"/>
                    <a:pt x="0" y="704"/>
                    <a:pt x="0" y="614"/>
                  </a:cubicBezTo>
                  <a:cubicBezTo>
                    <a:pt x="0" y="397"/>
                    <a:pt x="137" y="143"/>
                    <a:pt x="305" y="47"/>
                  </a:cubicBezTo>
                  <a:cubicBezTo>
                    <a:pt x="368" y="10"/>
                    <a:pt x="428" y="0"/>
                    <a:pt x="477" y="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3"/>
            <p:cNvSpPr/>
            <p:nvPr/>
          </p:nvSpPr>
          <p:spPr>
            <a:xfrm>
              <a:off x="-5531527" y="3536327"/>
              <a:ext cx="3088022" cy="2225420"/>
            </a:xfrm>
            <a:custGeom>
              <a:rect b="b" l="l" r="r" t="t"/>
              <a:pathLst>
                <a:path extrusionOk="0" h="3728" w="5173">
                  <a:moveTo>
                    <a:pt x="5172" y="0"/>
                  </a:moveTo>
                  <a:lnTo>
                    <a:pt x="0" y="3243"/>
                  </a:lnTo>
                  <a:lnTo>
                    <a:pt x="0" y="3728"/>
                  </a:lnTo>
                  <a:lnTo>
                    <a:pt x="5172" y="485"/>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3"/>
            <p:cNvSpPr/>
            <p:nvPr/>
          </p:nvSpPr>
          <p:spPr>
            <a:xfrm>
              <a:off x="-5531527" y="3745856"/>
              <a:ext cx="3088022" cy="2015892"/>
            </a:xfrm>
            <a:custGeom>
              <a:rect b="b" l="l" r="r" t="t"/>
              <a:pathLst>
                <a:path extrusionOk="0" h="3377" w="5173">
                  <a:moveTo>
                    <a:pt x="5172" y="1"/>
                  </a:moveTo>
                  <a:lnTo>
                    <a:pt x="0" y="3244"/>
                  </a:lnTo>
                  <a:lnTo>
                    <a:pt x="0" y="3377"/>
                  </a:lnTo>
                  <a:lnTo>
                    <a:pt x="5172" y="134"/>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3"/>
            <p:cNvSpPr/>
            <p:nvPr/>
          </p:nvSpPr>
          <p:spPr>
            <a:xfrm>
              <a:off x="-5335131" y="3857485"/>
              <a:ext cx="2488088" cy="1587880"/>
            </a:xfrm>
            <a:custGeom>
              <a:rect b="b" l="l" r="r" t="t"/>
              <a:pathLst>
                <a:path extrusionOk="0" h="2660" w="4168">
                  <a:moveTo>
                    <a:pt x="64" y="2539"/>
                  </a:moveTo>
                  <a:lnTo>
                    <a:pt x="4105" y="23"/>
                  </a:lnTo>
                  <a:cubicBezTo>
                    <a:pt x="4141" y="0"/>
                    <a:pt x="4168" y="4"/>
                    <a:pt x="4168" y="33"/>
                  </a:cubicBezTo>
                  <a:lnTo>
                    <a:pt x="4168" y="33"/>
                  </a:lnTo>
                  <a:cubicBezTo>
                    <a:pt x="4168" y="59"/>
                    <a:pt x="4141" y="100"/>
                    <a:pt x="4105" y="121"/>
                  </a:cubicBezTo>
                  <a:lnTo>
                    <a:pt x="64" y="2635"/>
                  </a:lnTo>
                  <a:cubicBezTo>
                    <a:pt x="29" y="2660"/>
                    <a:pt x="0" y="2654"/>
                    <a:pt x="0" y="2627"/>
                  </a:cubicBezTo>
                  <a:lnTo>
                    <a:pt x="0" y="2627"/>
                  </a:lnTo>
                  <a:cubicBezTo>
                    <a:pt x="0" y="2598"/>
                    <a:pt x="31" y="2560"/>
                    <a:pt x="64" y="2539"/>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3"/>
            <p:cNvSpPr/>
            <p:nvPr/>
          </p:nvSpPr>
          <p:spPr>
            <a:xfrm>
              <a:off x="-5884920" y="5373134"/>
              <a:ext cx="536658" cy="685296"/>
            </a:xfrm>
            <a:custGeom>
              <a:rect b="b" l="l" r="r" t="t"/>
              <a:pathLst>
                <a:path extrusionOk="0" h="1148" w="899">
                  <a:moveTo>
                    <a:pt x="678" y="88"/>
                  </a:moveTo>
                  <a:lnTo>
                    <a:pt x="1" y="583"/>
                  </a:lnTo>
                  <a:lnTo>
                    <a:pt x="1" y="1148"/>
                  </a:lnTo>
                  <a:lnTo>
                    <a:pt x="660" y="665"/>
                  </a:lnTo>
                  <a:cubicBezTo>
                    <a:pt x="668" y="661"/>
                    <a:pt x="674" y="657"/>
                    <a:pt x="678" y="653"/>
                  </a:cubicBezTo>
                  <a:cubicBezTo>
                    <a:pt x="799" y="563"/>
                    <a:pt x="895" y="366"/>
                    <a:pt x="895" y="211"/>
                  </a:cubicBezTo>
                  <a:cubicBezTo>
                    <a:pt x="899" y="53"/>
                    <a:pt x="799" y="0"/>
                    <a:pt x="678" y="8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3"/>
            <p:cNvSpPr/>
            <p:nvPr/>
          </p:nvSpPr>
          <p:spPr>
            <a:xfrm>
              <a:off x="-5615099" y="5484166"/>
              <a:ext cx="165952" cy="268029"/>
            </a:xfrm>
            <a:custGeom>
              <a:rect b="b" l="l" r="r" t="t"/>
              <a:pathLst>
                <a:path extrusionOk="0" h="449" w="278">
                  <a:moveTo>
                    <a:pt x="140" y="47"/>
                  </a:moveTo>
                  <a:cubicBezTo>
                    <a:pt x="62" y="90"/>
                    <a:pt x="1" y="205"/>
                    <a:pt x="1" y="305"/>
                  </a:cubicBezTo>
                  <a:cubicBezTo>
                    <a:pt x="1" y="405"/>
                    <a:pt x="62" y="448"/>
                    <a:pt x="140" y="403"/>
                  </a:cubicBezTo>
                  <a:cubicBezTo>
                    <a:pt x="216" y="358"/>
                    <a:pt x="277" y="244"/>
                    <a:pt x="277" y="148"/>
                  </a:cubicBezTo>
                  <a:cubicBezTo>
                    <a:pt x="277" y="47"/>
                    <a:pt x="216" y="0"/>
                    <a:pt x="140" y="4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3"/>
            <p:cNvSpPr/>
            <p:nvPr/>
          </p:nvSpPr>
          <p:spPr>
            <a:xfrm>
              <a:off x="-5591818" y="5535504"/>
              <a:ext cx="142671" cy="200574"/>
            </a:xfrm>
            <a:custGeom>
              <a:rect b="b" l="l" r="r" t="t"/>
              <a:pathLst>
                <a:path extrusionOk="0" h="336" w="239">
                  <a:moveTo>
                    <a:pt x="5" y="319"/>
                  </a:moveTo>
                  <a:cubicBezTo>
                    <a:pt x="31" y="336"/>
                    <a:pt x="64" y="334"/>
                    <a:pt x="101" y="313"/>
                  </a:cubicBezTo>
                  <a:cubicBezTo>
                    <a:pt x="177" y="270"/>
                    <a:pt x="238" y="156"/>
                    <a:pt x="238" y="58"/>
                  </a:cubicBezTo>
                  <a:cubicBezTo>
                    <a:pt x="238" y="43"/>
                    <a:pt x="236" y="27"/>
                    <a:pt x="232" y="15"/>
                  </a:cubicBezTo>
                  <a:cubicBezTo>
                    <a:pt x="207" y="0"/>
                    <a:pt x="175" y="0"/>
                    <a:pt x="138" y="21"/>
                  </a:cubicBezTo>
                  <a:cubicBezTo>
                    <a:pt x="62" y="64"/>
                    <a:pt x="1" y="178"/>
                    <a:pt x="1" y="276"/>
                  </a:cubicBezTo>
                  <a:cubicBezTo>
                    <a:pt x="1" y="293"/>
                    <a:pt x="3" y="307"/>
                    <a:pt x="5" y="3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3"/>
            <p:cNvSpPr/>
            <p:nvPr/>
          </p:nvSpPr>
          <p:spPr>
            <a:xfrm>
              <a:off x="-2768256" y="3413953"/>
              <a:ext cx="426819" cy="687087"/>
            </a:xfrm>
            <a:custGeom>
              <a:rect b="b" l="l" r="r" t="t"/>
              <a:pathLst>
                <a:path extrusionOk="0" h="1151" w="715">
                  <a:moveTo>
                    <a:pt x="359" y="113"/>
                  </a:moveTo>
                  <a:cubicBezTo>
                    <a:pt x="557" y="0"/>
                    <a:pt x="715" y="117"/>
                    <a:pt x="715" y="369"/>
                  </a:cubicBezTo>
                  <a:cubicBezTo>
                    <a:pt x="715" y="622"/>
                    <a:pt x="553" y="923"/>
                    <a:pt x="359" y="1038"/>
                  </a:cubicBezTo>
                  <a:cubicBezTo>
                    <a:pt x="163" y="1150"/>
                    <a:pt x="5" y="1034"/>
                    <a:pt x="5" y="782"/>
                  </a:cubicBezTo>
                  <a:cubicBezTo>
                    <a:pt x="1" y="526"/>
                    <a:pt x="163" y="226"/>
                    <a:pt x="359" y="11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3"/>
            <p:cNvSpPr/>
            <p:nvPr/>
          </p:nvSpPr>
          <p:spPr>
            <a:xfrm>
              <a:off x="-2715724" y="3480811"/>
              <a:ext cx="375482" cy="584412"/>
            </a:xfrm>
            <a:custGeom>
              <a:rect b="b" l="l" r="r" t="t"/>
              <a:pathLst>
                <a:path extrusionOk="0" h="979" w="629">
                  <a:moveTo>
                    <a:pt x="555" y="19"/>
                  </a:moveTo>
                  <a:cubicBezTo>
                    <a:pt x="602" y="71"/>
                    <a:pt x="629" y="152"/>
                    <a:pt x="629" y="257"/>
                  </a:cubicBezTo>
                  <a:cubicBezTo>
                    <a:pt x="629" y="512"/>
                    <a:pt x="469" y="811"/>
                    <a:pt x="275" y="926"/>
                  </a:cubicBezTo>
                  <a:cubicBezTo>
                    <a:pt x="199" y="969"/>
                    <a:pt x="132" y="979"/>
                    <a:pt x="75" y="961"/>
                  </a:cubicBezTo>
                  <a:cubicBezTo>
                    <a:pt x="30" y="909"/>
                    <a:pt x="1" y="828"/>
                    <a:pt x="1" y="723"/>
                  </a:cubicBezTo>
                  <a:cubicBezTo>
                    <a:pt x="1" y="467"/>
                    <a:pt x="163" y="169"/>
                    <a:pt x="357" y="54"/>
                  </a:cubicBezTo>
                  <a:cubicBezTo>
                    <a:pt x="431" y="15"/>
                    <a:pt x="496" y="1"/>
                    <a:pt x="555" y="19"/>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3"/>
            <p:cNvSpPr/>
            <p:nvPr/>
          </p:nvSpPr>
          <p:spPr>
            <a:xfrm>
              <a:off x="-4382402" y="4472937"/>
              <a:ext cx="152819" cy="278774"/>
            </a:xfrm>
            <a:custGeom>
              <a:rect b="b" l="l" r="r" t="t"/>
              <a:pathLst>
                <a:path extrusionOk="0" h="467" w="256">
                  <a:moveTo>
                    <a:pt x="254" y="94"/>
                  </a:moveTo>
                  <a:lnTo>
                    <a:pt x="248" y="311"/>
                  </a:lnTo>
                  <a:lnTo>
                    <a:pt x="0" y="467"/>
                  </a:lnTo>
                  <a:lnTo>
                    <a:pt x="4" y="238"/>
                  </a:lnTo>
                  <a:lnTo>
                    <a:pt x="4" y="227"/>
                  </a:lnTo>
                  <a:cubicBezTo>
                    <a:pt x="8" y="158"/>
                    <a:pt x="64" y="74"/>
                    <a:pt x="133" y="35"/>
                  </a:cubicBezTo>
                  <a:cubicBezTo>
                    <a:pt x="203" y="0"/>
                    <a:pt x="256" y="25"/>
                    <a:pt x="254" y="9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3"/>
            <p:cNvSpPr/>
            <p:nvPr/>
          </p:nvSpPr>
          <p:spPr>
            <a:xfrm>
              <a:off x="-4500001" y="4551138"/>
              <a:ext cx="374288" cy="167742"/>
            </a:xfrm>
            <a:custGeom>
              <a:rect b="b" l="l" r="r" t="t"/>
              <a:pathLst>
                <a:path extrusionOk="0" h="281" w="627">
                  <a:moveTo>
                    <a:pt x="1" y="49"/>
                  </a:moveTo>
                  <a:lnTo>
                    <a:pt x="21" y="281"/>
                  </a:lnTo>
                  <a:lnTo>
                    <a:pt x="525" y="240"/>
                  </a:lnTo>
                  <a:cubicBezTo>
                    <a:pt x="627" y="231"/>
                    <a:pt x="608" y="0"/>
                    <a:pt x="504" y="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3"/>
            <p:cNvSpPr/>
            <p:nvPr/>
          </p:nvSpPr>
          <p:spPr>
            <a:xfrm>
              <a:off x="-4500001" y="4566658"/>
              <a:ext cx="349813" cy="72828"/>
            </a:xfrm>
            <a:custGeom>
              <a:rect b="b" l="l" r="r" t="t"/>
              <a:pathLst>
                <a:path extrusionOk="0" h="122" w="586">
                  <a:moveTo>
                    <a:pt x="1" y="44"/>
                  </a:moveTo>
                  <a:lnTo>
                    <a:pt x="7" y="122"/>
                  </a:lnTo>
                  <a:lnTo>
                    <a:pt x="586" y="74"/>
                  </a:lnTo>
                  <a:cubicBezTo>
                    <a:pt x="580" y="44"/>
                    <a:pt x="568" y="15"/>
                    <a:pt x="549"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3"/>
            <p:cNvSpPr/>
            <p:nvPr/>
          </p:nvSpPr>
          <p:spPr>
            <a:xfrm>
              <a:off x="-4492241" y="4664558"/>
              <a:ext cx="338471" cy="41189"/>
            </a:xfrm>
            <a:custGeom>
              <a:rect b="b" l="l" r="r" t="t"/>
              <a:pathLst>
                <a:path extrusionOk="0" h="69" w="567">
                  <a:moveTo>
                    <a:pt x="0" y="48"/>
                  </a:moveTo>
                  <a:lnTo>
                    <a:pt x="2" y="68"/>
                  </a:lnTo>
                  <a:lnTo>
                    <a:pt x="555" y="21"/>
                  </a:lnTo>
                  <a:cubicBezTo>
                    <a:pt x="561" y="13"/>
                    <a:pt x="563" y="9"/>
                    <a:pt x="567"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3"/>
            <p:cNvSpPr/>
            <p:nvPr/>
          </p:nvSpPr>
          <p:spPr>
            <a:xfrm>
              <a:off x="-5173955" y="4506963"/>
              <a:ext cx="739621" cy="330112"/>
            </a:xfrm>
            <a:custGeom>
              <a:rect b="b" l="l" r="r" t="t"/>
              <a:pathLst>
                <a:path extrusionOk="0" h="553" w="1239">
                  <a:moveTo>
                    <a:pt x="0" y="97"/>
                  </a:moveTo>
                  <a:lnTo>
                    <a:pt x="39" y="553"/>
                  </a:lnTo>
                  <a:lnTo>
                    <a:pt x="1034" y="473"/>
                  </a:lnTo>
                  <a:cubicBezTo>
                    <a:pt x="1238" y="459"/>
                    <a:pt x="1203" y="1"/>
                    <a:pt x="997" y="1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3"/>
            <p:cNvSpPr/>
            <p:nvPr/>
          </p:nvSpPr>
          <p:spPr>
            <a:xfrm>
              <a:off x="-5170373" y="4536214"/>
              <a:ext cx="691865" cy="145058"/>
            </a:xfrm>
            <a:custGeom>
              <a:rect b="b" l="l" r="r" t="t"/>
              <a:pathLst>
                <a:path extrusionOk="0" h="243" w="1159">
                  <a:moveTo>
                    <a:pt x="1" y="89"/>
                  </a:moveTo>
                  <a:lnTo>
                    <a:pt x="13" y="242"/>
                  </a:lnTo>
                  <a:lnTo>
                    <a:pt x="1159" y="148"/>
                  </a:lnTo>
                  <a:cubicBezTo>
                    <a:pt x="1148" y="91"/>
                    <a:pt x="1124" y="33"/>
                    <a:pt x="1087"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3"/>
            <p:cNvSpPr/>
            <p:nvPr/>
          </p:nvSpPr>
          <p:spPr>
            <a:xfrm>
              <a:off x="-5155450" y="4730222"/>
              <a:ext cx="668584" cy="78797"/>
            </a:xfrm>
            <a:custGeom>
              <a:rect b="b" l="l" r="r" t="t"/>
              <a:pathLst>
                <a:path extrusionOk="0" h="132" w="1120">
                  <a:moveTo>
                    <a:pt x="0" y="93"/>
                  </a:moveTo>
                  <a:lnTo>
                    <a:pt x="4" y="132"/>
                  </a:lnTo>
                  <a:lnTo>
                    <a:pt x="1095" y="42"/>
                  </a:lnTo>
                  <a:cubicBezTo>
                    <a:pt x="1105" y="30"/>
                    <a:pt x="1111" y="15"/>
                    <a:pt x="1119"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3"/>
            <p:cNvSpPr/>
            <p:nvPr/>
          </p:nvSpPr>
          <p:spPr>
            <a:xfrm>
              <a:off x="-5267079" y="4530244"/>
              <a:ext cx="252510" cy="330112"/>
            </a:xfrm>
            <a:custGeom>
              <a:rect b="b" l="l" r="r" t="t"/>
              <a:pathLst>
                <a:path extrusionOk="0" h="553" w="423">
                  <a:moveTo>
                    <a:pt x="1" y="31"/>
                  </a:moveTo>
                  <a:lnTo>
                    <a:pt x="50" y="553"/>
                  </a:lnTo>
                  <a:lnTo>
                    <a:pt x="193" y="541"/>
                  </a:lnTo>
                  <a:cubicBezTo>
                    <a:pt x="422" y="522"/>
                    <a:pt x="375" y="0"/>
                    <a:pt x="144"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3"/>
            <p:cNvSpPr/>
            <p:nvPr/>
          </p:nvSpPr>
          <p:spPr>
            <a:xfrm>
              <a:off x="-5206787" y="4565464"/>
              <a:ext cx="139686" cy="97302"/>
            </a:xfrm>
            <a:custGeom>
              <a:rect b="b" l="l" r="r" t="t"/>
              <a:pathLst>
                <a:path extrusionOk="0" h="163" w="234">
                  <a:moveTo>
                    <a:pt x="86" y="162"/>
                  </a:moveTo>
                  <a:lnTo>
                    <a:pt x="233" y="148"/>
                  </a:lnTo>
                  <a:cubicBezTo>
                    <a:pt x="217" y="87"/>
                    <a:pt x="188" y="34"/>
                    <a:pt x="152" y="1"/>
                  </a:cubicBezTo>
                  <a:lnTo>
                    <a:pt x="0" y="13"/>
                  </a:lnTo>
                  <a:cubicBezTo>
                    <a:pt x="41" y="44"/>
                    <a:pt x="72" y="97"/>
                    <a:pt x="86" y="162"/>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3"/>
            <p:cNvSpPr/>
            <p:nvPr/>
          </p:nvSpPr>
          <p:spPr>
            <a:xfrm>
              <a:off x="-5363187" y="4542183"/>
              <a:ext cx="222662" cy="324739"/>
            </a:xfrm>
            <a:custGeom>
              <a:rect b="b" l="l" r="r" t="t"/>
              <a:pathLst>
                <a:path extrusionOk="0" h="544" w="373">
                  <a:moveTo>
                    <a:pt x="11" y="287"/>
                  </a:moveTo>
                  <a:cubicBezTo>
                    <a:pt x="25" y="431"/>
                    <a:pt x="111" y="543"/>
                    <a:pt x="205" y="533"/>
                  </a:cubicBezTo>
                  <a:cubicBezTo>
                    <a:pt x="303" y="525"/>
                    <a:pt x="373" y="402"/>
                    <a:pt x="358" y="257"/>
                  </a:cubicBezTo>
                  <a:cubicBezTo>
                    <a:pt x="346" y="113"/>
                    <a:pt x="260" y="1"/>
                    <a:pt x="164" y="11"/>
                  </a:cubicBezTo>
                  <a:cubicBezTo>
                    <a:pt x="70" y="19"/>
                    <a:pt x="0" y="144"/>
                    <a:pt x="11" y="28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3"/>
            <p:cNvSpPr/>
            <p:nvPr/>
          </p:nvSpPr>
          <p:spPr>
            <a:xfrm>
              <a:off x="-5023524" y="4524275"/>
              <a:ext cx="238780" cy="306831"/>
            </a:xfrm>
            <a:custGeom>
              <a:rect b="b" l="l" r="r" t="t"/>
              <a:pathLst>
                <a:path extrusionOk="0" h="514" w="400">
                  <a:moveTo>
                    <a:pt x="84" y="514"/>
                  </a:moveTo>
                  <a:lnTo>
                    <a:pt x="182" y="508"/>
                  </a:lnTo>
                  <a:cubicBezTo>
                    <a:pt x="399" y="489"/>
                    <a:pt x="360" y="0"/>
                    <a:pt x="141" y="19"/>
                  </a:cubicBezTo>
                  <a:lnTo>
                    <a:pt x="43" y="27"/>
                  </a:lnTo>
                  <a:cubicBezTo>
                    <a:pt x="27" y="29"/>
                    <a:pt x="4" y="39"/>
                    <a:pt x="0" y="47"/>
                  </a:cubicBezTo>
                  <a:lnTo>
                    <a:pt x="64" y="41"/>
                  </a:lnTo>
                  <a:cubicBezTo>
                    <a:pt x="213" y="113"/>
                    <a:pt x="237" y="409"/>
                    <a:pt x="102" y="499"/>
                  </a:cubicBezTo>
                  <a:lnTo>
                    <a:pt x="39" y="504"/>
                  </a:lnTo>
                  <a:cubicBezTo>
                    <a:pt x="49" y="512"/>
                    <a:pt x="74" y="514"/>
                    <a:pt x="84" y="5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3"/>
            <p:cNvSpPr/>
            <p:nvPr/>
          </p:nvSpPr>
          <p:spPr>
            <a:xfrm>
              <a:off x="-4987110" y="4523081"/>
              <a:ext cx="213111" cy="306831"/>
            </a:xfrm>
            <a:custGeom>
              <a:rect b="b" l="l" r="r" t="t"/>
              <a:pathLst>
                <a:path extrusionOk="0" h="514" w="357">
                  <a:moveTo>
                    <a:pt x="41" y="514"/>
                  </a:moveTo>
                  <a:lnTo>
                    <a:pt x="138" y="506"/>
                  </a:lnTo>
                  <a:cubicBezTo>
                    <a:pt x="356" y="489"/>
                    <a:pt x="318" y="0"/>
                    <a:pt x="97" y="17"/>
                  </a:cubicBezTo>
                  <a:lnTo>
                    <a:pt x="0" y="25"/>
                  </a:lnTo>
                  <a:cubicBezTo>
                    <a:pt x="178" y="64"/>
                    <a:pt x="209" y="452"/>
                    <a:pt x="41" y="5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3"/>
            <p:cNvSpPr/>
            <p:nvPr/>
          </p:nvSpPr>
          <p:spPr>
            <a:xfrm>
              <a:off x="-4949503" y="4553525"/>
              <a:ext cx="124166" cy="90736"/>
            </a:xfrm>
            <a:custGeom>
              <a:rect b="b" l="l" r="r" t="t"/>
              <a:pathLst>
                <a:path extrusionOk="0" h="152" w="208">
                  <a:moveTo>
                    <a:pt x="79" y="152"/>
                  </a:moveTo>
                  <a:lnTo>
                    <a:pt x="208" y="141"/>
                  </a:lnTo>
                  <a:cubicBezTo>
                    <a:pt x="193" y="82"/>
                    <a:pt x="167" y="31"/>
                    <a:pt x="130" y="0"/>
                  </a:cubicBezTo>
                  <a:lnTo>
                    <a:pt x="1" y="11"/>
                  </a:lnTo>
                  <a:cubicBezTo>
                    <a:pt x="40" y="41"/>
                    <a:pt x="64" y="92"/>
                    <a:pt x="79" y="152"/>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3"/>
            <p:cNvSpPr/>
            <p:nvPr/>
          </p:nvSpPr>
          <p:spPr>
            <a:xfrm>
              <a:off x="-4918461" y="4762457"/>
              <a:ext cx="89543" cy="29847"/>
            </a:xfrm>
            <a:custGeom>
              <a:rect b="b" l="l" r="r" t="t"/>
              <a:pathLst>
                <a:path extrusionOk="0" h="50" w="150">
                  <a:moveTo>
                    <a:pt x="0" y="49"/>
                  </a:moveTo>
                  <a:lnTo>
                    <a:pt x="131" y="39"/>
                  </a:lnTo>
                  <a:cubicBezTo>
                    <a:pt x="139" y="27"/>
                    <a:pt x="145" y="12"/>
                    <a:pt x="149" y="0"/>
                  </a:cubicBezTo>
                  <a:lnTo>
                    <a:pt x="18" y="10"/>
                  </a:lnTo>
                  <a:cubicBezTo>
                    <a:pt x="12" y="27"/>
                    <a:pt x="8" y="39"/>
                    <a:pt x="0" y="49"/>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3"/>
            <p:cNvSpPr/>
            <p:nvPr/>
          </p:nvSpPr>
          <p:spPr>
            <a:xfrm>
              <a:off x="-4295845" y="4530244"/>
              <a:ext cx="158192" cy="410700"/>
            </a:xfrm>
            <a:custGeom>
              <a:rect b="b" l="l" r="r" t="t"/>
              <a:pathLst>
                <a:path extrusionOk="0" h="688" w="265">
                  <a:moveTo>
                    <a:pt x="262" y="99"/>
                  </a:moveTo>
                  <a:lnTo>
                    <a:pt x="248" y="555"/>
                  </a:lnTo>
                  <a:lnTo>
                    <a:pt x="0" y="688"/>
                  </a:lnTo>
                  <a:lnTo>
                    <a:pt x="13" y="240"/>
                  </a:lnTo>
                  <a:lnTo>
                    <a:pt x="13" y="230"/>
                  </a:lnTo>
                  <a:cubicBezTo>
                    <a:pt x="17" y="162"/>
                    <a:pt x="72" y="74"/>
                    <a:pt x="142" y="39"/>
                  </a:cubicBezTo>
                  <a:cubicBezTo>
                    <a:pt x="211" y="0"/>
                    <a:pt x="264" y="25"/>
                    <a:pt x="262" y="9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3"/>
            <p:cNvSpPr/>
            <p:nvPr/>
          </p:nvSpPr>
          <p:spPr>
            <a:xfrm>
              <a:off x="-4252865" y="4574418"/>
              <a:ext cx="83573" cy="108047"/>
            </a:xfrm>
            <a:custGeom>
              <a:rect b="b" l="l" r="r" t="t"/>
              <a:pathLst>
                <a:path extrusionOk="0" h="181" w="140">
                  <a:moveTo>
                    <a:pt x="135" y="53"/>
                  </a:moveTo>
                  <a:cubicBezTo>
                    <a:pt x="133" y="92"/>
                    <a:pt x="102" y="139"/>
                    <a:pt x="68" y="160"/>
                  </a:cubicBezTo>
                  <a:cubicBezTo>
                    <a:pt x="29" y="180"/>
                    <a:pt x="0" y="164"/>
                    <a:pt x="0" y="127"/>
                  </a:cubicBezTo>
                  <a:cubicBezTo>
                    <a:pt x="2" y="88"/>
                    <a:pt x="33" y="41"/>
                    <a:pt x="70" y="21"/>
                  </a:cubicBezTo>
                  <a:cubicBezTo>
                    <a:pt x="109" y="0"/>
                    <a:pt x="139" y="16"/>
                    <a:pt x="135" y="5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3"/>
            <p:cNvSpPr/>
            <p:nvPr/>
          </p:nvSpPr>
          <p:spPr>
            <a:xfrm>
              <a:off x="-5541675" y="4643664"/>
              <a:ext cx="341455" cy="153416"/>
            </a:xfrm>
            <a:custGeom>
              <a:rect b="b" l="l" r="r" t="t"/>
              <a:pathLst>
                <a:path extrusionOk="0" h="257" w="572">
                  <a:moveTo>
                    <a:pt x="1" y="46"/>
                  </a:moveTo>
                  <a:lnTo>
                    <a:pt x="19" y="256"/>
                  </a:lnTo>
                  <a:lnTo>
                    <a:pt x="477" y="218"/>
                  </a:lnTo>
                  <a:cubicBezTo>
                    <a:pt x="571" y="209"/>
                    <a:pt x="553" y="1"/>
                    <a:pt x="459" y="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3"/>
            <p:cNvSpPr/>
            <p:nvPr/>
          </p:nvSpPr>
          <p:spPr>
            <a:xfrm>
              <a:off x="-5540481" y="4658588"/>
              <a:ext cx="318174" cy="67455"/>
            </a:xfrm>
            <a:custGeom>
              <a:rect b="b" l="l" r="r" t="t"/>
              <a:pathLst>
                <a:path extrusionOk="0" h="113" w="533">
                  <a:moveTo>
                    <a:pt x="1" y="41"/>
                  </a:moveTo>
                  <a:lnTo>
                    <a:pt x="7" y="113"/>
                  </a:lnTo>
                  <a:lnTo>
                    <a:pt x="533" y="70"/>
                  </a:lnTo>
                  <a:cubicBezTo>
                    <a:pt x="529" y="41"/>
                    <a:pt x="518" y="15"/>
                    <a:pt x="50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3"/>
            <p:cNvSpPr/>
            <p:nvPr/>
          </p:nvSpPr>
          <p:spPr>
            <a:xfrm>
              <a:off x="-5534511" y="4748727"/>
              <a:ext cx="309817" cy="35817"/>
            </a:xfrm>
            <a:custGeom>
              <a:rect b="b" l="l" r="r" t="t"/>
              <a:pathLst>
                <a:path extrusionOk="0" h="60" w="519">
                  <a:moveTo>
                    <a:pt x="1" y="42"/>
                  </a:moveTo>
                  <a:lnTo>
                    <a:pt x="5" y="60"/>
                  </a:lnTo>
                  <a:lnTo>
                    <a:pt x="508" y="17"/>
                  </a:lnTo>
                  <a:cubicBezTo>
                    <a:pt x="512" y="13"/>
                    <a:pt x="516" y="5"/>
                    <a:pt x="519"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3"/>
            <p:cNvSpPr/>
            <p:nvPr/>
          </p:nvSpPr>
          <p:spPr>
            <a:xfrm>
              <a:off x="-5171567" y="4779171"/>
              <a:ext cx="98497" cy="34026"/>
            </a:xfrm>
            <a:custGeom>
              <a:rect b="b" l="l" r="r" t="t"/>
              <a:pathLst>
                <a:path extrusionOk="0" h="57" w="165">
                  <a:moveTo>
                    <a:pt x="1" y="56"/>
                  </a:moveTo>
                  <a:lnTo>
                    <a:pt x="144" y="44"/>
                  </a:lnTo>
                  <a:cubicBezTo>
                    <a:pt x="150" y="32"/>
                    <a:pt x="158" y="15"/>
                    <a:pt x="164" y="1"/>
                  </a:cubicBezTo>
                  <a:lnTo>
                    <a:pt x="17" y="13"/>
                  </a:lnTo>
                  <a:cubicBezTo>
                    <a:pt x="15" y="29"/>
                    <a:pt x="7" y="44"/>
                    <a:pt x="1" y="56"/>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3"/>
            <p:cNvSpPr/>
            <p:nvPr/>
          </p:nvSpPr>
          <p:spPr>
            <a:xfrm>
              <a:off x="-5745831" y="4663364"/>
              <a:ext cx="264449" cy="302055"/>
            </a:xfrm>
            <a:custGeom>
              <a:rect b="b" l="l" r="r" t="t"/>
              <a:pathLst>
                <a:path extrusionOk="0" h="506" w="443">
                  <a:moveTo>
                    <a:pt x="334" y="33"/>
                  </a:moveTo>
                  <a:lnTo>
                    <a:pt x="1" y="228"/>
                  </a:lnTo>
                  <a:lnTo>
                    <a:pt x="1" y="506"/>
                  </a:lnTo>
                  <a:lnTo>
                    <a:pt x="324" y="318"/>
                  </a:lnTo>
                  <a:cubicBezTo>
                    <a:pt x="328" y="313"/>
                    <a:pt x="332" y="313"/>
                    <a:pt x="334" y="311"/>
                  </a:cubicBezTo>
                  <a:cubicBezTo>
                    <a:pt x="394" y="277"/>
                    <a:pt x="443" y="187"/>
                    <a:pt x="443" y="111"/>
                  </a:cubicBezTo>
                  <a:cubicBezTo>
                    <a:pt x="441" y="33"/>
                    <a:pt x="394" y="0"/>
                    <a:pt x="334" y="3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3"/>
            <p:cNvSpPr/>
            <p:nvPr/>
          </p:nvSpPr>
          <p:spPr>
            <a:xfrm>
              <a:off x="-5584058" y="4708732"/>
              <a:ext cx="71037" cy="115211"/>
            </a:xfrm>
            <a:custGeom>
              <a:rect b="b" l="l" r="r" t="t"/>
              <a:pathLst>
                <a:path extrusionOk="0" h="193" w="119">
                  <a:moveTo>
                    <a:pt x="59" y="21"/>
                  </a:moveTo>
                  <a:cubicBezTo>
                    <a:pt x="27" y="41"/>
                    <a:pt x="0" y="90"/>
                    <a:pt x="0" y="131"/>
                  </a:cubicBezTo>
                  <a:cubicBezTo>
                    <a:pt x="0" y="174"/>
                    <a:pt x="29" y="192"/>
                    <a:pt x="59" y="174"/>
                  </a:cubicBezTo>
                  <a:cubicBezTo>
                    <a:pt x="92" y="154"/>
                    <a:pt x="119" y="107"/>
                    <a:pt x="119" y="64"/>
                  </a:cubicBezTo>
                  <a:cubicBezTo>
                    <a:pt x="119" y="23"/>
                    <a:pt x="92" y="0"/>
                    <a:pt x="59" y="2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3"/>
            <p:cNvSpPr/>
            <p:nvPr/>
          </p:nvSpPr>
          <p:spPr>
            <a:xfrm>
              <a:off x="-6035948" y="4695002"/>
              <a:ext cx="172519" cy="447711"/>
            </a:xfrm>
            <a:custGeom>
              <a:rect b="b" l="l" r="r" t="t"/>
              <a:pathLst>
                <a:path extrusionOk="0" h="750" w="289">
                  <a:moveTo>
                    <a:pt x="160" y="78"/>
                  </a:moveTo>
                  <a:lnTo>
                    <a:pt x="63" y="324"/>
                  </a:lnTo>
                  <a:lnTo>
                    <a:pt x="0" y="749"/>
                  </a:lnTo>
                  <a:lnTo>
                    <a:pt x="2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3"/>
            <p:cNvSpPr/>
            <p:nvPr/>
          </p:nvSpPr>
          <p:spPr>
            <a:xfrm>
              <a:off x="-6114148" y="4604863"/>
              <a:ext cx="407120" cy="1048240"/>
            </a:xfrm>
            <a:custGeom>
              <a:rect b="b" l="l" r="r" t="t"/>
              <a:pathLst>
                <a:path extrusionOk="0" h="1756" w="682">
                  <a:moveTo>
                    <a:pt x="550" y="78"/>
                  </a:moveTo>
                  <a:lnTo>
                    <a:pt x="66" y="1328"/>
                  </a:lnTo>
                  <a:lnTo>
                    <a:pt x="0" y="1756"/>
                  </a:lnTo>
                  <a:lnTo>
                    <a:pt x="68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3"/>
            <p:cNvSpPr/>
            <p:nvPr/>
          </p:nvSpPr>
          <p:spPr>
            <a:xfrm>
              <a:off x="-6188766" y="4582776"/>
              <a:ext cx="550985" cy="1559227"/>
            </a:xfrm>
            <a:custGeom>
              <a:rect b="b" l="l" r="r" t="t"/>
              <a:pathLst>
                <a:path extrusionOk="0" h="2612" w="923">
                  <a:moveTo>
                    <a:pt x="923" y="0"/>
                  </a:moveTo>
                  <a:lnTo>
                    <a:pt x="60" y="2216"/>
                  </a:lnTo>
                  <a:lnTo>
                    <a:pt x="0" y="2611"/>
                  </a:lnTo>
                  <a:lnTo>
                    <a:pt x="11" y="2605"/>
                  </a:lnTo>
                  <a:lnTo>
                    <a:pt x="923" y="26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3"/>
            <p:cNvSpPr/>
            <p:nvPr/>
          </p:nvSpPr>
          <p:spPr>
            <a:xfrm>
              <a:off x="-6104596" y="4891994"/>
              <a:ext cx="466815" cy="1201058"/>
            </a:xfrm>
            <a:custGeom>
              <a:rect b="b" l="l" r="r" t="t"/>
              <a:pathLst>
                <a:path extrusionOk="0" h="2012" w="782">
                  <a:moveTo>
                    <a:pt x="782" y="0"/>
                  </a:moveTo>
                  <a:lnTo>
                    <a:pt x="0" y="2011"/>
                  </a:lnTo>
                  <a:lnTo>
                    <a:pt x="131" y="1938"/>
                  </a:lnTo>
                  <a:lnTo>
                    <a:pt x="782" y="26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3"/>
            <p:cNvSpPr/>
            <p:nvPr/>
          </p:nvSpPr>
          <p:spPr>
            <a:xfrm>
              <a:off x="-5949390" y="5203004"/>
              <a:ext cx="311608" cy="799313"/>
            </a:xfrm>
            <a:custGeom>
              <a:rect b="b" l="l" r="r" t="t"/>
              <a:pathLst>
                <a:path extrusionOk="0" h="1339" w="522">
                  <a:moveTo>
                    <a:pt x="522" y="1"/>
                  </a:moveTo>
                  <a:lnTo>
                    <a:pt x="0" y="1339"/>
                  </a:lnTo>
                  <a:lnTo>
                    <a:pt x="131" y="1265"/>
                  </a:lnTo>
                  <a:lnTo>
                    <a:pt x="522" y="2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3"/>
            <p:cNvSpPr/>
            <p:nvPr/>
          </p:nvSpPr>
          <p:spPr>
            <a:xfrm>
              <a:off x="-5792990" y="5513416"/>
              <a:ext cx="155207" cy="398761"/>
            </a:xfrm>
            <a:custGeom>
              <a:rect b="b" l="l" r="r" t="t"/>
              <a:pathLst>
                <a:path extrusionOk="0" h="668" w="260">
                  <a:moveTo>
                    <a:pt x="260" y="0"/>
                  </a:moveTo>
                  <a:lnTo>
                    <a:pt x="0" y="667"/>
                  </a:lnTo>
                  <a:lnTo>
                    <a:pt x="131" y="594"/>
                  </a:lnTo>
                  <a:lnTo>
                    <a:pt x="260" y="25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 name="Google Shape;1095;p33"/>
          <p:cNvGrpSpPr/>
          <p:nvPr/>
        </p:nvGrpSpPr>
        <p:grpSpPr>
          <a:xfrm>
            <a:off x="7604897" y="4704162"/>
            <a:ext cx="579798" cy="412774"/>
            <a:chOff x="7088023" y="1297048"/>
            <a:chExt cx="830894" cy="591536"/>
          </a:xfrm>
        </p:grpSpPr>
        <p:sp>
          <p:nvSpPr>
            <p:cNvPr id="1096" name="Google Shape;1096;p33"/>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3"/>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3"/>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3"/>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3"/>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3"/>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3"/>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3"/>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3"/>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rgbClr val="CB92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3"/>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3"/>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3"/>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3"/>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3"/>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3"/>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3"/>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3"/>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3"/>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3"/>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3"/>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3"/>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3"/>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3"/>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3"/>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3"/>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3"/>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3"/>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3"/>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3"/>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3"/>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3"/>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3"/>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3"/>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 name="Google Shape;1129;p33"/>
          <p:cNvGrpSpPr/>
          <p:nvPr/>
        </p:nvGrpSpPr>
        <p:grpSpPr>
          <a:xfrm>
            <a:off x="6418092" y="4704149"/>
            <a:ext cx="579798" cy="412774"/>
            <a:chOff x="7088023" y="1297048"/>
            <a:chExt cx="830894" cy="591536"/>
          </a:xfrm>
        </p:grpSpPr>
        <p:sp>
          <p:nvSpPr>
            <p:cNvPr id="1130" name="Google Shape;1130;p33"/>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3"/>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3"/>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3"/>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3"/>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3"/>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3"/>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3"/>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3"/>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rgbClr val="CB92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3"/>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3"/>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3"/>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3"/>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3"/>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3"/>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3"/>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3"/>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3"/>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3"/>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3"/>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3"/>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3"/>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3"/>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3"/>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3"/>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3"/>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3"/>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3"/>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3"/>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3"/>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3"/>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3"/>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3"/>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 name="Google Shape;1163;p33"/>
          <p:cNvGrpSpPr/>
          <p:nvPr/>
        </p:nvGrpSpPr>
        <p:grpSpPr>
          <a:xfrm>
            <a:off x="3541542" y="4704149"/>
            <a:ext cx="579798" cy="412774"/>
            <a:chOff x="7088023" y="1297048"/>
            <a:chExt cx="830894" cy="591536"/>
          </a:xfrm>
        </p:grpSpPr>
        <p:sp>
          <p:nvSpPr>
            <p:cNvPr id="1164" name="Google Shape;1164;p33"/>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3"/>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3"/>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3"/>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3"/>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3"/>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3"/>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3"/>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3"/>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rgbClr val="CB92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3"/>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3"/>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3"/>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3"/>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3"/>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3"/>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3"/>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3"/>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3"/>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3"/>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3"/>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3"/>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3"/>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3"/>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3"/>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3"/>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3"/>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3"/>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3"/>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3"/>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3"/>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3"/>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3"/>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3"/>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 name="Google Shape;1197;p33"/>
          <p:cNvGrpSpPr/>
          <p:nvPr/>
        </p:nvGrpSpPr>
        <p:grpSpPr>
          <a:xfrm>
            <a:off x="-8" y="4704149"/>
            <a:ext cx="579798" cy="412774"/>
            <a:chOff x="7088023" y="1297048"/>
            <a:chExt cx="830894" cy="591536"/>
          </a:xfrm>
        </p:grpSpPr>
        <p:sp>
          <p:nvSpPr>
            <p:cNvPr id="1198" name="Google Shape;1198;p33"/>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3"/>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3"/>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3"/>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3"/>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3"/>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3"/>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3"/>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3"/>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rgbClr val="CB92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3"/>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3"/>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3"/>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3"/>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3"/>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3"/>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3"/>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3"/>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3"/>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3"/>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3"/>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3"/>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3"/>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3"/>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3"/>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3"/>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3"/>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3"/>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3"/>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3"/>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3"/>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3"/>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3"/>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3"/>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34" name="Shape 1234"/>
        <p:cNvGrpSpPr/>
        <p:nvPr/>
      </p:nvGrpSpPr>
      <p:grpSpPr>
        <a:xfrm>
          <a:off x="0" y="0"/>
          <a:ext cx="0" cy="0"/>
          <a:chOff x="0" y="0"/>
          <a:chExt cx="0" cy="0"/>
        </a:xfrm>
      </p:grpSpPr>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235" name="Shape 1235"/>
        <p:cNvGrpSpPr/>
        <p:nvPr/>
      </p:nvGrpSpPr>
      <p:grpSpPr>
        <a:xfrm>
          <a:off x="0" y="0"/>
          <a:ext cx="0" cy="0"/>
          <a:chOff x="0" y="0"/>
          <a:chExt cx="0" cy="0"/>
        </a:xfrm>
      </p:grpSpPr>
      <p:sp>
        <p:nvSpPr>
          <p:cNvPr id="1236" name="Google Shape;1236;p3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theme" Target="../theme/theme2.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slideLayout" Target="../slideLayouts/slideLayout34.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Lilita One"/>
              <a:buNone/>
              <a:defRPr b="1" sz="3500">
                <a:solidFill>
                  <a:schemeClr val="dk1"/>
                </a:solidFill>
                <a:latin typeface="Lilita One"/>
                <a:ea typeface="Lilita One"/>
                <a:cs typeface="Lilita One"/>
                <a:sym typeface="Lilita One"/>
              </a:defRPr>
            </a:lvl1pPr>
            <a:lvl2pPr lvl="1" rtl="0">
              <a:spcBef>
                <a:spcPts val="0"/>
              </a:spcBef>
              <a:spcAft>
                <a:spcPts val="0"/>
              </a:spcAft>
              <a:buClr>
                <a:schemeClr val="dk1"/>
              </a:buClr>
              <a:buSzPts val="3500"/>
              <a:buFont typeface="Lilita One"/>
              <a:buNone/>
              <a:defRPr b="1" sz="3500">
                <a:solidFill>
                  <a:schemeClr val="dk1"/>
                </a:solidFill>
                <a:latin typeface="Lilita One"/>
                <a:ea typeface="Lilita One"/>
                <a:cs typeface="Lilita One"/>
                <a:sym typeface="Lilita One"/>
              </a:defRPr>
            </a:lvl2pPr>
            <a:lvl3pPr lvl="2" rtl="0">
              <a:spcBef>
                <a:spcPts val="0"/>
              </a:spcBef>
              <a:spcAft>
                <a:spcPts val="0"/>
              </a:spcAft>
              <a:buClr>
                <a:schemeClr val="dk1"/>
              </a:buClr>
              <a:buSzPts val="3500"/>
              <a:buFont typeface="Lilita One"/>
              <a:buNone/>
              <a:defRPr b="1" sz="3500">
                <a:solidFill>
                  <a:schemeClr val="dk1"/>
                </a:solidFill>
                <a:latin typeface="Lilita One"/>
                <a:ea typeface="Lilita One"/>
                <a:cs typeface="Lilita One"/>
                <a:sym typeface="Lilita One"/>
              </a:defRPr>
            </a:lvl3pPr>
            <a:lvl4pPr lvl="3" rtl="0">
              <a:spcBef>
                <a:spcPts val="0"/>
              </a:spcBef>
              <a:spcAft>
                <a:spcPts val="0"/>
              </a:spcAft>
              <a:buClr>
                <a:schemeClr val="dk1"/>
              </a:buClr>
              <a:buSzPts val="3500"/>
              <a:buFont typeface="Lilita One"/>
              <a:buNone/>
              <a:defRPr b="1" sz="3500">
                <a:solidFill>
                  <a:schemeClr val="dk1"/>
                </a:solidFill>
                <a:latin typeface="Lilita One"/>
                <a:ea typeface="Lilita One"/>
                <a:cs typeface="Lilita One"/>
                <a:sym typeface="Lilita One"/>
              </a:defRPr>
            </a:lvl4pPr>
            <a:lvl5pPr lvl="4" rtl="0">
              <a:spcBef>
                <a:spcPts val="0"/>
              </a:spcBef>
              <a:spcAft>
                <a:spcPts val="0"/>
              </a:spcAft>
              <a:buClr>
                <a:schemeClr val="dk1"/>
              </a:buClr>
              <a:buSzPts val="3500"/>
              <a:buFont typeface="Lilita One"/>
              <a:buNone/>
              <a:defRPr b="1" sz="3500">
                <a:solidFill>
                  <a:schemeClr val="dk1"/>
                </a:solidFill>
                <a:latin typeface="Lilita One"/>
                <a:ea typeface="Lilita One"/>
                <a:cs typeface="Lilita One"/>
                <a:sym typeface="Lilita One"/>
              </a:defRPr>
            </a:lvl5pPr>
            <a:lvl6pPr lvl="5" rtl="0">
              <a:spcBef>
                <a:spcPts val="0"/>
              </a:spcBef>
              <a:spcAft>
                <a:spcPts val="0"/>
              </a:spcAft>
              <a:buClr>
                <a:schemeClr val="dk1"/>
              </a:buClr>
              <a:buSzPts val="3500"/>
              <a:buFont typeface="Lilita One"/>
              <a:buNone/>
              <a:defRPr b="1" sz="3500">
                <a:solidFill>
                  <a:schemeClr val="dk1"/>
                </a:solidFill>
                <a:latin typeface="Lilita One"/>
                <a:ea typeface="Lilita One"/>
                <a:cs typeface="Lilita One"/>
                <a:sym typeface="Lilita One"/>
              </a:defRPr>
            </a:lvl6pPr>
            <a:lvl7pPr lvl="6" rtl="0">
              <a:spcBef>
                <a:spcPts val="0"/>
              </a:spcBef>
              <a:spcAft>
                <a:spcPts val="0"/>
              </a:spcAft>
              <a:buClr>
                <a:schemeClr val="dk1"/>
              </a:buClr>
              <a:buSzPts val="3500"/>
              <a:buFont typeface="Lilita One"/>
              <a:buNone/>
              <a:defRPr b="1" sz="3500">
                <a:solidFill>
                  <a:schemeClr val="dk1"/>
                </a:solidFill>
                <a:latin typeface="Lilita One"/>
                <a:ea typeface="Lilita One"/>
                <a:cs typeface="Lilita One"/>
                <a:sym typeface="Lilita One"/>
              </a:defRPr>
            </a:lvl7pPr>
            <a:lvl8pPr lvl="7" rtl="0">
              <a:spcBef>
                <a:spcPts val="0"/>
              </a:spcBef>
              <a:spcAft>
                <a:spcPts val="0"/>
              </a:spcAft>
              <a:buClr>
                <a:schemeClr val="dk1"/>
              </a:buClr>
              <a:buSzPts val="3500"/>
              <a:buFont typeface="Lilita One"/>
              <a:buNone/>
              <a:defRPr b="1" sz="3500">
                <a:solidFill>
                  <a:schemeClr val="dk1"/>
                </a:solidFill>
                <a:latin typeface="Lilita One"/>
                <a:ea typeface="Lilita One"/>
                <a:cs typeface="Lilita One"/>
                <a:sym typeface="Lilita One"/>
              </a:defRPr>
            </a:lvl8pPr>
            <a:lvl9pPr lvl="8" rtl="0">
              <a:spcBef>
                <a:spcPts val="0"/>
              </a:spcBef>
              <a:spcAft>
                <a:spcPts val="0"/>
              </a:spcAft>
              <a:buClr>
                <a:schemeClr val="dk1"/>
              </a:buClr>
              <a:buSzPts val="3500"/>
              <a:buFont typeface="Lilita One"/>
              <a:buNone/>
              <a:defRPr b="1" sz="3500">
                <a:solidFill>
                  <a:schemeClr val="dk1"/>
                </a:solidFill>
                <a:latin typeface="Lilita One"/>
                <a:ea typeface="Lilita One"/>
                <a:cs typeface="Lilita One"/>
                <a:sym typeface="Lilita One"/>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1pPr>
            <a:lvl2pPr indent="-317500" lvl="1" marL="9144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2pPr>
            <a:lvl3pPr indent="-317500" lvl="2" marL="13716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3pPr>
            <a:lvl4pPr indent="-317500" lvl="3" marL="18288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4pPr>
            <a:lvl5pPr indent="-317500" lvl="4" marL="22860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5pPr>
            <a:lvl6pPr indent="-317500" lvl="5" marL="27432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6pPr>
            <a:lvl7pPr indent="-317500" lvl="6" marL="32004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7pPr>
            <a:lvl8pPr indent="-317500" lvl="7" marL="36576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8pPr>
            <a:lvl9pPr indent="-317500" lvl="8" marL="41148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231" name="Shape 1231"/>
        <p:cNvGrpSpPr/>
        <p:nvPr/>
      </p:nvGrpSpPr>
      <p:grpSpPr>
        <a:xfrm>
          <a:off x="0" y="0"/>
          <a:ext cx="0" cy="0"/>
          <a:chOff x="0" y="0"/>
          <a:chExt cx="0" cy="0"/>
        </a:xfrm>
      </p:grpSpPr>
      <p:sp>
        <p:nvSpPr>
          <p:cNvPr id="1232" name="Google Shape;1232;p3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233" name="Google Shape;1233;p3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0" r:id="rId1"/>
    <p:sldLayoutId id="214748368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xml"/><Relationship Id="rId3" Type="http://schemas.openxmlformats.org/officeDocument/2006/relationships/slide" Target="/ppt/slides/slide41.xml"/><Relationship Id="rId4" Type="http://schemas.openxmlformats.org/officeDocument/2006/relationships/slide" Target="/ppt/slides/slide38.xml"/><Relationship Id="rId9" Type="http://schemas.openxmlformats.org/officeDocument/2006/relationships/slide" Target="/ppt/slides/slide49.xml"/><Relationship Id="rId5" Type="http://schemas.openxmlformats.org/officeDocument/2006/relationships/slide" Target="/ppt/slides/slide37.xml"/><Relationship Id="rId6" Type="http://schemas.openxmlformats.org/officeDocument/2006/relationships/slide" Target="/ppt/slides/slide37.xml"/><Relationship Id="rId7" Type="http://schemas.openxmlformats.org/officeDocument/2006/relationships/slide" Target="/ppt/slides/slide35.xml"/><Relationship Id="rId8" Type="http://schemas.openxmlformats.org/officeDocument/2006/relationships/slide" Target="/ppt/slides/slide41.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43.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 Id="rId3" Type="http://schemas.openxmlformats.org/officeDocument/2006/relationships/image" Target="../media/image10.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7.xml"/><Relationship Id="rId3" Type="http://schemas.openxmlformats.org/officeDocument/2006/relationships/image" Target="../media/image13.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3.xml"/><Relationship Id="rId3" Type="http://schemas.openxmlformats.org/officeDocument/2006/relationships/image" Target="../media/image5.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4.xml"/><Relationship Id="rId3" Type="http://schemas.openxmlformats.org/officeDocument/2006/relationships/image" Target="../media/image12.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5.xml"/><Relationship Id="rId3" Type="http://schemas.openxmlformats.org/officeDocument/2006/relationships/image" Target="../media/image15.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9Fiw7PYYJz9czU-H9dnqhjNkvjfiqlw9UJ1XGfzBYYI/copy" TargetMode="External"/><Relationship Id="rId5" Type="http://schemas.openxmlformats.org/officeDocument/2006/relationships/image" Target="../media/image3.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4.xml"/><Relationship Id="rId3" Type="http://schemas.openxmlformats.org/officeDocument/2006/relationships/image" Target="../media/image11.jpg"/><Relationship Id="rId4" Type="http://schemas.openxmlformats.org/officeDocument/2006/relationships/image" Target="../media/image14.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7.xml"/><Relationship Id="rId3" Type="http://schemas.openxmlformats.org/officeDocument/2006/relationships/hyperlink" Target="https://www.freepik.com/free-vector/isometric-mining-industry-composition-with-factory-industrial-vehicles-digging-quarry-mine-precious-stones-dynamite-shovel-pickaxe-trees-hammer-drill-miner-helmet_9456457.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8.xml"/><Relationship Id="rId3" Type="http://schemas.openxmlformats.org/officeDocument/2006/relationships/hyperlink" Target="https://www.freepik.com/free-vector/isometric-mining-industry-concept_10094313.htm/?utm_source=slidesgo_template&amp;utm_medium=referral-link&amp;utm_campaign=sg_resources&amp;utm_content=freepik" TargetMode="External"/><Relationship Id="rId4" Type="http://schemas.openxmlformats.org/officeDocument/2006/relationships/hyperlink" Target="https://www.freepik.com/free-vector/isometric-mining-industry-composition-with-factory-industrial-vehicles-digging-quarry-mine-precious-stones-dynamite-shovel-pickaxe-trees-hammer-drill-miner-helmet_9456457.htm/?utm_source=slidesgo_template&amp;utm_medium=referral-link&amp;utm_campaign=sg_resources&amp;utm_content=freepik" TargetMode="External"/><Relationship Id="rId9" Type="http://schemas.openxmlformats.org/officeDocument/2006/relationships/hyperlink" Target="https://www.flaticon.com/packs/mining-11/?utm_source=slidesgo_template&amp;utm_medium=referral-link&amp;utm_campaign=sg_resources&amp;utm_content=flaticon" TargetMode="External"/><Relationship Id="rId5" Type="http://schemas.openxmlformats.org/officeDocument/2006/relationships/hyperlink" Target="https://www.freepik.com/free-photo/wall-stone-texture_4290581.htm/?utm_source=slidesgo_template&amp;utm_medium=referral-link&amp;utm_campaign=sg_resources&amp;utm_content=freepik" TargetMode="External"/><Relationship Id="rId6" Type="http://schemas.openxmlformats.org/officeDocument/2006/relationships/hyperlink" Target="https://www.freepik.com/free-photo/medium-shot-man-looking-down_13442598.htm/?utm_source=slidesgo_template&amp;utm_medium=referral-link&amp;utm_campaign=sg_resources&amp;utm_content=freepik" TargetMode="External"/><Relationship Id="rId7" Type="http://schemas.openxmlformats.org/officeDocument/2006/relationships/hyperlink" Target="https://www.freepik.com/free-photo/front-view-worker-with-schematic_5336698.htm/?utm_source=slidesgo_template&amp;utm_medium=referral-link&amp;utm_campaign=sg_resources&amp;utm_content=freepik" TargetMode="External"/><Relationship Id="rId8" Type="http://schemas.openxmlformats.org/officeDocument/2006/relationships/hyperlink" Target="https://www.freepik.com/free-photo/portrait-female-construction-worker_13397952.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1.xml"/><Relationship Id="rId3" Type="http://schemas.openxmlformats.org/officeDocument/2006/relationships/hyperlink" Target="https://fonts.google.com/specimen/Lilita+One" TargetMode="External"/><Relationship Id="rId4" Type="http://schemas.openxmlformats.org/officeDocument/2006/relationships/hyperlink" Target="https://fonts.google.com/specimen/Lato"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8.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4.png"/><Relationship Id="rId14" Type="http://schemas.openxmlformats.org/officeDocument/2006/relationships/image" Target="../media/image6.png"/><Relationship Id="rId17" Type="http://schemas.openxmlformats.org/officeDocument/2006/relationships/image" Target="../media/image9.png"/><Relationship Id="rId16" Type="http://schemas.openxmlformats.org/officeDocument/2006/relationships/image" Target="../media/image7.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3.xml"/><Relationship Id="rId3" Type="http://schemas.openxmlformats.org/officeDocument/2006/relationships/hyperlink" Target="https://bit.ly/2ZjL1pd"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9.xml"/><Relationship Id="rId3" Type="http://schemas.openxmlformats.org/officeDocument/2006/relationships/hyperlink" Target="https://workspace.google.com/marketplace/app/icons_for_slides_docs/381578326502" TargetMode="Externa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6.xml"/><Relationship Id="rId3" Type="http://schemas.openxmlformats.org/officeDocument/2006/relationships/hyperlink" Target="http://bit.ly/2PfT4lq" TargetMode="External"/><Relationship Id="rId4" Type="http://schemas.openxmlformats.org/officeDocument/2006/relationships/image" Target="../media/image2.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0" name="Shape 1240"/>
        <p:cNvGrpSpPr/>
        <p:nvPr/>
      </p:nvGrpSpPr>
      <p:grpSpPr>
        <a:xfrm>
          <a:off x="0" y="0"/>
          <a:ext cx="0" cy="0"/>
          <a:chOff x="0" y="0"/>
          <a:chExt cx="0" cy="0"/>
        </a:xfrm>
      </p:grpSpPr>
      <p:grpSp>
        <p:nvGrpSpPr>
          <p:cNvPr id="1241" name="Google Shape;1241;p37"/>
          <p:cNvGrpSpPr/>
          <p:nvPr/>
        </p:nvGrpSpPr>
        <p:grpSpPr>
          <a:xfrm>
            <a:off x="5359388" y="1198244"/>
            <a:ext cx="3270595" cy="3066109"/>
            <a:chOff x="5359388" y="1198244"/>
            <a:chExt cx="3270595" cy="3066109"/>
          </a:xfrm>
        </p:grpSpPr>
        <p:grpSp>
          <p:nvGrpSpPr>
            <p:cNvPr id="1242" name="Google Shape;1242;p37"/>
            <p:cNvGrpSpPr/>
            <p:nvPr/>
          </p:nvGrpSpPr>
          <p:grpSpPr>
            <a:xfrm>
              <a:off x="7483938" y="1388355"/>
              <a:ext cx="137823" cy="227112"/>
              <a:chOff x="2521471" y="-1696564"/>
              <a:chExt cx="772203" cy="1272473"/>
            </a:xfrm>
          </p:grpSpPr>
          <p:sp>
            <p:nvSpPr>
              <p:cNvPr id="1243" name="Google Shape;1243;p37"/>
              <p:cNvSpPr/>
              <p:nvPr/>
            </p:nvSpPr>
            <p:spPr>
              <a:xfrm>
                <a:off x="2566237" y="-788894"/>
                <a:ext cx="694866" cy="364804"/>
              </a:xfrm>
              <a:custGeom>
                <a:rect b="b" l="l" r="r" t="t"/>
                <a:pathLst>
                  <a:path extrusionOk="0" h="2184" w="4160">
                    <a:moveTo>
                      <a:pt x="2087" y="2184"/>
                    </a:moveTo>
                    <a:cubicBezTo>
                      <a:pt x="1603" y="2184"/>
                      <a:pt x="1118" y="2077"/>
                      <a:pt x="747" y="1865"/>
                    </a:cubicBezTo>
                    <a:cubicBezTo>
                      <a:pt x="7" y="1439"/>
                      <a:pt x="1" y="747"/>
                      <a:pt x="737" y="320"/>
                    </a:cubicBezTo>
                    <a:cubicBezTo>
                      <a:pt x="1105" y="107"/>
                      <a:pt x="1592" y="1"/>
                      <a:pt x="2075" y="1"/>
                    </a:cubicBezTo>
                    <a:cubicBezTo>
                      <a:pt x="2558" y="1"/>
                      <a:pt x="3045" y="107"/>
                      <a:pt x="3415" y="320"/>
                    </a:cubicBezTo>
                    <a:cubicBezTo>
                      <a:pt x="4156" y="747"/>
                      <a:pt x="4160" y="1441"/>
                      <a:pt x="3423" y="1865"/>
                    </a:cubicBezTo>
                    <a:cubicBezTo>
                      <a:pt x="3057" y="2077"/>
                      <a:pt x="2574" y="2184"/>
                      <a:pt x="2087" y="2184"/>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7"/>
              <p:cNvSpPr/>
              <p:nvPr/>
            </p:nvSpPr>
            <p:spPr>
              <a:xfrm>
                <a:off x="2845186" y="-1386546"/>
                <a:ext cx="145320" cy="814463"/>
              </a:xfrm>
              <a:custGeom>
                <a:rect b="b" l="l" r="r" t="t"/>
                <a:pathLst>
                  <a:path extrusionOk="0" h="4876" w="870">
                    <a:moveTo>
                      <a:pt x="827" y="4620"/>
                    </a:moveTo>
                    <a:lnTo>
                      <a:pt x="827" y="4614"/>
                    </a:lnTo>
                    <a:lnTo>
                      <a:pt x="825" y="4602"/>
                    </a:lnTo>
                    <a:cubicBezTo>
                      <a:pt x="683" y="3069"/>
                      <a:pt x="540" y="1535"/>
                      <a:pt x="399" y="0"/>
                    </a:cubicBezTo>
                    <a:lnTo>
                      <a:pt x="0" y="4604"/>
                    </a:lnTo>
                    <a:lnTo>
                      <a:pt x="0" y="4610"/>
                    </a:lnTo>
                    <a:lnTo>
                      <a:pt x="0" y="4622"/>
                    </a:lnTo>
                    <a:lnTo>
                      <a:pt x="0" y="4632"/>
                    </a:lnTo>
                    <a:cubicBezTo>
                      <a:pt x="2" y="4636"/>
                      <a:pt x="2" y="4643"/>
                      <a:pt x="2" y="4645"/>
                    </a:cubicBezTo>
                    <a:lnTo>
                      <a:pt x="6" y="4655"/>
                    </a:lnTo>
                    <a:cubicBezTo>
                      <a:pt x="8" y="4661"/>
                      <a:pt x="8" y="4665"/>
                      <a:pt x="10" y="4667"/>
                    </a:cubicBezTo>
                    <a:lnTo>
                      <a:pt x="16" y="4677"/>
                    </a:lnTo>
                    <a:cubicBezTo>
                      <a:pt x="18" y="4683"/>
                      <a:pt x="21" y="4688"/>
                      <a:pt x="23" y="4692"/>
                    </a:cubicBezTo>
                    <a:lnTo>
                      <a:pt x="29" y="4702"/>
                    </a:lnTo>
                    <a:lnTo>
                      <a:pt x="39" y="4714"/>
                    </a:lnTo>
                    <a:lnTo>
                      <a:pt x="47" y="4724"/>
                    </a:lnTo>
                    <a:cubicBezTo>
                      <a:pt x="51" y="4729"/>
                      <a:pt x="57" y="4735"/>
                      <a:pt x="59" y="4739"/>
                    </a:cubicBezTo>
                    <a:lnTo>
                      <a:pt x="68" y="4747"/>
                    </a:lnTo>
                    <a:cubicBezTo>
                      <a:pt x="72" y="4753"/>
                      <a:pt x="80" y="4757"/>
                      <a:pt x="84" y="4763"/>
                    </a:cubicBezTo>
                    <a:lnTo>
                      <a:pt x="92" y="4767"/>
                    </a:lnTo>
                    <a:cubicBezTo>
                      <a:pt x="102" y="4776"/>
                      <a:pt x="111" y="4780"/>
                      <a:pt x="121" y="4788"/>
                    </a:cubicBezTo>
                    <a:cubicBezTo>
                      <a:pt x="133" y="4796"/>
                      <a:pt x="143" y="4800"/>
                      <a:pt x="156" y="4806"/>
                    </a:cubicBezTo>
                    <a:lnTo>
                      <a:pt x="160" y="4808"/>
                    </a:lnTo>
                    <a:lnTo>
                      <a:pt x="168" y="4814"/>
                    </a:lnTo>
                    <a:cubicBezTo>
                      <a:pt x="176" y="4819"/>
                      <a:pt x="190" y="4825"/>
                      <a:pt x="201" y="4827"/>
                    </a:cubicBezTo>
                    <a:lnTo>
                      <a:pt x="209" y="4829"/>
                    </a:lnTo>
                    <a:lnTo>
                      <a:pt x="215" y="4833"/>
                    </a:lnTo>
                    <a:lnTo>
                      <a:pt x="239" y="4839"/>
                    </a:lnTo>
                    <a:lnTo>
                      <a:pt x="250" y="4843"/>
                    </a:lnTo>
                    <a:lnTo>
                      <a:pt x="254" y="4845"/>
                    </a:lnTo>
                    <a:cubicBezTo>
                      <a:pt x="262" y="4847"/>
                      <a:pt x="266" y="4849"/>
                      <a:pt x="274" y="4849"/>
                    </a:cubicBezTo>
                    <a:lnTo>
                      <a:pt x="286" y="4853"/>
                    </a:lnTo>
                    <a:lnTo>
                      <a:pt x="295" y="4855"/>
                    </a:lnTo>
                    <a:cubicBezTo>
                      <a:pt x="303" y="4857"/>
                      <a:pt x="305" y="4857"/>
                      <a:pt x="313" y="4857"/>
                    </a:cubicBezTo>
                    <a:lnTo>
                      <a:pt x="325" y="4859"/>
                    </a:lnTo>
                    <a:lnTo>
                      <a:pt x="334" y="4864"/>
                    </a:lnTo>
                    <a:cubicBezTo>
                      <a:pt x="338" y="4864"/>
                      <a:pt x="346" y="4866"/>
                      <a:pt x="352" y="4866"/>
                    </a:cubicBezTo>
                    <a:lnTo>
                      <a:pt x="360" y="4868"/>
                    </a:lnTo>
                    <a:lnTo>
                      <a:pt x="370" y="4870"/>
                    </a:lnTo>
                    <a:cubicBezTo>
                      <a:pt x="377" y="4874"/>
                      <a:pt x="381" y="4874"/>
                      <a:pt x="387" y="4874"/>
                    </a:cubicBezTo>
                    <a:lnTo>
                      <a:pt x="397" y="4876"/>
                    </a:lnTo>
                    <a:lnTo>
                      <a:pt x="409" y="4876"/>
                    </a:lnTo>
                    <a:lnTo>
                      <a:pt x="428" y="4876"/>
                    </a:lnTo>
                    <a:lnTo>
                      <a:pt x="436" y="4876"/>
                    </a:lnTo>
                    <a:lnTo>
                      <a:pt x="448" y="4876"/>
                    </a:lnTo>
                    <a:cubicBezTo>
                      <a:pt x="456" y="4876"/>
                      <a:pt x="462" y="4876"/>
                      <a:pt x="469" y="4874"/>
                    </a:cubicBezTo>
                    <a:lnTo>
                      <a:pt x="477" y="4874"/>
                    </a:lnTo>
                    <a:lnTo>
                      <a:pt x="489" y="4870"/>
                    </a:lnTo>
                    <a:cubicBezTo>
                      <a:pt x="497" y="4868"/>
                      <a:pt x="505" y="4868"/>
                      <a:pt x="512" y="4868"/>
                    </a:cubicBezTo>
                    <a:lnTo>
                      <a:pt x="522" y="4866"/>
                    </a:lnTo>
                    <a:lnTo>
                      <a:pt x="530" y="4864"/>
                    </a:lnTo>
                    <a:cubicBezTo>
                      <a:pt x="542" y="4859"/>
                      <a:pt x="552" y="4857"/>
                      <a:pt x="565" y="4855"/>
                    </a:cubicBezTo>
                    <a:lnTo>
                      <a:pt x="573" y="4853"/>
                    </a:lnTo>
                    <a:lnTo>
                      <a:pt x="579" y="4849"/>
                    </a:lnTo>
                    <a:cubicBezTo>
                      <a:pt x="591" y="4847"/>
                      <a:pt x="602" y="4845"/>
                      <a:pt x="612" y="4839"/>
                    </a:cubicBezTo>
                    <a:lnTo>
                      <a:pt x="620" y="4837"/>
                    </a:lnTo>
                    <a:cubicBezTo>
                      <a:pt x="632" y="4833"/>
                      <a:pt x="645" y="4829"/>
                      <a:pt x="657" y="4825"/>
                    </a:cubicBezTo>
                    <a:lnTo>
                      <a:pt x="661" y="4825"/>
                    </a:lnTo>
                    <a:cubicBezTo>
                      <a:pt x="671" y="4819"/>
                      <a:pt x="677" y="4816"/>
                      <a:pt x="685" y="4814"/>
                    </a:cubicBezTo>
                    <a:lnTo>
                      <a:pt x="694" y="4812"/>
                    </a:lnTo>
                    <a:lnTo>
                      <a:pt x="724" y="4796"/>
                    </a:lnTo>
                    <a:lnTo>
                      <a:pt x="726" y="4796"/>
                    </a:lnTo>
                    <a:cubicBezTo>
                      <a:pt x="739" y="4792"/>
                      <a:pt x="747" y="4784"/>
                      <a:pt x="757" y="4776"/>
                    </a:cubicBezTo>
                    <a:lnTo>
                      <a:pt x="761" y="4774"/>
                    </a:lnTo>
                    <a:lnTo>
                      <a:pt x="767" y="4767"/>
                    </a:lnTo>
                    <a:cubicBezTo>
                      <a:pt x="773" y="4763"/>
                      <a:pt x="782" y="4757"/>
                      <a:pt x="786" y="4755"/>
                    </a:cubicBezTo>
                    <a:lnTo>
                      <a:pt x="788" y="4753"/>
                    </a:lnTo>
                    <a:lnTo>
                      <a:pt x="788" y="4753"/>
                    </a:lnTo>
                    <a:lnTo>
                      <a:pt x="796" y="4745"/>
                    </a:lnTo>
                    <a:lnTo>
                      <a:pt x="808" y="4733"/>
                    </a:lnTo>
                    <a:lnTo>
                      <a:pt x="814" y="4726"/>
                    </a:lnTo>
                    <a:lnTo>
                      <a:pt x="816" y="4724"/>
                    </a:lnTo>
                    <a:lnTo>
                      <a:pt x="823" y="4720"/>
                    </a:lnTo>
                    <a:lnTo>
                      <a:pt x="833" y="4710"/>
                    </a:lnTo>
                    <a:lnTo>
                      <a:pt x="837" y="4704"/>
                    </a:lnTo>
                    <a:lnTo>
                      <a:pt x="839" y="4702"/>
                    </a:lnTo>
                    <a:lnTo>
                      <a:pt x="843" y="4696"/>
                    </a:lnTo>
                    <a:lnTo>
                      <a:pt x="847" y="4686"/>
                    </a:lnTo>
                    <a:lnTo>
                      <a:pt x="849" y="4683"/>
                    </a:lnTo>
                    <a:lnTo>
                      <a:pt x="853" y="4681"/>
                    </a:lnTo>
                    <a:lnTo>
                      <a:pt x="853" y="4679"/>
                    </a:lnTo>
                    <a:lnTo>
                      <a:pt x="855" y="4671"/>
                    </a:lnTo>
                    <a:lnTo>
                      <a:pt x="859" y="4661"/>
                    </a:lnTo>
                    <a:lnTo>
                      <a:pt x="863" y="4655"/>
                    </a:lnTo>
                    <a:lnTo>
                      <a:pt x="863" y="4653"/>
                    </a:lnTo>
                    <a:lnTo>
                      <a:pt x="865" y="4645"/>
                    </a:lnTo>
                    <a:lnTo>
                      <a:pt x="868" y="4634"/>
                    </a:lnTo>
                    <a:lnTo>
                      <a:pt x="870" y="4630"/>
                    </a:lnTo>
                    <a:lnTo>
                      <a:pt x="870" y="4624"/>
                    </a:lnTo>
                    <a:lnTo>
                      <a:pt x="870" y="461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7"/>
              <p:cNvSpPr/>
              <p:nvPr/>
            </p:nvSpPr>
            <p:spPr>
              <a:xfrm>
                <a:off x="2521471" y="-1696564"/>
                <a:ext cx="772203" cy="1024092"/>
              </a:xfrm>
              <a:custGeom>
                <a:rect b="b" l="l" r="r" t="t"/>
                <a:pathLst>
                  <a:path extrusionOk="0" h="6131" w="4623">
                    <a:moveTo>
                      <a:pt x="4475" y="4755"/>
                    </a:moveTo>
                    <a:cubicBezTo>
                      <a:pt x="4440" y="4721"/>
                      <a:pt x="4622" y="4422"/>
                      <a:pt x="4622" y="4422"/>
                    </a:cubicBezTo>
                    <a:lnTo>
                      <a:pt x="4450" y="4381"/>
                    </a:lnTo>
                    <a:lnTo>
                      <a:pt x="4432" y="4295"/>
                    </a:lnTo>
                    <a:cubicBezTo>
                      <a:pt x="4432" y="4295"/>
                      <a:pt x="4543" y="4295"/>
                      <a:pt x="4317" y="4219"/>
                    </a:cubicBezTo>
                    <a:cubicBezTo>
                      <a:pt x="4295" y="4213"/>
                      <a:pt x="4277" y="4205"/>
                      <a:pt x="4256" y="4197"/>
                    </a:cubicBezTo>
                    <a:cubicBezTo>
                      <a:pt x="4285" y="4111"/>
                      <a:pt x="4381" y="3951"/>
                      <a:pt x="4381" y="3951"/>
                    </a:cubicBezTo>
                    <a:lnTo>
                      <a:pt x="4227" y="3917"/>
                    </a:lnTo>
                    <a:lnTo>
                      <a:pt x="4213" y="3839"/>
                    </a:lnTo>
                    <a:cubicBezTo>
                      <a:pt x="4213" y="3839"/>
                      <a:pt x="4309" y="3839"/>
                      <a:pt x="4111" y="3773"/>
                    </a:cubicBezTo>
                    <a:cubicBezTo>
                      <a:pt x="4064" y="3757"/>
                      <a:pt x="4023" y="3743"/>
                      <a:pt x="3990" y="3724"/>
                    </a:cubicBezTo>
                    <a:cubicBezTo>
                      <a:pt x="4033" y="3704"/>
                      <a:pt x="4086" y="3696"/>
                      <a:pt x="4049" y="3677"/>
                    </a:cubicBezTo>
                    <a:cubicBezTo>
                      <a:pt x="3994" y="3655"/>
                      <a:pt x="4092" y="3585"/>
                      <a:pt x="4062" y="3559"/>
                    </a:cubicBezTo>
                    <a:cubicBezTo>
                      <a:pt x="4031" y="3530"/>
                      <a:pt x="4176" y="3289"/>
                      <a:pt x="4176" y="3289"/>
                    </a:cubicBezTo>
                    <a:lnTo>
                      <a:pt x="4039" y="3258"/>
                    </a:lnTo>
                    <a:lnTo>
                      <a:pt x="4023" y="3190"/>
                    </a:lnTo>
                    <a:cubicBezTo>
                      <a:pt x="4023" y="3190"/>
                      <a:pt x="4111" y="3190"/>
                      <a:pt x="3931" y="3131"/>
                    </a:cubicBezTo>
                    <a:cubicBezTo>
                      <a:pt x="3824" y="3094"/>
                      <a:pt x="3755" y="3053"/>
                      <a:pt x="3718" y="3027"/>
                    </a:cubicBezTo>
                    <a:cubicBezTo>
                      <a:pt x="3773" y="2990"/>
                      <a:pt x="3898" y="2951"/>
                      <a:pt x="3861" y="2935"/>
                    </a:cubicBezTo>
                    <a:cubicBezTo>
                      <a:pt x="3818" y="2914"/>
                      <a:pt x="3790" y="2765"/>
                      <a:pt x="3765" y="2742"/>
                    </a:cubicBezTo>
                    <a:cubicBezTo>
                      <a:pt x="3738" y="2720"/>
                      <a:pt x="3861" y="2521"/>
                      <a:pt x="3861" y="2521"/>
                    </a:cubicBezTo>
                    <a:lnTo>
                      <a:pt x="3765" y="2499"/>
                    </a:lnTo>
                    <a:cubicBezTo>
                      <a:pt x="3769" y="2491"/>
                      <a:pt x="3773" y="2487"/>
                      <a:pt x="3773" y="2487"/>
                    </a:cubicBezTo>
                    <a:lnTo>
                      <a:pt x="3745" y="2480"/>
                    </a:lnTo>
                    <a:lnTo>
                      <a:pt x="3736" y="2437"/>
                    </a:lnTo>
                    <a:cubicBezTo>
                      <a:pt x="3736" y="2437"/>
                      <a:pt x="3810" y="2437"/>
                      <a:pt x="3661" y="2388"/>
                    </a:cubicBezTo>
                    <a:cubicBezTo>
                      <a:pt x="3620" y="2376"/>
                      <a:pt x="3585" y="2362"/>
                      <a:pt x="3558" y="2347"/>
                    </a:cubicBezTo>
                    <a:cubicBezTo>
                      <a:pt x="3589" y="2333"/>
                      <a:pt x="3612" y="2323"/>
                      <a:pt x="3593" y="2315"/>
                    </a:cubicBezTo>
                    <a:cubicBezTo>
                      <a:pt x="3558" y="2300"/>
                      <a:pt x="3534" y="2178"/>
                      <a:pt x="3513" y="2159"/>
                    </a:cubicBezTo>
                    <a:cubicBezTo>
                      <a:pt x="3493" y="2139"/>
                      <a:pt x="3593" y="1977"/>
                      <a:pt x="3593" y="1977"/>
                    </a:cubicBezTo>
                    <a:lnTo>
                      <a:pt x="3501" y="1957"/>
                    </a:lnTo>
                    <a:lnTo>
                      <a:pt x="3491" y="1908"/>
                    </a:lnTo>
                    <a:cubicBezTo>
                      <a:pt x="3491" y="1908"/>
                      <a:pt x="3550" y="1908"/>
                      <a:pt x="3427" y="1867"/>
                    </a:cubicBezTo>
                    <a:cubicBezTo>
                      <a:pt x="3376" y="1850"/>
                      <a:pt x="3337" y="1832"/>
                      <a:pt x="3309" y="1813"/>
                    </a:cubicBezTo>
                    <a:cubicBezTo>
                      <a:pt x="3325" y="1805"/>
                      <a:pt x="3331" y="1799"/>
                      <a:pt x="3321" y="1795"/>
                    </a:cubicBezTo>
                    <a:cubicBezTo>
                      <a:pt x="3295" y="1783"/>
                      <a:pt x="3276" y="1689"/>
                      <a:pt x="3262" y="1670"/>
                    </a:cubicBezTo>
                    <a:cubicBezTo>
                      <a:pt x="3245" y="1656"/>
                      <a:pt x="3321" y="1527"/>
                      <a:pt x="3321" y="1527"/>
                    </a:cubicBezTo>
                    <a:lnTo>
                      <a:pt x="3247" y="1509"/>
                    </a:lnTo>
                    <a:lnTo>
                      <a:pt x="3239" y="1472"/>
                    </a:lnTo>
                    <a:cubicBezTo>
                      <a:pt x="3239" y="1472"/>
                      <a:pt x="3286" y="1472"/>
                      <a:pt x="3188" y="1441"/>
                    </a:cubicBezTo>
                    <a:cubicBezTo>
                      <a:pt x="3182" y="1437"/>
                      <a:pt x="3176" y="1435"/>
                      <a:pt x="3168" y="1433"/>
                    </a:cubicBezTo>
                    <a:cubicBezTo>
                      <a:pt x="3202" y="1414"/>
                      <a:pt x="3262" y="1394"/>
                      <a:pt x="3239" y="1386"/>
                    </a:cubicBezTo>
                    <a:cubicBezTo>
                      <a:pt x="3215" y="1374"/>
                      <a:pt x="3198" y="1290"/>
                      <a:pt x="3184" y="1277"/>
                    </a:cubicBezTo>
                    <a:cubicBezTo>
                      <a:pt x="3168" y="1263"/>
                      <a:pt x="3239" y="1148"/>
                      <a:pt x="3239" y="1148"/>
                    </a:cubicBezTo>
                    <a:lnTo>
                      <a:pt x="3174" y="1134"/>
                    </a:lnTo>
                    <a:lnTo>
                      <a:pt x="3166" y="1099"/>
                    </a:lnTo>
                    <a:cubicBezTo>
                      <a:pt x="3166" y="1099"/>
                      <a:pt x="3209" y="1099"/>
                      <a:pt x="3123" y="1069"/>
                    </a:cubicBezTo>
                    <a:cubicBezTo>
                      <a:pt x="3035" y="1042"/>
                      <a:pt x="3004" y="1005"/>
                      <a:pt x="3004" y="1005"/>
                    </a:cubicBezTo>
                    <a:cubicBezTo>
                      <a:pt x="3004" y="1005"/>
                      <a:pt x="3022" y="956"/>
                      <a:pt x="3002" y="934"/>
                    </a:cubicBezTo>
                    <a:cubicBezTo>
                      <a:pt x="3008" y="934"/>
                      <a:pt x="3010" y="930"/>
                      <a:pt x="3014" y="921"/>
                    </a:cubicBezTo>
                    <a:cubicBezTo>
                      <a:pt x="3024" y="901"/>
                      <a:pt x="3121" y="874"/>
                      <a:pt x="3096" y="864"/>
                    </a:cubicBezTo>
                    <a:cubicBezTo>
                      <a:pt x="3074" y="854"/>
                      <a:pt x="3061" y="780"/>
                      <a:pt x="3049" y="768"/>
                    </a:cubicBezTo>
                    <a:cubicBezTo>
                      <a:pt x="3035" y="756"/>
                      <a:pt x="3096" y="657"/>
                      <a:pt x="3096" y="657"/>
                    </a:cubicBezTo>
                    <a:lnTo>
                      <a:pt x="3039" y="645"/>
                    </a:lnTo>
                    <a:lnTo>
                      <a:pt x="3033" y="614"/>
                    </a:lnTo>
                    <a:cubicBezTo>
                      <a:pt x="3033" y="614"/>
                      <a:pt x="3069" y="614"/>
                      <a:pt x="2994" y="588"/>
                    </a:cubicBezTo>
                    <a:cubicBezTo>
                      <a:pt x="2918" y="563"/>
                      <a:pt x="2891" y="533"/>
                      <a:pt x="2891" y="533"/>
                    </a:cubicBezTo>
                    <a:cubicBezTo>
                      <a:pt x="2891" y="533"/>
                      <a:pt x="2920" y="459"/>
                      <a:pt x="2859" y="459"/>
                    </a:cubicBezTo>
                    <a:cubicBezTo>
                      <a:pt x="2836" y="459"/>
                      <a:pt x="2814" y="459"/>
                      <a:pt x="2793" y="455"/>
                    </a:cubicBezTo>
                    <a:cubicBezTo>
                      <a:pt x="2803" y="432"/>
                      <a:pt x="2820" y="402"/>
                      <a:pt x="2820" y="402"/>
                    </a:cubicBezTo>
                    <a:lnTo>
                      <a:pt x="2779" y="391"/>
                    </a:lnTo>
                    <a:lnTo>
                      <a:pt x="2775" y="371"/>
                    </a:lnTo>
                    <a:cubicBezTo>
                      <a:pt x="2775" y="371"/>
                      <a:pt x="2799" y="371"/>
                      <a:pt x="2746" y="353"/>
                    </a:cubicBezTo>
                    <a:cubicBezTo>
                      <a:pt x="2693" y="336"/>
                      <a:pt x="2673" y="312"/>
                      <a:pt x="2673" y="312"/>
                    </a:cubicBezTo>
                    <a:cubicBezTo>
                      <a:pt x="2673" y="312"/>
                      <a:pt x="2693" y="261"/>
                      <a:pt x="2650" y="261"/>
                    </a:cubicBezTo>
                    <a:lnTo>
                      <a:pt x="2634" y="261"/>
                    </a:lnTo>
                    <a:cubicBezTo>
                      <a:pt x="2634" y="259"/>
                      <a:pt x="2632" y="256"/>
                      <a:pt x="2632" y="256"/>
                    </a:cubicBezTo>
                    <a:cubicBezTo>
                      <a:pt x="2625" y="250"/>
                      <a:pt x="2656" y="199"/>
                      <a:pt x="2656" y="199"/>
                    </a:cubicBezTo>
                    <a:lnTo>
                      <a:pt x="2630" y="193"/>
                    </a:lnTo>
                    <a:lnTo>
                      <a:pt x="2625" y="177"/>
                    </a:lnTo>
                    <a:cubicBezTo>
                      <a:pt x="2625" y="177"/>
                      <a:pt x="2644" y="177"/>
                      <a:pt x="2605" y="164"/>
                    </a:cubicBezTo>
                    <a:cubicBezTo>
                      <a:pt x="2568" y="152"/>
                      <a:pt x="2554" y="136"/>
                      <a:pt x="2554" y="136"/>
                    </a:cubicBezTo>
                    <a:cubicBezTo>
                      <a:pt x="2554" y="136"/>
                      <a:pt x="2570" y="97"/>
                      <a:pt x="2538" y="97"/>
                    </a:cubicBezTo>
                    <a:cubicBezTo>
                      <a:pt x="2507" y="97"/>
                      <a:pt x="2478" y="93"/>
                      <a:pt x="2472" y="97"/>
                    </a:cubicBezTo>
                    <a:lnTo>
                      <a:pt x="2419" y="70"/>
                    </a:lnTo>
                    <a:lnTo>
                      <a:pt x="2386" y="31"/>
                    </a:lnTo>
                    <a:lnTo>
                      <a:pt x="2355" y="31"/>
                    </a:lnTo>
                    <a:lnTo>
                      <a:pt x="2339" y="31"/>
                    </a:lnTo>
                    <a:lnTo>
                      <a:pt x="2339" y="31"/>
                    </a:lnTo>
                    <a:lnTo>
                      <a:pt x="2319" y="31"/>
                    </a:lnTo>
                    <a:cubicBezTo>
                      <a:pt x="2274" y="31"/>
                      <a:pt x="2282" y="33"/>
                      <a:pt x="2261" y="52"/>
                    </a:cubicBezTo>
                    <a:cubicBezTo>
                      <a:pt x="2241" y="70"/>
                      <a:pt x="2202" y="70"/>
                      <a:pt x="2202" y="70"/>
                    </a:cubicBezTo>
                    <a:cubicBezTo>
                      <a:pt x="2202" y="70"/>
                      <a:pt x="2161" y="19"/>
                      <a:pt x="2149" y="31"/>
                    </a:cubicBezTo>
                    <a:cubicBezTo>
                      <a:pt x="2134" y="44"/>
                      <a:pt x="2149" y="1"/>
                      <a:pt x="2122" y="29"/>
                    </a:cubicBezTo>
                    <a:cubicBezTo>
                      <a:pt x="2098" y="56"/>
                      <a:pt x="2092" y="42"/>
                      <a:pt x="2069" y="66"/>
                    </a:cubicBezTo>
                    <a:cubicBezTo>
                      <a:pt x="2046" y="93"/>
                      <a:pt x="2049" y="93"/>
                      <a:pt x="2026" y="93"/>
                    </a:cubicBezTo>
                    <a:lnTo>
                      <a:pt x="1987" y="93"/>
                    </a:lnTo>
                    <a:lnTo>
                      <a:pt x="1946" y="107"/>
                    </a:lnTo>
                    <a:cubicBezTo>
                      <a:pt x="1946" y="107"/>
                      <a:pt x="1938" y="81"/>
                      <a:pt x="1934" y="107"/>
                    </a:cubicBezTo>
                    <a:lnTo>
                      <a:pt x="1924" y="138"/>
                    </a:lnTo>
                    <a:lnTo>
                      <a:pt x="1873" y="207"/>
                    </a:lnTo>
                    <a:lnTo>
                      <a:pt x="1905" y="209"/>
                    </a:lnTo>
                    <a:lnTo>
                      <a:pt x="1889" y="256"/>
                    </a:lnTo>
                    <a:lnTo>
                      <a:pt x="1879" y="256"/>
                    </a:lnTo>
                    <a:lnTo>
                      <a:pt x="1823" y="277"/>
                    </a:lnTo>
                    <a:cubicBezTo>
                      <a:pt x="1823" y="277"/>
                      <a:pt x="1813" y="236"/>
                      <a:pt x="1805" y="277"/>
                    </a:cubicBezTo>
                    <a:lnTo>
                      <a:pt x="1797" y="318"/>
                    </a:lnTo>
                    <a:lnTo>
                      <a:pt x="1725" y="414"/>
                    </a:lnTo>
                    <a:lnTo>
                      <a:pt x="1772" y="418"/>
                    </a:lnTo>
                    <a:lnTo>
                      <a:pt x="1760" y="455"/>
                    </a:lnTo>
                    <a:lnTo>
                      <a:pt x="1680" y="484"/>
                    </a:lnTo>
                    <a:cubicBezTo>
                      <a:pt x="1680" y="484"/>
                      <a:pt x="1668" y="428"/>
                      <a:pt x="1654" y="484"/>
                    </a:cubicBezTo>
                    <a:lnTo>
                      <a:pt x="1643" y="535"/>
                    </a:lnTo>
                    <a:lnTo>
                      <a:pt x="1545" y="676"/>
                    </a:lnTo>
                    <a:lnTo>
                      <a:pt x="1609" y="678"/>
                    </a:lnTo>
                    <a:lnTo>
                      <a:pt x="1529" y="885"/>
                    </a:lnTo>
                    <a:cubicBezTo>
                      <a:pt x="1529" y="885"/>
                      <a:pt x="1619" y="878"/>
                      <a:pt x="1654" y="872"/>
                    </a:cubicBezTo>
                    <a:cubicBezTo>
                      <a:pt x="1660" y="872"/>
                      <a:pt x="1662" y="872"/>
                      <a:pt x="1668" y="870"/>
                    </a:cubicBezTo>
                    <a:cubicBezTo>
                      <a:pt x="1670" y="870"/>
                      <a:pt x="1664" y="870"/>
                      <a:pt x="1654" y="872"/>
                    </a:cubicBezTo>
                    <a:cubicBezTo>
                      <a:pt x="1611" y="880"/>
                      <a:pt x="1600" y="899"/>
                      <a:pt x="1607" y="921"/>
                    </a:cubicBezTo>
                    <a:cubicBezTo>
                      <a:pt x="1600" y="913"/>
                      <a:pt x="1592" y="915"/>
                      <a:pt x="1588" y="946"/>
                    </a:cubicBezTo>
                    <a:lnTo>
                      <a:pt x="1576" y="1013"/>
                    </a:lnTo>
                    <a:lnTo>
                      <a:pt x="1459" y="1175"/>
                    </a:lnTo>
                    <a:lnTo>
                      <a:pt x="1535" y="1179"/>
                    </a:lnTo>
                    <a:lnTo>
                      <a:pt x="1496" y="1279"/>
                    </a:lnTo>
                    <a:cubicBezTo>
                      <a:pt x="1490" y="1273"/>
                      <a:pt x="1484" y="1279"/>
                      <a:pt x="1478" y="1310"/>
                    </a:cubicBezTo>
                    <a:cubicBezTo>
                      <a:pt x="1476" y="1322"/>
                      <a:pt x="1476" y="1333"/>
                      <a:pt x="1474" y="1341"/>
                    </a:cubicBezTo>
                    <a:lnTo>
                      <a:pt x="1449" y="1404"/>
                    </a:lnTo>
                    <a:lnTo>
                      <a:pt x="1337" y="1560"/>
                    </a:lnTo>
                    <a:lnTo>
                      <a:pt x="1418" y="1564"/>
                    </a:lnTo>
                    <a:lnTo>
                      <a:pt x="1382" y="1668"/>
                    </a:lnTo>
                    <a:lnTo>
                      <a:pt x="1296" y="1699"/>
                    </a:lnTo>
                    <a:cubicBezTo>
                      <a:pt x="1296" y="1699"/>
                      <a:pt x="1273" y="1607"/>
                      <a:pt x="1259" y="1699"/>
                    </a:cubicBezTo>
                    <a:lnTo>
                      <a:pt x="1240" y="1791"/>
                    </a:lnTo>
                    <a:lnTo>
                      <a:pt x="1077" y="2018"/>
                    </a:lnTo>
                    <a:lnTo>
                      <a:pt x="1181" y="2024"/>
                    </a:lnTo>
                    <a:lnTo>
                      <a:pt x="1136" y="2149"/>
                    </a:lnTo>
                    <a:cubicBezTo>
                      <a:pt x="1126" y="2126"/>
                      <a:pt x="1112" y="2108"/>
                      <a:pt x="1099" y="2173"/>
                    </a:cubicBezTo>
                    <a:lnTo>
                      <a:pt x="1099" y="2178"/>
                    </a:lnTo>
                    <a:lnTo>
                      <a:pt x="1069" y="2188"/>
                    </a:lnTo>
                    <a:cubicBezTo>
                      <a:pt x="1069" y="2188"/>
                      <a:pt x="1044" y="2075"/>
                      <a:pt x="1019" y="2188"/>
                    </a:cubicBezTo>
                    <a:lnTo>
                      <a:pt x="995" y="2300"/>
                    </a:lnTo>
                    <a:lnTo>
                      <a:pt x="794" y="2577"/>
                    </a:lnTo>
                    <a:lnTo>
                      <a:pt x="923" y="2583"/>
                    </a:lnTo>
                    <a:lnTo>
                      <a:pt x="811" y="2883"/>
                    </a:lnTo>
                    <a:lnTo>
                      <a:pt x="805" y="2885"/>
                    </a:lnTo>
                    <a:cubicBezTo>
                      <a:pt x="805" y="2885"/>
                      <a:pt x="772" y="2750"/>
                      <a:pt x="749" y="2885"/>
                    </a:cubicBezTo>
                    <a:lnTo>
                      <a:pt x="723" y="3021"/>
                    </a:lnTo>
                    <a:lnTo>
                      <a:pt x="483" y="3354"/>
                    </a:lnTo>
                    <a:lnTo>
                      <a:pt x="637" y="3360"/>
                    </a:lnTo>
                    <a:lnTo>
                      <a:pt x="661" y="3493"/>
                    </a:lnTo>
                    <a:lnTo>
                      <a:pt x="645" y="3499"/>
                    </a:lnTo>
                    <a:cubicBezTo>
                      <a:pt x="645" y="3499"/>
                      <a:pt x="608" y="3348"/>
                      <a:pt x="580" y="3499"/>
                    </a:cubicBezTo>
                    <a:lnTo>
                      <a:pt x="547" y="3653"/>
                    </a:lnTo>
                    <a:lnTo>
                      <a:pt x="391" y="3870"/>
                    </a:lnTo>
                    <a:cubicBezTo>
                      <a:pt x="375" y="3835"/>
                      <a:pt x="352" y="3806"/>
                      <a:pt x="332" y="3913"/>
                    </a:cubicBezTo>
                    <a:cubicBezTo>
                      <a:pt x="330" y="3931"/>
                      <a:pt x="328" y="3947"/>
                      <a:pt x="324" y="3962"/>
                    </a:cubicBezTo>
                    <a:lnTo>
                      <a:pt x="279" y="4023"/>
                    </a:lnTo>
                    <a:lnTo>
                      <a:pt x="312" y="4025"/>
                    </a:lnTo>
                    <a:lnTo>
                      <a:pt x="301" y="4084"/>
                    </a:lnTo>
                    <a:lnTo>
                      <a:pt x="1" y="4502"/>
                    </a:lnTo>
                    <a:lnTo>
                      <a:pt x="191" y="4512"/>
                    </a:lnTo>
                    <a:lnTo>
                      <a:pt x="267" y="4899"/>
                    </a:lnTo>
                    <a:cubicBezTo>
                      <a:pt x="267" y="4899"/>
                      <a:pt x="348" y="5058"/>
                      <a:pt x="365" y="5087"/>
                    </a:cubicBezTo>
                    <a:cubicBezTo>
                      <a:pt x="385" y="5116"/>
                      <a:pt x="348" y="5465"/>
                      <a:pt x="348" y="5465"/>
                    </a:cubicBezTo>
                    <a:cubicBezTo>
                      <a:pt x="348" y="5465"/>
                      <a:pt x="727" y="5130"/>
                      <a:pt x="680" y="5259"/>
                    </a:cubicBezTo>
                    <a:cubicBezTo>
                      <a:pt x="635" y="5386"/>
                      <a:pt x="661" y="5412"/>
                      <a:pt x="702" y="5441"/>
                    </a:cubicBezTo>
                    <a:cubicBezTo>
                      <a:pt x="743" y="5472"/>
                      <a:pt x="893" y="5568"/>
                      <a:pt x="893" y="5568"/>
                    </a:cubicBezTo>
                    <a:cubicBezTo>
                      <a:pt x="893" y="5568"/>
                      <a:pt x="1050" y="5412"/>
                      <a:pt x="1136" y="5570"/>
                    </a:cubicBezTo>
                    <a:cubicBezTo>
                      <a:pt x="1220" y="5729"/>
                      <a:pt x="1326" y="5770"/>
                      <a:pt x="1326" y="5770"/>
                    </a:cubicBezTo>
                    <a:lnTo>
                      <a:pt x="1435" y="6006"/>
                    </a:lnTo>
                    <a:cubicBezTo>
                      <a:pt x="1435" y="6006"/>
                      <a:pt x="1678" y="5866"/>
                      <a:pt x="1729" y="5875"/>
                    </a:cubicBezTo>
                    <a:cubicBezTo>
                      <a:pt x="1785" y="5885"/>
                      <a:pt x="2061" y="5918"/>
                      <a:pt x="2061" y="5918"/>
                    </a:cubicBezTo>
                    <a:cubicBezTo>
                      <a:pt x="2061" y="5918"/>
                      <a:pt x="2333" y="5965"/>
                      <a:pt x="2339" y="5928"/>
                    </a:cubicBezTo>
                    <a:cubicBezTo>
                      <a:pt x="2374" y="5785"/>
                      <a:pt x="2685" y="5881"/>
                      <a:pt x="2693" y="5905"/>
                    </a:cubicBezTo>
                    <a:cubicBezTo>
                      <a:pt x="2758" y="6130"/>
                      <a:pt x="2799" y="5891"/>
                      <a:pt x="2799" y="5891"/>
                    </a:cubicBezTo>
                    <a:lnTo>
                      <a:pt x="3059" y="5568"/>
                    </a:lnTo>
                    <a:lnTo>
                      <a:pt x="3458" y="5711"/>
                    </a:lnTo>
                    <a:lnTo>
                      <a:pt x="3751" y="5680"/>
                    </a:lnTo>
                    <a:cubicBezTo>
                      <a:pt x="3751" y="5680"/>
                      <a:pt x="3767" y="5555"/>
                      <a:pt x="3818" y="5519"/>
                    </a:cubicBezTo>
                    <a:cubicBezTo>
                      <a:pt x="3871" y="5484"/>
                      <a:pt x="3724" y="5249"/>
                      <a:pt x="3818" y="5351"/>
                    </a:cubicBezTo>
                    <a:cubicBezTo>
                      <a:pt x="3912" y="5453"/>
                      <a:pt x="4054" y="5253"/>
                      <a:pt x="4148" y="5363"/>
                    </a:cubicBezTo>
                    <a:cubicBezTo>
                      <a:pt x="4242" y="5472"/>
                      <a:pt x="4322" y="5382"/>
                      <a:pt x="4322" y="5382"/>
                    </a:cubicBezTo>
                    <a:cubicBezTo>
                      <a:pt x="4322" y="5382"/>
                      <a:pt x="4187" y="5206"/>
                      <a:pt x="4221" y="5154"/>
                    </a:cubicBezTo>
                    <a:cubicBezTo>
                      <a:pt x="4260" y="5103"/>
                      <a:pt x="4291" y="5062"/>
                      <a:pt x="4322" y="5001"/>
                    </a:cubicBezTo>
                    <a:cubicBezTo>
                      <a:pt x="4352" y="4940"/>
                      <a:pt x="4516" y="4929"/>
                      <a:pt x="4450" y="4901"/>
                    </a:cubicBezTo>
                    <a:cubicBezTo>
                      <a:pt x="4391" y="4874"/>
                      <a:pt x="4512" y="4788"/>
                      <a:pt x="4475" y="4755"/>
                    </a:cubicBezTo>
                    <a:close/>
                    <a:moveTo>
                      <a:pt x="2967" y="905"/>
                    </a:moveTo>
                    <a:cubicBezTo>
                      <a:pt x="2975" y="915"/>
                      <a:pt x="2981" y="921"/>
                      <a:pt x="2988" y="925"/>
                    </a:cubicBezTo>
                    <a:cubicBezTo>
                      <a:pt x="2981" y="923"/>
                      <a:pt x="2977" y="923"/>
                      <a:pt x="2971" y="923"/>
                    </a:cubicBezTo>
                    <a:cubicBezTo>
                      <a:pt x="2965" y="911"/>
                      <a:pt x="2961" y="901"/>
                      <a:pt x="2967" y="905"/>
                    </a:cubicBezTo>
                    <a:close/>
                    <a:moveTo>
                      <a:pt x="1621" y="956"/>
                    </a:moveTo>
                    <a:lnTo>
                      <a:pt x="1621" y="956"/>
                    </a:lnTo>
                    <a:lnTo>
                      <a:pt x="1621" y="956"/>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7"/>
              <p:cNvSpPr/>
              <p:nvPr/>
            </p:nvSpPr>
            <p:spPr>
              <a:xfrm>
                <a:off x="2810275" y="-1696564"/>
                <a:ext cx="482397" cy="955106"/>
              </a:xfrm>
              <a:custGeom>
                <a:rect b="b" l="l" r="r" t="t"/>
                <a:pathLst>
                  <a:path extrusionOk="0" h="5718" w="2888">
                    <a:moveTo>
                      <a:pt x="1733" y="5717"/>
                    </a:moveTo>
                    <a:lnTo>
                      <a:pt x="2028" y="5686"/>
                    </a:lnTo>
                    <a:cubicBezTo>
                      <a:pt x="2028" y="5686"/>
                      <a:pt x="2044" y="5559"/>
                      <a:pt x="2095" y="5525"/>
                    </a:cubicBezTo>
                    <a:cubicBezTo>
                      <a:pt x="2149" y="5488"/>
                      <a:pt x="1999" y="5253"/>
                      <a:pt x="2095" y="5355"/>
                    </a:cubicBezTo>
                    <a:cubicBezTo>
                      <a:pt x="2190" y="5457"/>
                      <a:pt x="2331" y="5259"/>
                      <a:pt x="2425" y="5369"/>
                    </a:cubicBezTo>
                    <a:cubicBezTo>
                      <a:pt x="2519" y="5476"/>
                      <a:pt x="2599" y="5386"/>
                      <a:pt x="2599" y="5386"/>
                    </a:cubicBezTo>
                    <a:cubicBezTo>
                      <a:pt x="2599" y="5386"/>
                      <a:pt x="2464" y="5210"/>
                      <a:pt x="2498" y="5158"/>
                    </a:cubicBezTo>
                    <a:cubicBezTo>
                      <a:pt x="2537" y="5107"/>
                      <a:pt x="2568" y="5066"/>
                      <a:pt x="2599" y="5005"/>
                    </a:cubicBezTo>
                    <a:cubicBezTo>
                      <a:pt x="2629" y="4944"/>
                      <a:pt x="2793" y="4933"/>
                      <a:pt x="2726" y="4905"/>
                    </a:cubicBezTo>
                    <a:cubicBezTo>
                      <a:pt x="2660" y="4874"/>
                      <a:pt x="2777" y="4788"/>
                      <a:pt x="2742" y="4753"/>
                    </a:cubicBezTo>
                    <a:cubicBezTo>
                      <a:pt x="2705" y="4721"/>
                      <a:pt x="2887" y="4422"/>
                      <a:pt x="2887" y="4422"/>
                    </a:cubicBezTo>
                    <a:lnTo>
                      <a:pt x="2715" y="4381"/>
                    </a:lnTo>
                    <a:lnTo>
                      <a:pt x="2699" y="4293"/>
                    </a:lnTo>
                    <a:cubicBezTo>
                      <a:pt x="2699" y="4293"/>
                      <a:pt x="2807" y="4293"/>
                      <a:pt x="2582" y="4219"/>
                    </a:cubicBezTo>
                    <a:cubicBezTo>
                      <a:pt x="2560" y="4211"/>
                      <a:pt x="2541" y="4205"/>
                      <a:pt x="2521" y="4197"/>
                    </a:cubicBezTo>
                    <a:cubicBezTo>
                      <a:pt x="2550" y="4109"/>
                      <a:pt x="2648" y="3951"/>
                      <a:pt x="2648" y="3951"/>
                    </a:cubicBezTo>
                    <a:lnTo>
                      <a:pt x="2494" y="3915"/>
                    </a:lnTo>
                    <a:lnTo>
                      <a:pt x="2478" y="3839"/>
                    </a:lnTo>
                    <a:cubicBezTo>
                      <a:pt x="2478" y="3839"/>
                      <a:pt x="2576" y="3839"/>
                      <a:pt x="2376" y="3771"/>
                    </a:cubicBezTo>
                    <a:cubicBezTo>
                      <a:pt x="2331" y="3757"/>
                      <a:pt x="2290" y="3743"/>
                      <a:pt x="2255" y="3724"/>
                    </a:cubicBezTo>
                    <a:cubicBezTo>
                      <a:pt x="2300" y="3704"/>
                      <a:pt x="2353" y="3696"/>
                      <a:pt x="2314" y="3677"/>
                    </a:cubicBezTo>
                    <a:cubicBezTo>
                      <a:pt x="2261" y="3655"/>
                      <a:pt x="2357" y="3585"/>
                      <a:pt x="2327" y="3557"/>
                    </a:cubicBezTo>
                    <a:cubicBezTo>
                      <a:pt x="2296" y="3530"/>
                      <a:pt x="2443" y="3289"/>
                      <a:pt x="2443" y="3289"/>
                    </a:cubicBezTo>
                    <a:lnTo>
                      <a:pt x="2304" y="3258"/>
                    </a:lnTo>
                    <a:lnTo>
                      <a:pt x="2290" y="3190"/>
                    </a:lnTo>
                    <a:cubicBezTo>
                      <a:pt x="2290" y="3190"/>
                      <a:pt x="2376" y="3190"/>
                      <a:pt x="2198" y="3131"/>
                    </a:cubicBezTo>
                    <a:cubicBezTo>
                      <a:pt x="2089" y="3094"/>
                      <a:pt x="2020" y="3053"/>
                      <a:pt x="1985" y="3027"/>
                    </a:cubicBezTo>
                    <a:cubicBezTo>
                      <a:pt x="2038" y="2990"/>
                      <a:pt x="2163" y="2951"/>
                      <a:pt x="2128" y="2935"/>
                    </a:cubicBezTo>
                    <a:cubicBezTo>
                      <a:pt x="2085" y="2912"/>
                      <a:pt x="2057" y="2765"/>
                      <a:pt x="2030" y="2742"/>
                    </a:cubicBezTo>
                    <a:cubicBezTo>
                      <a:pt x="2005" y="2720"/>
                      <a:pt x="2128" y="2521"/>
                      <a:pt x="2128" y="2521"/>
                    </a:cubicBezTo>
                    <a:lnTo>
                      <a:pt x="2030" y="2499"/>
                    </a:lnTo>
                    <a:cubicBezTo>
                      <a:pt x="2036" y="2491"/>
                      <a:pt x="2038" y="2487"/>
                      <a:pt x="2038" y="2487"/>
                    </a:cubicBezTo>
                    <a:lnTo>
                      <a:pt x="2009" y="2480"/>
                    </a:lnTo>
                    <a:lnTo>
                      <a:pt x="2003" y="2437"/>
                    </a:lnTo>
                    <a:cubicBezTo>
                      <a:pt x="2003" y="2437"/>
                      <a:pt x="2077" y="2437"/>
                      <a:pt x="1926" y="2388"/>
                    </a:cubicBezTo>
                    <a:cubicBezTo>
                      <a:pt x="1885" y="2376"/>
                      <a:pt x="1852" y="2362"/>
                      <a:pt x="1823" y="2347"/>
                    </a:cubicBezTo>
                    <a:cubicBezTo>
                      <a:pt x="1854" y="2333"/>
                      <a:pt x="1876" y="2323"/>
                      <a:pt x="1860" y="2315"/>
                    </a:cubicBezTo>
                    <a:cubicBezTo>
                      <a:pt x="1823" y="2300"/>
                      <a:pt x="1801" y="2178"/>
                      <a:pt x="1780" y="2159"/>
                    </a:cubicBezTo>
                    <a:cubicBezTo>
                      <a:pt x="1760" y="2139"/>
                      <a:pt x="1860" y="1977"/>
                      <a:pt x="1860" y="1977"/>
                    </a:cubicBezTo>
                    <a:lnTo>
                      <a:pt x="1766" y="1957"/>
                    </a:lnTo>
                    <a:lnTo>
                      <a:pt x="1758" y="1908"/>
                    </a:lnTo>
                    <a:cubicBezTo>
                      <a:pt x="1758" y="1908"/>
                      <a:pt x="1815" y="1908"/>
                      <a:pt x="1692" y="1867"/>
                    </a:cubicBezTo>
                    <a:cubicBezTo>
                      <a:pt x="1641" y="1850"/>
                      <a:pt x="1604" y="1832"/>
                      <a:pt x="1576" y="1813"/>
                    </a:cubicBezTo>
                    <a:cubicBezTo>
                      <a:pt x="1590" y="1805"/>
                      <a:pt x="1598" y="1799"/>
                      <a:pt x="1588" y="1795"/>
                    </a:cubicBezTo>
                    <a:cubicBezTo>
                      <a:pt x="1559" y="1783"/>
                      <a:pt x="1541" y="1689"/>
                      <a:pt x="1527" y="1670"/>
                    </a:cubicBezTo>
                    <a:cubicBezTo>
                      <a:pt x="1510" y="1656"/>
                      <a:pt x="1588" y="1527"/>
                      <a:pt x="1588" y="1527"/>
                    </a:cubicBezTo>
                    <a:lnTo>
                      <a:pt x="1514" y="1509"/>
                    </a:lnTo>
                    <a:lnTo>
                      <a:pt x="1506" y="1472"/>
                    </a:lnTo>
                    <a:cubicBezTo>
                      <a:pt x="1506" y="1472"/>
                      <a:pt x="1553" y="1472"/>
                      <a:pt x="1455" y="1441"/>
                    </a:cubicBezTo>
                    <a:cubicBezTo>
                      <a:pt x="1447" y="1437"/>
                      <a:pt x="1443" y="1435"/>
                      <a:pt x="1435" y="1433"/>
                    </a:cubicBezTo>
                    <a:cubicBezTo>
                      <a:pt x="1467" y="1414"/>
                      <a:pt x="1527" y="1394"/>
                      <a:pt x="1506" y="1386"/>
                    </a:cubicBezTo>
                    <a:cubicBezTo>
                      <a:pt x="1482" y="1374"/>
                      <a:pt x="1465" y="1290"/>
                      <a:pt x="1451" y="1277"/>
                    </a:cubicBezTo>
                    <a:cubicBezTo>
                      <a:pt x="1435" y="1263"/>
                      <a:pt x="1506" y="1148"/>
                      <a:pt x="1506" y="1148"/>
                    </a:cubicBezTo>
                    <a:lnTo>
                      <a:pt x="1439" y="1134"/>
                    </a:lnTo>
                    <a:lnTo>
                      <a:pt x="1433" y="1099"/>
                    </a:lnTo>
                    <a:cubicBezTo>
                      <a:pt x="1433" y="1099"/>
                      <a:pt x="1475" y="1099"/>
                      <a:pt x="1388" y="1069"/>
                    </a:cubicBezTo>
                    <a:cubicBezTo>
                      <a:pt x="1302" y="1042"/>
                      <a:pt x="1271" y="1005"/>
                      <a:pt x="1271" y="1005"/>
                    </a:cubicBezTo>
                    <a:cubicBezTo>
                      <a:pt x="1271" y="1005"/>
                      <a:pt x="1289" y="956"/>
                      <a:pt x="1269" y="934"/>
                    </a:cubicBezTo>
                    <a:cubicBezTo>
                      <a:pt x="1273" y="934"/>
                      <a:pt x="1275" y="930"/>
                      <a:pt x="1281" y="921"/>
                    </a:cubicBezTo>
                    <a:cubicBezTo>
                      <a:pt x="1291" y="901"/>
                      <a:pt x="1385" y="874"/>
                      <a:pt x="1363" y="864"/>
                    </a:cubicBezTo>
                    <a:cubicBezTo>
                      <a:pt x="1340" y="854"/>
                      <a:pt x="1326" y="780"/>
                      <a:pt x="1314" y="768"/>
                    </a:cubicBezTo>
                    <a:cubicBezTo>
                      <a:pt x="1302" y="756"/>
                      <a:pt x="1363" y="657"/>
                      <a:pt x="1363" y="657"/>
                    </a:cubicBezTo>
                    <a:lnTo>
                      <a:pt x="1304" y="645"/>
                    </a:lnTo>
                    <a:lnTo>
                      <a:pt x="1300" y="614"/>
                    </a:lnTo>
                    <a:cubicBezTo>
                      <a:pt x="1300" y="614"/>
                      <a:pt x="1334" y="614"/>
                      <a:pt x="1261" y="588"/>
                    </a:cubicBezTo>
                    <a:cubicBezTo>
                      <a:pt x="1183" y="563"/>
                      <a:pt x="1158" y="533"/>
                      <a:pt x="1158" y="533"/>
                    </a:cubicBezTo>
                    <a:cubicBezTo>
                      <a:pt x="1158" y="533"/>
                      <a:pt x="1187" y="459"/>
                      <a:pt x="1126" y="459"/>
                    </a:cubicBezTo>
                    <a:cubicBezTo>
                      <a:pt x="1101" y="459"/>
                      <a:pt x="1079" y="459"/>
                      <a:pt x="1058" y="455"/>
                    </a:cubicBezTo>
                    <a:cubicBezTo>
                      <a:pt x="1068" y="432"/>
                      <a:pt x="1087" y="402"/>
                      <a:pt x="1087" y="402"/>
                    </a:cubicBezTo>
                    <a:lnTo>
                      <a:pt x="1046" y="391"/>
                    </a:lnTo>
                    <a:lnTo>
                      <a:pt x="1040" y="371"/>
                    </a:lnTo>
                    <a:cubicBezTo>
                      <a:pt x="1040" y="371"/>
                      <a:pt x="1066" y="371"/>
                      <a:pt x="1013" y="353"/>
                    </a:cubicBezTo>
                    <a:cubicBezTo>
                      <a:pt x="958" y="336"/>
                      <a:pt x="937" y="312"/>
                      <a:pt x="937" y="312"/>
                    </a:cubicBezTo>
                    <a:cubicBezTo>
                      <a:pt x="937" y="312"/>
                      <a:pt x="958" y="261"/>
                      <a:pt x="915" y="261"/>
                    </a:cubicBezTo>
                    <a:lnTo>
                      <a:pt x="901" y="261"/>
                    </a:lnTo>
                    <a:cubicBezTo>
                      <a:pt x="901" y="259"/>
                      <a:pt x="896" y="256"/>
                      <a:pt x="896" y="256"/>
                    </a:cubicBezTo>
                    <a:cubicBezTo>
                      <a:pt x="892" y="250"/>
                      <a:pt x="923" y="199"/>
                      <a:pt x="923" y="199"/>
                    </a:cubicBezTo>
                    <a:lnTo>
                      <a:pt x="894" y="193"/>
                    </a:lnTo>
                    <a:lnTo>
                      <a:pt x="892" y="177"/>
                    </a:lnTo>
                    <a:cubicBezTo>
                      <a:pt x="892" y="177"/>
                      <a:pt x="911" y="177"/>
                      <a:pt x="872" y="164"/>
                    </a:cubicBezTo>
                    <a:cubicBezTo>
                      <a:pt x="833" y="152"/>
                      <a:pt x="821" y="136"/>
                      <a:pt x="821" y="136"/>
                    </a:cubicBezTo>
                    <a:cubicBezTo>
                      <a:pt x="821" y="136"/>
                      <a:pt x="835" y="97"/>
                      <a:pt x="802" y="97"/>
                    </a:cubicBezTo>
                    <a:cubicBezTo>
                      <a:pt x="772" y="97"/>
                      <a:pt x="743" y="93"/>
                      <a:pt x="739" y="97"/>
                    </a:cubicBezTo>
                    <a:lnTo>
                      <a:pt x="686" y="70"/>
                    </a:lnTo>
                    <a:lnTo>
                      <a:pt x="651" y="31"/>
                    </a:lnTo>
                    <a:lnTo>
                      <a:pt x="620" y="31"/>
                    </a:lnTo>
                    <a:lnTo>
                      <a:pt x="606" y="31"/>
                    </a:lnTo>
                    <a:lnTo>
                      <a:pt x="606" y="31"/>
                    </a:lnTo>
                    <a:lnTo>
                      <a:pt x="586" y="31"/>
                    </a:lnTo>
                    <a:cubicBezTo>
                      <a:pt x="538" y="31"/>
                      <a:pt x="547" y="33"/>
                      <a:pt x="526" y="52"/>
                    </a:cubicBezTo>
                    <a:cubicBezTo>
                      <a:pt x="506" y="70"/>
                      <a:pt x="467" y="70"/>
                      <a:pt x="467" y="70"/>
                    </a:cubicBezTo>
                    <a:cubicBezTo>
                      <a:pt x="467" y="70"/>
                      <a:pt x="426" y="19"/>
                      <a:pt x="414" y="31"/>
                    </a:cubicBezTo>
                    <a:cubicBezTo>
                      <a:pt x="401" y="44"/>
                      <a:pt x="414" y="1"/>
                      <a:pt x="389" y="29"/>
                    </a:cubicBezTo>
                    <a:cubicBezTo>
                      <a:pt x="363" y="56"/>
                      <a:pt x="358" y="42"/>
                      <a:pt x="334" y="66"/>
                    </a:cubicBezTo>
                    <a:cubicBezTo>
                      <a:pt x="311" y="93"/>
                      <a:pt x="313" y="93"/>
                      <a:pt x="291" y="93"/>
                    </a:cubicBezTo>
                    <a:lnTo>
                      <a:pt x="266" y="93"/>
                    </a:lnTo>
                    <a:cubicBezTo>
                      <a:pt x="281" y="522"/>
                      <a:pt x="649" y="983"/>
                      <a:pt x="894" y="1359"/>
                    </a:cubicBezTo>
                    <a:cubicBezTo>
                      <a:pt x="1099" y="1691"/>
                      <a:pt x="332" y="1922"/>
                      <a:pt x="461" y="2229"/>
                    </a:cubicBezTo>
                    <a:cubicBezTo>
                      <a:pt x="512" y="2382"/>
                      <a:pt x="1228" y="2407"/>
                      <a:pt x="1048" y="2740"/>
                    </a:cubicBezTo>
                    <a:cubicBezTo>
                      <a:pt x="870" y="3098"/>
                      <a:pt x="332" y="3072"/>
                      <a:pt x="154" y="3481"/>
                    </a:cubicBezTo>
                    <a:cubicBezTo>
                      <a:pt x="563" y="3661"/>
                      <a:pt x="1023" y="3532"/>
                      <a:pt x="1457" y="3661"/>
                    </a:cubicBezTo>
                    <a:cubicBezTo>
                      <a:pt x="1099" y="3941"/>
                      <a:pt x="536" y="3865"/>
                      <a:pt x="256" y="4275"/>
                    </a:cubicBezTo>
                    <a:cubicBezTo>
                      <a:pt x="434" y="4299"/>
                      <a:pt x="614" y="4299"/>
                      <a:pt x="768" y="4402"/>
                    </a:cubicBezTo>
                    <a:cubicBezTo>
                      <a:pt x="946" y="4530"/>
                      <a:pt x="1074" y="4760"/>
                      <a:pt x="870" y="4940"/>
                    </a:cubicBezTo>
                    <a:cubicBezTo>
                      <a:pt x="588" y="5144"/>
                      <a:pt x="256" y="5144"/>
                      <a:pt x="0" y="5349"/>
                    </a:cubicBezTo>
                    <a:cubicBezTo>
                      <a:pt x="410" y="5400"/>
                      <a:pt x="870" y="5424"/>
                      <a:pt x="1201" y="5680"/>
                    </a:cubicBezTo>
                    <a:cubicBezTo>
                      <a:pt x="1210" y="5686"/>
                      <a:pt x="1214" y="5690"/>
                      <a:pt x="1222" y="5699"/>
                    </a:cubicBezTo>
                    <a:lnTo>
                      <a:pt x="1326" y="5566"/>
                    </a:lnTo>
                    <a:close/>
                    <a:moveTo>
                      <a:pt x="1242" y="923"/>
                    </a:moveTo>
                    <a:cubicBezTo>
                      <a:pt x="1236" y="909"/>
                      <a:pt x="1232" y="901"/>
                      <a:pt x="1238" y="905"/>
                    </a:cubicBezTo>
                    <a:cubicBezTo>
                      <a:pt x="1246" y="915"/>
                      <a:pt x="1252" y="921"/>
                      <a:pt x="1259" y="925"/>
                    </a:cubicBezTo>
                    <a:cubicBezTo>
                      <a:pt x="1252" y="925"/>
                      <a:pt x="1248" y="925"/>
                      <a:pt x="1242" y="923"/>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 name="Google Shape;1247;p37"/>
            <p:cNvGrpSpPr/>
            <p:nvPr/>
          </p:nvGrpSpPr>
          <p:grpSpPr>
            <a:xfrm>
              <a:off x="5359388" y="1198244"/>
              <a:ext cx="3270595" cy="3066109"/>
              <a:chOff x="317875" y="913800"/>
              <a:chExt cx="4101059" cy="3844651"/>
            </a:xfrm>
          </p:grpSpPr>
          <p:sp>
            <p:nvSpPr>
              <p:cNvPr id="1248" name="Google Shape;1248;p37"/>
              <p:cNvSpPr/>
              <p:nvPr/>
            </p:nvSpPr>
            <p:spPr>
              <a:xfrm>
                <a:off x="2321619" y="2087268"/>
                <a:ext cx="2097299" cy="2671160"/>
              </a:xfrm>
              <a:custGeom>
                <a:rect b="b" l="l" r="r" t="t"/>
                <a:pathLst>
                  <a:path extrusionOk="0" h="44015" w="34559">
                    <a:moveTo>
                      <a:pt x="34558" y="1"/>
                    </a:moveTo>
                    <a:lnTo>
                      <a:pt x="3" y="20112"/>
                    </a:lnTo>
                    <a:lnTo>
                      <a:pt x="1" y="38920"/>
                    </a:lnTo>
                    <a:lnTo>
                      <a:pt x="1" y="44015"/>
                    </a:lnTo>
                    <a:lnTo>
                      <a:pt x="34554" y="23903"/>
                    </a:lnTo>
                    <a:lnTo>
                      <a:pt x="34554" y="20744"/>
                    </a:lnTo>
                    <a:lnTo>
                      <a:pt x="34556" y="17993"/>
                    </a:lnTo>
                    <a:lnTo>
                      <a:pt x="34556" y="8716"/>
                    </a:lnTo>
                    <a:lnTo>
                      <a:pt x="34558" y="5287"/>
                    </a:lnTo>
                    <a:lnTo>
                      <a:pt x="345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7"/>
              <p:cNvSpPr/>
              <p:nvPr/>
            </p:nvSpPr>
            <p:spPr>
              <a:xfrm>
                <a:off x="317875" y="2134483"/>
                <a:ext cx="2003901" cy="2623945"/>
              </a:xfrm>
              <a:custGeom>
                <a:rect b="b" l="l" r="r" t="t"/>
                <a:pathLst>
                  <a:path extrusionOk="0" h="43237" w="33020">
                    <a:moveTo>
                      <a:pt x="5" y="0"/>
                    </a:moveTo>
                    <a:lnTo>
                      <a:pt x="5" y="1535"/>
                    </a:lnTo>
                    <a:lnTo>
                      <a:pt x="1" y="8010"/>
                    </a:lnTo>
                    <a:lnTo>
                      <a:pt x="1" y="23901"/>
                    </a:lnTo>
                    <a:lnTo>
                      <a:pt x="33018" y="43237"/>
                    </a:lnTo>
                    <a:lnTo>
                      <a:pt x="33018" y="36657"/>
                    </a:lnTo>
                    <a:lnTo>
                      <a:pt x="33020" y="33871"/>
                    </a:lnTo>
                    <a:lnTo>
                      <a:pt x="33020" y="32383"/>
                    </a:lnTo>
                    <a:cubicBezTo>
                      <a:pt x="31956" y="31782"/>
                      <a:pt x="28314" y="29715"/>
                      <a:pt x="28281" y="29715"/>
                    </a:cubicBezTo>
                    <a:lnTo>
                      <a:pt x="26344" y="25703"/>
                    </a:lnTo>
                    <a:cubicBezTo>
                      <a:pt x="26342" y="25687"/>
                      <a:pt x="26340" y="25670"/>
                      <a:pt x="26340" y="25654"/>
                    </a:cubicBezTo>
                    <a:cubicBezTo>
                      <a:pt x="25888" y="25245"/>
                      <a:pt x="24390" y="23905"/>
                      <a:pt x="24081" y="23629"/>
                    </a:cubicBezTo>
                    <a:lnTo>
                      <a:pt x="24026" y="23631"/>
                    </a:lnTo>
                    <a:lnTo>
                      <a:pt x="23975" y="23461"/>
                    </a:lnTo>
                    <a:lnTo>
                      <a:pt x="22721" y="19289"/>
                    </a:lnTo>
                    <a:cubicBezTo>
                      <a:pt x="22037" y="18790"/>
                      <a:pt x="21575" y="18260"/>
                      <a:pt x="21575" y="18260"/>
                    </a:cubicBezTo>
                    <a:cubicBezTo>
                      <a:pt x="21575" y="18254"/>
                      <a:pt x="19785" y="16713"/>
                      <a:pt x="19729" y="16664"/>
                    </a:cubicBezTo>
                    <a:lnTo>
                      <a:pt x="19046" y="11568"/>
                    </a:lnTo>
                    <a:lnTo>
                      <a:pt x="18997" y="11210"/>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7"/>
              <p:cNvSpPr/>
              <p:nvPr/>
            </p:nvSpPr>
            <p:spPr>
              <a:xfrm>
                <a:off x="318118" y="913800"/>
                <a:ext cx="4100654" cy="2416394"/>
              </a:xfrm>
              <a:custGeom>
                <a:rect b="b" l="l" r="r" t="t"/>
                <a:pathLst>
                  <a:path extrusionOk="0" h="39817" w="67570">
                    <a:moveTo>
                      <a:pt x="34552" y="1"/>
                    </a:moveTo>
                    <a:lnTo>
                      <a:pt x="1" y="20112"/>
                    </a:lnTo>
                    <a:lnTo>
                      <a:pt x="32985" y="39816"/>
                    </a:lnTo>
                    <a:lnTo>
                      <a:pt x="67569" y="19341"/>
                    </a:lnTo>
                    <a:lnTo>
                      <a:pt x="345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7"/>
              <p:cNvSpPr/>
              <p:nvPr/>
            </p:nvSpPr>
            <p:spPr>
              <a:xfrm>
                <a:off x="1473197" y="2421296"/>
                <a:ext cx="1967792" cy="724912"/>
              </a:xfrm>
              <a:custGeom>
                <a:rect b="b" l="l" r="r" t="t"/>
                <a:pathLst>
                  <a:path extrusionOk="0" h="11945" w="32425">
                    <a:moveTo>
                      <a:pt x="17156" y="0"/>
                    </a:moveTo>
                    <a:cubicBezTo>
                      <a:pt x="16744" y="0"/>
                      <a:pt x="16335" y="7"/>
                      <a:pt x="15928" y="21"/>
                    </a:cubicBezTo>
                    <a:cubicBezTo>
                      <a:pt x="15272" y="41"/>
                      <a:pt x="14609" y="113"/>
                      <a:pt x="13946" y="221"/>
                    </a:cubicBezTo>
                    <a:cubicBezTo>
                      <a:pt x="13197" y="346"/>
                      <a:pt x="12448" y="520"/>
                      <a:pt x="11704" y="733"/>
                    </a:cubicBezTo>
                    <a:lnTo>
                      <a:pt x="11700" y="735"/>
                    </a:lnTo>
                    <a:cubicBezTo>
                      <a:pt x="11695" y="735"/>
                      <a:pt x="11695" y="735"/>
                      <a:pt x="11693" y="737"/>
                    </a:cubicBezTo>
                    <a:cubicBezTo>
                      <a:pt x="11292" y="849"/>
                      <a:pt x="10893" y="974"/>
                      <a:pt x="10499" y="1111"/>
                    </a:cubicBezTo>
                    <a:cubicBezTo>
                      <a:pt x="10114" y="1244"/>
                      <a:pt x="9731" y="1381"/>
                      <a:pt x="9353" y="1531"/>
                    </a:cubicBezTo>
                    <a:cubicBezTo>
                      <a:pt x="9124" y="1621"/>
                      <a:pt x="8899" y="1711"/>
                      <a:pt x="8674" y="1807"/>
                    </a:cubicBezTo>
                    <a:cubicBezTo>
                      <a:pt x="7978" y="2097"/>
                      <a:pt x="7301" y="2410"/>
                      <a:pt x="6652" y="2732"/>
                    </a:cubicBezTo>
                    <a:cubicBezTo>
                      <a:pt x="6178" y="2967"/>
                      <a:pt x="5717" y="3208"/>
                      <a:pt x="5277" y="3450"/>
                    </a:cubicBezTo>
                    <a:cubicBezTo>
                      <a:pt x="4479" y="3883"/>
                      <a:pt x="3745" y="4319"/>
                      <a:pt x="3092" y="4726"/>
                    </a:cubicBezTo>
                    <a:cubicBezTo>
                      <a:pt x="2530" y="5080"/>
                      <a:pt x="2026" y="5412"/>
                      <a:pt x="1597" y="5704"/>
                    </a:cubicBezTo>
                    <a:cubicBezTo>
                      <a:pt x="780" y="6259"/>
                      <a:pt x="228" y="6676"/>
                      <a:pt x="28" y="6832"/>
                    </a:cubicBezTo>
                    <a:cubicBezTo>
                      <a:pt x="19" y="6838"/>
                      <a:pt x="9" y="6842"/>
                      <a:pt x="1" y="6850"/>
                    </a:cubicBezTo>
                    <a:lnTo>
                      <a:pt x="316" y="9205"/>
                    </a:lnTo>
                    <a:lnTo>
                      <a:pt x="682" y="11944"/>
                    </a:lnTo>
                    <a:cubicBezTo>
                      <a:pt x="682" y="11944"/>
                      <a:pt x="684" y="11940"/>
                      <a:pt x="688" y="11938"/>
                    </a:cubicBezTo>
                    <a:cubicBezTo>
                      <a:pt x="692" y="11936"/>
                      <a:pt x="692" y="11934"/>
                      <a:pt x="697" y="11930"/>
                    </a:cubicBezTo>
                    <a:lnTo>
                      <a:pt x="723" y="11906"/>
                    </a:lnTo>
                    <a:lnTo>
                      <a:pt x="740" y="11887"/>
                    </a:lnTo>
                    <a:cubicBezTo>
                      <a:pt x="746" y="11879"/>
                      <a:pt x="754" y="11875"/>
                      <a:pt x="760" y="11867"/>
                    </a:cubicBezTo>
                    <a:lnTo>
                      <a:pt x="785" y="11844"/>
                    </a:lnTo>
                    <a:cubicBezTo>
                      <a:pt x="825" y="11803"/>
                      <a:pt x="879" y="11754"/>
                      <a:pt x="942" y="11693"/>
                    </a:cubicBezTo>
                    <a:cubicBezTo>
                      <a:pt x="952" y="11683"/>
                      <a:pt x="963" y="11672"/>
                      <a:pt x="975" y="11662"/>
                    </a:cubicBezTo>
                    <a:cubicBezTo>
                      <a:pt x="1044" y="11597"/>
                      <a:pt x="1128" y="11519"/>
                      <a:pt x="1226" y="11433"/>
                    </a:cubicBezTo>
                    <a:cubicBezTo>
                      <a:pt x="1247" y="11417"/>
                      <a:pt x="1265" y="11398"/>
                      <a:pt x="1286" y="11382"/>
                    </a:cubicBezTo>
                    <a:cubicBezTo>
                      <a:pt x="1341" y="11327"/>
                      <a:pt x="1404" y="11271"/>
                      <a:pt x="1474" y="11212"/>
                    </a:cubicBezTo>
                    <a:cubicBezTo>
                      <a:pt x="1521" y="11171"/>
                      <a:pt x="1566" y="11132"/>
                      <a:pt x="1615" y="11089"/>
                    </a:cubicBezTo>
                    <a:cubicBezTo>
                      <a:pt x="1625" y="11081"/>
                      <a:pt x="1636" y="11071"/>
                      <a:pt x="1648" y="11061"/>
                    </a:cubicBezTo>
                    <a:cubicBezTo>
                      <a:pt x="1687" y="11030"/>
                      <a:pt x="1726" y="10997"/>
                      <a:pt x="1767" y="10962"/>
                    </a:cubicBezTo>
                    <a:cubicBezTo>
                      <a:pt x="1773" y="10956"/>
                      <a:pt x="1781" y="10948"/>
                      <a:pt x="1791" y="10942"/>
                    </a:cubicBezTo>
                    <a:cubicBezTo>
                      <a:pt x="1818" y="10917"/>
                      <a:pt x="1842" y="10897"/>
                      <a:pt x="1869" y="10876"/>
                    </a:cubicBezTo>
                    <a:cubicBezTo>
                      <a:pt x="1920" y="10833"/>
                      <a:pt x="1973" y="10791"/>
                      <a:pt x="2026" y="10748"/>
                    </a:cubicBezTo>
                    <a:cubicBezTo>
                      <a:pt x="2078" y="10703"/>
                      <a:pt x="2129" y="10662"/>
                      <a:pt x="2182" y="10621"/>
                    </a:cubicBezTo>
                    <a:cubicBezTo>
                      <a:pt x="2247" y="10565"/>
                      <a:pt x="2315" y="10514"/>
                      <a:pt x="2387" y="10457"/>
                    </a:cubicBezTo>
                    <a:cubicBezTo>
                      <a:pt x="2728" y="10189"/>
                      <a:pt x="3117" y="9898"/>
                      <a:pt x="3553" y="9594"/>
                    </a:cubicBezTo>
                    <a:cubicBezTo>
                      <a:pt x="3624" y="9542"/>
                      <a:pt x="3700" y="9491"/>
                      <a:pt x="3776" y="9440"/>
                    </a:cubicBezTo>
                    <a:cubicBezTo>
                      <a:pt x="3819" y="9412"/>
                      <a:pt x="3864" y="9381"/>
                      <a:pt x="3907" y="9352"/>
                    </a:cubicBezTo>
                    <a:cubicBezTo>
                      <a:pt x="3988" y="9297"/>
                      <a:pt x="4072" y="9240"/>
                      <a:pt x="4156" y="9184"/>
                    </a:cubicBezTo>
                    <a:cubicBezTo>
                      <a:pt x="4160" y="9184"/>
                      <a:pt x="4160" y="9184"/>
                      <a:pt x="4162" y="9182"/>
                    </a:cubicBezTo>
                    <a:cubicBezTo>
                      <a:pt x="4224" y="9141"/>
                      <a:pt x="4285" y="9103"/>
                      <a:pt x="4346" y="9062"/>
                    </a:cubicBezTo>
                    <a:cubicBezTo>
                      <a:pt x="4406" y="9021"/>
                      <a:pt x="4469" y="8982"/>
                      <a:pt x="4533" y="8941"/>
                    </a:cubicBezTo>
                    <a:cubicBezTo>
                      <a:pt x="4594" y="8900"/>
                      <a:pt x="4662" y="8859"/>
                      <a:pt x="4725" y="8818"/>
                    </a:cubicBezTo>
                    <a:cubicBezTo>
                      <a:pt x="4856" y="8736"/>
                      <a:pt x="4985" y="8655"/>
                      <a:pt x="5122" y="8573"/>
                    </a:cubicBezTo>
                    <a:cubicBezTo>
                      <a:pt x="5326" y="8450"/>
                      <a:pt x="5533" y="8327"/>
                      <a:pt x="5748" y="8202"/>
                    </a:cubicBezTo>
                    <a:cubicBezTo>
                      <a:pt x="5953" y="8084"/>
                      <a:pt x="6161" y="7969"/>
                      <a:pt x="6380" y="7853"/>
                    </a:cubicBezTo>
                    <a:cubicBezTo>
                      <a:pt x="6478" y="7795"/>
                      <a:pt x="6585" y="7742"/>
                      <a:pt x="6687" y="7685"/>
                    </a:cubicBezTo>
                    <a:cubicBezTo>
                      <a:pt x="6914" y="7566"/>
                      <a:pt x="7147" y="7445"/>
                      <a:pt x="7385" y="7327"/>
                    </a:cubicBezTo>
                    <a:cubicBezTo>
                      <a:pt x="7395" y="7323"/>
                      <a:pt x="7403" y="7321"/>
                      <a:pt x="7409" y="7314"/>
                    </a:cubicBezTo>
                    <a:cubicBezTo>
                      <a:pt x="7528" y="7253"/>
                      <a:pt x="7651" y="7198"/>
                      <a:pt x="7773" y="7139"/>
                    </a:cubicBezTo>
                    <a:cubicBezTo>
                      <a:pt x="7962" y="7046"/>
                      <a:pt x="8156" y="6954"/>
                      <a:pt x="8357" y="6864"/>
                    </a:cubicBezTo>
                    <a:cubicBezTo>
                      <a:pt x="8412" y="6840"/>
                      <a:pt x="8467" y="6815"/>
                      <a:pt x="8522" y="6791"/>
                    </a:cubicBezTo>
                    <a:cubicBezTo>
                      <a:pt x="8862" y="6637"/>
                      <a:pt x="9214" y="6488"/>
                      <a:pt x="9576" y="6343"/>
                    </a:cubicBezTo>
                    <a:lnTo>
                      <a:pt x="9719" y="6287"/>
                    </a:lnTo>
                    <a:cubicBezTo>
                      <a:pt x="9783" y="6261"/>
                      <a:pt x="9850" y="6236"/>
                      <a:pt x="9916" y="6210"/>
                    </a:cubicBezTo>
                    <a:lnTo>
                      <a:pt x="9950" y="6197"/>
                    </a:lnTo>
                    <a:cubicBezTo>
                      <a:pt x="10104" y="6136"/>
                      <a:pt x="10259" y="6077"/>
                      <a:pt x="10421" y="6017"/>
                    </a:cubicBezTo>
                    <a:cubicBezTo>
                      <a:pt x="10533" y="5974"/>
                      <a:pt x="10648" y="5933"/>
                      <a:pt x="10763" y="5893"/>
                    </a:cubicBezTo>
                    <a:cubicBezTo>
                      <a:pt x="10799" y="5880"/>
                      <a:pt x="10836" y="5864"/>
                      <a:pt x="10875" y="5852"/>
                    </a:cubicBezTo>
                    <a:cubicBezTo>
                      <a:pt x="11026" y="5798"/>
                      <a:pt x="11182" y="5745"/>
                      <a:pt x="11337" y="5694"/>
                    </a:cubicBezTo>
                    <a:cubicBezTo>
                      <a:pt x="11499" y="5639"/>
                      <a:pt x="11661" y="5588"/>
                      <a:pt x="11824" y="5537"/>
                    </a:cubicBezTo>
                    <a:cubicBezTo>
                      <a:pt x="11837" y="5532"/>
                      <a:pt x="11853" y="5526"/>
                      <a:pt x="11867" y="5522"/>
                    </a:cubicBezTo>
                    <a:cubicBezTo>
                      <a:pt x="11970" y="5492"/>
                      <a:pt x="12078" y="5459"/>
                      <a:pt x="12182" y="5428"/>
                    </a:cubicBezTo>
                    <a:cubicBezTo>
                      <a:pt x="12299" y="5391"/>
                      <a:pt x="12418" y="5359"/>
                      <a:pt x="12540" y="5322"/>
                    </a:cubicBezTo>
                    <a:cubicBezTo>
                      <a:pt x="12663" y="5287"/>
                      <a:pt x="12788" y="5254"/>
                      <a:pt x="12917" y="5217"/>
                    </a:cubicBezTo>
                    <a:cubicBezTo>
                      <a:pt x="13015" y="5193"/>
                      <a:pt x="13115" y="5164"/>
                      <a:pt x="13218" y="5138"/>
                    </a:cubicBezTo>
                    <a:cubicBezTo>
                      <a:pt x="13265" y="5129"/>
                      <a:pt x="13308" y="5115"/>
                      <a:pt x="13351" y="5105"/>
                    </a:cubicBezTo>
                    <a:cubicBezTo>
                      <a:pt x="13455" y="5076"/>
                      <a:pt x="13565" y="5050"/>
                      <a:pt x="13674" y="5023"/>
                    </a:cubicBezTo>
                    <a:cubicBezTo>
                      <a:pt x="13745" y="5007"/>
                      <a:pt x="13819" y="4988"/>
                      <a:pt x="13893" y="4970"/>
                    </a:cubicBezTo>
                    <a:cubicBezTo>
                      <a:pt x="13950" y="4956"/>
                      <a:pt x="14005" y="4941"/>
                      <a:pt x="14063" y="4929"/>
                    </a:cubicBezTo>
                    <a:cubicBezTo>
                      <a:pt x="14169" y="4904"/>
                      <a:pt x="14277" y="4880"/>
                      <a:pt x="14386" y="4855"/>
                    </a:cubicBezTo>
                    <a:cubicBezTo>
                      <a:pt x="14537" y="4825"/>
                      <a:pt x="14689" y="4792"/>
                      <a:pt x="14842" y="4759"/>
                    </a:cubicBezTo>
                    <a:cubicBezTo>
                      <a:pt x="15143" y="4696"/>
                      <a:pt x="15450" y="4640"/>
                      <a:pt x="15763" y="4587"/>
                    </a:cubicBezTo>
                    <a:cubicBezTo>
                      <a:pt x="15845" y="4571"/>
                      <a:pt x="15931" y="4559"/>
                      <a:pt x="16016" y="4542"/>
                    </a:cubicBezTo>
                    <a:cubicBezTo>
                      <a:pt x="16358" y="4485"/>
                      <a:pt x="16708" y="4436"/>
                      <a:pt x="17064" y="4389"/>
                    </a:cubicBezTo>
                    <a:cubicBezTo>
                      <a:pt x="17070" y="4389"/>
                      <a:pt x="17074" y="4389"/>
                      <a:pt x="17080" y="4387"/>
                    </a:cubicBezTo>
                    <a:cubicBezTo>
                      <a:pt x="17312" y="4358"/>
                      <a:pt x="17545" y="4332"/>
                      <a:pt x="17780" y="4305"/>
                    </a:cubicBezTo>
                    <a:cubicBezTo>
                      <a:pt x="17911" y="4293"/>
                      <a:pt x="18038" y="4280"/>
                      <a:pt x="18169" y="4266"/>
                    </a:cubicBezTo>
                    <a:cubicBezTo>
                      <a:pt x="18294" y="4254"/>
                      <a:pt x="18420" y="4244"/>
                      <a:pt x="18545" y="4233"/>
                    </a:cubicBezTo>
                    <a:cubicBezTo>
                      <a:pt x="18666" y="4223"/>
                      <a:pt x="18789" y="4213"/>
                      <a:pt x="18911" y="4205"/>
                    </a:cubicBezTo>
                    <a:cubicBezTo>
                      <a:pt x="19136" y="4190"/>
                      <a:pt x="19362" y="4178"/>
                      <a:pt x="19591" y="4168"/>
                    </a:cubicBezTo>
                    <a:cubicBezTo>
                      <a:pt x="19685" y="4162"/>
                      <a:pt x="19783" y="4158"/>
                      <a:pt x="19879" y="4154"/>
                    </a:cubicBezTo>
                    <a:cubicBezTo>
                      <a:pt x="19947" y="4151"/>
                      <a:pt x="20012" y="4149"/>
                      <a:pt x="20082" y="4147"/>
                    </a:cubicBezTo>
                    <a:cubicBezTo>
                      <a:pt x="20110" y="4147"/>
                      <a:pt x="20141" y="4147"/>
                      <a:pt x="20172" y="4143"/>
                    </a:cubicBezTo>
                    <a:cubicBezTo>
                      <a:pt x="20299" y="4141"/>
                      <a:pt x="20425" y="4139"/>
                      <a:pt x="20552" y="4137"/>
                    </a:cubicBezTo>
                    <a:lnTo>
                      <a:pt x="20571" y="4137"/>
                    </a:lnTo>
                    <a:cubicBezTo>
                      <a:pt x="20722" y="4133"/>
                      <a:pt x="20869" y="4131"/>
                      <a:pt x="21023" y="4131"/>
                    </a:cubicBezTo>
                    <a:lnTo>
                      <a:pt x="21056" y="4131"/>
                    </a:lnTo>
                    <a:cubicBezTo>
                      <a:pt x="21207" y="4131"/>
                      <a:pt x="21358" y="4133"/>
                      <a:pt x="21512" y="4137"/>
                    </a:cubicBezTo>
                    <a:cubicBezTo>
                      <a:pt x="21667" y="4139"/>
                      <a:pt x="21827" y="4141"/>
                      <a:pt x="21984" y="4147"/>
                    </a:cubicBezTo>
                    <a:cubicBezTo>
                      <a:pt x="22232" y="4154"/>
                      <a:pt x="22482" y="4164"/>
                      <a:pt x="22731" y="4178"/>
                    </a:cubicBezTo>
                    <a:cubicBezTo>
                      <a:pt x="22823" y="4180"/>
                      <a:pt x="22917" y="4184"/>
                      <a:pt x="23014" y="4192"/>
                    </a:cubicBezTo>
                    <a:cubicBezTo>
                      <a:pt x="23128" y="4201"/>
                      <a:pt x="23245" y="4209"/>
                      <a:pt x="23361" y="4215"/>
                    </a:cubicBezTo>
                    <a:cubicBezTo>
                      <a:pt x="23515" y="4225"/>
                      <a:pt x="23668" y="4239"/>
                      <a:pt x="23824" y="4252"/>
                    </a:cubicBezTo>
                    <a:cubicBezTo>
                      <a:pt x="23926" y="4260"/>
                      <a:pt x="24028" y="4270"/>
                      <a:pt x="24131" y="4280"/>
                    </a:cubicBezTo>
                    <a:cubicBezTo>
                      <a:pt x="24245" y="4291"/>
                      <a:pt x="24360" y="4303"/>
                      <a:pt x="24476" y="4315"/>
                    </a:cubicBezTo>
                    <a:cubicBezTo>
                      <a:pt x="24622" y="4332"/>
                      <a:pt x="24765" y="4346"/>
                      <a:pt x="24912" y="4364"/>
                    </a:cubicBezTo>
                    <a:cubicBezTo>
                      <a:pt x="25061" y="4379"/>
                      <a:pt x="25207" y="4397"/>
                      <a:pt x="25356" y="4417"/>
                    </a:cubicBezTo>
                    <a:cubicBezTo>
                      <a:pt x="25401" y="4426"/>
                      <a:pt x="25450" y="4430"/>
                      <a:pt x="25495" y="4438"/>
                    </a:cubicBezTo>
                    <a:cubicBezTo>
                      <a:pt x="25593" y="4450"/>
                      <a:pt x="25694" y="4465"/>
                      <a:pt x="25792" y="4479"/>
                    </a:cubicBezTo>
                    <a:cubicBezTo>
                      <a:pt x="26017" y="4510"/>
                      <a:pt x="26246" y="4546"/>
                      <a:pt x="26473" y="4581"/>
                    </a:cubicBezTo>
                    <a:cubicBezTo>
                      <a:pt x="26618" y="4608"/>
                      <a:pt x="26768" y="4632"/>
                      <a:pt x="26915" y="4659"/>
                    </a:cubicBezTo>
                    <a:cubicBezTo>
                      <a:pt x="26987" y="4671"/>
                      <a:pt x="27062" y="4683"/>
                      <a:pt x="27136" y="4700"/>
                    </a:cubicBezTo>
                    <a:cubicBezTo>
                      <a:pt x="27202" y="4712"/>
                      <a:pt x="27271" y="4724"/>
                      <a:pt x="27341" y="4737"/>
                    </a:cubicBezTo>
                    <a:cubicBezTo>
                      <a:pt x="27455" y="4757"/>
                      <a:pt x="27574" y="4782"/>
                      <a:pt x="27691" y="4804"/>
                    </a:cubicBezTo>
                    <a:cubicBezTo>
                      <a:pt x="27926" y="4853"/>
                      <a:pt x="28163" y="4900"/>
                      <a:pt x="28398" y="4951"/>
                    </a:cubicBezTo>
                    <a:cubicBezTo>
                      <a:pt x="28407" y="4951"/>
                      <a:pt x="28413" y="4956"/>
                      <a:pt x="28419" y="4958"/>
                    </a:cubicBezTo>
                    <a:cubicBezTo>
                      <a:pt x="28540" y="4982"/>
                      <a:pt x="28656" y="5009"/>
                      <a:pt x="28775" y="5037"/>
                    </a:cubicBezTo>
                    <a:cubicBezTo>
                      <a:pt x="28896" y="5064"/>
                      <a:pt x="29012" y="5093"/>
                      <a:pt x="29133" y="5121"/>
                    </a:cubicBezTo>
                    <a:cubicBezTo>
                      <a:pt x="29370" y="5176"/>
                      <a:pt x="29612" y="5238"/>
                      <a:pt x="29853" y="5303"/>
                    </a:cubicBezTo>
                    <a:cubicBezTo>
                      <a:pt x="30608" y="5498"/>
                      <a:pt x="31394" y="5755"/>
                      <a:pt x="32173" y="6011"/>
                    </a:cubicBezTo>
                    <a:lnTo>
                      <a:pt x="32425" y="1950"/>
                    </a:lnTo>
                    <a:cubicBezTo>
                      <a:pt x="32300" y="1919"/>
                      <a:pt x="31678" y="1770"/>
                      <a:pt x="30698" y="1572"/>
                    </a:cubicBezTo>
                    <a:cubicBezTo>
                      <a:pt x="30170" y="1461"/>
                      <a:pt x="29540" y="1336"/>
                      <a:pt x="28828" y="1203"/>
                    </a:cubicBezTo>
                    <a:cubicBezTo>
                      <a:pt x="28302" y="1105"/>
                      <a:pt x="27731" y="1007"/>
                      <a:pt x="27122" y="907"/>
                    </a:cubicBezTo>
                    <a:cubicBezTo>
                      <a:pt x="26598" y="819"/>
                      <a:pt x="26046" y="735"/>
                      <a:pt x="25473" y="653"/>
                    </a:cubicBezTo>
                    <a:cubicBezTo>
                      <a:pt x="24886" y="571"/>
                      <a:pt x="24274" y="489"/>
                      <a:pt x="23644" y="416"/>
                    </a:cubicBezTo>
                    <a:cubicBezTo>
                      <a:pt x="23372" y="385"/>
                      <a:pt x="23091" y="354"/>
                      <a:pt x="22813" y="324"/>
                    </a:cubicBezTo>
                    <a:cubicBezTo>
                      <a:pt x="22068" y="244"/>
                      <a:pt x="21311" y="174"/>
                      <a:pt x="20544" y="123"/>
                    </a:cubicBezTo>
                    <a:cubicBezTo>
                      <a:pt x="19981" y="86"/>
                      <a:pt x="19419" y="56"/>
                      <a:pt x="18854" y="35"/>
                    </a:cubicBezTo>
                    <a:cubicBezTo>
                      <a:pt x="18287" y="13"/>
                      <a:pt x="17719" y="0"/>
                      <a:pt x="17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7"/>
              <p:cNvSpPr/>
              <p:nvPr/>
            </p:nvSpPr>
            <p:spPr>
              <a:xfrm>
                <a:off x="1515072" y="2671696"/>
                <a:ext cx="2051844" cy="633578"/>
              </a:xfrm>
              <a:custGeom>
                <a:rect b="b" l="l" r="r" t="t"/>
                <a:pathLst>
                  <a:path extrusionOk="0" h="10440" w="33810">
                    <a:moveTo>
                      <a:pt x="20341" y="1"/>
                    </a:moveTo>
                    <a:cubicBezTo>
                      <a:pt x="20188" y="1"/>
                      <a:pt x="20040" y="3"/>
                      <a:pt x="19889" y="5"/>
                    </a:cubicBezTo>
                    <a:lnTo>
                      <a:pt x="19870" y="5"/>
                    </a:lnTo>
                    <a:cubicBezTo>
                      <a:pt x="19744" y="5"/>
                      <a:pt x="19617" y="11"/>
                      <a:pt x="19490" y="13"/>
                    </a:cubicBezTo>
                    <a:cubicBezTo>
                      <a:pt x="19459" y="13"/>
                      <a:pt x="19429" y="15"/>
                      <a:pt x="19400" y="15"/>
                    </a:cubicBezTo>
                    <a:cubicBezTo>
                      <a:pt x="19334" y="17"/>
                      <a:pt x="19265" y="17"/>
                      <a:pt x="19197" y="23"/>
                    </a:cubicBezTo>
                    <a:cubicBezTo>
                      <a:pt x="19101" y="25"/>
                      <a:pt x="19007" y="32"/>
                      <a:pt x="18909" y="36"/>
                    </a:cubicBezTo>
                    <a:cubicBezTo>
                      <a:pt x="18680" y="46"/>
                      <a:pt x="18455" y="58"/>
                      <a:pt x="18230" y="75"/>
                    </a:cubicBezTo>
                    <a:cubicBezTo>
                      <a:pt x="18107" y="83"/>
                      <a:pt x="17986" y="93"/>
                      <a:pt x="17863" y="103"/>
                    </a:cubicBezTo>
                    <a:cubicBezTo>
                      <a:pt x="17739" y="113"/>
                      <a:pt x="17612" y="124"/>
                      <a:pt x="17487" y="136"/>
                    </a:cubicBezTo>
                    <a:cubicBezTo>
                      <a:pt x="17356" y="148"/>
                      <a:pt x="17229" y="161"/>
                      <a:pt x="17098" y="175"/>
                    </a:cubicBezTo>
                    <a:cubicBezTo>
                      <a:pt x="16861" y="199"/>
                      <a:pt x="16628" y="228"/>
                      <a:pt x="16399" y="257"/>
                    </a:cubicBezTo>
                    <a:cubicBezTo>
                      <a:pt x="16392" y="257"/>
                      <a:pt x="16388" y="257"/>
                      <a:pt x="16382" y="259"/>
                    </a:cubicBezTo>
                    <a:cubicBezTo>
                      <a:pt x="16026" y="304"/>
                      <a:pt x="15676" y="355"/>
                      <a:pt x="15335" y="412"/>
                    </a:cubicBezTo>
                    <a:cubicBezTo>
                      <a:pt x="15249" y="424"/>
                      <a:pt x="15165" y="441"/>
                      <a:pt x="15081" y="455"/>
                    </a:cubicBezTo>
                    <a:cubicBezTo>
                      <a:pt x="14772" y="508"/>
                      <a:pt x="14465" y="568"/>
                      <a:pt x="14160" y="629"/>
                    </a:cubicBezTo>
                    <a:cubicBezTo>
                      <a:pt x="14007" y="660"/>
                      <a:pt x="13855" y="690"/>
                      <a:pt x="13704" y="723"/>
                    </a:cubicBezTo>
                    <a:cubicBezTo>
                      <a:pt x="13598" y="750"/>
                      <a:pt x="13487" y="772"/>
                      <a:pt x="13381" y="799"/>
                    </a:cubicBezTo>
                    <a:cubicBezTo>
                      <a:pt x="13323" y="811"/>
                      <a:pt x="13268" y="823"/>
                      <a:pt x="13211" y="840"/>
                    </a:cubicBezTo>
                    <a:cubicBezTo>
                      <a:pt x="13139" y="856"/>
                      <a:pt x="13066" y="875"/>
                      <a:pt x="12992" y="893"/>
                    </a:cubicBezTo>
                    <a:cubicBezTo>
                      <a:pt x="12884" y="918"/>
                      <a:pt x="12773" y="946"/>
                      <a:pt x="12669" y="975"/>
                    </a:cubicBezTo>
                    <a:cubicBezTo>
                      <a:pt x="12624" y="985"/>
                      <a:pt x="12579" y="995"/>
                      <a:pt x="12536" y="1008"/>
                    </a:cubicBezTo>
                    <a:cubicBezTo>
                      <a:pt x="12434" y="1034"/>
                      <a:pt x="12333" y="1059"/>
                      <a:pt x="12235" y="1087"/>
                    </a:cubicBezTo>
                    <a:cubicBezTo>
                      <a:pt x="12108" y="1122"/>
                      <a:pt x="11983" y="1157"/>
                      <a:pt x="11859" y="1192"/>
                    </a:cubicBezTo>
                    <a:cubicBezTo>
                      <a:pt x="11736" y="1224"/>
                      <a:pt x="11617" y="1261"/>
                      <a:pt x="11501" y="1296"/>
                    </a:cubicBezTo>
                    <a:cubicBezTo>
                      <a:pt x="11396" y="1327"/>
                      <a:pt x="11290" y="1357"/>
                      <a:pt x="11186" y="1392"/>
                    </a:cubicBezTo>
                    <a:cubicBezTo>
                      <a:pt x="11171" y="1396"/>
                      <a:pt x="11157" y="1400"/>
                      <a:pt x="11143" y="1406"/>
                    </a:cubicBezTo>
                    <a:cubicBezTo>
                      <a:pt x="10979" y="1458"/>
                      <a:pt x="10817" y="1509"/>
                      <a:pt x="10656" y="1562"/>
                    </a:cubicBezTo>
                    <a:cubicBezTo>
                      <a:pt x="10502" y="1617"/>
                      <a:pt x="10347" y="1668"/>
                      <a:pt x="10193" y="1722"/>
                    </a:cubicBezTo>
                    <a:cubicBezTo>
                      <a:pt x="10158" y="1734"/>
                      <a:pt x="10120" y="1748"/>
                      <a:pt x="10081" y="1762"/>
                    </a:cubicBezTo>
                    <a:cubicBezTo>
                      <a:pt x="9966" y="1805"/>
                      <a:pt x="9852" y="1846"/>
                      <a:pt x="9739" y="1887"/>
                    </a:cubicBezTo>
                    <a:cubicBezTo>
                      <a:pt x="9579" y="1949"/>
                      <a:pt x="9424" y="2004"/>
                      <a:pt x="9268" y="2065"/>
                    </a:cubicBezTo>
                    <a:lnTo>
                      <a:pt x="9234" y="2080"/>
                    </a:lnTo>
                    <a:lnTo>
                      <a:pt x="9037" y="2155"/>
                    </a:lnTo>
                    <a:lnTo>
                      <a:pt x="8894" y="2213"/>
                    </a:lnTo>
                    <a:cubicBezTo>
                      <a:pt x="8534" y="2358"/>
                      <a:pt x="8180" y="2507"/>
                      <a:pt x="7840" y="2661"/>
                    </a:cubicBezTo>
                    <a:cubicBezTo>
                      <a:pt x="7785" y="2685"/>
                      <a:pt x="7730" y="2708"/>
                      <a:pt x="7675" y="2734"/>
                    </a:cubicBezTo>
                    <a:cubicBezTo>
                      <a:pt x="7478" y="2826"/>
                      <a:pt x="7280" y="2916"/>
                      <a:pt x="7092" y="3008"/>
                    </a:cubicBezTo>
                    <a:cubicBezTo>
                      <a:pt x="6969" y="3066"/>
                      <a:pt x="6848" y="3125"/>
                      <a:pt x="6727" y="3184"/>
                    </a:cubicBezTo>
                    <a:cubicBezTo>
                      <a:pt x="6721" y="3188"/>
                      <a:pt x="6713" y="3193"/>
                      <a:pt x="6703" y="3197"/>
                    </a:cubicBezTo>
                    <a:cubicBezTo>
                      <a:pt x="6466" y="3317"/>
                      <a:pt x="6232" y="3438"/>
                      <a:pt x="6005" y="3555"/>
                    </a:cubicBezTo>
                    <a:cubicBezTo>
                      <a:pt x="5903" y="3612"/>
                      <a:pt x="5797" y="3665"/>
                      <a:pt x="5698" y="3720"/>
                    </a:cubicBezTo>
                    <a:cubicBezTo>
                      <a:pt x="5479" y="3839"/>
                      <a:pt x="5269" y="3954"/>
                      <a:pt x="5066" y="4072"/>
                    </a:cubicBezTo>
                    <a:cubicBezTo>
                      <a:pt x="4851" y="4195"/>
                      <a:pt x="4641" y="4318"/>
                      <a:pt x="4440" y="4443"/>
                    </a:cubicBezTo>
                    <a:cubicBezTo>
                      <a:pt x="4303" y="4524"/>
                      <a:pt x="4174" y="4606"/>
                      <a:pt x="4043" y="4688"/>
                    </a:cubicBezTo>
                    <a:cubicBezTo>
                      <a:pt x="3980" y="4729"/>
                      <a:pt x="3912" y="4770"/>
                      <a:pt x="3851" y="4811"/>
                    </a:cubicBezTo>
                    <a:cubicBezTo>
                      <a:pt x="3789" y="4852"/>
                      <a:pt x="3726" y="4891"/>
                      <a:pt x="3665" y="4932"/>
                    </a:cubicBezTo>
                    <a:cubicBezTo>
                      <a:pt x="3603" y="4973"/>
                      <a:pt x="3542" y="5009"/>
                      <a:pt x="3481" y="5050"/>
                    </a:cubicBezTo>
                    <a:cubicBezTo>
                      <a:pt x="3479" y="5050"/>
                      <a:pt x="3479" y="5050"/>
                      <a:pt x="3474" y="5054"/>
                    </a:cubicBezTo>
                    <a:cubicBezTo>
                      <a:pt x="3391" y="5110"/>
                      <a:pt x="3307" y="5167"/>
                      <a:pt x="3225" y="5222"/>
                    </a:cubicBezTo>
                    <a:cubicBezTo>
                      <a:pt x="3178" y="5251"/>
                      <a:pt x="3137" y="5279"/>
                      <a:pt x="3094" y="5310"/>
                    </a:cubicBezTo>
                    <a:cubicBezTo>
                      <a:pt x="3020" y="5361"/>
                      <a:pt x="2942" y="5412"/>
                      <a:pt x="2871" y="5464"/>
                    </a:cubicBezTo>
                    <a:cubicBezTo>
                      <a:pt x="2435" y="5770"/>
                      <a:pt x="2042" y="6061"/>
                      <a:pt x="1705" y="6327"/>
                    </a:cubicBezTo>
                    <a:cubicBezTo>
                      <a:pt x="1637" y="6384"/>
                      <a:pt x="1568" y="6437"/>
                      <a:pt x="1500" y="6491"/>
                    </a:cubicBezTo>
                    <a:cubicBezTo>
                      <a:pt x="1447" y="6534"/>
                      <a:pt x="1396" y="6574"/>
                      <a:pt x="1345" y="6615"/>
                    </a:cubicBezTo>
                    <a:cubicBezTo>
                      <a:pt x="1291" y="6660"/>
                      <a:pt x="1238" y="6703"/>
                      <a:pt x="1187" y="6746"/>
                    </a:cubicBezTo>
                    <a:cubicBezTo>
                      <a:pt x="1160" y="6769"/>
                      <a:pt x="1136" y="6789"/>
                      <a:pt x="1109" y="6810"/>
                    </a:cubicBezTo>
                    <a:cubicBezTo>
                      <a:pt x="1101" y="6818"/>
                      <a:pt x="1091" y="6824"/>
                      <a:pt x="1085" y="6830"/>
                    </a:cubicBezTo>
                    <a:cubicBezTo>
                      <a:pt x="1044" y="6865"/>
                      <a:pt x="1005" y="6898"/>
                      <a:pt x="966" y="6930"/>
                    </a:cubicBezTo>
                    <a:cubicBezTo>
                      <a:pt x="954" y="6941"/>
                      <a:pt x="944" y="6951"/>
                      <a:pt x="933" y="6959"/>
                    </a:cubicBezTo>
                    <a:cubicBezTo>
                      <a:pt x="884" y="7002"/>
                      <a:pt x="839" y="7043"/>
                      <a:pt x="792" y="7082"/>
                    </a:cubicBezTo>
                    <a:cubicBezTo>
                      <a:pt x="727" y="7143"/>
                      <a:pt x="661" y="7196"/>
                      <a:pt x="604" y="7250"/>
                    </a:cubicBezTo>
                    <a:cubicBezTo>
                      <a:pt x="584" y="7266"/>
                      <a:pt x="565" y="7282"/>
                      <a:pt x="545" y="7301"/>
                    </a:cubicBezTo>
                    <a:cubicBezTo>
                      <a:pt x="451" y="7385"/>
                      <a:pt x="365" y="7464"/>
                      <a:pt x="293" y="7532"/>
                    </a:cubicBezTo>
                    <a:cubicBezTo>
                      <a:pt x="281" y="7542"/>
                      <a:pt x="270" y="7552"/>
                      <a:pt x="260" y="7563"/>
                    </a:cubicBezTo>
                    <a:cubicBezTo>
                      <a:pt x="195" y="7624"/>
                      <a:pt x="144" y="7673"/>
                      <a:pt x="103" y="7714"/>
                    </a:cubicBezTo>
                    <a:lnTo>
                      <a:pt x="78" y="7737"/>
                    </a:lnTo>
                    <a:cubicBezTo>
                      <a:pt x="72" y="7745"/>
                      <a:pt x="64" y="7749"/>
                      <a:pt x="58" y="7757"/>
                    </a:cubicBezTo>
                    <a:lnTo>
                      <a:pt x="41" y="7775"/>
                    </a:lnTo>
                    <a:cubicBezTo>
                      <a:pt x="31" y="7786"/>
                      <a:pt x="21" y="7792"/>
                      <a:pt x="15" y="7800"/>
                    </a:cubicBezTo>
                    <a:lnTo>
                      <a:pt x="7" y="7808"/>
                    </a:lnTo>
                    <a:cubicBezTo>
                      <a:pt x="5" y="7810"/>
                      <a:pt x="0" y="7812"/>
                      <a:pt x="2" y="7816"/>
                    </a:cubicBezTo>
                    <a:cubicBezTo>
                      <a:pt x="58" y="7863"/>
                      <a:pt x="1848" y="9404"/>
                      <a:pt x="1848" y="9412"/>
                    </a:cubicBezTo>
                    <a:cubicBezTo>
                      <a:pt x="1848" y="9412"/>
                      <a:pt x="2314" y="9940"/>
                      <a:pt x="2994" y="10439"/>
                    </a:cubicBezTo>
                    <a:cubicBezTo>
                      <a:pt x="2994" y="10439"/>
                      <a:pt x="3000" y="10435"/>
                      <a:pt x="3008" y="10421"/>
                    </a:cubicBezTo>
                    <a:cubicBezTo>
                      <a:pt x="3092" y="10304"/>
                      <a:pt x="3626" y="9600"/>
                      <a:pt x="4747" y="8719"/>
                    </a:cubicBezTo>
                    <a:cubicBezTo>
                      <a:pt x="4829" y="8655"/>
                      <a:pt x="4913" y="8588"/>
                      <a:pt x="5003" y="8522"/>
                    </a:cubicBezTo>
                    <a:cubicBezTo>
                      <a:pt x="5170" y="8393"/>
                      <a:pt x="5351" y="8266"/>
                      <a:pt x="5541" y="8133"/>
                    </a:cubicBezTo>
                    <a:cubicBezTo>
                      <a:pt x="6079" y="7761"/>
                      <a:pt x="6711" y="7379"/>
                      <a:pt x="7448" y="7002"/>
                    </a:cubicBezTo>
                    <a:cubicBezTo>
                      <a:pt x="7789" y="6826"/>
                      <a:pt x="8155" y="6652"/>
                      <a:pt x="8544" y="6482"/>
                    </a:cubicBezTo>
                    <a:cubicBezTo>
                      <a:pt x="9045" y="6266"/>
                      <a:pt x="9588" y="6053"/>
                      <a:pt x="10171" y="5856"/>
                    </a:cubicBezTo>
                    <a:cubicBezTo>
                      <a:pt x="10324" y="5803"/>
                      <a:pt x="10480" y="5752"/>
                      <a:pt x="10641" y="5703"/>
                    </a:cubicBezTo>
                    <a:cubicBezTo>
                      <a:pt x="10991" y="5590"/>
                      <a:pt x="11357" y="5486"/>
                      <a:pt x="11736" y="5386"/>
                    </a:cubicBezTo>
                    <a:cubicBezTo>
                      <a:pt x="12552" y="5171"/>
                      <a:pt x="13434" y="4985"/>
                      <a:pt x="14385" y="4833"/>
                    </a:cubicBezTo>
                    <a:cubicBezTo>
                      <a:pt x="15009" y="4737"/>
                      <a:pt x="15662" y="4655"/>
                      <a:pt x="16343" y="4594"/>
                    </a:cubicBezTo>
                    <a:cubicBezTo>
                      <a:pt x="16906" y="4543"/>
                      <a:pt x="17487" y="4504"/>
                      <a:pt x="18093" y="4482"/>
                    </a:cubicBezTo>
                    <a:cubicBezTo>
                      <a:pt x="18559" y="4461"/>
                      <a:pt x="19037" y="4451"/>
                      <a:pt x="19527" y="4451"/>
                    </a:cubicBezTo>
                    <a:cubicBezTo>
                      <a:pt x="19712" y="4451"/>
                      <a:pt x="19899" y="4452"/>
                      <a:pt x="20087" y="4455"/>
                    </a:cubicBezTo>
                    <a:cubicBezTo>
                      <a:pt x="20681" y="4465"/>
                      <a:pt x="21294" y="4486"/>
                      <a:pt x="21927" y="4524"/>
                    </a:cubicBezTo>
                    <a:cubicBezTo>
                      <a:pt x="21976" y="4527"/>
                      <a:pt x="22025" y="4529"/>
                      <a:pt x="22076" y="4535"/>
                    </a:cubicBezTo>
                    <a:cubicBezTo>
                      <a:pt x="22262" y="4545"/>
                      <a:pt x="22450" y="4557"/>
                      <a:pt x="22643" y="4574"/>
                    </a:cubicBezTo>
                    <a:cubicBezTo>
                      <a:pt x="23140" y="4610"/>
                      <a:pt x="23645" y="4657"/>
                      <a:pt x="24165" y="4713"/>
                    </a:cubicBezTo>
                    <a:cubicBezTo>
                      <a:pt x="24730" y="4774"/>
                      <a:pt x="25309" y="4850"/>
                      <a:pt x="25902" y="4934"/>
                    </a:cubicBezTo>
                    <a:cubicBezTo>
                      <a:pt x="26100" y="4962"/>
                      <a:pt x="26301" y="4989"/>
                      <a:pt x="26505" y="5024"/>
                    </a:cubicBezTo>
                    <a:cubicBezTo>
                      <a:pt x="27592" y="5191"/>
                      <a:pt x="28725" y="5404"/>
                      <a:pt x="29904" y="5660"/>
                    </a:cubicBezTo>
                    <a:cubicBezTo>
                      <a:pt x="30342" y="5754"/>
                      <a:pt x="30783" y="5854"/>
                      <a:pt x="31234" y="5961"/>
                    </a:cubicBezTo>
                    <a:cubicBezTo>
                      <a:pt x="31412" y="6006"/>
                      <a:pt x="31594" y="6049"/>
                      <a:pt x="31776" y="6094"/>
                    </a:cubicBezTo>
                    <a:lnTo>
                      <a:pt x="33809" y="2941"/>
                    </a:lnTo>
                    <a:cubicBezTo>
                      <a:pt x="33032" y="2605"/>
                      <a:pt x="32144" y="2073"/>
                      <a:pt x="31387" y="1818"/>
                    </a:cubicBezTo>
                    <a:cubicBezTo>
                      <a:pt x="31385" y="1818"/>
                      <a:pt x="31381" y="1818"/>
                      <a:pt x="31379" y="1816"/>
                    </a:cubicBezTo>
                    <a:cubicBezTo>
                      <a:pt x="30632" y="1576"/>
                      <a:pt x="29895" y="1357"/>
                      <a:pt x="29171" y="1171"/>
                    </a:cubicBezTo>
                    <a:cubicBezTo>
                      <a:pt x="28930" y="1108"/>
                      <a:pt x="28688" y="1046"/>
                      <a:pt x="28451" y="989"/>
                    </a:cubicBezTo>
                    <a:cubicBezTo>
                      <a:pt x="28330" y="963"/>
                      <a:pt x="28210" y="934"/>
                      <a:pt x="28093" y="905"/>
                    </a:cubicBezTo>
                    <a:cubicBezTo>
                      <a:pt x="27974" y="881"/>
                      <a:pt x="27856" y="852"/>
                      <a:pt x="27737" y="825"/>
                    </a:cubicBezTo>
                    <a:cubicBezTo>
                      <a:pt x="27733" y="823"/>
                      <a:pt x="27725" y="823"/>
                      <a:pt x="27717" y="821"/>
                    </a:cubicBezTo>
                    <a:cubicBezTo>
                      <a:pt x="27479" y="770"/>
                      <a:pt x="27244" y="721"/>
                      <a:pt x="27009" y="672"/>
                    </a:cubicBezTo>
                    <a:cubicBezTo>
                      <a:pt x="26890" y="649"/>
                      <a:pt x="26773" y="629"/>
                      <a:pt x="26659" y="607"/>
                    </a:cubicBezTo>
                    <a:cubicBezTo>
                      <a:pt x="26591" y="594"/>
                      <a:pt x="26522" y="580"/>
                      <a:pt x="26454" y="568"/>
                    </a:cubicBezTo>
                    <a:cubicBezTo>
                      <a:pt x="26383" y="553"/>
                      <a:pt x="26305" y="539"/>
                      <a:pt x="26233" y="527"/>
                    </a:cubicBezTo>
                    <a:cubicBezTo>
                      <a:pt x="26086" y="502"/>
                      <a:pt x="25939" y="476"/>
                      <a:pt x="25791" y="451"/>
                    </a:cubicBezTo>
                    <a:cubicBezTo>
                      <a:pt x="25564" y="414"/>
                      <a:pt x="25335" y="381"/>
                      <a:pt x="25110" y="349"/>
                    </a:cubicBezTo>
                    <a:cubicBezTo>
                      <a:pt x="25012" y="332"/>
                      <a:pt x="24914" y="320"/>
                      <a:pt x="24813" y="308"/>
                    </a:cubicBezTo>
                    <a:cubicBezTo>
                      <a:pt x="24768" y="300"/>
                      <a:pt x="24719" y="293"/>
                      <a:pt x="24674" y="287"/>
                    </a:cubicBezTo>
                    <a:cubicBezTo>
                      <a:pt x="24525" y="269"/>
                      <a:pt x="24380" y="251"/>
                      <a:pt x="24230" y="232"/>
                    </a:cubicBezTo>
                    <a:cubicBezTo>
                      <a:pt x="24083" y="216"/>
                      <a:pt x="23940" y="199"/>
                      <a:pt x="23795" y="185"/>
                    </a:cubicBezTo>
                    <a:cubicBezTo>
                      <a:pt x="23678" y="171"/>
                      <a:pt x="23563" y="158"/>
                      <a:pt x="23449" y="148"/>
                    </a:cubicBezTo>
                    <a:cubicBezTo>
                      <a:pt x="23346" y="138"/>
                      <a:pt x="23244" y="130"/>
                      <a:pt x="23142" y="120"/>
                    </a:cubicBezTo>
                    <a:cubicBezTo>
                      <a:pt x="22986" y="107"/>
                      <a:pt x="22833" y="97"/>
                      <a:pt x="22680" y="85"/>
                    </a:cubicBezTo>
                    <a:cubicBezTo>
                      <a:pt x="22561" y="77"/>
                      <a:pt x="22446" y="68"/>
                      <a:pt x="22332" y="62"/>
                    </a:cubicBezTo>
                    <a:cubicBezTo>
                      <a:pt x="22240" y="56"/>
                      <a:pt x="22143" y="52"/>
                      <a:pt x="22049" y="46"/>
                    </a:cubicBezTo>
                    <a:cubicBezTo>
                      <a:pt x="21800" y="34"/>
                      <a:pt x="21550" y="23"/>
                      <a:pt x="21303" y="15"/>
                    </a:cubicBezTo>
                    <a:cubicBezTo>
                      <a:pt x="21145" y="11"/>
                      <a:pt x="20988" y="7"/>
                      <a:pt x="20830" y="5"/>
                    </a:cubicBezTo>
                    <a:cubicBezTo>
                      <a:pt x="20677" y="3"/>
                      <a:pt x="20525" y="1"/>
                      <a:pt x="203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7"/>
              <p:cNvSpPr/>
              <p:nvPr/>
            </p:nvSpPr>
            <p:spPr>
              <a:xfrm>
                <a:off x="1916343" y="3357594"/>
                <a:ext cx="1400850" cy="580294"/>
              </a:xfrm>
              <a:custGeom>
                <a:rect b="b" l="l" r="r" t="t"/>
                <a:pathLst>
                  <a:path extrusionOk="0" h="9562" w="23083">
                    <a:moveTo>
                      <a:pt x="14386" y="1"/>
                    </a:moveTo>
                    <a:cubicBezTo>
                      <a:pt x="14243" y="1"/>
                      <a:pt x="14101" y="5"/>
                      <a:pt x="13962" y="9"/>
                    </a:cubicBezTo>
                    <a:cubicBezTo>
                      <a:pt x="13944" y="9"/>
                      <a:pt x="13927" y="9"/>
                      <a:pt x="13911" y="11"/>
                    </a:cubicBezTo>
                    <a:cubicBezTo>
                      <a:pt x="13799" y="15"/>
                      <a:pt x="13688" y="19"/>
                      <a:pt x="13580" y="25"/>
                    </a:cubicBezTo>
                    <a:cubicBezTo>
                      <a:pt x="13557" y="25"/>
                      <a:pt x="13535" y="25"/>
                      <a:pt x="13512" y="27"/>
                    </a:cubicBezTo>
                    <a:cubicBezTo>
                      <a:pt x="13504" y="27"/>
                      <a:pt x="13496" y="29"/>
                      <a:pt x="13488" y="29"/>
                    </a:cubicBezTo>
                    <a:cubicBezTo>
                      <a:pt x="13416" y="31"/>
                      <a:pt x="13340" y="37"/>
                      <a:pt x="13267" y="42"/>
                    </a:cubicBezTo>
                    <a:cubicBezTo>
                      <a:pt x="13205" y="46"/>
                      <a:pt x="13140" y="50"/>
                      <a:pt x="13078" y="56"/>
                    </a:cubicBezTo>
                    <a:cubicBezTo>
                      <a:pt x="13031" y="58"/>
                      <a:pt x="12984" y="60"/>
                      <a:pt x="12939" y="66"/>
                    </a:cubicBezTo>
                    <a:cubicBezTo>
                      <a:pt x="12862" y="70"/>
                      <a:pt x="12782" y="78"/>
                      <a:pt x="12704" y="87"/>
                    </a:cubicBezTo>
                    <a:cubicBezTo>
                      <a:pt x="12583" y="97"/>
                      <a:pt x="12463" y="109"/>
                      <a:pt x="12346" y="121"/>
                    </a:cubicBezTo>
                    <a:cubicBezTo>
                      <a:pt x="12309" y="123"/>
                      <a:pt x="12274" y="130"/>
                      <a:pt x="12238" y="134"/>
                    </a:cubicBezTo>
                    <a:cubicBezTo>
                      <a:pt x="12133" y="148"/>
                      <a:pt x="12029" y="158"/>
                      <a:pt x="11927" y="172"/>
                    </a:cubicBezTo>
                    <a:cubicBezTo>
                      <a:pt x="11912" y="172"/>
                      <a:pt x="11902" y="175"/>
                      <a:pt x="11890" y="179"/>
                    </a:cubicBezTo>
                    <a:cubicBezTo>
                      <a:pt x="11816" y="189"/>
                      <a:pt x="11738" y="195"/>
                      <a:pt x="11665" y="209"/>
                    </a:cubicBezTo>
                    <a:cubicBezTo>
                      <a:pt x="11503" y="232"/>
                      <a:pt x="11348" y="254"/>
                      <a:pt x="11192" y="283"/>
                    </a:cubicBezTo>
                    <a:cubicBezTo>
                      <a:pt x="11131" y="293"/>
                      <a:pt x="11069" y="303"/>
                      <a:pt x="11008" y="316"/>
                    </a:cubicBezTo>
                    <a:cubicBezTo>
                      <a:pt x="10936" y="326"/>
                      <a:pt x="10867" y="338"/>
                      <a:pt x="10795" y="355"/>
                    </a:cubicBezTo>
                    <a:cubicBezTo>
                      <a:pt x="10732" y="367"/>
                      <a:pt x="10664" y="379"/>
                      <a:pt x="10599" y="393"/>
                    </a:cubicBezTo>
                    <a:cubicBezTo>
                      <a:pt x="10550" y="404"/>
                      <a:pt x="10505" y="414"/>
                      <a:pt x="10458" y="424"/>
                    </a:cubicBezTo>
                    <a:cubicBezTo>
                      <a:pt x="10300" y="457"/>
                      <a:pt x="10140" y="492"/>
                      <a:pt x="9985" y="531"/>
                    </a:cubicBezTo>
                    <a:cubicBezTo>
                      <a:pt x="9917" y="547"/>
                      <a:pt x="9846" y="563"/>
                      <a:pt x="9778" y="582"/>
                    </a:cubicBezTo>
                    <a:cubicBezTo>
                      <a:pt x="9762" y="584"/>
                      <a:pt x="9750" y="588"/>
                      <a:pt x="9733" y="592"/>
                    </a:cubicBezTo>
                    <a:cubicBezTo>
                      <a:pt x="9666" y="610"/>
                      <a:pt x="9594" y="629"/>
                      <a:pt x="9525" y="649"/>
                    </a:cubicBezTo>
                    <a:cubicBezTo>
                      <a:pt x="9369" y="690"/>
                      <a:pt x="9216" y="733"/>
                      <a:pt x="9064" y="778"/>
                    </a:cubicBezTo>
                    <a:lnTo>
                      <a:pt x="8933" y="817"/>
                    </a:lnTo>
                    <a:lnTo>
                      <a:pt x="8911" y="825"/>
                    </a:lnTo>
                    <a:cubicBezTo>
                      <a:pt x="8809" y="856"/>
                      <a:pt x="8708" y="887"/>
                      <a:pt x="8608" y="919"/>
                    </a:cubicBezTo>
                    <a:cubicBezTo>
                      <a:pt x="8489" y="960"/>
                      <a:pt x="8367" y="999"/>
                      <a:pt x="8246" y="1042"/>
                    </a:cubicBezTo>
                    <a:lnTo>
                      <a:pt x="7984" y="1134"/>
                    </a:lnTo>
                    <a:cubicBezTo>
                      <a:pt x="7906" y="1163"/>
                      <a:pt x="7827" y="1191"/>
                      <a:pt x="7749" y="1222"/>
                    </a:cubicBezTo>
                    <a:cubicBezTo>
                      <a:pt x="7667" y="1253"/>
                      <a:pt x="7585" y="1283"/>
                      <a:pt x="7503" y="1316"/>
                    </a:cubicBezTo>
                    <a:cubicBezTo>
                      <a:pt x="7354" y="1375"/>
                      <a:pt x="7207" y="1437"/>
                      <a:pt x="7061" y="1498"/>
                    </a:cubicBezTo>
                    <a:cubicBezTo>
                      <a:pt x="7000" y="1523"/>
                      <a:pt x="6937" y="1549"/>
                      <a:pt x="6875" y="1576"/>
                    </a:cubicBezTo>
                    <a:cubicBezTo>
                      <a:pt x="6417" y="1779"/>
                      <a:pt x="5979" y="1989"/>
                      <a:pt x="5566" y="2206"/>
                    </a:cubicBezTo>
                    <a:cubicBezTo>
                      <a:pt x="5437" y="2272"/>
                      <a:pt x="5312" y="2341"/>
                      <a:pt x="5187" y="2409"/>
                    </a:cubicBezTo>
                    <a:lnTo>
                      <a:pt x="5058" y="2480"/>
                    </a:lnTo>
                    <a:cubicBezTo>
                      <a:pt x="4891" y="2572"/>
                      <a:pt x="4729" y="2666"/>
                      <a:pt x="4567" y="2759"/>
                    </a:cubicBezTo>
                    <a:cubicBezTo>
                      <a:pt x="4492" y="2804"/>
                      <a:pt x="4412" y="2851"/>
                      <a:pt x="4336" y="2896"/>
                    </a:cubicBezTo>
                    <a:lnTo>
                      <a:pt x="4105" y="3035"/>
                    </a:lnTo>
                    <a:cubicBezTo>
                      <a:pt x="3847" y="3190"/>
                      <a:pt x="3602" y="3346"/>
                      <a:pt x="3364" y="3499"/>
                    </a:cubicBezTo>
                    <a:cubicBezTo>
                      <a:pt x="3274" y="3558"/>
                      <a:pt x="3184" y="3616"/>
                      <a:pt x="3098" y="3673"/>
                    </a:cubicBezTo>
                    <a:cubicBezTo>
                      <a:pt x="3041" y="3710"/>
                      <a:pt x="2986" y="3745"/>
                      <a:pt x="2929" y="3784"/>
                    </a:cubicBezTo>
                    <a:cubicBezTo>
                      <a:pt x="2597" y="4005"/>
                      <a:pt x="2282" y="4215"/>
                      <a:pt x="1979" y="4416"/>
                    </a:cubicBezTo>
                    <a:cubicBezTo>
                      <a:pt x="1783" y="4549"/>
                      <a:pt x="1595" y="4674"/>
                      <a:pt x="1411" y="4788"/>
                    </a:cubicBezTo>
                    <a:cubicBezTo>
                      <a:pt x="1361" y="4819"/>
                      <a:pt x="1318" y="4847"/>
                      <a:pt x="1271" y="4876"/>
                    </a:cubicBezTo>
                    <a:cubicBezTo>
                      <a:pt x="1222" y="4907"/>
                      <a:pt x="1177" y="4935"/>
                      <a:pt x="1130" y="4962"/>
                    </a:cubicBezTo>
                    <a:cubicBezTo>
                      <a:pt x="1087" y="4989"/>
                      <a:pt x="1046" y="5011"/>
                      <a:pt x="1005" y="5038"/>
                    </a:cubicBezTo>
                    <a:cubicBezTo>
                      <a:pt x="960" y="5064"/>
                      <a:pt x="919" y="5089"/>
                      <a:pt x="874" y="5113"/>
                    </a:cubicBezTo>
                    <a:lnTo>
                      <a:pt x="684" y="5222"/>
                    </a:lnTo>
                    <a:cubicBezTo>
                      <a:pt x="649" y="5238"/>
                      <a:pt x="615" y="5259"/>
                      <a:pt x="578" y="5277"/>
                    </a:cubicBezTo>
                    <a:cubicBezTo>
                      <a:pt x="553" y="5289"/>
                      <a:pt x="531" y="5304"/>
                      <a:pt x="502" y="5316"/>
                    </a:cubicBezTo>
                    <a:cubicBezTo>
                      <a:pt x="494" y="5320"/>
                      <a:pt x="486" y="5324"/>
                      <a:pt x="480" y="5328"/>
                    </a:cubicBezTo>
                    <a:cubicBezTo>
                      <a:pt x="449" y="5347"/>
                      <a:pt x="418" y="5361"/>
                      <a:pt x="383" y="5377"/>
                    </a:cubicBezTo>
                    <a:cubicBezTo>
                      <a:pt x="347" y="5398"/>
                      <a:pt x="308" y="5416"/>
                      <a:pt x="269" y="5433"/>
                    </a:cubicBezTo>
                    <a:cubicBezTo>
                      <a:pt x="193" y="5469"/>
                      <a:pt x="113" y="5502"/>
                      <a:pt x="36" y="5533"/>
                    </a:cubicBezTo>
                    <a:cubicBezTo>
                      <a:pt x="25" y="5523"/>
                      <a:pt x="13" y="5512"/>
                      <a:pt x="1" y="5500"/>
                    </a:cubicBezTo>
                    <a:lnTo>
                      <a:pt x="1" y="5500"/>
                    </a:lnTo>
                    <a:cubicBezTo>
                      <a:pt x="1" y="5514"/>
                      <a:pt x="3" y="5533"/>
                      <a:pt x="5" y="5549"/>
                    </a:cubicBezTo>
                    <a:cubicBezTo>
                      <a:pt x="5" y="5549"/>
                      <a:pt x="1937" y="9561"/>
                      <a:pt x="1942" y="9561"/>
                    </a:cubicBezTo>
                    <a:cubicBezTo>
                      <a:pt x="1942" y="9561"/>
                      <a:pt x="1942" y="9561"/>
                      <a:pt x="1942" y="9561"/>
                    </a:cubicBezTo>
                    <a:cubicBezTo>
                      <a:pt x="1942" y="9559"/>
                      <a:pt x="1944" y="9555"/>
                      <a:pt x="1949" y="9553"/>
                    </a:cubicBezTo>
                    <a:cubicBezTo>
                      <a:pt x="1953" y="9549"/>
                      <a:pt x="1957" y="9545"/>
                      <a:pt x="1963" y="9541"/>
                    </a:cubicBezTo>
                    <a:cubicBezTo>
                      <a:pt x="2030" y="9479"/>
                      <a:pt x="2260" y="9277"/>
                      <a:pt x="2632" y="8982"/>
                    </a:cubicBezTo>
                    <a:cubicBezTo>
                      <a:pt x="2744" y="8894"/>
                      <a:pt x="2873" y="8796"/>
                      <a:pt x="3012" y="8692"/>
                    </a:cubicBezTo>
                    <a:cubicBezTo>
                      <a:pt x="3145" y="8594"/>
                      <a:pt x="3289" y="8489"/>
                      <a:pt x="3446" y="8379"/>
                    </a:cubicBezTo>
                    <a:cubicBezTo>
                      <a:pt x="3501" y="8338"/>
                      <a:pt x="3561" y="8297"/>
                      <a:pt x="3620" y="8256"/>
                    </a:cubicBezTo>
                    <a:cubicBezTo>
                      <a:pt x="3677" y="8215"/>
                      <a:pt x="3739" y="8174"/>
                      <a:pt x="3800" y="8131"/>
                    </a:cubicBezTo>
                    <a:cubicBezTo>
                      <a:pt x="3943" y="8035"/>
                      <a:pt x="4093" y="7935"/>
                      <a:pt x="4250" y="7832"/>
                    </a:cubicBezTo>
                    <a:cubicBezTo>
                      <a:pt x="4277" y="7814"/>
                      <a:pt x="4301" y="7800"/>
                      <a:pt x="4330" y="7781"/>
                    </a:cubicBezTo>
                    <a:cubicBezTo>
                      <a:pt x="4350" y="7769"/>
                      <a:pt x="4371" y="7755"/>
                      <a:pt x="4393" y="7740"/>
                    </a:cubicBezTo>
                    <a:cubicBezTo>
                      <a:pt x="4604" y="7605"/>
                      <a:pt x="4827" y="7466"/>
                      <a:pt x="5062" y="7329"/>
                    </a:cubicBezTo>
                    <a:cubicBezTo>
                      <a:pt x="5335" y="7165"/>
                      <a:pt x="5625" y="7002"/>
                      <a:pt x="5928" y="6838"/>
                    </a:cubicBezTo>
                    <a:cubicBezTo>
                      <a:pt x="5997" y="6801"/>
                      <a:pt x="6067" y="6762"/>
                      <a:pt x="6141" y="6726"/>
                    </a:cubicBezTo>
                    <a:cubicBezTo>
                      <a:pt x="6419" y="6578"/>
                      <a:pt x="6714" y="6431"/>
                      <a:pt x="7016" y="6288"/>
                    </a:cubicBezTo>
                    <a:cubicBezTo>
                      <a:pt x="7082" y="6255"/>
                      <a:pt x="7153" y="6224"/>
                      <a:pt x="7223" y="6190"/>
                    </a:cubicBezTo>
                    <a:cubicBezTo>
                      <a:pt x="7329" y="6138"/>
                      <a:pt x="7438" y="6091"/>
                      <a:pt x="7548" y="6042"/>
                    </a:cubicBezTo>
                    <a:cubicBezTo>
                      <a:pt x="7636" y="6003"/>
                      <a:pt x="7726" y="5962"/>
                      <a:pt x="7816" y="5924"/>
                    </a:cubicBezTo>
                    <a:cubicBezTo>
                      <a:pt x="7960" y="5862"/>
                      <a:pt x="8101" y="5805"/>
                      <a:pt x="8248" y="5746"/>
                    </a:cubicBezTo>
                    <a:cubicBezTo>
                      <a:pt x="8322" y="5715"/>
                      <a:pt x="8401" y="5684"/>
                      <a:pt x="8479" y="5654"/>
                    </a:cubicBezTo>
                    <a:cubicBezTo>
                      <a:pt x="8592" y="5606"/>
                      <a:pt x="8706" y="5561"/>
                      <a:pt x="8823" y="5518"/>
                    </a:cubicBezTo>
                    <a:cubicBezTo>
                      <a:pt x="8913" y="5482"/>
                      <a:pt x="9007" y="5449"/>
                      <a:pt x="9099" y="5416"/>
                    </a:cubicBezTo>
                    <a:cubicBezTo>
                      <a:pt x="9197" y="5379"/>
                      <a:pt x="9293" y="5345"/>
                      <a:pt x="9394" y="5310"/>
                    </a:cubicBezTo>
                    <a:cubicBezTo>
                      <a:pt x="9545" y="5257"/>
                      <a:pt x="9699" y="5205"/>
                      <a:pt x="9856" y="5154"/>
                    </a:cubicBezTo>
                    <a:cubicBezTo>
                      <a:pt x="9872" y="5150"/>
                      <a:pt x="9887" y="5144"/>
                      <a:pt x="9905" y="5140"/>
                    </a:cubicBezTo>
                    <a:cubicBezTo>
                      <a:pt x="10038" y="5095"/>
                      <a:pt x="10171" y="5054"/>
                      <a:pt x="10310" y="5013"/>
                    </a:cubicBezTo>
                    <a:cubicBezTo>
                      <a:pt x="10464" y="4968"/>
                      <a:pt x="10617" y="4925"/>
                      <a:pt x="10773" y="4880"/>
                    </a:cubicBezTo>
                    <a:cubicBezTo>
                      <a:pt x="10928" y="4837"/>
                      <a:pt x="11088" y="4796"/>
                      <a:pt x="11245" y="4755"/>
                    </a:cubicBezTo>
                    <a:cubicBezTo>
                      <a:pt x="11356" y="4727"/>
                      <a:pt x="11466" y="4700"/>
                      <a:pt x="11579" y="4674"/>
                    </a:cubicBezTo>
                    <a:cubicBezTo>
                      <a:pt x="11734" y="4635"/>
                      <a:pt x="11888" y="4602"/>
                      <a:pt x="12045" y="4569"/>
                    </a:cubicBezTo>
                    <a:cubicBezTo>
                      <a:pt x="12131" y="4551"/>
                      <a:pt x="12217" y="4532"/>
                      <a:pt x="12305" y="4516"/>
                    </a:cubicBezTo>
                    <a:lnTo>
                      <a:pt x="12336" y="4508"/>
                    </a:lnTo>
                    <a:lnTo>
                      <a:pt x="12373" y="4500"/>
                    </a:lnTo>
                    <a:cubicBezTo>
                      <a:pt x="12473" y="4479"/>
                      <a:pt x="12573" y="4461"/>
                      <a:pt x="12673" y="4444"/>
                    </a:cubicBezTo>
                    <a:cubicBezTo>
                      <a:pt x="12679" y="4440"/>
                      <a:pt x="12692" y="4440"/>
                      <a:pt x="12702" y="4438"/>
                    </a:cubicBezTo>
                    <a:cubicBezTo>
                      <a:pt x="12804" y="4420"/>
                      <a:pt x="12909" y="4403"/>
                      <a:pt x="13011" y="4385"/>
                    </a:cubicBezTo>
                    <a:cubicBezTo>
                      <a:pt x="13015" y="4385"/>
                      <a:pt x="13023" y="4385"/>
                      <a:pt x="13029" y="4383"/>
                    </a:cubicBezTo>
                    <a:cubicBezTo>
                      <a:pt x="13037" y="4381"/>
                      <a:pt x="13050" y="4381"/>
                      <a:pt x="13060" y="4377"/>
                    </a:cubicBezTo>
                    <a:cubicBezTo>
                      <a:pt x="13144" y="4363"/>
                      <a:pt x="13228" y="4350"/>
                      <a:pt x="13316" y="4336"/>
                    </a:cubicBezTo>
                    <a:cubicBezTo>
                      <a:pt x="13418" y="4322"/>
                      <a:pt x="13524" y="4305"/>
                      <a:pt x="13629" y="4293"/>
                    </a:cubicBezTo>
                    <a:cubicBezTo>
                      <a:pt x="13688" y="4283"/>
                      <a:pt x="13747" y="4279"/>
                      <a:pt x="13805" y="4270"/>
                    </a:cubicBezTo>
                    <a:cubicBezTo>
                      <a:pt x="13962" y="4250"/>
                      <a:pt x="14120" y="4232"/>
                      <a:pt x="14281" y="4217"/>
                    </a:cubicBezTo>
                    <a:cubicBezTo>
                      <a:pt x="14390" y="4207"/>
                      <a:pt x="14498" y="4199"/>
                      <a:pt x="14607" y="4189"/>
                    </a:cubicBezTo>
                    <a:cubicBezTo>
                      <a:pt x="14691" y="4180"/>
                      <a:pt x="14774" y="4176"/>
                      <a:pt x="14858" y="4168"/>
                    </a:cubicBezTo>
                    <a:cubicBezTo>
                      <a:pt x="14944" y="4160"/>
                      <a:pt x="15028" y="4156"/>
                      <a:pt x="15112" y="4150"/>
                    </a:cubicBezTo>
                    <a:cubicBezTo>
                      <a:pt x="15143" y="4150"/>
                      <a:pt x="15175" y="4148"/>
                      <a:pt x="15210" y="4146"/>
                    </a:cubicBezTo>
                    <a:cubicBezTo>
                      <a:pt x="15288" y="4140"/>
                      <a:pt x="15370" y="4137"/>
                      <a:pt x="15450" y="4131"/>
                    </a:cubicBezTo>
                    <a:cubicBezTo>
                      <a:pt x="15499" y="4131"/>
                      <a:pt x="15544" y="4129"/>
                      <a:pt x="15593" y="4127"/>
                    </a:cubicBezTo>
                    <a:cubicBezTo>
                      <a:pt x="15605" y="4127"/>
                      <a:pt x="15619" y="4125"/>
                      <a:pt x="15632" y="4125"/>
                    </a:cubicBezTo>
                    <a:cubicBezTo>
                      <a:pt x="15724" y="4121"/>
                      <a:pt x="15814" y="4119"/>
                      <a:pt x="15902" y="4117"/>
                    </a:cubicBezTo>
                    <a:cubicBezTo>
                      <a:pt x="16018" y="4115"/>
                      <a:pt x="16141" y="4111"/>
                      <a:pt x="16260" y="4111"/>
                    </a:cubicBezTo>
                    <a:cubicBezTo>
                      <a:pt x="16315" y="4111"/>
                      <a:pt x="16368" y="4111"/>
                      <a:pt x="16424" y="4115"/>
                    </a:cubicBezTo>
                    <a:cubicBezTo>
                      <a:pt x="16501" y="4115"/>
                      <a:pt x="16581" y="4115"/>
                      <a:pt x="16657" y="4117"/>
                    </a:cubicBezTo>
                    <a:cubicBezTo>
                      <a:pt x="16732" y="4117"/>
                      <a:pt x="16810" y="4119"/>
                      <a:pt x="16890" y="4121"/>
                    </a:cubicBezTo>
                    <a:cubicBezTo>
                      <a:pt x="16933" y="4125"/>
                      <a:pt x="16978" y="4125"/>
                      <a:pt x="17021" y="4127"/>
                    </a:cubicBezTo>
                    <a:cubicBezTo>
                      <a:pt x="17105" y="4131"/>
                      <a:pt x="17193" y="4135"/>
                      <a:pt x="17277" y="4140"/>
                    </a:cubicBezTo>
                    <a:cubicBezTo>
                      <a:pt x="17305" y="4142"/>
                      <a:pt x="17336" y="4146"/>
                      <a:pt x="17363" y="4146"/>
                    </a:cubicBezTo>
                    <a:cubicBezTo>
                      <a:pt x="17391" y="4146"/>
                      <a:pt x="17420" y="4148"/>
                      <a:pt x="17451" y="4150"/>
                    </a:cubicBezTo>
                    <a:cubicBezTo>
                      <a:pt x="17539" y="4154"/>
                      <a:pt x="17633" y="4160"/>
                      <a:pt x="17721" y="4168"/>
                    </a:cubicBezTo>
                    <a:cubicBezTo>
                      <a:pt x="17741" y="4170"/>
                      <a:pt x="17762" y="4170"/>
                      <a:pt x="17782" y="4172"/>
                    </a:cubicBezTo>
                    <a:cubicBezTo>
                      <a:pt x="17888" y="4180"/>
                      <a:pt x="17993" y="4191"/>
                      <a:pt x="18097" y="4201"/>
                    </a:cubicBezTo>
                    <a:lnTo>
                      <a:pt x="18167" y="4209"/>
                    </a:lnTo>
                    <a:cubicBezTo>
                      <a:pt x="18281" y="4219"/>
                      <a:pt x="18400" y="4230"/>
                      <a:pt x="18514" y="4244"/>
                    </a:cubicBezTo>
                    <a:cubicBezTo>
                      <a:pt x="18645" y="4260"/>
                      <a:pt x="18774" y="4275"/>
                      <a:pt x="18905" y="4293"/>
                    </a:cubicBezTo>
                    <a:cubicBezTo>
                      <a:pt x="18975" y="4301"/>
                      <a:pt x="19046" y="4311"/>
                      <a:pt x="19118" y="4322"/>
                    </a:cubicBezTo>
                    <a:cubicBezTo>
                      <a:pt x="19263" y="4342"/>
                      <a:pt x="19409" y="4365"/>
                      <a:pt x="19558" y="4387"/>
                    </a:cubicBezTo>
                    <a:cubicBezTo>
                      <a:pt x="19619" y="4397"/>
                      <a:pt x="19681" y="4408"/>
                      <a:pt x="19744" y="4420"/>
                    </a:cubicBezTo>
                    <a:cubicBezTo>
                      <a:pt x="19836" y="4436"/>
                      <a:pt x="19930" y="4455"/>
                      <a:pt x="20026" y="4471"/>
                    </a:cubicBezTo>
                    <a:cubicBezTo>
                      <a:pt x="20041" y="4475"/>
                      <a:pt x="20057" y="4479"/>
                      <a:pt x="20073" y="4483"/>
                    </a:cubicBezTo>
                    <a:cubicBezTo>
                      <a:pt x="20182" y="4504"/>
                      <a:pt x="20286" y="4522"/>
                      <a:pt x="20395" y="4547"/>
                    </a:cubicBezTo>
                    <a:cubicBezTo>
                      <a:pt x="20472" y="4561"/>
                      <a:pt x="20550" y="4579"/>
                      <a:pt x="20630" y="4598"/>
                    </a:cubicBezTo>
                    <a:cubicBezTo>
                      <a:pt x="20718" y="4618"/>
                      <a:pt x="20810" y="4639"/>
                      <a:pt x="20902" y="4661"/>
                    </a:cubicBezTo>
                    <a:cubicBezTo>
                      <a:pt x="21002" y="4684"/>
                      <a:pt x="21100" y="4708"/>
                      <a:pt x="21199" y="4733"/>
                    </a:cubicBezTo>
                    <a:cubicBezTo>
                      <a:pt x="21411" y="4784"/>
                      <a:pt x="21624" y="4841"/>
                      <a:pt x="21835" y="4903"/>
                    </a:cubicBezTo>
                    <a:cubicBezTo>
                      <a:pt x="21841" y="4903"/>
                      <a:pt x="21843" y="4903"/>
                      <a:pt x="21849" y="4905"/>
                    </a:cubicBezTo>
                    <a:cubicBezTo>
                      <a:pt x="21943" y="4927"/>
                      <a:pt x="22033" y="4954"/>
                      <a:pt x="22117" y="4980"/>
                    </a:cubicBezTo>
                    <a:cubicBezTo>
                      <a:pt x="22606" y="5126"/>
                      <a:pt x="22682" y="5228"/>
                      <a:pt x="22692" y="5263"/>
                    </a:cubicBezTo>
                    <a:cubicBezTo>
                      <a:pt x="22696" y="5267"/>
                      <a:pt x="22696" y="5271"/>
                      <a:pt x="22696" y="5273"/>
                    </a:cubicBezTo>
                    <a:cubicBezTo>
                      <a:pt x="22696" y="5273"/>
                      <a:pt x="23068" y="1614"/>
                      <a:pt x="23071" y="1517"/>
                    </a:cubicBezTo>
                    <a:lnTo>
                      <a:pt x="23071" y="1517"/>
                    </a:lnTo>
                    <a:cubicBezTo>
                      <a:pt x="23075" y="1518"/>
                      <a:pt x="23079" y="1519"/>
                      <a:pt x="23083" y="1521"/>
                    </a:cubicBezTo>
                    <a:lnTo>
                      <a:pt x="23071" y="1515"/>
                    </a:lnTo>
                    <a:lnTo>
                      <a:pt x="23071" y="1515"/>
                    </a:lnTo>
                    <a:cubicBezTo>
                      <a:pt x="23071" y="1515"/>
                      <a:pt x="23071" y="1515"/>
                      <a:pt x="23071" y="1517"/>
                    </a:cubicBezTo>
                    <a:lnTo>
                      <a:pt x="23071" y="1517"/>
                    </a:lnTo>
                    <a:cubicBezTo>
                      <a:pt x="22963" y="1479"/>
                      <a:pt x="22858" y="1446"/>
                      <a:pt x="22752" y="1412"/>
                    </a:cubicBezTo>
                    <a:cubicBezTo>
                      <a:pt x="22643" y="1378"/>
                      <a:pt x="22537" y="1345"/>
                      <a:pt x="22428" y="1310"/>
                    </a:cubicBezTo>
                    <a:cubicBezTo>
                      <a:pt x="22406" y="1304"/>
                      <a:pt x="22385" y="1296"/>
                      <a:pt x="22365" y="1290"/>
                    </a:cubicBezTo>
                    <a:cubicBezTo>
                      <a:pt x="22107" y="1212"/>
                      <a:pt x="21851" y="1136"/>
                      <a:pt x="21600" y="1065"/>
                    </a:cubicBezTo>
                    <a:cubicBezTo>
                      <a:pt x="21565" y="1054"/>
                      <a:pt x="21526" y="1042"/>
                      <a:pt x="21487" y="1032"/>
                    </a:cubicBezTo>
                    <a:lnTo>
                      <a:pt x="21481" y="1030"/>
                    </a:lnTo>
                    <a:lnTo>
                      <a:pt x="21456" y="1022"/>
                    </a:lnTo>
                    <a:cubicBezTo>
                      <a:pt x="21323" y="987"/>
                      <a:pt x="21197" y="952"/>
                      <a:pt x="21066" y="917"/>
                    </a:cubicBezTo>
                    <a:cubicBezTo>
                      <a:pt x="20941" y="884"/>
                      <a:pt x="20820" y="854"/>
                      <a:pt x="20697" y="823"/>
                    </a:cubicBezTo>
                    <a:cubicBezTo>
                      <a:pt x="20624" y="805"/>
                      <a:pt x="20550" y="786"/>
                      <a:pt x="20479" y="768"/>
                    </a:cubicBezTo>
                    <a:cubicBezTo>
                      <a:pt x="20213" y="702"/>
                      <a:pt x="19949" y="643"/>
                      <a:pt x="19687" y="588"/>
                    </a:cubicBezTo>
                    <a:cubicBezTo>
                      <a:pt x="19544" y="557"/>
                      <a:pt x="19400" y="526"/>
                      <a:pt x="19257" y="498"/>
                    </a:cubicBezTo>
                    <a:cubicBezTo>
                      <a:pt x="18609" y="367"/>
                      <a:pt x="17978" y="265"/>
                      <a:pt x="17371" y="189"/>
                    </a:cubicBezTo>
                    <a:lnTo>
                      <a:pt x="17082" y="154"/>
                    </a:lnTo>
                    <a:cubicBezTo>
                      <a:pt x="17082" y="154"/>
                      <a:pt x="16843" y="127"/>
                      <a:pt x="16841" y="127"/>
                    </a:cubicBezTo>
                    <a:cubicBezTo>
                      <a:pt x="16779" y="121"/>
                      <a:pt x="16720" y="113"/>
                      <a:pt x="16663" y="109"/>
                    </a:cubicBezTo>
                    <a:cubicBezTo>
                      <a:pt x="16587" y="101"/>
                      <a:pt x="16514" y="97"/>
                      <a:pt x="16440" y="89"/>
                    </a:cubicBezTo>
                    <a:cubicBezTo>
                      <a:pt x="16256" y="72"/>
                      <a:pt x="16076" y="60"/>
                      <a:pt x="15898" y="48"/>
                    </a:cubicBezTo>
                    <a:cubicBezTo>
                      <a:pt x="15521" y="25"/>
                      <a:pt x="15153" y="9"/>
                      <a:pt x="14797" y="5"/>
                    </a:cubicBezTo>
                    <a:cubicBezTo>
                      <a:pt x="14797" y="5"/>
                      <a:pt x="14388" y="1"/>
                      <a:pt x="14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7"/>
              <p:cNvSpPr/>
              <p:nvPr/>
            </p:nvSpPr>
            <p:spPr>
              <a:xfrm>
                <a:off x="1932850" y="3351162"/>
                <a:ext cx="1384646" cy="336027"/>
              </a:xfrm>
              <a:custGeom>
                <a:rect b="b" l="l" r="r" t="t"/>
                <a:pathLst>
                  <a:path extrusionOk="0" h="5537" w="22816">
                    <a:moveTo>
                      <a:pt x="14009" y="0"/>
                    </a:moveTo>
                    <a:cubicBezTo>
                      <a:pt x="6252" y="0"/>
                      <a:pt x="2443" y="4402"/>
                      <a:pt x="1" y="5537"/>
                    </a:cubicBezTo>
                    <a:cubicBezTo>
                      <a:pt x="2466" y="4406"/>
                      <a:pt x="6439" y="107"/>
                      <a:pt x="14230" y="107"/>
                    </a:cubicBezTo>
                    <a:cubicBezTo>
                      <a:pt x="16688" y="107"/>
                      <a:pt x="19525" y="535"/>
                      <a:pt x="22815" y="1625"/>
                    </a:cubicBezTo>
                    <a:cubicBezTo>
                      <a:pt x="19413" y="456"/>
                      <a:pt x="16506" y="0"/>
                      <a:pt x="14009" y="0"/>
                    </a:cubicBezTo>
                    <a:close/>
                  </a:path>
                </a:pathLst>
              </a:custGeom>
              <a:solidFill>
                <a:srgbClr val="CFB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7"/>
              <p:cNvSpPr/>
              <p:nvPr/>
            </p:nvSpPr>
            <p:spPr>
              <a:xfrm>
                <a:off x="3258585" y="3659822"/>
                <a:ext cx="34956" cy="17175"/>
              </a:xfrm>
              <a:custGeom>
                <a:rect b="b" l="l" r="r" t="t"/>
                <a:pathLst>
                  <a:path extrusionOk="0" h="283" w="576">
                    <a:moveTo>
                      <a:pt x="0" y="0"/>
                    </a:moveTo>
                    <a:cubicBezTo>
                      <a:pt x="479" y="160"/>
                      <a:pt x="561" y="252"/>
                      <a:pt x="575" y="283"/>
                    </a:cubicBezTo>
                    <a:cubicBezTo>
                      <a:pt x="565" y="252"/>
                      <a:pt x="491" y="150"/>
                      <a:pt x="0" y="0"/>
                    </a:cubicBezTo>
                    <a:close/>
                  </a:path>
                </a:pathLst>
              </a:custGeom>
              <a:solidFill>
                <a:srgbClr val="CFB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7"/>
              <p:cNvSpPr/>
              <p:nvPr/>
            </p:nvSpPr>
            <p:spPr>
              <a:xfrm>
                <a:off x="2033835" y="3606659"/>
                <a:ext cx="1259933" cy="525797"/>
              </a:xfrm>
              <a:custGeom>
                <a:rect b="b" l="l" r="r" t="t"/>
                <a:pathLst>
                  <a:path extrusionOk="0" h="8664" w="20761">
                    <a:moveTo>
                      <a:pt x="14322" y="1"/>
                    </a:moveTo>
                    <a:cubicBezTo>
                      <a:pt x="14203" y="1"/>
                      <a:pt x="14084" y="3"/>
                      <a:pt x="13964" y="5"/>
                    </a:cubicBezTo>
                    <a:cubicBezTo>
                      <a:pt x="13872" y="5"/>
                      <a:pt x="13784" y="7"/>
                      <a:pt x="13694" y="13"/>
                    </a:cubicBezTo>
                    <a:cubicBezTo>
                      <a:pt x="13681" y="13"/>
                      <a:pt x="13667" y="15"/>
                      <a:pt x="13655" y="15"/>
                    </a:cubicBezTo>
                    <a:cubicBezTo>
                      <a:pt x="13606" y="15"/>
                      <a:pt x="13561" y="17"/>
                      <a:pt x="13512" y="21"/>
                    </a:cubicBezTo>
                    <a:cubicBezTo>
                      <a:pt x="13432" y="23"/>
                      <a:pt x="13350" y="27"/>
                      <a:pt x="13272" y="33"/>
                    </a:cubicBezTo>
                    <a:cubicBezTo>
                      <a:pt x="13242" y="33"/>
                      <a:pt x="13207" y="36"/>
                      <a:pt x="13174" y="38"/>
                    </a:cubicBezTo>
                    <a:cubicBezTo>
                      <a:pt x="13090" y="44"/>
                      <a:pt x="13006" y="48"/>
                      <a:pt x="12920" y="56"/>
                    </a:cubicBezTo>
                    <a:cubicBezTo>
                      <a:pt x="12836" y="62"/>
                      <a:pt x="12753" y="68"/>
                      <a:pt x="12669" y="76"/>
                    </a:cubicBezTo>
                    <a:cubicBezTo>
                      <a:pt x="12558" y="87"/>
                      <a:pt x="12450" y="95"/>
                      <a:pt x="12343" y="107"/>
                    </a:cubicBezTo>
                    <a:cubicBezTo>
                      <a:pt x="12184" y="124"/>
                      <a:pt x="12026" y="140"/>
                      <a:pt x="11867" y="160"/>
                    </a:cubicBezTo>
                    <a:lnTo>
                      <a:pt x="11691" y="185"/>
                    </a:lnTo>
                    <a:cubicBezTo>
                      <a:pt x="11586" y="197"/>
                      <a:pt x="11482" y="211"/>
                      <a:pt x="11376" y="228"/>
                    </a:cubicBezTo>
                    <a:cubicBezTo>
                      <a:pt x="11292" y="240"/>
                      <a:pt x="11206" y="252"/>
                      <a:pt x="11120" y="269"/>
                    </a:cubicBezTo>
                    <a:cubicBezTo>
                      <a:pt x="11110" y="269"/>
                      <a:pt x="11099" y="271"/>
                      <a:pt x="11089" y="273"/>
                    </a:cubicBezTo>
                    <a:cubicBezTo>
                      <a:pt x="11085" y="273"/>
                      <a:pt x="11077" y="273"/>
                      <a:pt x="11073" y="277"/>
                    </a:cubicBezTo>
                    <a:cubicBezTo>
                      <a:pt x="10971" y="293"/>
                      <a:pt x="10864" y="312"/>
                      <a:pt x="10762" y="330"/>
                    </a:cubicBezTo>
                    <a:cubicBezTo>
                      <a:pt x="10756" y="330"/>
                      <a:pt x="10743" y="332"/>
                      <a:pt x="10735" y="334"/>
                    </a:cubicBezTo>
                    <a:cubicBezTo>
                      <a:pt x="10635" y="353"/>
                      <a:pt x="10535" y="371"/>
                      <a:pt x="10435" y="392"/>
                    </a:cubicBezTo>
                    <a:lnTo>
                      <a:pt x="10398" y="398"/>
                    </a:lnTo>
                    <a:lnTo>
                      <a:pt x="10367" y="406"/>
                    </a:lnTo>
                    <a:cubicBezTo>
                      <a:pt x="10279" y="424"/>
                      <a:pt x="10193" y="443"/>
                      <a:pt x="10107" y="459"/>
                    </a:cubicBezTo>
                    <a:cubicBezTo>
                      <a:pt x="9952" y="494"/>
                      <a:pt x="9796" y="527"/>
                      <a:pt x="9641" y="565"/>
                    </a:cubicBezTo>
                    <a:cubicBezTo>
                      <a:pt x="9528" y="590"/>
                      <a:pt x="9418" y="619"/>
                      <a:pt x="9307" y="647"/>
                    </a:cubicBezTo>
                    <a:cubicBezTo>
                      <a:pt x="9150" y="688"/>
                      <a:pt x="8990" y="729"/>
                      <a:pt x="8835" y="772"/>
                    </a:cubicBezTo>
                    <a:cubicBezTo>
                      <a:pt x="8677" y="815"/>
                      <a:pt x="8524" y="858"/>
                      <a:pt x="8370" y="905"/>
                    </a:cubicBezTo>
                    <a:cubicBezTo>
                      <a:pt x="8235" y="946"/>
                      <a:pt x="8102" y="987"/>
                      <a:pt x="7967" y="1030"/>
                    </a:cubicBezTo>
                    <a:cubicBezTo>
                      <a:pt x="7949" y="1036"/>
                      <a:pt x="7934" y="1040"/>
                      <a:pt x="7918" y="1046"/>
                    </a:cubicBezTo>
                    <a:cubicBezTo>
                      <a:pt x="7763" y="1097"/>
                      <a:pt x="7609" y="1149"/>
                      <a:pt x="7456" y="1202"/>
                    </a:cubicBezTo>
                    <a:cubicBezTo>
                      <a:pt x="7355" y="1234"/>
                      <a:pt x="7259" y="1271"/>
                      <a:pt x="7161" y="1306"/>
                    </a:cubicBezTo>
                    <a:cubicBezTo>
                      <a:pt x="7069" y="1339"/>
                      <a:pt x="6977" y="1374"/>
                      <a:pt x="6885" y="1408"/>
                    </a:cubicBezTo>
                    <a:cubicBezTo>
                      <a:pt x="6770" y="1455"/>
                      <a:pt x="6656" y="1498"/>
                      <a:pt x="6539" y="1543"/>
                    </a:cubicBezTo>
                    <a:lnTo>
                      <a:pt x="6310" y="1635"/>
                    </a:lnTo>
                    <a:cubicBezTo>
                      <a:pt x="6165" y="1695"/>
                      <a:pt x="6021" y="1754"/>
                      <a:pt x="5878" y="1815"/>
                    </a:cubicBezTo>
                    <a:cubicBezTo>
                      <a:pt x="5788" y="1856"/>
                      <a:pt x="5698" y="1895"/>
                      <a:pt x="5608" y="1932"/>
                    </a:cubicBezTo>
                    <a:cubicBezTo>
                      <a:pt x="5500" y="1981"/>
                      <a:pt x="5391" y="2030"/>
                      <a:pt x="5285" y="2081"/>
                    </a:cubicBezTo>
                    <a:cubicBezTo>
                      <a:pt x="5215" y="2114"/>
                      <a:pt x="5146" y="2145"/>
                      <a:pt x="5076" y="2178"/>
                    </a:cubicBezTo>
                    <a:cubicBezTo>
                      <a:pt x="4773" y="2325"/>
                      <a:pt x="4481" y="2470"/>
                      <a:pt x="4201" y="2618"/>
                    </a:cubicBezTo>
                    <a:cubicBezTo>
                      <a:pt x="4131" y="2656"/>
                      <a:pt x="4059" y="2693"/>
                      <a:pt x="3990" y="2730"/>
                    </a:cubicBezTo>
                    <a:cubicBezTo>
                      <a:pt x="3685" y="2898"/>
                      <a:pt x="3397" y="3061"/>
                      <a:pt x="3122" y="3221"/>
                    </a:cubicBezTo>
                    <a:cubicBezTo>
                      <a:pt x="2887" y="3362"/>
                      <a:pt x="2666" y="3497"/>
                      <a:pt x="2455" y="3634"/>
                    </a:cubicBezTo>
                    <a:cubicBezTo>
                      <a:pt x="2433" y="3649"/>
                      <a:pt x="2412" y="3661"/>
                      <a:pt x="2390" y="3675"/>
                    </a:cubicBezTo>
                    <a:cubicBezTo>
                      <a:pt x="2363" y="3692"/>
                      <a:pt x="2339" y="3708"/>
                      <a:pt x="2312" y="3726"/>
                    </a:cubicBezTo>
                    <a:cubicBezTo>
                      <a:pt x="2155" y="3829"/>
                      <a:pt x="2005" y="3927"/>
                      <a:pt x="1862" y="4025"/>
                    </a:cubicBezTo>
                    <a:cubicBezTo>
                      <a:pt x="1799" y="4068"/>
                      <a:pt x="1739" y="4109"/>
                      <a:pt x="1680" y="4150"/>
                    </a:cubicBezTo>
                    <a:cubicBezTo>
                      <a:pt x="1619" y="4191"/>
                      <a:pt x="1563" y="4232"/>
                      <a:pt x="1506" y="4273"/>
                    </a:cubicBezTo>
                    <a:cubicBezTo>
                      <a:pt x="1351" y="4383"/>
                      <a:pt x="1207" y="4487"/>
                      <a:pt x="1074" y="4586"/>
                    </a:cubicBezTo>
                    <a:cubicBezTo>
                      <a:pt x="937" y="4690"/>
                      <a:pt x="806" y="4786"/>
                      <a:pt x="694" y="4876"/>
                    </a:cubicBezTo>
                    <a:cubicBezTo>
                      <a:pt x="319" y="5171"/>
                      <a:pt x="92" y="5373"/>
                      <a:pt x="23" y="5435"/>
                    </a:cubicBezTo>
                    <a:cubicBezTo>
                      <a:pt x="19" y="5439"/>
                      <a:pt x="13" y="5441"/>
                      <a:pt x="11" y="5447"/>
                    </a:cubicBezTo>
                    <a:cubicBezTo>
                      <a:pt x="8" y="5449"/>
                      <a:pt x="6" y="5451"/>
                      <a:pt x="0" y="5455"/>
                    </a:cubicBezTo>
                    <a:cubicBezTo>
                      <a:pt x="41" y="5455"/>
                      <a:pt x="4737" y="8182"/>
                      <a:pt x="4739" y="8187"/>
                    </a:cubicBezTo>
                    <a:lnTo>
                      <a:pt x="11863" y="8663"/>
                    </a:lnTo>
                    <a:lnTo>
                      <a:pt x="17542" y="5961"/>
                    </a:lnTo>
                    <a:lnTo>
                      <a:pt x="18680" y="4269"/>
                    </a:lnTo>
                    <a:cubicBezTo>
                      <a:pt x="18680" y="4269"/>
                      <a:pt x="20760" y="1171"/>
                      <a:pt x="20760" y="1169"/>
                    </a:cubicBezTo>
                    <a:cubicBezTo>
                      <a:pt x="20760" y="1169"/>
                      <a:pt x="20760" y="1163"/>
                      <a:pt x="20754" y="1151"/>
                    </a:cubicBezTo>
                    <a:cubicBezTo>
                      <a:pt x="20744" y="1120"/>
                      <a:pt x="20670" y="1018"/>
                      <a:pt x="20179" y="870"/>
                    </a:cubicBezTo>
                    <a:lnTo>
                      <a:pt x="19911" y="793"/>
                    </a:lnTo>
                    <a:cubicBezTo>
                      <a:pt x="19905" y="790"/>
                      <a:pt x="19903" y="790"/>
                      <a:pt x="19897" y="790"/>
                    </a:cubicBezTo>
                    <a:cubicBezTo>
                      <a:pt x="19682" y="729"/>
                      <a:pt x="19471" y="672"/>
                      <a:pt x="19261" y="621"/>
                    </a:cubicBezTo>
                    <a:cubicBezTo>
                      <a:pt x="19160" y="598"/>
                      <a:pt x="19064" y="574"/>
                      <a:pt x="18964" y="549"/>
                    </a:cubicBezTo>
                    <a:cubicBezTo>
                      <a:pt x="18874" y="527"/>
                      <a:pt x="18782" y="506"/>
                      <a:pt x="18690" y="486"/>
                    </a:cubicBezTo>
                    <a:cubicBezTo>
                      <a:pt x="18612" y="467"/>
                      <a:pt x="18534" y="451"/>
                      <a:pt x="18455" y="434"/>
                    </a:cubicBezTo>
                    <a:cubicBezTo>
                      <a:pt x="18348" y="414"/>
                      <a:pt x="18244" y="392"/>
                      <a:pt x="18135" y="371"/>
                    </a:cubicBezTo>
                    <a:cubicBezTo>
                      <a:pt x="18121" y="369"/>
                      <a:pt x="18105" y="363"/>
                      <a:pt x="18086" y="361"/>
                    </a:cubicBezTo>
                    <a:cubicBezTo>
                      <a:pt x="17994" y="342"/>
                      <a:pt x="17900" y="328"/>
                      <a:pt x="17806" y="310"/>
                    </a:cubicBezTo>
                    <a:cubicBezTo>
                      <a:pt x="17745" y="297"/>
                      <a:pt x="17681" y="287"/>
                      <a:pt x="17620" y="277"/>
                    </a:cubicBezTo>
                    <a:cubicBezTo>
                      <a:pt x="17473" y="252"/>
                      <a:pt x="17327" y="230"/>
                      <a:pt x="17180" y="209"/>
                    </a:cubicBezTo>
                    <a:cubicBezTo>
                      <a:pt x="17110" y="199"/>
                      <a:pt x="17039" y="191"/>
                      <a:pt x="16967" y="181"/>
                    </a:cubicBezTo>
                    <a:cubicBezTo>
                      <a:pt x="16836" y="162"/>
                      <a:pt x="16705" y="148"/>
                      <a:pt x="16576" y="134"/>
                    </a:cubicBezTo>
                    <a:cubicBezTo>
                      <a:pt x="16460" y="119"/>
                      <a:pt x="16343" y="107"/>
                      <a:pt x="16229" y="97"/>
                    </a:cubicBezTo>
                    <a:lnTo>
                      <a:pt x="16159" y="89"/>
                    </a:lnTo>
                    <a:cubicBezTo>
                      <a:pt x="16051" y="79"/>
                      <a:pt x="15948" y="68"/>
                      <a:pt x="15844" y="60"/>
                    </a:cubicBezTo>
                    <a:cubicBezTo>
                      <a:pt x="15823" y="58"/>
                      <a:pt x="15803" y="58"/>
                      <a:pt x="15783" y="56"/>
                    </a:cubicBezTo>
                    <a:cubicBezTo>
                      <a:pt x="15693" y="48"/>
                      <a:pt x="15600" y="44"/>
                      <a:pt x="15513" y="38"/>
                    </a:cubicBezTo>
                    <a:cubicBezTo>
                      <a:pt x="15482" y="36"/>
                      <a:pt x="15453" y="36"/>
                      <a:pt x="15425" y="33"/>
                    </a:cubicBezTo>
                    <a:cubicBezTo>
                      <a:pt x="15396" y="31"/>
                      <a:pt x="15365" y="31"/>
                      <a:pt x="15339" y="27"/>
                    </a:cubicBezTo>
                    <a:cubicBezTo>
                      <a:pt x="15253" y="23"/>
                      <a:pt x="15167" y="21"/>
                      <a:pt x="15083" y="15"/>
                    </a:cubicBezTo>
                    <a:cubicBezTo>
                      <a:pt x="15036" y="13"/>
                      <a:pt x="14995" y="13"/>
                      <a:pt x="14952" y="11"/>
                    </a:cubicBezTo>
                    <a:cubicBezTo>
                      <a:pt x="14874" y="7"/>
                      <a:pt x="14796" y="7"/>
                      <a:pt x="14719" y="5"/>
                    </a:cubicBezTo>
                    <a:cubicBezTo>
                      <a:pt x="14643" y="5"/>
                      <a:pt x="14563" y="3"/>
                      <a:pt x="14485" y="3"/>
                    </a:cubicBezTo>
                    <a:cubicBezTo>
                      <a:pt x="14430" y="1"/>
                      <a:pt x="14377" y="1"/>
                      <a:pt x="143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7"/>
              <p:cNvSpPr/>
              <p:nvPr/>
            </p:nvSpPr>
            <p:spPr>
              <a:xfrm>
                <a:off x="1697440" y="2883619"/>
                <a:ext cx="1746040" cy="684858"/>
              </a:xfrm>
              <a:custGeom>
                <a:rect b="b" l="l" r="r" t="t"/>
                <a:pathLst>
                  <a:path extrusionOk="0" h="11285" w="28771">
                    <a:moveTo>
                      <a:pt x="16557" y="0"/>
                    </a:moveTo>
                    <a:cubicBezTo>
                      <a:pt x="16137" y="0"/>
                      <a:pt x="15726" y="10"/>
                      <a:pt x="15321" y="30"/>
                    </a:cubicBezTo>
                    <a:cubicBezTo>
                      <a:pt x="14347" y="75"/>
                      <a:pt x="13416" y="175"/>
                      <a:pt x="12530" y="320"/>
                    </a:cubicBezTo>
                    <a:cubicBezTo>
                      <a:pt x="11935" y="415"/>
                      <a:pt x="11362" y="533"/>
                      <a:pt x="10810" y="668"/>
                    </a:cubicBezTo>
                    <a:cubicBezTo>
                      <a:pt x="9950" y="875"/>
                      <a:pt x="9142" y="1125"/>
                      <a:pt x="8385" y="1401"/>
                    </a:cubicBezTo>
                    <a:cubicBezTo>
                      <a:pt x="8078" y="1513"/>
                      <a:pt x="7780" y="1628"/>
                      <a:pt x="7487" y="1749"/>
                    </a:cubicBezTo>
                    <a:cubicBezTo>
                      <a:pt x="7397" y="1783"/>
                      <a:pt x="7309" y="1820"/>
                      <a:pt x="7221" y="1857"/>
                    </a:cubicBezTo>
                    <a:cubicBezTo>
                      <a:pt x="6583" y="2131"/>
                      <a:pt x="5983" y="2424"/>
                      <a:pt x="5429" y="2722"/>
                    </a:cubicBezTo>
                    <a:cubicBezTo>
                      <a:pt x="5050" y="2927"/>
                      <a:pt x="4690" y="3136"/>
                      <a:pt x="4348" y="3344"/>
                    </a:cubicBezTo>
                    <a:cubicBezTo>
                      <a:pt x="3661" y="3768"/>
                      <a:pt x="3053" y="4189"/>
                      <a:pt x="2528" y="4594"/>
                    </a:cubicBezTo>
                    <a:cubicBezTo>
                      <a:pt x="2247" y="4811"/>
                      <a:pt x="1990" y="5022"/>
                      <a:pt x="1754" y="5220"/>
                    </a:cubicBezTo>
                    <a:cubicBezTo>
                      <a:pt x="1642" y="5315"/>
                      <a:pt x="1533" y="5407"/>
                      <a:pt x="1433" y="5497"/>
                    </a:cubicBezTo>
                    <a:cubicBezTo>
                      <a:pt x="572" y="6260"/>
                      <a:pt x="99" y="6818"/>
                      <a:pt x="15" y="6921"/>
                    </a:cubicBezTo>
                    <a:cubicBezTo>
                      <a:pt x="7" y="6935"/>
                      <a:pt x="1" y="6939"/>
                      <a:pt x="1" y="6939"/>
                    </a:cubicBezTo>
                    <a:lnTo>
                      <a:pt x="1306" y="11285"/>
                    </a:lnTo>
                    <a:lnTo>
                      <a:pt x="1361" y="11283"/>
                    </a:lnTo>
                    <a:cubicBezTo>
                      <a:pt x="1327" y="11248"/>
                      <a:pt x="1306" y="11231"/>
                      <a:pt x="1306" y="11231"/>
                    </a:cubicBezTo>
                    <a:cubicBezTo>
                      <a:pt x="1306" y="11231"/>
                      <a:pt x="1308" y="11229"/>
                      <a:pt x="1314" y="11225"/>
                    </a:cubicBezTo>
                    <a:lnTo>
                      <a:pt x="1321" y="11219"/>
                    </a:lnTo>
                    <a:cubicBezTo>
                      <a:pt x="1388" y="11150"/>
                      <a:pt x="1674" y="10855"/>
                      <a:pt x="2168" y="10425"/>
                    </a:cubicBezTo>
                    <a:cubicBezTo>
                      <a:pt x="2425" y="10198"/>
                      <a:pt x="2740" y="9932"/>
                      <a:pt x="3109" y="9644"/>
                    </a:cubicBezTo>
                    <a:lnTo>
                      <a:pt x="3115" y="9638"/>
                    </a:lnTo>
                    <a:cubicBezTo>
                      <a:pt x="3782" y="9116"/>
                      <a:pt x="4623" y="8510"/>
                      <a:pt x="5623" y="7897"/>
                    </a:cubicBezTo>
                    <a:cubicBezTo>
                      <a:pt x="5903" y="7723"/>
                      <a:pt x="6198" y="7551"/>
                      <a:pt x="6503" y="7379"/>
                    </a:cubicBezTo>
                    <a:cubicBezTo>
                      <a:pt x="6593" y="7326"/>
                      <a:pt x="6685" y="7277"/>
                      <a:pt x="6779" y="7225"/>
                    </a:cubicBezTo>
                    <a:cubicBezTo>
                      <a:pt x="6906" y="7158"/>
                      <a:pt x="7035" y="7088"/>
                      <a:pt x="7168" y="7019"/>
                    </a:cubicBezTo>
                    <a:cubicBezTo>
                      <a:pt x="7282" y="6957"/>
                      <a:pt x="7397" y="6902"/>
                      <a:pt x="7514" y="6843"/>
                    </a:cubicBezTo>
                    <a:cubicBezTo>
                      <a:pt x="7630" y="6784"/>
                      <a:pt x="7745" y="6724"/>
                      <a:pt x="7865" y="6669"/>
                    </a:cubicBezTo>
                    <a:cubicBezTo>
                      <a:pt x="7929" y="6636"/>
                      <a:pt x="7996" y="6606"/>
                      <a:pt x="8062" y="6575"/>
                    </a:cubicBezTo>
                    <a:cubicBezTo>
                      <a:pt x="8117" y="6548"/>
                      <a:pt x="8168" y="6526"/>
                      <a:pt x="8219" y="6499"/>
                    </a:cubicBezTo>
                    <a:cubicBezTo>
                      <a:pt x="8389" y="6423"/>
                      <a:pt x="8561" y="6344"/>
                      <a:pt x="8739" y="6268"/>
                    </a:cubicBezTo>
                    <a:cubicBezTo>
                      <a:pt x="8991" y="6158"/>
                      <a:pt x="9253" y="6047"/>
                      <a:pt x="9519" y="5943"/>
                    </a:cubicBezTo>
                    <a:cubicBezTo>
                      <a:pt x="9733" y="5855"/>
                      <a:pt x="9950" y="5771"/>
                      <a:pt x="10173" y="5689"/>
                    </a:cubicBezTo>
                    <a:cubicBezTo>
                      <a:pt x="10280" y="5648"/>
                      <a:pt x="10392" y="5609"/>
                      <a:pt x="10503" y="5572"/>
                    </a:cubicBezTo>
                    <a:cubicBezTo>
                      <a:pt x="10603" y="5536"/>
                      <a:pt x="10703" y="5503"/>
                      <a:pt x="10801" y="5470"/>
                    </a:cubicBezTo>
                    <a:cubicBezTo>
                      <a:pt x="10875" y="5443"/>
                      <a:pt x="10955" y="5419"/>
                      <a:pt x="11033" y="5392"/>
                    </a:cubicBezTo>
                    <a:cubicBezTo>
                      <a:pt x="11065" y="5380"/>
                      <a:pt x="11098" y="5370"/>
                      <a:pt x="11135" y="5360"/>
                    </a:cubicBezTo>
                    <a:cubicBezTo>
                      <a:pt x="11223" y="5331"/>
                      <a:pt x="11315" y="5302"/>
                      <a:pt x="11407" y="5276"/>
                    </a:cubicBezTo>
                    <a:cubicBezTo>
                      <a:pt x="11413" y="5272"/>
                      <a:pt x="11419" y="5272"/>
                      <a:pt x="11423" y="5270"/>
                    </a:cubicBezTo>
                    <a:cubicBezTo>
                      <a:pt x="11522" y="5241"/>
                      <a:pt x="11620" y="5210"/>
                      <a:pt x="11718" y="5184"/>
                    </a:cubicBezTo>
                    <a:cubicBezTo>
                      <a:pt x="11837" y="5147"/>
                      <a:pt x="11961" y="5114"/>
                      <a:pt x="12086" y="5081"/>
                    </a:cubicBezTo>
                    <a:cubicBezTo>
                      <a:pt x="12203" y="5047"/>
                      <a:pt x="12321" y="5016"/>
                      <a:pt x="12444" y="4985"/>
                    </a:cubicBezTo>
                    <a:cubicBezTo>
                      <a:pt x="12520" y="4965"/>
                      <a:pt x="12598" y="4948"/>
                      <a:pt x="12677" y="4928"/>
                    </a:cubicBezTo>
                    <a:cubicBezTo>
                      <a:pt x="12751" y="4910"/>
                      <a:pt x="12827" y="4891"/>
                      <a:pt x="12905" y="4873"/>
                    </a:cubicBezTo>
                    <a:cubicBezTo>
                      <a:pt x="13150" y="4813"/>
                      <a:pt x="13400" y="4760"/>
                      <a:pt x="13655" y="4709"/>
                    </a:cubicBezTo>
                    <a:cubicBezTo>
                      <a:pt x="13768" y="4686"/>
                      <a:pt x="13882" y="4666"/>
                      <a:pt x="13999" y="4644"/>
                    </a:cubicBezTo>
                    <a:cubicBezTo>
                      <a:pt x="14173" y="4611"/>
                      <a:pt x="14347" y="4582"/>
                      <a:pt x="14525" y="4554"/>
                    </a:cubicBezTo>
                    <a:cubicBezTo>
                      <a:pt x="14637" y="4535"/>
                      <a:pt x="14752" y="4519"/>
                      <a:pt x="14869" y="4502"/>
                    </a:cubicBezTo>
                    <a:cubicBezTo>
                      <a:pt x="14879" y="4500"/>
                      <a:pt x="14885" y="4498"/>
                      <a:pt x="14895" y="4498"/>
                    </a:cubicBezTo>
                    <a:cubicBezTo>
                      <a:pt x="15034" y="4478"/>
                      <a:pt x="15171" y="4459"/>
                      <a:pt x="15315" y="4441"/>
                    </a:cubicBezTo>
                    <a:cubicBezTo>
                      <a:pt x="15448" y="4423"/>
                      <a:pt x="15585" y="4408"/>
                      <a:pt x="15722" y="4396"/>
                    </a:cubicBezTo>
                    <a:cubicBezTo>
                      <a:pt x="15740" y="4392"/>
                      <a:pt x="15759" y="4390"/>
                      <a:pt x="15779" y="4388"/>
                    </a:cubicBezTo>
                    <a:cubicBezTo>
                      <a:pt x="15875" y="4378"/>
                      <a:pt x="15975" y="4367"/>
                      <a:pt x="16076" y="4359"/>
                    </a:cubicBezTo>
                    <a:cubicBezTo>
                      <a:pt x="16092" y="4357"/>
                      <a:pt x="16113" y="4357"/>
                      <a:pt x="16131" y="4355"/>
                    </a:cubicBezTo>
                    <a:cubicBezTo>
                      <a:pt x="16203" y="4347"/>
                      <a:pt x="16274" y="4341"/>
                      <a:pt x="16346" y="4337"/>
                    </a:cubicBezTo>
                    <a:cubicBezTo>
                      <a:pt x="16362" y="4335"/>
                      <a:pt x="16374" y="4335"/>
                      <a:pt x="16389" y="4331"/>
                    </a:cubicBezTo>
                    <a:lnTo>
                      <a:pt x="16409" y="4328"/>
                    </a:lnTo>
                    <a:cubicBezTo>
                      <a:pt x="16436" y="4326"/>
                      <a:pt x="16460" y="4326"/>
                      <a:pt x="16487" y="4324"/>
                    </a:cubicBezTo>
                    <a:lnTo>
                      <a:pt x="16716" y="4308"/>
                    </a:lnTo>
                    <a:cubicBezTo>
                      <a:pt x="16818" y="4304"/>
                      <a:pt x="16921" y="4298"/>
                      <a:pt x="17027" y="4294"/>
                    </a:cubicBezTo>
                    <a:cubicBezTo>
                      <a:pt x="17060" y="4290"/>
                      <a:pt x="17095" y="4290"/>
                      <a:pt x="17131" y="4288"/>
                    </a:cubicBezTo>
                    <a:cubicBezTo>
                      <a:pt x="17275" y="4283"/>
                      <a:pt x="17416" y="4277"/>
                      <a:pt x="17561" y="4275"/>
                    </a:cubicBezTo>
                    <a:cubicBezTo>
                      <a:pt x="17706" y="4273"/>
                      <a:pt x="17852" y="4269"/>
                      <a:pt x="18001" y="4269"/>
                    </a:cubicBezTo>
                    <a:cubicBezTo>
                      <a:pt x="18060" y="4269"/>
                      <a:pt x="18122" y="4269"/>
                      <a:pt x="18183" y="4273"/>
                    </a:cubicBezTo>
                    <a:cubicBezTo>
                      <a:pt x="18277" y="4273"/>
                      <a:pt x="18371" y="4275"/>
                      <a:pt x="18469" y="4277"/>
                    </a:cubicBezTo>
                    <a:cubicBezTo>
                      <a:pt x="18564" y="4277"/>
                      <a:pt x="18660" y="4279"/>
                      <a:pt x="18758" y="4285"/>
                    </a:cubicBezTo>
                    <a:cubicBezTo>
                      <a:pt x="18854" y="4288"/>
                      <a:pt x="18952" y="4294"/>
                      <a:pt x="19048" y="4298"/>
                    </a:cubicBezTo>
                    <a:cubicBezTo>
                      <a:pt x="19145" y="4300"/>
                      <a:pt x="19243" y="4306"/>
                      <a:pt x="19341" y="4314"/>
                    </a:cubicBezTo>
                    <a:cubicBezTo>
                      <a:pt x="19466" y="4320"/>
                      <a:pt x="19589" y="4328"/>
                      <a:pt x="19717" y="4339"/>
                    </a:cubicBezTo>
                    <a:cubicBezTo>
                      <a:pt x="19826" y="4347"/>
                      <a:pt x="19938" y="4357"/>
                      <a:pt x="20051" y="4367"/>
                    </a:cubicBezTo>
                    <a:cubicBezTo>
                      <a:pt x="20076" y="4369"/>
                      <a:pt x="20098" y="4371"/>
                      <a:pt x="20123" y="4373"/>
                    </a:cubicBezTo>
                    <a:cubicBezTo>
                      <a:pt x="20239" y="4386"/>
                      <a:pt x="20356" y="4398"/>
                      <a:pt x="20474" y="4410"/>
                    </a:cubicBezTo>
                    <a:cubicBezTo>
                      <a:pt x="20573" y="4421"/>
                      <a:pt x="20679" y="4433"/>
                      <a:pt x="20781" y="4447"/>
                    </a:cubicBezTo>
                    <a:cubicBezTo>
                      <a:pt x="21092" y="4484"/>
                      <a:pt x="21409" y="4531"/>
                      <a:pt x="21729" y="4584"/>
                    </a:cubicBezTo>
                    <a:cubicBezTo>
                      <a:pt x="21798" y="4594"/>
                      <a:pt x="21870" y="4607"/>
                      <a:pt x="21941" y="4621"/>
                    </a:cubicBezTo>
                    <a:cubicBezTo>
                      <a:pt x="22003" y="4631"/>
                      <a:pt x="22066" y="4641"/>
                      <a:pt x="22132" y="4654"/>
                    </a:cubicBezTo>
                    <a:cubicBezTo>
                      <a:pt x="22228" y="4672"/>
                      <a:pt x="22326" y="4689"/>
                      <a:pt x="22422" y="4709"/>
                    </a:cubicBezTo>
                    <a:cubicBezTo>
                      <a:pt x="22668" y="4760"/>
                      <a:pt x="22913" y="4811"/>
                      <a:pt x="23165" y="4871"/>
                    </a:cubicBezTo>
                    <a:cubicBezTo>
                      <a:pt x="23271" y="4897"/>
                      <a:pt x="23384" y="4922"/>
                      <a:pt x="23494" y="4950"/>
                    </a:cubicBezTo>
                    <a:cubicBezTo>
                      <a:pt x="23529" y="4959"/>
                      <a:pt x="23566" y="4967"/>
                      <a:pt x="23605" y="4979"/>
                    </a:cubicBezTo>
                    <a:cubicBezTo>
                      <a:pt x="23689" y="5000"/>
                      <a:pt x="23773" y="5022"/>
                      <a:pt x="23860" y="5045"/>
                    </a:cubicBezTo>
                    <a:lnTo>
                      <a:pt x="23914" y="5059"/>
                    </a:lnTo>
                    <a:cubicBezTo>
                      <a:pt x="24014" y="5085"/>
                      <a:pt x="24112" y="5114"/>
                      <a:pt x="24214" y="5141"/>
                    </a:cubicBezTo>
                    <a:cubicBezTo>
                      <a:pt x="24304" y="5165"/>
                      <a:pt x="24392" y="5190"/>
                      <a:pt x="24478" y="5216"/>
                    </a:cubicBezTo>
                    <a:cubicBezTo>
                      <a:pt x="24599" y="5249"/>
                      <a:pt x="24716" y="5286"/>
                      <a:pt x="24838" y="5323"/>
                    </a:cubicBezTo>
                    <a:cubicBezTo>
                      <a:pt x="24918" y="5347"/>
                      <a:pt x="24998" y="5372"/>
                      <a:pt x="25078" y="5398"/>
                    </a:cubicBezTo>
                    <a:cubicBezTo>
                      <a:pt x="25201" y="5435"/>
                      <a:pt x="25319" y="5476"/>
                      <a:pt x="25446" y="5517"/>
                    </a:cubicBezTo>
                    <a:cubicBezTo>
                      <a:pt x="25548" y="5552"/>
                      <a:pt x="25651" y="5587"/>
                      <a:pt x="25755" y="5624"/>
                    </a:cubicBezTo>
                    <a:cubicBezTo>
                      <a:pt x="25831" y="5648"/>
                      <a:pt x="25910" y="5677"/>
                      <a:pt x="25990" y="5705"/>
                    </a:cubicBezTo>
                    <a:cubicBezTo>
                      <a:pt x="26074" y="5736"/>
                      <a:pt x="26162" y="5767"/>
                      <a:pt x="26248" y="5799"/>
                    </a:cubicBezTo>
                    <a:cubicBezTo>
                      <a:pt x="26295" y="5814"/>
                      <a:pt x="26338" y="5830"/>
                      <a:pt x="26381" y="5849"/>
                    </a:cubicBezTo>
                    <a:cubicBezTo>
                      <a:pt x="26575" y="5922"/>
                      <a:pt x="26772" y="5998"/>
                      <a:pt x="26970" y="6078"/>
                    </a:cubicBezTo>
                    <a:cubicBezTo>
                      <a:pt x="27056" y="6115"/>
                      <a:pt x="27148" y="6149"/>
                      <a:pt x="27238" y="6188"/>
                    </a:cubicBezTo>
                    <a:cubicBezTo>
                      <a:pt x="27390" y="6250"/>
                      <a:pt x="27539" y="6315"/>
                      <a:pt x="27692" y="6383"/>
                    </a:cubicBezTo>
                    <a:cubicBezTo>
                      <a:pt x="27783" y="6423"/>
                      <a:pt x="27877" y="6464"/>
                      <a:pt x="27971" y="6505"/>
                    </a:cubicBezTo>
                    <a:cubicBezTo>
                      <a:pt x="27977" y="6507"/>
                      <a:pt x="27987" y="6514"/>
                      <a:pt x="27997" y="6516"/>
                    </a:cubicBezTo>
                    <a:cubicBezTo>
                      <a:pt x="28077" y="6540"/>
                      <a:pt x="28149" y="6587"/>
                      <a:pt x="28226" y="6622"/>
                    </a:cubicBezTo>
                    <a:lnTo>
                      <a:pt x="28386" y="6704"/>
                    </a:lnTo>
                    <a:lnTo>
                      <a:pt x="28693" y="3363"/>
                    </a:lnTo>
                    <a:lnTo>
                      <a:pt x="28771" y="2602"/>
                    </a:lnTo>
                    <a:cubicBezTo>
                      <a:pt x="28591" y="2528"/>
                      <a:pt x="28413" y="2456"/>
                      <a:pt x="28245" y="2385"/>
                    </a:cubicBezTo>
                    <a:cubicBezTo>
                      <a:pt x="27881" y="2242"/>
                      <a:pt x="27517" y="2107"/>
                      <a:pt x="27161" y="1978"/>
                    </a:cubicBezTo>
                    <a:cubicBezTo>
                      <a:pt x="26039" y="1577"/>
                      <a:pt x="24951" y="1245"/>
                      <a:pt x="23901" y="973"/>
                    </a:cubicBezTo>
                    <a:lnTo>
                      <a:pt x="23529" y="881"/>
                    </a:lnTo>
                    <a:cubicBezTo>
                      <a:pt x="22516" y="631"/>
                      <a:pt x="21532" y="439"/>
                      <a:pt x="20583" y="300"/>
                    </a:cubicBezTo>
                    <a:lnTo>
                      <a:pt x="19957" y="214"/>
                    </a:lnTo>
                    <a:cubicBezTo>
                      <a:pt x="19075" y="106"/>
                      <a:pt x="18226" y="40"/>
                      <a:pt x="17401" y="14"/>
                    </a:cubicBezTo>
                    <a:cubicBezTo>
                      <a:pt x="17116" y="5"/>
                      <a:pt x="16835" y="0"/>
                      <a:pt x="165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7"/>
              <p:cNvSpPr/>
              <p:nvPr/>
            </p:nvSpPr>
            <p:spPr>
              <a:xfrm>
                <a:off x="1776214" y="3142879"/>
                <a:ext cx="1618718" cy="422021"/>
              </a:xfrm>
              <a:custGeom>
                <a:rect b="b" l="l" r="r" t="t"/>
                <a:pathLst>
                  <a:path extrusionOk="0" h="6954" w="26673">
                    <a:moveTo>
                      <a:pt x="16714" y="0"/>
                    </a:moveTo>
                    <a:cubicBezTo>
                      <a:pt x="6756" y="0"/>
                      <a:pt x="234" y="6710"/>
                      <a:pt x="0" y="6953"/>
                    </a:cubicBezTo>
                    <a:cubicBezTo>
                      <a:pt x="70" y="6902"/>
                      <a:pt x="659" y="6479"/>
                      <a:pt x="1667" y="5979"/>
                    </a:cubicBezTo>
                    <a:cubicBezTo>
                      <a:pt x="3662" y="5001"/>
                      <a:pt x="8582" y="719"/>
                      <a:pt x="17286" y="719"/>
                    </a:cubicBezTo>
                    <a:cubicBezTo>
                      <a:pt x="20030" y="719"/>
                      <a:pt x="23150" y="1145"/>
                      <a:pt x="26673" y="2233"/>
                    </a:cubicBezTo>
                    <a:cubicBezTo>
                      <a:pt x="23089" y="621"/>
                      <a:pt x="19742" y="0"/>
                      <a:pt x="16714" y="0"/>
                    </a:cubicBezTo>
                    <a:close/>
                  </a:path>
                </a:pathLst>
              </a:custGeom>
              <a:solidFill>
                <a:srgbClr val="CFB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7"/>
              <p:cNvSpPr/>
              <p:nvPr/>
            </p:nvSpPr>
            <p:spPr>
              <a:xfrm>
                <a:off x="1775910" y="3142940"/>
                <a:ext cx="1642993" cy="550436"/>
              </a:xfrm>
              <a:custGeom>
                <a:rect b="b" l="l" r="r" t="t"/>
                <a:pathLst>
                  <a:path extrusionOk="0" h="9070" w="27073">
                    <a:moveTo>
                      <a:pt x="16696" y="0"/>
                    </a:moveTo>
                    <a:cubicBezTo>
                      <a:pt x="16546" y="0"/>
                      <a:pt x="16401" y="0"/>
                      <a:pt x="16256" y="4"/>
                    </a:cubicBezTo>
                    <a:cubicBezTo>
                      <a:pt x="16113" y="6"/>
                      <a:pt x="15969" y="12"/>
                      <a:pt x="15826" y="17"/>
                    </a:cubicBezTo>
                    <a:cubicBezTo>
                      <a:pt x="15789" y="17"/>
                      <a:pt x="15755" y="21"/>
                      <a:pt x="15722" y="23"/>
                    </a:cubicBezTo>
                    <a:cubicBezTo>
                      <a:pt x="15615" y="25"/>
                      <a:pt x="15513" y="31"/>
                      <a:pt x="15411" y="37"/>
                    </a:cubicBezTo>
                    <a:cubicBezTo>
                      <a:pt x="15335" y="43"/>
                      <a:pt x="15257" y="45"/>
                      <a:pt x="15182" y="53"/>
                    </a:cubicBezTo>
                    <a:cubicBezTo>
                      <a:pt x="15155" y="53"/>
                      <a:pt x="15131" y="55"/>
                      <a:pt x="15104" y="58"/>
                    </a:cubicBezTo>
                    <a:lnTo>
                      <a:pt x="15083" y="62"/>
                    </a:lnTo>
                    <a:cubicBezTo>
                      <a:pt x="15069" y="64"/>
                      <a:pt x="15057" y="64"/>
                      <a:pt x="15041" y="66"/>
                    </a:cubicBezTo>
                    <a:cubicBezTo>
                      <a:pt x="14969" y="72"/>
                      <a:pt x="14897" y="76"/>
                      <a:pt x="14826" y="84"/>
                    </a:cubicBezTo>
                    <a:cubicBezTo>
                      <a:pt x="14807" y="84"/>
                      <a:pt x="14787" y="86"/>
                      <a:pt x="14770" y="88"/>
                    </a:cubicBezTo>
                    <a:cubicBezTo>
                      <a:pt x="14672" y="96"/>
                      <a:pt x="14570" y="107"/>
                      <a:pt x="14474" y="117"/>
                    </a:cubicBezTo>
                    <a:cubicBezTo>
                      <a:pt x="14453" y="119"/>
                      <a:pt x="14435" y="123"/>
                      <a:pt x="14417" y="125"/>
                    </a:cubicBezTo>
                    <a:cubicBezTo>
                      <a:pt x="14286" y="137"/>
                      <a:pt x="14159" y="154"/>
                      <a:pt x="14028" y="168"/>
                    </a:cubicBezTo>
                    <a:cubicBezTo>
                      <a:pt x="14028" y="168"/>
                      <a:pt x="14009" y="170"/>
                      <a:pt x="14007" y="170"/>
                    </a:cubicBezTo>
                    <a:cubicBezTo>
                      <a:pt x="13866" y="188"/>
                      <a:pt x="13729" y="207"/>
                      <a:pt x="13590" y="227"/>
                    </a:cubicBezTo>
                    <a:cubicBezTo>
                      <a:pt x="13580" y="227"/>
                      <a:pt x="13574" y="229"/>
                      <a:pt x="13563" y="231"/>
                    </a:cubicBezTo>
                    <a:cubicBezTo>
                      <a:pt x="13451" y="248"/>
                      <a:pt x="13332" y="262"/>
                      <a:pt x="13220" y="283"/>
                    </a:cubicBezTo>
                    <a:cubicBezTo>
                      <a:pt x="13042" y="311"/>
                      <a:pt x="12868" y="340"/>
                      <a:pt x="12694" y="373"/>
                    </a:cubicBezTo>
                    <a:cubicBezTo>
                      <a:pt x="12577" y="393"/>
                      <a:pt x="12465" y="416"/>
                      <a:pt x="12350" y="440"/>
                    </a:cubicBezTo>
                    <a:cubicBezTo>
                      <a:pt x="12096" y="491"/>
                      <a:pt x="11847" y="544"/>
                      <a:pt x="11599" y="604"/>
                    </a:cubicBezTo>
                    <a:cubicBezTo>
                      <a:pt x="11522" y="620"/>
                      <a:pt x="11446" y="639"/>
                      <a:pt x="11370" y="657"/>
                    </a:cubicBezTo>
                    <a:cubicBezTo>
                      <a:pt x="11294" y="675"/>
                      <a:pt x="11215" y="696"/>
                      <a:pt x="11139" y="716"/>
                    </a:cubicBezTo>
                    <a:cubicBezTo>
                      <a:pt x="11018" y="747"/>
                      <a:pt x="10898" y="778"/>
                      <a:pt x="10781" y="810"/>
                    </a:cubicBezTo>
                    <a:cubicBezTo>
                      <a:pt x="10658" y="841"/>
                      <a:pt x="10535" y="876"/>
                      <a:pt x="10413" y="913"/>
                    </a:cubicBezTo>
                    <a:cubicBezTo>
                      <a:pt x="10314" y="941"/>
                      <a:pt x="10214" y="968"/>
                      <a:pt x="10118" y="999"/>
                    </a:cubicBezTo>
                    <a:cubicBezTo>
                      <a:pt x="10112" y="999"/>
                      <a:pt x="10108" y="1003"/>
                      <a:pt x="10102" y="1005"/>
                    </a:cubicBezTo>
                    <a:cubicBezTo>
                      <a:pt x="10010" y="1029"/>
                      <a:pt x="9918" y="1058"/>
                      <a:pt x="9830" y="1089"/>
                    </a:cubicBezTo>
                    <a:cubicBezTo>
                      <a:pt x="9795" y="1099"/>
                      <a:pt x="9760" y="1109"/>
                      <a:pt x="9727" y="1121"/>
                    </a:cubicBezTo>
                    <a:lnTo>
                      <a:pt x="9496" y="1199"/>
                    </a:lnTo>
                    <a:cubicBezTo>
                      <a:pt x="9394" y="1232"/>
                      <a:pt x="9294" y="1265"/>
                      <a:pt x="9197" y="1301"/>
                    </a:cubicBezTo>
                    <a:cubicBezTo>
                      <a:pt x="9087" y="1340"/>
                      <a:pt x="8976" y="1377"/>
                      <a:pt x="8868" y="1418"/>
                    </a:cubicBezTo>
                    <a:cubicBezTo>
                      <a:pt x="8645" y="1500"/>
                      <a:pt x="8428" y="1586"/>
                      <a:pt x="8213" y="1672"/>
                    </a:cubicBezTo>
                    <a:cubicBezTo>
                      <a:pt x="7947" y="1776"/>
                      <a:pt x="7687" y="1887"/>
                      <a:pt x="7432" y="1997"/>
                    </a:cubicBezTo>
                    <a:cubicBezTo>
                      <a:pt x="7256" y="2071"/>
                      <a:pt x="7084" y="2150"/>
                      <a:pt x="6914" y="2230"/>
                    </a:cubicBezTo>
                    <a:cubicBezTo>
                      <a:pt x="6859" y="2255"/>
                      <a:pt x="6808" y="2277"/>
                      <a:pt x="6757" y="2304"/>
                    </a:cubicBezTo>
                    <a:cubicBezTo>
                      <a:pt x="6693" y="2335"/>
                      <a:pt x="6628" y="2365"/>
                      <a:pt x="6560" y="2398"/>
                    </a:cubicBezTo>
                    <a:cubicBezTo>
                      <a:pt x="6439" y="2455"/>
                      <a:pt x="6325" y="2513"/>
                      <a:pt x="6208" y="2572"/>
                    </a:cubicBezTo>
                    <a:cubicBezTo>
                      <a:pt x="6090" y="2631"/>
                      <a:pt x="5975" y="2691"/>
                      <a:pt x="5862" y="2748"/>
                    </a:cubicBezTo>
                    <a:cubicBezTo>
                      <a:pt x="5732" y="2815"/>
                      <a:pt x="5601" y="2885"/>
                      <a:pt x="5474" y="2957"/>
                    </a:cubicBezTo>
                    <a:lnTo>
                      <a:pt x="5198" y="3110"/>
                    </a:lnTo>
                    <a:cubicBezTo>
                      <a:pt x="4893" y="3284"/>
                      <a:pt x="4598" y="3454"/>
                      <a:pt x="4318" y="3626"/>
                    </a:cubicBezTo>
                    <a:cubicBezTo>
                      <a:pt x="3317" y="4237"/>
                      <a:pt x="2476" y="4843"/>
                      <a:pt x="1810" y="5367"/>
                    </a:cubicBezTo>
                    <a:lnTo>
                      <a:pt x="1803" y="5373"/>
                    </a:lnTo>
                    <a:cubicBezTo>
                      <a:pt x="1435" y="5661"/>
                      <a:pt x="1120" y="5927"/>
                      <a:pt x="862" y="6154"/>
                    </a:cubicBezTo>
                    <a:cubicBezTo>
                      <a:pt x="369" y="6584"/>
                      <a:pt x="83" y="6879"/>
                      <a:pt x="15" y="6948"/>
                    </a:cubicBezTo>
                    <a:lnTo>
                      <a:pt x="9" y="6956"/>
                    </a:lnTo>
                    <a:cubicBezTo>
                      <a:pt x="3" y="6958"/>
                      <a:pt x="1" y="6960"/>
                      <a:pt x="1" y="6960"/>
                    </a:cubicBezTo>
                    <a:cubicBezTo>
                      <a:pt x="1" y="6960"/>
                      <a:pt x="21" y="6979"/>
                      <a:pt x="56" y="7012"/>
                    </a:cubicBezTo>
                    <a:cubicBezTo>
                      <a:pt x="367" y="7288"/>
                      <a:pt x="1863" y="8626"/>
                      <a:pt x="2317" y="9037"/>
                    </a:cubicBezTo>
                    <a:cubicBezTo>
                      <a:pt x="2331" y="9049"/>
                      <a:pt x="2344" y="9060"/>
                      <a:pt x="2354" y="9070"/>
                    </a:cubicBezTo>
                    <a:cubicBezTo>
                      <a:pt x="2427" y="9039"/>
                      <a:pt x="2507" y="9006"/>
                      <a:pt x="2587" y="8972"/>
                    </a:cubicBezTo>
                    <a:cubicBezTo>
                      <a:pt x="2624" y="8953"/>
                      <a:pt x="2663" y="8935"/>
                      <a:pt x="2702" y="8914"/>
                    </a:cubicBezTo>
                    <a:cubicBezTo>
                      <a:pt x="2732" y="8900"/>
                      <a:pt x="2763" y="8884"/>
                      <a:pt x="2796" y="8865"/>
                    </a:cubicBezTo>
                    <a:cubicBezTo>
                      <a:pt x="2804" y="8863"/>
                      <a:pt x="2812" y="8859"/>
                      <a:pt x="2822" y="8853"/>
                    </a:cubicBezTo>
                    <a:cubicBezTo>
                      <a:pt x="2847" y="8841"/>
                      <a:pt x="2869" y="8830"/>
                      <a:pt x="2896" y="8814"/>
                    </a:cubicBezTo>
                    <a:cubicBezTo>
                      <a:pt x="2929" y="8798"/>
                      <a:pt x="2965" y="8779"/>
                      <a:pt x="3000" y="8759"/>
                    </a:cubicBezTo>
                    <a:cubicBezTo>
                      <a:pt x="3064" y="8726"/>
                      <a:pt x="3129" y="8689"/>
                      <a:pt x="3193" y="8650"/>
                    </a:cubicBezTo>
                    <a:lnTo>
                      <a:pt x="3324" y="8575"/>
                    </a:lnTo>
                    <a:cubicBezTo>
                      <a:pt x="3364" y="8552"/>
                      <a:pt x="3405" y="8526"/>
                      <a:pt x="3448" y="8501"/>
                    </a:cubicBezTo>
                    <a:cubicBezTo>
                      <a:pt x="3497" y="8472"/>
                      <a:pt x="3542" y="8444"/>
                      <a:pt x="3589" y="8413"/>
                    </a:cubicBezTo>
                    <a:cubicBezTo>
                      <a:pt x="3634" y="8384"/>
                      <a:pt x="3682" y="8358"/>
                      <a:pt x="3727" y="8327"/>
                    </a:cubicBezTo>
                    <a:cubicBezTo>
                      <a:pt x="3911" y="8211"/>
                      <a:pt x="4101" y="8086"/>
                      <a:pt x="4299" y="7953"/>
                    </a:cubicBezTo>
                    <a:cubicBezTo>
                      <a:pt x="4596" y="7754"/>
                      <a:pt x="4913" y="7542"/>
                      <a:pt x="5247" y="7321"/>
                    </a:cubicBezTo>
                    <a:cubicBezTo>
                      <a:pt x="5302" y="7286"/>
                      <a:pt x="5359" y="7249"/>
                      <a:pt x="5414" y="7212"/>
                    </a:cubicBezTo>
                    <a:cubicBezTo>
                      <a:pt x="5502" y="7153"/>
                      <a:pt x="5590" y="7095"/>
                      <a:pt x="5680" y="7038"/>
                    </a:cubicBezTo>
                    <a:cubicBezTo>
                      <a:pt x="5918" y="6885"/>
                      <a:pt x="6167" y="6731"/>
                      <a:pt x="6423" y="6572"/>
                    </a:cubicBezTo>
                    <a:cubicBezTo>
                      <a:pt x="6497" y="6527"/>
                      <a:pt x="6577" y="6480"/>
                      <a:pt x="6652" y="6435"/>
                    </a:cubicBezTo>
                    <a:cubicBezTo>
                      <a:pt x="6730" y="6388"/>
                      <a:pt x="6806" y="6343"/>
                      <a:pt x="6885" y="6296"/>
                    </a:cubicBezTo>
                    <a:cubicBezTo>
                      <a:pt x="7047" y="6203"/>
                      <a:pt x="7207" y="6109"/>
                      <a:pt x="7376" y="6017"/>
                    </a:cubicBezTo>
                    <a:lnTo>
                      <a:pt x="7503" y="5946"/>
                    </a:lnTo>
                    <a:cubicBezTo>
                      <a:pt x="7626" y="5878"/>
                      <a:pt x="7753" y="5811"/>
                      <a:pt x="7882" y="5743"/>
                    </a:cubicBezTo>
                    <a:cubicBezTo>
                      <a:pt x="8297" y="5526"/>
                      <a:pt x="8735" y="5313"/>
                      <a:pt x="9191" y="5115"/>
                    </a:cubicBezTo>
                    <a:cubicBezTo>
                      <a:pt x="9253" y="5088"/>
                      <a:pt x="9314" y="5060"/>
                      <a:pt x="9379" y="5035"/>
                    </a:cubicBezTo>
                    <a:cubicBezTo>
                      <a:pt x="9525" y="4974"/>
                      <a:pt x="9670" y="4912"/>
                      <a:pt x="9821" y="4853"/>
                    </a:cubicBezTo>
                    <a:cubicBezTo>
                      <a:pt x="9903" y="4820"/>
                      <a:pt x="9985" y="4790"/>
                      <a:pt x="10067" y="4759"/>
                    </a:cubicBezTo>
                    <a:cubicBezTo>
                      <a:pt x="10143" y="4730"/>
                      <a:pt x="10222" y="4700"/>
                      <a:pt x="10302" y="4671"/>
                    </a:cubicBezTo>
                    <a:cubicBezTo>
                      <a:pt x="10386" y="4640"/>
                      <a:pt x="10474" y="4610"/>
                      <a:pt x="10562" y="4579"/>
                    </a:cubicBezTo>
                    <a:cubicBezTo>
                      <a:pt x="10681" y="4536"/>
                      <a:pt x="10803" y="4495"/>
                      <a:pt x="10926" y="4456"/>
                    </a:cubicBezTo>
                    <a:cubicBezTo>
                      <a:pt x="11026" y="4424"/>
                      <a:pt x="11125" y="4393"/>
                      <a:pt x="11227" y="4362"/>
                    </a:cubicBezTo>
                    <a:lnTo>
                      <a:pt x="11251" y="4354"/>
                    </a:lnTo>
                    <a:lnTo>
                      <a:pt x="11380" y="4317"/>
                    </a:lnTo>
                    <a:cubicBezTo>
                      <a:pt x="11532" y="4270"/>
                      <a:pt x="11685" y="4227"/>
                      <a:pt x="11841" y="4186"/>
                    </a:cubicBezTo>
                    <a:cubicBezTo>
                      <a:pt x="11910" y="4166"/>
                      <a:pt x="11980" y="4147"/>
                      <a:pt x="12051" y="4129"/>
                    </a:cubicBezTo>
                    <a:cubicBezTo>
                      <a:pt x="12066" y="4127"/>
                      <a:pt x="12080" y="4123"/>
                      <a:pt x="12094" y="4119"/>
                    </a:cubicBezTo>
                    <a:cubicBezTo>
                      <a:pt x="12162" y="4102"/>
                      <a:pt x="12234" y="4086"/>
                      <a:pt x="12301" y="4068"/>
                    </a:cubicBezTo>
                    <a:cubicBezTo>
                      <a:pt x="12459" y="4031"/>
                      <a:pt x="12614" y="3994"/>
                      <a:pt x="12776" y="3961"/>
                    </a:cubicBezTo>
                    <a:cubicBezTo>
                      <a:pt x="12821" y="3951"/>
                      <a:pt x="12868" y="3941"/>
                      <a:pt x="12915" y="3930"/>
                    </a:cubicBezTo>
                    <a:cubicBezTo>
                      <a:pt x="12980" y="3918"/>
                      <a:pt x="13046" y="3904"/>
                      <a:pt x="13113" y="3892"/>
                    </a:cubicBezTo>
                    <a:cubicBezTo>
                      <a:pt x="13185" y="3879"/>
                      <a:pt x="13252" y="3867"/>
                      <a:pt x="13324" y="3853"/>
                    </a:cubicBezTo>
                    <a:cubicBezTo>
                      <a:pt x="13383" y="3840"/>
                      <a:pt x="13447" y="3830"/>
                      <a:pt x="13508" y="3820"/>
                    </a:cubicBezTo>
                    <a:cubicBezTo>
                      <a:pt x="13666" y="3795"/>
                      <a:pt x="13821" y="3769"/>
                      <a:pt x="13983" y="3746"/>
                    </a:cubicBezTo>
                    <a:cubicBezTo>
                      <a:pt x="14067" y="3734"/>
                      <a:pt x="14153" y="3720"/>
                      <a:pt x="14241" y="3709"/>
                    </a:cubicBezTo>
                    <a:cubicBezTo>
                      <a:pt x="14343" y="3695"/>
                      <a:pt x="14447" y="3683"/>
                      <a:pt x="14552" y="3673"/>
                    </a:cubicBezTo>
                    <a:cubicBezTo>
                      <a:pt x="14588" y="3667"/>
                      <a:pt x="14623" y="3664"/>
                      <a:pt x="14660" y="3658"/>
                    </a:cubicBezTo>
                    <a:cubicBezTo>
                      <a:pt x="14775" y="3646"/>
                      <a:pt x="14895" y="3634"/>
                      <a:pt x="15018" y="3624"/>
                    </a:cubicBezTo>
                    <a:cubicBezTo>
                      <a:pt x="15094" y="3615"/>
                      <a:pt x="15174" y="3607"/>
                      <a:pt x="15253" y="3603"/>
                    </a:cubicBezTo>
                    <a:cubicBezTo>
                      <a:pt x="15298" y="3601"/>
                      <a:pt x="15345" y="3595"/>
                      <a:pt x="15394" y="3593"/>
                    </a:cubicBezTo>
                    <a:cubicBezTo>
                      <a:pt x="15456" y="3587"/>
                      <a:pt x="15519" y="3583"/>
                      <a:pt x="15581" y="3581"/>
                    </a:cubicBezTo>
                    <a:cubicBezTo>
                      <a:pt x="15652" y="3574"/>
                      <a:pt x="15728" y="3572"/>
                      <a:pt x="15804" y="3566"/>
                    </a:cubicBezTo>
                    <a:cubicBezTo>
                      <a:pt x="15810" y="3566"/>
                      <a:pt x="15818" y="3564"/>
                      <a:pt x="15826" y="3564"/>
                    </a:cubicBezTo>
                    <a:cubicBezTo>
                      <a:pt x="15849" y="3564"/>
                      <a:pt x="15871" y="3562"/>
                      <a:pt x="15896" y="3562"/>
                    </a:cubicBezTo>
                    <a:cubicBezTo>
                      <a:pt x="16004" y="3556"/>
                      <a:pt x="16115" y="3552"/>
                      <a:pt x="16225" y="3550"/>
                    </a:cubicBezTo>
                    <a:cubicBezTo>
                      <a:pt x="16239" y="3546"/>
                      <a:pt x="16258" y="3546"/>
                      <a:pt x="16276" y="3546"/>
                    </a:cubicBezTo>
                    <a:cubicBezTo>
                      <a:pt x="16417" y="3542"/>
                      <a:pt x="16557" y="3540"/>
                      <a:pt x="16704" y="3540"/>
                    </a:cubicBezTo>
                    <a:cubicBezTo>
                      <a:pt x="16839" y="3540"/>
                      <a:pt x="16974" y="3540"/>
                      <a:pt x="17113" y="3542"/>
                    </a:cubicBezTo>
                    <a:cubicBezTo>
                      <a:pt x="17471" y="3546"/>
                      <a:pt x="17835" y="3562"/>
                      <a:pt x="18212" y="3585"/>
                    </a:cubicBezTo>
                    <a:cubicBezTo>
                      <a:pt x="18392" y="3595"/>
                      <a:pt x="18570" y="3607"/>
                      <a:pt x="18754" y="3626"/>
                    </a:cubicBezTo>
                    <a:cubicBezTo>
                      <a:pt x="18828" y="3632"/>
                      <a:pt x="18903" y="3638"/>
                      <a:pt x="18977" y="3646"/>
                    </a:cubicBezTo>
                    <a:cubicBezTo>
                      <a:pt x="19036" y="3652"/>
                      <a:pt x="19098" y="3656"/>
                      <a:pt x="19159" y="3664"/>
                    </a:cubicBezTo>
                    <a:cubicBezTo>
                      <a:pt x="19335" y="3683"/>
                      <a:pt x="19509" y="3703"/>
                      <a:pt x="19687" y="3726"/>
                    </a:cubicBezTo>
                    <a:cubicBezTo>
                      <a:pt x="20296" y="3802"/>
                      <a:pt x="20925" y="3904"/>
                      <a:pt x="21575" y="4035"/>
                    </a:cubicBezTo>
                    <a:cubicBezTo>
                      <a:pt x="21716" y="4063"/>
                      <a:pt x="21860" y="4094"/>
                      <a:pt x="22005" y="4125"/>
                    </a:cubicBezTo>
                    <a:cubicBezTo>
                      <a:pt x="22263" y="4178"/>
                      <a:pt x="22527" y="4239"/>
                      <a:pt x="22795" y="4307"/>
                    </a:cubicBezTo>
                    <a:cubicBezTo>
                      <a:pt x="22866" y="4321"/>
                      <a:pt x="22940" y="4340"/>
                      <a:pt x="23016" y="4360"/>
                    </a:cubicBezTo>
                    <a:cubicBezTo>
                      <a:pt x="23134" y="4391"/>
                      <a:pt x="23257" y="4421"/>
                      <a:pt x="23384" y="4454"/>
                    </a:cubicBezTo>
                    <a:cubicBezTo>
                      <a:pt x="23511" y="4487"/>
                      <a:pt x="23642" y="4524"/>
                      <a:pt x="23775" y="4559"/>
                    </a:cubicBezTo>
                    <a:lnTo>
                      <a:pt x="23797" y="4567"/>
                    </a:lnTo>
                    <a:lnTo>
                      <a:pt x="23805" y="4569"/>
                    </a:lnTo>
                    <a:cubicBezTo>
                      <a:pt x="23840" y="4579"/>
                      <a:pt x="23879" y="4593"/>
                      <a:pt x="23918" y="4604"/>
                    </a:cubicBezTo>
                    <a:cubicBezTo>
                      <a:pt x="24167" y="4671"/>
                      <a:pt x="24423" y="4749"/>
                      <a:pt x="24683" y="4829"/>
                    </a:cubicBezTo>
                    <a:cubicBezTo>
                      <a:pt x="24703" y="4833"/>
                      <a:pt x="24724" y="4841"/>
                      <a:pt x="24746" y="4849"/>
                    </a:cubicBezTo>
                    <a:cubicBezTo>
                      <a:pt x="24853" y="4882"/>
                      <a:pt x="24961" y="4915"/>
                      <a:pt x="25068" y="4951"/>
                    </a:cubicBezTo>
                    <a:cubicBezTo>
                      <a:pt x="25178" y="4984"/>
                      <a:pt x="25289" y="5019"/>
                      <a:pt x="25401" y="5058"/>
                    </a:cubicBezTo>
                    <a:cubicBezTo>
                      <a:pt x="25401" y="5058"/>
                      <a:pt x="25491" y="4917"/>
                      <a:pt x="25491" y="4915"/>
                    </a:cubicBezTo>
                    <a:lnTo>
                      <a:pt x="27073" y="2416"/>
                    </a:lnTo>
                    <a:cubicBezTo>
                      <a:pt x="27028" y="2394"/>
                      <a:pt x="26978" y="2369"/>
                      <a:pt x="26923" y="2349"/>
                    </a:cubicBezTo>
                    <a:cubicBezTo>
                      <a:pt x="26837" y="2312"/>
                      <a:pt x="26751" y="2273"/>
                      <a:pt x="26668" y="2234"/>
                    </a:cubicBezTo>
                    <a:lnTo>
                      <a:pt x="26391" y="2112"/>
                    </a:lnTo>
                    <a:cubicBezTo>
                      <a:pt x="26238" y="2046"/>
                      <a:pt x="26086" y="1979"/>
                      <a:pt x="25935" y="1917"/>
                    </a:cubicBezTo>
                    <a:cubicBezTo>
                      <a:pt x="25845" y="1878"/>
                      <a:pt x="25757" y="1844"/>
                      <a:pt x="25667" y="1807"/>
                    </a:cubicBezTo>
                    <a:cubicBezTo>
                      <a:pt x="25471" y="1729"/>
                      <a:pt x="25272" y="1651"/>
                      <a:pt x="25078" y="1578"/>
                    </a:cubicBezTo>
                    <a:cubicBezTo>
                      <a:pt x="25033" y="1561"/>
                      <a:pt x="24990" y="1547"/>
                      <a:pt x="24945" y="1529"/>
                    </a:cubicBezTo>
                    <a:cubicBezTo>
                      <a:pt x="24859" y="1496"/>
                      <a:pt x="24775" y="1465"/>
                      <a:pt x="24687" y="1434"/>
                    </a:cubicBezTo>
                    <a:cubicBezTo>
                      <a:pt x="24611" y="1406"/>
                      <a:pt x="24532" y="1381"/>
                      <a:pt x="24452" y="1353"/>
                    </a:cubicBezTo>
                    <a:cubicBezTo>
                      <a:pt x="24349" y="1316"/>
                      <a:pt x="24245" y="1281"/>
                      <a:pt x="24143" y="1248"/>
                    </a:cubicBezTo>
                    <a:cubicBezTo>
                      <a:pt x="24020" y="1207"/>
                      <a:pt x="23897" y="1166"/>
                      <a:pt x="23775" y="1128"/>
                    </a:cubicBezTo>
                    <a:cubicBezTo>
                      <a:pt x="23695" y="1101"/>
                      <a:pt x="23615" y="1076"/>
                      <a:pt x="23537" y="1054"/>
                    </a:cubicBezTo>
                    <a:cubicBezTo>
                      <a:pt x="23414" y="1017"/>
                      <a:pt x="23296" y="982"/>
                      <a:pt x="23175" y="945"/>
                    </a:cubicBezTo>
                    <a:cubicBezTo>
                      <a:pt x="23087" y="921"/>
                      <a:pt x="22999" y="894"/>
                      <a:pt x="22913" y="872"/>
                    </a:cubicBezTo>
                    <a:cubicBezTo>
                      <a:pt x="22813" y="843"/>
                      <a:pt x="22711" y="814"/>
                      <a:pt x="22610" y="790"/>
                    </a:cubicBezTo>
                    <a:lnTo>
                      <a:pt x="22557" y="774"/>
                    </a:lnTo>
                    <a:cubicBezTo>
                      <a:pt x="22473" y="751"/>
                      <a:pt x="22385" y="729"/>
                      <a:pt x="22302" y="708"/>
                    </a:cubicBezTo>
                    <a:cubicBezTo>
                      <a:pt x="22263" y="698"/>
                      <a:pt x="22228" y="688"/>
                      <a:pt x="22191" y="679"/>
                    </a:cubicBezTo>
                    <a:cubicBezTo>
                      <a:pt x="22081" y="651"/>
                      <a:pt x="21972" y="626"/>
                      <a:pt x="21862" y="600"/>
                    </a:cubicBezTo>
                    <a:cubicBezTo>
                      <a:pt x="21614" y="542"/>
                      <a:pt x="21364" y="487"/>
                      <a:pt x="21119" y="440"/>
                    </a:cubicBezTo>
                    <a:cubicBezTo>
                      <a:pt x="21021" y="420"/>
                      <a:pt x="20925" y="401"/>
                      <a:pt x="20828" y="383"/>
                    </a:cubicBezTo>
                    <a:cubicBezTo>
                      <a:pt x="20767" y="373"/>
                      <a:pt x="20704" y="360"/>
                      <a:pt x="20638" y="350"/>
                    </a:cubicBezTo>
                    <a:cubicBezTo>
                      <a:pt x="20571" y="338"/>
                      <a:pt x="20499" y="323"/>
                      <a:pt x="20427" y="313"/>
                    </a:cubicBezTo>
                    <a:cubicBezTo>
                      <a:pt x="20110" y="260"/>
                      <a:pt x="19789" y="215"/>
                      <a:pt x="19478" y="176"/>
                    </a:cubicBezTo>
                    <a:cubicBezTo>
                      <a:pt x="19376" y="164"/>
                      <a:pt x="19274" y="154"/>
                      <a:pt x="19171" y="139"/>
                    </a:cubicBezTo>
                    <a:cubicBezTo>
                      <a:pt x="19057" y="127"/>
                      <a:pt x="18936" y="117"/>
                      <a:pt x="18821" y="105"/>
                    </a:cubicBezTo>
                    <a:cubicBezTo>
                      <a:pt x="18797" y="103"/>
                      <a:pt x="18774" y="98"/>
                      <a:pt x="18750" y="96"/>
                    </a:cubicBezTo>
                    <a:cubicBezTo>
                      <a:pt x="18637" y="86"/>
                      <a:pt x="18525" y="78"/>
                      <a:pt x="18414" y="68"/>
                    </a:cubicBezTo>
                    <a:cubicBezTo>
                      <a:pt x="18289" y="58"/>
                      <a:pt x="18163" y="51"/>
                      <a:pt x="18038" y="43"/>
                    </a:cubicBezTo>
                    <a:lnTo>
                      <a:pt x="17747" y="27"/>
                    </a:lnTo>
                    <a:cubicBezTo>
                      <a:pt x="17649" y="23"/>
                      <a:pt x="17553" y="17"/>
                      <a:pt x="17455" y="15"/>
                    </a:cubicBezTo>
                    <a:cubicBezTo>
                      <a:pt x="17359" y="12"/>
                      <a:pt x="17260" y="10"/>
                      <a:pt x="17166" y="6"/>
                    </a:cubicBezTo>
                    <a:cubicBezTo>
                      <a:pt x="17068" y="4"/>
                      <a:pt x="16974" y="2"/>
                      <a:pt x="16878" y="2"/>
                    </a:cubicBezTo>
                    <a:cubicBezTo>
                      <a:pt x="16816" y="0"/>
                      <a:pt x="16755" y="0"/>
                      <a:pt x="166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0" name="Google Shape;1260;p37"/>
              <p:cNvGrpSpPr/>
              <p:nvPr/>
            </p:nvGrpSpPr>
            <p:grpSpPr>
              <a:xfrm>
                <a:off x="1548936" y="2422874"/>
                <a:ext cx="1787449" cy="632792"/>
                <a:chOff x="4482636" y="1974024"/>
                <a:chExt cx="1787449" cy="632792"/>
              </a:xfrm>
            </p:grpSpPr>
            <p:sp>
              <p:nvSpPr>
                <p:cNvPr id="1261" name="Google Shape;1261;p37"/>
                <p:cNvSpPr/>
                <p:nvPr/>
              </p:nvSpPr>
              <p:spPr>
                <a:xfrm>
                  <a:off x="6099675" y="2044969"/>
                  <a:ext cx="170411" cy="249365"/>
                </a:xfrm>
                <a:custGeom>
                  <a:rect b="b" l="l" r="r" t="t"/>
                  <a:pathLst>
                    <a:path extrusionOk="0" h="4109" w="2808">
                      <a:moveTo>
                        <a:pt x="937" y="0"/>
                      </a:moveTo>
                      <a:lnTo>
                        <a:pt x="814" y="479"/>
                      </a:lnTo>
                      <a:lnTo>
                        <a:pt x="0" y="2549"/>
                      </a:lnTo>
                      <a:lnTo>
                        <a:pt x="526" y="3763"/>
                      </a:lnTo>
                      <a:cubicBezTo>
                        <a:pt x="998" y="3865"/>
                        <a:pt x="1477" y="3979"/>
                        <a:pt x="1960" y="4108"/>
                      </a:cubicBezTo>
                      <a:lnTo>
                        <a:pt x="2318" y="3934"/>
                      </a:lnTo>
                      <a:lnTo>
                        <a:pt x="2105" y="1862"/>
                      </a:lnTo>
                      <a:lnTo>
                        <a:pt x="2807" y="368"/>
                      </a:lnTo>
                      <a:cubicBezTo>
                        <a:pt x="2281" y="258"/>
                        <a:pt x="1649" y="133"/>
                        <a:pt x="9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7"/>
                <p:cNvSpPr/>
                <p:nvPr/>
              </p:nvSpPr>
              <p:spPr>
                <a:xfrm>
                  <a:off x="5918642" y="2011772"/>
                  <a:ext cx="134605" cy="243418"/>
                </a:xfrm>
                <a:custGeom>
                  <a:rect b="b" l="l" r="r" t="t"/>
                  <a:pathLst>
                    <a:path extrusionOk="0" h="4011" w="2218">
                      <a:moveTo>
                        <a:pt x="569" y="1"/>
                      </a:moveTo>
                      <a:lnTo>
                        <a:pt x="767" y="1460"/>
                      </a:lnTo>
                      <a:lnTo>
                        <a:pt x="0" y="3716"/>
                      </a:lnTo>
                      <a:cubicBezTo>
                        <a:pt x="659" y="3792"/>
                        <a:pt x="1326" y="3890"/>
                        <a:pt x="2005" y="4011"/>
                      </a:cubicBezTo>
                      <a:cubicBezTo>
                        <a:pt x="1991" y="3796"/>
                        <a:pt x="1968" y="3618"/>
                        <a:pt x="1952" y="3575"/>
                      </a:cubicBezTo>
                      <a:cubicBezTo>
                        <a:pt x="1909" y="3444"/>
                        <a:pt x="1737" y="1458"/>
                        <a:pt x="1737" y="1458"/>
                      </a:cubicBezTo>
                      <a:lnTo>
                        <a:pt x="2218" y="252"/>
                      </a:lnTo>
                      <a:cubicBezTo>
                        <a:pt x="1694" y="167"/>
                        <a:pt x="1142" y="83"/>
                        <a:pt x="5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7"/>
                <p:cNvSpPr/>
                <p:nvPr/>
              </p:nvSpPr>
              <p:spPr>
                <a:xfrm>
                  <a:off x="5719099" y="1987800"/>
                  <a:ext cx="130539" cy="240444"/>
                </a:xfrm>
                <a:custGeom>
                  <a:rect b="b" l="l" r="r" t="t"/>
                  <a:pathLst>
                    <a:path extrusionOk="0" h="3962" w="2151">
                      <a:moveTo>
                        <a:pt x="1244" y="1"/>
                      </a:moveTo>
                      <a:cubicBezTo>
                        <a:pt x="1244" y="1"/>
                        <a:pt x="1228" y="23"/>
                        <a:pt x="1197" y="64"/>
                      </a:cubicBezTo>
                      <a:cubicBezTo>
                        <a:pt x="1007" y="308"/>
                        <a:pt x="326" y="1177"/>
                        <a:pt x="215" y="1251"/>
                      </a:cubicBezTo>
                      <a:cubicBezTo>
                        <a:pt x="86" y="1339"/>
                        <a:pt x="0" y="3021"/>
                        <a:pt x="4" y="3324"/>
                      </a:cubicBezTo>
                      <a:cubicBezTo>
                        <a:pt x="4" y="3426"/>
                        <a:pt x="158" y="3649"/>
                        <a:pt x="360" y="3896"/>
                      </a:cubicBezTo>
                      <a:cubicBezTo>
                        <a:pt x="813" y="3907"/>
                        <a:pt x="1271" y="3929"/>
                        <a:pt x="1735" y="3962"/>
                      </a:cubicBezTo>
                      <a:lnTo>
                        <a:pt x="1932" y="3495"/>
                      </a:lnTo>
                      <a:lnTo>
                        <a:pt x="2151" y="1769"/>
                      </a:lnTo>
                      <a:lnTo>
                        <a:pt x="2040" y="265"/>
                      </a:lnTo>
                      <a:lnTo>
                        <a:pt x="2030" y="156"/>
                      </a:lnTo>
                      <a:lnTo>
                        <a:pt x="12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7"/>
                <p:cNvSpPr/>
                <p:nvPr/>
              </p:nvSpPr>
              <p:spPr>
                <a:xfrm>
                  <a:off x="5405704" y="1974024"/>
                  <a:ext cx="255980" cy="264658"/>
                </a:xfrm>
                <a:custGeom>
                  <a:rect b="b" l="l" r="r" t="t"/>
                  <a:pathLst>
                    <a:path extrusionOk="0" h="4361" w="4218">
                      <a:moveTo>
                        <a:pt x="2402" y="1"/>
                      </a:moveTo>
                      <a:cubicBezTo>
                        <a:pt x="2142" y="318"/>
                        <a:pt x="1821" y="697"/>
                        <a:pt x="1725" y="748"/>
                      </a:cubicBezTo>
                      <a:cubicBezTo>
                        <a:pt x="1553" y="836"/>
                        <a:pt x="432" y="2427"/>
                        <a:pt x="174" y="3186"/>
                      </a:cubicBezTo>
                      <a:cubicBezTo>
                        <a:pt x="0" y="3692"/>
                        <a:pt x="344" y="4103"/>
                        <a:pt x="604" y="4361"/>
                      </a:cubicBezTo>
                      <a:cubicBezTo>
                        <a:pt x="1570" y="4238"/>
                        <a:pt x="2576" y="4156"/>
                        <a:pt x="3620" y="4123"/>
                      </a:cubicBezTo>
                      <a:lnTo>
                        <a:pt x="3818" y="3657"/>
                      </a:lnTo>
                      <a:lnTo>
                        <a:pt x="3161" y="1392"/>
                      </a:lnTo>
                      <a:lnTo>
                        <a:pt x="4217" y="138"/>
                      </a:lnTo>
                      <a:cubicBezTo>
                        <a:pt x="4217" y="138"/>
                        <a:pt x="4094" y="89"/>
                        <a:pt x="4092" y="89"/>
                      </a:cubicBezTo>
                      <a:cubicBezTo>
                        <a:pt x="3530" y="52"/>
                        <a:pt x="2967" y="21"/>
                        <a:pt x="24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7"/>
                <p:cNvSpPr/>
                <p:nvPr/>
              </p:nvSpPr>
              <p:spPr>
                <a:xfrm>
                  <a:off x="5116768" y="1998117"/>
                  <a:ext cx="213863" cy="310235"/>
                </a:xfrm>
                <a:custGeom>
                  <a:rect b="b" l="l" r="r" t="t"/>
                  <a:pathLst>
                    <a:path extrusionOk="0" h="5112" w="3524">
                      <a:moveTo>
                        <a:pt x="2662" y="1"/>
                      </a:moveTo>
                      <a:lnTo>
                        <a:pt x="11" y="300"/>
                      </a:lnTo>
                      <a:lnTo>
                        <a:pt x="5" y="302"/>
                      </a:lnTo>
                      <a:cubicBezTo>
                        <a:pt x="5" y="302"/>
                        <a:pt x="1" y="302"/>
                        <a:pt x="1" y="304"/>
                      </a:cubicBezTo>
                      <a:lnTo>
                        <a:pt x="627" y="1517"/>
                      </a:lnTo>
                      <a:cubicBezTo>
                        <a:pt x="627" y="1517"/>
                        <a:pt x="166" y="2892"/>
                        <a:pt x="123" y="3540"/>
                      </a:cubicBezTo>
                      <a:cubicBezTo>
                        <a:pt x="86" y="4087"/>
                        <a:pt x="109" y="4882"/>
                        <a:pt x="119" y="5112"/>
                      </a:cubicBezTo>
                      <a:cubicBezTo>
                        <a:pt x="1071" y="4813"/>
                        <a:pt x="2081" y="4547"/>
                        <a:pt x="3143" y="4332"/>
                      </a:cubicBezTo>
                      <a:cubicBezTo>
                        <a:pt x="3143" y="4291"/>
                        <a:pt x="3145" y="4258"/>
                        <a:pt x="3147" y="4230"/>
                      </a:cubicBezTo>
                      <a:cubicBezTo>
                        <a:pt x="3161" y="4013"/>
                        <a:pt x="2662" y="3107"/>
                        <a:pt x="2662" y="3107"/>
                      </a:cubicBezTo>
                      <a:lnTo>
                        <a:pt x="3524" y="1210"/>
                      </a:lnTo>
                      <a:lnTo>
                        <a:pt x="26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7"/>
                <p:cNvSpPr/>
                <p:nvPr/>
              </p:nvSpPr>
              <p:spPr>
                <a:xfrm>
                  <a:off x="4877353" y="2064571"/>
                  <a:ext cx="166587" cy="292574"/>
                </a:xfrm>
                <a:custGeom>
                  <a:rect b="b" l="l" r="r" t="t"/>
                  <a:pathLst>
                    <a:path extrusionOk="0" h="4821" w="2745">
                      <a:moveTo>
                        <a:pt x="1229" y="0"/>
                      </a:moveTo>
                      <a:cubicBezTo>
                        <a:pt x="1229" y="0"/>
                        <a:pt x="1098" y="115"/>
                        <a:pt x="930" y="277"/>
                      </a:cubicBezTo>
                      <a:cubicBezTo>
                        <a:pt x="625" y="555"/>
                        <a:pt x="273" y="692"/>
                        <a:pt x="167" y="831"/>
                      </a:cubicBezTo>
                      <a:cubicBezTo>
                        <a:pt x="1" y="1046"/>
                        <a:pt x="760" y="2057"/>
                        <a:pt x="760" y="2057"/>
                      </a:cubicBezTo>
                      <a:lnTo>
                        <a:pt x="1364" y="4082"/>
                      </a:lnTo>
                      <a:lnTo>
                        <a:pt x="1814" y="4821"/>
                      </a:lnTo>
                      <a:lnTo>
                        <a:pt x="2188" y="4675"/>
                      </a:lnTo>
                      <a:lnTo>
                        <a:pt x="2436" y="4385"/>
                      </a:lnTo>
                      <a:lnTo>
                        <a:pt x="2745" y="2875"/>
                      </a:lnTo>
                      <a:lnTo>
                        <a:pt x="2094" y="2787"/>
                      </a:lnTo>
                      <a:lnTo>
                        <a:pt x="2008" y="1060"/>
                      </a:lnTo>
                      <a:lnTo>
                        <a:pt x="16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7"/>
                <p:cNvSpPr/>
                <p:nvPr/>
              </p:nvSpPr>
              <p:spPr>
                <a:xfrm>
                  <a:off x="4722658" y="2131510"/>
                  <a:ext cx="138125" cy="338636"/>
                </a:xfrm>
                <a:custGeom>
                  <a:rect b="b" l="l" r="r" t="t"/>
                  <a:pathLst>
                    <a:path extrusionOk="0" h="5580" w="2276">
                      <a:moveTo>
                        <a:pt x="1421" y="0"/>
                      </a:moveTo>
                      <a:lnTo>
                        <a:pt x="87" y="737"/>
                      </a:lnTo>
                      <a:cubicBezTo>
                        <a:pt x="87" y="737"/>
                        <a:pt x="85" y="767"/>
                        <a:pt x="83" y="818"/>
                      </a:cubicBezTo>
                      <a:cubicBezTo>
                        <a:pt x="66" y="1213"/>
                        <a:pt x="1" y="2911"/>
                        <a:pt x="1" y="3028"/>
                      </a:cubicBezTo>
                      <a:cubicBezTo>
                        <a:pt x="1" y="3161"/>
                        <a:pt x="537" y="5579"/>
                        <a:pt x="537" y="5579"/>
                      </a:cubicBezTo>
                      <a:cubicBezTo>
                        <a:pt x="1046" y="5285"/>
                        <a:pt x="1595" y="4990"/>
                        <a:pt x="2174" y="4702"/>
                      </a:cubicBezTo>
                      <a:cubicBezTo>
                        <a:pt x="2045" y="4407"/>
                        <a:pt x="1934" y="4135"/>
                        <a:pt x="1934" y="4059"/>
                      </a:cubicBezTo>
                      <a:cubicBezTo>
                        <a:pt x="1934" y="3889"/>
                        <a:pt x="2276" y="2163"/>
                        <a:pt x="2276" y="2159"/>
                      </a:cubicBezTo>
                      <a:lnTo>
                        <a:pt x="1457" y="98"/>
                      </a:lnTo>
                      <a:lnTo>
                        <a:pt x="14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7"/>
                <p:cNvSpPr/>
                <p:nvPr/>
              </p:nvSpPr>
              <p:spPr>
                <a:xfrm>
                  <a:off x="4482636" y="2258652"/>
                  <a:ext cx="176661" cy="348164"/>
                </a:xfrm>
                <a:custGeom>
                  <a:rect b="b" l="l" r="r" t="t"/>
                  <a:pathLst>
                    <a:path extrusionOk="0" h="5737" w="2911">
                      <a:moveTo>
                        <a:pt x="1850" y="0"/>
                      </a:moveTo>
                      <a:cubicBezTo>
                        <a:pt x="1288" y="354"/>
                        <a:pt x="785" y="686"/>
                        <a:pt x="355" y="978"/>
                      </a:cubicBezTo>
                      <a:lnTo>
                        <a:pt x="1" y="2656"/>
                      </a:lnTo>
                      <a:lnTo>
                        <a:pt x="860" y="2398"/>
                      </a:lnTo>
                      <a:lnTo>
                        <a:pt x="905" y="3822"/>
                      </a:lnTo>
                      <a:lnTo>
                        <a:pt x="1141" y="5737"/>
                      </a:lnTo>
                      <a:cubicBezTo>
                        <a:pt x="1627" y="5354"/>
                        <a:pt x="2219" y="4919"/>
                        <a:pt x="2910" y="4460"/>
                      </a:cubicBezTo>
                      <a:lnTo>
                        <a:pt x="2235" y="2050"/>
                      </a:lnTo>
                      <a:lnTo>
                        <a:pt x="185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 name="Google Shape;1269;p37"/>
              <p:cNvSpPr/>
              <p:nvPr/>
            </p:nvSpPr>
            <p:spPr>
              <a:xfrm>
                <a:off x="1470466" y="2395989"/>
                <a:ext cx="1972647" cy="440409"/>
              </a:xfrm>
              <a:custGeom>
                <a:rect b="b" l="l" r="r" t="t"/>
                <a:pathLst>
                  <a:path extrusionOk="0" h="7257" w="32505">
                    <a:moveTo>
                      <a:pt x="17221" y="0"/>
                    </a:moveTo>
                    <a:cubicBezTo>
                      <a:pt x="16807" y="0"/>
                      <a:pt x="16394" y="7"/>
                      <a:pt x="15986" y="20"/>
                    </a:cubicBezTo>
                    <a:cubicBezTo>
                      <a:pt x="15325" y="45"/>
                      <a:pt x="14660" y="114"/>
                      <a:pt x="13991" y="223"/>
                    </a:cubicBezTo>
                    <a:cubicBezTo>
                      <a:pt x="6988" y="1377"/>
                      <a:pt x="1" y="6893"/>
                      <a:pt x="1" y="6893"/>
                    </a:cubicBezTo>
                    <a:lnTo>
                      <a:pt x="48" y="7257"/>
                    </a:lnTo>
                    <a:cubicBezTo>
                      <a:pt x="56" y="7251"/>
                      <a:pt x="66" y="7247"/>
                      <a:pt x="75" y="7238"/>
                    </a:cubicBezTo>
                    <a:cubicBezTo>
                      <a:pt x="287" y="7087"/>
                      <a:pt x="758" y="6884"/>
                      <a:pt x="1580" y="6410"/>
                    </a:cubicBezTo>
                    <a:cubicBezTo>
                      <a:pt x="1824" y="6267"/>
                      <a:pt x="2100" y="6103"/>
                      <a:pt x="2407" y="5909"/>
                    </a:cubicBezTo>
                    <a:cubicBezTo>
                      <a:pt x="2646" y="5757"/>
                      <a:pt x="2908" y="5581"/>
                      <a:pt x="3188" y="5393"/>
                    </a:cubicBezTo>
                    <a:cubicBezTo>
                      <a:pt x="3810" y="4969"/>
                      <a:pt x="4529" y="4481"/>
                      <a:pt x="5320" y="4018"/>
                    </a:cubicBezTo>
                    <a:cubicBezTo>
                      <a:pt x="5775" y="3752"/>
                      <a:pt x="6253" y="3494"/>
                      <a:pt x="6752" y="3265"/>
                    </a:cubicBezTo>
                    <a:cubicBezTo>
                      <a:pt x="6920" y="3187"/>
                      <a:pt x="7090" y="3114"/>
                      <a:pt x="7264" y="3042"/>
                    </a:cubicBezTo>
                    <a:cubicBezTo>
                      <a:pt x="7489" y="2950"/>
                      <a:pt x="7722" y="2858"/>
                      <a:pt x="7962" y="2768"/>
                    </a:cubicBezTo>
                    <a:cubicBezTo>
                      <a:pt x="8451" y="2582"/>
                      <a:pt x="8972" y="2400"/>
                      <a:pt x="9512" y="2226"/>
                    </a:cubicBezTo>
                    <a:cubicBezTo>
                      <a:pt x="10292" y="1974"/>
                      <a:pt x="11114" y="1737"/>
                      <a:pt x="11939" y="1528"/>
                    </a:cubicBezTo>
                    <a:cubicBezTo>
                      <a:pt x="12628" y="1350"/>
                      <a:pt x="13320" y="1195"/>
                      <a:pt x="13995" y="1068"/>
                    </a:cubicBezTo>
                    <a:cubicBezTo>
                      <a:pt x="14165" y="1033"/>
                      <a:pt x="14333" y="1002"/>
                      <a:pt x="14498" y="976"/>
                    </a:cubicBezTo>
                    <a:cubicBezTo>
                      <a:pt x="15464" y="810"/>
                      <a:pt x="16385" y="700"/>
                      <a:pt x="17193" y="671"/>
                    </a:cubicBezTo>
                    <a:cubicBezTo>
                      <a:pt x="17541" y="659"/>
                      <a:pt x="17887" y="653"/>
                      <a:pt x="18233" y="653"/>
                    </a:cubicBezTo>
                    <a:cubicBezTo>
                      <a:pt x="18399" y="653"/>
                      <a:pt x="18565" y="654"/>
                      <a:pt x="18731" y="657"/>
                    </a:cubicBezTo>
                    <a:cubicBezTo>
                      <a:pt x="19357" y="663"/>
                      <a:pt x="19983" y="687"/>
                      <a:pt x="20599" y="724"/>
                    </a:cubicBezTo>
                    <a:cubicBezTo>
                      <a:pt x="21324" y="767"/>
                      <a:pt x="22036" y="833"/>
                      <a:pt x="22727" y="906"/>
                    </a:cubicBezTo>
                    <a:cubicBezTo>
                      <a:pt x="23061" y="943"/>
                      <a:pt x="23388" y="980"/>
                      <a:pt x="23709" y="1021"/>
                    </a:cubicBezTo>
                    <a:cubicBezTo>
                      <a:pt x="24341" y="1103"/>
                      <a:pt x="24961" y="1193"/>
                      <a:pt x="25550" y="1287"/>
                    </a:cubicBezTo>
                    <a:cubicBezTo>
                      <a:pt x="26080" y="1373"/>
                      <a:pt x="26592" y="1461"/>
                      <a:pt x="27081" y="1549"/>
                    </a:cubicBezTo>
                    <a:cubicBezTo>
                      <a:pt x="27697" y="1663"/>
                      <a:pt x="28278" y="1776"/>
                      <a:pt x="28810" y="1880"/>
                    </a:cubicBezTo>
                    <a:cubicBezTo>
                      <a:pt x="29360" y="1991"/>
                      <a:pt x="29857" y="2093"/>
                      <a:pt x="30301" y="2183"/>
                    </a:cubicBezTo>
                    <a:cubicBezTo>
                      <a:pt x="30410" y="2205"/>
                      <a:pt x="30520" y="2224"/>
                      <a:pt x="30624" y="2242"/>
                    </a:cubicBezTo>
                    <a:cubicBezTo>
                      <a:pt x="31631" y="2406"/>
                      <a:pt x="32333" y="2473"/>
                      <a:pt x="32470" y="2508"/>
                    </a:cubicBezTo>
                    <a:lnTo>
                      <a:pt x="32464" y="2369"/>
                    </a:lnTo>
                    <a:lnTo>
                      <a:pt x="32505" y="1966"/>
                    </a:lnTo>
                    <a:lnTo>
                      <a:pt x="32505" y="1966"/>
                    </a:lnTo>
                    <a:cubicBezTo>
                      <a:pt x="32504" y="1966"/>
                      <a:pt x="32504" y="1966"/>
                      <a:pt x="32504" y="1966"/>
                    </a:cubicBezTo>
                    <a:cubicBezTo>
                      <a:pt x="32408" y="1966"/>
                      <a:pt x="24476" y="0"/>
                      <a:pt x="172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 name="Google Shape;1270;p37"/>
              <p:cNvGrpSpPr/>
              <p:nvPr/>
            </p:nvGrpSpPr>
            <p:grpSpPr>
              <a:xfrm>
                <a:off x="1783618" y="2883680"/>
                <a:ext cx="1627233" cy="632671"/>
                <a:chOff x="4717318" y="2434830"/>
                <a:chExt cx="1627233" cy="632671"/>
              </a:xfrm>
            </p:grpSpPr>
            <p:sp>
              <p:nvSpPr>
                <p:cNvPr id="1271" name="Google Shape;1271;p37"/>
                <p:cNvSpPr/>
                <p:nvPr/>
              </p:nvSpPr>
              <p:spPr>
                <a:xfrm>
                  <a:off x="6227423" y="2554993"/>
                  <a:ext cx="117127" cy="267268"/>
                </a:xfrm>
                <a:custGeom>
                  <a:rect b="b" l="l" r="r" t="t"/>
                  <a:pathLst>
                    <a:path extrusionOk="0" h="4404" w="1930">
                      <a:moveTo>
                        <a:pt x="845" y="1"/>
                      </a:moveTo>
                      <a:lnTo>
                        <a:pt x="0" y="621"/>
                      </a:lnTo>
                      <a:lnTo>
                        <a:pt x="76" y="3870"/>
                      </a:lnTo>
                      <a:cubicBezTo>
                        <a:pt x="508" y="4033"/>
                        <a:pt x="948" y="4209"/>
                        <a:pt x="1387" y="4404"/>
                      </a:cubicBezTo>
                      <a:lnTo>
                        <a:pt x="1762" y="3248"/>
                      </a:lnTo>
                      <a:lnTo>
                        <a:pt x="1930" y="410"/>
                      </a:lnTo>
                      <a:lnTo>
                        <a:pt x="84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7"/>
                <p:cNvSpPr/>
                <p:nvPr/>
              </p:nvSpPr>
              <p:spPr>
                <a:xfrm>
                  <a:off x="5987523" y="2488357"/>
                  <a:ext cx="104382" cy="253188"/>
                </a:xfrm>
                <a:custGeom>
                  <a:rect b="b" l="l" r="r" t="t"/>
                  <a:pathLst>
                    <a:path extrusionOk="0" h="4172" w="1720">
                      <a:moveTo>
                        <a:pt x="1167" y="0"/>
                      </a:moveTo>
                      <a:lnTo>
                        <a:pt x="968" y="123"/>
                      </a:lnTo>
                      <a:lnTo>
                        <a:pt x="213" y="900"/>
                      </a:lnTo>
                      <a:lnTo>
                        <a:pt x="1" y="2799"/>
                      </a:lnTo>
                      <a:lnTo>
                        <a:pt x="70" y="3826"/>
                      </a:lnTo>
                      <a:cubicBezTo>
                        <a:pt x="561" y="3924"/>
                        <a:pt x="1060" y="4039"/>
                        <a:pt x="1564" y="4172"/>
                      </a:cubicBezTo>
                      <a:lnTo>
                        <a:pt x="1719" y="4041"/>
                      </a:lnTo>
                      <a:lnTo>
                        <a:pt x="731" y="1244"/>
                      </a:lnTo>
                      <a:lnTo>
                        <a:pt x="1539" y="92"/>
                      </a:lnTo>
                      <a:lnTo>
                        <a:pt x="116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7"/>
                <p:cNvSpPr/>
                <p:nvPr/>
              </p:nvSpPr>
              <p:spPr>
                <a:xfrm>
                  <a:off x="5723529" y="2447878"/>
                  <a:ext cx="196142" cy="248333"/>
                </a:xfrm>
                <a:custGeom>
                  <a:rect b="b" l="l" r="r" t="t"/>
                  <a:pathLst>
                    <a:path extrusionOk="0" h="4092" w="3232">
                      <a:moveTo>
                        <a:pt x="1943" y="0"/>
                      </a:moveTo>
                      <a:lnTo>
                        <a:pt x="1769" y="98"/>
                      </a:lnTo>
                      <a:lnTo>
                        <a:pt x="1470" y="1823"/>
                      </a:lnTo>
                      <a:lnTo>
                        <a:pt x="985" y="614"/>
                      </a:lnTo>
                      <a:lnTo>
                        <a:pt x="439" y="2253"/>
                      </a:lnTo>
                      <a:lnTo>
                        <a:pt x="1" y="3939"/>
                      </a:lnTo>
                      <a:lnTo>
                        <a:pt x="167" y="4053"/>
                      </a:lnTo>
                      <a:cubicBezTo>
                        <a:pt x="549" y="4057"/>
                        <a:pt x="938" y="4069"/>
                        <a:pt x="1329" y="4092"/>
                      </a:cubicBezTo>
                      <a:lnTo>
                        <a:pt x="1382" y="4006"/>
                      </a:lnTo>
                      <a:lnTo>
                        <a:pt x="2587" y="3102"/>
                      </a:lnTo>
                      <a:lnTo>
                        <a:pt x="2243" y="2079"/>
                      </a:lnTo>
                      <a:lnTo>
                        <a:pt x="3231" y="917"/>
                      </a:lnTo>
                      <a:lnTo>
                        <a:pt x="2571" y="84"/>
                      </a:lnTo>
                      <a:lnTo>
                        <a:pt x="19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7"/>
                <p:cNvSpPr/>
                <p:nvPr/>
              </p:nvSpPr>
              <p:spPr>
                <a:xfrm>
                  <a:off x="5541525" y="2434830"/>
                  <a:ext cx="144982" cy="269331"/>
                </a:xfrm>
                <a:custGeom>
                  <a:rect b="b" l="l" r="r" t="t"/>
                  <a:pathLst>
                    <a:path extrusionOk="0" h="4438" w="2389">
                      <a:moveTo>
                        <a:pt x="1525" y="1"/>
                      </a:moveTo>
                      <a:cubicBezTo>
                        <a:pt x="1110" y="1"/>
                        <a:pt x="704" y="12"/>
                        <a:pt x="305" y="31"/>
                      </a:cubicBezTo>
                      <a:lnTo>
                        <a:pt x="1" y="414"/>
                      </a:lnTo>
                      <a:lnTo>
                        <a:pt x="299" y="2427"/>
                      </a:lnTo>
                      <a:lnTo>
                        <a:pt x="299" y="4438"/>
                      </a:lnTo>
                      <a:lnTo>
                        <a:pt x="1394" y="4334"/>
                      </a:lnTo>
                      <a:lnTo>
                        <a:pt x="1934" y="3034"/>
                      </a:lnTo>
                      <a:lnTo>
                        <a:pt x="1934" y="1394"/>
                      </a:lnTo>
                      <a:lnTo>
                        <a:pt x="2315" y="272"/>
                      </a:lnTo>
                      <a:lnTo>
                        <a:pt x="2388" y="17"/>
                      </a:lnTo>
                      <a:cubicBezTo>
                        <a:pt x="2097" y="6"/>
                        <a:pt x="1809" y="1"/>
                        <a:pt x="1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7"/>
                <p:cNvSpPr/>
                <p:nvPr/>
              </p:nvSpPr>
              <p:spPr>
                <a:xfrm>
                  <a:off x="5286391" y="2454068"/>
                  <a:ext cx="158819" cy="288751"/>
                </a:xfrm>
                <a:custGeom>
                  <a:rect b="b" l="l" r="r" t="t"/>
                  <a:pathLst>
                    <a:path extrusionOk="0" h="4758" w="2617">
                      <a:moveTo>
                        <a:pt x="1721" y="0"/>
                      </a:moveTo>
                      <a:cubicBezTo>
                        <a:pt x="1126" y="95"/>
                        <a:pt x="553" y="213"/>
                        <a:pt x="0" y="348"/>
                      </a:cubicBezTo>
                      <a:lnTo>
                        <a:pt x="718" y="1171"/>
                      </a:lnTo>
                      <a:lnTo>
                        <a:pt x="637" y="3855"/>
                      </a:lnTo>
                      <a:lnTo>
                        <a:pt x="1277" y="4757"/>
                      </a:lnTo>
                      <a:cubicBezTo>
                        <a:pt x="1545" y="4684"/>
                        <a:pt x="1819" y="4614"/>
                        <a:pt x="2095" y="4551"/>
                      </a:cubicBezTo>
                      <a:lnTo>
                        <a:pt x="2488" y="3767"/>
                      </a:lnTo>
                      <a:lnTo>
                        <a:pt x="2130" y="2456"/>
                      </a:lnTo>
                      <a:lnTo>
                        <a:pt x="2617" y="469"/>
                      </a:lnTo>
                      <a:cubicBezTo>
                        <a:pt x="2617" y="469"/>
                        <a:pt x="1723" y="0"/>
                        <a:pt x="17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7"/>
                <p:cNvSpPr/>
                <p:nvPr/>
              </p:nvSpPr>
              <p:spPr>
                <a:xfrm>
                  <a:off x="5064272" y="2519854"/>
                  <a:ext cx="143951" cy="319823"/>
                </a:xfrm>
                <a:custGeom>
                  <a:rect b="b" l="l" r="r" t="t"/>
                  <a:pathLst>
                    <a:path extrusionOk="0" h="5270" w="2372">
                      <a:moveTo>
                        <a:pt x="1238" y="1"/>
                      </a:moveTo>
                      <a:cubicBezTo>
                        <a:pt x="837" y="150"/>
                        <a:pt x="448" y="304"/>
                        <a:pt x="74" y="461"/>
                      </a:cubicBezTo>
                      <a:lnTo>
                        <a:pt x="0" y="1288"/>
                      </a:lnTo>
                      <a:lnTo>
                        <a:pt x="933" y="3305"/>
                      </a:lnTo>
                      <a:lnTo>
                        <a:pt x="716" y="5269"/>
                      </a:lnTo>
                      <a:cubicBezTo>
                        <a:pt x="1240" y="5013"/>
                        <a:pt x="1790" y="4768"/>
                        <a:pt x="2371" y="4541"/>
                      </a:cubicBezTo>
                      <a:lnTo>
                        <a:pt x="2320" y="4029"/>
                      </a:lnTo>
                      <a:lnTo>
                        <a:pt x="1938" y="2366"/>
                      </a:lnTo>
                      <a:lnTo>
                        <a:pt x="1862" y="856"/>
                      </a:lnTo>
                      <a:lnTo>
                        <a:pt x="12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7"/>
                <p:cNvSpPr/>
                <p:nvPr/>
              </p:nvSpPr>
              <p:spPr>
                <a:xfrm>
                  <a:off x="4894285" y="2600084"/>
                  <a:ext cx="130782" cy="314058"/>
                </a:xfrm>
                <a:custGeom>
                  <a:rect b="b" l="l" r="r" t="t"/>
                  <a:pathLst>
                    <a:path extrusionOk="0" h="5175" w="2155">
                      <a:moveTo>
                        <a:pt x="1080" y="0"/>
                      </a:moveTo>
                      <a:cubicBezTo>
                        <a:pt x="702" y="205"/>
                        <a:pt x="342" y="416"/>
                        <a:pt x="0" y="622"/>
                      </a:cubicBezTo>
                      <a:lnTo>
                        <a:pt x="528" y="1433"/>
                      </a:lnTo>
                      <a:lnTo>
                        <a:pt x="51" y="2707"/>
                      </a:lnTo>
                      <a:lnTo>
                        <a:pt x="1027" y="3835"/>
                      </a:lnTo>
                      <a:lnTo>
                        <a:pt x="1275" y="5175"/>
                      </a:lnTo>
                      <a:cubicBezTo>
                        <a:pt x="1555" y="5001"/>
                        <a:pt x="1850" y="4829"/>
                        <a:pt x="2155" y="4659"/>
                      </a:cubicBezTo>
                      <a:lnTo>
                        <a:pt x="1985" y="4321"/>
                      </a:lnTo>
                      <a:lnTo>
                        <a:pt x="1510" y="2527"/>
                      </a:lnTo>
                      <a:lnTo>
                        <a:pt x="1637" y="1197"/>
                      </a:lnTo>
                      <a:lnTo>
                        <a:pt x="108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7"/>
                <p:cNvSpPr/>
                <p:nvPr/>
              </p:nvSpPr>
              <p:spPr>
                <a:xfrm>
                  <a:off x="4717318" y="2713692"/>
                  <a:ext cx="109723" cy="353808"/>
                </a:xfrm>
                <a:custGeom>
                  <a:rect b="b" l="l" r="r" t="t"/>
                  <a:pathLst>
                    <a:path extrusionOk="0" h="5830" w="1808">
                      <a:moveTo>
                        <a:pt x="1093" y="0"/>
                      </a:moveTo>
                      <a:lnTo>
                        <a:pt x="1" y="905"/>
                      </a:lnTo>
                      <a:lnTo>
                        <a:pt x="572" y="2014"/>
                      </a:lnTo>
                      <a:lnTo>
                        <a:pt x="130" y="3024"/>
                      </a:lnTo>
                      <a:lnTo>
                        <a:pt x="733" y="5829"/>
                      </a:lnTo>
                      <a:lnTo>
                        <a:pt x="1678" y="5044"/>
                      </a:lnTo>
                      <a:lnTo>
                        <a:pt x="1760" y="3630"/>
                      </a:lnTo>
                      <a:lnTo>
                        <a:pt x="1204" y="2767"/>
                      </a:lnTo>
                      <a:lnTo>
                        <a:pt x="1807" y="1429"/>
                      </a:lnTo>
                      <a:lnTo>
                        <a:pt x="10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 name="Google Shape;1279;p37"/>
              <p:cNvGrpSpPr/>
              <p:nvPr/>
            </p:nvGrpSpPr>
            <p:grpSpPr>
              <a:xfrm>
                <a:off x="1985042" y="3358869"/>
                <a:ext cx="1312199" cy="544006"/>
                <a:chOff x="4918742" y="2910019"/>
                <a:chExt cx="1312199" cy="544006"/>
              </a:xfrm>
            </p:grpSpPr>
            <p:sp>
              <p:nvSpPr>
                <p:cNvPr id="1280" name="Google Shape;1280;p37"/>
                <p:cNvSpPr/>
                <p:nvPr/>
              </p:nvSpPr>
              <p:spPr>
                <a:xfrm>
                  <a:off x="6065507" y="2971314"/>
                  <a:ext cx="165434" cy="224665"/>
                </a:xfrm>
                <a:custGeom>
                  <a:rect b="b" l="l" r="r" t="t"/>
                  <a:pathLst>
                    <a:path extrusionOk="0" h="3702" w="2726">
                      <a:moveTo>
                        <a:pt x="1453" y="1"/>
                      </a:moveTo>
                      <a:lnTo>
                        <a:pt x="1034" y="406"/>
                      </a:lnTo>
                      <a:lnTo>
                        <a:pt x="563" y="2564"/>
                      </a:lnTo>
                      <a:lnTo>
                        <a:pt x="0" y="3442"/>
                      </a:lnTo>
                      <a:cubicBezTo>
                        <a:pt x="389" y="3516"/>
                        <a:pt x="778" y="3602"/>
                        <a:pt x="1175" y="3702"/>
                      </a:cubicBezTo>
                      <a:lnTo>
                        <a:pt x="1915" y="3119"/>
                      </a:lnTo>
                      <a:lnTo>
                        <a:pt x="2067" y="1529"/>
                      </a:lnTo>
                      <a:lnTo>
                        <a:pt x="2726" y="383"/>
                      </a:lnTo>
                      <a:lnTo>
                        <a:pt x="1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7"/>
                <p:cNvSpPr/>
                <p:nvPr/>
              </p:nvSpPr>
              <p:spPr>
                <a:xfrm>
                  <a:off x="5903712" y="2939028"/>
                  <a:ext cx="168651" cy="230248"/>
                </a:xfrm>
                <a:custGeom>
                  <a:rect b="b" l="l" r="r" t="t"/>
                  <a:pathLst>
                    <a:path extrusionOk="0" h="3794" w="2779">
                      <a:moveTo>
                        <a:pt x="1901" y="1"/>
                      </a:moveTo>
                      <a:lnTo>
                        <a:pt x="1064" y="897"/>
                      </a:lnTo>
                      <a:lnTo>
                        <a:pt x="674" y="2118"/>
                      </a:lnTo>
                      <a:lnTo>
                        <a:pt x="1" y="3649"/>
                      </a:lnTo>
                      <a:cubicBezTo>
                        <a:pt x="508" y="3677"/>
                        <a:pt x="1022" y="3724"/>
                        <a:pt x="1543" y="3794"/>
                      </a:cubicBezTo>
                      <a:lnTo>
                        <a:pt x="1574" y="3763"/>
                      </a:lnTo>
                      <a:lnTo>
                        <a:pt x="2071" y="2153"/>
                      </a:lnTo>
                      <a:lnTo>
                        <a:pt x="2779" y="1132"/>
                      </a:lnTo>
                      <a:lnTo>
                        <a:pt x="2083" y="836"/>
                      </a:lnTo>
                      <a:lnTo>
                        <a:pt x="2331" y="91"/>
                      </a:lnTo>
                      <a:cubicBezTo>
                        <a:pt x="2188" y="60"/>
                        <a:pt x="2044" y="29"/>
                        <a:pt x="19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7"/>
                <p:cNvSpPr/>
                <p:nvPr/>
              </p:nvSpPr>
              <p:spPr>
                <a:xfrm>
                  <a:off x="5736698" y="2911718"/>
                  <a:ext cx="150080" cy="251489"/>
                </a:xfrm>
                <a:custGeom>
                  <a:rect b="b" l="l" r="r" t="t"/>
                  <a:pathLst>
                    <a:path extrusionOk="0" h="4144" w="2473">
                      <a:moveTo>
                        <a:pt x="1290" y="1"/>
                      </a:moveTo>
                      <a:lnTo>
                        <a:pt x="1054" y="901"/>
                      </a:lnTo>
                      <a:lnTo>
                        <a:pt x="651" y="874"/>
                      </a:lnTo>
                      <a:lnTo>
                        <a:pt x="191" y="2671"/>
                      </a:lnTo>
                      <a:lnTo>
                        <a:pt x="1" y="4144"/>
                      </a:lnTo>
                      <a:cubicBezTo>
                        <a:pt x="169" y="4129"/>
                        <a:pt x="336" y="4117"/>
                        <a:pt x="506" y="4107"/>
                      </a:cubicBezTo>
                      <a:cubicBezTo>
                        <a:pt x="664" y="4097"/>
                        <a:pt x="823" y="4088"/>
                        <a:pt x="983" y="4082"/>
                      </a:cubicBezTo>
                      <a:cubicBezTo>
                        <a:pt x="997" y="4082"/>
                        <a:pt x="1009" y="4080"/>
                        <a:pt x="1022" y="4080"/>
                      </a:cubicBezTo>
                      <a:lnTo>
                        <a:pt x="981" y="3546"/>
                      </a:lnTo>
                      <a:lnTo>
                        <a:pt x="2127" y="1433"/>
                      </a:lnTo>
                      <a:lnTo>
                        <a:pt x="2472" y="109"/>
                      </a:lnTo>
                      <a:cubicBezTo>
                        <a:pt x="2472" y="109"/>
                        <a:pt x="2235" y="81"/>
                        <a:pt x="2231" y="81"/>
                      </a:cubicBezTo>
                      <a:cubicBezTo>
                        <a:pt x="1914" y="48"/>
                        <a:pt x="1601" y="21"/>
                        <a:pt x="12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7"/>
                <p:cNvSpPr/>
                <p:nvPr/>
              </p:nvSpPr>
              <p:spPr>
                <a:xfrm>
                  <a:off x="5540432" y="2910019"/>
                  <a:ext cx="129811" cy="282258"/>
                </a:xfrm>
                <a:custGeom>
                  <a:rect b="b" l="l" r="r" t="t"/>
                  <a:pathLst>
                    <a:path extrusionOk="0" h="4651" w="2139">
                      <a:moveTo>
                        <a:pt x="2138" y="0"/>
                      </a:moveTo>
                      <a:lnTo>
                        <a:pt x="2138" y="0"/>
                      </a:lnTo>
                      <a:cubicBezTo>
                        <a:pt x="1588" y="27"/>
                        <a:pt x="1058" y="76"/>
                        <a:pt x="546" y="141"/>
                      </a:cubicBezTo>
                      <a:cubicBezTo>
                        <a:pt x="534" y="141"/>
                        <a:pt x="524" y="145"/>
                        <a:pt x="512" y="147"/>
                      </a:cubicBezTo>
                      <a:lnTo>
                        <a:pt x="510" y="209"/>
                      </a:lnTo>
                      <a:lnTo>
                        <a:pt x="184" y="782"/>
                      </a:lnTo>
                      <a:lnTo>
                        <a:pt x="354" y="2560"/>
                      </a:lnTo>
                      <a:lnTo>
                        <a:pt x="0" y="3957"/>
                      </a:lnTo>
                      <a:lnTo>
                        <a:pt x="205" y="4650"/>
                      </a:lnTo>
                      <a:cubicBezTo>
                        <a:pt x="452" y="4591"/>
                        <a:pt x="704" y="4538"/>
                        <a:pt x="962" y="4487"/>
                      </a:cubicBezTo>
                      <a:cubicBezTo>
                        <a:pt x="1193" y="4440"/>
                        <a:pt x="1422" y="4399"/>
                        <a:pt x="1655" y="4362"/>
                      </a:cubicBezTo>
                      <a:lnTo>
                        <a:pt x="1608" y="3924"/>
                      </a:lnTo>
                      <a:lnTo>
                        <a:pt x="2126" y="1469"/>
                      </a:lnTo>
                      <a:lnTo>
                        <a:pt x="1412" y="1326"/>
                      </a:lnTo>
                      <a:lnTo>
                        <a:pt x="213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7"/>
                <p:cNvSpPr/>
                <p:nvPr/>
              </p:nvSpPr>
              <p:spPr>
                <a:xfrm>
                  <a:off x="5305387" y="2955171"/>
                  <a:ext cx="158819" cy="302163"/>
                </a:xfrm>
                <a:custGeom>
                  <a:rect b="b" l="l" r="r" t="t"/>
                  <a:pathLst>
                    <a:path extrusionOk="0" h="4979" w="2617">
                      <a:moveTo>
                        <a:pt x="1561" y="1"/>
                      </a:moveTo>
                      <a:lnTo>
                        <a:pt x="1430" y="40"/>
                      </a:lnTo>
                      <a:cubicBezTo>
                        <a:pt x="931" y="193"/>
                        <a:pt x="454" y="359"/>
                        <a:pt x="0" y="541"/>
                      </a:cubicBezTo>
                      <a:lnTo>
                        <a:pt x="315" y="1228"/>
                      </a:lnTo>
                      <a:lnTo>
                        <a:pt x="17" y="1685"/>
                      </a:lnTo>
                      <a:lnTo>
                        <a:pt x="837" y="2697"/>
                      </a:lnTo>
                      <a:lnTo>
                        <a:pt x="722" y="4230"/>
                      </a:lnTo>
                      <a:lnTo>
                        <a:pt x="743" y="4979"/>
                      </a:lnTo>
                      <a:cubicBezTo>
                        <a:pt x="1113" y="4825"/>
                        <a:pt x="1498" y="4682"/>
                        <a:pt x="1895" y="4543"/>
                      </a:cubicBezTo>
                      <a:cubicBezTo>
                        <a:pt x="2044" y="4490"/>
                        <a:pt x="2198" y="4438"/>
                        <a:pt x="2357" y="4387"/>
                      </a:cubicBezTo>
                      <a:lnTo>
                        <a:pt x="2617" y="2546"/>
                      </a:lnTo>
                      <a:lnTo>
                        <a:pt x="2003" y="1838"/>
                      </a:lnTo>
                      <a:lnTo>
                        <a:pt x="1819" y="915"/>
                      </a:lnTo>
                      <a:lnTo>
                        <a:pt x="15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7"/>
                <p:cNvSpPr/>
                <p:nvPr/>
              </p:nvSpPr>
              <p:spPr>
                <a:xfrm>
                  <a:off x="5089579" y="3054518"/>
                  <a:ext cx="141827" cy="299189"/>
                </a:xfrm>
                <a:custGeom>
                  <a:rect b="b" l="l" r="r" t="t"/>
                  <a:pathLst>
                    <a:path extrusionOk="0" h="4930" w="2337">
                      <a:moveTo>
                        <a:pt x="1238" y="1"/>
                      </a:moveTo>
                      <a:lnTo>
                        <a:pt x="1109" y="72"/>
                      </a:lnTo>
                      <a:cubicBezTo>
                        <a:pt x="778" y="256"/>
                        <a:pt x="461" y="447"/>
                        <a:pt x="156" y="631"/>
                      </a:cubicBezTo>
                      <a:cubicBezTo>
                        <a:pt x="156" y="631"/>
                        <a:pt x="449" y="919"/>
                        <a:pt x="449" y="921"/>
                      </a:cubicBezTo>
                      <a:lnTo>
                        <a:pt x="0" y="2853"/>
                      </a:lnTo>
                      <a:lnTo>
                        <a:pt x="1023" y="4260"/>
                      </a:lnTo>
                      <a:lnTo>
                        <a:pt x="1113" y="4929"/>
                      </a:lnTo>
                      <a:cubicBezTo>
                        <a:pt x="1447" y="4731"/>
                        <a:pt x="1809" y="4526"/>
                        <a:pt x="2192" y="4324"/>
                      </a:cubicBezTo>
                      <a:lnTo>
                        <a:pt x="2337" y="2808"/>
                      </a:lnTo>
                      <a:lnTo>
                        <a:pt x="1887" y="2636"/>
                      </a:lnTo>
                      <a:lnTo>
                        <a:pt x="1764" y="471"/>
                      </a:lnTo>
                      <a:lnTo>
                        <a:pt x="12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7"/>
                <p:cNvSpPr/>
                <p:nvPr/>
              </p:nvSpPr>
              <p:spPr>
                <a:xfrm>
                  <a:off x="4918742" y="3167398"/>
                  <a:ext cx="140492" cy="286627"/>
                </a:xfrm>
                <a:custGeom>
                  <a:rect b="b" l="l" r="r" t="t"/>
                  <a:pathLst>
                    <a:path extrusionOk="0" h="4723" w="2315">
                      <a:moveTo>
                        <a:pt x="1486" y="0"/>
                      </a:moveTo>
                      <a:lnTo>
                        <a:pt x="845" y="154"/>
                      </a:lnTo>
                      <a:cubicBezTo>
                        <a:pt x="547" y="352"/>
                        <a:pt x="266" y="534"/>
                        <a:pt x="0" y="698"/>
                      </a:cubicBezTo>
                      <a:lnTo>
                        <a:pt x="1068" y="2846"/>
                      </a:lnTo>
                      <a:lnTo>
                        <a:pt x="1500" y="4722"/>
                      </a:lnTo>
                      <a:cubicBezTo>
                        <a:pt x="1723" y="4548"/>
                        <a:pt x="1995" y="4340"/>
                        <a:pt x="2314" y="4115"/>
                      </a:cubicBezTo>
                      <a:cubicBezTo>
                        <a:pt x="2273" y="3910"/>
                        <a:pt x="2238" y="3720"/>
                        <a:pt x="2251" y="3667"/>
                      </a:cubicBezTo>
                      <a:cubicBezTo>
                        <a:pt x="2273" y="3538"/>
                        <a:pt x="2292" y="2294"/>
                        <a:pt x="2292" y="2294"/>
                      </a:cubicBezTo>
                      <a:lnTo>
                        <a:pt x="1930" y="2249"/>
                      </a:lnTo>
                      <a:lnTo>
                        <a:pt x="1602" y="1707"/>
                      </a:lnTo>
                      <a:lnTo>
                        <a:pt x="1876" y="563"/>
                      </a:lnTo>
                      <a:lnTo>
                        <a:pt x="14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 name="Google Shape;1287;p37"/>
              <p:cNvSpPr/>
              <p:nvPr/>
            </p:nvSpPr>
            <p:spPr>
              <a:xfrm>
                <a:off x="2753719" y="3862642"/>
                <a:ext cx="413767" cy="269817"/>
              </a:xfrm>
              <a:custGeom>
                <a:rect b="b" l="l" r="r" t="t"/>
                <a:pathLst>
                  <a:path extrusionOk="0" h="4446" w="6818">
                    <a:moveTo>
                      <a:pt x="6091" y="0"/>
                    </a:moveTo>
                    <a:cubicBezTo>
                      <a:pt x="3570" y="0"/>
                      <a:pt x="1590" y="1765"/>
                      <a:pt x="1586" y="1765"/>
                    </a:cubicBezTo>
                    <a:cubicBezTo>
                      <a:pt x="1586" y="1765"/>
                      <a:pt x="1586" y="1765"/>
                      <a:pt x="1586" y="1765"/>
                    </a:cubicBezTo>
                    <a:lnTo>
                      <a:pt x="1" y="4445"/>
                    </a:lnTo>
                    <a:lnTo>
                      <a:pt x="5680" y="1743"/>
                    </a:lnTo>
                    <a:lnTo>
                      <a:pt x="6818" y="51"/>
                    </a:lnTo>
                    <a:cubicBezTo>
                      <a:pt x="6571" y="16"/>
                      <a:pt x="6329" y="0"/>
                      <a:pt x="60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7"/>
              <p:cNvSpPr/>
              <p:nvPr/>
            </p:nvSpPr>
            <p:spPr>
              <a:xfrm>
                <a:off x="676603" y="3652903"/>
                <a:ext cx="1645056" cy="1105544"/>
              </a:xfrm>
              <a:custGeom>
                <a:rect b="b" l="l" r="r" t="t"/>
                <a:pathLst>
                  <a:path extrusionOk="0" h="18217" w="27107">
                    <a:moveTo>
                      <a:pt x="887" y="1"/>
                    </a:moveTo>
                    <a:cubicBezTo>
                      <a:pt x="491" y="1"/>
                      <a:pt x="90" y="154"/>
                      <a:pt x="47" y="524"/>
                    </a:cubicBezTo>
                    <a:cubicBezTo>
                      <a:pt x="0" y="912"/>
                      <a:pt x="6588" y="6301"/>
                      <a:pt x="13522" y="9360"/>
                    </a:cubicBezTo>
                    <a:cubicBezTo>
                      <a:pt x="16779" y="10798"/>
                      <a:pt x="27107" y="18217"/>
                      <a:pt x="27107" y="18217"/>
                    </a:cubicBezTo>
                    <a:lnTo>
                      <a:pt x="27107" y="13075"/>
                    </a:lnTo>
                    <a:cubicBezTo>
                      <a:pt x="25574" y="11432"/>
                      <a:pt x="18976" y="8988"/>
                      <a:pt x="18033" y="8245"/>
                    </a:cubicBezTo>
                    <a:cubicBezTo>
                      <a:pt x="15725" y="6432"/>
                      <a:pt x="8706" y="3110"/>
                      <a:pt x="6310" y="1594"/>
                    </a:cubicBezTo>
                    <a:cubicBezTo>
                      <a:pt x="4589" y="507"/>
                      <a:pt x="2605" y="350"/>
                      <a:pt x="1216" y="37"/>
                    </a:cubicBezTo>
                    <a:cubicBezTo>
                      <a:pt x="1112" y="13"/>
                      <a:pt x="1000" y="1"/>
                      <a:pt x="887"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7"/>
              <p:cNvSpPr/>
              <p:nvPr/>
            </p:nvSpPr>
            <p:spPr>
              <a:xfrm>
                <a:off x="2321619" y="3880727"/>
                <a:ext cx="1294950" cy="877723"/>
              </a:xfrm>
              <a:custGeom>
                <a:rect b="b" l="l" r="r" t="t"/>
                <a:pathLst>
                  <a:path extrusionOk="0" h="14463" w="21338">
                    <a:moveTo>
                      <a:pt x="20075" y="0"/>
                    </a:moveTo>
                    <a:cubicBezTo>
                      <a:pt x="18083" y="0"/>
                      <a:pt x="13062" y="2519"/>
                      <a:pt x="13062" y="2519"/>
                    </a:cubicBezTo>
                    <a:cubicBezTo>
                      <a:pt x="11227" y="3396"/>
                      <a:pt x="7031" y="5015"/>
                      <a:pt x="5936" y="6150"/>
                    </a:cubicBezTo>
                    <a:cubicBezTo>
                      <a:pt x="5222" y="6887"/>
                      <a:pt x="2174" y="8206"/>
                      <a:pt x="1" y="9368"/>
                    </a:cubicBezTo>
                    <a:lnTo>
                      <a:pt x="1" y="14463"/>
                    </a:lnTo>
                    <a:cubicBezTo>
                      <a:pt x="1" y="14463"/>
                      <a:pt x="4852" y="11586"/>
                      <a:pt x="7501" y="9900"/>
                    </a:cubicBezTo>
                    <a:cubicBezTo>
                      <a:pt x="12072" y="6995"/>
                      <a:pt x="21338" y="1923"/>
                      <a:pt x="20851" y="368"/>
                    </a:cubicBezTo>
                    <a:cubicBezTo>
                      <a:pt x="20769" y="108"/>
                      <a:pt x="20487" y="0"/>
                      <a:pt x="20075" y="0"/>
                    </a:cubicBez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7"/>
              <p:cNvSpPr/>
              <p:nvPr/>
            </p:nvSpPr>
            <p:spPr>
              <a:xfrm>
                <a:off x="3615310" y="2217930"/>
                <a:ext cx="803624" cy="613004"/>
              </a:xfrm>
              <a:custGeom>
                <a:rect b="b" l="l" r="r" t="t"/>
                <a:pathLst>
                  <a:path extrusionOk="0" h="10101" w="13242">
                    <a:moveTo>
                      <a:pt x="13241" y="0"/>
                    </a:moveTo>
                    <a:cubicBezTo>
                      <a:pt x="12129" y="761"/>
                      <a:pt x="11146" y="1361"/>
                      <a:pt x="10594" y="1537"/>
                    </a:cubicBezTo>
                    <a:cubicBezTo>
                      <a:pt x="9463" y="1888"/>
                      <a:pt x="7224" y="2273"/>
                      <a:pt x="5219" y="2711"/>
                    </a:cubicBezTo>
                    <a:cubicBezTo>
                      <a:pt x="4624" y="3265"/>
                      <a:pt x="3728" y="4114"/>
                      <a:pt x="3376" y="4548"/>
                    </a:cubicBezTo>
                    <a:cubicBezTo>
                      <a:pt x="2828" y="5217"/>
                      <a:pt x="655" y="8904"/>
                      <a:pt x="0" y="10101"/>
                    </a:cubicBezTo>
                    <a:cubicBezTo>
                      <a:pt x="1725" y="9278"/>
                      <a:pt x="8720" y="4280"/>
                      <a:pt x="13241" y="1833"/>
                    </a:cubicBezTo>
                    <a:lnTo>
                      <a:pt x="132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7"/>
              <p:cNvSpPr/>
              <p:nvPr/>
            </p:nvSpPr>
            <p:spPr>
              <a:xfrm>
                <a:off x="3293481" y="2900309"/>
                <a:ext cx="1125207" cy="824015"/>
              </a:xfrm>
              <a:custGeom>
                <a:rect b="b" l="l" r="r" t="t"/>
                <a:pathLst>
                  <a:path extrusionOk="0" h="13578" w="18541">
                    <a:moveTo>
                      <a:pt x="18540" y="0"/>
                    </a:moveTo>
                    <a:cubicBezTo>
                      <a:pt x="17427" y="3810"/>
                      <a:pt x="379" y="9052"/>
                      <a:pt x="379" y="9052"/>
                    </a:cubicBezTo>
                    <a:lnTo>
                      <a:pt x="0" y="12798"/>
                    </a:lnTo>
                    <a:cubicBezTo>
                      <a:pt x="830" y="13340"/>
                      <a:pt x="1737" y="13577"/>
                      <a:pt x="2690" y="13577"/>
                    </a:cubicBezTo>
                    <a:cubicBezTo>
                      <a:pt x="9457" y="13577"/>
                      <a:pt x="18540" y="1611"/>
                      <a:pt x="18540" y="1611"/>
                    </a:cubicBezTo>
                    <a:lnTo>
                      <a:pt x="1854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7"/>
              <p:cNvSpPr/>
              <p:nvPr/>
            </p:nvSpPr>
            <p:spPr>
              <a:xfrm>
                <a:off x="3167674" y="2998017"/>
                <a:ext cx="1251134" cy="867588"/>
              </a:xfrm>
              <a:custGeom>
                <a:rect b="b" l="l" r="r" t="t"/>
                <a:pathLst>
                  <a:path extrusionOk="0" h="14296" w="20616">
                    <a:moveTo>
                      <a:pt x="20615" y="1"/>
                    </a:moveTo>
                    <a:cubicBezTo>
                      <a:pt x="12577" y="10466"/>
                      <a:pt x="3448" y="9185"/>
                      <a:pt x="2079" y="11210"/>
                    </a:cubicBezTo>
                    <a:cubicBezTo>
                      <a:pt x="815" y="13080"/>
                      <a:pt x="1" y="14296"/>
                      <a:pt x="1" y="14296"/>
                    </a:cubicBezTo>
                    <a:cubicBezTo>
                      <a:pt x="1" y="14296"/>
                      <a:pt x="7358" y="14103"/>
                      <a:pt x="14152" y="9132"/>
                    </a:cubicBezTo>
                    <a:cubicBezTo>
                      <a:pt x="17467" y="6701"/>
                      <a:pt x="19556" y="3487"/>
                      <a:pt x="20615" y="2986"/>
                    </a:cubicBezTo>
                    <a:lnTo>
                      <a:pt x="2061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7"/>
              <p:cNvSpPr/>
              <p:nvPr/>
            </p:nvSpPr>
            <p:spPr>
              <a:xfrm>
                <a:off x="3626295" y="3646895"/>
                <a:ext cx="20391" cy="25489"/>
              </a:xfrm>
              <a:custGeom>
                <a:rect b="b" l="l" r="r" t="t"/>
                <a:pathLst>
                  <a:path extrusionOk="0" h="420" w="336">
                    <a:moveTo>
                      <a:pt x="242" y="1"/>
                    </a:moveTo>
                    <a:cubicBezTo>
                      <a:pt x="223" y="1"/>
                      <a:pt x="202" y="6"/>
                      <a:pt x="179" y="17"/>
                    </a:cubicBezTo>
                    <a:cubicBezTo>
                      <a:pt x="89" y="62"/>
                      <a:pt x="14" y="183"/>
                      <a:pt x="5" y="291"/>
                    </a:cubicBezTo>
                    <a:cubicBezTo>
                      <a:pt x="1" y="370"/>
                      <a:pt x="38" y="420"/>
                      <a:pt x="96" y="420"/>
                    </a:cubicBezTo>
                    <a:cubicBezTo>
                      <a:pt x="114" y="420"/>
                      <a:pt x="135" y="415"/>
                      <a:pt x="157" y="404"/>
                    </a:cubicBezTo>
                    <a:cubicBezTo>
                      <a:pt x="245" y="357"/>
                      <a:pt x="323" y="234"/>
                      <a:pt x="331" y="130"/>
                    </a:cubicBezTo>
                    <a:cubicBezTo>
                      <a:pt x="335" y="49"/>
                      <a:pt x="299" y="1"/>
                      <a:pt x="242" y="1"/>
                    </a:cubicBezTo>
                    <a:close/>
                  </a:path>
                </a:pathLst>
              </a:custGeom>
              <a:solidFill>
                <a:srgbClr val="BD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4" name="Google Shape;1294;p37"/>
              <p:cNvGrpSpPr/>
              <p:nvPr/>
            </p:nvGrpSpPr>
            <p:grpSpPr>
              <a:xfrm>
                <a:off x="3230608" y="3066534"/>
                <a:ext cx="1174439" cy="764672"/>
                <a:chOff x="6164308" y="2617684"/>
                <a:chExt cx="1174439" cy="764672"/>
              </a:xfrm>
            </p:grpSpPr>
            <p:sp>
              <p:nvSpPr>
                <p:cNvPr id="1295" name="Google Shape;1295;p37"/>
                <p:cNvSpPr/>
                <p:nvPr/>
              </p:nvSpPr>
              <p:spPr>
                <a:xfrm>
                  <a:off x="7184477" y="2839014"/>
                  <a:ext cx="17903" cy="20816"/>
                </a:xfrm>
                <a:custGeom>
                  <a:rect b="b" l="l" r="r" t="t"/>
                  <a:pathLst>
                    <a:path extrusionOk="0" h="343" w="295">
                      <a:moveTo>
                        <a:pt x="205" y="0"/>
                      </a:moveTo>
                      <a:cubicBezTo>
                        <a:pt x="157" y="0"/>
                        <a:pt x="99" y="41"/>
                        <a:pt x="60" y="108"/>
                      </a:cubicBezTo>
                      <a:cubicBezTo>
                        <a:pt x="6" y="194"/>
                        <a:pt x="0" y="294"/>
                        <a:pt x="49" y="329"/>
                      </a:cubicBezTo>
                      <a:cubicBezTo>
                        <a:pt x="61" y="338"/>
                        <a:pt x="75" y="342"/>
                        <a:pt x="91" y="342"/>
                      </a:cubicBezTo>
                      <a:cubicBezTo>
                        <a:pt x="138" y="342"/>
                        <a:pt x="195" y="302"/>
                        <a:pt x="236" y="235"/>
                      </a:cubicBezTo>
                      <a:cubicBezTo>
                        <a:pt x="291" y="149"/>
                        <a:pt x="295" y="49"/>
                        <a:pt x="246" y="12"/>
                      </a:cubicBezTo>
                      <a:cubicBezTo>
                        <a:pt x="234" y="4"/>
                        <a:pt x="220" y="0"/>
                        <a:pt x="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7"/>
                <p:cNvSpPr/>
                <p:nvPr/>
              </p:nvSpPr>
              <p:spPr>
                <a:xfrm>
                  <a:off x="7134834" y="2864381"/>
                  <a:ext cx="30162" cy="34774"/>
                </a:xfrm>
                <a:custGeom>
                  <a:rect b="b" l="l" r="r" t="t"/>
                  <a:pathLst>
                    <a:path extrusionOk="0" h="573" w="497">
                      <a:moveTo>
                        <a:pt x="348" y="0"/>
                      </a:moveTo>
                      <a:cubicBezTo>
                        <a:pt x="342" y="0"/>
                        <a:pt x="337" y="1"/>
                        <a:pt x="331" y="1"/>
                      </a:cubicBezTo>
                      <a:cubicBezTo>
                        <a:pt x="219" y="18"/>
                        <a:pt x="90" y="153"/>
                        <a:pt x="45" y="310"/>
                      </a:cubicBezTo>
                      <a:cubicBezTo>
                        <a:pt x="0" y="462"/>
                        <a:pt x="50" y="573"/>
                        <a:pt x="152" y="573"/>
                      </a:cubicBezTo>
                      <a:cubicBezTo>
                        <a:pt x="157" y="573"/>
                        <a:pt x="162" y="573"/>
                        <a:pt x="168" y="572"/>
                      </a:cubicBezTo>
                      <a:cubicBezTo>
                        <a:pt x="280" y="560"/>
                        <a:pt x="407" y="421"/>
                        <a:pt x="454" y="263"/>
                      </a:cubicBezTo>
                      <a:cubicBezTo>
                        <a:pt x="497" y="111"/>
                        <a:pt x="449" y="0"/>
                        <a:pt x="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7"/>
                <p:cNvSpPr/>
                <p:nvPr/>
              </p:nvSpPr>
              <p:spPr>
                <a:xfrm>
                  <a:off x="7099028" y="2910808"/>
                  <a:ext cx="16932" cy="19541"/>
                </a:xfrm>
                <a:custGeom>
                  <a:rect b="b" l="l" r="r" t="t"/>
                  <a:pathLst>
                    <a:path extrusionOk="0" h="322" w="279">
                      <a:moveTo>
                        <a:pt x="196" y="0"/>
                      </a:moveTo>
                      <a:cubicBezTo>
                        <a:pt x="144" y="0"/>
                        <a:pt x="81" y="53"/>
                        <a:pt x="44" y="128"/>
                      </a:cubicBezTo>
                      <a:cubicBezTo>
                        <a:pt x="1" y="216"/>
                        <a:pt x="9" y="300"/>
                        <a:pt x="64" y="319"/>
                      </a:cubicBezTo>
                      <a:cubicBezTo>
                        <a:pt x="71" y="321"/>
                        <a:pt x="78" y="322"/>
                        <a:pt x="85" y="322"/>
                      </a:cubicBezTo>
                      <a:cubicBezTo>
                        <a:pt x="136" y="322"/>
                        <a:pt x="201" y="269"/>
                        <a:pt x="238" y="194"/>
                      </a:cubicBezTo>
                      <a:cubicBezTo>
                        <a:pt x="279" y="106"/>
                        <a:pt x="269" y="22"/>
                        <a:pt x="218" y="3"/>
                      </a:cubicBezTo>
                      <a:cubicBezTo>
                        <a:pt x="211" y="1"/>
                        <a:pt x="203" y="0"/>
                        <a:pt x="1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7"/>
                <p:cNvSpPr/>
                <p:nvPr/>
              </p:nvSpPr>
              <p:spPr>
                <a:xfrm>
                  <a:off x="6959081" y="3038921"/>
                  <a:ext cx="15536" cy="19541"/>
                </a:xfrm>
                <a:custGeom>
                  <a:rect b="b" l="l" r="r" t="t"/>
                  <a:pathLst>
                    <a:path extrusionOk="0" h="322" w="256">
                      <a:moveTo>
                        <a:pt x="182" y="0"/>
                      </a:moveTo>
                      <a:cubicBezTo>
                        <a:pt x="169" y="0"/>
                        <a:pt x="154" y="4"/>
                        <a:pt x="138" y="12"/>
                      </a:cubicBezTo>
                      <a:cubicBezTo>
                        <a:pt x="68" y="45"/>
                        <a:pt x="9" y="141"/>
                        <a:pt x="5" y="223"/>
                      </a:cubicBezTo>
                      <a:cubicBezTo>
                        <a:pt x="0" y="284"/>
                        <a:pt x="28" y="321"/>
                        <a:pt x="72" y="321"/>
                      </a:cubicBezTo>
                      <a:cubicBezTo>
                        <a:pt x="86" y="321"/>
                        <a:pt x="102" y="317"/>
                        <a:pt x="120" y="309"/>
                      </a:cubicBezTo>
                      <a:cubicBezTo>
                        <a:pt x="189" y="276"/>
                        <a:pt x="246" y="182"/>
                        <a:pt x="253" y="100"/>
                      </a:cubicBezTo>
                      <a:cubicBezTo>
                        <a:pt x="256" y="38"/>
                        <a:pt x="226"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7"/>
                <p:cNvSpPr/>
                <p:nvPr/>
              </p:nvSpPr>
              <p:spPr>
                <a:xfrm>
                  <a:off x="6893902" y="3007120"/>
                  <a:ext cx="18449" cy="20876"/>
                </a:xfrm>
                <a:custGeom>
                  <a:rect b="b" l="l" r="r" t="t"/>
                  <a:pathLst>
                    <a:path extrusionOk="0" h="344" w="304">
                      <a:moveTo>
                        <a:pt x="211" y="1"/>
                      </a:moveTo>
                      <a:cubicBezTo>
                        <a:pt x="155" y="1"/>
                        <a:pt x="83" y="61"/>
                        <a:pt x="42" y="147"/>
                      </a:cubicBezTo>
                      <a:cubicBezTo>
                        <a:pt x="1" y="239"/>
                        <a:pt x="17" y="327"/>
                        <a:pt x="77" y="342"/>
                      </a:cubicBezTo>
                      <a:cubicBezTo>
                        <a:pt x="82" y="343"/>
                        <a:pt x="87" y="344"/>
                        <a:pt x="93" y="344"/>
                      </a:cubicBezTo>
                      <a:cubicBezTo>
                        <a:pt x="149" y="344"/>
                        <a:pt x="224" y="282"/>
                        <a:pt x="261" y="196"/>
                      </a:cubicBezTo>
                      <a:cubicBezTo>
                        <a:pt x="304" y="102"/>
                        <a:pt x="287" y="18"/>
                        <a:pt x="226" y="2"/>
                      </a:cubicBezTo>
                      <a:cubicBezTo>
                        <a:pt x="221" y="1"/>
                        <a:pt x="216" y="1"/>
                        <a:pt x="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7"/>
                <p:cNvSpPr/>
                <p:nvPr/>
              </p:nvSpPr>
              <p:spPr>
                <a:xfrm>
                  <a:off x="6778351" y="3137964"/>
                  <a:ext cx="28705" cy="33075"/>
                </a:xfrm>
                <a:custGeom>
                  <a:rect b="b" l="l" r="r" t="t"/>
                  <a:pathLst>
                    <a:path extrusionOk="0" h="545" w="473">
                      <a:moveTo>
                        <a:pt x="328" y="1"/>
                      </a:moveTo>
                      <a:cubicBezTo>
                        <a:pt x="241" y="1"/>
                        <a:pt x="132" y="92"/>
                        <a:pt x="70" y="221"/>
                      </a:cubicBezTo>
                      <a:cubicBezTo>
                        <a:pt x="0" y="369"/>
                        <a:pt x="16" y="512"/>
                        <a:pt x="109" y="538"/>
                      </a:cubicBezTo>
                      <a:cubicBezTo>
                        <a:pt x="120" y="542"/>
                        <a:pt x="132" y="544"/>
                        <a:pt x="145" y="544"/>
                      </a:cubicBezTo>
                      <a:cubicBezTo>
                        <a:pt x="232" y="544"/>
                        <a:pt x="338" y="454"/>
                        <a:pt x="401" y="324"/>
                      </a:cubicBezTo>
                      <a:cubicBezTo>
                        <a:pt x="473" y="178"/>
                        <a:pt x="456" y="35"/>
                        <a:pt x="364" y="7"/>
                      </a:cubicBezTo>
                      <a:cubicBezTo>
                        <a:pt x="353" y="3"/>
                        <a:pt x="341" y="1"/>
                        <a:pt x="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7"/>
                <p:cNvSpPr/>
                <p:nvPr/>
              </p:nvSpPr>
              <p:spPr>
                <a:xfrm>
                  <a:off x="6652059" y="3208059"/>
                  <a:ext cx="27127" cy="30829"/>
                </a:xfrm>
                <a:custGeom>
                  <a:rect b="b" l="l" r="r" t="t"/>
                  <a:pathLst>
                    <a:path extrusionOk="0" h="508" w="447">
                      <a:moveTo>
                        <a:pt x="311" y="0"/>
                      </a:moveTo>
                      <a:cubicBezTo>
                        <a:pt x="256" y="0"/>
                        <a:pt x="189" y="38"/>
                        <a:pt x="129" y="108"/>
                      </a:cubicBezTo>
                      <a:cubicBezTo>
                        <a:pt x="35" y="222"/>
                        <a:pt x="0" y="382"/>
                        <a:pt x="52" y="462"/>
                      </a:cubicBezTo>
                      <a:cubicBezTo>
                        <a:pt x="72" y="493"/>
                        <a:pt x="102" y="508"/>
                        <a:pt x="136" y="508"/>
                      </a:cubicBezTo>
                      <a:cubicBezTo>
                        <a:pt x="191" y="508"/>
                        <a:pt x="258" y="470"/>
                        <a:pt x="317" y="400"/>
                      </a:cubicBezTo>
                      <a:cubicBezTo>
                        <a:pt x="412" y="284"/>
                        <a:pt x="446" y="126"/>
                        <a:pt x="395" y="46"/>
                      </a:cubicBezTo>
                      <a:cubicBezTo>
                        <a:pt x="375" y="15"/>
                        <a:pt x="346" y="0"/>
                        <a:pt x="3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7"/>
                <p:cNvSpPr/>
                <p:nvPr/>
              </p:nvSpPr>
              <p:spPr>
                <a:xfrm>
                  <a:off x="6636887" y="3180931"/>
                  <a:ext cx="17963" cy="20876"/>
                </a:xfrm>
                <a:custGeom>
                  <a:rect b="b" l="l" r="r" t="t"/>
                  <a:pathLst>
                    <a:path extrusionOk="0" h="344" w="296">
                      <a:moveTo>
                        <a:pt x="206" y="0"/>
                      </a:moveTo>
                      <a:cubicBezTo>
                        <a:pt x="152" y="0"/>
                        <a:pt x="85" y="57"/>
                        <a:pt x="46" y="137"/>
                      </a:cubicBezTo>
                      <a:cubicBezTo>
                        <a:pt x="1" y="234"/>
                        <a:pt x="11" y="322"/>
                        <a:pt x="68" y="340"/>
                      </a:cubicBezTo>
                      <a:cubicBezTo>
                        <a:pt x="75" y="343"/>
                        <a:pt x="83" y="344"/>
                        <a:pt x="91" y="344"/>
                      </a:cubicBezTo>
                      <a:cubicBezTo>
                        <a:pt x="144" y="344"/>
                        <a:pt x="211" y="287"/>
                        <a:pt x="252" y="207"/>
                      </a:cubicBezTo>
                      <a:cubicBezTo>
                        <a:pt x="295" y="115"/>
                        <a:pt x="285" y="25"/>
                        <a:pt x="230" y="4"/>
                      </a:cubicBezTo>
                      <a:cubicBezTo>
                        <a:pt x="222" y="2"/>
                        <a:pt x="215" y="0"/>
                        <a:pt x="2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7"/>
                <p:cNvSpPr/>
                <p:nvPr/>
              </p:nvSpPr>
              <p:spPr>
                <a:xfrm>
                  <a:off x="6503555" y="3252422"/>
                  <a:ext cx="25125" cy="28644"/>
                </a:xfrm>
                <a:custGeom>
                  <a:rect b="b" l="l" r="r" t="t"/>
                  <a:pathLst>
                    <a:path extrusionOk="0" h="472" w="414">
                      <a:moveTo>
                        <a:pt x="289" y="0"/>
                      </a:moveTo>
                      <a:cubicBezTo>
                        <a:pt x="225" y="0"/>
                        <a:pt x="147" y="54"/>
                        <a:pt x="88" y="144"/>
                      </a:cubicBezTo>
                      <a:cubicBezTo>
                        <a:pt x="13" y="265"/>
                        <a:pt x="0" y="402"/>
                        <a:pt x="68" y="453"/>
                      </a:cubicBezTo>
                      <a:cubicBezTo>
                        <a:pt x="85" y="466"/>
                        <a:pt x="105" y="472"/>
                        <a:pt x="127" y="472"/>
                      </a:cubicBezTo>
                      <a:cubicBezTo>
                        <a:pt x="191" y="472"/>
                        <a:pt x="269" y="418"/>
                        <a:pt x="326" y="328"/>
                      </a:cubicBezTo>
                      <a:cubicBezTo>
                        <a:pt x="403" y="207"/>
                        <a:pt x="414" y="70"/>
                        <a:pt x="346" y="19"/>
                      </a:cubicBezTo>
                      <a:cubicBezTo>
                        <a:pt x="330" y="6"/>
                        <a:pt x="310" y="0"/>
                        <a:pt x="2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7"/>
                <p:cNvSpPr/>
                <p:nvPr/>
              </p:nvSpPr>
              <p:spPr>
                <a:xfrm>
                  <a:off x="6464957" y="3209030"/>
                  <a:ext cx="18267" cy="20694"/>
                </a:xfrm>
                <a:custGeom>
                  <a:rect b="b" l="l" r="r" t="t"/>
                  <a:pathLst>
                    <a:path extrusionOk="0" h="341" w="301">
                      <a:moveTo>
                        <a:pt x="210" y="0"/>
                      </a:moveTo>
                      <a:cubicBezTo>
                        <a:pt x="173" y="0"/>
                        <a:pt x="126" y="27"/>
                        <a:pt x="86" y="77"/>
                      </a:cubicBezTo>
                      <a:cubicBezTo>
                        <a:pt x="21" y="153"/>
                        <a:pt x="0" y="257"/>
                        <a:pt x="37" y="313"/>
                      </a:cubicBezTo>
                      <a:cubicBezTo>
                        <a:pt x="50" y="331"/>
                        <a:pt x="68" y="340"/>
                        <a:pt x="90" y="340"/>
                      </a:cubicBezTo>
                      <a:cubicBezTo>
                        <a:pt x="128" y="340"/>
                        <a:pt x="175" y="313"/>
                        <a:pt x="215" y="264"/>
                      </a:cubicBezTo>
                      <a:cubicBezTo>
                        <a:pt x="276" y="184"/>
                        <a:pt x="301" y="79"/>
                        <a:pt x="264" y="28"/>
                      </a:cubicBezTo>
                      <a:cubicBezTo>
                        <a:pt x="251" y="9"/>
                        <a:pt x="232" y="0"/>
                        <a:pt x="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7"/>
                <p:cNvSpPr/>
                <p:nvPr/>
              </p:nvSpPr>
              <p:spPr>
                <a:xfrm>
                  <a:off x="6290236" y="3333987"/>
                  <a:ext cx="32953" cy="38112"/>
                </a:xfrm>
                <a:custGeom>
                  <a:rect b="b" l="l" r="r" t="t"/>
                  <a:pathLst>
                    <a:path extrusionOk="0" h="628" w="543">
                      <a:moveTo>
                        <a:pt x="381" y="0"/>
                      </a:moveTo>
                      <a:cubicBezTo>
                        <a:pt x="299" y="0"/>
                        <a:pt x="197" y="68"/>
                        <a:pt x="121" y="181"/>
                      </a:cubicBezTo>
                      <a:cubicBezTo>
                        <a:pt x="15" y="336"/>
                        <a:pt x="1" y="525"/>
                        <a:pt x="82" y="598"/>
                      </a:cubicBezTo>
                      <a:cubicBezTo>
                        <a:pt x="105" y="618"/>
                        <a:pt x="132" y="628"/>
                        <a:pt x="163" y="628"/>
                      </a:cubicBezTo>
                      <a:cubicBezTo>
                        <a:pt x="244" y="628"/>
                        <a:pt x="346" y="560"/>
                        <a:pt x="422" y="447"/>
                      </a:cubicBezTo>
                      <a:cubicBezTo>
                        <a:pt x="526" y="291"/>
                        <a:pt x="543" y="105"/>
                        <a:pt x="461" y="30"/>
                      </a:cubicBezTo>
                      <a:cubicBezTo>
                        <a:pt x="439" y="10"/>
                        <a:pt x="411" y="0"/>
                        <a:pt x="3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7"/>
                <p:cNvSpPr/>
                <p:nvPr/>
              </p:nvSpPr>
              <p:spPr>
                <a:xfrm>
                  <a:off x="6324889" y="3281431"/>
                  <a:ext cx="21059" cy="24578"/>
                </a:xfrm>
                <a:custGeom>
                  <a:rect b="b" l="l" r="r" t="t"/>
                  <a:pathLst>
                    <a:path extrusionOk="0" h="405" w="347">
                      <a:moveTo>
                        <a:pt x="243" y="1"/>
                      </a:moveTo>
                      <a:cubicBezTo>
                        <a:pt x="180" y="1"/>
                        <a:pt x="100" y="67"/>
                        <a:pt x="54" y="159"/>
                      </a:cubicBezTo>
                      <a:cubicBezTo>
                        <a:pt x="0" y="267"/>
                        <a:pt x="11" y="374"/>
                        <a:pt x="76" y="400"/>
                      </a:cubicBezTo>
                      <a:cubicBezTo>
                        <a:pt x="84" y="403"/>
                        <a:pt x="93" y="405"/>
                        <a:pt x="102" y="405"/>
                      </a:cubicBezTo>
                      <a:cubicBezTo>
                        <a:pt x="167" y="405"/>
                        <a:pt x="246" y="338"/>
                        <a:pt x="293" y="245"/>
                      </a:cubicBezTo>
                      <a:cubicBezTo>
                        <a:pt x="346" y="134"/>
                        <a:pt x="338" y="26"/>
                        <a:pt x="270" y="6"/>
                      </a:cubicBezTo>
                      <a:cubicBezTo>
                        <a:pt x="262" y="2"/>
                        <a:pt x="252" y="1"/>
                        <a:pt x="2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7"/>
                <p:cNvSpPr/>
                <p:nvPr/>
              </p:nvSpPr>
              <p:spPr>
                <a:xfrm>
                  <a:off x="6280647" y="3242773"/>
                  <a:ext cx="16264" cy="20452"/>
                </a:xfrm>
                <a:custGeom>
                  <a:rect b="b" l="l" r="r" t="t"/>
                  <a:pathLst>
                    <a:path extrusionOk="0" h="337" w="268">
                      <a:moveTo>
                        <a:pt x="190" y="0"/>
                      </a:moveTo>
                      <a:cubicBezTo>
                        <a:pt x="176" y="0"/>
                        <a:pt x="159" y="4"/>
                        <a:pt x="142" y="12"/>
                      </a:cubicBezTo>
                      <a:cubicBezTo>
                        <a:pt x="71" y="47"/>
                        <a:pt x="9" y="143"/>
                        <a:pt x="5" y="231"/>
                      </a:cubicBezTo>
                      <a:cubicBezTo>
                        <a:pt x="0" y="295"/>
                        <a:pt x="31" y="336"/>
                        <a:pt x="78" y="336"/>
                      </a:cubicBezTo>
                      <a:cubicBezTo>
                        <a:pt x="92" y="336"/>
                        <a:pt x="109" y="332"/>
                        <a:pt x="126" y="323"/>
                      </a:cubicBezTo>
                      <a:cubicBezTo>
                        <a:pt x="197" y="291"/>
                        <a:pt x="259" y="190"/>
                        <a:pt x="263" y="107"/>
                      </a:cubicBezTo>
                      <a:cubicBezTo>
                        <a:pt x="268" y="40"/>
                        <a:pt x="237"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7"/>
                <p:cNvSpPr/>
                <p:nvPr/>
              </p:nvSpPr>
              <p:spPr>
                <a:xfrm>
                  <a:off x="6693873" y="3122064"/>
                  <a:ext cx="30890" cy="34774"/>
                </a:xfrm>
                <a:custGeom>
                  <a:rect b="b" l="l" r="r" t="t"/>
                  <a:pathLst>
                    <a:path extrusionOk="0" h="573" w="509">
                      <a:moveTo>
                        <a:pt x="351" y="1"/>
                      </a:moveTo>
                      <a:cubicBezTo>
                        <a:pt x="293" y="1"/>
                        <a:pt x="222" y="37"/>
                        <a:pt x="160" y="107"/>
                      </a:cubicBezTo>
                      <a:cubicBezTo>
                        <a:pt x="50" y="234"/>
                        <a:pt x="1" y="414"/>
                        <a:pt x="54" y="512"/>
                      </a:cubicBezTo>
                      <a:cubicBezTo>
                        <a:pt x="76" y="553"/>
                        <a:pt x="112" y="572"/>
                        <a:pt x="155" y="572"/>
                      </a:cubicBezTo>
                      <a:cubicBezTo>
                        <a:pt x="213" y="572"/>
                        <a:pt x="285" y="535"/>
                        <a:pt x="349" y="463"/>
                      </a:cubicBezTo>
                      <a:cubicBezTo>
                        <a:pt x="459" y="340"/>
                        <a:pt x="508" y="160"/>
                        <a:pt x="453" y="62"/>
                      </a:cubicBezTo>
                      <a:cubicBezTo>
                        <a:pt x="431" y="21"/>
                        <a:pt x="394" y="1"/>
                        <a:pt x="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7"/>
                <p:cNvSpPr/>
                <p:nvPr/>
              </p:nvSpPr>
              <p:spPr>
                <a:xfrm>
                  <a:off x="6783024" y="3089413"/>
                  <a:ext cx="24639" cy="28887"/>
                </a:xfrm>
                <a:custGeom>
                  <a:rect b="b" l="l" r="r" t="t"/>
                  <a:pathLst>
                    <a:path extrusionOk="0" h="476" w="406">
                      <a:moveTo>
                        <a:pt x="285" y="0"/>
                      </a:moveTo>
                      <a:cubicBezTo>
                        <a:pt x="217" y="0"/>
                        <a:pt x="134" y="59"/>
                        <a:pt x="77" y="158"/>
                      </a:cubicBezTo>
                      <a:cubicBezTo>
                        <a:pt x="3" y="281"/>
                        <a:pt x="1" y="416"/>
                        <a:pt x="68" y="461"/>
                      </a:cubicBezTo>
                      <a:cubicBezTo>
                        <a:pt x="84" y="471"/>
                        <a:pt x="102" y="475"/>
                        <a:pt x="121" y="475"/>
                      </a:cubicBezTo>
                      <a:cubicBezTo>
                        <a:pt x="189" y="475"/>
                        <a:pt x="273" y="415"/>
                        <a:pt x="330" y="318"/>
                      </a:cubicBezTo>
                      <a:cubicBezTo>
                        <a:pt x="404" y="197"/>
                        <a:pt x="406" y="60"/>
                        <a:pt x="338" y="15"/>
                      </a:cubicBezTo>
                      <a:cubicBezTo>
                        <a:pt x="323" y="5"/>
                        <a:pt x="305" y="0"/>
                        <a:pt x="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7"/>
                <p:cNvSpPr/>
                <p:nvPr/>
              </p:nvSpPr>
              <p:spPr>
                <a:xfrm>
                  <a:off x="6872054" y="3084983"/>
                  <a:ext cx="26156" cy="31133"/>
                </a:xfrm>
                <a:custGeom>
                  <a:rect b="b" l="l" r="r" t="t"/>
                  <a:pathLst>
                    <a:path extrusionOk="0" h="513" w="431">
                      <a:moveTo>
                        <a:pt x="303" y="0"/>
                      </a:moveTo>
                      <a:cubicBezTo>
                        <a:pt x="267" y="0"/>
                        <a:pt x="224" y="17"/>
                        <a:pt x="181" y="51"/>
                      </a:cubicBezTo>
                      <a:cubicBezTo>
                        <a:pt x="72" y="137"/>
                        <a:pt x="1" y="296"/>
                        <a:pt x="21" y="409"/>
                      </a:cubicBezTo>
                      <a:cubicBezTo>
                        <a:pt x="33" y="478"/>
                        <a:pt x="74" y="513"/>
                        <a:pt x="127" y="513"/>
                      </a:cubicBezTo>
                      <a:cubicBezTo>
                        <a:pt x="164" y="513"/>
                        <a:pt x="208" y="496"/>
                        <a:pt x="252" y="460"/>
                      </a:cubicBezTo>
                      <a:cubicBezTo>
                        <a:pt x="359" y="376"/>
                        <a:pt x="430" y="215"/>
                        <a:pt x="410" y="102"/>
                      </a:cubicBezTo>
                      <a:cubicBezTo>
                        <a:pt x="398" y="35"/>
                        <a:pt x="357" y="0"/>
                        <a:pt x="3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7"/>
                <p:cNvSpPr/>
                <p:nvPr/>
              </p:nvSpPr>
              <p:spPr>
                <a:xfrm>
                  <a:off x="6985541" y="2925919"/>
                  <a:ext cx="27249" cy="31679"/>
                </a:xfrm>
                <a:custGeom>
                  <a:rect b="b" l="l" r="r" t="t"/>
                  <a:pathLst>
                    <a:path extrusionOk="0" h="522" w="449">
                      <a:moveTo>
                        <a:pt x="313" y="0"/>
                      </a:moveTo>
                      <a:cubicBezTo>
                        <a:pt x="234" y="0"/>
                        <a:pt x="135" y="75"/>
                        <a:pt x="74" y="190"/>
                      </a:cubicBezTo>
                      <a:cubicBezTo>
                        <a:pt x="1" y="327"/>
                        <a:pt x="5" y="471"/>
                        <a:pt x="87" y="511"/>
                      </a:cubicBezTo>
                      <a:cubicBezTo>
                        <a:pt x="101" y="518"/>
                        <a:pt x="116" y="521"/>
                        <a:pt x="132" y="521"/>
                      </a:cubicBezTo>
                      <a:cubicBezTo>
                        <a:pt x="210" y="521"/>
                        <a:pt x="308" y="447"/>
                        <a:pt x="371" y="333"/>
                      </a:cubicBezTo>
                      <a:cubicBezTo>
                        <a:pt x="449" y="194"/>
                        <a:pt x="443" y="51"/>
                        <a:pt x="359" y="10"/>
                      </a:cubicBezTo>
                      <a:cubicBezTo>
                        <a:pt x="345" y="4"/>
                        <a:pt x="329" y="0"/>
                        <a:pt x="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7"/>
                <p:cNvSpPr/>
                <p:nvPr/>
              </p:nvSpPr>
              <p:spPr>
                <a:xfrm>
                  <a:off x="6208185" y="3346489"/>
                  <a:ext cx="31072" cy="35866"/>
                </a:xfrm>
                <a:custGeom>
                  <a:rect b="b" l="l" r="r" t="t"/>
                  <a:pathLst>
                    <a:path extrusionOk="0" h="591" w="512">
                      <a:moveTo>
                        <a:pt x="355" y="0"/>
                      </a:moveTo>
                      <a:cubicBezTo>
                        <a:pt x="349" y="0"/>
                        <a:pt x="342" y="1"/>
                        <a:pt x="336" y="2"/>
                      </a:cubicBezTo>
                      <a:cubicBezTo>
                        <a:pt x="221" y="14"/>
                        <a:pt x="88" y="157"/>
                        <a:pt x="43" y="321"/>
                      </a:cubicBezTo>
                      <a:cubicBezTo>
                        <a:pt x="1" y="474"/>
                        <a:pt x="49" y="590"/>
                        <a:pt x="151" y="590"/>
                      </a:cubicBezTo>
                      <a:cubicBezTo>
                        <a:pt x="158" y="590"/>
                        <a:pt x="165" y="590"/>
                        <a:pt x="172" y="589"/>
                      </a:cubicBezTo>
                      <a:cubicBezTo>
                        <a:pt x="289" y="576"/>
                        <a:pt x="422" y="433"/>
                        <a:pt x="467" y="270"/>
                      </a:cubicBezTo>
                      <a:cubicBezTo>
                        <a:pt x="511" y="115"/>
                        <a:pt x="461" y="0"/>
                        <a:pt x="3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7"/>
                <p:cNvSpPr/>
                <p:nvPr/>
              </p:nvSpPr>
              <p:spPr>
                <a:xfrm>
                  <a:off x="6390189" y="3163150"/>
                  <a:ext cx="17296" cy="19723"/>
                </a:xfrm>
                <a:custGeom>
                  <a:rect b="b" l="l" r="r" t="t"/>
                  <a:pathLst>
                    <a:path extrusionOk="0" h="325" w="285">
                      <a:moveTo>
                        <a:pt x="199" y="0"/>
                      </a:moveTo>
                      <a:cubicBezTo>
                        <a:pt x="139" y="0"/>
                        <a:pt x="71" y="64"/>
                        <a:pt x="35" y="150"/>
                      </a:cubicBezTo>
                      <a:cubicBezTo>
                        <a:pt x="1" y="240"/>
                        <a:pt x="21" y="316"/>
                        <a:pt x="80" y="324"/>
                      </a:cubicBezTo>
                      <a:cubicBezTo>
                        <a:pt x="83" y="324"/>
                        <a:pt x="86" y="324"/>
                        <a:pt x="88" y="324"/>
                      </a:cubicBezTo>
                      <a:cubicBezTo>
                        <a:pt x="148" y="324"/>
                        <a:pt x="217" y="261"/>
                        <a:pt x="250" y="175"/>
                      </a:cubicBezTo>
                      <a:cubicBezTo>
                        <a:pt x="285" y="89"/>
                        <a:pt x="266" y="11"/>
                        <a:pt x="207" y="1"/>
                      </a:cubicBezTo>
                      <a:cubicBezTo>
                        <a:pt x="204" y="0"/>
                        <a:pt x="202" y="0"/>
                        <a:pt x="1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7"/>
                <p:cNvSpPr/>
                <p:nvPr/>
              </p:nvSpPr>
              <p:spPr>
                <a:xfrm>
                  <a:off x="6428787" y="3173770"/>
                  <a:ext cx="23789" cy="27127"/>
                </a:xfrm>
                <a:custGeom>
                  <a:rect b="b" l="l" r="r" t="t"/>
                  <a:pathLst>
                    <a:path extrusionOk="0" h="447" w="392">
                      <a:moveTo>
                        <a:pt x="271" y="0"/>
                      </a:moveTo>
                      <a:cubicBezTo>
                        <a:pt x="220" y="0"/>
                        <a:pt x="159" y="37"/>
                        <a:pt x="109" y="102"/>
                      </a:cubicBezTo>
                      <a:cubicBezTo>
                        <a:pt x="27" y="206"/>
                        <a:pt x="1" y="345"/>
                        <a:pt x="50" y="411"/>
                      </a:cubicBezTo>
                      <a:cubicBezTo>
                        <a:pt x="68" y="435"/>
                        <a:pt x="92" y="447"/>
                        <a:pt x="121" y="447"/>
                      </a:cubicBezTo>
                      <a:cubicBezTo>
                        <a:pt x="171" y="447"/>
                        <a:pt x="233" y="410"/>
                        <a:pt x="285" y="343"/>
                      </a:cubicBezTo>
                      <a:cubicBezTo>
                        <a:pt x="367" y="241"/>
                        <a:pt x="392" y="102"/>
                        <a:pt x="345" y="36"/>
                      </a:cubicBezTo>
                      <a:cubicBezTo>
                        <a:pt x="326" y="12"/>
                        <a:pt x="300" y="0"/>
                        <a:pt x="2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7"/>
                <p:cNvSpPr/>
                <p:nvPr/>
              </p:nvSpPr>
              <p:spPr>
                <a:xfrm>
                  <a:off x="6447054" y="3260494"/>
                  <a:ext cx="29130" cy="35624"/>
                </a:xfrm>
                <a:custGeom>
                  <a:rect b="b" l="l" r="r" t="t"/>
                  <a:pathLst>
                    <a:path extrusionOk="0" h="587" w="480">
                      <a:moveTo>
                        <a:pt x="342" y="0"/>
                      </a:moveTo>
                      <a:cubicBezTo>
                        <a:pt x="323" y="0"/>
                        <a:pt x="302" y="4"/>
                        <a:pt x="279" y="13"/>
                      </a:cubicBezTo>
                      <a:cubicBezTo>
                        <a:pt x="156" y="60"/>
                        <a:pt x="39" y="222"/>
                        <a:pt x="17" y="377"/>
                      </a:cubicBezTo>
                      <a:cubicBezTo>
                        <a:pt x="0" y="504"/>
                        <a:pt x="52" y="586"/>
                        <a:pt x="138" y="586"/>
                      </a:cubicBezTo>
                      <a:cubicBezTo>
                        <a:pt x="158" y="586"/>
                        <a:pt x="179" y="582"/>
                        <a:pt x="201" y="574"/>
                      </a:cubicBezTo>
                      <a:cubicBezTo>
                        <a:pt x="324" y="524"/>
                        <a:pt x="438" y="363"/>
                        <a:pt x="463" y="207"/>
                      </a:cubicBezTo>
                      <a:cubicBezTo>
                        <a:pt x="480" y="82"/>
                        <a:pt x="429" y="0"/>
                        <a:pt x="3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7"/>
                <p:cNvSpPr/>
                <p:nvPr/>
              </p:nvSpPr>
              <p:spPr>
                <a:xfrm>
                  <a:off x="6556172" y="3204842"/>
                  <a:ext cx="18267" cy="21362"/>
                </a:xfrm>
                <a:custGeom>
                  <a:rect b="b" l="l" r="r" t="t"/>
                  <a:pathLst>
                    <a:path extrusionOk="0" h="352" w="301">
                      <a:moveTo>
                        <a:pt x="207" y="1"/>
                      </a:moveTo>
                      <a:cubicBezTo>
                        <a:pt x="205" y="1"/>
                        <a:pt x="203" y="1"/>
                        <a:pt x="201" y="1"/>
                      </a:cubicBezTo>
                      <a:cubicBezTo>
                        <a:pt x="132" y="9"/>
                        <a:pt x="56" y="91"/>
                        <a:pt x="28" y="189"/>
                      </a:cubicBezTo>
                      <a:cubicBezTo>
                        <a:pt x="0" y="282"/>
                        <a:pt x="29" y="351"/>
                        <a:pt x="93" y="351"/>
                      </a:cubicBezTo>
                      <a:cubicBezTo>
                        <a:pt x="96" y="351"/>
                        <a:pt x="98" y="351"/>
                        <a:pt x="101" y="351"/>
                      </a:cubicBezTo>
                      <a:cubicBezTo>
                        <a:pt x="171" y="343"/>
                        <a:pt x="246" y="257"/>
                        <a:pt x="275" y="163"/>
                      </a:cubicBezTo>
                      <a:cubicBezTo>
                        <a:pt x="301" y="71"/>
                        <a:pt x="273" y="1"/>
                        <a:pt x="2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7"/>
                <p:cNvSpPr/>
                <p:nvPr/>
              </p:nvSpPr>
              <p:spPr>
                <a:xfrm>
                  <a:off x="7266528" y="2692391"/>
                  <a:ext cx="18692" cy="22819"/>
                </a:xfrm>
                <a:custGeom>
                  <a:rect b="b" l="l" r="r" t="t"/>
                  <a:pathLst>
                    <a:path extrusionOk="0" h="376" w="308">
                      <a:moveTo>
                        <a:pt x="217" y="0"/>
                      </a:moveTo>
                      <a:cubicBezTo>
                        <a:pt x="204" y="0"/>
                        <a:pt x="189" y="3"/>
                        <a:pt x="173" y="10"/>
                      </a:cubicBezTo>
                      <a:cubicBezTo>
                        <a:pt x="95" y="43"/>
                        <a:pt x="23" y="151"/>
                        <a:pt x="9" y="247"/>
                      </a:cubicBezTo>
                      <a:cubicBezTo>
                        <a:pt x="1" y="326"/>
                        <a:pt x="36" y="375"/>
                        <a:pt x="91" y="375"/>
                      </a:cubicBezTo>
                      <a:cubicBezTo>
                        <a:pt x="105" y="375"/>
                        <a:pt x="120" y="372"/>
                        <a:pt x="136" y="366"/>
                      </a:cubicBezTo>
                      <a:cubicBezTo>
                        <a:pt x="213" y="331"/>
                        <a:pt x="285" y="225"/>
                        <a:pt x="299" y="126"/>
                      </a:cubicBezTo>
                      <a:cubicBezTo>
                        <a:pt x="308" y="50"/>
                        <a:pt x="273"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7"/>
                <p:cNvSpPr/>
                <p:nvPr/>
              </p:nvSpPr>
              <p:spPr>
                <a:xfrm>
                  <a:off x="7313500" y="2617684"/>
                  <a:ext cx="24882" cy="28705"/>
                </a:xfrm>
                <a:custGeom>
                  <a:rect b="b" l="l" r="r" t="t"/>
                  <a:pathLst>
                    <a:path extrusionOk="0" h="473" w="410">
                      <a:moveTo>
                        <a:pt x="287" y="1"/>
                      </a:moveTo>
                      <a:cubicBezTo>
                        <a:pt x="211" y="1"/>
                        <a:pt x="115" y="78"/>
                        <a:pt x="61" y="189"/>
                      </a:cubicBezTo>
                      <a:cubicBezTo>
                        <a:pt x="0" y="318"/>
                        <a:pt x="12" y="443"/>
                        <a:pt x="92" y="467"/>
                      </a:cubicBezTo>
                      <a:cubicBezTo>
                        <a:pt x="102" y="471"/>
                        <a:pt x="113" y="472"/>
                        <a:pt x="124" y="472"/>
                      </a:cubicBezTo>
                      <a:cubicBezTo>
                        <a:pt x="200" y="472"/>
                        <a:pt x="294" y="396"/>
                        <a:pt x="348" y="283"/>
                      </a:cubicBezTo>
                      <a:cubicBezTo>
                        <a:pt x="409" y="159"/>
                        <a:pt x="397" y="34"/>
                        <a:pt x="317" y="5"/>
                      </a:cubicBezTo>
                      <a:cubicBezTo>
                        <a:pt x="308" y="2"/>
                        <a:pt x="298"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7"/>
                <p:cNvSpPr/>
                <p:nvPr/>
              </p:nvSpPr>
              <p:spPr>
                <a:xfrm>
                  <a:off x="6354262" y="3285436"/>
                  <a:ext cx="19906" cy="22940"/>
                </a:xfrm>
                <a:custGeom>
                  <a:rect b="b" l="l" r="r" t="t"/>
                  <a:pathLst>
                    <a:path extrusionOk="0" h="378" w="328">
                      <a:moveTo>
                        <a:pt x="229" y="0"/>
                      </a:moveTo>
                      <a:cubicBezTo>
                        <a:pt x="225" y="0"/>
                        <a:pt x="222" y="1"/>
                        <a:pt x="218" y="1"/>
                      </a:cubicBezTo>
                      <a:cubicBezTo>
                        <a:pt x="144" y="9"/>
                        <a:pt x="61" y="99"/>
                        <a:pt x="30" y="201"/>
                      </a:cubicBezTo>
                      <a:cubicBezTo>
                        <a:pt x="1" y="301"/>
                        <a:pt x="29" y="378"/>
                        <a:pt x="95" y="378"/>
                      </a:cubicBezTo>
                      <a:cubicBezTo>
                        <a:pt x="99" y="378"/>
                        <a:pt x="102" y="378"/>
                        <a:pt x="106" y="377"/>
                      </a:cubicBezTo>
                      <a:cubicBezTo>
                        <a:pt x="181" y="369"/>
                        <a:pt x="265" y="281"/>
                        <a:pt x="296" y="179"/>
                      </a:cubicBezTo>
                      <a:cubicBezTo>
                        <a:pt x="327" y="78"/>
                        <a:pt x="297" y="0"/>
                        <a:pt x="2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7"/>
                <p:cNvSpPr/>
                <p:nvPr/>
              </p:nvSpPr>
              <p:spPr>
                <a:xfrm>
                  <a:off x="6375139" y="3313474"/>
                  <a:ext cx="25185" cy="29009"/>
                </a:xfrm>
                <a:custGeom>
                  <a:rect b="b" l="l" r="r" t="t"/>
                  <a:pathLst>
                    <a:path extrusionOk="0" h="478" w="415">
                      <a:moveTo>
                        <a:pt x="287" y="1"/>
                      </a:moveTo>
                      <a:cubicBezTo>
                        <a:pt x="208" y="1"/>
                        <a:pt x="112" y="81"/>
                        <a:pt x="58" y="194"/>
                      </a:cubicBezTo>
                      <a:cubicBezTo>
                        <a:pt x="1" y="325"/>
                        <a:pt x="15" y="447"/>
                        <a:pt x="95" y="474"/>
                      </a:cubicBezTo>
                      <a:cubicBezTo>
                        <a:pt x="104" y="476"/>
                        <a:pt x="114" y="478"/>
                        <a:pt x="123" y="478"/>
                      </a:cubicBezTo>
                      <a:cubicBezTo>
                        <a:pt x="202" y="478"/>
                        <a:pt x="298" y="400"/>
                        <a:pt x="353" y="284"/>
                      </a:cubicBezTo>
                      <a:cubicBezTo>
                        <a:pt x="414" y="155"/>
                        <a:pt x="400" y="30"/>
                        <a:pt x="318" y="5"/>
                      </a:cubicBezTo>
                      <a:cubicBezTo>
                        <a:pt x="308" y="2"/>
                        <a:pt x="297"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7"/>
                <p:cNvSpPr/>
                <p:nvPr/>
              </p:nvSpPr>
              <p:spPr>
                <a:xfrm>
                  <a:off x="6466414" y="3294843"/>
                  <a:ext cx="16325" cy="18631"/>
                </a:xfrm>
                <a:custGeom>
                  <a:rect b="b" l="l" r="r" t="t"/>
                  <a:pathLst>
                    <a:path extrusionOk="0" h="307" w="269">
                      <a:moveTo>
                        <a:pt x="186" y="0"/>
                      </a:moveTo>
                      <a:cubicBezTo>
                        <a:pt x="147" y="0"/>
                        <a:pt x="99" y="32"/>
                        <a:pt x="62" y="87"/>
                      </a:cubicBezTo>
                      <a:cubicBezTo>
                        <a:pt x="11" y="163"/>
                        <a:pt x="1" y="255"/>
                        <a:pt x="42" y="292"/>
                      </a:cubicBezTo>
                      <a:cubicBezTo>
                        <a:pt x="53" y="302"/>
                        <a:pt x="67" y="306"/>
                        <a:pt x="82" y="306"/>
                      </a:cubicBezTo>
                      <a:cubicBezTo>
                        <a:pt x="122" y="306"/>
                        <a:pt x="170" y="275"/>
                        <a:pt x="207" y="220"/>
                      </a:cubicBezTo>
                      <a:cubicBezTo>
                        <a:pt x="259" y="143"/>
                        <a:pt x="269" y="51"/>
                        <a:pt x="228" y="16"/>
                      </a:cubicBezTo>
                      <a:cubicBezTo>
                        <a:pt x="216" y="5"/>
                        <a:pt x="202" y="0"/>
                        <a:pt x="1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7"/>
                <p:cNvSpPr/>
                <p:nvPr/>
              </p:nvSpPr>
              <p:spPr>
                <a:xfrm>
                  <a:off x="6559934" y="3256913"/>
                  <a:ext cx="29251" cy="33378"/>
                </a:xfrm>
                <a:custGeom>
                  <a:rect b="b" l="l" r="r" t="t"/>
                  <a:pathLst>
                    <a:path extrusionOk="0" h="550" w="482">
                      <a:moveTo>
                        <a:pt x="336" y="1"/>
                      </a:moveTo>
                      <a:cubicBezTo>
                        <a:pt x="286" y="1"/>
                        <a:pt x="225" y="31"/>
                        <a:pt x="168" y="88"/>
                      </a:cubicBezTo>
                      <a:cubicBezTo>
                        <a:pt x="58" y="197"/>
                        <a:pt x="0" y="375"/>
                        <a:pt x="41" y="477"/>
                      </a:cubicBezTo>
                      <a:cubicBezTo>
                        <a:pt x="61" y="526"/>
                        <a:pt x="99" y="550"/>
                        <a:pt x="145" y="550"/>
                      </a:cubicBezTo>
                      <a:cubicBezTo>
                        <a:pt x="196" y="550"/>
                        <a:pt x="257" y="521"/>
                        <a:pt x="315" y="463"/>
                      </a:cubicBezTo>
                      <a:cubicBezTo>
                        <a:pt x="426" y="354"/>
                        <a:pt x="481" y="178"/>
                        <a:pt x="440" y="76"/>
                      </a:cubicBezTo>
                      <a:cubicBezTo>
                        <a:pt x="421" y="25"/>
                        <a:pt x="383" y="1"/>
                        <a:pt x="3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7"/>
                <p:cNvSpPr/>
                <p:nvPr/>
              </p:nvSpPr>
              <p:spPr>
                <a:xfrm>
                  <a:off x="6381936" y="3241923"/>
                  <a:ext cx="29373" cy="37748"/>
                </a:xfrm>
                <a:custGeom>
                  <a:rect b="b" l="l" r="r" t="t"/>
                  <a:pathLst>
                    <a:path extrusionOk="0" h="622" w="484">
                      <a:moveTo>
                        <a:pt x="347" y="0"/>
                      </a:moveTo>
                      <a:cubicBezTo>
                        <a:pt x="317" y="0"/>
                        <a:pt x="284" y="9"/>
                        <a:pt x="249" y="28"/>
                      </a:cubicBezTo>
                      <a:cubicBezTo>
                        <a:pt x="116" y="102"/>
                        <a:pt x="8" y="286"/>
                        <a:pt x="4" y="442"/>
                      </a:cubicBezTo>
                      <a:cubicBezTo>
                        <a:pt x="1" y="555"/>
                        <a:pt x="55" y="622"/>
                        <a:pt x="136" y="622"/>
                      </a:cubicBezTo>
                      <a:cubicBezTo>
                        <a:pt x="166" y="622"/>
                        <a:pt x="199" y="613"/>
                        <a:pt x="235" y="593"/>
                      </a:cubicBezTo>
                      <a:cubicBezTo>
                        <a:pt x="370" y="520"/>
                        <a:pt x="476" y="335"/>
                        <a:pt x="482" y="180"/>
                      </a:cubicBezTo>
                      <a:cubicBezTo>
                        <a:pt x="484" y="68"/>
                        <a:pt x="428"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7"/>
                <p:cNvSpPr/>
                <p:nvPr/>
              </p:nvSpPr>
              <p:spPr>
                <a:xfrm>
                  <a:off x="6331686" y="3275119"/>
                  <a:ext cx="17235" cy="20452"/>
                </a:xfrm>
                <a:custGeom>
                  <a:rect b="b" l="l" r="r" t="t"/>
                  <a:pathLst>
                    <a:path extrusionOk="0" h="337" w="284">
                      <a:moveTo>
                        <a:pt x="203" y="0"/>
                      </a:moveTo>
                      <a:cubicBezTo>
                        <a:pt x="155" y="0"/>
                        <a:pt x="95" y="46"/>
                        <a:pt x="54" y="116"/>
                      </a:cubicBezTo>
                      <a:cubicBezTo>
                        <a:pt x="3" y="202"/>
                        <a:pt x="1" y="298"/>
                        <a:pt x="52" y="326"/>
                      </a:cubicBezTo>
                      <a:cubicBezTo>
                        <a:pt x="62" y="333"/>
                        <a:pt x="74" y="337"/>
                        <a:pt x="86" y="337"/>
                      </a:cubicBezTo>
                      <a:cubicBezTo>
                        <a:pt x="132" y="337"/>
                        <a:pt x="192" y="291"/>
                        <a:pt x="232" y="222"/>
                      </a:cubicBezTo>
                      <a:cubicBezTo>
                        <a:pt x="281" y="136"/>
                        <a:pt x="283" y="42"/>
                        <a:pt x="236" y="9"/>
                      </a:cubicBezTo>
                      <a:cubicBezTo>
                        <a:pt x="226" y="3"/>
                        <a:pt x="2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7"/>
                <p:cNvSpPr/>
                <p:nvPr/>
              </p:nvSpPr>
              <p:spPr>
                <a:xfrm>
                  <a:off x="6164308" y="3343819"/>
                  <a:ext cx="32589" cy="37262"/>
                </a:xfrm>
                <a:custGeom>
                  <a:rect b="b" l="l" r="r" t="t"/>
                  <a:pathLst>
                    <a:path extrusionOk="0" h="614" w="537">
                      <a:moveTo>
                        <a:pt x="376" y="0"/>
                      </a:moveTo>
                      <a:cubicBezTo>
                        <a:pt x="307" y="0"/>
                        <a:pt x="223" y="49"/>
                        <a:pt x="152" y="138"/>
                      </a:cubicBezTo>
                      <a:cubicBezTo>
                        <a:pt x="40" y="277"/>
                        <a:pt x="1" y="469"/>
                        <a:pt x="64" y="561"/>
                      </a:cubicBezTo>
                      <a:cubicBezTo>
                        <a:pt x="88" y="596"/>
                        <a:pt x="123" y="613"/>
                        <a:pt x="164" y="613"/>
                      </a:cubicBezTo>
                      <a:cubicBezTo>
                        <a:pt x="233" y="613"/>
                        <a:pt x="317" y="566"/>
                        <a:pt x="388" y="477"/>
                      </a:cubicBezTo>
                      <a:cubicBezTo>
                        <a:pt x="500" y="336"/>
                        <a:pt x="537" y="148"/>
                        <a:pt x="474" y="52"/>
                      </a:cubicBezTo>
                      <a:cubicBezTo>
                        <a:pt x="450" y="17"/>
                        <a:pt x="416" y="0"/>
                        <a:pt x="3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7"/>
                <p:cNvSpPr/>
                <p:nvPr/>
              </p:nvSpPr>
              <p:spPr>
                <a:xfrm>
                  <a:off x="7259730" y="2739121"/>
                  <a:ext cx="24639" cy="28766"/>
                </a:xfrm>
                <a:custGeom>
                  <a:rect b="b" l="l" r="r" t="t"/>
                  <a:pathLst>
                    <a:path extrusionOk="0" h="474" w="406">
                      <a:moveTo>
                        <a:pt x="285" y="0"/>
                      </a:moveTo>
                      <a:cubicBezTo>
                        <a:pt x="214" y="0"/>
                        <a:pt x="124" y="69"/>
                        <a:pt x="68" y="173"/>
                      </a:cubicBezTo>
                      <a:cubicBezTo>
                        <a:pt x="0" y="298"/>
                        <a:pt x="6" y="428"/>
                        <a:pt x="80" y="465"/>
                      </a:cubicBezTo>
                      <a:cubicBezTo>
                        <a:pt x="93" y="471"/>
                        <a:pt x="106" y="474"/>
                        <a:pt x="121" y="474"/>
                      </a:cubicBezTo>
                      <a:cubicBezTo>
                        <a:pt x="193" y="474"/>
                        <a:pt x="284" y="406"/>
                        <a:pt x="340" y="302"/>
                      </a:cubicBezTo>
                      <a:cubicBezTo>
                        <a:pt x="405" y="175"/>
                        <a:pt x="401" y="46"/>
                        <a:pt x="325" y="9"/>
                      </a:cubicBezTo>
                      <a:cubicBezTo>
                        <a:pt x="313" y="3"/>
                        <a:pt x="300" y="0"/>
                        <a:pt x="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7"/>
                <p:cNvSpPr/>
                <p:nvPr/>
              </p:nvSpPr>
              <p:spPr>
                <a:xfrm>
                  <a:off x="6724946" y="3056702"/>
                  <a:ext cx="20270" cy="25853"/>
                </a:xfrm>
                <a:custGeom>
                  <a:rect b="b" l="l" r="r" t="t"/>
                  <a:pathLst>
                    <a:path extrusionOk="0" h="426" w="334">
                      <a:moveTo>
                        <a:pt x="242" y="1"/>
                      </a:moveTo>
                      <a:cubicBezTo>
                        <a:pt x="219" y="1"/>
                        <a:pt x="193" y="8"/>
                        <a:pt x="166" y="24"/>
                      </a:cubicBezTo>
                      <a:cubicBezTo>
                        <a:pt x="74" y="77"/>
                        <a:pt x="0" y="206"/>
                        <a:pt x="2" y="310"/>
                      </a:cubicBezTo>
                      <a:cubicBezTo>
                        <a:pt x="2" y="384"/>
                        <a:pt x="41" y="426"/>
                        <a:pt x="95" y="426"/>
                      </a:cubicBezTo>
                      <a:cubicBezTo>
                        <a:pt x="118" y="426"/>
                        <a:pt x="143" y="418"/>
                        <a:pt x="170" y="402"/>
                      </a:cubicBezTo>
                      <a:cubicBezTo>
                        <a:pt x="262" y="349"/>
                        <a:pt x="334" y="220"/>
                        <a:pt x="334" y="116"/>
                      </a:cubicBezTo>
                      <a:cubicBezTo>
                        <a:pt x="334" y="43"/>
                        <a:pt x="296" y="1"/>
                        <a:pt x="2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7"/>
                <p:cNvSpPr/>
                <p:nvPr/>
              </p:nvSpPr>
              <p:spPr>
                <a:xfrm>
                  <a:off x="7122272" y="2802419"/>
                  <a:ext cx="32346" cy="38051"/>
                </a:xfrm>
                <a:custGeom>
                  <a:rect b="b" l="l" r="r" t="t"/>
                  <a:pathLst>
                    <a:path extrusionOk="0" h="627" w="533">
                      <a:moveTo>
                        <a:pt x="376" y="1"/>
                      </a:moveTo>
                      <a:cubicBezTo>
                        <a:pt x="329" y="1"/>
                        <a:pt x="273" y="23"/>
                        <a:pt x="217" y="69"/>
                      </a:cubicBezTo>
                      <a:cubicBezTo>
                        <a:pt x="84" y="175"/>
                        <a:pt x="0" y="374"/>
                        <a:pt x="29" y="509"/>
                      </a:cubicBezTo>
                      <a:cubicBezTo>
                        <a:pt x="43" y="586"/>
                        <a:pt x="92" y="627"/>
                        <a:pt x="157" y="627"/>
                      </a:cubicBezTo>
                      <a:cubicBezTo>
                        <a:pt x="204" y="627"/>
                        <a:pt x="260" y="605"/>
                        <a:pt x="315" y="560"/>
                      </a:cubicBezTo>
                      <a:cubicBezTo>
                        <a:pt x="448" y="451"/>
                        <a:pt x="532" y="255"/>
                        <a:pt x="504" y="120"/>
                      </a:cubicBezTo>
                      <a:cubicBezTo>
                        <a:pt x="489" y="42"/>
                        <a:pt x="440" y="1"/>
                        <a:pt x="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7"/>
                <p:cNvSpPr/>
                <p:nvPr/>
              </p:nvSpPr>
              <p:spPr>
                <a:xfrm>
                  <a:off x="7208631" y="2784516"/>
                  <a:ext cx="18388" cy="22940"/>
                </a:xfrm>
                <a:custGeom>
                  <a:rect b="b" l="l" r="r" t="t"/>
                  <a:pathLst>
                    <a:path extrusionOk="0" h="378" w="303">
                      <a:moveTo>
                        <a:pt x="216" y="1"/>
                      </a:moveTo>
                      <a:cubicBezTo>
                        <a:pt x="200" y="1"/>
                        <a:pt x="182" y="5"/>
                        <a:pt x="163" y="14"/>
                      </a:cubicBezTo>
                      <a:cubicBezTo>
                        <a:pt x="81" y="51"/>
                        <a:pt x="11" y="159"/>
                        <a:pt x="5" y="255"/>
                      </a:cubicBezTo>
                      <a:cubicBezTo>
                        <a:pt x="1" y="331"/>
                        <a:pt x="34" y="377"/>
                        <a:pt x="86" y="377"/>
                      </a:cubicBezTo>
                      <a:cubicBezTo>
                        <a:pt x="102" y="377"/>
                        <a:pt x="120" y="373"/>
                        <a:pt x="138" y="364"/>
                      </a:cubicBezTo>
                      <a:cubicBezTo>
                        <a:pt x="220" y="325"/>
                        <a:pt x="288" y="219"/>
                        <a:pt x="296" y="120"/>
                      </a:cubicBezTo>
                      <a:cubicBezTo>
                        <a:pt x="302" y="47"/>
                        <a:pt x="269" y="1"/>
                        <a:pt x="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7"/>
                <p:cNvSpPr/>
                <p:nvPr/>
              </p:nvSpPr>
              <p:spPr>
                <a:xfrm>
                  <a:off x="6724703" y="3187304"/>
                  <a:ext cx="23122" cy="25974"/>
                </a:xfrm>
                <a:custGeom>
                  <a:rect b="b" l="l" r="r" t="t"/>
                  <a:pathLst>
                    <a:path extrusionOk="0" h="428" w="381">
                      <a:moveTo>
                        <a:pt x="264" y="1"/>
                      </a:moveTo>
                      <a:cubicBezTo>
                        <a:pt x="217" y="1"/>
                        <a:pt x="158" y="34"/>
                        <a:pt x="109" y="94"/>
                      </a:cubicBezTo>
                      <a:cubicBezTo>
                        <a:pt x="31" y="192"/>
                        <a:pt x="0" y="325"/>
                        <a:pt x="45" y="390"/>
                      </a:cubicBezTo>
                      <a:cubicBezTo>
                        <a:pt x="61" y="416"/>
                        <a:pt x="86" y="428"/>
                        <a:pt x="115" y="428"/>
                      </a:cubicBezTo>
                      <a:cubicBezTo>
                        <a:pt x="162" y="428"/>
                        <a:pt x="221" y="395"/>
                        <a:pt x="270" y="335"/>
                      </a:cubicBezTo>
                      <a:cubicBezTo>
                        <a:pt x="350" y="237"/>
                        <a:pt x="381" y="104"/>
                        <a:pt x="334" y="39"/>
                      </a:cubicBezTo>
                      <a:cubicBezTo>
                        <a:pt x="318" y="13"/>
                        <a:pt x="293" y="1"/>
                        <a:pt x="2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7"/>
                <p:cNvSpPr/>
                <p:nvPr/>
              </p:nvSpPr>
              <p:spPr>
                <a:xfrm>
                  <a:off x="6825385" y="3143911"/>
                  <a:ext cx="22394" cy="27006"/>
                </a:xfrm>
                <a:custGeom>
                  <a:rect b="b" l="l" r="r" t="t"/>
                  <a:pathLst>
                    <a:path extrusionOk="0" h="445" w="369">
                      <a:moveTo>
                        <a:pt x="262" y="0"/>
                      </a:moveTo>
                      <a:cubicBezTo>
                        <a:pt x="231" y="0"/>
                        <a:pt x="196" y="14"/>
                        <a:pt x="158" y="42"/>
                      </a:cubicBezTo>
                      <a:cubicBezTo>
                        <a:pt x="64" y="113"/>
                        <a:pt x="0" y="252"/>
                        <a:pt x="15" y="353"/>
                      </a:cubicBezTo>
                      <a:cubicBezTo>
                        <a:pt x="24" y="412"/>
                        <a:pt x="60" y="445"/>
                        <a:pt x="107" y="445"/>
                      </a:cubicBezTo>
                      <a:cubicBezTo>
                        <a:pt x="138" y="445"/>
                        <a:pt x="173" y="432"/>
                        <a:pt x="209" y="404"/>
                      </a:cubicBezTo>
                      <a:cubicBezTo>
                        <a:pt x="305" y="332"/>
                        <a:pt x="369" y="193"/>
                        <a:pt x="352" y="93"/>
                      </a:cubicBezTo>
                      <a:cubicBezTo>
                        <a:pt x="344" y="33"/>
                        <a:pt x="309" y="0"/>
                        <a:pt x="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7"/>
                <p:cNvSpPr/>
                <p:nvPr/>
              </p:nvSpPr>
              <p:spPr>
                <a:xfrm>
                  <a:off x="6845108" y="2999413"/>
                  <a:ext cx="31861" cy="36352"/>
                </a:xfrm>
                <a:custGeom>
                  <a:rect b="b" l="l" r="r" t="t"/>
                  <a:pathLst>
                    <a:path extrusionOk="0" h="599" w="525">
                      <a:moveTo>
                        <a:pt x="367" y="0"/>
                      </a:moveTo>
                      <a:cubicBezTo>
                        <a:pt x="266" y="0"/>
                        <a:pt x="147" y="106"/>
                        <a:pt x="76" y="252"/>
                      </a:cubicBezTo>
                      <a:cubicBezTo>
                        <a:pt x="1" y="413"/>
                        <a:pt x="25" y="569"/>
                        <a:pt x="128" y="596"/>
                      </a:cubicBezTo>
                      <a:cubicBezTo>
                        <a:pt x="137" y="598"/>
                        <a:pt x="147" y="599"/>
                        <a:pt x="157" y="599"/>
                      </a:cubicBezTo>
                      <a:cubicBezTo>
                        <a:pt x="257" y="599"/>
                        <a:pt x="382" y="494"/>
                        <a:pt x="451" y="346"/>
                      </a:cubicBezTo>
                      <a:cubicBezTo>
                        <a:pt x="525" y="182"/>
                        <a:pt x="502" y="29"/>
                        <a:pt x="400" y="4"/>
                      </a:cubicBezTo>
                      <a:cubicBezTo>
                        <a:pt x="389" y="2"/>
                        <a:pt x="378" y="0"/>
                        <a:pt x="3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7"/>
                <p:cNvSpPr/>
                <p:nvPr/>
              </p:nvSpPr>
              <p:spPr>
                <a:xfrm>
                  <a:off x="6944030" y="3007848"/>
                  <a:ext cx="17963" cy="20573"/>
                </a:xfrm>
                <a:custGeom>
                  <a:rect b="b" l="l" r="r" t="t"/>
                  <a:pathLst>
                    <a:path extrusionOk="0" h="339" w="296">
                      <a:moveTo>
                        <a:pt x="201" y="0"/>
                      </a:moveTo>
                      <a:cubicBezTo>
                        <a:pt x="200" y="0"/>
                        <a:pt x="199" y="0"/>
                        <a:pt x="198" y="0"/>
                      </a:cubicBezTo>
                      <a:cubicBezTo>
                        <a:pt x="130" y="6"/>
                        <a:pt x="55" y="88"/>
                        <a:pt x="28" y="180"/>
                      </a:cubicBezTo>
                      <a:cubicBezTo>
                        <a:pt x="1" y="270"/>
                        <a:pt x="27" y="338"/>
                        <a:pt x="86" y="338"/>
                      </a:cubicBezTo>
                      <a:cubicBezTo>
                        <a:pt x="89" y="338"/>
                        <a:pt x="92" y="338"/>
                        <a:pt x="96" y="338"/>
                      </a:cubicBezTo>
                      <a:cubicBezTo>
                        <a:pt x="165" y="334"/>
                        <a:pt x="239" y="252"/>
                        <a:pt x="267" y="160"/>
                      </a:cubicBezTo>
                      <a:cubicBezTo>
                        <a:pt x="296" y="69"/>
                        <a:pt x="266" y="0"/>
                        <a:pt x="2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7"/>
                <p:cNvSpPr/>
                <p:nvPr/>
              </p:nvSpPr>
              <p:spPr>
                <a:xfrm>
                  <a:off x="7007449" y="2992009"/>
                  <a:ext cx="25003" cy="29191"/>
                </a:xfrm>
                <a:custGeom>
                  <a:rect b="b" l="l" r="r" t="t"/>
                  <a:pathLst>
                    <a:path extrusionOk="0" h="481" w="412">
                      <a:moveTo>
                        <a:pt x="290" y="1"/>
                      </a:moveTo>
                      <a:cubicBezTo>
                        <a:pt x="281" y="1"/>
                        <a:pt x="273" y="2"/>
                        <a:pt x="264" y="3"/>
                      </a:cubicBezTo>
                      <a:cubicBezTo>
                        <a:pt x="168" y="22"/>
                        <a:pt x="63" y="145"/>
                        <a:pt x="31" y="278"/>
                      </a:cubicBezTo>
                      <a:cubicBezTo>
                        <a:pt x="1" y="394"/>
                        <a:pt x="42" y="481"/>
                        <a:pt x="123" y="481"/>
                      </a:cubicBezTo>
                      <a:cubicBezTo>
                        <a:pt x="131" y="481"/>
                        <a:pt x="140" y="480"/>
                        <a:pt x="149" y="478"/>
                      </a:cubicBezTo>
                      <a:cubicBezTo>
                        <a:pt x="243" y="458"/>
                        <a:pt x="348" y="339"/>
                        <a:pt x="380" y="206"/>
                      </a:cubicBezTo>
                      <a:cubicBezTo>
                        <a:pt x="412" y="87"/>
                        <a:pt x="369" y="1"/>
                        <a:pt x="2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7"/>
                <p:cNvSpPr/>
                <p:nvPr/>
              </p:nvSpPr>
              <p:spPr>
                <a:xfrm>
                  <a:off x="7049142" y="2893451"/>
                  <a:ext cx="18449" cy="20512"/>
                </a:xfrm>
                <a:custGeom>
                  <a:rect b="b" l="l" r="r" t="t"/>
                  <a:pathLst>
                    <a:path extrusionOk="0" h="338" w="304">
                      <a:moveTo>
                        <a:pt x="209" y="0"/>
                      </a:moveTo>
                      <a:cubicBezTo>
                        <a:pt x="172" y="0"/>
                        <a:pt x="127" y="25"/>
                        <a:pt x="88" y="73"/>
                      </a:cubicBezTo>
                      <a:cubicBezTo>
                        <a:pt x="25" y="146"/>
                        <a:pt x="0" y="255"/>
                        <a:pt x="37" y="308"/>
                      </a:cubicBezTo>
                      <a:cubicBezTo>
                        <a:pt x="50" y="328"/>
                        <a:pt x="70" y="338"/>
                        <a:pt x="93" y="338"/>
                      </a:cubicBezTo>
                      <a:cubicBezTo>
                        <a:pt x="130" y="338"/>
                        <a:pt x="176" y="312"/>
                        <a:pt x="215" y="265"/>
                      </a:cubicBezTo>
                      <a:cubicBezTo>
                        <a:pt x="281" y="185"/>
                        <a:pt x="303" y="81"/>
                        <a:pt x="266" y="30"/>
                      </a:cubicBezTo>
                      <a:cubicBezTo>
                        <a:pt x="253" y="10"/>
                        <a:pt x="233" y="0"/>
                        <a:pt x="2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7"/>
                <p:cNvSpPr/>
                <p:nvPr/>
              </p:nvSpPr>
              <p:spPr>
                <a:xfrm>
                  <a:off x="7307856" y="2694029"/>
                  <a:ext cx="30890" cy="35502"/>
                </a:xfrm>
                <a:custGeom>
                  <a:rect b="b" l="l" r="r" t="t"/>
                  <a:pathLst>
                    <a:path extrusionOk="0" h="585" w="509">
                      <a:moveTo>
                        <a:pt x="356" y="0"/>
                      </a:moveTo>
                      <a:cubicBezTo>
                        <a:pt x="280" y="0"/>
                        <a:pt x="187" y="62"/>
                        <a:pt x="116" y="167"/>
                      </a:cubicBezTo>
                      <a:cubicBezTo>
                        <a:pt x="19" y="312"/>
                        <a:pt x="1" y="486"/>
                        <a:pt x="79" y="556"/>
                      </a:cubicBezTo>
                      <a:cubicBezTo>
                        <a:pt x="100" y="575"/>
                        <a:pt x="126" y="584"/>
                        <a:pt x="155" y="584"/>
                      </a:cubicBezTo>
                      <a:cubicBezTo>
                        <a:pt x="230" y="584"/>
                        <a:pt x="322" y="523"/>
                        <a:pt x="392" y="417"/>
                      </a:cubicBezTo>
                      <a:cubicBezTo>
                        <a:pt x="490" y="271"/>
                        <a:pt x="508" y="97"/>
                        <a:pt x="431" y="28"/>
                      </a:cubicBezTo>
                      <a:cubicBezTo>
                        <a:pt x="410" y="9"/>
                        <a:pt x="384" y="0"/>
                        <a:pt x="3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7"/>
                <p:cNvSpPr/>
                <p:nvPr/>
              </p:nvSpPr>
              <p:spPr>
                <a:xfrm>
                  <a:off x="6250485" y="3240163"/>
                  <a:ext cx="29009" cy="33499"/>
                </a:xfrm>
                <a:custGeom>
                  <a:rect b="b" l="l" r="r" t="t"/>
                  <a:pathLst>
                    <a:path extrusionOk="0" h="552" w="478">
                      <a:moveTo>
                        <a:pt x="335" y="1"/>
                      </a:moveTo>
                      <a:cubicBezTo>
                        <a:pt x="262" y="1"/>
                        <a:pt x="172" y="61"/>
                        <a:pt x="105" y="162"/>
                      </a:cubicBezTo>
                      <a:cubicBezTo>
                        <a:pt x="13" y="303"/>
                        <a:pt x="1" y="467"/>
                        <a:pt x="75" y="528"/>
                      </a:cubicBezTo>
                      <a:cubicBezTo>
                        <a:pt x="94" y="544"/>
                        <a:pt x="118" y="552"/>
                        <a:pt x="144" y="552"/>
                      </a:cubicBezTo>
                      <a:cubicBezTo>
                        <a:pt x="217" y="552"/>
                        <a:pt x="308" y="492"/>
                        <a:pt x="373" y="389"/>
                      </a:cubicBezTo>
                      <a:cubicBezTo>
                        <a:pt x="465" y="250"/>
                        <a:pt x="478" y="86"/>
                        <a:pt x="404" y="25"/>
                      </a:cubicBezTo>
                      <a:cubicBezTo>
                        <a:pt x="385" y="9"/>
                        <a:pt x="361" y="1"/>
                        <a:pt x="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7"/>
                <p:cNvSpPr/>
                <p:nvPr/>
              </p:nvSpPr>
              <p:spPr>
                <a:xfrm>
                  <a:off x="6319063" y="3179900"/>
                  <a:ext cx="18874" cy="21544"/>
                </a:xfrm>
                <a:custGeom>
                  <a:rect b="b" l="l" r="r" t="t"/>
                  <a:pathLst>
                    <a:path extrusionOk="0" h="355" w="311">
                      <a:moveTo>
                        <a:pt x="218" y="1"/>
                      </a:moveTo>
                      <a:cubicBezTo>
                        <a:pt x="217" y="1"/>
                        <a:pt x="215" y="1"/>
                        <a:pt x="213" y="1"/>
                      </a:cubicBezTo>
                      <a:cubicBezTo>
                        <a:pt x="143" y="5"/>
                        <a:pt x="64" y="87"/>
                        <a:pt x="31" y="183"/>
                      </a:cubicBezTo>
                      <a:cubicBezTo>
                        <a:pt x="1" y="280"/>
                        <a:pt x="28" y="355"/>
                        <a:pt x="96" y="355"/>
                      </a:cubicBezTo>
                      <a:cubicBezTo>
                        <a:pt x="97" y="355"/>
                        <a:pt x="97" y="355"/>
                        <a:pt x="98" y="355"/>
                      </a:cubicBezTo>
                      <a:cubicBezTo>
                        <a:pt x="168" y="353"/>
                        <a:pt x="246" y="271"/>
                        <a:pt x="280" y="173"/>
                      </a:cubicBezTo>
                      <a:cubicBezTo>
                        <a:pt x="310" y="75"/>
                        <a:pt x="284"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7"/>
                <p:cNvSpPr/>
                <p:nvPr/>
              </p:nvSpPr>
              <p:spPr>
                <a:xfrm>
                  <a:off x="6459859" y="3144761"/>
                  <a:ext cx="29373" cy="33864"/>
                </a:xfrm>
                <a:custGeom>
                  <a:rect b="b" l="l" r="r" t="t"/>
                  <a:pathLst>
                    <a:path extrusionOk="0" h="558" w="484">
                      <a:moveTo>
                        <a:pt x="339" y="1"/>
                      </a:moveTo>
                      <a:cubicBezTo>
                        <a:pt x="267" y="1"/>
                        <a:pt x="176" y="61"/>
                        <a:pt x="109" y="165"/>
                      </a:cubicBezTo>
                      <a:cubicBezTo>
                        <a:pt x="17" y="304"/>
                        <a:pt x="0" y="467"/>
                        <a:pt x="78" y="533"/>
                      </a:cubicBezTo>
                      <a:cubicBezTo>
                        <a:pt x="98" y="550"/>
                        <a:pt x="123" y="558"/>
                        <a:pt x="149" y="558"/>
                      </a:cubicBezTo>
                      <a:cubicBezTo>
                        <a:pt x="222" y="558"/>
                        <a:pt x="311" y="497"/>
                        <a:pt x="379" y="394"/>
                      </a:cubicBezTo>
                      <a:cubicBezTo>
                        <a:pt x="471" y="253"/>
                        <a:pt x="483" y="89"/>
                        <a:pt x="409" y="25"/>
                      </a:cubicBezTo>
                      <a:cubicBezTo>
                        <a:pt x="390" y="9"/>
                        <a:pt x="366" y="1"/>
                        <a:pt x="3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7"/>
                <p:cNvSpPr/>
                <p:nvPr/>
              </p:nvSpPr>
              <p:spPr>
                <a:xfrm>
                  <a:off x="6483467" y="3167398"/>
                  <a:ext cx="22879" cy="26581"/>
                </a:xfrm>
                <a:custGeom>
                  <a:rect b="b" l="l" r="r" t="t"/>
                  <a:pathLst>
                    <a:path extrusionOk="0" h="438" w="377">
                      <a:moveTo>
                        <a:pt x="264" y="0"/>
                      </a:moveTo>
                      <a:cubicBezTo>
                        <a:pt x="207" y="0"/>
                        <a:pt x="135" y="51"/>
                        <a:pt x="82" y="133"/>
                      </a:cubicBezTo>
                      <a:cubicBezTo>
                        <a:pt x="10" y="246"/>
                        <a:pt x="0" y="375"/>
                        <a:pt x="61" y="420"/>
                      </a:cubicBezTo>
                      <a:cubicBezTo>
                        <a:pt x="76" y="432"/>
                        <a:pt x="94" y="437"/>
                        <a:pt x="114" y="437"/>
                      </a:cubicBezTo>
                      <a:cubicBezTo>
                        <a:pt x="171" y="437"/>
                        <a:pt x="243" y="388"/>
                        <a:pt x="297" y="305"/>
                      </a:cubicBezTo>
                      <a:cubicBezTo>
                        <a:pt x="368" y="193"/>
                        <a:pt x="376" y="64"/>
                        <a:pt x="317" y="19"/>
                      </a:cubicBezTo>
                      <a:cubicBezTo>
                        <a:pt x="302" y="6"/>
                        <a:pt x="284" y="0"/>
                        <a:pt x="2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7"/>
                <p:cNvSpPr/>
                <p:nvPr/>
              </p:nvSpPr>
              <p:spPr>
                <a:xfrm>
                  <a:off x="6528134" y="3184573"/>
                  <a:ext cx="19299" cy="22151"/>
                </a:xfrm>
                <a:custGeom>
                  <a:rect b="b" l="l" r="r" t="t"/>
                  <a:pathLst>
                    <a:path extrusionOk="0" h="365" w="318">
                      <a:moveTo>
                        <a:pt x="222" y="1"/>
                      </a:moveTo>
                      <a:cubicBezTo>
                        <a:pt x="162" y="1"/>
                        <a:pt x="87" y="60"/>
                        <a:pt x="48" y="149"/>
                      </a:cubicBezTo>
                      <a:cubicBezTo>
                        <a:pt x="1" y="249"/>
                        <a:pt x="13" y="343"/>
                        <a:pt x="74" y="362"/>
                      </a:cubicBezTo>
                      <a:cubicBezTo>
                        <a:pt x="81" y="364"/>
                        <a:pt x="88" y="365"/>
                        <a:pt x="96" y="365"/>
                      </a:cubicBezTo>
                      <a:cubicBezTo>
                        <a:pt x="155" y="365"/>
                        <a:pt x="231" y="302"/>
                        <a:pt x="273" y="217"/>
                      </a:cubicBezTo>
                      <a:cubicBezTo>
                        <a:pt x="318" y="116"/>
                        <a:pt x="305" y="22"/>
                        <a:pt x="244" y="4"/>
                      </a:cubicBezTo>
                      <a:cubicBezTo>
                        <a:pt x="237" y="2"/>
                        <a:pt x="229" y="1"/>
                        <a:pt x="2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7"/>
                <p:cNvSpPr/>
                <p:nvPr/>
              </p:nvSpPr>
              <p:spPr>
                <a:xfrm>
                  <a:off x="6574439" y="3108773"/>
                  <a:ext cx="17842" cy="22819"/>
                </a:xfrm>
                <a:custGeom>
                  <a:rect b="b" l="l" r="r" t="t"/>
                  <a:pathLst>
                    <a:path extrusionOk="0" h="376" w="294">
                      <a:moveTo>
                        <a:pt x="212" y="0"/>
                      </a:moveTo>
                      <a:cubicBezTo>
                        <a:pt x="192" y="0"/>
                        <a:pt x="168" y="8"/>
                        <a:pt x="144" y="23"/>
                      </a:cubicBezTo>
                      <a:cubicBezTo>
                        <a:pt x="64" y="72"/>
                        <a:pt x="1" y="187"/>
                        <a:pt x="3" y="277"/>
                      </a:cubicBezTo>
                      <a:cubicBezTo>
                        <a:pt x="4" y="340"/>
                        <a:pt x="36" y="375"/>
                        <a:pt x="82" y="375"/>
                      </a:cubicBezTo>
                      <a:cubicBezTo>
                        <a:pt x="102" y="375"/>
                        <a:pt x="126" y="368"/>
                        <a:pt x="150" y="353"/>
                      </a:cubicBezTo>
                      <a:cubicBezTo>
                        <a:pt x="230" y="303"/>
                        <a:pt x="293" y="189"/>
                        <a:pt x="291" y="99"/>
                      </a:cubicBezTo>
                      <a:cubicBezTo>
                        <a:pt x="290" y="36"/>
                        <a:pt x="258"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7"/>
                <p:cNvSpPr/>
                <p:nvPr/>
              </p:nvSpPr>
              <p:spPr>
                <a:xfrm>
                  <a:off x="6631061" y="3121396"/>
                  <a:ext cx="31375" cy="36655"/>
                </a:xfrm>
                <a:custGeom>
                  <a:rect b="b" l="l" r="r" t="t"/>
                  <a:pathLst>
                    <a:path extrusionOk="0" h="604" w="517">
                      <a:moveTo>
                        <a:pt x="362" y="0"/>
                      </a:moveTo>
                      <a:cubicBezTo>
                        <a:pt x="315" y="0"/>
                        <a:pt x="260" y="23"/>
                        <a:pt x="205" y="71"/>
                      </a:cubicBezTo>
                      <a:cubicBezTo>
                        <a:pt x="80" y="177"/>
                        <a:pt x="1" y="368"/>
                        <a:pt x="31" y="494"/>
                      </a:cubicBezTo>
                      <a:cubicBezTo>
                        <a:pt x="48" y="566"/>
                        <a:pt x="95" y="603"/>
                        <a:pt x="154" y="603"/>
                      </a:cubicBezTo>
                      <a:cubicBezTo>
                        <a:pt x="201" y="603"/>
                        <a:pt x="257" y="580"/>
                        <a:pt x="312" y="533"/>
                      </a:cubicBezTo>
                      <a:cubicBezTo>
                        <a:pt x="438" y="427"/>
                        <a:pt x="516" y="237"/>
                        <a:pt x="485" y="110"/>
                      </a:cubicBezTo>
                      <a:cubicBezTo>
                        <a:pt x="468" y="38"/>
                        <a:pt x="422" y="0"/>
                        <a:pt x="3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7"/>
                <p:cNvSpPr/>
                <p:nvPr/>
              </p:nvSpPr>
              <p:spPr>
                <a:xfrm>
                  <a:off x="7232542" y="2708109"/>
                  <a:ext cx="25853" cy="32346"/>
                </a:xfrm>
                <a:custGeom>
                  <a:rect b="b" l="l" r="r" t="t"/>
                  <a:pathLst>
                    <a:path extrusionOk="0" h="533" w="426">
                      <a:moveTo>
                        <a:pt x="305" y="1"/>
                      </a:moveTo>
                      <a:cubicBezTo>
                        <a:pt x="272" y="1"/>
                        <a:pt x="234" y="14"/>
                        <a:pt x="194" y="41"/>
                      </a:cubicBezTo>
                      <a:cubicBezTo>
                        <a:pt x="82" y="119"/>
                        <a:pt x="0" y="283"/>
                        <a:pt x="10" y="408"/>
                      </a:cubicBezTo>
                      <a:cubicBezTo>
                        <a:pt x="17" y="488"/>
                        <a:pt x="60" y="532"/>
                        <a:pt x="120" y="532"/>
                      </a:cubicBezTo>
                      <a:cubicBezTo>
                        <a:pt x="153" y="532"/>
                        <a:pt x="191" y="519"/>
                        <a:pt x="231" y="491"/>
                      </a:cubicBezTo>
                      <a:cubicBezTo>
                        <a:pt x="344" y="416"/>
                        <a:pt x="426" y="252"/>
                        <a:pt x="415" y="127"/>
                      </a:cubicBezTo>
                      <a:cubicBezTo>
                        <a:pt x="409" y="45"/>
                        <a:pt x="365" y="1"/>
                        <a:pt x="3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7"/>
                <p:cNvSpPr/>
                <p:nvPr/>
              </p:nvSpPr>
              <p:spPr>
                <a:xfrm>
                  <a:off x="6747764" y="3070175"/>
                  <a:ext cx="16993" cy="19845"/>
                </a:xfrm>
                <a:custGeom>
                  <a:rect b="b" l="l" r="r" t="t"/>
                  <a:pathLst>
                    <a:path extrusionOk="0" h="327" w="280">
                      <a:moveTo>
                        <a:pt x="197" y="1"/>
                      </a:moveTo>
                      <a:cubicBezTo>
                        <a:pt x="154" y="1"/>
                        <a:pt x="100" y="38"/>
                        <a:pt x="60" y="101"/>
                      </a:cubicBezTo>
                      <a:cubicBezTo>
                        <a:pt x="5" y="182"/>
                        <a:pt x="1" y="279"/>
                        <a:pt x="46" y="313"/>
                      </a:cubicBezTo>
                      <a:cubicBezTo>
                        <a:pt x="57" y="323"/>
                        <a:pt x="71" y="327"/>
                        <a:pt x="85" y="327"/>
                      </a:cubicBezTo>
                      <a:cubicBezTo>
                        <a:pt x="129" y="327"/>
                        <a:pt x="182" y="289"/>
                        <a:pt x="224" y="227"/>
                      </a:cubicBezTo>
                      <a:cubicBezTo>
                        <a:pt x="275" y="142"/>
                        <a:pt x="279" y="47"/>
                        <a:pt x="236" y="15"/>
                      </a:cubicBezTo>
                      <a:cubicBezTo>
                        <a:pt x="225" y="5"/>
                        <a:pt x="212" y="1"/>
                        <a:pt x="1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7"/>
                <p:cNvSpPr/>
                <p:nvPr/>
              </p:nvSpPr>
              <p:spPr>
                <a:xfrm>
                  <a:off x="6816949" y="3060222"/>
                  <a:ext cx="17781" cy="20330"/>
                </a:xfrm>
                <a:custGeom>
                  <a:rect b="b" l="l" r="r" t="t"/>
                  <a:pathLst>
                    <a:path extrusionOk="0" h="335" w="293">
                      <a:moveTo>
                        <a:pt x="202" y="1"/>
                      </a:moveTo>
                      <a:cubicBezTo>
                        <a:pt x="149" y="1"/>
                        <a:pt x="83" y="55"/>
                        <a:pt x="45" y="132"/>
                      </a:cubicBezTo>
                      <a:cubicBezTo>
                        <a:pt x="0" y="222"/>
                        <a:pt x="9" y="310"/>
                        <a:pt x="66" y="330"/>
                      </a:cubicBezTo>
                      <a:cubicBezTo>
                        <a:pt x="73" y="333"/>
                        <a:pt x="81" y="334"/>
                        <a:pt x="89" y="334"/>
                      </a:cubicBezTo>
                      <a:cubicBezTo>
                        <a:pt x="142" y="334"/>
                        <a:pt x="209" y="279"/>
                        <a:pt x="246" y="201"/>
                      </a:cubicBezTo>
                      <a:cubicBezTo>
                        <a:pt x="293" y="111"/>
                        <a:pt x="283" y="25"/>
                        <a:pt x="225" y="5"/>
                      </a:cubicBezTo>
                      <a:cubicBezTo>
                        <a:pt x="218" y="2"/>
                        <a:pt x="210"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7" name="Google Shape;1347;p37"/>
              <p:cNvSpPr/>
              <p:nvPr/>
            </p:nvSpPr>
            <p:spPr>
              <a:xfrm>
                <a:off x="3620772" y="2524223"/>
                <a:ext cx="798162" cy="526464"/>
              </a:xfrm>
              <a:custGeom>
                <a:rect b="b" l="l" r="r" t="t"/>
                <a:pathLst>
                  <a:path extrusionOk="0" h="8675" w="13152">
                    <a:moveTo>
                      <a:pt x="13151" y="0"/>
                    </a:moveTo>
                    <a:lnTo>
                      <a:pt x="13151" y="0"/>
                    </a:lnTo>
                    <a:cubicBezTo>
                      <a:pt x="10686" y="2384"/>
                      <a:pt x="4366" y="4729"/>
                      <a:pt x="1633" y="7112"/>
                    </a:cubicBezTo>
                    <a:cubicBezTo>
                      <a:pt x="236" y="8334"/>
                      <a:pt x="0" y="8675"/>
                      <a:pt x="178" y="8675"/>
                    </a:cubicBezTo>
                    <a:cubicBezTo>
                      <a:pt x="402" y="8675"/>
                      <a:pt x="1282" y="8133"/>
                      <a:pt x="1316" y="8133"/>
                    </a:cubicBezTo>
                    <a:cubicBezTo>
                      <a:pt x="1317" y="8133"/>
                      <a:pt x="1317" y="8133"/>
                      <a:pt x="1316" y="8135"/>
                    </a:cubicBezTo>
                    <a:cubicBezTo>
                      <a:pt x="1479" y="8067"/>
                      <a:pt x="9399" y="4596"/>
                      <a:pt x="13149" y="1756"/>
                    </a:cubicBezTo>
                    <a:lnTo>
                      <a:pt x="13149" y="1516"/>
                    </a:lnTo>
                    <a:lnTo>
                      <a:pt x="1315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7"/>
              <p:cNvSpPr/>
              <p:nvPr/>
            </p:nvSpPr>
            <p:spPr>
              <a:xfrm>
                <a:off x="3419591" y="2616227"/>
                <a:ext cx="999220" cy="674117"/>
              </a:xfrm>
              <a:custGeom>
                <a:rect b="b" l="l" r="r" t="t"/>
                <a:pathLst>
                  <a:path extrusionOk="0" h="11108" w="16465">
                    <a:moveTo>
                      <a:pt x="16464" y="0"/>
                    </a:moveTo>
                    <a:cubicBezTo>
                      <a:pt x="16065" y="311"/>
                      <a:pt x="15634" y="622"/>
                      <a:pt x="15184" y="929"/>
                    </a:cubicBezTo>
                    <a:cubicBezTo>
                      <a:pt x="14891" y="1124"/>
                      <a:pt x="14594" y="1318"/>
                      <a:pt x="14296" y="1510"/>
                    </a:cubicBezTo>
                    <a:cubicBezTo>
                      <a:pt x="13956" y="1725"/>
                      <a:pt x="13612" y="1934"/>
                      <a:pt x="13275" y="2134"/>
                    </a:cubicBezTo>
                    <a:cubicBezTo>
                      <a:pt x="11790" y="3012"/>
                      <a:pt x="10380" y="3714"/>
                      <a:pt x="9664" y="3937"/>
                    </a:cubicBezTo>
                    <a:cubicBezTo>
                      <a:pt x="9416" y="4015"/>
                      <a:pt x="9111" y="4102"/>
                      <a:pt x="8770" y="4201"/>
                    </a:cubicBezTo>
                    <a:cubicBezTo>
                      <a:pt x="8555" y="4262"/>
                      <a:pt x="8320" y="4328"/>
                      <a:pt x="8070" y="4397"/>
                    </a:cubicBezTo>
                    <a:cubicBezTo>
                      <a:pt x="7861" y="4456"/>
                      <a:pt x="7640" y="4516"/>
                      <a:pt x="7415" y="4579"/>
                    </a:cubicBezTo>
                    <a:cubicBezTo>
                      <a:pt x="7012" y="4692"/>
                      <a:pt x="6585" y="4812"/>
                      <a:pt x="6147" y="4937"/>
                    </a:cubicBezTo>
                    <a:cubicBezTo>
                      <a:pt x="5844" y="5023"/>
                      <a:pt x="5533" y="5113"/>
                      <a:pt x="5224" y="5203"/>
                    </a:cubicBezTo>
                    <a:cubicBezTo>
                      <a:pt x="4784" y="5330"/>
                      <a:pt x="4344" y="5463"/>
                      <a:pt x="3917" y="5600"/>
                    </a:cubicBezTo>
                    <a:cubicBezTo>
                      <a:pt x="3749" y="5651"/>
                      <a:pt x="3585" y="5702"/>
                      <a:pt x="3424" y="5756"/>
                    </a:cubicBezTo>
                    <a:cubicBezTo>
                      <a:pt x="1985" y="6224"/>
                      <a:pt x="782" y="6599"/>
                      <a:pt x="388" y="7002"/>
                    </a:cubicBezTo>
                    <a:lnTo>
                      <a:pt x="1" y="11108"/>
                    </a:lnTo>
                    <a:cubicBezTo>
                      <a:pt x="1" y="11108"/>
                      <a:pt x="666" y="10793"/>
                      <a:pt x="1830" y="10228"/>
                    </a:cubicBezTo>
                    <a:cubicBezTo>
                      <a:pt x="2358" y="9978"/>
                      <a:pt x="2974" y="9676"/>
                      <a:pt x="3653" y="9340"/>
                    </a:cubicBezTo>
                    <a:cubicBezTo>
                      <a:pt x="3968" y="9187"/>
                      <a:pt x="4295" y="9023"/>
                      <a:pt x="4635" y="8857"/>
                    </a:cubicBezTo>
                    <a:cubicBezTo>
                      <a:pt x="4874" y="8741"/>
                      <a:pt x="5116" y="8620"/>
                      <a:pt x="5367" y="8495"/>
                    </a:cubicBezTo>
                    <a:cubicBezTo>
                      <a:pt x="5903" y="8225"/>
                      <a:pt x="6464" y="7947"/>
                      <a:pt x="7037" y="7656"/>
                    </a:cubicBezTo>
                    <a:lnTo>
                      <a:pt x="7246" y="7550"/>
                    </a:lnTo>
                    <a:cubicBezTo>
                      <a:pt x="7561" y="7392"/>
                      <a:pt x="7882" y="7229"/>
                      <a:pt x="8203" y="7063"/>
                    </a:cubicBezTo>
                    <a:cubicBezTo>
                      <a:pt x="8375" y="6975"/>
                      <a:pt x="8547" y="6885"/>
                      <a:pt x="8721" y="6799"/>
                    </a:cubicBezTo>
                    <a:lnTo>
                      <a:pt x="9752" y="6267"/>
                    </a:lnTo>
                    <a:cubicBezTo>
                      <a:pt x="10316" y="5970"/>
                      <a:pt x="10881" y="5674"/>
                      <a:pt x="11434" y="5379"/>
                    </a:cubicBezTo>
                    <a:cubicBezTo>
                      <a:pt x="11808" y="5181"/>
                      <a:pt x="12176" y="4982"/>
                      <a:pt x="12536" y="4786"/>
                    </a:cubicBezTo>
                    <a:cubicBezTo>
                      <a:pt x="13101" y="4479"/>
                      <a:pt x="13645" y="4178"/>
                      <a:pt x="14165" y="3884"/>
                    </a:cubicBezTo>
                    <a:cubicBezTo>
                      <a:pt x="14519" y="3683"/>
                      <a:pt x="14856" y="3487"/>
                      <a:pt x="15180" y="3298"/>
                    </a:cubicBezTo>
                    <a:cubicBezTo>
                      <a:pt x="15642" y="3026"/>
                      <a:pt x="16074" y="2766"/>
                      <a:pt x="16464" y="2517"/>
                    </a:cubicBezTo>
                    <a:lnTo>
                      <a:pt x="16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7"/>
              <p:cNvSpPr/>
              <p:nvPr/>
            </p:nvSpPr>
            <p:spPr>
              <a:xfrm>
                <a:off x="3931678" y="2087511"/>
                <a:ext cx="487139" cy="295063"/>
              </a:xfrm>
              <a:custGeom>
                <a:rect b="b" l="l" r="r" t="t"/>
                <a:pathLst>
                  <a:path extrusionOk="0" h="4862" w="8027">
                    <a:moveTo>
                      <a:pt x="8026" y="1"/>
                    </a:moveTo>
                    <a:lnTo>
                      <a:pt x="324" y="4563"/>
                    </a:lnTo>
                    <a:lnTo>
                      <a:pt x="0" y="4862"/>
                    </a:lnTo>
                    <a:cubicBezTo>
                      <a:pt x="1299" y="4109"/>
                      <a:pt x="8022" y="682"/>
                      <a:pt x="8022" y="682"/>
                    </a:cubicBezTo>
                    <a:lnTo>
                      <a:pt x="80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 name="Google Shape;1350;p37"/>
              <p:cNvGrpSpPr/>
              <p:nvPr/>
            </p:nvGrpSpPr>
            <p:grpSpPr>
              <a:xfrm>
                <a:off x="3530225" y="2672606"/>
                <a:ext cx="810491" cy="564519"/>
                <a:chOff x="6463925" y="2223756"/>
                <a:chExt cx="810491" cy="564519"/>
              </a:xfrm>
            </p:grpSpPr>
            <p:sp>
              <p:nvSpPr>
                <p:cNvPr id="1351" name="Google Shape;1351;p37"/>
                <p:cNvSpPr/>
                <p:nvPr/>
              </p:nvSpPr>
              <p:spPr>
                <a:xfrm>
                  <a:off x="6463925" y="2507352"/>
                  <a:ext cx="126716" cy="280922"/>
                </a:xfrm>
                <a:custGeom>
                  <a:rect b="b" l="l" r="r" t="t"/>
                  <a:pathLst>
                    <a:path extrusionOk="0" h="4629" w="2088">
                      <a:moveTo>
                        <a:pt x="2088" y="0"/>
                      </a:moveTo>
                      <a:lnTo>
                        <a:pt x="2088" y="0"/>
                      </a:lnTo>
                      <a:cubicBezTo>
                        <a:pt x="1920" y="51"/>
                        <a:pt x="1754" y="102"/>
                        <a:pt x="1593" y="156"/>
                      </a:cubicBezTo>
                      <a:cubicBezTo>
                        <a:pt x="1179" y="1107"/>
                        <a:pt x="471" y="2828"/>
                        <a:pt x="79" y="4260"/>
                      </a:cubicBezTo>
                      <a:cubicBezTo>
                        <a:pt x="38" y="4403"/>
                        <a:pt x="13" y="4524"/>
                        <a:pt x="1" y="4628"/>
                      </a:cubicBezTo>
                      <a:cubicBezTo>
                        <a:pt x="527" y="4378"/>
                        <a:pt x="1142" y="4076"/>
                        <a:pt x="1824" y="3742"/>
                      </a:cubicBezTo>
                      <a:cubicBezTo>
                        <a:pt x="1875" y="2918"/>
                        <a:pt x="2002" y="1168"/>
                        <a:pt x="20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7"/>
                <p:cNvSpPr/>
                <p:nvPr/>
              </p:nvSpPr>
              <p:spPr>
                <a:xfrm>
                  <a:off x="6634156" y="2466995"/>
                  <a:ext cx="91820" cy="238077"/>
                </a:xfrm>
                <a:custGeom>
                  <a:rect b="b" l="l" r="r" t="t"/>
                  <a:pathLst>
                    <a:path extrusionOk="0" h="3923" w="1513">
                      <a:moveTo>
                        <a:pt x="1513" y="0"/>
                      </a:moveTo>
                      <a:lnTo>
                        <a:pt x="1513" y="0"/>
                      </a:lnTo>
                      <a:cubicBezTo>
                        <a:pt x="1208" y="86"/>
                        <a:pt x="899" y="176"/>
                        <a:pt x="588" y="266"/>
                      </a:cubicBezTo>
                      <a:lnTo>
                        <a:pt x="1" y="3386"/>
                      </a:lnTo>
                      <a:lnTo>
                        <a:pt x="1" y="3922"/>
                      </a:lnTo>
                      <a:cubicBezTo>
                        <a:pt x="238" y="3806"/>
                        <a:pt x="482" y="3685"/>
                        <a:pt x="731" y="3560"/>
                      </a:cubicBezTo>
                      <a:cubicBezTo>
                        <a:pt x="1087" y="2842"/>
                        <a:pt x="1431" y="2024"/>
                        <a:pt x="1400" y="1610"/>
                      </a:cubicBezTo>
                      <a:cubicBezTo>
                        <a:pt x="1372" y="1228"/>
                        <a:pt x="1435" y="581"/>
                        <a:pt x="1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7"/>
                <p:cNvSpPr/>
                <p:nvPr/>
              </p:nvSpPr>
              <p:spPr>
                <a:xfrm>
                  <a:off x="6780051" y="2434344"/>
                  <a:ext cx="62872" cy="197963"/>
                </a:xfrm>
                <a:custGeom>
                  <a:rect b="b" l="l" r="r" t="t"/>
                  <a:pathLst>
                    <a:path extrusionOk="0" h="3262" w="1036">
                      <a:moveTo>
                        <a:pt x="1036" y="0"/>
                      </a:moveTo>
                      <a:cubicBezTo>
                        <a:pt x="827" y="59"/>
                        <a:pt x="606" y="119"/>
                        <a:pt x="381" y="182"/>
                      </a:cubicBezTo>
                      <a:cubicBezTo>
                        <a:pt x="334" y="722"/>
                        <a:pt x="273" y="1398"/>
                        <a:pt x="205" y="1991"/>
                      </a:cubicBezTo>
                      <a:cubicBezTo>
                        <a:pt x="144" y="2502"/>
                        <a:pt x="68" y="2930"/>
                        <a:pt x="1" y="3261"/>
                      </a:cubicBezTo>
                      <a:lnTo>
                        <a:pt x="207" y="3155"/>
                      </a:lnTo>
                      <a:cubicBezTo>
                        <a:pt x="516" y="2449"/>
                        <a:pt x="903" y="1502"/>
                        <a:pt x="903" y="1172"/>
                      </a:cubicBezTo>
                      <a:cubicBezTo>
                        <a:pt x="903" y="986"/>
                        <a:pt x="960" y="528"/>
                        <a:pt x="10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7"/>
                <p:cNvSpPr/>
                <p:nvPr/>
              </p:nvSpPr>
              <p:spPr>
                <a:xfrm>
                  <a:off x="6850449" y="2296886"/>
                  <a:ext cx="308475" cy="299432"/>
                </a:xfrm>
                <a:custGeom>
                  <a:rect b="b" l="l" r="r" t="t"/>
                  <a:pathLst>
                    <a:path extrusionOk="0" h="4934" w="5083">
                      <a:moveTo>
                        <a:pt x="5083" y="0"/>
                      </a:moveTo>
                      <a:lnTo>
                        <a:pt x="5083" y="0"/>
                      </a:lnTo>
                      <a:cubicBezTo>
                        <a:pt x="3598" y="878"/>
                        <a:pt x="2188" y="1580"/>
                        <a:pt x="1472" y="1803"/>
                      </a:cubicBezTo>
                      <a:cubicBezTo>
                        <a:pt x="1224" y="1881"/>
                        <a:pt x="919" y="1968"/>
                        <a:pt x="578" y="2067"/>
                      </a:cubicBezTo>
                      <a:cubicBezTo>
                        <a:pt x="302" y="2732"/>
                        <a:pt x="19" y="3489"/>
                        <a:pt x="11" y="3838"/>
                      </a:cubicBezTo>
                      <a:cubicBezTo>
                        <a:pt x="1" y="4346"/>
                        <a:pt x="5" y="4747"/>
                        <a:pt x="9" y="4933"/>
                      </a:cubicBezTo>
                      <a:lnTo>
                        <a:pt x="527" y="4667"/>
                      </a:lnTo>
                      <a:lnTo>
                        <a:pt x="1556" y="4135"/>
                      </a:lnTo>
                      <a:cubicBezTo>
                        <a:pt x="1668" y="3523"/>
                        <a:pt x="3014" y="1414"/>
                        <a:pt x="3014" y="1414"/>
                      </a:cubicBezTo>
                      <a:cubicBezTo>
                        <a:pt x="3014" y="1414"/>
                        <a:pt x="3109" y="1999"/>
                        <a:pt x="3109" y="2187"/>
                      </a:cubicBezTo>
                      <a:cubicBezTo>
                        <a:pt x="3109" y="2302"/>
                        <a:pt x="3182" y="2852"/>
                        <a:pt x="3239" y="3247"/>
                      </a:cubicBezTo>
                      <a:cubicBezTo>
                        <a:pt x="3239" y="3247"/>
                        <a:pt x="4342" y="2658"/>
                        <a:pt x="4344" y="2654"/>
                      </a:cubicBezTo>
                      <a:cubicBezTo>
                        <a:pt x="4612" y="2286"/>
                        <a:pt x="4815" y="1852"/>
                        <a:pt x="4766" y="1412"/>
                      </a:cubicBezTo>
                      <a:cubicBezTo>
                        <a:pt x="4721" y="1031"/>
                        <a:pt x="4868" y="516"/>
                        <a:pt x="50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7"/>
                <p:cNvSpPr/>
                <p:nvPr/>
              </p:nvSpPr>
              <p:spPr>
                <a:xfrm>
                  <a:off x="7212758" y="2223756"/>
                  <a:ext cx="61659" cy="179453"/>
                </a:xfrm>
                <a:custGeom>
                  <a:rect b="b" l="l" r="r" t="t"/>
                  <a:pathLst>
                    <a:path extrusionOk="0" h="2957" w="1016">
                      <a:moveTo>
                        <a:pt x="1016" y="0"/>
                      </a:moveTo>
                      <a:cubicBezTo>
                        <a:pt x="727" y="197"/>
                        <a:pt x="430" y="389"/>
                        <a:pt x="132" y="581"/>
                      </a:cubicBezTo>
                      <a:cubicBezTo>
                        <a:pt x="105" y="841"/>
                        <a:pt x="85" y="1074"/>
                        <a:pt x="64" y="1220"/>
                      </a:cubicBezTo>
                      <a:cubicBezTo>
                        <a:pt x="19" y="1574"/>
                        <a:pt x="5" y="2455"/>
                        <a:pt x="1" y="2957"/>
                      </a:cubicBezTo>
                      <a:cubicBezTo>
                        <a:pt x="353" y="2758"/>
                        <a:pt x="690" y="2560"/>
                        <a:pt x="1016" y="2371"/>
                      </a:cubicBezTo>
                      <a:lnTo>
                        <a:pt x="10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 name="Google Shape;1356;p37"/>
              <p:cNvGrpSpPr/>
              <p:nvPr/>
            </p:nvGrpSpPr>
            <p:grpSpPr>
              <a:xfrm>
                <a:off x="3763026" y="2264478"/>
                <a:ext cx="639775" cy="434467"/>
                <a:chOff x="6696726" y="1815628"/>
                <a:chExt cx="639775" cy="434467"/>
              </a:xfrm>
            </p:grpSpPr>
            <p:sp>
              <p:nvSpPr>
                <p:cNvPr id="1357" name="Google Shape;1357;p37"/>
                <p:cNvSpPr/>
                <p:nvPr/>
              </p:nvSpPr>
              <p:spPr>
                <a:xfrm>
                  <a:off x="6749889" y="2085994"/>
                  <a:ext cx="21059" cy="24457"/>
                </a:xfrm>
                <a:custGeom>
                  <a:rect b="b" l="l" r="r" t="t"/>
                  <a:pathLst>
                    <a:path extrusionOk="0" h="403" w="347">
                      <a:moveTo>
                        <a:pt x="244" y="0"/>
                      </a:moveTo>
                      <a:cubicBezTo>
                        <a:pt x="182" y="0"/>
                        <a:pt x="102" y="63"/>
                        <a:pt x="56" y="155"/>
                      </a:cubicBezTo>
                      <a:cubicBezTo>
                        <a:pt x="1" y="263"/>
                        <a:pt x="9" y="374"/>
                        <a:pt x="76" y="398"/>
                      </a:cubicBezTo>
                      <a:cubicBezTo>
                        <a:pt x="85" y="401"/>
                        <a:pt x="94" y="403"/>
                        <a:pt x="103" y="403"/>
                      </a:cubicBezTo>
                      <a:cubicBezTo>
                        <a:pt x="164" y="403"/>
                        <a:pt x="243" y="341"/>
                        <a:pt x="293" y="247"/>
                      </a:cubicBezTo>
                      <a:cubicBezTo>
                        <a:pt x="346" y="138"/>
                        <a:pt x="338" y="30"/>
                        <a:pt x="273" y="5"/>
                      </a:cubicBezTo>
                      <a:cubicBezTo>
                        <a:pt x="264" y="2"/>
                        <a:pt x="254" y="0"/>
                        <a:pt x="2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7"/>
                <p:cNvSpPr/>
                <p:nvPr/>
              </p:nvSpPr>
              <p:spPr>
                <a:xfrm>
                  <a:off x="6737994" y="2164403"/>
                  <a:ext cx="25974" cy="29737"/>
                </a:xfrm>
                <a:custGeom>
                  <a:rect b="b" l="l" r="r" t="t"/>
                  <a:pathLst>
                    <a:path extrusionOk="0" h="490" w="428">
                      <a:moveTo>
                        <a:pt x="299" y="0"/>
                      </a:moveTo>
                      <a:cubicBezTo>
                        <a:pt x="216" y="0"/>
                        <a:pt x="114" y="88"/>
                        <a:pt x="59" y="213"/>
                      </a:cubicBezTo>
                      <a:cubicBezTo>
                        <a:pt x="0" y="350"/>
                        <a:pt x="23" y="469"/>
                        <a:pt x="111" y="487"/>
                      </a:cubicBezTo>
                      <a:cubicBezTo>
                        <a:pt x="117" y="488"/>
                        <a:pt x="124" y="489"/>
                        <a:pt x="130" y="489"/>
                      </a:cubicBezTo>
                      <a:cubicBezTo>
                        <a:pt x="214" y="489"/>
                        <a:pt x="317" y="398"/>
                        <a:pt x="370" y="274"/>
                      </a:cubicBezTo>
                      <a:cubicBezTo>
                        <a:pt x="428" y="141"/>
                        <a:pt x="405" y="19"/>
                        <a:pt x="319" y="2"/>
                      </a:cubicBezTo>
                      <a:cubicBezTo>
                        <a:pt x="313" y="1"/>
                        <a:pt x="306" y="0"/>
                        <a:pt x="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7"/>
                <p:cNvSpPr/>
                <p:nvPr/>
              </p:nvSpPr>
              <p:spPr>
                <a:xfrm>
                  <a:off x="6696726" y="2231342"/>
                  <a:ext cx="16628" cy="18752"/>
                </a:xfrm>
                <a:custGeom>
                  <a:rect b="b" l="l" r="r" t="t"/>
                  <a:pathLst>
                    <a:path extrusionOk="0" h="309" w="274">
                      <a:moveTo>
                        <a:pt x="189" y="0"/>
                      </a:moveTo>
                      <a:cubicBezTo>
                        <a:pt x="160" y="0"/>
                        <a:pt x="126" y="17"/>
                        <a:pt x="93" y="51"/>
                      </a:cubicBezTo>
                      <a:cubicBezTo>
                        <a:pt x="32" y="113"/>
                        <a:pt x="1" y="213"/>
                        <a:pt x="25" y="270"/>
                      </a:cubicBezTo>
                      <a:cubicBezTo>
                        <a:pt x="38" y="296"/>
                        <a:pt x="59" y="308"/>
                        <a:pt x="84" y="308"/>
                      </a:cubicBezTo>
                      <a:cubicBezTo>
                        <a:pt x="113" y="308"/>
                        <a:pt x="148" y="291"/>
                        <a:pt x="181" y="256"/>
                      </a:cubicBezTo>
                      <a:cubicBezTo>
                        <a:pt x="242" y="194"/>
                        <a:pt x="273" y="96"/>
                        <a:pt x="248" y="39"/>
                      </a:cubicBezTo>
                      <a:cubicBezTo>
                        <a:pt x="236" y="13"/>
                        <a:pt x="215"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7"/>
                <p:cNvSpPr/>
                <p:nvPr/>
              </p:nvSpPr>
              <p:spPr>
                <a:xfrm>
                  <a:off x="6950888" y="2061476"/>
                  <a:ext cx="15597" cy="18085"/>
                </a:xfrm>
                <a:custGeom>
                  <a:rect b="b" l="l" r="r" t="t"/>
                  <a:pathLst>
                    <a:path extrusionOk="0" h="298" w="257">
                      <a:moveTo>
                        <a:pt x="179" y="0"/>
                      </a:moveTo>
                      <a:cubicBezTo>
                        <a:pt x="138" y="0"/>
                        <a:pt x="88" y="35"/>
                        <a:pt x="52" y="94"/>
                      </a:cubicBezTo>
                      <a:cubicBezTo>
                        <a:pt x="7" y="170"/>
                        <a:pt x="1" y="256"/>
                        <a:pt x="44" y="287"/>
                      </a:cubicBezTo>
                      <a:cubicBezTo>
                        <a:pt x="53" y="294"/>
                        <a:pt x="65" y="297"/>
                        <a:pt x="77" y="297"/>
                      </a:cubicBezTo>
                      <a:cubicBezTo>
                        <a:pt x="118" y="297"/>
                        <a:pt x="171" y="260"/>
                        <a:pt x="206" y="201"/>
                      </a:cubicBezTo>
                      <a:cubicBezTo>
                        <a:pt x="255" y="125"/>
                        <a:pt x="257" y="37"/>
                        <a:pt x="214" y="10"/>
                      </a:cubicBezTo>
                      <a:cubicBezTo>
                        <a:pt x="204" y="4"/>
                        <a:pt x="19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7"/>
                <p:cNvSpPr/>
                <p:nvPr/>
              </p:nvSpPr>
              <p:spPr>
                <a:xfrm>
                  <a:off x="7181382" y="1940524"/>
                  <a:ext cx="15536" cy="18085"/>
                </a:xfrm>
                <a:custGeom>
                  <a:rect b="b" l="l" r="r" t="t"/>
                  <a:pathLst>
                    <a:path extrusionOk="0" h="298" w="256">
                      <a:moveTo>
                        <a:pt x="179" y="0"/>
                      </a:moveTo>
                      <a:cubicBezTo>
                        <a:pt x="138" y="0"/>
                        <a:pt x="87" y="37"/>
                        <a:pt x="51" y="95"/>
                      </a:cubicBezTo>
                      <a:cubicBezTo>
                        <a:pt x="6" y="172"/>
                        <a:pt x="0" y="256"/>
                        <a:pt x="45" y="287"/>
                      </a:cubicBezTo>
                      <a:cubicBezTo>
                        <a:pt x="55" y="294"/>
                        <a:pt x="67" y="297"/>
                        <a:pt x="79" y="297"/>
                      </a:cubicBezTo>
                      <a:cubicBezTo>
                        <a:pt x="120" y="297"/>
                        <a:pt x="170" y="261"/>
                        <a:pt x="205" y="203"/>
                      </a:cubicBezTo>
                      <a:cubicBezTo>
                        <a:pt x="252" y="125"/>
                        <a:pt x="256" y="41"/>
                        <a:pt x="213" y="11"/>
                      </a:cubicBezTo>
                      <a:cubicBezTo>
                        <a:pt x="203" y="4"/>
                        <a:pt x="191"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7"/>
                <p:cNvSpPr/>
                <p:nvPr/>
              </p:nvSpPr>
              <p:spPr>
                <a:xfrm>
                  <a:off x="6838190" y="2146803"/>
                  <a:ext cx="18206" cy="21119"/>
                </a:xfrm>
                <a:custGeom>
                  <a:rect b="b" l="l" r="r" t="t"/>
                  <a:pathLst>
                    <a:path extrusionOk="0" h="348" w="300">
                      <a:moveTo>
                        <a:pt x="208" y="0"/>
                      </a:moveTo>
                      <a:cubicBezTo>
                        <a:pt x="203" y="0"/>
                        <a:pt x="198" y="1"/>
                        <a:pt x="193" y="2"/>
                      </a:cubicBezTo>
                      <a:cubicBezTo>
                        <a:pt x="121" y="16"/>
                        <a:pt x="47" y="102"/>
                        <a:pt x="23" y="196"/>
                      </a:cubicBezTo>
                      <a:cubicBezTo>
                        <a:pt x="0" y="285"/>
                        <a:pt x="31" y="347"/>
                        <a:pt x="90" y="347"/>
                      </a:cubicBezTo>
                      <a:cubicBezTo>
                        <a:pt x="96" y="347"/>
                        <a:pt x="101" y="347"/>
                        <a:pt x="107" y="346"/>
                      </a:cubicBezTo>
                      <a:cubicBezTo>
                        <a:pt x="178" y="333"/>
                        <a:pt x="252" y="245"/>
                        <a:pt x="278" y="151"/>
                      </a:cubicBezTo>
                      <a:cubicBezTo>
                        <a:pt x="299" y="64"/>
                        <a:pt x="268" y="0"/>
                        <a:pt x="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7"/>
                <p:cNvSpPr/>
                <p:nvPr/>
              </p:nvSpPr>
              <p:spPr>
                <a:xfrm>
                  <a:off x="6825263" y="2010922"/>
                  <a:ext cx="21180" cy="24821"/>
                </a:xfrm>
                <a:custGeom>
                  <a:rect b="b" l="l" r="r" t="t"/>
                  <a:pathLst>
                    <a:path extrusionOk="0" h="409" w="349">
                      <a:moveTo>
                        <a:pt x="249" y="0"/>
                      </a:moveTo>
                      <a:cubicBezTo>
                        <a:pt x="191" y="0"/>
                        <a:pt x="117" y="53"/>
                        <a:pt x="66" y="138"/>
                      </a:cubicBezTo>
                      <a:cubicBezTo>
                        <a:pt x="2" y="242"/>
                        <a:pt x="0" y="359"/>
                        <a:pt x="62" y="397"/>
                      </a:cubicBezTo>
                      <a:cubicBezTo>
                        <a:pt x="74" y="405"/>
                        <a:pt x="89" y="409"/>
                        <a:pt x="104" y="409"/>
                      </a:cubicBezTo>
                      <a:cubicBezTo>
                        <a:pt x="162" y="409"/>
                        <a:pt x="234" y="355"/>
                        <a:pt x="283" y="273"/>
                      </a:cubicBezTo>
                      <a:cubicBezTo>
                        <a:pt x="344" y="164"/>
                        <a:pt x="348" y="48"/>
                        <a:pt x="289" y="11"/>
                      </a:cubicBezTo>
                      <a:cubicBezTo>
                        <a:pt x="277" y="4"/>
                        <a:pt x="263" y="0"/>
                        <a:pt x="2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7"/>
                <p:cNvSpPr/>
                <p:nvPr/>
              </p:nvSpPr>
              <p:spPr>
                <a:xfrm>
                  <a:off x="6846140" y="2075920"/>
                  <a:ext cx="19541" cy="22454"/>
                </a:xfrm>
                <a:custGeom>
                  <a:rect b="b" l="l" r="r" t="t"/>
                  <a:pathLst>
                    <a:path extrusionOk="0" h="370" w="322">
                      <a:moveTo>
                        <a:pt x="224" y="0"/>
                      </a:moveTo>
                      <a:cubicBezTo>
                        <a:pt x="172" y="0"/>
                        <a:pt x="108" y="45"/>
                        <a:pt x="62" y="120"/>
                      </a:cubicBezTo>
                      <a:cubicBezTo>
                        <a:pt x="6" y="214"/>
                        <a:pt x="0" y="321"/>
                        <a:pt x="55" y="358"/>
                      </a:cubicBezTo>
                      <a:cubicBezTo>
                        <a:pt x="67" y="365"/>
                        <a:pt x="81" y="369"/>
                        <a:pt x="96" y="369"/>
                      </a:cubicBezTo>
                      <a:cubicBezTo>
                        <a:pt x="147" y="369"/>
                        <a:pt x="211" y="324"/>
                        <a:pt x="256" y="249"/>
                      </a:cubicBezTo>
                      <a:cubicBezTo>
                        <a:pt x="315" y="155"/>
                        <a:pt x="321" y="49"/>
                        <a:pt x="264" y="12"/>
                      </a:cubicBezTo>
                      <a:cubicBezTo>
                        <a:pt x="252" y="4"/>
                        <a:pt x="239" y="0"/>
                        <a:pt x="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7"/>
                <p:cNvSpPr/>
                <p:nvPr/>
              </p:nvSpPr>
              <p:spPr>
                <a:xfrm>
                  <a:off x="6896997" y="1953511"/>
                  <a:ext cx="19602" cy="24154"/>
                </a:xfrm>
                <a:custGeom>
                  <a:rect b="b" l="l" r="r" t="t"/>
                  <a:pathLst>
                    <a:path extrusionOk="0" h="398" w="323">
                      <a:moveTo>
                        <a:pt x="230" y="0"/>
                      </a:moveTo>
                      <a:cubicBezTo>
                        <a:pt x="206" y="0"/>
                        <a:pt x="178" y="10"/>
                        <a:pt x="148" y="30"/>
                      </a:cubicBezTo>
                      <a:cubicBezTo>
                        <a:pt x="62" y="87"/>
                        <a:pt x="1" y="208"/>
                        <a:pt x="9" y="302"/>
                      </a:cubicBezTo>
                      <a:cubicBezTo>
                        <a:pt x="14" y="364"/>
                        <a:pt x="47" y="397"/>
                        <a:pt x="93" y="397"/>
                      </a:cubicBezTo>
                      <a:cubicBezTo>
                        <a:pt x="117" y="397"/>
                        <a:pt x="145" y="388"/>
                        <a:pt x="175" y="368"/>
                      </a:cubicBezTo>
                      <a:cubicBezTo>
                        <a:pt x="261" y="308"/>
                        <a:pt x="322" y="185"/>
                        <a:pt x="314" y="93"/>
                      </a:cubicBezTo>
                      <a:cubicBezTo>
                        <a:pt x="309" y="33"/>
                        <a:pt x="276" y="0"/>
                        <a:pt x="2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7"/>
                <p:cNvSpPr/>
                <p:nvPr/>
              </p:nvSpPr>
              <p:spPr>
                <a:xfrm>
                  <a:off x="7001866" y="1925838"/>
                  <a:ext cx="17599" cy="21301"/>
                </a:xfrm>
                <a:custGeom>
                  <a:rect b="b" l="l" r="r" t="t"/>
                  <a:pathLst>
                    <a:path extrusionOk="0" h="351" w="290">
                      <a:moveTo>
                        <a:pt x="206" y="1"/>
                      </a:moveTo>
                      <a:cubicBezTo>
                        <a:pt x="195" y="1"/>
                        <a:pt x="184" y="3"/>
                        <a:pt x="172" y="7"/>
                      </a:cubicBezTo>
                      <a:cubicBezTo>
                        <a:pt x="98" y="32"/>
                        <a:pt x="28" y="130"/>
                        <a:pt x="12" y="222"/>
                      </a:cubicBezTo>
                      <a:cubicBezTo>
                        <a:pt x="0" y="301"/>
                        <a:pt x="32" y="351"/>
                        <a:pt x="86" y="351"/>
                      </a:cubicBezTo>
                      <a:cubicBezTo>
                        <a:pt x="97" y="351"/>
                        <a:pt x="108" y="349"/>
                        <a:pt x="120" y="345"/>
                      </a:cubicBezTo>
                      <a:cubicBezTo>
                        <a:pt x="194" y="318"/>
                        <a:pt x="264" y="222"/>
                        <a:pt x="278" y="130"/>
                      </a:cubicBezTo>
                      <a:cubicBezTo>
                        <a:pt x="290" y="53"/>
                        <a:pt x="259" y="1"/>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7"/>
                <p:cNvSpPr/>
                <p:nvPr/>
              </p:nvSpPr>
              <p:spPr>
                <a:xfrm>
                  <a:off x="7250263" y="1856410"/>
                  <a:ext cx="16082" cy="18388"/>
                </a:xfrm>
                <a:custGeom>
                  <a:rect b="b" l="l" r="r" t="t"/>
                  <a:pathLst>
                    <a:path extrusionOk="0" h="303" w="265">
                      <a:moveTo>
                        <a:pt x="186" y="1"/>
                      </a:moveTo>
                      <a:cubicBezTo>
                        <a:pt x="147" y="1"/>
                        <a:pt x="99" y="34"/>
                        <a:pt x="60" y="89"/>
                      </a:cubicBezTo>
                      <a:cubicBezTo>
                        <a:pt x="9" y="167"/>
                        <a:pt x="1" y="255"/>
                        <a:pt x="42" y="290"/>
                      </a:cubicBezTo>
                      <a:cubicBezTo>
                        <a:pt x="52" y="298"/>
                        <a:pt x="65" y="303"/>
                        <a:pt x="79" y="303"/>
                      </a:cubicBezTo>
                      <a:cubicBezTo>
                        <a:pt x="119" y="303"/>
                        <a:pt x="167" y="270"/>
                        <a:pt x="205" y="214"/>
                      </a:cubicBezTo>
                      <a:cubicBezTo>
                        <a:pt x="256" y="141"/>
                        <a:pt x="265" y="50"/>
                        <a:pt x="224" y="16"/>
                      </a:cubicBezTo>
                      <a:cubicBezTo>
                        <a:pt x="213" y="6"/>
                        <a:pt x="200"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7"/>
                <p:cNvSpPr/>
                <p:nvPr/>
              </p:nvSpPr>
              <p:spPr>
                <a:xfrm>
                  <a:off x="7233149" y="1909027"/>
                  <a:ext cx="14565" cy="16871"/>
                </a:xfrm>
                <a:custGeom>
                  <a:rect b="b" l="l" r="r" t="t"/>
                  <a:pathLst>
                    <a:path extrusionOk="0" h="278" w="240">
                      <a:moveTo>
                        <a:pt x="168" y="1"/>
                      </a:moveTo>
                      <a:cubicBezTo>
                        <a:pt x="132" y="1"/>
                        <a:pt x="85" y="33"/>
                        <a:pt x="51" y="84"/>
                      </a:cubicBezTo>
                      <a:cubicBezTo>
                        <a:pt x="4" y="153"/>
                        <a:pt x="0" y="235"/>
                        <a:pt x="37" y="266"/>
                      </a:cubicBezTo>
                      <a:cubicBezTo>
                        <a:pt x="47" y="274"/>
                        <a:pt x="59" y="278"/>
                        <a:pt x="73" y="278"/>
                      </a:cubicBezTo>
                      <a:cubicBezTo>
                        <a:pt x="110" y="278"/>
                        <a:pt x="155" y="247"/>
                        <a:pt x="189" y="194"/>
                      </a:cubicBezTo>
                      <a:cubicBezTo>
                        <a:pt x="236" y="125"/>
                        <a:pt x="240" y="43"/>
                        <a:pt x="201" y="12"/>
                      </a:cubicBezTo>
                      <a:cubicBezTo>
                        <a:pt x="192" y="4"/>
                        <a:pt x="180"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7"/>
                <p:cNvSpPr/>
                <p:nvPr/>
              </p:nvSpPr>
              <p:spPr>
                <a:xfrm>
                  <a:off x="7006054" y="2043330"/>
                  <a:ext cx="13715" cy="15597"/>
                </a:xfrm>
                <a:custGeom>
                  <a:rect b="b" l="l" r="r" t="t"/>
                  <a:pathLst>
                    <a:path extrusionOk="0" h="257" w="226">
                      <a:moveTo>
                        <a:pt x="152" y="0"/>
                      </a:moveTo>
                      <a:cubicBezTo>
                        <a:pt x="111" y="0"/>
                        <a:pt x="60" y="46"/>
                        <a:pt x="31" y="107"/>
                      </a:cubicBezTo>
                      <a:cubicBezTo>
                        <a:pt x="0" y="179"/>
                        <a:pt x="11" y="242"/>
                        <a:pt x="54" y="254"/>
                      </a:cubicBezTo>
                      <a:cubicBezTo>
                        <a:pt x="58" y="256"/>
                        <a:pt x="63" y="256"/>
                        <a:pt x="68" y="256"/>
                      </a:cubicBezTo>
                      <a:cubicBezTo>
                        <a:pt x="109" y="256"/>
                        <a:pt x="162" y="212"/>
                        <a:pt x="193" y="150"/>
                      </a:cubicBezTo>
                      <a:cubicBezTo>
                        <a:pt x="225" y="78"/>
                        <a:pt x="215" y="13"/>
                        <a:pt x="168" y="3"/>
                      </a:cubicBezTo>
                      <a:cubicBezTo>
                        <a:pt x="163" y="1"/>
                        <a:pt x="158" y="0"/>
                        <a:pt x="1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7"/>
                <p:cNvSpPr/>
                <p:nvPr/>
              </p:nvSpPr>
              <p:spPr>
                <a:xfrm>
                  <a:off x="7050963" y="1960369"/>
                  <a:ext cx="20270" cy="23183"/>
                </a:xfrm>
                <a:custGeom>
                  <a:rect b="b" l="l" r="r" t="t"/>
                  <a:pathLst>
                    <a:path extrusionOk="0" h="382" w="334">
                      <a:moveTo>
                        <a:pt x="231" y="1"/>
                      </a:moveTo>
                      <a:cubicBezTo>
                        <a:pt x="230" y="1"/>
                        <a:pt x="228" y="1"/>
                        <a:pt x="226" y="1"/>
                      </a:cubicBezTo>
                      <a:cubicBezTo>
                        <a:pt x="152" y="3"/>
                        <a:pt x="66" y="93"/>
                        <a:pt x="32" y="197"/>
                      </a:cubicBezTo>
                      <a:cubicBezTo>
                        <a:pt x="0" y="302"/>
                        <a:pt x="29" y="382"/>
                        <a:pt x="98" y="382"/>
                      </a:cubicBezTo>
                      <a:cubicBezTo>
                        <a:pt x="100" y="382"/>
                        <a:pt x="103" y="382"/>
                        <a:pt x="105" y="381"/>
                      </a:cubicBezTo>
                      <a:cubicBezTo>
                        <a:pt x="179" y="379"/>
                        <a:pt x="267" y="289"/>
                        <a:pt x="302" y="185"/>
                      </a:cubicBezTo>
                      <a:cubicBezTo>
                        <a:pt x="334" y="83"/>
                        <a:pt x="303" y="1"/>
                        <a:pt x="2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7"/>
                <p:cNvSpPr/>
                <p:nvPr/>
              </p:nvSpPr>
              <p:spPr>
                <a:xfrm>
                  <a:off x="7097207" y="1979000"/>
                  <a:ext cx="21908" cy="25610"/>
                </a:xfrm>
                <a:custGeom>
                  <a:rect b="b" l="l" r="r" t="t"/>
                  <a:pathLst>
                    <a:path extrusionOk="0" h="422" w="361">
                      <a:moveTo>
                        <a:pt x="252" y="0"/>
                      </a:moveTo>
                      <a:cubicBezTo>
                        <a:pt x="216" y="0"/>
                        <a:pt x="174" y="20"/>
                        <a:pt x="133" y="60"/>
                      </a:cubicBezTo>
                      <a:cubicBezTo>
                        <a:pt x="47" y="138"/>
                        <a:pt x="0" y="271"/>
                        <a:pt x="25" y="357"/>
                      </a:cubicBezTo>
                      <a:cubicBezTo>
                        <a:pt x="38" y="400"/>
                        <a:pt x="69" y="421"/>
                        <a:pt x="107" y="421"/>
                      </a:cubicBezTo>
                      <a:cubicBezTo>
                        <a:pt x="143" y="421"/>
                        <a:pt x="186" y="402"/>
                        <a:pt x="227" y="363"/>
                      </a:cubicBezTo>
                      <a:cubicBezTo>
                        <a:pt x="311" y="285"/>
                        <a:pt x="360" y="152"/>
                        <a:pt x="334" y="66"/>
                      </a:cubicBezTo>
                      <a:cubicBezTo>
                        <a:pt x="320" y="22"/>
                        <a:pt x="290" y="0"/>
                        <a:pt x="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7"/>
                <p:cNvSpPr/>
                <p:nvPr/>
              </p:nvSpPr>
              <p:spPr>
                <a:xfrm>
                  <a:off x="7147639" y="1905204"/>
                  <a:ext cx="22333" cy="27491"/>
                </a:xfrm>
                <a:custGeom>
                  <a:rect b="b" l="l" r="r" t="t"/>
                  <a:pathLst>
                    <a:path extrusionOk="0" h="453" w="368">
                      <a:moveTo>
                        <a:pt x="260" y="1"/>
                      </a:moveTo>
                      <a:cubicBezTo>
                        <a:pt x="244" y="1"/>
                        <a:pt x="227" y="4"/>
                        <a:pt x="208" y="12"/>
                      </a:cubicBezTo>
                      <a:cubicBezTo>
                        <a:pt x="114" y="51"/>
                        <a:pt x="28" y="177"/>
                        <a:pt x="12" y="296"/>
                      </a:cubicBezTo>
                      <a:cubicBezTo>
                        <a:pt x="0" y="390"/>
                        <a:pt x="41" y="452"/>
                        <a:pt x="106" y="452"/>
                      </a:cubicBezTo>
                      <a:cubicBezTo>
                        <a:pt x="122" y="452"/>
                        <a:pt x="139" y="449"/>
                        <a:pt x="157" y="441"/>
                      </a:cubicBezTo>
                      <a:cubicBezTo>
                        <a:pt x="253" y="402"/>
                        <a:pt x="339" y="276"/>
                        <a:pt x="356" y="157"/>
                      </a:cubicBezTo>
                      <a:cubicBezTo>
                        <a:pt x="367" y="63"/>
                        <a:pt x="327" y="1"/>
                        <a:pt x="2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7"/>
                <p:cNvSpPr/>
                <p:nvPr/>
              </p:nvSpPr>
              <p:spPr>
                <a:xfrm>
                  <a:off x="7315442" y="1845850"/>
                  <a:ext cx="21059" cy="26703"/>
                </a:xfrm>
                <a:custGeom>
                  <a:rect b="b" l="l" r="r" t="t"/>
                  <a:pathLst>
                    <a:path extrusionOk="0" h="440" w="347">
                      <a:moveTo>
                        <a:pt x="252" y="1"/>
                      </a:moveTo>
                      <a:cubicBezTo>
                        <a:pt x="228" y="1"/>
                        <a:pt x="200" y="10"/>
                        <a:pt x="171" y="28"/>
                      </a:cubicBezTo>
                      <a:cubicBezTo>
                        <a:pt x="76" y="83"/>
                        <a:pt x="1" y="216"/>
                        <a:pt x="5" y="325"/>
                      </a:cubicBezTo>
                      <a:cubicBezTo>
                        <a:pt x="6" y="398"/>
                        <a:pt x="45" y="440"/>
                        <a:pt x="99" y="440"/>
                      </a:cubicBezTo>
                      <a:cubicBezTo>
                        <a:pt x="123" y="440"/>
                        <a:pt x="151" y="432"/>
                        <a:pt x="179" y="415"/>
                      </a:cubicBezTo>
                      <a:cubicBezTo>
                        <a:pt x="273" y="357"/>
                        <a:pt x="347" y="224"/>
                        <a:pt x="344" y="118"/>
                      </a:cubicBezTo>
                      <a:cubicBezTo>
                        <a:pt x="343" y="43"/>
                        <a:pt x="306" y="1"/>
                        <a:pt x="2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7"/>
                <p:cNvSpPr/>
                <p:nvPr/>
              </p:nvSpPr>
              <p:spPr>
                <a:xfrm>
                  <a:off x="7314714" y="1815628"/>
                  <a:ext cx="20937" cy="24275"/>
                </a:xfrm>
                <a:custGeom>
                  <a:rect b="b" l="l" r="r" t="t"/>
                  <a:pathLst>
                    <a:path extrusionOk="0" h="400" w="345">
                      <a:moveTo>
                        <a:pt x="243" y="0"/>
                      </a:moveTo>
                      <a:cubicBezTo>
                        <a:pt x="183" y="0"/>
                        <a:pt x="104" y="58"/>
                        <a:pt x="58" y="148"/>
                      </a:cubicBezTo>
                      <a:cubicBezTo>
                        <a:pt x="0" y="252"/>
                        <a:pt x="7" y="364"/>
                        <a:pt x="70" y="393"/>
                      </a:cubicBezTo>
                      <a:cubicBezTo>
                        <a:pt x="80" y="398"/>
                        <a:pt x="91" y="400"/>
                        <a:pt x="103" y="400"/>
                      </a:cubicBezTo>
                      <a:cubicBezTo>
                        <a:pt x="163" y="400"/>
                        <a:pt x="241" y="341"/>
                        <a:pt x="287" y="252"/>
                      </a:cubicBezTo>
                      <a:cubicBezTo>
                        <a:pt x="344" y="146"/>
                        <a:pt x="338" y="35"/>
                        <a:pt x="275" y="6"/>
                      </a:cubicBezTo>
                      <a:cubicBezTo>
                        <a:pt x="265" y="2"/>
                        <a:pt x="254" y="0"/>
                        <a:pt x="2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7"/>
                <p:cNvSpPr/>
                <p:nvPr/>
              </p:nvSpPr>
              <p:spPr>
                <a:xfrm>
                  <a:off x="7099756" y="1934334"/>
                  <a:ext cx="16750" cy="19299"/>
                </a:xfrm>
                <a:custGeom>
                  <a:rect b="b" l="l" r="r" t="t"/>
                  <a:pathLst>
                    <a:path extrusionOk="0" h="318" w="276">
                      <a:moveTo>
                        <a:pt x="191" y="0"/>
                      </a:moveTo>
                      <a:cubicBezTo>
                        <a:pt x="140" y="0"/>
                        <a:pt x="73" y="58"/>
                        <a:pt x="40" y="133"/>
                      </a:cubicBezTo>
                      <a:cubicBezTo>
                        <a:pt x="1" y="219"/>
                        <a:pt x="13" y="299"/>
                        <a:pt x="66" y="315"/>
                      </a:cubicBezTo>
                      <a:cubicBezTo>
                        <a:pt x="72" y="317"/>
                        <a:pt x="77" y="317"/>
                        <a:pt x="83" y="317"/>
                      </a:cubicBezTo>
                      <a:cubicBezTo>
                        <a:pt x="136" y="317"/>
                        <a:pt x="201" y="260"/>
                        <a:pt x="236" y="184"/>
                      </a:cubicBezTo>
                      <a:cubicBezTo>
                        <a:pt x="275" y="96"/>
                        <a:pt x="261" y="19"/>
                        <a:pt x="208" y="2"/>
                      </a:cubicBezTo>
                      <a:cubicBezTo>
                        <a:pt x="202" y="1"/>
                        <a:pt x="197"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7"/>
                <p:cNvSpPr/>
                <p:nvPr/>
              </p:nvSpPr>
              <p:spPr>
                <a:xfrm>
                  <a:off x="6885405" y="2095704"/>
                  <a:ext cx="24882" cy="28523"/>
                </a:xfrm>
                <a:custGeom>
                  <a:rect b="b" l="l" r="r" t="t"/>
                  <a:pathLst>
                    <a:path extrusionOk="0" h="470" w="410">
                      <a:moveTo>
                        <a:pt x="290" y="1"/>
                      </a:moveTo>
                      <a:cubicBezTo>
                        <a:pt x="287" y="1"/>
                        <a:pt x="285" y="1"/>
                        <a:pt x="282" y="1"/>
                      </a:cubicBezTo>
                      <a:cubicBezTo>
                        <a:pt x="192" y="5"/>
                        <a:pt x="86" y="113"/>
                        <a:pt x="45" y="244"/>
                      </a:cubicBezTo>
                      <a:cubicBezTo>
                        <a:pt x="1" y="369"/>
                        <a:pt x="41" y="470"/>
                        <a:pt x="126" y="470"/>
                      </a:cubicBezTo>
                      <a:cubicBezTo>
                        <a:pt x="127" y="470"/>
                        <a:pt x="129" y="469"/>
                        <a:pt x="131" y="469"/>
                      </a:cubicBezTo>
                      <a:cubicBezTo>
                        <a:pt x="221" y="463"/>
                        <a:pt x="327" y="357"/>
                        <a:pt x="370" y="226"/>
                      </a:cubicBezTo>
                      <a:cubicBezTo>
                        <a:pt x="410" y="99"/>
                        <a:pt x="374" y="1"/>
                        <a:pt x="2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7"/>
                <p:cNvSpPr/>
                <p:nvPr/>
              </p:nvSpPr>
              <p:spPr>
                <a:xfrm>
                  <a:off x="6972493" y="1965528"/>
                  <a:ext cx="24821" cy="28220"/>
                </a:xfrm>
                <a:custGeom>
                  <a:rect b="b" l="l" r="r" t="t"/>
                  <a:pathLst>
                    <a:path extrusionOk="0" h="465" w="409">
                      <a:moveTo>
                        <a:pt x="284" y="0"/>
                      </a:moveTo>
                      <a:cubicBezTo>
                        <a:pt x="239" y="0"/>
                        <a:pt x="185" y="28"/>
                        <a:pt x="136" y="80"/>
                      </a:cubicBezTo>
                      <a:cubicBezTo>
                        <a:pt x="46" y="176"/>
                        <a:pt x="1" y="323"/>
                        <a:pt x="40" y="407"/>
                      </a:cubicBezTo>
                      <a:cubicBezTo>
                        <a:pt x="56" y="445"/>
                        <a:pt x="87" y="465"/>
                        <a:pt x="124" y="465"/>
                      </a:cubicBezTo>
                      <a:cubicBezTo>
                        <a:pt x="168" y="465"/>
                        <a:pt x="221" y="438"/>
                        <a:pt x="271" y="386"/>
                      </a:cubicBezTo>
                      <a:cubicBezTo>
                        <a:pt x="361" y="288"/>
                        <a:pt x="408" y="143"/>
                        <a:pt x="369" y="59"/>
                      </a:cubicBezTo>
                      <a:cubicBezTo>
                        <a:pt x="352" y="19"/>
                        <a:pt x="321" y="0"/>
                        <a:pt x="2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8" name="Google Shape;1378;p37"/>
              <p:cNvSpPr/>
              <p:nvPr/>
            </p:nvSpPr>
            <p:spPr>
              <a:xfrm>
                <a:off x="3231154" y="2233527"/>
                <a:ext cx="735350" cy="801075"/>
              </a:xfrm>
              <a:custGeom>
                <a:rect b="b" l="l" r="r" t="t"/>
                <a:pathLst>
                  <a:path extrusionOk="0" h="13200" w="12117">
                    <a:moveTo>
                      <a:pt x="6754" y="1"/>
                    </a:moveTo>
                    <a:lnTo>
                      <a:pt x="3595" y="4510"/>
                    </a:lnTo>
                    <a:lnTo>
                      <a:pt x="0" y="8719"/>
                    </a:lnTo>
                    <a:lnTo>
                      <a:pt x="1692" y="11374"/>
                    </a:lnTo>
                    <a:lnTo>
                      <a:pt x="3572" y="13199"/>
                    </a:lnTo>
                    <a:cubicBezTo>
                      <a:pt x="3572" y="13199"/>
                      <a:pt x="6009" y="10335"/>
                      <a:pt x="6754" y="9271"/>
                    </a:cubicBezTo>
                    <a:cubicBezTo>
                      <a:pt x="7533" y="8156"/>
                      <a:pt x="8839" y="5349"/>
                      <a:pt x="9700" y="4295"/>
                    </a:cubicBezTo>
                    <a:cubicBezTo>
                      <a:pt x="10254" y="3620"/>
                      <a:pt x="12116" y="1924"/>
                      <a:pt x="12116" y="1924"/>
                    </a:cubicBezTo>
                    <a:lnTo>
                      <a:pt x="67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7"/>
              <p:cNvSpPr/>
              <p:nvPr/>
            </p:nvSpPr>
            <p:spPr>
              <a:xfrm>
                <a:off x="3254579" y="2233405"/>
                <a:ext cx="386458" cy="500065"/>
              </a:xfrm>
              <a:custGeom>
                <a:rect b="b" l="l" r="r" t="t"/>
                <a:pathLst>
                  <a:path extrusionOk="0" h="8240" w="6368">
                    <a:moveTo>
                      <a:pt x="6368" y="1"/>
                    </a:moveTo>
                    <a:lnTo>
                      <a:pt x="3217" y="4533"/>
                    </a:lnTo>
                    <a:lnTo>
                      <a:pt x="1" y="8240"/>
                    </a:lnTo>
                    <a:cubicBezTo>
                      <a:pt x="1" y="8240"/>
                      <a:pt x="5703" y="5212"/>
                      <a:pt x="6368"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7"/>
              <p:cNvSpPr/>
              <p:nvPr/>
            </p:nvSpPr>
            <p:spPr>
              <a:xfrm>
                <a:off x="3255975" y="2278375"/>
                <a:ext cx="357874" cy="455096"/>
              </a:xfrm>
              <a:custGeom>
                <a:rect b="b" l="l" r="r" t="t"/>
                <a:pathLst>
                  <a:path extrusionOk="0" h="7499" w="5897">
                    <a:moveTo>
                      <a:pt x="5897" y="0"/>
                    </a:moveTo>
                    <a:lnTo>
                      <a:pt x="2460" y="2007"/>
                    </a:lnTo>
                    <a:lnTo>
                      <a:pt x="272" y="3689"/>
                    </a:lnTo>
                    <a:lnTo>
                      <a:pt x="0" y="7499"/>
                    </a:lnTo>
                    <a:lnTo>
                      <a:pt x="3143" y="3992"/>
                    </a:lnTo>
                    <a:lnTo>
                      <a:pt x="58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7"/>
              <p:cNvSpPr/>
              <p:nvPr/>
            </p:nvSpPr>
            <p:spPr>
              <a:xfrm>
                <a:off x="3271511" y="2233405"/>
                <a:ext cx="369526" cy="287113"/>
              </a:xfrm>
              <a:custGeom>
                <a:rect b="b" l="l" r="r" t="t"/>
                <a:pathLst>
                  <a:path extrusionOk="0" h="4731" w="6089">
                    <a:moveTo>
                      <a:pt x="6089" y="1"/>
                    </a:moveTo>
                    <a:lnTo>
                      <a:pt x="51" y="4042"/>
                    </a:lnTo>
                    <a:lnTo>
                      <a:pt x="0" y="4731"/>
                    </a:lnTo>
                    <a:cubicBezTo>
                      <a:pt x="0" y="4731"/>
                      <a:pt x="2159" y="3062"/>
                      <a:pt x="2887" y="2538"/>
                    </a:cubicBezTo>
                    <a:cubicBezTo>
                      <a:pt x="3552" y="2059"/>
                      <a:pt x="5266" y="1286"/>
                      <a:pt x="5266" y="1286"/>
                    </a:cubicBezTo>
                    <a:lnTo>
                      <a:pt x="60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7"/>
              <p:cNvSpPr/>
              <p:nvPr/>
            </p:nvSpPr>
            <p:spPr>
              <a:xfrm>
                <a:off x="2219056" y="1588411"/>
                <a:ext cx="1917118" cy="761932"/>
              </a:xfrm>
              <a:custGeom>
                <a:rect b="b" l="l" r="r" t="t"/>
                <a:pathLst>
                  <a:path extrusionOk="0" h="12555" w="31590">
                    <a:moveTo>
                      <a:pt x="13598" y="0"/>
                    </a:moveTo>
                    <a:cubicBezTo>
                      <a:pt x="13598" y="0"/>
                      <a:pt x="1" y="1586"/>
                      <a:pt x="7781" y="2533"/>
                    </a:cubicBezTo>
                    <a:cubicBezTo>
                      <a:pt x="20976" y="4145"/>
                      <a:pt x="23433" y="10631"/>
                      <a:pt x="23433" y="10631"/>
                    </a:cubicBezTo>
                    <a:lnTo>
                      <a:pt x="28797" y="12554"/>
                    </a:lnTo>
                    <a:cubicBezTo>
                      <a:pt x="31590" y="4485"/>
                      <a:pt x="13598" y="0"/>
                      <a:pt x="135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7"/>
              <p:cNvSpPr/>
              <p:nvPr/>
            </p:nvSpPr>
            <p:spPr>
              <a:xfrm>
                <a:off x="1371180" y="1797846"/>
                <a:ext cx="1870571" cy="449452"/>
              </a:xfrm>
              <a:custGeom>
                <a:rect b="b" l="l" r="r" t="t"/>
                <a:pathLst>
                  <a:path extrusionOk="0" h="7406" w="30823">
                    <a:moveTo>
                      <a:pt x="27896" y="1"/>
                    </a:moveTo>
                    <a:cubicBezTo>
                      <a:pt x="25005" y="3291"/>
                      <a:pt x="21155" y="4365"/>
                      <a:pt x="17362" y="4365"/>
                    </a:cubicBezTo>
                    <a:cubicBezTo>
                      <a:pt x="10235" y="4365"/>
                      <a:pt x="3306" y="574"/>
                      <a:pt x="3306" y="574"/>
                    </a:cubicBezTo>
                    <a:lnTo>
                      <a:pt x="0" y="2615"/>
                    </a:lnTo>
                    <a:cubicBezTo>
                      <a:pt x="6895" y="6175"/>
                      <a:pt x="12468" y="7406"/>
                      <a:pt x="16879" y="7406"/>
                    </a:cubicBezTo>
                    <a:cubicBezTo>
                      <a:pt x="26776" y="7406"/>
                      <a:pt x="30822" y="1210"/>
                      <a:pt x="30822" y="1210"/>
                    </a:cubicBezTo>
                    <a:lnTo>
                      <a:pt x="2789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7"/>
              <p:cNvSpPr/>
              <p:nvPr/>
            </p:nvSpPr>
            <p:spPr>
              <a:xfrm>
                <a:off x="318118" y="2732930"/>
                <a:ext cx="1461234" cy="835424"/>
              </a:xfrm>
              <a:custGeom>
                <a:rect b="b" l="l" r="r" t="t"/>
                <a:pathLst>
                  <a:path extrusionOk="0" h="13766" w="24078">
                    <a:moveTo>
                      <a:pt x="1" y="1"/>
                    </a:moveTo>
                    <a:lnTo>
                      <a:pt x="1" y="3937"/>
                    </a:lnTo>
                    <a:cubicBezTo>
                      <a:pt x="1" y="3937"/>
                      <a:pt x="619" y="4195"/>
                      <a:pt x="1576" y="4602"/>
                    </a:cubicBezTo>
                    <a:cubicBezTo>
                      <a:pt x="1893" y="4737"/>
                      <a:pt x="2245" y="4888"/>
                      <a:pt x="2626" y="5052"/>
                    </a:cubicBezTo>
                    <a:cubicBezTo>
                      <a:pt x="3534" y="5441"/>
                      <a:pt x="4590" y="5897"/>
                      <a:pt x="5662" y="6361"/>
                    </a:cubicBezTo>
                    <a:cubicBezTo>
                      <a:pt x="6042" y="6527"/>
                      <a:pt x="6431" y="6697"/>
                      <a:pt x="6810" y="6863"/>
                    </a:cubicBezTo>
                    <a:cubicBezTo>
                      <a:pt x="7659" y="7237"/>
                      <a:pt x="8483" y="7601"/>
                      <a:pt x="9214" y="7933"/>
                    </a:cubicBezTo>
                    <a:cubicBezTo>
                      <a:pt x="9406" y="8019"/>
                      <a:pt x="9588" y="8102"/>
                      <a:pt x="9764" y="8182"/>
                    </a:cubicBezTo>
                    <a:cubicBezTo>
                      <a:pt x="9944" y="8264"/>
                      <a:pt x="10118" y="8344"/>
                      <a:pt x="10277" y="8420"/>
                    </a:cubicBezTo>
                    <a:cubicBezTo>
                      <a:pt x="10662" y="8604"/>
                      <a:pt x="11151" y="8816"/>
                      <a:pt x="11710" y="9050"/>
                    </a:cubicBezTo>
                    <a:cubicBezTo>
                      <a:pt x="11894" y="9123"/>
                      <a:pt x="12084" y="9203"/>
                      <a:pt x="12280" y="9285"/>
                    </a:cubicBezTo>
                    <a:cubicBezTo>
                      <a:pt x="12910" y="9543"/>
                      <a:pt x="13610" y="9821"/>
                      <a:pt x="14343" y="10107"/>
                    </a:cubicBezTo>
                    <a:cubicBezTo>
                      <a:pt x="14574" y="10197"/>
                      <a:pt x="14809" y="10292"/>
                      <a:pt x="15048" y="10384"/>
                    </a:cubicBezTo>
                    <a:cubicBezTo>
                      <a:pt x="15867" y="10701"/>
                      <a:pt x="16716" y="11026"/>
                      <a:pt x="17547" y="11343"/>
                    </a:cubicBezTo>
                    <a:cubicBezTo>
                      <a:pt x="17823" y="11445"/>
                      <a:pt x="18093" y="11550"/>
                      <a:pt x="18365" y="11650"/>
                    </a:cubicBezTo>
                    <a:cubicBezTo>
                      <a:pt x="19059" y="11910"/>
                      <a:pt x="19728" y="12164"/>
                      <a:pt x="20354" y="12395"/>
                    </a:cubicBezTo>
                    <a:cubicBezTo>
                      <a:pt x="20726" y="12532"/>
                      <a:pt x="21084" y="12665"/>
                      <a:pt x="21415" y="12788"/>
                    </a:cubicBezTo>
                    <a:cubicBezTo>
                      <a:pt x="22993" y="13373"/>
                      <a:pt x="24077" y="13766"/>
                      <a:pt x="24077" y="13766"/>
                    </a:cubicBezTo>
                    <a:lnTo>
                      <a:pt x="22721" y="9422"/>
                    </a:lnTo>
                    <a:cubicBezTo>
                      <a:pt x="22721" y="9422"/>
                      <a:pt x="22397" y="9350"/>
                      <a:pt x="21845" y="9222"/>
                    </a:cubicBezTo>
                    <a:lnTo>
                      <a:pt x="20982" y="9013"/>
                    </a:lnTo>
                    <a:cubicBezTo>
                      <a:pt x="20695" y="8945"/>
                      <a:pt x="20382" y="8868"/>
                      <a:pt x="20045" y="8782"/>
                    </a:cubicBezTo>
                    <a:cubicBezTo>
                      <a:pt x="19613" y="8673"/>
                      <a:pt x="19144" y="8553"/>
                      <a:pt x="18649" y="8424"/>
                    </a:cubicBezTo>
                    <a:lnTo>
                      <a:pt x="18437" y="8366"/>
                    </a:lnTo>
                    <a:cubicBezTo>
                      <a:pt x="17827" y="8205"/>
                      <a:pt x="17182" y="8029"/>
                      <a:pt x="16522" y="7843"/>
                    </a:cubicBezTo>
                    <a:cubicBezTo>
                      <a:pt x="15973" y="7687"/>
                      <a:pt x="15411" y="7525"/>
                      <a:pt x="14854" y="7356"/>
                    </a:cubicBezTo>
                    <a:cubicBezTo>
                      <a:pt x="14114" y="7135"/>
                      <a:pt x="13381" y="6899"/>
                      <a:pt x="12675" y="6660"/>
                    </a:cubicBezTo>
                    <a:cubicBezTo>
                      <a:pt x="12559" y="6625"/>
                      <a:pt x="12444" y="6586"/>
                      <a:pt x="12334" y="6545"/>
                    </a:cubicBezTo>
                    <a:cubicBezTo>
                      <a:pt x="11638" y="6306"/>
                      <a:pt x="10979" y="6061"/>
                      <a:pt x="10380" y="5811"/>
                    </a:cubicBezTo>
                    <a:cubicBezTo>
                      <a:pt x="10050" y="5674"/>
                      <a:pt x="9735" y="5535"/>
                      <a:pt x="9447" y="5398"/>
                    </a:cubicBezTo>
                    <a:cubicBezTo>
                      <a:pt x="9355" y="5357"/>
                      <a:pt x="9269" y="5314"/>
                      <a:pt x="9183" y="5269"/>
                    </a:cubicBezTo>
                    <a:cubicBezTo>
                      <a:pt x="8434" y="4896"/>
                      <a:pt x="7646" y="4477"/>
                      <a:pt x="6865" y="4047"/>
                    </a:cubicBezTo>
                    <a:cubicBezTo>
                      <a:pt x="6568" y="3886"/>
                      <a:pt x="6274" y="3720"/>
                      <a:pt x="5979" y="3556"/>
                    </a:cubicBezTo>
                    <a:cubicBezTo>
                      <a:pt x="4788" y="2889"/>
                      <a:pt x="3636" y="2214"/>
                      <a:pt x="2667" y="1633"/>
                    </a:cubicBezTo>
                    <a:cubicBezTo>
                      <a:pt x="2378" y="1459"/>
                      <a:pt x="2104" y="1296"/>
                      <a:pt x="1852" y="1142"/>
                    </a:cubicBezTo>
                    <a:cubicBezTo>
                      <a:pt x="729" y="459"/>
                      <a:pt x="1" y="1"/>
                      <a:pt x="1"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5" name="Google Shape;1385;p37"/>
              <p:cNvGrpSpPr/>
              <p:nvPr/>
            </p:nvGrpSpPr>
            <p:grpSpPr>
              <a:xfrm>
                <a:off x="413459" y="2802236"/>
                <a:ext cx="1235794" cy="707015"/>
                <a:chOff x="3347159" y="2353386"/>
                <a:chExt cx="1235794" cy="707015"/>
              </a:xfrm>
            </p:grpSpPr>
            <p:sp>
              <p:nvSpPr>
                <p:cNvPr id="1386" name="Google Shape;1386;p37"/>
                <p:cNvSpPr/>
                <p:nvPr/>
              </p:nvSpPr>
              <p:spPr>
                <a:xfrm>
                  <a:off x="3347159" y="2353386"/>
                  <a:ext cx="178785" cy="275036"/>
                </a:xfrm>
                <a:custGeom>
                  <a:rect b="b" l="l" r="r" t="t"/>
                  <a:pathLst>
                    <a:path extrusionOk="0" h="4532" w="2946">
                      <a:moveTo>
                        <a:pt x="281" y="0"/>
                      </a:moveTo>
                      <a:lnTo>
                        <a:pt x="1" y="3460"/>
                      </a:lnTo>
                      <a:cubicBezTo>
                        <a:pt x="316" y="3595"/>
                        <a:pt x="2119" y="4368"/>
                        <a:pt x="2501" y="4532"/>
                      </a:cubicBezTo>
                      <a:lnTo>
                        <a:pt x="2170" y="3360"/>
                      </a:lnTo>
                      <a:lnTo>
                        <a:pt x="2945" y="1578"/>
                      </a:lnTo>
                      <a:lnTo>
                        <a:pt x="2215" y="1150"/>
                      </a:lnTo>
                      <a:lnTo>
                        <a:pt x="1073" y="1565"/>
                      </a:lnTo>
                      <a:lnTo>
                        <a:pt x="1096" y="491"/>
                      </a:lnTo>
                      <a:cubicBezTo>
                        <a:pt x="807" y="317"/>
                        <a:pt x="533" y="154"/>
                        <a:pt x="281" y="0"/>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7"/>
                <p:cNvSpPr/>
                <p:nvPr/>
              </p:nvSpPr>
              <p:spPr>
                <a:xfrm>
                  <a:off x="3595253" y="2499888"/>
                  <a:ext cx="96797" cy="200572"/>
                </a:xfrm>
                <a:custGeom>
                  <a:rect b="b" l="l" r="r" t="t"/>
                  <a:pathLst>
                    <a:path extrusionOk="0" h="3305" w="1595">
                      <a:moveTo>
                        <a:pt x="320" y="0"/>
                      </a:moveTo>
                      <a:lnTo>
                        <a:pt x="128" y="657"/>
                      </a:lnTo>
                      <a:lnTo>
                        <a:pt x="1" y="2803"/>
                      </a:lnTo>
                      <a:cubicBezTo>
                        <a:pt x="381" y="2969"/>
                        <a:pt x="770" y="3139"/>
                        <a:pt x="1149" y="3305"/>
                      </a:cubicBezTo>
                      <a:lnTo>
                        <a:pt x="1595" y="1995"/>
                      </a:lnTo>
                      <a:lnTo>
                        <a:pt x="1402" y="1169"/>
                      </a:lnTo>
                      <a:cubicBezTo>
                        <a:pt x="1402" y="1169"/>
                        <a:pt x="1183" y="872"/>
                        <a:pt x="1206" y="491"/>
                      </a:cubicBezTo>
                      <a:cubicBezTo>
                        <a:pt x="909" y="330"/>
                        <a:pt x="615" y="164"/>
                        <a:pt x="320" y="0"/>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7"/>
                <p:cNvSpPr/>
                <p:nvPr/>
              </p:nvSpPr>
              <p:spPr>
                <a:xfrm>
                  <a:off x="3809603" y="2611251"/>
                  <a:ext cx="81989" cy="191287"/>
                </a:xfrm>
                <a:custGeom>
                  <a:rect b="b" l="l" r="r" t="t"/>
                  <a:pathLst>
                    <a:path extrusionOk="0" h="3152" w="1351">
                      <a:moveTo>
                        <a:pt x="254" y="1"/>
                      </a:moveTo>
                      <a:lnTo>
                        <a:pt x="37" y="573"/>
                      </a:lnTo>
                      <a:lnTo>
                        <a:pt x="254" y="1318"/>
                      </a:lnTo>
                      <a:lnTo>
                        <a:pt x="0" y="2452"/>
                      </a:lnTo>
                      <a:lnTo>
                        <a:pt x="20" y="2538"/>
                      </a:lnTo>
                      <a:cubicBezTo>
                        <a:pt x="213" y="2626"/>
                        <a:pt x="1174" y="3074"/>
                        <a:pt x="1350" y="3151"/>
                      </a:cubicBezTo>
                      <a:lnTo>
                        <a:pt x="1084" y="2548"/>
                      </a:lnTo>
                      <a:lnTo>
                        <a:pt x="1156" y="1351"/>
                      </a:lnTo>
                      <a:lnTo>
                        <a:pt x="1187" y="416"/>
                      </a:lnTo>
                      <a:cubicBezTo>
                        <a:pt x="857" y="277"/>
                        <a:pt x="542" y="140"/>
                        <a:pt x="254"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7"/>
                <p:cNvSpPr/>
                <p:nvPr/>
              </p:nvSpPr>
              <p:spPr>
                <a:xfrm>
                  <a:off x="3956105" y="2681285"/>
                  <a:ext cx="64875" cy="166466"/>
                </a:xfrm>
                <a:custGeom>
                  <a:rect b="b" l="l" r="r" t="t"/>
                  <a:pathLst>
                    <a:path extrusionOk="0" h="2743" w="1069">
                      <a:moveTo>
                        <a:pt x="729" y="0"/>
                      </a:moveTo>
                      <a:lnTo>
                        <a:pt x="0" y="457"/>
                      </a:lnTo>
                      <a:lnTo>
                        <a:pt x="33" y="2366"/>
                      </a:lnTo>
                      <a:lnTo>
                        <a:pt x="105" y="2507"/>
                      </a:lnTo>
                      <a:cubicBezTo>
                        <a:pt x="289" y="2580"/>
                        <a:pt x="479" y="2660"/>
                        <a:pt x="675" y="2742"/>
                      </a:cubicBezTo>
                      <a:lnTo>
                        <a:pt x="747" y="1844"/>
                      </a:lnTo>
                      <a:lnTo>
                        <a:pt x="974" y="453"/>
                      </a:lnTo>
                      <a:lnTo>
                        <a:pt x="1068" y="115"/>
                      </a:lnTo>
                      <a:lnTo>
                        <a:pt x="729"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7"/>
                <p:cNvSpPr/>
                <p:nvPr/>
              </p:nvSpPr>
              <p:spPr>
                <a:xfrm>
                  <a:off x="4121966" y="2730321"/>
                  <a:ext cx="132299" cy="184187"/>
                </a:xfrm>
                <a:custGeom>
                  <a:rect b="b" l="l" r="r" t="t"/>
                  <a:pathLst>
                    <a:path extrusionOk="0" h="3035" w="2180">
                      <a:moveTo>
                        <a:pt x="512" y="1"/>
                      </a:moveTo>
                      <a:lnTo>
                        <a:pt x="348" y="367"/>
                      </a:lnTo>
                      <a:lnTo>
                        <a:pt x="447" y="1639"/>
                      </a:lnTo>
                      <a:lnTo>
                        <a:pt x="1" y="2759"/>
                      </a:lnTo>
                      <a:cubicBezTo>
                        <a:pt x="234" y="2847"/>
                        <a:pt x="469" y="2943"/>
                        <a:pt x="706" y="3035"/>
                      </a:cubicBezTo>
                      <a:lnTo>
                        <a:pt x="1208" y="1322"/>
                      </a:lnTo>
                      <a:lnTo>
                        <a:pt x="2179" y="490"/>
                      </a:lnTo>
                      <a:cubicBezTo>
                        <a:pt x="1631" y="334"/>
                        <a:pt x="1071" y="170"/>
                        <a:pt x="512"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7"/>
                <p:cNvSpPr/>
                <p:nvPr/>
              </p:nvSpPr>
              <p:spPr>
                <a:xfrm>
                  <a:off x="4316654" y="2791798"/>
                  <a:ext cx="151537" cy="199480"/>
                </a:xfrm>
                <a:custGeom>
                  <a:rect b="b" l="l" r="r" t="t"/>
                  <a:pathLst>
                    <a:path extrusionOk="0" h="3287" w="2497">
                      <a:moveTo>
                        <a:pt x="888" y="0"/>
                      </a:moveTo>
                      <a:lnTo>
                        <a:pt x="281" y="692"/>
                      </a:lnTo>
                      <a:lnTo>
                        <a:pt x="1" y="1770"/>
                      </a:lnTo>
                      <a:lnTo>
                        <a:pt x="1" y="2979"/>
                      </a:lnTo>
                      <a:cubicBezTo>
                        <a:pt x="277" y="3082"/>
                        <a:pt x="547" y="3188"/>
                        <a:pt x="819" y="3286"/>
                      </a:cubicBezTo>
                      <a:cubicBezTo>
                        <a:pt x="919" y="2660"/>
                        <a:pt x="1001" y="1870"/>
                        <a:pt x="1001" y="1870"/>
                      </a:cubicBezTo>
                      <a:lnTo>
                        <a:pt x="2497" y="412"/>
                      </a:lnTo>
                      <a:lnTo>
                        <a:pt x="1099" y="58"/>
                      </a:lnTo>
                      <a:lnTo>
                        <a:pt x="888"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7"/>
                <p:cNvSpPr/>
                <p:nvPr/>
              </p:nvSpPr>
              <p:spPr>
                <a:xfrm>
                  <a:off x="4474989" y="2830881"/>
                  <a:ext cx="107963" cy="229520"/>
                </a:xfrm>
                <a:custGeom>
                  <a:rect b="b" l="l" r="r" t="t"/>
                  <a:pathLst>
                    <a:path extrusionOk="0" h="3782" w="1779">
                      <a:moveTo>
                        <a:pt x="827" y="1"/>
                      </a:moveTo>
                      <a:lnTo>
                        <a:pt x="0" y="1419"/>
                      </a:lnTo>
                      <a:lnTo>
                        <a:pt x="188" y="3141"/>
                      </a:lnTo>
                      <a:lnTo>
                        <a:pt x="203" y="3387"/>
                      </a:lnTo>
                      <a:cubicBezTo>
                        <a:pt x="573" y="3526"/>
                        <a:pt x="931" y="3659"/>
                        <a:pt x="1262" y="3782"/>
                      </a:cubicBezTo>
                      <a:lnTo>
                        <a:pt x="1107" y="2699"/>
                      </a:lnTo>
                      <a:lnTo>
                        <a:pt x="1778" y="1717"/>
                      </a:lnTo>
                      <a:lnTo>
                        <a:pt x="1690" y="207"/>
                      </a:lnTo>
                      <a:lnTo>
                        <a:pt x="827" y="1"/>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3" name="Google Shape;1393;p37"/>
              <p:cNvSpPr/>
              <p:nvPr/>
            </p:nvSpPr>
            <p:spPr>
              <a:xfrm>
                <a:off x="317875" y="3071631"/>
                <a:ext cx="1716243" cy="866132"/>
              </a:xfrm>
              <a:custGeom>
                <a:rect b="b" l="l" r="r" t="t"/>
                <a:pathLst>
                  <a:path extrusionOk="0" h="14272" w="28280">
                    <a:moveTo>
                      <a:pt x="5" y="1"/>
                    </a:moveTo>
                    <a:lnTo>
                      <a:pt x="1" y="5709"/>
                    </a:lnTo>
                    <a:cubicBezTo>
                      <a:pt x="1" y="5709"/>
                      <a:pt x="1249" y="6666"/>
                      <a:pt x="6220" y="6857"/>
                    </a:cubicBezTo>
                    <a:cubicBezTo>
                      <a:pt x="11192" y="7047"/>
                      <a:pt x="28279" y="14271"/>
                      <a:pt x="28279" y="14271"/>
                    </a:cubicBezTo>
                    <a:lnTo>
                      <a:pt x="26346" y="10257"/>
                    </a:lnTo>
                    <a:cubicBezTo>
                      <a:pt x="7826" y="6190"/>
                      <a:pt x="5" y="1"/>
                      <a:pt x="5"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7"/>
              <p:cNvSpPr/>
              <p:nvPr/>
            </p:nvSpPr>
            <p:spPr>
              <a:xfrm>
                <a:off x="318118" y="3280763"/>
                <a:ext cx="2003537" cy="822740"/>
              </a:xfrm>
              <a:custGeom>
                <a:rect b="b" l="l" r="r" t="t"/>
                <a:pathLst>
                  <a:path extrusionOk="0" h="13557" w="33014">
                    <a:moveTo>
                      <a:pt x="3" y="0"/>
                    </a:moveTo>
                    <a:lnTo>
                      <a:pt x="1" y="2680"/>
                    </a:lnTo>
                    <a:cubicBezTo>
                      <a:pt x="5193" y="3777"/>
                      <a:pt x="17692" y="9233"/>
                      <a:pt x="25810" y="12855"/>
                    </a:cubicBezTo>
                    <a:cubicBezTo>
                      <a:pt x="27269" y="13505"/>
                      <a:pt x="33014" y="13557"/>
                      <a:pt x="33014" y="13557"/>
                    </a:cubicBezTo>
                    <a:lnTo>
                      <a:pt x="28247" y="10762"/>
                    </a:lnTo>
                    <a:cubicBezTo>
                      <a:pt x="14122" y="7208"/>
                      <a:pt x="3" y="0"/>
                      <a:pt x="3"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7"/>
              <p:cNvSpPr/>
              <p:nvPr/>
            </p:nvSpPr>
            <p:spPr>
              <a:xfrm>
                <a:off x="780744" y="3548156"/>
                <a:ext cx="18570" cy="20998"/>
              </a:xfrm>
              <a:custGeom>
                <a:rect b="b" l="l" r="r" t="t"/>
                <a:pathLst>
                  <a:path extrusionOk="0" h="346" w="306">
                    <a:moveTo>
                      <a:pt x="94" y="0"/>
                    </a:moveTo>
                    <a:cubicBezTo>
                      <a:pt x="90" y="0"/>
                      <a:pt x="86" y="0"/>
                      <a:pt x="83" y="1"/>
                    </a:cubicBezTo>
                    <a:cubicBezTo>
                      <a:pt x="19" y="9"/>
                      <a:pt x="1" y="95"/>
                      <a:pt x="40" y="189"/>
                    </a:cubicBezTo>
                    <a:cubicBezTo>
                      <a:pt x="74" y="277"/>
                      <a:pt x="152" y="346"/>
                      <a:pt x="212" y="346"/>
                    </a:cubicBezTo>
                    <a:cubicBezTo>
                      <a:pt x="216" y="346"/>
                      <a:pt x="220" y="345"/>
                      <a:pt x="224" y="345"/>
                    </a:cubicBezTo>
                    <a:cubicBezTo>
                      <a:pt x="285" y="335"/>
                      <a:pt x="306" y="253"/>
                      <a:pt x="267" y="159"/>
                    </a:cubicBezTo>
                    <a:cubicBezTo>
                      <a:pt x="230" y="70"/>
                      <a:pt x="154" y="0"/>
                      <a:pt x="94" y="0"/>
                    </a:cubicBezTo>
                    <a:close/>
                  </a:path>
                </a:pathLst>
              </a:custGeom>
              <a:solidFill>
                <a:srgbClr val="EBCB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6" name="Google Shape;1396;p37"/>
              <p:cNvGrpSpPr/>
              <p:nvPr/>
            </p:nvGrpSpPr>
            <p:grpSpPr>
              <a:xfrm>
                <a:off x="351678" y="3348248"/>
                <a:ext cx="1781685" cy="709506"/>
                <a:chOff x="3285378" y="2899398"/>
                <a:chExt cx="1781685" cy="709506"/>
              </a:xfrm>
            </p:grpSpPr>
            <p:sp>
              <p:nvSpPr>
                <p:cNvPr id="1397" name="Google Shape;1397;p37"/>
                <p:cNvSpPr/>
                <p:nvPr/>
              </p:nvSpPr>
              <p:spPr>
                <a:xfrm>
                  <a:off x="3530195" y="2989885"/>
                  <a:ext cx="19966" cy="22940"/>
                </a:xfrm>
                <a:custGeom>
                  <a:rect b="b" l="l" r="r" t="t"/>
                  <a:pathLst>
                    <a:path extrusionOk="0" h="378" w="329">
                      <a:moveTo>
                        <a:pt x="101" y="0"/>
                      </a:moveTo>
                      <a:cubicBezTo>
                        <a:pt x="72" y="0"/>
                        <a:pt x="48" y="14"/>
                        <a:pt x="33" y="41"/>
                      </a:cubicBezTo>
                      <a:cubicBezTo>
                        <a:pt x="1" y="104"/>
                        <a:pt x="31" y="223"/>
                        <a:pt x="103" y="307"/>
                      </a:cubicBezTo>
                      <a:cubicBezTo>
                        <a:pt x="144" y="353"/>
                        <a:pt x="190" y="378"/>
                        <a:pt x="228" y="378"/>
                      </a:cubicBezTo>
                      <a:cubicBezTo>
                        <a:pt x="256" y="378"/>
                        <a:pt x="280" y="364"/>
                        <a:pt x="295" y="337"/>
                      </a:cubicBezTo>
                      <a:cubicBezTo>
                        <a:pt x="328" y="274"/>
                        <a:pt x="297" y="155"/>
                        <a:pt x="226" y="71"/>
                      </a:cubicBezTo>
                      <a:cubicBezTo>
                        <a:pt x="185" y="24"/>
                        <a:pt x="139" y="0"/>
                        <a:pt x="1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7"/>
                <p:cNvSpPr/>
                <p:nvPr/>
              </p:nvSpPr>
              <p:spPr>
                <a:xfrm>
                  <a:off x="3622744" y="3052758"/>
                  <a:ext cx="12744" cy="16325"/>
                </a:xfrm>
                <a:custGeom>
                  <a:rect b="b" l="l" r="r" t="t"/>
                  <a:pathLst>
                    <a:path extrusionOk="0" h="269" w="210">
                      <a:moveTo>
                        <a:pt x="59" y="1"/>
                      </a:moveTo>
                      <a:cubicBezTo>
                        <a:pt x="25" y="1"/>
                        <a:pt x="0" y="28"/>
                        <a:pt x="2" y="77"/>
                      </a:cubicBezTo>
                      <a:cubicBezTo>
                        <a:pt x="6" y="142"/>
                        <a:pt x="51" y="224"/>
                        <a:pt x="108" y="255"/>
                      </a:cubicBezTo>
                      <a:cubicBezTo>
                        <a:pt x="124" y="264"/>
                        <a:pt x="138" y="269"/>
                        <a:pt x="151" y="269"/>
                      </a:cubicBezTo>
                      <a:cubicBezTo>
                        <a:pt x="186" y="269"/>
                        <a:pt x="209" y="238"/>
                        <a:pt x="207" y="191"/>
                      </a:cubicBezTo>
                      <a:cubicBezTo>
                        <a:pt x="204" y="126"/>
                        <a:pt x="159" y="44"/>
                        <a:pt x="102" y="13"/>
                      </a:cubicBezTo>
                      <a:cubicBezTo>
                        <a:pt x="87" y="5"/>
                        <a:pt x="72" y="1"/>
                        <a:pt x="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7"/>
                <p:cNvSpPr/>
                <p:nvPr/>
              </p:nvSpPr>
              <p:spPr>
                <a:xfrm>
                  <a:off x="3573587" y="3052758"/>
                  <a:ext cx="12623" cy="16325"/>
                </a:xfrm>
                <a:custGeom>
                  <a:rect b="b" l="l" r="r" t="t"/>
                  <a:pathLst>
                    <a:path extrusionOk="0" h="269" w="208">
                      <a:moveTo>
                        <a:pt x="58" y="1"/>
                      </a:moveTo>
                      <a:cubicBezTo>
                        <a:pt x="23" y="1"/>
                        <a:pt x="0" y="28"/>
                        <a:pt x="2" y="77"/>
                      </a:cubicBezTo>
                      <a:cubicBezTo>
                        <a:pt x="4" y="142"/>
                        <a:pt x="51" y="224"/>
                        <a:pt x="106" y="255"/>
                      </a:cubicBezTo>
                      <a:cubicBezTo>
                        <a:pt x="122" y="264"/>
                        <a:pt x="137" y="269"/>
                        <a:pt x="150" y="269"/>
                      </a:cubicBezTo>
                      <a:cubicBezTo>
                        <a:pt x="185" y="269"/>
                        <a:pt x="208" y="238"/>
                        <a:pt x="206" y="191"/>
                      </a:cubicBezTo>
                      <a:cubicBezTo>
                        <a:pt x="204" y="126"/>
                        <a:pt x="157" y="44"/>
                        <a:pt x="102" y="13"/>
                      </a:cubicBezTo>
                      <a:cubicBezTo>
                        <a:pt x="86" y="5"/>
                        <a:pt x="71" y="1"/>
                        <a:pt x="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7"/>
                <p:cNvSpPr/>
                <p:nvPr/>
              </p:nvSpPr>
              <p:spPr>
                <a:xfrm>
                  <a:off x="4167664" y="3271114"/>
                  <a:ext cx="23547" cy="28887"/>
                </a:xfrm>
                <a:custGeom>
                  <a:rect b="b" l="l" r="r" t="t"/>
                  <a:pathLst>
                    <a:path extrusionOk="0" h="476" w="388">
                      <a:moveTo>
                        <a:pt x="111" y="1"/>
                      </a:moveTo>
                      <a:cubicBezTo>
                        <a:pt x="57" y="1"/>
                        <a:pt x="17" y="39"/>
                        <a:pt x="11" y="110"/>
                      </a:cubicBezTo>
                      <a:cubicBezTo>
                        <a:pt x="0" y="221"/>
                        <a:pt x="72" y="368"/>
                        <a:pt x="174" y="437"/>
                      </a:cubicBezTo>
                      <a:cubicBezTo>
                        <a:pt x="210" y="463"/>
                        <a:pt x="245" y="475"/>
                        <a:pt x="276" y="475"/>
                      </a:cubicBezTo>
                      <a:cubicBezTo>
                        <a:pt x="330" y="475"/>
                        <a:pt x="370" y="437"/>
                        <a:pt x="377" y="366"/>
                      </a:cubicBezTo>
                      <a:cubicBezTo>
                        <a:pt x="387" y="255"/>
                        <a:pt x="316" y="108"/>
                        <a:pt x="213" y="39"/>
                      </a:cubicBezTo>
                      <a:cubicBezTo>
                        <a:pt x="176" y="13"/>
                        <a:pt x="141" y="1"/>
                        <a:pt x="1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7"/>
                <p:cNvSpPr/>
                <p:nvPr/>
              </p:nvSpPr>
              <p:spPr>
                <a:xfrm>
                  <a:off x="4422191" y="3352982"/>
                  <a:ext cx="19299" cy="22333"/>
                </a:xfrm>
                <a:custGeom>
                  <a:rect b="b" l="l" r="r" t="t"/>
                  <a:pathLst>
                    <a:path extrusionOk="0" h="368" w="318">
                      <a:moveTo>
                        <a:pt x="96" y="0"/>
                      </a:moveTo>
                      <a:cubicBezTo>
                        <a:pt x="61" y="0"/>
                        <a:pt x="32" y="20"/>
                        <a:pt x="21" y="60"/>
                      </a:cubicBezTo>
                      <a:cubicBezTo>
                        <a:pt x="1" y="136"/>
                        <a:pt x="44" y="255"/>
                        <a:pt x="121" y="320"/>
                      </a:cubicBezTo>
                      <a:cubicBezTo>
                        <a:pt x="156" y="352"/>
                        <a:pt x="192" y="368"/>
                        <a:pt x="222" y="368"/>
                      </a:cubicBezTo>
                      <a:cubicBezTo>
                        <a:pt x="258" y="368"/>
                        <a:pt x="286" y="347"/>
                        <a:pt x="297" y="306"/>
                      </a:cubicBezTo>
                      <a:cubicBezTo>
                        <a:pt x="318" y="228"/>
                        <a:pt x="271" y="113"/>
                        <a:pt x="197" y="44"/>
                      </a:cubicBezTo>
                      <a:cubicBezTo>
                        <a:pt x="162" y="15"/>
                        <a:pt x="127" y="0"/>
                        <a:pt x="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7"/>
                <p:cNvSpPr/>
                <p:nvPr/>
              </p:nvSpPr>
              <p:spPr>
                <a:xfrm>
                  <a:off x="3540026" y="2998867"/>
                  <a:ext cx="24154" cy="27795"/>
                </a:xfrm>
                <a:custGeom>
                  <a:rect b="b" l="l" r="r" t="t"/>
                  <a:pathLst>
                    <a:path extrusionOk="0" h="458" w="398">
                      <a:moveTo>
                        <a:pt x="117" y="0"/>
                      </a:moveTo>
                      <a:cubicBezTo>
                        <a:pt x="106" y="0"/>
                        <a:pt x="96" y="2"/>
                        <a:pt x="86" y="5"/>
                      </a:cubicBezTo>
                      <a:cubicBezTo>
                        <a:pt x="11" y="34"/>
                        <a:pt x="0" y="156"/>
                        <a:pt x="62" y="279"/>
                      </a:cubicBezTo>
                      <a:cubicBezTo>
                        <a:pt x="115" y="386"/>
                        <a:pt x="208" y="458"/>
                        <a:pt x="280" y="458"/>
                      </a:cubicBezTo>
                      <a:cubicBezTo>
                        <a:pt x="290" y="458"/>
                        <a:pt x="300" y="456"/>
                        <a:pt x="309" y="453"/>
                      </a:cubicBezTo>
                      <a:cubicBezTo>
                        <a:pt x="383" y="424"/>
                        <a:pt x="397" y="302"/>
                        <a:pt x="336" y="179"/>
                      </a:cubicBezTo>
                      <a:cubicBezTo>
                        <a:pt x="282" y="72"/>
                        <a:pt x="190" y="0"/>
                        <a:pt x="1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7"/>
                <p:cNvSpPr/>
                <p:nvPr/>
              </p:nvSpPr>
              <p:spPr>
                <a:xfrm>
                  <a:off x="3818161" y="3122367"/>
                  <a:ext cx="21908" cy="25792"/>
                </a:xfrm>
                <a:custGeom>
                  <a:rect b="b" l="l" r="r" t="t"/>
                  <a:pathLst>
                    <a:path extrusionOk="0" h="425" w="361">
                      <a:moveTo>
                        <a:pt x="107" y="0"/>
                      </a:moveTo>
                      <a:cubicBezTo>
                        <a:pt x="95" y="0"/>
                        <a:pt x="83" y="3"/>
                        <a:pt x="72" y="8"/>
                      </a:cubicBezTo>
                      <a:cubicBezTo>
                        <a:pt x="4" y="38"/>
                        <a:pt x="0" y="157"/>
                        <a:pt x="62" y="272"/>
                      </a:cubicBezTo>
                      <a:cubicBezTo>
                        <a:pt x="112" y="365"/>
                        <a:pt x="193" y="425"/>
                        <a:pt x="255" y="425"/>
                      </a:cubicBezTo>
                      <a:cubicBezTo>
                        <a:pt x="268" y="425"/>
                        <a:pt x="280" y="422"/>
                        <a:pt x="291" y="417"/>
                      </a:cubicBezTo>
                      <a:cubicBezTo>
                        <a:pt x="358" y="384"/>
                        <a:pt x="360" y="266"/>
                        <a:pt x="301" y="153"/>
                      </a:cubicBezTo>
                      <a:cubicBezTo>
                        <a:pt x="250" y="60"/>
                        <a:pt x="169" y="0"/>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7"/>
                <p:cNvSpPr/>
                <p:nvPr/>
              </p:nvSpPr>
              <p:spPr>
                <a:xfrm>
                  <a:off x="4862727" y="3513928"/>
                  <a:ext cx="17296" cy="21847"/>
                </a:xfrm>
                <a:custGeom>
                  <a:rect b="b" l="l" r="r" t="t"/>
                  <a:pathLst>
                    <a:path extrusionOk="0" h="360" w="285">
                      <a:moveTo>
                        <a:pt x="82" y="1"/>
                      </a:moveTo>
                      <a:cubicBezTo>
                        <a:pt x="36" y="1"/>
                        <a:pt x="5" y="35"/>
                        <a:pt x="5" y="97"/>
                      </a:cubicBezTo>
                      <a:cubicBezTo>
                        <a:pt x="1" y="183"/>
                        <a:pt x="64" y="293"/>
                        <a:pt x="140" y="338"/>
                      </a:cubicBezTo>
                      <a:cubicBezTo>
                        <a:pt x="164" y="353"/>
                        <a:pt x="187" y="360"/>
                        <a:pt x="207" y="360"/>
                      </a:cubicBezTo>
                      <a:cubicBezTo>
                        <a:pt x="251" y="360"/>
                        <a:pt x="281" y="326"/>
                        <a:pt x="283" y="264"/>
                      </a:cubicBezTo>
                      <a:cubicBezTo>
                        <a:pt x="285" y="176"/>
                        <a:pt x="224" y="68"/>
                        <a:pt x="148" y="21"/>
                      </a:cubicBezTo>
                      <a:cubicBezTo>
                        <a:pt x="124" y="7"/>
                        <a:pt x="102" y="1"/>
                        <a:pt x="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7"/>
                <p:cNvSpPr/>
                <p:nvPr/>
              </p:nvSpPr>
              <p:spPr>
                <a:xfrm>
                  <a:off x="4719320" y="3451115"/>
                  <a:ext cx="17296" cy="21847"/>
                </a:xfrm>
                <a:custGeom>
                  <a:rect b="b" l="l" r="r" t="t"/>
                  <a:pathLst>
                    <a:path extrusionOk="0" h="360" w="285">
                      <a:moveTo>
                        <a:pt x="80" y="0"/>
                      </a:moveTo>
                      <a:cubicBezTo>
                        <a:pt x="36" y="0"/>
                        <a:pt x="6" y="34"/>
                        <a:pt x="5" y="94"/>
                      </a:cubicBezTo>
                      <a:cubicBezTo>
                        <a:pt x="1" y="182"/>
                        <a:pt x="64" y="291"/>
                        <a:pt x="140" y="338"/>
                      </a:cubicBezTo>
                      <a:cubicBezTo>
                        <a:pt x="164" y="353"/>
                        <a:pt x="187" y="360"/>
                        <a:pt x="207" y="360"/>
                      </a:cubicBezTo>
                      <a:cubicBezTo>
                        <a:pt x="251" y="360"/>
                        <a:pt x="281" y="326"/>
                        <a:pt x="283" y="264"/>
                      </a:cubicBezTo>
                      <a:cubicBezTo>
                        <a:pt x="285" y="176"/>
                        <a:pt x="224" y="68"/>
                        <a:pt x="148" y="21"/>
                      </a:cubicBezTo>
                      <a:cubicBezTo>
                        <a:pt x="123" y="7"/>
                        <a:pt x="100" y="0"/>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7"/>
                <p:cNvSpPr/>
                <p:nvPr/>
              </p:nvSpPr>
              <p:spPr>
                <a:xfrm>
                  <a:off x="4846280" y="3484979"/>
                  <a:ext cx="20694" cy="23668"/>
                </a:xfrm>
                <a:custGeom>
                  <a:rect b="b" l="l" r="r" t="t"/>
                  <a:pathLst>
                    <a:path extrusionOk="0" h="390" w="341">
                      <a:moveTo>
                        <a:pt x="98" y="0"/>
                      </a:moveTo>
                      <a:cubicBezTo>
                        <a:pt x="30" y="0"/>
                        <a:pt x="1" y="82"/>
                        <a:pt x="32" y="187"/>
                      </a:cubicBezTo>
                      <a:cubicBezTo>
                        <a:pt x="67" y="293"/>
                        <a:pt x="157" y="385"/>
                        <a:pt x="233" y="390"/>
                      </a:cubicBezTo>
                      <a:cubicBezTo>
                        <a:pt x="234" y="390"/>
                        <a:pt x="236" y="390"/>
                        <a:pt x="238" y="390"/>
                      </a:cubicBezTo>
                      <a:cubicBezTo>
                        <a:pt x="310" y="390"/>
                        <a:pt x="340" y="307"/>
                        <a:pt x="306" y="201"/>
                      </a:cubicBezTo>
                      <a:cubicBezTo>
                        <a:pt x="269" y="95"/>
                        <a:pt x="182" y="3"/>
                        <a:pt x="106" y="1"/>
                      </a:cubicBezTo>
                      <a:cubicBezTo>
                        <a:pt x="103" y="1"/>
                        <a:pt x="101" y="0"/>
                        <a:pt x="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7"/>
                <p:cNvSpPr/>
                <p:nvPr/>
              </p:nvSpPr>
              <p:spPr>
                <a:xfrm>
                  <a:off x="4973422" y="3586511"/>
                  <a:ext cx="13715" cy="16082"/>
                </a:xfrm>
                <a:custGeom>
                  <a:rect b="b" l="l" r="r" t="t"/>
                  <a:pathLst>
                    <a:path extrusionOk="0" h="265" w="226">
                      <a:moveTo>
                        <a:pt x="69" y="1"/>
                      </a:moveTo>
                      <a:cubicBezTo>
                        <a:pt x="21" y="1"/>
                        <a:pt x="1" y="50"/>
                        <a:pt x="20" y="120"/>
                      </a:cubicBezTo>
                      <a:cubicBezTo>
                        <a:pt x="40" y="192"/>
                        <a:pt x="98" y="255"/>
                        <a:pt x="149" y="263"/>
                      </a:cubicBezTo>
                      <a:cubicBezTo>
                        <a:pt x="152" y="264"/>
                        <a:pt x="155" y="264"/>
                        <a:pt x="159" y="264"/>
                      </a:cubicBezTo>
                      <a:cubicBezTo>
                        <a:pt x="203" y="264"/>
                        <a:pt x="225" y="211"/>
                        <a:pt x="208" y="145"/>
                      </a:cubicBezTo>
                      <a:cubicBezTo>
                        <a:pt x="188" y="73"/>
                        <a:pt x="132" y="10"/>
                        <a:pt x="77" y="1"/>
                      </a:cubicBezTo>
                      <a:cubicBezTo>
                        <a:pt x="74" y="1"/>
                        <a:pt x="71" y="1"/>
                        <a:pt x="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7"/>
                <p:cNvSpPr/>
                <p:nvPr/>
              </p:nvSpPr>
              <p:spPr>
                <a:xfrm>
                  <a:off x="4894770" y="3518843"/>
                  <a:ext cx="26642" cy="30526"/>
                </a:xfrm>
                <a:custGeom>
                  <a:rect b="b" l="l" r="r" t="t"/>
                  <a:pathLst>
                    <a:path extrusionOk="0" h="503" w="439">
                      <a:moveTo>
                        <a:pt x="134" y="1"/>
                      </a:moveTo>
                      <a:cubicBezTo>
                        <a:pt x="108" y="1"/>
                        <a:pt x="84" y="9"/>
                        <a:pt x="64" y="28"/>
                      </a:cubicBezTo>
                      <a:cubicBezTo>
                        <a:pt x="0" y="89"/>
                        <a:pt x="19" y="241"/>
                        <a:pt x="103" y="363"/>
                      </a:cubicBezTo>
                      <a:cubicBezTo>
                        <a:pt x="162" y="452"/>
                        <a:pt x="241" y="502"/>
                        <a:pt x="305" y="502"/>
                      </a:cubicBezTo>
                      <a:cubicBezTo>
                        <a:pt x="332" y="502"/>
                        <a:pt x="356" y="494"/>
                        <a:pt x="375" y="476"/>
                      </a:cubicBezTo>
                      <a:cubicBezTo>
                        <a:pt x="438" y="415"/>
                        <a:pt x="420" y="263"/>
                        <a:pt x="336" y="140"/>
                      </a:cubicBezTo>
                      <a:cubicBezTo>
                        <a:pt x="277" y="52"/>
                        <a:pt x="199" y="1"/>
                        <a:pt x="1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7"/>
                <p:cNvSpPr/>
                <p:nvPr/>
              </p:nvSpPr>
              <p:spPr>
                <a:xfrm>
                  <a:off x="4755187" y="3520543"/>
                  <a:ext cx="26642" cy="30465"/>
                </a:xfrm>
                <a:custGeom>
                  <a:rect b="b" l="l" r="r" t="t"/>
                  <a:pathLst>
                    <a:path extrusionOk="0" h="502" w="439">
                      <a:moveTo>
                        <a:pt x="136" y="1"/>
                      </a:moveTo>
                      <a:cubicBezTo>
                        <a:pt x="110" y="1"/>
                        <a:pt x="86" y="10"/>
                        <a:pt x="66" y="29"/>
                      </a:cubicBezTo>
                      <a:cubicBezTo>
                        <a:pt x="1" y="90"/>
                        <a:pt x="19" y="239"/>
                        <a:pt x="103" y="362"/>
                      </a:cubicBezTo>
                      <a:cubicBezTo>
                        <a:pt x="164" y="452"/>
                        <a:pt x="241" y="501"/>
                        <a:pt x="304" y="501"/>
                      </a:cubicBezTo>
                      <a:cubicBezTo>
                        <a:pt x="331" y="501"/>
                        <a:pt x="355" y="493"/>
                        <a:pt x="375" y="475"/>
                      </a:cubicBezTo>
                      <a:cubicBezTo>
                        <a:pt x="439" y="413"/>
                        <a:pt x="420" y="262"/>
                        <a:pt x="336" y="141"/>
                      </a:cubicBezTo>
                      <a:cubicBezTo>
                        <a:pt x="277" y="52"/>
                        <a:pt x="200" y="1"/>
                        <a:pt x="1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7"/>
                <p:cNvSpPr/>
                <p:nvPr/>
              </p:nvSpPr>
              <p:spPr>
                <a:xfrm>
                  <a:off x="3885767" y="3155199"/>
                  <a:ext cx="19481" cy="22636"/>
                </a:xfrm>
                <a:custGeom>
                  <a:rect b="b" l="l" r="r" t="t"/>
                  <a:pathLst>
                    <a:path extrusionOk="0" h="373" w="321">
                      <a:moveTo>
                        <a:pt x="100" y="0"/>
                      </a:moveTo>
                      <a:cubicBezTo>
                        <a:pt x="32" y="0"/>
                        <a:pt x="1" y="71"/>
                        <a:pt x="30" y="169"/>
                      </a:cubicBezTo>
                      <a:cubicBezTo>
                        <a:pt x="56" y="271"/>
                        <a:pt x="138" y="363"/>
                        <a:pt x="214" y="371"/>
                      </a:cubicBezTo>
                      <a:cubicBezTo>
                        <a:pt x="218" y="372"/>
                        <a:pt x="223" y="372"/>
                        <a:pt x="227" y="372"/>
                      </a:cubicBezTo>
                      <a:cubicBezTo>
                        <a:pt x="292" y="372"/>
                        <a:pt x="321" y="299"/>
                        <a:pt x="296" y="203"/>
                      </a:cubicBezTo>
                      <a:cubicBezTo>
                        <a:pt x="267" y="101"/>
                        <a:pt x="185" y="13"/>
                        <a:pt x="112" y="1"/>
                      </a:cubicBezTo>
                      <a:cubicBezTo>
                        <a:pt x="108" y="0"/>
                        <a:pt x="104" y="0"/>
                        <a:pt x="1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7"/>
                <p:cNvSpPr/>
                <p:nvPr/>
              </p:nvSpPr>
              <p:spPr>
                <a:xfrm>
                  <a:off x="4300632" y="3351162"/>
                  <a:ext cx="23789" cy="27795"/>
                </a:xfrm>
                <a:custGeom>
                  <a:rect b="b" l="l" r="r" t="t"/>
                  <a:pathLst>
                    <a:path extrusionOk="0" h="458" w="392">
                      <a:moveTo>
                        <a:pt x="119" y="1"/>
                      </a:moveTo>
                      <a:cubicBezTo>
                        <a:pt x="78" y="1"/>
                        <a:pt x="45" y="25"/>
                        <a:pt x="29" y="72"/>
                      </a:cubicBezTo>
                      <a:cubicBezTo>
                        <a:pt x="1" y="162"/>
                        <a:pt x="52" y="307"/>
                        <a:pt x="144" y="393"/>
                      </a:cubicBezTo>
                      <a:cubicBezTo>
                        <a:pt x="189" y="436"/>
                        <a:pt x="236" y="458"/>
                        <a:pt x="275" y="458"/>
                      </a:cubicBezTo>
                      <a:cubicBezTo>
                        <a:pt x="317" y="458"/>
                        <a:pt x="350" y="434"/>
                        <a:pt x="365" y="387"/>
                      </a:cubicBezTo>
                      <a:cubicBezTo>
                        <a:pt x="391" y="297"/>
                        <a:pt x="340" y="152"/>
                        <a:pt x="248" y="64"/>
                      </a:cubicBezTo>
                      <a:cubicBezTo>
                        <a:pt x="203" y="22"/>
                        <a:pt x="158" y="1"/>
                        <a:pt x="1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7"/>
                <p:cNvSpPr/>
                <p:nvPr/>
              </p:nvSpPr>
              <p:spPr>
                <a:xfrm>
                  <a:off x="4581376" y="3468533"/>
                  <a:ext cx="23911" cy="27613"/>
                </a:xfrm>
                <a:custGeom>
                  <a:rect b="b" l="l" r="r" t="t"/>
                  <a:pathLst>
                    <a:path extrusionOk="0" h="455" w="394">
                      <a:moveTo>
                        <a:pt x="120" y="1"/>
                      </a:moveTo>
                      <a:cubicBezTo>
                        <a:pt x="78" y="1"/>
                        <a:pt x="44" y="24"/>
                        <a:pt x="29" y="69"/>
                      </a:cubicBezTo>
                      <a:cubicBezTo>
                        <a:pt x="0" y="157"/>
                        <a:pt x="52" y="305"/>
                        <a:pt x="144" y="390"/>
                      </a:cubicBezTo>
                      <a:cubicBezTo>
                        <a:pt x="188" y="433"/>
                        <a:pt x="235" y="455"/>
                        <a:pt x="275" y="455"/>
                      </a:cubicBezTo>
                      <a:cubicBezTo>
                        <a:pt x="316" y="455"/>
                        <a:pt x="350" y="431"/>
                        <a:pt x="365" y="382"/>
                      </a:cubicBezTo>
                      <a:cubicBezTo>
                        <a:pt x="393" y="294"/>
                        <a:pt x="342" y="147"/>
                        <a:pt x="250" y="61"/>
                      </a:cubicBezTo>
                      <a:cubicBezTo>
                        <a:pt x="206" y="21"/>
                        <a:pt x="159" y="1"/>
                        <a:pt x="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7"/>
                <p:cNvSpPr/>
                <p:nvPr/>
              </p:nvSpPr>
              <p:spPr>
                <a:xfrm>
                  <a:off x="5041029" y="3578439"/>
                  <a:ext cx="26035" cy="30465"/>
                </a:xfrm>
                <a:custGeom>
                  <a:rect b="b" l="l" r="r" t="t"/>
                  <a:pathLst>
                    <a:path extrusionOk="0" h="502" w="429">
                      <a:moveTo>
                        <a:pt x="127" y="1"/>
                      </a:moveTo>
                      <a:cubicBezTo>
                        <a:pt x="112" y="1"/>
                        <a:pt x="98" y="3"/>
                        <a:pt x="84" y="10"/>
                      </a:cubicBezTo>
                      <a:cubicBezTo>
                        <a:pt x="5" y="46"/>
                        <a:pt x="0" y="183"/>
                        <a:pt x="68" y="316"/>
                      </a:cubicBezTo>
                      <a:cubicBezTo>
                        <a:pt x="128" y="427"/>
                        <a:pt x="223" y="501"/>
                        <a:pt x="299" y="501"/>
                      </a:cubicBezTo>
                      <a:cubicBezTo>
                        <a:pt x="315" y="501"/>
                        <a:pt x="329" y="498"/>
                        <a:pt x="342" y="492"/>
                      </a:cubicBezTo>
                      <a:cubicBezTo>
                        <a:pt x="422" y="458"/>
                        <a:pt x="428" y="318"/>
                        <a:pt x="359" y="185"/>
                      </a:cubicBezTo>
                      <a:cubicBezTo>
                        <a:pt x="299" y="74"/>
                        <a:pt x="203" y="1"/>
                        <a:pt x="1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7"/>
                <p:cNvSpPr/>
                <p:nvPr/>
              </p:nvSpPr>
              <p:spPr>
                <a:xfrm>
                  <a:off x="4858236" y="3563267"/>
                  <a:ext cx="26156" cy="30465"/>
                </a:xfrm>
                <a:custGeom>
                  <a:rect b="b" l="l" r="r" t="t"/>
                  <a:pathLst>
                    <a:path extrusionOk="0" h="502" w="431">
                      <a:moveTo>
                        <a:pt x="129" y="1"/>
                      </a:moveTo>
                      <a:cubicBezTo>
                        <a:pt x="114" y="1"/>
                        <a:pt x="100" y="4"/>
                        <a:pt x="87" y="10"/>
                      </a:cubicBezTo>
                      <a:cubicBezTo>
                        <a:pt x="9" y="45"/>
                        <a:pt x="1" y="182"/>
                        <a:pt x="70" y="317"/>
                      </a:cubicBezTo>
                      <a:cubicBezTo>
                        <a:pt x="131" y="428"/>
                        <a:pt x="227" y="501"/>
                        <a:pt x="303" y="501"/>
                      </a:cubicBezTo>
                      <a:cubicBezTo>
                        <a:pt x="318" y="501"/>
                        <a:pt x="332" y="498"/>
                        <a:pt x="345" y="493"/>
                      </a:cubicBezTo>
                      <a:cubicBezTo>
                        <a:pt x="424" y="456"/>
                        <a:pt x="431" y="319"/>
                        <a:pt x="359" y="186"/>
                      </a:cubicBezTo>
                      <a:cubicBezTo>
                        <a:pt x="299" y="75"/>
                        <a:pt x="204" y="1"/>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7"/>
                <p:cNvSpPr/>
                <p:nvPr/>
              </p:nvSpPr>
              <p:spPr>
                <a:xfrm>
                  <a:off x="4007022" y="3198045"/>
                  <a:ext cx="14322" cy="16568"/>
                </a:xfrm>
                <a:custGeom>
                  <a:rect b="b" l="l" r="r" t="t"/>
                  <a:pathLst>
                    <a:path extrusionOk="0" h="273" w="236">
                      <a:moveTo>
                        <a:pt x="70" y="1"/>
                      </a:moveTo>
                      <a:cubicBezTo>
                        <a:pt x="18" y="5"/>
                        <a:pt x="0" y="62"/>
                        <a:pt x="27" y="140"/>
                      </a:cubicBezTo>
                      <a:cubicBezTo>
                        <a:pt x="51" y="213"/>
                        <a:pt x="115" y="273"/>
                        <a:pt x="166" y="273"/>
                      </a:cubicBezTo>
                      <a:cubicBezTo>
                        <a:pt x="217" y="271"/>
                        <a:pt x="235" y="209"/>
                        <a:pt x="211" y="134"/>
                      </a:cubicBezTo>
                      <a:cubicBezTo>
                        <a:pt x="182" y="60"/>
                        <a:pt x="121" y="1"/>
                        <a:pt x="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7"/>
                <p:cNvSpPr/>
                <p:nvPr/>
              </p:nvSpPr>
              <p:spPr>
                <a:xfrm>
                  <a:off x="4116747" y="3224263"/>
                  <a:ext cx="23061" cy="26581"/>
                </a:xfrm>
                <a:custGeom>
                  <a:rect b="b" l="l" r="r" t="t"/>
                  <a:pathLst>
                    <a:path extrusionOk="0" h="438" w="380">
                      <a:moveTo>
                        <a:pt x="114" y="0"/>
                      </a:moveTo>
                      <a:cubicBezTo>
                        <a:pt x="95" y="0"/>
                        <a:pt x="77" y="6"/>
                        <a:pt x="62" y="17"/>
                      </a:cubicBezTo>
                      <a:cubicBezTo>
                        <a:pt x="1" y="64"/>
                        <a:pt x="9" y="191"/>
                        <a:pt x="80" y="303"/>
                      </a:cubicBezTo>
                      <a:cubicBezTo>
                        <a:pt x="135" y="387"/>
                        <a:pt x="208" y="438"/>
                        <a:pt x="267" y="438"/>
                      </a:cubicBezTo>
                      <a:cubicBezTo>
                        <a:pt x="286" y="438"/>
                        <a:pt x="303" y="433"/>
                        <a:pt x="318" y="422"/>
                      </a:cubicBezTo>
                      <a:cubicBezTo>
                        <a:pt x="379" y="375"/>
                        <a:pt x="371" y="248"/>
                        <a:pt x="299" y="135"/>
                      </a:cubicBezTo>
                      <a:cubicBezTo>
                        <a:pt x="245" y="50"/>
                        <a:pt x="173" y="0"/>
                        <a:pt x="1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7"/>
                <p:cNvSpPr/>
                <p:nvPr/>
              </p:nvSpPr>
              <p:spPr>
                <a:xfrm>
                  <a:off x="4931365" y="3577650"/>
                  <a:ext cx="12866" cy="14808"/>
                </a:xfrm>
                <a:custGeom>
                  <a:rect b="b" l="l" r="r" t="t"/>
                  <a:pathLst>
                    <a:path extrusionOk="0" h="244" w="212">
                      <a:moveTo>
                        <a:pt x="64" y="0"/>
                      </a:moveTo>
                      <a:cubicBezTo>
                        <a:pt x="57" y="0"/>
                        <a:pt x="50" y="2"/>
                        <a:pt x="44" y="4"/>
                      </a:cubicBezTo>
                      <a:cubicBezTo>
                        <a:pt x="7" y="20"/>
                        <a:pt x="1" y="86"/>
                        <a:pt x="34" y="153"/>
                      </a:cubicBezTo>
                      <a:cubicBezTo>
                        <a:pt x="63" y="208"/>
                        <a:pt x="110" y="244"/>
                        <a:pt x="146" y="244"/>
                      </a:cubicBezTo>
                      <a:cubicBezTo>
                        <a:pt x="154" y="244"/>
                        <a:pt x="160" y="243"/>
                        <a:pt x="167" y="239"/>
                      </a:cubicBezTo>
                      <a:cubicBezTo>
                        <a:pt x="206" y="223"/>
                        <a:pt x="212" y="156"/>
                        <a:pt x="177" y="92"/>
                      </a:cubicBezTo>
                      <a:cubicBezTo>
                        <a:pt x="149" y="35"/>
                        <a:pt x="102" y="0"/>
                        <a:pt x="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7"/>
                <p:cNvSpPr/>
                <p:nvPr/>
              </p:nvSpPr>
              <p:spPr>
                <a:xfrm>
                  <a:off x="4035789" y="3234337"/>
                  <a:ext cx="12987" cy="15172"/>
                </a:xfrm>
                <a:custGeom>
                  <a:rect b="b" l="l" r="r" t="t"/>
                  <a:pathLst>
                    <a:path extrusionOk="0" h="250" w="214">
                      <a:moveTo>
                        <a:pt x="64" y="0"/>
                      </a:moveTo>
                      <a:cubicBezTo>
                        <a:pt x="23" y="0"/>
                        <a:pt x="0" y="42"/>
                        <a:pt x="15" y="102"/>
                      </a:cubicBezTo>
                      <a:cubicBezTo>
                        <a:pt x="29" y="170"/>
                        <a:pt x="85" y="237"/>
                        <a:pt x="136" y="248"/>
                      </a:cubicBezTo>
                      <a:cubicBezTo>
                        <a:pt x="141" y="249"/>
                        <a:pt x="147" y="250"/>
                        <a:pt x="152" y="250"/>
                      </a:cubicBezTo>
                      <a:cubicBezTo>
                        <a:pt x="193" y="250"/>
                        <a:pt x="214" y="207"/>
                        <a:pt x="201" y="147"/>
                      </a:cubicBezTo>
                      <a:cubicBezTo>
                        <a:pt x="187" y="78"/>
                        <a:pt x="132" y="12"/>
                        <a:pt x="80" y="2"/>
                      </a:cubicBezTo>
                      <a:cubicBezTo>
                        <a:pt x="75" y="1"/>
                        <a:pt x="69" y="0"/>
                        <a:pt x="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7"/>
                <p:cNvSpPr/>
                <p:nvPr/>
              </p:nvSpPr>
              <p:spPr>
                <a:xfrm>
                  <a:off x="4702813" y="3436854"/>
                  <a:ext cx="14444" cy="16507"/>
                </a:xfrm>
                <a:custGeom>
                  <a:rect b="b" l="l" r="r" t="t"/>
                  <a:pathLst>
                    <a:path extrusionOk="0" h="272" w="238">
                      <a:moveTo>
                        <a:pt x="72" y="0"/>
                      </a:moveTo>
                      <a:cubicBezTo>
                        <a:pt x="59" y="0"/>
                        <a:pt x="46" y="5"/>
                        <a:pt x="35" y="14"/>
                      </a:cubicBezTo>
                      <a:cubicBezTo>
                        <a:pt x="0" y="49"/>
                        <a:pt x="11" y="129"/>
                        <a:pt x="56" y="196"/>
                      </a:cubicBezTo>
                      <a:cubicBezTo>
                        <a:pt x="89" y="244"/>
                        <a:pt x="131" y="272"/>
                        <a:pt x="165" y="272"/>
                      </a:cubicBezTo>
                      <a:cubicBezTo>
                        <a:pt x="179" y="272"/>
                        <a:pt x="192" y="267"/>
                        <a:pt x="203" y="258"/>
                      </a:cubicBezTo>
                      <a:cubicBezTo>
                        <a:pt x="238" y="225"/>
                        <a:pt x="227" y="145"/>
                        <a:pt x="182" y="78"/>
                      </a:cubicBezTo>
                      <a:cubicBezTo>
                        <a:pt x="149" y="28"/>
                        <a:pt x="107" y="0"/>
                        <a:pt x="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7"/>
                <p:cNvSpPr/>
                <p:nvPr/>
              </p:nvSpPr>
              <p:spPr>
                <a:xfrm>
                  <a:off x="4472137" y="3423442"/>
                  <a:ext cx="13291" cy="15111"/>
                </a:xfrm>
                <a:custGeom>
                  <a:rect b="b" l="l" r="r" t="t"/>
                  <a:pathLst>
                    <a:path extrusionOk="0" h="249" w="219">
                      <a:moveTo>
                        <a:pt x="65" y="0"/>
                      </a:moveTo>
                      <a:cubicBezTo>
                        <a:pt x="45" y="0"/>
                        <a:pt x="29" y="10"/>
                        <a:pt x="21" y="31"/>
                      </a:cubicBezTo>
                      <a:cubicBezTo>
                        <a:pt x="0" y="78"/>
                        <a:pt x="27" y="155"/>
                        <a:pt x="76" y="207"/>
                      </a:cubicBezTo>
                      <a:cubicBezTo>
                        <a:pt x="101" y="234"/>
                        <a:pt x="129" y="248"/>
                        <a:pt x="152" y="248"/>
                      </a:cubicBezTo>
                      <a:cubicBezTo>
                        <a:pt x="172" y="248"/>
                        <a:pt x="189" y="238"/>
                        <a:pt x="199" y="217"/>
                      </a:cubicBezTo>
                      <a:cubicBezTo>
                        <a:pt x="219" y="170"/>
                        <a:pt x="192" y="94"/>
                        <a:pt x="143" y="43"/>
                      </a:cubicBezTo>
                      <a:cubicBezTo>
                        <a:pt x="118" y="15"/>
                        <a:pt x="89" y="0"/>
                        <a:pt x="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7"/>
                <p:cNvSpPr/>
                <p:nvPr/>
              </p:nvSpPr>
              <p:spPr>
                <a:xfrm>
                  <a:off x="3443896" y="3008516"/>
                  <a:ext cx="18328" cy="22030"/>
                </a:xfrm>
                <a:custGeom>
                  <a:rect b="b" l="l" r="r" t="t"/>
                  <a:pathLst>
                    <a:path extrusionOk="0" h="363" w="302">
                      <a:moveTo>
                        <a:pt x="91" y="0"/>
                      </a:moveTo>
                      <a:cubicBezTo>
                        <a:pt x="54" y="0"/>
                        <a:pt x="25" y="25"/>
                        <a:pt x="17" y="71"/>
                      </a:cubicBezTo>
                      <a:cubicBezTo>
                        <a:pt x="1" y="151"/>
                        <a:pt x="50" y="263"/>
                        <a:pt x="124" y="325"/>
                      </a:cubicBezTo>
                      <a:cubicBezTo>
                        <a:pt x="154" y="350"/>
                        <a:pt x="185" y="362"/>
                        <a:pt x="211" y="362"/>
                      </a:cubicBezTo>
                      <a:cubicBezTo>
                        <a:pt x="249" y="362"/>
                        <a:pt x="279" y="338"/>
                        <a:pt x="287" y="292"/>
                      </a:cubicBezTo>
                      <a:cubicBezTo>
                        <a:pt x="302" y="212"/>
                        <a:pt x="254" y="100"/>
                        <a:pt x="181" y="38"/>
                      </a:cubicBezTo>
                      <a:cubicBezTo>
                        <a:pt x="149" y="13"/>
                        <a:pt x="118" y="0"/>
                        <a:pt x="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7"/>
                <p:cNvSpPr/>
                <p:nvPr/>
              </p:nvSpPr>
              <p:spPr>
                <a:xfrm>
                  <a:off x="3396863" y="2975502"/>
                  <a:ext cx="18449" cy="21969"/>
                </a:xfrm>
                <a:custGeom>
                  <a:rect b="b" l="l" r="r" t="t"/>
                  <a:pathLst>
                    <a:path extrusionOk="0" h="362" w="304">
                      <a:moveTo>
                        <a:pt x="90" y="0"/>
                      </a:moveTo>
                      <a:cubicBezTo>
                        <a:pt x="53" y="0"/>
                        <a:pt x="25" y="24"/>
                        <a:pt x="17" y="71"/>
                      </a:cubicBezTo>
                      <a:cubicBezTo>
                        <a:pt x="0" y="147"/>
                        <a:pt x="49" y="263"/>
                        <a:pt x="123" y="325"/>
                      </a:cubicBezTo>
                      <a:cubicBezTo>
                        <a:pt x="153" y="350"/>
                        <a:pt x="184" y="362"/>
                        <a:pt x="210" y="362"/>
                      </a:cubicBezTo>
                      <a:cubicBezTo>
                        <a:pt x="249" y="362"/>
                        <a:pt x="278" y="337"/>
                        <a:pt x="287" y="290"/>
                      </a:cubicBezTo>
                      <a:cubicBezTo>
                        <a:pt x="303" y="212"/>
                        <a:pt x="254" y="100"/>
                        <a:pt x="180" y="38"/>
                      </a:cubicBezTo>
                      <a:cubicBezTo>
                        <a:pt x="148" y="13"/>
                        <a:pt x="117" y="0"/>
                        <a:pt x="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7"/>
                <p:cNvSpPr/>
                <p:nvPr/>
              </p:nvSpPr>
              <p:spPr>
                <a:xfrm>
                  <a:off x="3687499" y="3100337"/>
                  <a:ext cx="12684" cy="16022"/>
                </a:xfrm>
                <a:custGeom>
                  <a:rect b="b" l="l" r="r" t="t"/>
                  <a:pathLst>
                    <a:path extrusionOk="0" h="264" w="209">
                      <a:moveTo>
                        <a:pt x="57" y="0"/>
                      </a:moveTo>
                      <a:cubicBezTo>
                        <a:pt x="22" y="0"/>
                        <a:pt x="0" y="30"/>
                        <a:pt x="5" y="82"/>
                      </a:cubicBezTo>
                      <a:cubicBezTo>
                        <a:pt x="9" y="150"/>
                        <a:pt x="58" y="226"/>
                        <a:pt x="111" y="254"/>
                      </a:cubicBezTo>
                      <a:cubicBezTo>
                        <a:pt x="125" y="260"/>
                        <a:pt x="138" y="263"/>
                        <a:pt x="149" y="263"/>
                      </a:cubicBezTo>
                      <a:cubicBezTo>
                        <a:pt x="185" y="263"/>
                        <a:pt x="208" y="233"/>
                        <a:pt x="203" y="183"/>
                      </a:cubicBezTo>
                      <a:cubicBezTo>
                        <a:pt x="199" y="115"/>
                        <a:pt x="150" y="39"/>
                        <a:pt x="97" y="11"/>
                      </a:cubicBezTo>
                      <a:cubicBezTo>
                        <a:pt x="83" y="3"/>
                        <a:pt x="69" y="0"/>
                        <a:pt x="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7"/>
                <p:cNvSpPr/>
                <p:nvPr/>
              </p:nvSpPr>
              <p:spPr>
                <a:xfrm>
                  <a:off x="3972127" y="3163696"/>
                  <a:ext cx="16082" cy="18146"/>
                </a:xfrm>
                <a:custGeom>
                  <a:rect b="b" l="l" r="r" t="t"/>
                  <a:pathLst>
                    <a:path extrusionOk="0" h="299" w="265">
                      <a:moveTo>
                        <a:pt x="80" y="0"/>
                      </a:moveTo>
                      <a:cubicBezTo>
                        <a:pt x="60" y="0"/>
                        <a:pt x="42" y="9"/>
                        <a:pt x="31" y="27"/>
                      </a:cubicBezTo>
                      <a:cubicBezTo>
                        <a:pt x="0" y="72"/>
                        <a:pt x="19" y="164"/>
                        <a:pt x="74" y="233"/>
                      </a:cubicBezTo>
                      <a:cubicBezTo>
                        <a:pt x="110" y="276"/>
                        <a:pt x="150" y="299"/>
                        <a:pt x="183" y="299"/>
                      </a:cubicBezTo>
                      <a:cubicBezTo>
                        <a:pt x="203" y="299"/>
                        <a:pt x="220" y="291"/>
                        <a:pt x="233" y="274"/>
                      </a:cubicBezTo>
                      <a:cubicBezTo>
                        <a:pt x="264" y="227"/>
                        <a:pt x="246" y="135"/>
                        <a:pt x="188" y="65"/>
                      </a:cubicBezTo>
                      <a:cubicBezTo>
                        <a:pt x="154" y="23"/>
                        <a:pt x="113" y="0"/>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7"/>
                <p:cNvSpPr/>
                <p:nvPr/>
              </p:nvSpPr>
              <p:spPr>
                <a:xfrm>
                  <a:off x="3921088" y="3181053"/>
                  <a:ext cx="13108" cy="15475"/>
                </a:xfrm>
                <a:custGeom>
                  <a:rect b="b" l="l" r="r" t="t"/>
                  <a:pathLst>
                    <a:path extrusionOk="0" h="255" w="216">
                      <a:moveTo>
                        <a:pt x="63" y="0"/>
                      </a:moveTo>
                      <a:cubicBezTo>
                        <a:pt x="37" y="0"/>
                        <a:pt x="18" y="17"/>
                        <a:pt x="13" y="49"/>
                      </a:cubicBezTo>
                      <a:cubicBezTo>
                        <a:pt x="0" y="103"/>
                        <a:pt x="35" y="184"/>
                        <a:pt x="88" y="227"/>
                      </a:cubicBezTo>
                      <a:cubicBezTo>
                        <a:pt x="112" y="246"/>
                        <a:pt x="135" y="255"/>
                        <a:pt x="154" y="255"/>
                      </a:cubicBezTo>
                      <a:cubicBezTo>
                        <a:pt x="180" y="255"/>
                        <a:pt x="199" y="239"/>
                        <a:pt x="205" y="207"/>
                      </a:cubicBezTo>
                      <a:cubicBezTo>
                        <a:pt x="215" y="152"/>
                        <a:pt x="180" y="72"/>
                        <a:pt x="127" y="29"/>
                      </a:cubicBezTo>
                      <a:cubicBezTo>
                        <a:pt x="104" y="10"/>
                        <a:pt x="82" y="0"/>
                        <a:pt x="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7"/>
                <p:cNvSpPr/>
                <p:nvPr/>
              </p:nvSpPr>
              <p:spPr>
                <a:xfrm>
                  <a:off x="3791094" y="3126373"/>
                  <a:ext cx="24882" cy="29009"/>
                </a:xfrm>
                <a:custGeom>
                  <a:rect b="b" l="l" r="r" t="t"/>
                  <a:pathLst>
                    <a:path extrusionOk="0" h="478" w="410">
                      <a:moveTo>
                        <a:pt x="124" y="1"/>
                      </a:moveTo>
                      <a:cubicBezTo>
                        <a:pt x="81" y="1"/>
                        <a:pt x="46" y="24"/>
                        <a:pt x="31" y="71"/>
                      </a:cubicBezTo>
                      <a:cubicBezTo>
                        <a:pt x="0" y="165"/>
                        <a:pt x="55" y="316"/>
                        <a:pt x="150" y="408"/>
                      </a:cubicBezTo>
                      <a:cubicBezTo>
                        <a:pt x="197" y="454"/>
                        <a:pt x="247" y="477"/>
                        <a:pt x="288" y="477"/>
                      </a:cubicBezTo>
                      <a:cubicBezTo>
                        <a:pt x="330" y="477"/>
                        <a:pt x="363" y="454"/>
                        <a:pt x="379" y="406"/>
                      </a:cubicBezTo>
                      <a:cubicBezTo>
                        <a:pt x="409" y="310"/>
                        <a:pt x="356" y="161"/>
                        <a:pt x="262" y="69"/>
                      </a:cubicBezTo>
                      <a:cubicBezTo>
                        <a:pt x="216" y="23"/>
                        <a:pt x="166" y="1"/>
                        <a:pt x="1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7"/>
                <p:cNvSpPr/>
                <p:nvPr/>
              </p:nvSpPr>
              <p:spPr>
                <a:xfrm>
                  <a:off x="4545995" y="3453300"/>
                  <a:ext cx="24882" cy="28948"/>
                </a:xfrm>
                <a:custGeom>
                  <a:rect b="b" l="l" r="r" t="t"/>
                  <a:pathLst>
                    <a:path extrusionOk="0" h="477" w="410">
                      <a:moveTo>
                        <a:pt x="124" y="0"/>
                      </a:moveTo>
                      <a:cubicBezTo>
                        <a:pt x="81" y="0"/>
                        <a:pt x="47" y="24"/>
                        <a:pt x="31" y="73"/>
                      </a:cubicBezTo>
                      <a:cubicBezTo>
                        <a:pt x="0" y="167"/>
                        <a:pt x="56" y="318"/>
                        <a:pt x="150" y="408"/>
                      </a:cubicBezTo>
                      <a:cubicBezTo>
                        <a:pt x="198" y="454"/>
                        <a:pt x="247" y="477"/>
                        <a:pt x="288" y="477"/>
                      </a:cubicBezTo>
                      <a:cubicBezTo>
                        <a:pt x="330" y="477"/>
                        <a:pt x="363" y="453"/>
                        <a:pt x="379" y="406"/>
                      </a:cubicBezTo>
                      <a:cubicBezTo>
                        <a:pt x="410" y="312"/>
                        <a:pt x="356" y="161"/>
                        <a:pt x="262" y="69"/>
                      </a:cubicBezTo>
                      <a:cubicBezTo>
                        <a:pt x="216" y="23"/>
                        <a:pt x="166" y="0"/>
                        <a:pt x="1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7"/>
                <p:cNvSpPr/>
                <p:nvPr/>
              </p:nvSpPr>
              <p:spPr>
                <a:xfrm>
                  <a:off x="3329438" y="2960208"/>
                  <a:ext cx="18449" cy="21847"/>
                </a:xfrm>
                <a:custGeom>
                  <a:rect b="b" l="l" r="r" t="t"/>
                  <a:pathLst>
                    <a:path extrusionOk="0" h="360" w="304">
                      <a:moveTo>
                        <a:pt x="94" y="1"/>
                      </a:moveTo>
                      <a:cubicBezTo>
                        <a:pt x="78" y="1"/>
                        <a:pt x="64" y="5"/>
                        <a:pt x="52" y="14"/>
                      </a:cubicBezTo>
                      <a:cubicBezTo>
                        <a:pt x="0" y="49"/>
                        <a:pt x="5" y="153"/>
                        <a:pt x="62" y="245"/>
                      </a:cubicBezTo>
                      <a:cubicBezTo>
                        <a:pt x="104" y="315"/>
                        <a:pt x="166" y="359"/>
                        <a:pt x="215" y="359"/>
                      </a:cubicBezTo>
                      <a:cubicBezTo>
                        <a:pt x="230" y="359"/>
                        <a:pt x="244" y="355"/>
                        <a:pt x="256" y="345"/>
                      </a:cubicBezTo>
                      <a:cubicBezTo>
                        <a:pt x="303" y="307"/>
                        <a:pt x="301" y="204"/>
                        <a:pt x="246" y="112"/>
                      </a:cubicBezTo>
                      <a:cubicBezTo>
                        <a:pt x="203" y="42"/>
                        <a:pt x="143" y="1"/>
                        <a:pt x="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7"/>
                <p:cNvSpPr/>
                <p:nvPr/>
              </p:nvSpPr>
              <p:spPr>
                <a:xfrm>
                  <a:off x="3285378" y="2899398"/>
                  <a:ext cx="14444" cy="16143"/>
                </a:xfrm>
                <a:custGeom>
                  <a:rect b="b" l="l" r="r" t="t"/>
                  <a:pathLst>
                    <a:path extrusionOk="0" h="266" w="238">
                      <a:moveTo>
                        <a:pt x="72" y="0"/>
                      </a:moveTo>
                      <a:cubicBezTo>
                        <a:pt x="54" y="0"/>
                        <a:pt x="38" y="8"/>
                        <a:pt x="27" y="24"/>
                      </a:cubicBezTo>
                      <a:cubicBezTo>
                        <a:pt x="0" y="65"/>
                        <a:pt x="16" y="148"/>
                        <a:pt x="68" y="208"/>
                      </a:cubicBezTo>
                      <a:cubicBezTo>
                        <a:pt x="98" y="246"/>
                        <a:pt x="134" y="266"/>
                        <a:pt x="164" y="266"/>
                      </a:cubicBezTo>
                      <a:cubicBezTo>
                        <a:pt x="182" y="266"/>
                        <a:pt x="198" y="258"/>
                        <a:pt x="209" y="243"/>
                      </a:cubicBezTo>
                      <a:cubicBezTo>
                        <a:pt x="237" y="202"/>
                        <a:pt x="219" y="118"/>
                        <a:pt x="168" y="56"/>
                      </a:cubicBezTo>
                      <a:cubicBezTo>
                        <a:pt x="136" y="20"/>
                        <a:pt x="101" y="0"/>
                        <a:pt x="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7"/>
                <p:cNvSpPr/>
                <p:nvPr/>
              </p:nvSpPr>
              <p:spPr>
                <a:xfrm>
                  <a:off x="3443471" y="2966884"/>
                  <a:ext cx="19420" cy="23425"/>
                </a:xfrm>
                <a:custGeom>
                  <a:rect b="b" l="l" r="r" t="t"/>
                  <a:pathLst>
                    <a:path extrusionOk="0" h="386" w="320">
                      <a:moveTo>
                        <a:pt x="91" y="0"/>
                      </a:moveTo>
                      <a:cubicBezTo>
                        <a:pt x="34" y="0"/>
                        <a:pt x="0" y="56"/>
                        <a:pt x="14" y="141"/>
                      </a:cubicBezTo>
                      <a:cubicBezTo>
                        <a:pt x="28" y="244"/>
                        <a:pt x="106" y="350"/>
                        <a:pt x="188" y="379"/>
                      </a:cubicBezTo>
                      <a:cubicBezTo>
                        <a:pt x="202" y="383"/>
                        <a:pt x="215" y="386"/>
                        <a:pt x="227" y="386"/>
                      </a:cubicBezTo>
                      <a:cubicBezTo>
                        <a:pt x="286" y="386"/>
                        <a:pt x="320" y="331"/>
                        <a:pt x="304" y="246"/>
                      </a:cubicBezTo>
                      <a:cubicBezTo>
                        <a:pt x="290" y="143"/>
                        <a:pt x="212" y="35"/>
                        <a:pt x="131" y="8"/>
                      </a:cubicBezTo>
                      <a:cubicBezTo>
                        <a:pt x="116" y="3"/>
                        <a:pt x="103" y="0"/>
                        <a:pt x="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7"/>
                <p:cNvSpPr/>
                <p:nvPr/>
              </p:nvSpPr>
              <p:spPr>
                <a:xfrm>
                  <a:off x="3340847" y="2914813"/>
                  <a:ext cx="21665" cy="24457"/>
                </a:xfrm>
                <a:custGeom>
                  <a:rect b="b" l="l" r="r" t="t"/>
                  <a:pathLst>
                    <a:path extrusionOk="0" h="403" w="357">
                      <a:moveTo>
                        <a:pt x="109" y="1"/>
                      </a:moveTo>
                      <a:cubicBezTo>
                        <a:pt x="83" y="1"/>
                        <a:pt x="60" y="11"/>
                        <a:pt x="44" y="32"/>
                      </a:cubicBezTo>
                      <a:cubicBezTo>
                        <a:pt x="1" y="93"/>
                        <a:pt x="27" y="220"/>
                        <a:pt x="101" y="312"/>
                      </a:cubicBezTo>
                      <a:cubicBezTo>
                        <a:pt x="148" y="370"/>
                        <a:pt x="203" y="402"/>
                        <a:pt x="248" y="402"/>
                      </a:cubicBezTo>
                      <a:cubicBezTo>
                        <a:pt x="274" y="402"/>
                        <a:pt x="297" y="392"/>
                        <a:pt x="314" y="369"/>
                      </a:cubicBezTo>
                      <a:cubicBezTo>
                        <a:pt x="357" y="308"/>
                        <a:pt x="330" y="183"/>
                        <a:pt x="256" y="91"/>
                      </a:cubicBezTo>
                      <a:cubicBezTo>
                        <a:pt x="211" y="32"/>
                        <a:pt x="155" y="1"/>
                        <a:pt x="1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7"/>
                <p:cNvSpPr/>
                <p:nvPr/>
              </p:nvSpPr>
              <p:spPr>
                <a:xfrm>
                  <a:off x="4240915" y="3285254"/>
                  <a:ext cx="25003" cy="28827"/>
                </a:xfrm>
                <a:custGeom>
                  <a:rect b="b" l="l" r="r" t="t"/>
                  <a:pathLst>
                    <a:path extrusionOk="0" h="475" w="412">
                      <a:moveTo>
                        <a:pt x="127" y="1"/>
                      </a:moveTo>
                      <a:cubicBezTo>
                        <a:pt x="86" y="1"/>
                        <a:pt x="51" y="24"/>
                        <a:pt x="33" y="69"/>
                      </a:cubicBezTo>
                      <a:cubicBezTo>
                        <a:pt x="1" y="159"/>
                        <a:pt x="52" y="311"/>
                        <a:pt x="146" y="403"/>
                      </a:cubicBezTo>
                      <a:cubicBezTo>
                        <a:pt x="194" y="451"/>
                        <a:pt x="245" y="474"/>
                        <a:pt x="288" y="474"/>
                      </a:cubicBezTo>
                      <a:cubicBezTo>
                        <a:pt x="329" y="474"/>
                        <a:pt x="363" y="452"/>
                        <a:pt x="379" y="409"/>
                      </a:cubicBezTo>
                      <a:cubicBezTo>
                        <a:pt x="412" y="317"/>
                        <a:pt x="361" y="166"/>
                        <a:pt x="267" y="74"/>
                      </a:cubicBezTo>
                      <a:cubicBezTo>
                        <a:pt x="219" y="25"/>
                        <a:pt x="169" y="1"/>
                        <a:pt x="1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7"/>
                <p:cNvSpPr/>
                <p:nvPr/>
              </p:nvSpPr>
              <p:spPr>
                <a:xfrm>
                  <a:off x="4219674" y="3271478"/>
                  <a:ext cx="26156" cy="29615"/>
                </a:xfrm>
                <a:custGeom>
                  <a:rect b="b" l="l" r="r" t="t"/>
                  <a:pathLst>
                    <a:path extrusionOk="0" h="488" w="431">
                      <a:moveTo>
                        <a:pt x="130" y="0"/>
                      </a:moveTo>
                      <a:cubicBezTo>
                        <a:pt x="96" y="0"/>
                        <a:pt x="67" y="15"/>
                        <a:pt x="48" y="47"/>
                      </a:cubicBezTo>
                      <a:cubicBezTo>
                        <a:pt x="1" y="127"/>
                        <a:pt x="33" y="280"/>
                        <a:pt x="128" y="386"/>
                      </a:cubicBezTo>
                      <a:cubicBezTo>
                        <a:pt x="183" y="452"/>
                        <a:pt x="247" y="487"/>
                        <a:pt x="299" y="487"/>
                      </a:cubicBezTo>
                      <a:cubicBezTo>
                        <a:pt x="333" y="487"/>
                        <a:pt x="362" y="472"/>
                        <a:pt x="381" y="442"/>
                      </a:cubicBezTo>
                      <a:cubicBezTo>
                        <a:pt x="430" y="362"/>
                        <a:pt x="394" y="211"/>
                        <a:pt x="301" y="100"/>
                      </a:cubicBezTo>
                      <a:cubicBezTo>
                        <a:pt x="246" y="36"/>
                        <a:pt x="182" y="0"/>
                        <a:pt x="1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7"/>
                <p:cNvSpPr/>
                <p:nvPr/>
              </p:nvSpPr>
              <p:spPr>
                <a:xfrm>
                  <a:off x="3947791" y="3160722"/>
                  <a:ext cx="17175" cy="19359"/>
                </a:xfrm>
                <a:custGeom>
                  <a:rect b="b" l="l" r="r" t="t"/>
                  <a:pathLst>
                    <a:path extrusionOk="0" h="319" w="283">
                      <a:moveTo>
                        <a:pt x="87" y="0"/>
                      </a:moveTo>
                      <a:cubicBezTo>
                        <a:pt x="66" y="0"/>
                        <a:pt x="48" y="9"/>
                        <a:pt x="35" y="26"/>
                      </a:cubicBezTo>
                      <a:cubicBezTo>
                        <a:pt x="0" y="76"/>
                        <a:pt x="21" y="172"/>
                        <a:pt x="78" y="245"/>
                      </a:cubicBezTo>
                      <a:cubicBezTo>
                        <a:pt x="116" y="293"/>
                        <a:pt x="162" y="318"/>
                        <a:pt x="199" y="318"/>
                      </a:cubicBezTo>
                      <a:cubicBezTo>
                        <a:pt x="219" y="318"/>
                        <a:pt x="236" y="310"/>
                        <a:pt x="248" y="294"/>
                      </a:cubicBezTo>
                      <a:cubicBezTo>
                        <a:pt x="282" y="245"/>
                        <a:pt x="262" y="149"/>
                        <a:pt x="205" y="76"/>
                      </a:cubicBezTo>
                      <a:cubicBezTo>
                        <a:pt x="167" y="27"/>
                        <a:pt x="123" y="0"/>
                        <a:pt x="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7"/>
                <p:cNvSpPr/>
                <p:nvPr/>
              </p:nvSpPr>
              <p:spPr>
                <a:xfrm>
                  <a:off x="3955195" y="3195618"/>
                  <a:ext cx="17235" cy="19420"/>
                </a:xfrm>
                <a:custGeom>
                  <a:rect b="b" l="l" r="r" t="t"/>
                  <a:pathLst>
                    <a:path extrusionOk="0" h="320" w="284">
                      <a:moveTo>
                        <a:pt x="87" y="0"/>
                      </a:moveTo>
                      <a:cubicBezTo>
                        <a:pt x="67" y="0"/>
                        <a:pt x="49" y="9"/>
                        <a:pt x="36" y="26"/>
                      </a:cubicBezTo>
                      <a:cubicBezTo>
                        <a:pt x="1" y="75"/>
                        <a:pt x="21" y="172"/>
                        <a:pt x="79" y="245"/>
                      </a:cubicBezTo>
                      <a:cubicBezTo>
                        <a:pt x="117" y="294"/>
                        <a:pt x="162" y="319"/>
                        <a:pt x="198" y="319"/>
                      </a:cubicBezTo>
                      <a:cubicBezTo>
                        <a:pt x="219" y="319"/>
                        <a:pt x="237" y="311"/>
                        <a:pt x="248" y="294"/>
                      </a:cubicBezTo>
                      <a:cubicBezTo>
                        <a:pt x="283" y="245"/>
                        <a:pt x="263" y="149"/>
                        <a:pt x="205" y="75"/>
                      </a:cubicBezTo>
                      <a:cubicBezTo>
                        <a:pt x="167" y="27"/>
                        <a:pt x="124" y="0"/>
                        <a:pt x="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7"/>
                <p:cNvSpPr/>
                <p:nvPr/>
              </p:nvSpPr>
              <p:spPr>
                <a:xfrm>
                  <a:off x="4509218" y="3384237"/>
                  <a:ext cx="20209" cy="22636"/>
                </a:xfrm>
                <a:custGeom>
                  <a:rect b="b" l="l" r="r" t="t"/>
                  <a:pathLst>
                    <a:path extrusionOk="0" h="373" w="333">
                      <a:moveTo>
                        <a:pt x="103" y="1"/>
                      </a:moveTo>
                      <a:cubicBezTo>
                        <a:pt x="79" y="1"/>
                        <a:pt x="59" y="10"/>
                        <a:pt x="44" y="30"/>
                      </a:cubicBezTo>
                      <a:cubicBezTo>
                        <a:pt x="1" y="87"/>
                        <a:pt x="27" y="204"/>
                        <a:pt x="95" y="290"/>
                      </a:cubicBezTo>
                      <a:cubicBezTo>
                        <a:pt x="139" y="343"/>
                        <a:pt x="191" y="373"/>
                        <a:pt x="233" y="373"/>
                      </a:cubicBezTo>
                      <a:cubicBezTo>
                        <a:pt x="257" y="373"/>
                        <a:pt x="277" y="363"/>
                        <a:pt x="291" y="343"/>
                      </a:cubicBezTo>
                      <a:cubicBezTo>
                        <a:pt x="332" y="286"/>
                        <a:pt x="308" y="171"/>
                        <a:pt x="240" y="85"/>
                      </a:cubicBezTo>
                      <a:cubicBezTo>
                        <a:pt x="197" y="31"/>
                        <a:pt x="146" y="1"/>
                        <a:pt x="1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7"/>
                <p:cNvSpPr/>
                <p:nvPr/>
              </p:nvSpPr>
              <p:spPr>
                <a:xfrm>
                  <a:off x="4569845" y="3412700"/>
                  <a:ext cx="18267" cy="20998"/>
                </a:xfrm>
                <a:custGeom>
                  <a:rect b="b" l="l" r="r" t="t"/>
                  <a:pathLst>
                    <a:path extrusionOk="0" h="346" w="301">
                      <a:moveTo>
                        <a:pt x="92" y="0"/>
                      </a:moveTo>
                      <a:cubicBezTo>
                        <a:pt x="89" y="0"/>
                        <a:pt x="85" y="1"/>
                        <a:pt x="82" y="1"/>
                      </a:cubicBezTo>
                      <a:cubicBezTo>
                        <a:pt x="17" y="11"/>
                        <a:pt x="0" y="93"/>
                        <a:pt x="37" y="189"/>
                      </a:cubicBezTo>
                      <a:cubicBezTo>
                        <a:pt x="74" y="278"/>
                        <a:pt x="149" y="345"/>
                        <a:pt x="209" y="345"/>
                      </a:cubicBezTo>
                      <a:cubicBezTo>
                        <a:pt x="212" y="345"/>
                        <a:pt x="216" y="345"/>
                        <a:pt x="219" y="345"/>
                      </a:cubicBezTo>
                      <a:cubicBezTo>
                        <a:pt x="280" y="335"/>
                        <a:pt x="301" y="253"/>
                        <a:pt x="262" y="157"/>
                      </a:cubicBezTo>
                      <a:cubicBezTo>
                        <a:pt x="227" y="67"/>
                        <a:pt x="152" y="0"/>
                        <a:pt x="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7"/>
                <p:cNvSpPr/>
                <p:nvPr/>
              </p:nvSpPr>
              <p:spPr>
                <a:xfrm>
                  <a:off x="3294906" y="2949648"/>
                  <a:ext cx="18874" cy="22272"/>
                </a:xfrm>
                <a:custGeom>
                  <a:rect b="b" l="l" r="r" t="t"/>
                  <a:pathLst>
                    <a:path extrusionOk="0" h="367" w="311">
                      <a:moveTo>
                        <a:pt x="89" y="1"/>
                      </a:moveTo>
                      <a:cubicBezTo>
                        <a:pt x="31" y="1"/>
                        <a:pt x="1" y="62"/>
                        <a:pt x="19" y="151"/>
                      </a:cubicBezTo>
                      <a:cubicBezTo>
                        <a:pt x="42" y="251"/>
                        <a:pt x="119" y="345"/>
                        <a:pt x="195" y="364"/>
                      </a:cubicBezTo>
                      <a:cubicBezTo>
                        <a:pt x="204" y="366"/>
                        <a:pt x="212" y="367"/>
                        <a:pt x="219" y="367"/>
                      </a:cubicBezTo>
                      <a:cubicBezTo>
                        <a:pt x="281" y="367"/>
                        <a:pt x="311" y="304"/>
                        <a:pt x="289" y="215"/>
                      </a:cubicBezTo>
                      <a:cubicBezTo>
                        <a:pt x="267" y="114"/>
                        <a:pt x="191" y="20"/>
                        <a:pt x="113" y="4"/>
                      </a:cubicBezTo>
                      <a:cubicBezTo>
                        <a:pt x="105" y="2"/>
                        <a:pt x="97" y="1"/>
                        <a:pt x="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7"/>
                <p:cNvSpPr/>
                <p:nvPr/>
              </p:nvSpPr>
              <p:spPr>
                <a:xfrm>
                  <a:off x="3326100" y="2909351"/>
                  <a:ext cx="16386" cy="20876"/>
                </a:xfrm>
                <a:custGeom>
                  <a:rect b="b" l="l" r="r" t="t"/>
                  <a:pathLst>
                    <a:path extrusionOk="0" h="344" w="270">
                      <a:moveTo>
                        <a:pt x="75" y="0"/>
                      </a:moveTo>
                      <a:cubicBezTo>
                        <a:pt x="31" y="0"/>
                        <a:pt x="0" y="36"/>
                        <a:pt x="0" y="97"/>
                      </a:cubicBezTo>
                      <a:cubicBezTo>
                        <a:pt x="4" y="181"/>
                        <a:pt x="62" y="285"/>
                        <a:pt x="137" y="326"/>
                      </a:cubicBezTo>
                      <a:cubicBezTo>
                        <a:pt x="158" y="338"/>
                        <a:pt x="178" y="343"/>
                        <a:pt x="196" y="343"/>
                      </a:cubicBezTo>
                      <a:cubicBezTo>
                        <a:pt x="240" y="343"/>
                        <a:pt x="269" y="308"/>
                        <a:pt x="266" y="248"/>
                      </a:cubicBezTo>
                      <a:cubicBezTo>
                        <a:pt x="264" y="162"/>
                        <a:pt x="205" y="58"/>
                        <a:pt x="131" y="17"/>
                      </a:cubicBezTo>
                      <a:cubicBezTo>
                        <a:pt x="111" y="6"/>
                        <a:pt x="92" y="0"/>
                        <a:pt x="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7"/>
                <p:cNvSpPr/>
                <p:nvPr/>
              </p:nvSpPr>
              <p:spPr>
                <a:xfrm>
                  <a:off x="4078270" y="3241802"/>
                  <a:ext cx="25367" cy="29069"/>
                </a:xfrm>
                <a:custGeom>
                  <a:rect b="b" l="l" r="r" t="t"/>
                  <a:pathLst>
                    <a:path extrusionOk="0" h="479" w="418">
                      <a:moveTo>
                        <a:pt x="127" y="1"/>
                      </a:moveTo>
                      <a:cubicBezTo>
                        <a:pt x="99" y="1"/>
                        <a:pt x="74" y="11"/>
                        <a:pt x="56" y="33"/>
                      </a:cubicBezTo>
                      <a:cubicBezTo>
                        <a:pt x="0" y="96"/>
                        <a:pt x="21" y="241"/>
                        <a:pt x="105" y="358"/>
                      </a:cubicBezTo>
                      <a:cubicBezTo>
                        <a:pt x="161" y="434"/>
                        <a:pt x="231" y="478"/>
                        <a:pt x="289" y="478"/>
                      </a:cubicBezTo>
                      <a:cubicBezTo>
                        <a:pt x="316" y="478"/>
                        <a:pt x="341" y="468"/>
                        <a:pt x="360" y="446"/>
                      </a:cubicBezTo>
                      <a:cubicBezTo>
                        <a:pt x="418" y="382"/>
                        <a:pt x="397" y="237"/>
                        <a:pt x="311" y="123"/>
                      </a:cubicBezTo>
                      <a:cubicBezTo>
                        <a:pt x="255" y="44"/>
                        <a:pt x="185" y="1"/>
                        <a:pt x="1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7"/>
                <p:cNvSpPr/>
                <p:nvPr/>
              </p:nvSpPr>
              <p:spPr>
                <a:xfrm>
                  <a:off x="4383350" y="3362571"/>
                  <a:ext cx="19299" cy="22151"/>
                </a:xfrm>
                <a:custGeom>
                  <a:rect b="b" l="l" r="r" t="t"/>
                  <a:pathLst>
                    <a:path extrusionOk="0" h="365" w="318">
                      <a:moveTo>
                        <a:pt x="97" y="0"/>
                      </a:moveTo>
                      <a:cubicBezTo>
                        <a:pt x="77" y="0"/>
                        <a:pt x="59" y="7"/>
                        <a:pt x="45" y="23"/>
                      </a:cubicBezTo>
                      <a:cubicBezTo>
                        <a:pt x="0" y="70"/>
                        <a:pt x="17" y="181"/>
                        <a:pt x="80" y="266"/>
                      </a:cubicBezTo>
                      <a:cubicBezTo>
                        <a:pt x="124" y="329"/>
                        <a:pt x="179" y="364"/>
                        <a:pt x="224" y="364"/>
                      </a:cubicBezTo>
                      <a:cubicBezTo>
                        <a:pt x="244" y="364"/>
                        <a:pt x="261" y="357"/>
                        <a:pt x="274" y="342"/>
                      </a:cubicBezTo>
                      <a:cubicBezTo>
                        <a:pt x="317" y="293"/>
                        <a:pt x="303" y="183"/>
                        <a:pt x="240" y="95"/>
                      </a:cubicBezTo>
                      <a:cubicBezTo>
                        <a:pt x="195" y="34"/>
                        <a:pt x="141" y="0"/>
                        <a:pt x="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7"/>
                <p:cNvSpPr/>
                <p:nvPr/>
              </p:nvSpPr>
              <p:spPr>
                <a:xfrm>
                  <a:off x="4967414" y="3536686"/>
                  <a:ext cx="17903" cy="21605"/>
                </a:xfrm>
                <a:custGeom>
                  <a:rect b="b" l="l" r="r" t="t"/>
                  <a:pathLst>
                    <a:path extrusionOk="0" h="356" w="295">
                      <a:moveTo>
                        <a:pt x="85" y="0"/>
                      </a:moveTo>
                      <a:cubicBezTo>
                        <a:pt x="47" y="0"/>
                        <a:pt x="19" y="25"/>
                        <a:pt x="13" y="74"/>
                      </a:cubicBezTo>
                      <a:cubicBezTo>
                        <a:pt x="0" y="153"/>
                        <a:pt x="51" y="264"/>
                        <a:pt x="125" y="321"/>
                      </a:cubicBezTo>
                      <a:cubicBezTo>
                        <a:pt x="154" y="344"/>
                        <a:pt x="182" y="355"/>
                        <a:pt x="207" y="355"/>
                      </a:cubicBezTo>
                      <a:cubicBezTo>
                        <a:pt x="245" y="355"/>
                        <a:pt x="274" y="329"/>
                        <a:pt x="283" y="280"/>
                      </a:cubicBezTo>
                      <a:cubicBezTo>
                        <a:pt x="295" y="202"/>
                        <a:pt x="244" y="92"/>
                        <a:pt x="170" y="33"/>
                      </a:cubicBezTo>
                      <a:cubicBezTo>
                        <a:pt x="139" y="11"/>
                        <a:pt x="110" y="0"/>
                        <a:pt x="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7"/>
                <p:cNvSpPr/>
                <p:nvPr/>
              </p:nvSpPr>
              <p:spPr>
                <a:xfrm>
                  <a:off x="4620763" y="3463860"/>
                  <a:ext cx="17053" cy="19602"/>
                </a:xfrm>
                <a:custGeom>
                  <a:rect b="b" l="l" r="r" t="t"/>
                  <a:pathLst>
                    <a:path extrusionOk="0" h="323" w="281">
                      <a:moveTo>
                        <a:pt x="83" y="1"/>
                      </a:moveTo>
                      <a:cubicBezTo>
                        <a:pt x="81" y="1"/>
                        <a:pt x="80" y="1"/>
                        <a:pt x="78" y="1"/>
                      </a:cubicBezTo>
                      <a:cubicBezTo>
                        <a:pt x="20" y="5"/>
                        <a:pt x="0" y="81"/>
                        <a:pt x="33" y="169"/>
                      </a:cubicBezTo>
                      <a:cubicBezTo>
                        <a:pt x="65" y="255"/>
                        <a:pt x="137" y="322"/>
                        <a:pt x="198" y="322"/>
                      </a:cubicBezTo>
                      <a:cubicBezTo>
                        <a:pt x="199" y="322"/>
                        <a:pt x="200" y="322"/>
                        <a:pt x="201" y="322"/>
                      </a:cubicBezTo>
                      <a:cubicBezTo>
                        <a:pt x="260" y="318"/>
                        <a:pt x="280" y="242"/>
                        <a:pt x="248" y="154"/>
                      </a:cubicBezTo>
                      <a:cubicBezTo>
                        <a:pt x="216" y="67"/>
                        <a:pt x="143" y="1"/>
                        <a:pt x="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7"/>
                <p:cNvSpPr/>
                <p:nvPr/>
              </p:nvSpPr>
              <p:spPr>
                <a:xfrm>
                  <a:off x="4694742" y="3460825"/>
                  <a:ext cx="19906" cy="22636"/>
                </a:xfrm>
                <a:custGeom>
                  <a:rect b="b" l="l" r="r" t="t"/>
                  <a:pathLst>
                    <a:path extrusionOk="0" h="373" w="328">
                      <a:moveTo>
                        <a:pt x="98" y="1"/>
                      </a:moveTo>
                      <a:cubicBezTo>
                        <a:pt x="69" y="1"/>
                        <a:pt x="46" y="15"/>
                        <a:pt x="31" y="45"/>
                      </a:cubicBezTo>
                      <a:cubicBezTo>
                        <a:pt x="0" y="112"/>
                        <a:pt x="33" y="227"/>
                        <a:pt x="105" y="307"/>
                      </a:cubicBezTo>
                      <a:cubicBezTo>
                        <a:pt x="145" y="350"/>
                        <a:pt x="188" y="372"/>
                        <a:pt x="225" y="372"/>
                      </a:cubicBezTo>
                      <a:cubicBezTo>
                        <a:pt x="254" y="372"/>
                        <a:pt x="278" y="358"/>
                        <a:pt x="293" y="329"/>
                      </a:cubicBezTo>
                      <a:cubicBezTo>
                        <a:pt x="328" y="262"/>
                        <a:pt x="291" y="147"/>
                        <a:pt x="219" y="67"/>
                      </a:cubicBezTo>
                      <a:cubicBezTo>
                        <a:pt x="178" y="24"/>
                        <a:pt x="134" y="1"/>
                        <a:pt x="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7"/>
                <p:cNvSpPr/>
                <p:nvPr/>
              </p:nvSpPr>
              <p:spPr>
                <a:xfrm>
                  <a:off x="3714080" y="3097606"/>
                  <a:ext cx="20937" cy="24760"/>
                </a:xfrm>
                <a:custGeom>
                  <a:rect b="b" l="l" r="r" t="t"/>
                  <a:pathLst>
                    <a:path extrusionOk="0" h="408" w="345">
                      <a:moveTo>
                        <a:pt x="104" y="0"/>
                      </a:moveTo>
                      <a:cubicBezTo>
                        <a:pt x="64" y="0"/>
                        <a:pt x="33" y="25"/>
                        <a:pt x="21" y="74"/>
                      </a:cubicBezTo>
                      <a:cubicBezTo>
                        <a:pt x="1" y="158"/>
                        <a:pt x="56" y="287"/>
                        <a:pt x="138" y="361"/>
                      </a:cubicBezTo>
                      <a:cubicBezTo>
                        <a:pt x="175" y="392"/>
                        <a:pt x="212" y="408"/>
                        <a:pt x="243" y="408"/>
                      </a:cubicBezTo>
                      <a:cubicBezTo>
                        <a:pt x="283" y="408"/>
                        <a:pt x="314" y="383"/>
                        <a:pt x="324" y="334"/>
                      </a:cubicBezTo>
                      <a:cubicBezTo>
                        <a:pt x="344" y="250"/>
                        <a:pt x="293" y="121"/>
                        <a:pt x="209" y="48"/>
                      </a:cubicBezTo>
                      <a:cubicBezTo>
                        <a:pt x="173" y="16"/>
                        <a:pt x="136" y="0"/>
                        <a:pt x="1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7"/>
                <p:cNvSpPr/>
                <p:nvPr/>
              </p:nvSpPr>
              <p:spPr>
                <a:xfrm>
                  <a:off x="4327456" y="3310137"/>
                  <a:ext cx="20330" cy="22879"/>
                </a:xfrm>
                <a:custGeom>
                  <a:rect b="b" l="l" r="r" t="t"/>
                  <a:pathLst>
                    <a:path extrusionOk="0" h="377" w="335">
                      <a:moveTo>
                        <a:pt x="101" y="1"/>
                      </a:moveTo>
                      <a:cubicBezTo>
                        <a:pt x="73" y="1"/>
                        <a:pt x="49" y="14"/>
                        <a:pt x="35" y="42"/>
                      </a:cubicBezTo>
                      <a:cubicBezTo>
                        <a:pt x="1" y="108"/>
                        <a:pt x="37" y="226"/>
                        <a:pt x="109" y="308"/>
                      </a:cubicBezTo>
                      <a:cubicBezTo>
                        <a:pt x="151" y="353"/>
                        <a:pt x="196" y="377"/>
                        <a:pt x="233" y="377"/>
                      </a:cubicBezTo>
                      <a:cubicBezTo>
                        <a:pt x="262" y="377"/>
                        <a:pt x="286" y="363"/>
                        <a:pt x="301" y="335"/>
                      </a:cubicBezTo>
                      <a:cubicBezTo>
                        <a:pt x="334" y="267"/>
                        <a:pt x="297" y="150"/>
                        <a:pt x="226" y="69"/>
                      </a:cubicBezTo>
                      <a:cubicBezTo>
                        <a:pt x="184" y="24"/>
                        <a:pt x="139" y="1"/>
                        <a:pt x="1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7"/>
                <p:cNvSpPr/>
                <p:nvPr/>
              </p:nvSpPr>
              <p:spPr>
                <a:xfrm>
                  <a:off x="3664498" y="3051301"/>
                  <a:ext cx="25246" cy="30283"/>
                </a:xfrm>
                <a:custGeom>
                  <a:rect b="b" l="l" r="r" t="t"/>
                  <a:pathLst>
                    <a:path extrusionOk="0" h="499" w="416">
                      <a:moveTo>
                        <a:pt x="122" y="0"/>
                      </a:moveTo>
                      <a:cubicBezTo>
                        <a:pt x="44" y="0"/>
                        <a:pt x="0" y="77"/>
                        <a:pt x="20" y="191"/>
                      </a:cubicBezTo>
                      <a:cubicBezTo>
                        <a:pt x="46" y="324"/>
                        <a:pt x="149" y="459"/>
                        <a:pt x="251" y="491"/>
                      </a:cubicBezTo>
                      <a:cubicBezTo>
                        <a:pt x="266" y="496"/>
                        <a:pt x="280" y="498"/>
                        <a:pt x="293" y="498"/>
                      </a:cubicBezTo>
                      <a:cubicBezTo>
                        <a:pt x="371" y="498"/>
                        <a:pt x="415" y="421"/>
                        <a:pt x="394" y="307"/>
                      </a:cubicBezTo>
                      <a:cubicBezTo>
                        <a:pt x="372" y="172"/>
                        <a:pt x="265" y="39"/>
                        <a:pt x="163" y="6"/>
                      </a:cubicBezTo>
                      <a:cubicBezTo>
                        <a:pt x="148" y="2"/>
                        <a:pt x="135" y="0"/>
                        <a:pt x="1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7"/>
                <p:cNvSpPr/>
                <p:nvPr/>
              </p:nvSpPr>
              <p:spPr>
                <a:xfrm>
                  <a:off x="3625415" y="3024234"/>
                  <a:ext cx="25428" cy="30404"/>
                </a:xfrm>
                <a:custGeom>
                  <a:rect b="b" l="l" r="r" t="t"/>
                  <a:pathLst>
                    <a:path extrusionOk="0" h="501" w="419">
                      <a:moveTo>
                        <a:pt x="124" y="0"/>
                      </a:moveTo>
                      <a:cubicBezTo>
                        <a:pt x="44" y="0"/>
                        <a:pt x="1" y="76"/>
                        <a:pt x="23" y="191"/>
                      </a:cubicBezTo>
                      <a:cubicBezTo>
                        <a:pt x="46" y="324"/>
                        <a:pt x="150" y="459"/>
                        <a:pt x="253" y="493"/>
                      </a:cubicBezTo>
                      <a:cubicBezTo>
                        <a:pt x="268" y="498"/>
                        <a:pt x="282" y="500"/>
                        <a:pt x="295" y="500"/>
                      </a:cubicBezTo>
                      <a:cubicBezTo>
                        <a:pt x="373" y="500"/>
                        <a:pt x="418" y="423"/>
                        <a:pt x="396" y="309"/>
                      </a:cubicBezTo>
                      <a:cubicBezTo>
                        <a:pt x="373" y="176"/>
                        <a:pt x="269" y="39"/>
                        <a:pt x="167" y="6"/>
                      </a:cubicBezTo>
                      <a:cubicBezTo>
                        <a:pt x="152" y="2"/>
                        <a:pt x="137" y="0"/>
                        <a:pt x="1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9" name="Google Shape;1449;p37"/>
              <p:cNvSpPr/>
              <p:nvPr/>
            </p:nvSpPr>
            <p:spPr>
              <a:xfrm>
                <a:off x="318118" y="2227579"/>
                <a:ext cx="1197122" cy="918141"/>
              </a:xfrm>
              <a:custGeom>
                <a:rect b="b" l="l" r="r" t="t"/>
                <a:pathLst>
                  <a:path extrusionOk="0" h="15129" w="19726">
                    <a:moveTo>
                      <a:pt x="3" y="1"/>
                    </a:moveTo>
                    <a:lnTo>
                      <a:pt x="1" y="4880"/>
                    </a:lnTo>
                    <a:cubicBezTo>
                      <a:pt x="1" y="4880"/>
                      <a:pt x="5320" y="7108"/>
                      <a:pt x="6654" y="7513"/>
                    </a:cubicBezTo>
                    <a:cubicBezTo>
                      <a:pt x="11787" y="9072"/>
                      <a:pt x="19725" y="15128"/>
                      <a:pt x="19725" y="15128"/>
                    </a:cubicBezTo>
                    <a:lnTo>
                      <a:pt x="19044" y="10032"/>
                    </a:lnTo>
                    <a:cubicBezTo>
                      <a:pt x="19019" y="10033"/>
                      <a:pt x="18994" y="10034"/>
                      <a:pt x="18967" y="10034"/>
                    </a:cubicBezTo>
                    <a:cubicBezTo>
                      <a:pt x="15837" y="10034"/>
                      <a:pt x="3" y="1"/>
                      <a:pt x="3"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0" name="Google Shape;1450;p37"/>
              <p:cNvGrpSpPr/>
              <p:nvPr/>
            </p:nvGrpSpPr>
            <p:grpSpPr>
              <a:xfrm>
                <a:off x="354288" y="2271578"/>
                <a:ext cx="1105618" cy="794591"/>
                <a:chOff x="3287988" y="1822728"/>
                <a:chExt cx="1105618" cy="794591"/>
              </a:xfrm>
            </p:grpSpPr>
            <p:sp>
              <p:nvSpPr>
                <p:cNvPr id="1451" name="Google Shape;1451;p37"/>
                <p:cNvSpPr/>
                <p:nvPr/>
              </p:nvSpPr>
              <p:spPr>
                <a:xfrm>
                  <a:off x="3516297" y="1983977"/>
                  <a:ext cx="25246" cy="28584"/>
                </a:xfrm>
                <a:custGeom>
                  <a:rect b="b" l="l" r="r" t="t"/>
                  <a:pathLst>
                    <a:path extrusionOk="0" h="471" w="416">
                      <a:moveTo>
                        <a:pt x="126" y="0"/>
                      </a:moveTo>
                      <a:cubicBezTo>
                        <a:pt x="91" y="0"/>
                        <a:pt x="61" y="17"/>
                        <a:pt x="43" y="52"/>
                      </a:cubicBezTo>
                      <a:cubicBezTo>
                        <a:pt x="1" y="132"/>
                        <a:pt x="37" y="279"/>
                        <a:pt x="129" y="381"/>
                      </a:cubicBezTo>
                      <a:cubicBezTo>
                        <a:pt x="181" y="440"/>
                        <a:pt x="240" y="470"/>
                        <a:pt x="288" y="470"/>
                      </a:cubicBezTo>
                      <a:cubicBezTo>
                        <a:pt x="324" y="470"/>
                        <a:pt x="355" y="454"/>
                        <a:pt x="373" y="420"/>
                      </a:cubicBezTo>
                      <a:cubicBezTo>
                        <a:pt x="416" y="338"/>
                        <a:pt x="379" y="193"/>
                        <a:pt x="287" y="91"/>
                      </a:cubicBezTo>
                      <a:cubicBezTo>
                        <a:pt x="234" y="32"/>
                        <a:pt x="175" y="0"/>
                        <a:pt x="126"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7"/>
                <p:cNvSpPr/>
                <p:nvPr/>
              </p:nvSpPr>
              <p:spPr>
                <a:xfrm>
                  <a:off x="3603203" y="2047639"/>
                  <a:ext cx="15839" cy="20391"/>
                </a:xfrm>
                <a:custGeom>
                  <a:rect b="b" l="l" r="r" t="t"/>
                  <a:pathLst>
                    <a:path extrusionOk="0" h="336" w="261">
                      <a:moveTo>
                        <a:pt x="71" y="1"/>
                      </a:moveTo>
                      <a:cubicBezTo>
                        <a:pt x="28" y="1"/>
                        <a:pt x="1" y="37"/>
                        <a:pt x="1" y="97"/>
                      </a:cubicBezTo>
                      <a:cubicBezTo>
                        <a:pt x="3" y="181"/>
                        <a:pt x="62" y="281"/>
                        <a:pt x="132" y="320"/>
                      </a:cubicBezTo>
                      <a:cubicBezTo>
                        <a:pt x="151" y="330"/>
                        <a:pt x="170" y="335"/>
                        <a:pt x="186" y="335"/>
                      </a:cubicBezTo>
                      <a:cubicBezTo>
                        <a:pt x="230" y="335"/>
                        <a:pt x="261" y="301"/>
                        <a:pt x="261" y="240"/>
                      </a:cubicBezTo>
                      <a:cubicBezTo>
                        <a:pt x="261" y="157"/>
                        <a:pt x="199" y="56"/>
                        <a:pt x="128" y="17"/>
                      </a:cubicBezTo>
                      <a:cubicBezTo>
                        <a:pt x="107" y="6"/>
                        <a:pt x="88" y="1"/>
                        <a:pt x="71"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7"/>
                <p:cNvSpPr/>
                <p:nvPr/>
              </p:nvSpPr>
              <p:spPr>
                <a:xfrm>
                  <a:off x="3602110" y="2165556"/>
                  <a:ext cx="29373" cy="36291"/>
                </a:xfrm>
                <a:custGeom>
                  <a:rect b="b" l="l" r="r" t="t"/>
                  <a:pathLst>
                    <a:path extrusionOk="0" h="598" w="484">
                      <a:moveTo>
                        <a:pt x="141" y="1"/>
                      </a:moveTo>
                      <a:cubicBezTo>
                        <a:pt x="74" y="1"/>
                        <a:pt x="24" y="50"/>
                        <a:pt x="15" y="139"/>
                      </a:cubicBezTo>
                      <a:cubicBezTo>
                        <a:pt x="0" y="276"/>
                        <a:pt x="92" y="460"/>
                        <a:pt x="217" y="550"/>
                      </a:cubicBezTo>
                      <a:cubicBezTo>
                        <a:pt x="264" y="582"/>
                        <a:pt x="307" y="598"/>
                        <a:pt x="345" y="598"/>
                      </a:cubicBezTo>
                      <a:cubicBezTo>
                        <a:pt x="412" y="598"/>
                        <a:pt x="460" y="549"/>
                        <a:pt x="471" y="460"/>
                      </a:cubicBezTo>
                      <a:cubicBezTo>
                        <a:pt x="483" y="323"/>
                        <a:pt x="393" y="139"/>
                        <a:pt x="266" y="49"/>
                      </a:cubicBezTo>
                      <a:cubicBezTo>
                        <a:pt x="222" y="16"/>
                        <a:pt x="179" y="1"/>
                        <a:pt x="141"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7"/>
                <p:cNvSpPr/>
                <p:nvPr/>
              </p:nvSpPr>
              <p:spPr>
                <a:xfrm>
                  <a:off x="3843103" y="2189649"/>
                  <a:ext cx="24032" cy="28098"/>
                </a:xfrm>
                <a:custGeom>
                  <a:rect b="b" l="l" r="r" t="t"/>
                  <a:pathLst>
                    <a:path extrusionOk="0" h="463" w="396">
                      <a:moveTo>
                        <a:pt x="118" y="0"/>
                      </a:moveTo>
                      <a:cubicBezTo>
                        <a:pt x="75" y="0"/>
                        <a:pt x="40" y="26"/>
                        <a:pt x="27" y="77"/>
                      </a:cubicBezTo>
                      <a:cubicBezTo>
                        <a:pt x="0" y="171"/>
                        <a:pt x="58" y="319"/>
                        <a:pt x="152" y="405"/>
                      </a:cubicBezTo>
                      <a:cubicBezTo>
                        <a:pt x="195" y="444"/>
                        <a:pt x="240" y="463"/>
                        <a:pt x="277" y="463"/>
                      </a:cubicBezTo>
                      <a:cubicBezTo>
                        <a:pt x="321" y="463"/>
                        <a:pt x="355" y="437"/>
                        <a:pt x="369" y="386"/>
                      </a:cubicBezTo>
                      <a:cubicBezTo>
                        <a:pt x="395" y="292"/>
                        <a:pt x="338" y="143"/>
                        <a:pt x="244" y="59"/>
                      </a:cubicBezTo>
                      <a:cubicBezTo>
                        <a:pt x="201" y="20"/>
                        <a:pt x="156" y="0"/>
                        <a:pt x="118"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7"/>
                <p:cNvSpPr/>
                <p:nvPr/>
              </p:nvSpPr>
              <p:spPr>
                <a:xfrm>
                  <a:off x="3902821" y="2261019"/>
                  <a:ext cx="30101" cy="34653"/>
                </a:xfrm>
                <a:custGeom>
                  <a:rect b="b" l="l" r="r" t="t"/>
                  <a:pathLst>
                    <a:path extrusionOk="0" h="571" w="496">
                      <a:moveTo>
                        <a:pt x="152" y="0"/>
                      </a:moveTo>
                      <a:cubicBezTo>
                        <a:pt x="137" y="0"/>
                        <a:pt x="122" y="3"/>
                        <a:pt x="109" y="8"/>
                      </a:cubicBezTo>
                      <a:cubicBezTo>
                        <a:pt x="17" y="41"/>
                        <a:pt x="0" y="194"/>
                        <a:pt x="78" y="348"/>
                      </a:cubicBezTo>
                      <a:cubicBezTo>
                        <a:pt x="143" y="479"/>
                        <a:pt x="255" y="570"/>
                        <a:pt x="345" y="570"/>
                      </a:cubicBezTo>
                      <a:cubicBezTo>
                        <a:pt x="359" y="570"/>
                        <a:pt x="374" y="568"/>
                        <a:pt x="387" y="563"/>
                      </a:cubicBezTo>
                      <a:cubicBezTo>
                        <a:pt x="481" y="528"/>
                        <a:pt x="496" y="376"/>
                        <a:pt x="418" y="223"/>
                      </a:cubicBezTo>
                      <a:cubicBezTo>
                        <a:pt x="353" y="91"/>
                        <a:pt x="241" y="0"/>
                        <a:pt x="152"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7"/>
                <p:cNvSpPr/>
                <p:nvPr/>
              </p:nvSpPr>
              <p:spPr>
                <a:xfrm>
                  <a:off x="3975222" y="2279711"/>
                  <a:ext cx="27491" cy="32346"/>
                </a:xfrm>
                <a:custGeom>
                  <a:rect b="b" l="l" r="r" t="t"/>
                  <a:pathLst>
                    <a:path extrusionOk="0" h="533" w="453">
                      <a:moveTo>
                        <a:pt x="137" y="1"/>
                      </a:moveTo>
                      <a:cubicBezTo>
                        <a:pt x="120" y="1"/>
                        <a:pt x="105" y="4"/>
                        <a:pt x="90" y="11"/>
                      </a:cubicBezTo>
                      <a:cubicBezTo>
                        <a:pt x="8" y="52"/>
                        <a:pt x="0" y="199"/>
                        <a:pt x="76" y="343"/>
                      </a:cubicBezTo>
                      <a:cubicBezTo>
                        <a:pt x="140" y="458"/>
                        <a:pt x="241" y="533"/>
                        <a:pt x="321" y="533"/>
                      </a:cubicBezTo>
                      <a:cubicBezTo>
                        <a:pt x="337" y="533"/>
                        <a:pt x="352" y="529"/>
                        <a:pt x="366" y="523"/>
                      </a:cubicBezTo>
                      <a:cubicBezTo>
                        <a:pt x="448" y="482"/>
                        <a:pt x="452" y="334"/>
                        <a:pt x="379" y="193"/>
                      </a:cubicBezTo>
                      <a:cubicBezTo>
                        <a:pt x="318" y="77"/>
                        <a:pt x="217" y="1"/>
                        <a:pt x="137"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7"/>
                <p:cNvSpPr/>
                <p:nvPr/>
              </p:nvSpPr>
              <p:spPr>
                <a:xfrm>
                  <a:off x="4209782" y="2411829"/>
                  <a:ext cx="21362" cy="27309"/>
                </a:xfrm>
                <a:custGeom>
                  <a:rect b="b" l="l" r="r" t="t"/>
                  <a:pathLst>
                    <a:path extrusionOk="0" h="450" w="352">
                      <a:moveTo>
                        <a:pt x="98" y="1"/>
                      </a:moveTo>
                      <a:cubicBezTo>
                        <a:pt x="42" y="1"/>
                        <a:pt x="3" y="44"/>
                        <a:pt x="2" y="119"/>
                      </a:cubicBezTo>
                      <a:cubicBezTo>
                        <a:pt x="0" y="226"/>
                        <a:pt x="74" y="365"/>
                        <a:pt x="170" y="422"/>
                      </a:cubicBezTo>
                      <a:cubicBezTo>
                        <a:pt x="200" y="441"/>
                        <a:pt x="229" y="449"/>
                        <a:pt x="253" y="449"/>
                      </a:cubicBezTo>
                      <a:cubicBezTo>
                        <a:pt x="308" y="449"/>
                        <a:pt x="346" y="406"/>
                        <a:pt x="350" y="330"/>
                      </a:cubicBezTo>
                      <a:cubicBezTo>
                        <a:pt x="352" y="224"/>
                        <a:pt x="278" y="85"/>
                        <a:pt x="180" y="27"/>
                      </a:cubicBezTo>
                      <a:cubicBezTo>
                        <a:pt x="151" y="9"/>
                        <a:pt x="123" y="1"/>
                        <a:pt x="98"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7"/>
                <p:cNvSpPr/>
                <p:nvPr/>
              </p:nvSpPr>
              <p:spPr>
                <a:xfrm>
                  <a:off x="4256148" y="2421661"/>
                  <a:ext cx="26217" cy="29494"/>
                </a:xfrm>
                <a:custGeom>
                  <a:rect b="b" l="l" r="r" t="t"/>
                  <a:pathLst>
                    <a:path extrusionOk="0" h="486" w="432">
                      <a:moveTo>
                        <a:pt x="128" y="0"/>
                      </a:moveTo>
                      <a:cubicBezTo>
                        <a:pt x="41" y="0"/>
                        <a:pt x="1" y="102"/>
                        <a:pt x="44" y="234"/>
                      </a:cubicBezTo>
                      <a:cubicBezTo>
                        <a:pt x="87" y="369"/>
                        <a:pt x="198" y="481"/>
                        <a:pt x="294" y="485"/>
                      </a:cubicBezTo>
                      <a:cubicBezTo>
                        <a:pt x="296" y="486"/>
                        <a:pt x="299" y="486"/>
                        <a:pt x="302" y="486"/>
                      </a:cubicBezTo>
                      <a:cubicBezTo>
                        <a:pt x="390" y="486"/>
                        <a:pt x="432" y="383"/>
                        <a:pt x="388" y="254"/>
                      </a:cubicBezTo>
                      <a:cubicBezTo>
                        <a:pt x="345" y="117"/>
                        <a:pt x="232" y="5"/>
                        <a:pt x="138" y="0"/>
                      </a:cubicBezTo>
                      <a:cubicBezTo>
                        <a:pt x="135" y="0"/>
                        <a:pt x="131" y="0"/>
                        <a:pt x="128"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7"/>
                <p:cNvSpPr/>
                <p:nvPr/>
              </p:nvSpPr>
              <p:spPr>
                <a:xfrm>
                  <a:off x="4376492" y="2597414"/>
                  <a:ext cx="17114" cy="19906"/>
                </a:xfrm>
                <a:custGeom>
                  <a:rect b="b" l="l" r="r" t="t"/>
                  <a:pathLst>
                    <a:path extrusionOk="0" h="328" w="282">
                      <a:moveTo>
                        <a:pt x="80" y="0"/>
                      </a:moveTo>
                      <a:cubicBezTo>
                        <a:pt x="25" y="0"/>
                        <a:pt x="0" y="65"/>
                        <a:pt x="21" y="147"/>
                      </a:cubicBezTo>
                      <a:cubicBezTo>
                        <a:pt x="48" y="237"/>
                        <a:pt x="119" y="317"/>
                        <a:pt x="185" y="327"/>
                      </a:cubicBezTo>
                      <a:cubicBezTo>
                        <a:pt x="189" y="327"/>
                        <a:pt x="194" y="328"/>
                        <a:pt x="198" y="328"/>
                      </a:cubicBezTo>
                      <a:cubicBezTo>
                        <a:pt x="254" y="328"/>
                        <a:pt x="281" y="264"/>
                        <a:pt x="256" y="182"/>
                      </a:cubicBezTo>
                      <a:cubicBezTo>
                        <a:pt x="232" y="92"/>
                        <a:pt x="160" y="12"/>
                        <a:pt x="93" y="1"/>
                      </a:cubicBezTo>
                      <a:cubicBezTo>
                        <a:pt x="88" y="1"/>
                        <a:pt x="84" y="0"/>
                        <a:pt x="80"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7"/>
                <p:cNvSpPr/>
                <p:nvPr/>
              </p:nvSpPr>
              <p:spPr>
                <a:xfrm>
                  <a:off x="4331826" y="2416563"/>
                  <a:ext cx="33196" cy="37990"/>
                </a:xfrm>
                <a:custGeom>
                  <a:rect b="b" l="l" r="r" t="t"/>
                  <a:pathLst>
                    <a:path extrusionOk="0" h="626" w="547">
                      <a:moveTo>
                        <a:pt x="164" y="0"/>
                      </a:moveTo>
                      <a:cubicBezTo>
                        <a:pt x="132" y="0"/>
                        <a:pt x="103" y="11"/>
                        <a:pt x="80" y="33"/>
                      </a:cubicBezTo>
                      <a:cubicBezTo>
                        <a:pt x="0" y="109"/>
                        <a:pt x="21" y="299"/>
                        <a:pt x="129" y="453"/>
                      </a:cubicBezTo>
                      <a:cubicBezTo>
                        <a:pt x="204" y="562"/>
                        <a:pt x="303" y="626"/>
                        <a:pt x="383" y="626"/>
                      </a:cubicBezTo>
                      <a:cubicBezTo>
                        <a:pt x="415" y="626"/>
                        <a:pt x="444" y="616"/>
                        <a:pt x="467" y="594"/>
                      </a:cubicBezTo>
                      <a:cubicBezTo>
                        <a:pt x="546" y="516"/>
                        <a:pt x="526" y="328"/>
                        <a:pt x="418" y="174"/>
                      </a:cubicBezTo>
                      <a:cubicBezTo>
                        <a:pt x="342" y="65"/>
                        <a:pt x="243" y="0"/>
                        <a:pt x="164"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7"/>
                <p:cNvSpPr/>
                <p:nvPr/>
              </p:nvSpPr>
              <p:spPr>
                <a:xfrm>
                  <a:off x="3321609" y="2054679"/>
                  <a:ext cx="23183" cy="26278"/>
                </a:xfrm>
                <a:custGeom>
                  <a:rect b="b" l="l" r="r" t="t"/>
                  <a:pathLst>
                    <a:path extrusionOk="0" h="433" w="382">
                      <a:moveTo>
                        <a:pt x="118" y="1"/>
                      </a:moveTo>
                      <a:cubicBezTo>
                        <a:pt x="113" y="1"/>
                        <a:pt x="108" y="1"/>
                        <a:pt x="103" y="2"/>
                      </a:cubicBezTo>
                      <a:cubicBezTo>
                        <a:pt x="23" y="12"/>
                        <a:pt x="1" y="116"/>
                        <a:pt x="50" y="237"/>
                      </a:cubicBezTo>
                      <a:cubicBezTo>
                        <a:pt x="96" y="346"/>
                        <a:pt x="189" y="433"/>
                        <a:pt x="264" y="433"/>
                      </a:cubicBezTo>
                      <a:cubicBezTo>
                        <a:pt x="269" y="433"/>
                        <a:pt x="274" y="432"/>
                        <a:pt x="279" y="431"/>
                      </a:cubicBezTo>
                      <a:cubicBezTo>
                        <a:pt x="357" y="421"/>
                        <a:pt x="381" y="317"/>
                        <a:pt x="334" y="196"/>
                      </a:cubicBezTo>
                      <a:cubicBezTo>
                        <a:pt x="288" y="85"/>
                        <a:pt x="195" y="1"/>
                        <a:pt x="118"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7"/>
                <p:cNvSpPr/>
                <p:nvPr/>
              </p:nvSpPr>
              <p:spPr>
                <a:xfrm>
                  <a:off x="4059760" y="2320008"/>
                  <a:ext cx="24275" cy="28159"/>
                </a:xfrm>
                <a:custGeom>
                  <a:rect b="b" l="l" r="r" t="t"/>
                  <a:pathLst>
                    <a:path extrusionOk="0" h="464" w="400">
                      <a:moveTo>
                        <a:pt x="120" y="1"/>
                      </a:moveTo>
                      <a:cubicBezTo>
                        <a:pt x="38" y="1"/>
                        <a:pt x="1" y="89"/>
                        <a:pt x="33" y="211"/>
                      </a:cubicBezTo>
                      <a:cubicBezTo>
                        <a:pt x="70" y="337"/>
                        <a:pt x="172" y="452"/>
                        <a:pt x="264" y="462"/>
                      </a:cubicBezTo>
                      <a:cubicBezTo>
                        <a:pt x="271" y="463"/>
                        <a:pt x="277" y="464"/>
                        <a:pt x="283" y="464"/>
                      </a:cubicBezTo>
                      <a:cubicBezTo>
                        <a:pt x="362" y="464"/>
                        <a:pt x="399" y="376"/>
                        <a:pt x="367" y="256"/>
                      </a:cubicBezTo>
                      <a:cubicBezTo>
                        <a:pt x="330" y="129"/>
                        <a:pt x="228" y="16"/>
                        <a:pt x="136" y="2"/>
                      </a:cubicBezTo>
                      <a:cubicBezTo>
                        <a:pt x="130" y="1"/>
                        <a:pt x="125" y="1"/>
                        <a:pt x="120"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7"/>
                <p:cNvSpPr/>
                <p:nvPr/>
              </p:nvSpPr>
              <p:spPr>
                <a:xfrm>
                  <a:off x="4310342" y="2522767"/>
                  <a:ext cx="29737" cy="34531"/>
                </a:xfrm>
                <a:custGeom>
                  <a:rect b="b" l="l" r="r" t="t"/>
                  <a:pathLst>
                    <a:path extrusionOk="0" h="569" w="490">
                      <a:moveTo>
                        <a:pt x="148" y="1"/>
                      </a:moveTo>
                      <a:cubicBezTo>
                        <a:pt x="96" y="1"/>
                        <a:pt x="54" y="30"/>
                        <a:pt x="35" y="88"/>
                      </a:cubicBezTo>
                      <a:cubicBezTo>
                        <a:pt x="0" y="200"/>
                        <a:pt x="64" y="382"/>
                        <a:pt x="180" y="491"/>
                      </a:cubicBezTo>
                      <a:cubicBezTo>
                        <a:pt x="236" y="543"/>
                        <a:pt x="294" y="569"/>
                        <a:pt x="343" y="569"/>
                      </a:cubicBezTo>
                      <a:cubicBezTo>
                        <a:pt x="395" y="569"/>
                        <a:pt x="437" y="540"/>
                        <a:pt x="454" y="481"/>
                      </a:cubicBezTo>
                      <a:cubicBezTo>
                        <a:pt x="489" y="366"/>
                        <a:pt x="426" y="186"/>
                        <a:pt x="309" y="78"/>
                      </a:cubicBezTo>
                      <a:cubicBezTo>
                        <a:pt x="254" y="26"/>
                        <a:pt x="196" y="1"/>
                        <a:pt x="148"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7"/>
                <p:cNvSpPr/>
                <p:nvPr/>
              </p:nvSpPr>
              <p:spPr>
                <a:xfrm>
                  <a:off x="4193335" y="2473003"/>
                  <a:ext cx="32771" cy="38051"/>
                </a:xfrm>
                <a:custGeom>
                  <a:rect b="b" l="l" r="r" t="t"/>
                  <a:pathLst>
                    <a:path extrusionOk="0" h="627" w="540">
                      <a:moveTo>
                        <a:pt x="162" y="0"/>
                      </a:moveTo>
                      <a:cubicBezTo>
                        <a:pt x="143" y="0"/>
                        <a:pt x="126" y="4"/>
                        <a:pt x="109" y="12"/>
                      </a:cubicBezTo>
                      <a:cubicBezTo>
                        <a:pt x="11" y="57"/>
                        <a:pt x="1" y="229"/>
                        <a:pt x="91" y="394"/>
                      </a:cubicBezTo>
                      <a:cubicBezTo>
                        <a:pt x="166" y="533"/>
                        <a:pt x="286" y="626"/>
                        <a:pt x="380" y="626"/>
                      </a:cubicBezTo>
                      <a:cubicBezTo>
                        <a:pt x="398" y="626"/>
                        <a:pt x="415" y="623"/>
                        <a:pt x="431" y="615"/>
                      </a:cubicBezTo>
                      <a:cubicBezTo>
                        <a:pt x="531" y="568"/>
                        <a:pt x="539" y="396"/>
                        <a:pt x="449" y="231"/>
                      </a:cubicBezTo>
                      <a:cubicBezTo>
                        <a:pt x="374" y="93"/>
                        <a:pt x="255" y="0"/>
                        <a:pt x="162"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7"/>
                <p:cNvSpPr/>
                <p:nvPr/>
              </p:nvSpPr>
              <p:spPr>
                <a:xfrm>
                  <a:off x="3569460" y="2088907"/>
                  <a:ext cx="17781" cy="20391"/>
                </a:xfrm>
                <a:custGeom>
                  <a:rect b="b" l="l" r="r" t="t"/>
                  <a:pathLst>
                    <a:path extrusionOk="0" h="336" w="293">
                      <a:moveTo>
                        <a:pt x="89" y="0"/>
                      </a:moveTo>
                      <a:cubicBezTo>
                        <a:pt x="88" y="0"/>
                        <a:pt x="87" y="0"/>
                        <a:pt x="86" y="0"/>
                      </a:cubicBezTo>
                      <a:cubicBezTo>
                        <a:pt x="25" y="2"/>
                        <a:pt x="0" y="80"/>
                        <a:pt x="31" y="172"/>
                      </a:cubicBezTo>
                      <a:cubicBezTo>
                        <a:pt x="65" y="263"/>
                        <a:pt x="139" y="336"/>
                        <a:pt x="202" y="336"/>
                      </a:cubicBezTo>
                      <a:cubicBezTo>
                        <a:pt x="203" y="336"/>
                        <a:pt x="204" y="336"/>
                        <a:pt x="205" y="336"/>
                      </a:cubicBezTo>
                      <a:cubicBezTo>
                        <a:pt x="270" y="332"/>
                        <a:pt x="293" y="256"/>
                        <a:pt x="260" y="164"/>
                      </a:cubicBezTo>
                      <a:cubicBezTo>
                        <a:pt x="226" y="73"/>
                        <a:pt x="152" y="0"/>
                        <a:pt x="89"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7"/>
                <p:cNvSpPr/>
                <p:nvPr/>
              </p:nvSpPr>
              <p:spPr>
                <a:xfrm>
                  <a:off x="4153524" y="2366252"/>
                  <a:ext cx="28705" cy="33378"/>
                </a:xfrm>
                <a:custGeom>
                  <a:rect b="b" l="l" r="r" t="t"/>
                  <a:pathLst>
                    <a:path extrusionOk="0" h="550" w="473">
                      <a:moveTo>
                        <a:pt x="144" y="0"/>
                      </a:moveTo>
                      <a:cubicBezTo>
                        <a:pt x="119" y="0"/>
                        <a:pt x="97" y="8"/>
                        <a:pt x="78" y="23"/>
                      </a:cubicBezTo>
                      <a:cubicBezTo>
                        <a:pt x="0" y="83"/>
                        <a:pt x="10" y="240"/>
                        <a:pt x="100" y="382"/>
                      </a:cubicBezTo>
                      <a:cubicBezTo>
                        <a:pt x="165" y="488"/>
                        <a:pt x="256" y="550"/>
                        <a:pt x="331" y="550"/>
                      </a:cubicBezTo>
                      <a:cubicBezTo>
                        <a:pt x="355" y="550"/>
                        <a:pt x="378" y="543"/>
                        <a:pt x="397" y="529"/>
                      </a:cubicBezTo>
                      <a:cubicBezTo>
                        <a:pt x="473" y="474"/>
                        <a:pt x="463" y="312"/>
                        <a:pt x="375" y="171"/>
                      </a:cubicBezTo>
                      <a:cubicBezTo>
                        <a:pt x="308" y="64"/>
                        <a:pt x="217" y="0"/>
                        <a:pt x="144"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7"/>
                <p:cNvSpPr/>
                <p:nvPr/>
              </p:nvSpPr>
              <p:spPr>
                <a:xfrm>
                  <a:off x="4377524" y="2489935"/>
                  <a:ext cx="15779" cy="18631"/>
                </a:xfrm>
                <a:custGeom>
                  <a:rect b="b" l="l" r="r" t="t"/>
                  <a:pathLst>
                    <a:path extrusionOk="0" h="307" w="260">
                      <a:moveTo>
                        <a:pt x="77" y="0"/>
                      </a:moveTo>
                      <a:cubicBezTo>
                        <a:pt x="69" y="0"/>
                        <a:pt x="61" y="2"/>
                        <a:pt x="53" y="5"/>
                      </a:cubicBezTo>
                      <a:cubicBezTo>
                        <a:pt x="4" y="29"/>
                        <a:pt x="0" y="111"/>
                        <a:pt x="41" y="193"/>
                      </a:cubicBezTo>
                      <a:cubicBezTo>
                        <a:pt x="77" y="262"/>
                        <a:pt x="135" y="306"/>
                        <a:pt x="182" y="306"/>
                      </a:cubicBezTo>
                      <a:cubicBezTo>
                        <a:pt x="191" y="306"/>
                        <a:pt x="199" y="305"/>
                        <a:pt x="207" y="301"/>
                      </a:cubicBezTo>
                      <a:cubicBezTo>
                        <a:pt x="256" y="281"/>
                        <a:pt x="260" y="197"/>
                        <a:pt x="219" y="115"/>
                      </a:cubicBezTo>
                      <a:cubicBezTo>
                        <a:pt x="183" y="46"/>
                        <a:pt x="124" y="0"/>
                        <a:pt x="77"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7"/>
                <p:cNvSpPr/>
                <p:nvPr/>
              </p:nvSpPr>
              <p:spPr>
                <a:xfrm>
                  <a:off x="3851903" y="2221753"/>
                  <a:ext cx="16325" cy="19117"/>
                </a:xfrm>
                <a:custGeom>
                  <a:rect b="b" l="l" r="r" t="t"/>
                  <a:pathLst>
                    <a:path extrusionOk="0" h="315" w="269">
                      <a:moveTo>
                        <a:pt x="83" y="1"/>
                      </a:moveTo>
                      <a:cubicBezTo>
                        <a:pt x="31" y="1"/>
                        <a:pt x="1" y="52"/>
                        <a:pt x="19" y="131"/>
                      </a:cubicBezTo>
                      <a:cubicBezTo>
                        <a:pt x="40" y="215"/>
                        <a:pt x="107" y="297"/>
                        <a:pt x="170" y="311"/>
                      </a:cubicBezTo>
                      <a:cubicBezTo>
                        <a:pt x="178" y="313"/>
                        <a:pt x="185" y="314"/>
                        <a:pt x="191" y="314"/>
                      </a:cubicBezTo>
                      <a:cubicBezTo>
                        <a:pt x="242" y="314"/>
                        <a:pt x="269" y="261"/>
                        <a:pt x="252" y="185"/>
                      </a:cubicBezTo>
                      <a:cubicBezTo>
                        <a:pt x="234" y="101"/>
                        <a:pt x="166" y="15"/>
                        <a:pt x="101" y="3"/>
                      </a:cubicBezTo>
                      <a:cubicBezTo>
                        <a:pt x="95" y="1"/>
                        <a:pt x="89" y="1"/>
                        <a:pt x="83"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7"/>
                <p:cNvSpPr/>
                <p:nvPr/>
              </p:nvSpPr>
              <p:spPr>
                <a:xfrm>
                  <a:off x="3906158" y="2203790"/>
                  <a:ext cx="17842" cy="20452"/>
                </a:xfrm>
                <a:custGeom>
                  <a:rect b="b" l="l" r="r" t="t"/>
                  <a:pathLst>
                    <a:path extrusionOk="0" h="337" w="294">
                      <a:moveTo>
                        <a:pt x="90" y="1"/>
                      </a:moveTo>
                      <a:cubicBezTo>
                        <a:pt x="72" y="1"/>
                        <a:pt x="56" y="6"/>
                        <a:pt x="44" y="18"/>
                      </a:cubicBezTo>
                      <a:cubicBezTo>
                        <a:pt x="1" y="59"/>
                        <a:pt x="11" y="161"/>
                        <a:pt x="68" y="243"/>
                      </a:cubicBezTo>
                      <a:cubicBezTo>
                        <a:pt x="109" y="303"/>
                        <a:pt x="162" y="337"/>
                        <a:pt x="205" y="337"/>
                      </a:cubicBezTo>
                      <a:cubicBezTo>
                        <a:pt x="222" y="337"/>
                        <a:pt x="238" y="331"/>
                        <a:pt x="250" y="319"/>
                      </a:cubicBezTo>
                      <a:cubicBezTo>
                        <a:pt x="293" y="278"/>
                        <a:pt x="283" y="178"/>
                        <a:pt x="228" y="94"/>
                      </a:cubicBezTo>
                      <a:cubicBezTo>
                        <a:pt x="187" y="34"/>
                        <a:pt x="133" y="1"/>
                        <a:pt x="90"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7"/>
                <p:cNvSpPr/>
                <p:nvPr/>
              </p:nvSpPr>
              <p:spPr>
                <a:xfrm>
                  <a:off x="3970124" y="2308659"/>
                  <a:ext cx="16446" cy="18752"/>
                </a:xfrm>
                <a:custGeom>
                  <a:rect b="b" l="l" r="r" t="t"/>
                  <a:pathLst>
                    <a:path extrusionOk="0" h="309" w="271">
                      <a:moveTo>
                        <a:pt x="81" y="0"/>
                      </a:moveTo>
                      <a:cubicBezTo>
                        <a:pt x="56" y="0"/>
                        <a:pt x="35" y="13"/>
                        <a:pt x="25" y="40"/>
                      </a:cubicBezTo>
                      <a:cubicBezTo>
                        <a:pt x="0" y="95"/>
                        <a:pt x="31" y="193"/>
                        <a:pt x="92" y="256"/>
                      </a:cubicBezTo>
                      <a:cubicBezTo>
                        <a:pt x="125" y="291"/>
                        <a:pt x="160" y="308"/>
                        <a:pt x="189" y="308"/>
                      </a:cubicBezTo>
                      <a:cubicBezTo>
                        <a:pt x="214" y="308"/>
                        <a:pt x="235" y="295"/>
                        <a:pt x="246" y="269"/>
                      </a:cubicBezTo>
                      <a:cubicBezTo>
                        <a:pt x="270" y="213"/>
                        <a:pt x="240" y="115"/>
                        <a:pt x="178" y="52"/>
                      </a:cubicBezTo>
                      <a:cubicBezTo>
                        <a:pt x="145" y="18"/>
                        <a:pt x="110" y="0"/>
                        <a:pt x="81"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7"/>
                <p:cNvSpPr/>
                <p:nvPr/>
              </p:nvSpPr>
              <p:spPr>
                <a:xfrm>
                  <a:off x="4231083" y="2435497"/>
                  <a:ext cx="22818" cy="27431"/>
                </a:xfrm>
                <a:custGeom>
                  <a:rect b="b" l="l" r="r" t="t"/>
                  <a:pathLst>
                    <a:path extrusionOk="0" h="452" w="376">
                      <a:moveTo>
                        <a:pt x="110" y="1"/>
                      </a:moveTo>
                      <a:cubicBezTo>
                        <a:pt x="64" y="1"/>
                        <a:pt x="30" y="31"/>
                        <a:pt x="19" y="90"/>
                      </a:cubicBezTo>
                      <a:cubicBezTo>
                        <a:pt x="1" y="186"/>
                        <a:pt x="62" y="327"/>
                        <a:pt x="154" y="405"/>
                      </a:cubicBezTo>
                      <a:cubicBezTo>
                        <a:pt x="193" y="436"/>
                        <a:pt x="231" y="451"/>
                        <a:pt x="264" y="451"/>
                      </a:cubicBezTo>
                      <a:cubicBezTo>
                        <a:pt x="310" y="451"/>
                        <a:pt x="346" y="421"/>
                        <a:pt x="357" y="364"/>
                      </a:cubicBezTo>
                      <a:cubicBezTo>
                        <a:pt x="375" y="266"/>
                        <a:pt x="314" y="124"/>
                        <a:pt x="222" y="49"/>
                      </a:cubicBezTo>
                      <a:cubicBezTo>
                        <a:pt x="182" y="16"/>
                        <a:pt x="143" y="1"/>
                        <a:pt x="110"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7"/>
                <p:cNvSpPr/>
                <p:nvPr/>
              </p:nvSpPr>
              <p:spPr>
                <a:xfrm>
                  <a:off x="3288170" y="2056014"/>
                  <a:ext cx="16021" cy="19845"/>
                </a:xfrm>
                <a:custGeom>
                  <a:rect b="b" l="l" r="r" t="t"/>
                  <a:pathLst>
                    <a:path extrusionOk="0" h="327" w="264">
                      <a:moveTo>
                        <a:pt x="74" y="0"/>
                      </a:moveTo>
                      <a:cubicBezTo>
                        <a:pt x="29" y="0"/>
                        <a:pt x="1" y="39"/>
                        <a:pt x="5" y="102"/>
                      </a:cubicBezTo>
                      <a:cubicBezTo>
                        <a:pt x="9" y="186"/>
                        <a:pt x="71" y="280"/>
                        <a:pt x="142" y="315"/>
                      </a:cubicBezTo>
                      <a:cubicBezTo>
                        <a:pt x="159" y="323"/>
                        <a:pt x="174" y="327"/>
                        <a:pt x="188" y="327"/>
                      </a:cubicBezTo>
                      <a:cubicBezTo>
                        <a:pt x="233" y="327"/>
                        <a:pt x="263" y="288"/>
                        <a:pt x="257" y="225"/>
                      </a:cubicBezTo>
                      <a:cubicBezTo>
                        <a:pt x="253" y="141"/>
                        <a:pt x="191" y="45"/>
                        <a:pt x="122" y="12"/>
                      </a:cubicBezTo>
                      <a:cubicBezTo>
                        <a:pt x="105" y="4"/>
                        <a:pt x="88" y="0"/>
                        <a:pt x="74"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7"/>
                <p:cNvSpPr/>
                <p:nvPr/>
              </p:nvSpPr>
              <p:spPr>
                <a:xfrm>
                  <a:off x="3518907" y="2090728"/>
                  <a:ext cx="20148" cy="22758"/>
                </a:xfrm>
                <a:custGeom>
                  <a:rect b="b" l="l" r="r" t="t"/>
                  <a:pathLst>
                    <a:path extrusionOk="0" h="375" w="332">
                      <a:moveTo>
                        <a:pt x="101" y="1"/>
                      </a:moveTo>
                      <a:cubicBezTo>
                        <a:pt x="77" y="1"/>
                        <a:pt x="56" y="11"/>
                        <a:pt x="41" y="32"/>
                      </a:cubicBezTo>
                      <a:cubicBezTo>
                        <a:pt x="0" y="91"/>
                        <a:pt x="23" y="208"/>
                        <a:pt x="95" y="292"/>
                      </a:cubicBezTo>
                      <a:cubicBezTo>
                        <a:pt x="138" y="345"/>
                        <a:pt x="188" y="374"/>
                        <a:pt x="230" y="374"/>
                      </a:cubicBezTo>
                      <a:cubicBezTo>
                        <a:pt x="254" y="374"/>
                        <a:pt x="276" y="364"/>
                        <a:pt x="291" y="343"/>
                      </a:cubicBezTo>
                      <a:cubicBezTo>
                        <a:pt x="332" y="287"/>
                        <a:pt x="307" y="169"/>
                        <a:pt x="238" y="83"/>
                      </a:cubicBezTo>
                      <a:cubicBezTo>
                        <a:pt x="194" y="30"/>
                        <a:pt x="143" y="1"/>
                        <a:pt x="101"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7"/>
                <p:cNvSpPr/>
                <p:nvPr/>
              </p:nvSpPr>
              <p:spPr>
                <a:xfrm>
                  <a:off x="3455184" y="2112454"/>
                  <a:ext cx="16628" cy="19238"/>
                </a:xfrm>
                <a:custGeom>
                  <a:rect b="b" l="l" r="r" t="t"/>
                  <a:pathLst>
                    <a:path extrusionOk="0" h="317" w="274">
                      <a:moveTo>
                        <a:pt x="84" y="1"/>
                      </a:moveTo>
                      <a:cubicBezTo>
                        <a:pt x="51" y="1"/>
                        <a:pt x="26" y="21"/>
                        <a:pt x="17" y="60"/>
                      </a:cubicBezTo>
                      <a:cubicBezTo>
                        <a:pt x="1" y="128"/>
                        <a:pt x="46" y="228"/>
                        <a:pt x="111" y="281"/>
                      </a:cubicBezTo>
                      <a:cubicBezTo>
                        <a:pt x="140" y="305"/>
                        <a:pt x="169" y="317"/>
                        <a:pt x="193" y="317"/>
                      </a:cubicBezTo>
                      <a:cubicBezTo>
                        <a:pt x="224" y="317"/>
                        <a:pt x="249" y="296"/>
                        <a:pt x="257" y="257"/>
                      </a:cubicBezTo>
                      <a:cubicBezTo>
                        <a:pt x="273" y="187"/>
                        <a:pt x="230" y="87"/>
                        <a:pt x="163" y="34"/>
                      </a:cubicBezTo>
                      <a:cubicBezTo>
                        <a:pt x="135" y="11"/>
                        <a:pt x="108" y="1"/>
                        <a:pt x="84"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7"/>
                <p:cNvSpPr/>
                <p:nvPr/>
              </p:nvSpPr>
              <p:spPr>
                <a:xfrm>
                  <a:off x="3390915" y="2039749"/>
                  <a:ext cx="31193" cy="36230"/>
                </a:xfrm>
                <a:custGeom>
                  <a:rect b="b" l="l" r="r" t="t"/>
                  <a:pathLst>
                    <a:path extrusionOk="0" h="597" w="514">
                      <a:moveTo>
                        <a:pt x="152" y="0"/>
                      </a:moveTo>
                      <a:cubicBezTo>
                        <a:pt x="99" y="0"/>
                        <a:pt x="57" y="29"/>
                        <a:pt x="37" y="88"/>
                      </a:cubicBezTo>
                      <a:cubicBezTo>
                        <a:pt x="0" y="207"/>
                        <a:pt x="66" y="393"/>
                        <a:pt x="186" y="512"/>
                      </a:cubicBezTo>
                      <a:cubicBezTo>
                        <a:pt x="246" y="568"/>
                        <a:pt x="307" y="596"/>
                        <a:pt x="358" y="596"/>
                      </a:cubicBezTo>
                      <a:cubicBezTo>
                        <a:pt x="412" y="596"/>
                        <a:pt x="455" y="566"/>
                        <a:pt x="475" y="506"/>
                      </a:cubicBezTo>
                      <a:cubicBezTo>
                        <a:pt x="514" y="389"/>
                        <a:pt x="446" y="201"/>
                        <a:pt x="327" y="84"/>
                      </a:cubicBezTo>
                      <a:cubicBezTo>
                        <a:pt x="267" y="28"/>
                        <a:pt x="204" y="0"/>
                        <a:pt x="152"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7"/>
                <p:cNvSpPr/>
                <p:nvPr/>
              </p:nvSpPr>
              <p:spPr>
                <a:xfrm>
                  <a:off x="3337874" y="1937732"/>
                  <a:ext cx="23547" cy="27067"/>
                </a:xfrm>
                <a:custGeom>
                  <a:rect b="b" l="l" r="r" t="t"/>
                  <a:pathLst>
                    <a:path extrusionOk="0" h="446" w="388">
                      <a:moveTo>
                        <a:pt x="116" y="0"/>
                      </a:moveTo>
                      <a:cubicBezTo>
                        <a:pt x="97" y="0"/>
                        <a:pt x="80" y="5"/>
                        <a:pt x="66" y="16"/>
                      </a:cubicBezTo>
                      <a:cubicBezTo>
                        <a:pt x="1" y="61"/>
                        <a:pt x="7" y="192"/>
                        <a:pt x="80" y="304"/>
                      </a:cubicBezTo>
                      <a:cubicBezTo>
                        <a:pt x="135" y="392"/>
                        <a:pt x="211" y="446"/>
                        <a:pt x="272" y="446"/>
                      </a:cubicBezTo>
                      <a:cubicBezTo>
                        <a:pt x="291" y="446"/>
                        <a:pt x="309" y="440"/>
                        <a:pt x="324" y="429"/>
                      </a:cubicBezTo>
                      <a:cubicBezTo>
                        <a:pt x="387" y="384"/>
                        <a:pt x="383" y="253"/>
                        <a:pt x="312" y="139"/>
                      </a:cubicBezTo>
                      <a:cubicBezTo>
                        <a:pt x="253" y="54"/>
                        <a:pt x="176" y="0"/>
                        <a:pt x="116"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7"/>
                <p:cNvSpPr/>
                <p:nvPr/>
              </p:nvSpPr>
              <p:spPr>
                <a:xfrm>
                  <a:off x="3287988" y="1822728"/>
                  <a:ext cx="18024" cy="20270"/>
                </a:xfrm>
                <a:custGeom>
                  <a:rect b="b" l="l" r="r" t="t"/>
                  <a:pathLst>
                    <a:path extrusionOk="0" h="334" w="297">
                      <a:moveTo>
                        <a:pt x="90" y="1"/>
                      </a:moveTo>
                      <a:cubicBezTo>
                        <a:pt x="67" y="1"/>
                        <a:pt x="48" y="10"/>
                        <a:pt x="35" y="31"/>
                      </a:cubicBezTo>
                      <a:cubicBezTo>
                        <a:pt x="0" y="82"/>
                        <a:pt x="23" y="186"/>
                        <a:pt x="86" y="262"/>
                      </a:cubicBezTo>
                      <a:cubicBezTo>
                        <a:pt x="124" y="309"/>
                        <a:pt x="169" y="334"/>
                        <a:pt x="206" y="334"/>
                      </a:cubicBezTo>
                      <a:cubicBezTo>
                        <a:pt x="228" y="334"/>
                        <a:pt x="247" y="324"/>
                        <a:pt x="260" y="305"/>
                      </a:cubicBezTo>
                      <a:cubicBezTo>
                        <a:pt x="297" y="254"/>
                        <a:pt x="274" y="149"/>
                        <a:pt x="209" y="74"/>
                      </a:cubicBezTo>
                      <a:cubicBezTo>
                        <a:pt x="171" y="27"/>
                        <a:pt x="126" y="1"/>
                        <a:pt x="90"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7"/>
                <p:cNvSpPr/>
                <p:nvPr/>
              </p:nvSpPr>
              <p:spPr>
                <a:xfrm>
                  <a:off x="3466836" y="1964617"/>
                  <a:ext cx="24093" cy="29494"/>
                </a:xfrm>
                <a:custGeom>
                  <a:rect b="b" l="l" r="r" t="t"/>
                  <a:pathLst>
                    <a:path extrusionOk="0" h="486" w="397">
                      <a:moveTo>
                        <a:pt x="113" y="0"/>
                      </a:moveTo>
                      <a:cubicBezTo>
                        <a:pt x="42" y="0"/>
                        <a:pt x="0" y="70"/>
                        <a:pt x="14" y="176"/>
                      </a:cubicBezTo>
                      <a:cubicBezTo>
                        <a:pt x="34" y="303"/>
                        <a:pt x="130" y="440"/>
                        <a:pt x="232" y="475"/>
                      </a:cubicBezTo>
                      <a:cubicBezTo>
                        <a:pt x="250" y="482"/>
                        <a:pt x="266" y="485"/>
                        <a:pt x="281" y="485"/>
                      </a:cubicBezTo>
                      <a:cubicBezTo>
                        <a:pt x="352" y="485"/>
                        <a:pt x="397" y="414"/>
                        <a:pt x="380" y="309"/>
                      </a:cubicBezTo>
                      <a:cubicBezTo>
                        <a:pt x="359" y="180"/>
                        <a:pt x="265" y="45"/>
                        <a:pt x="163" y="11"/>
                      </a:cubicBezTo>
                      <a:cubicBezTo>
                        <a:pt x="145" y="4"/>
                        <a:pt x="128" y="0"/>
                        <a:pt x="113"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7"/>
                <p:cNvSpPr/>
                <p:nvPr/>
              </p:nvSpPr>
              <p:spPr>
                <a:xfrm>
                  <a:off x="3404691" y="1966802"/>
                  <a:ext cx="26885" cy="30526"/>
                </a:xfrm>
                <a:custGeom>
                  <a:rect b="b" l="l" r="r" t="t"/>
                  <a:pathLst>
                    <a:path extrusionOk="0" h="503" w="443">
                      <a:moveTo>
                        <a:pt x="133" y="1"/>
                      </a:moveTo>
                      <a:cubicBezTo>
                        <a:pt x="101" y="1"/>
                        <a:pt x="73" y="13"/>
                        <a:pt x="53" y="40"/>
                      </a:cubicBezTo>
                      <a:cubicBezTo>
                        <a:pt x="0" y="118"/>
                        <a:pt x="31" y="271"/>
                        <a:pt x="123" y="388"/>
                      </a:cubicBezTo>
                      <a:cubicBezTo>
                        <a:pt x="182" y="461"/>
                        <a:pt x="253" y="503"/>
                        <a:pt x="310" y="503"/>
                      </a:cubicBezTo>
                      <a:cubicBezTo>
                        <a:pt x="342" y="503"/>
                        <a:pt x="370" y="490"/>
                        <a:pt x="389" y="462"/>
                      </a:cubicBezTo>
                      <a:cubicBezTo>
                        <a:pt x="442" y="386"/>
                        <a:pt x="411" y="232"/>
                        <a:pt x="319" y="114"/>
                      </a:cubicBezTo>
                      <a:cubicBezTo>
                        <a:pt x="261" y="41"/>
                        <a:pt x="190" y="1"/>
                        <a:pt x="133"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7"/>
                <p:cNvSpPr/>
                <p:nvPr/>
              </p:nvSpPr>
              <p:spPr>
                <a:xfrm>
                  <a:off x="3752314" y="2204943"/>
                  <a:ext cx="31375" cy="35988"/>
                </a:xfrm>
                <a:custGeom>
                  <a:rect b="b" l="l" r="r" t="t"/>
                  <a:pathLst>
                    <a:path extrusionOk="0" h="593" w="517">
                      <a:moveTo>
                        <a:pt x="157" y="1"/>
                      </a:moveTo>
                      <a:cubicBezTo>
                        <a:pt x="105" y="1"/>
                        <a:pt x="63" y="29"/>
                        <a:pt x="42" y="85"/>
                      </a:cubicBezTo>
                      <a:cubicBezTo>
                        <a:pt x="1" y="200"/>
                        <a:pt x="64" y="388"/>
                        <a:pt x="185" y="505"/>
                      </a:cubicBezTo>
                      <a:cubicBezTo>
                        <a:pt x="245" y="563"/>
                        <a:pt x="308" y="593"/>
                        <a:pt x="362" y="593"/>
                      </a:cubicBezTo>
                      <a:cubicBezTo>
                        <a:pt x="414" y="593"/>
                        <a:pt x="455" y="566"/>
                        <a:pt x="475" y="511"/>
                      </a:cubicBezTo>
                      <a:cubicBezTo>
                        <a:pt x="516" y="394"/>
                        <a:pt x="453" y="208"/>
                        <a:pt x="332" y="91"/>
                      </a:cubicBezTo>
                      <a:cubicBezTo>
                        <a:pt x="273" y="31"/>
                        <a:pt x="210" y="1"/>
                        <a:pt x="157"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7"/>
                <p:cNvSpPr/>
                <p:nvPr/>
              </p:nvSpPr>
              <p:spPr>
                <a:xfrm>
                  <a:off x="3667168" y="2166163"/>
                  <a:ext cx="32589" cy="37019"/>
                </a:xfrm>
                <a:custGeom>
                  <a:rect b="b" l="l" r="r" t="t"/>
                  <a:pathLst>
                    <a:path extrusionOk="0" h="610" w="537">
                      <a:moveTo>
                        <a:pt x="164" y="0"/>
                      </a:moveTo>
                      <a:cubicBezTo>
                        <a:pt x="121" y="0"/>
                        <a:pt x="84" y="19"/>
                        <a:pt x="62" y="59"/>
                      </a:cubicBezTo>
                      <a:cubicBezTo>
                        <a:pt x="0" y="160"/>
                        <a:pt x="45" y="348"/>
                        <a:pt x="160" y="485"/>
                      </a:cubicBezTo>
                      <a:cubicBezTo>
                        <a:pt x="230" y="566"/>
                        <a:pt x="310" y="609"/>
                        <a:pt x="375" y="609"/>
                      </a:cubicBezTo>
                      <a:cubicBezTo>
                        <a:pt x="418" y="609"/>
                        <a:pt x="454" y="590"/>
                        <a:pt x="477" y="550"/>
                      </a:cubicBezTo>
                      <a:cubicBezTo>
                        <a:pt x="536" y="450"/>
                        <a:pt x="493" y="262"/>
                        <a:pt x="379" y="127"/>
                      </a:cubicBezTo>
                      <a:cubicBezTo>
                        <a:pt x="309" y="44"/>
                        <a:pt x="229" y="0"/>
                        <a:pt x="164"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7"/>
                <p:cNvSpPr/>
                <p:nvPr/>
              </p:nvSpPr>
              <p:spPr>
                <a:xfrm>
                  <a:off x="4013819" y="2370076"/>
                  <a:ext cx="21301" cy="24396"/>
                </a:xfrm>
                <a:custGeom>
                  <a:rect b="b" l="l" r="r" t="t"/>
                  <a:pathLst>
                    <a:path extrusionOk="0" h="402" w="351">
                      <a:moveTo>
                        <a:pt x="107" y="1"/>
                      </a:moveTo>
                      <a:cubicBezTo>
                        <a:pt x="82" y="1"/>
                        <a:pt x="60" y="11"/>
                        <a:pt x="44" y="32"/>
                      </a:cubicBezTo>
                      <a:cubicBezTo>
                        <a:pt x="1" y="91"/>
                        <a:pt x="23" y="214"/>
                        <a:pt x="99" y="308"/>
                      </a:cubicBezTo>
                      <a:cubicBezTo>
                        <a:pt x="146" y="369"/>
                        <a:pt x="201" y="401"/>
                        <a:pt x="245" y="401"/>
                      </a:cubicBezTo>
                      <a:cubicBezTo>
                        <a:pt x="270" y="401"/>
                        <a:pt x="292" y="391"/>
                        <a:pt x="307" y="370"/>
                      </a:cubicBezTo>
                      <a:cubicBezTo>
                        <a:pt x="350" y="310"/>
                        <a:pt x="328" y="188"/>
                        <a:pt x="254" y="93"/>
                      </a:cubicBezTo>
                      <a:cubicBezTo>
                        <a:pt x="207" y="33"/>
                        <a:pt x="152" y="1"/>
                        <a:pt x="107"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7"/>
                <p:cNvSpPr/>
                <p:nvPr/>
              </p:nvSpPr>
              <p:spPr>
                <a:xfrm>
                  <a:off x="4083854" y="2355510"/>
                  <a:ext cx="24882" cy="28341"/>
                </a:xfrm>
                <a:custGeom>
                  <a:rect b="b" l="l" r="r" t="t"/>
                  <a:pathLst>
                    <a:path extrusionOk="0" h="467" w="410">
                      <a:moveTo>
                        <a:pt x="125" y="0"/>
                      </a:moveTo>
                      <a:cubicBezTo>
                        <a:pt x="95" y="0"/>
                        <a:pt x="68" y="13"/>
                        <a:pt x="50" y="39"/>
                      </a:cubicBezTo>
                      <a:cubicBezTo>
                        <a:pt x="0" y="110"/>
                        <a:pt x="31" y="256"/>
                        <a:pt x="115" y="362"/>
                      </a:cubicBezTo>
                      <a:cubicBezTo>
                        <a:pt x="168" y="429"/>
                        <a:pt x="232" y="466"/>
                        <a:pt x="284" y="466"/>
                      </a:cubicBezTo>
                      <a:cubicBezTo>
                        <a:pt x="315" y="466"/>
                        <a:pt x="342" y="454"/>
                        <a:pt x="361" y="428"/>
                      </a:cubicBezTo>
                      <a:cubicBezTo>
                        <a:pt x="410" y="356"/>
                        <a:pt x="381" y="213"/>
                        <a:pt x="295" y="106"/>
                      </a:cubicBezTo>
                      <a:cubicBezTo>
                        <a:pt x="241" y="38"/>
                        <a:pt x="177" y="0"/>
                        <a:pt x="125"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7"/>
                <p:cNvSpPr/>
                <p:nvPr/>
              </p:nvSpPr>
              <p:spPr>
                <a:xfrm>
                  <a:off x="4137502" y="2425787"/>
                  <a:ext cx="22879" cy="25914"/>
                </a:xfrm>
                <a:custGeom>
                  <a:rect b="b" l="l" r="r" t="t"/>
                  <a:pathLst>
                    <a:path extrusionOk="0" h="427" w="377">
                      <a:moveTo>
                        <a:pt x="120" y="0"/>
                      </a:moveTo>
                      <a:cubicBezTo>
                        <a:pt x="114" y="0"/>
                        <a:pt x="108" y="1"/>
                        <a:pt x="103" y="2"/>
                      </a:cubicBezTo>
                      <a:cubicBezTo>
                        <a:pt x="27" y="12"/>
                        <a:pt x="0" y="117"/>
                        <a:pt x="49" y="233"/>
                      </a:cubicBezTo>
                      <a:cubicBezTo>
                        <a:pt x="95" y="344"/>
                        <a:pt x="188" y="427"/>
                        <a:pt x="262" y="427"/>
                      </a:cubicBezTo>
                      <a:cubicBezTo>
                        <a:pt x="267" y="427"/>
                        <a:pt x="272" y="426"/>
                        <a:pt x="276" y="426"/>
                      </a:cubicBezTo>
                      <a:cubicBezTo>
                        <a:pt x="354" y="415"/>
                        <a:pt x="377" y="311"/>
                        <a:pt x="332" y="192"/>
                      </a:cubicBezTo>
                      <a:cubicBezTo>
                        <a:pt x="288" y="84"/>
                        <a:pt x="195" y="0"/>
                        <a:pt x="120"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7"/>
                <p:cNvSpPr/>
                <p:nvPr/>
              </p:nvSpPr>
              <p:spPr>
                <a:xfrm>
                  <a:off x="3288049" y="1943680"/>
                  <a:ext cx="23607" cy="27856"/>
                </a:xfrm>
                <a:custGeom>
                  <a:rect b="b" l="l" r="r" t="t"/>
                  <a:pathLst>
                    <a:path extrusionOk="0" h="459" w="389">
                      <a:moveTo>
                        <a:pt x="115" y="0"/>
                      </a:moveTo>
                      <a:cubicBezTo>
                        <a:pt x="41" y="0"/>
                        <a:pt x="0" y="77"/>
                        <a:pt x="28" y="188"/>
                      </a:cubicBezTo>
                      <a:cubicBezTo>
                        <a:pt x="54" y="315"/>
                        <a:pt x="153" y="431"/>
                        <a:pt x="247" y="454"/>
                      </a:cubicBezTo>
                      <a:cubicBezTo>
                        <a:pt x="257" y="457"/>
                        <a:pt x="267" y="458"/>
                        <a:pt x="277" y="458"/>
                      </a:cubicBezTo>
                      <a:cubicBezTo>
                        <a:pt x="350" y="458"/>
                        <a:pt x="389" y="378"/>
                        <a:pt x="363" y="270"/>
                      </a:cubicBezTo>
                      <a:cubicBezTo>
                        <a:pt x="337" y="145"/>
                        <a:pt x="238" y="28"/>
                        <a:pt x="144" y="4"/>
                      </a:cubicBezTo>
                      <a:cubicBezTo>
                        <a:pt x="134" y="1"/>
                        <a:pt x="124" y="0"/>
                        <a:pt x="115"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7"/>
                <p:cNvSpPr/>
                <p:nvPr/>
              </p:nvSpPr>
              <p:spPr>
                <a:xfrm>
                  <a:off x="3325251" y="1875891"/>
                  <a:ext cx="20391" cy="26096"/>
                </a:xfrm>
                <a:custGeom>
                  <a:rect b="b" l="l" r="r" t="t"/>
                  <a:pathLst>
                    <a:path extrusionOk="0" h="430" w="336">
                      <a:moveTo>
                        <a:pt x="94" y="1"/>
                      </a:moveTo>
                      <a:cubicBezTo>
                        <a:pt x="38" y="1"/>
                        <a:pt x="0" y="45"/>
                        <a:pt x="2" y="120"/>
                      </a:cubicBezTo>
                      <a:cubicBezTo>
                        <a:pt x="4" y="227"/>
                        <a:pt x="80" y="358"/>
                        <a:pt x="172" y="409"/>
                      </a:cubicBezTo>
                      <a:cubicBezTo>
                        <a:pt x="197" y="423"/>
                        <a:pt x="221" y="430"/>
                        <a:pt x="242" y="430"/>
                      </a:cubicBezTo>
                      <a:cubicBezTo>
                        <a:pt x="297" y="430"/>
                        <a:pt x="335" y="385"/>
                        <a:pt x="335" y="308"/>
                      </a:cubicBezTo>
                      <a:cubicBezTo>
                        <a:pt x="331" y="200"/>
                        <a:pt x="258" y="73"/>
                        <a:pt x="166" y="22"/>
                      </a:cubicBezTo>
                      <a:cubicBezTo>
                        <a:pt x="140" y="8"/>
                        <a:pt x="115" y="1"/>
                        <a:pt x="94"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7"/>
                <p:cNvSpPr/>
                <p:nvPr/>
              </p:nvSpPr>
              <p:spPr>
                <a:xfrm>
                  <a:off x="3390551" y="1910544"/>
                  <a:ext cx="31679" cy="36109"/>
                </a:xfrm>
                <a:custGeom>
                  <a:rect b="b" l="l" r="r" t="t"/>
                  <a:pathLst>
                    <a:path extrusionOk="0" h="595" w="522">
                      <a:moveTo>
                        <a:pt x="158" y="0"/>
                      </a:moveTo>
                      <a:cubicBezTo>
                        <a:pt x="124" y="0"/>
                        <a:pt x="94" y="12"/>
                        <a:pt x="72" y="38"/>
                      </a:cubicBezTo>
                      <a:cubicBezTo>
                        <a:pt x="0" y="120"/>
                        <a:pt x="29" y="302"/>
                        <a:pt x="133" y="443"/>
                      </a:cubicBezTo>
                      <a:cubicBezTo>
                        <a:pt x="204" y="540"/>
                        <a:pt x="292" y="595"/>
                        <a:pt x="363" y="595"/>
                      </a:cubicBezTo>
                      <a:cubicBezTo>
                        <a:pt x="397" y="595"/>
                        <a:pt x="428" y="582"/>
                        <a:pt x="450" y="556"/>
                      </a:cubicBezTo>
                      <a:cubicBezTo>
                        <a:pt x="522" y="476"/>
                        <a:pt x="493" y="292"/>
                        <a:pt x="389" y="151"/>
                      </a:cubicBezTo>
                      <a:cubicBezTo>
                        <a:pt x="318" y="54"/>
                        <a:pt x="230" y="0"/>
                        <a:pt x="158"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7"/>
                <p:cNvSpPr/>
                <p:nvPr/>
              </p:nvSpPr>
              <p:spPr>
                <a:xfrm>
                  <a:off x="3810332" y="2214532"/>
                  <a:ext cx="24275" cy="27552"/>
                </a:xfrm>
                <a:custGeom>
                  <a:rect b="b" l="l" r="r" t="t"/>
                  <a:pathLst>
                    <a:path extrusionOk="0" h="454" w="400">
                      <a:moveTo>
                        <a:pt x="120" y="0"/>
                      </a:moveTo>
                      <a:cubicBezTo>
                        <a:pt x="95" y="0"/>
                        <a:pt x="73" y="9"/>
                        <a:pt x="56" y="27"/>
                      </a:cubicBezTo>
                      <a:cubicBezTo>
                        <a:pt x="0" y="87"/>
                        <a:pt x="19" y="224"/>
                        <a:pt x="98" y="334"/>
                      </a:cubicBezTo>
                      <a:cubicBezTo>
                        <a:pt x="153" y="410"/>
                        <a:pt x="222" y="454"/>
                        <a:pt x="278" y="454"/>
                      </a:cubicBezTo>
                      <a:cubicBezTo>
                        <a:pt x="303" y="454"/>
                        <a:pt x="326" y="445"/>
                        <a:pt x="344" y="426"/>
                      </a:cubicBezTo>
                      <a:cubicBezTo>
                        <a:pt x="399" y="367"/>
                        <a:pt x="379" y="228"/>
                        <a:pt x="301" y="120"/>
                      </a:cubicBezTo>
                      <a:cubicBezTo>
                        <a:pt x="246" y="43"/>
                        <a:pt x="176" y="0"/>
                        <a:pt x="120"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7"/>
                <p:cNvSpPr/>
                <p:nvPr/>
              </p:nvSpPr>
              <p:spPr>
                <a:xfrm>
                  <a:off x="4368178" y="2504986"/>
                  <a:ext cx="22151" cy="26824"/>
                </a:xfrm>
                <a:custGeom>
                  <a:rect b="b" l="l" r="r" t="t"/>
                  <a:pathLst>
                    <a:path extrusionOk="0" h="442" w="365">
                      <a:moveTo>
                        <a:pt x="108" y="1"/>
                      </a:moveTo>
                      <a:cubicBezTo>
                        <a:pt x="59" y="1"/>
                        <a:pt x="24" y="33"/>
                        <a:pt x="15" y="92"/>
                      </a:cubicBezTo>
                      <a:cubicBezTo>
                        <a:pt x="1" y="193"/>
                        <a:pt x="64" y="328"/>
                        <a:pt x="156" y="399"/>
                      </a:cubicBezTo>
                      <a:cubicBezTo>
                        <a:pt x="192" y="427"/>
                        <a:pt x="228" y="441"/>
                        <a:pt x="259" y="441"/>
                      </a:cubicBezTo>
                      <a:cubicBezTo>
                        <a:pt x="306" y="441"/>
                        <a:pt x="342" y="409"/>
                        <a:pt x="350" y="348"/>
                      </a:cubicBezTo>
                      <a:cubicBezTo>
                        <a:pt x="365" y="248"/>
                        <a:pt x="301" y="113"/>
                        <a:pt x="209" y="41"/>
                      </a:cubicBezTo>
                      <a:cubicBezTo>
                        <a:pt x="173" y="14"/>
                        <a:pt x="138" y="1"/>
                        <a:pt x="108"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7"/>
                <p:cNvSpPr/>
                <p:nvPr/>
              </p:nvSpPr>
              <p:spPr>
                <a:xfrm>
                  <a:off x="4155344" y="2359091"/>
                  <a:ext cx="21544" cy="24275"/>
                </a:xfrm>
                <a:custGeom>
                  <a:rect b="b" l="l" r="r" t="t"/>
                  <a:pathLst>
                    <a:path extrusionOk="0" h="400" w="355">
                      <a:moveTo>
                        <a:pt x="108" y="0"/>
                      </a:moveTo>
                      <a:cubicBezTo>
                        <a:pt x="107" y="0"/>
                        <a:pt x="105" y="0"/>
                        <a:pt x="103" y="0"/>
                      </a:cubicBezTo>
                      <a:cubicBezTo>
                        <a:pt x="30" y="8"/>
                        <a:pt x="1" y="101"/>
                        <a:pt x="44" y="211"/>
                      </a:cubicBezTo>
                      <a:cubicBezTo>
                        <a:pt x="83" y="316"/>
                        <a:pt x="175" y="400"/>
                        <a:pt x="247" y="400"/>
                      </a:cubicBezTo>
                      <a:cubicBezTo>
                        <a:pt x="250" y="400"/>
                        <a:pt x="252" y="399"/>
                        <a:pt x="255" y="399"/>
                      </a:cubicBezTo>
                      <a:cubicBezTo>
                        <a:pt x="328" y="395"/>
                        <a:pt x="355" y="299"/>
                        <a:pt x="314" y="191"/>
                      </a:cubicBezTo>
                      <a:cubicBezTo>
                        <a:pt x="274" y="83"/>
                        <a:pt x="181" y="0"/>
                        <a:pt x="108"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7"/>
                <p:cNvSpPr/>
                <p:nvPr/>
              </p:nvSpPr>
              <p:spPr>
                <a:xfrm>
                  <a:off x="4193760" y="2342948"/>
                  <a:ext cx="24882" cy="28038"/>
                </a:xfrm>
                <a:custGeom>
                  <a:rect b="b" l="l" r="r" t="t"/>
                  <a:pathLst>
                    <a:path extrusionOk="0" h="462" w="410">
                      <a:moveTo>
                        <a:pt x="125" y="0"/>
                      </a:moveTo>
                      <a:cubicBezTo>
                        <a:pt x="89" y="0"/>
                        <a:pt x="59" y="18"/>
                        <a:pt x="41" y="54"/>
                      </a:cubicBezTo>
                      <a:cubicBezTo>
                        <a:pt x="0" y="135"/>
                        <a:pt x="43" y="283"/>
                        <a:pt x="133" y="379"/>
                      </a:cubicBezTo>
                      <a:cubicBezTo>
                        <a:pt x="184" y="434"/>
                        <a:pt x="238" y="462"/>
                        <a:pt x="284" y="462"/>
                      </a:cubicBezTo>
                      <a:cubicBezTo>
                        <a:pt x="320" y="462"/>
                        <a:pt x="350" y="445"/>
                        <a:pt x="368" y="410"/>
                      </a:cubicBezTo>
                      <a:cubicBezTo>
                        <a:pt x="409" y="328"/>
                        <a:pt x="366" y="182"/>
                        <a:pt x="276" y="84"/>
                      </a:cubicBezTo>
                      <a:cubicBezTo>
                        <a:pt x="226" y="29"/>
                        <a:pt x="171" y="0"/>
                        <a:pt x="125"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7"/>
                <p:cNvSpPr/>
                <p:nvPr/>
              </p:nvSpPr>
              <p:spPr>
                <a:xfrm>
                  <a:off x="3321366" y="2052494"/>
                  <a:ext cx="26278" cy="30769"/>
                </a:xfrm>
                <a:custGeom>
                  <a:rect b="b" l="l" r="r" t="t"/>
                  <a:pathLst>
                    <a:path extrusionOk="0" h="507" w="433">
                      <a:moveTo>
                        <a:pt x="128" y="1"/>
                      </a:moveTo>
                      <a:cubicBezTo>
                        <a:pt x="79" y="1"/>
                        <a:pt x="40" y="32"/>
                        <a:pt x="25" y="91"/>
                      </a:cubicBezTo>
                      <a:cubicBezTo>
                        <a:pt x="0" y="199"/>
                        <a:pt x="66" y="357"/>
                        <a:pt x="170" y="447"/>
                      </a:cubicBezTo>
                      <a:cubicBezTo>
                        <a:pt x="216" y="487"/>
                        <a:pt x="263" y="506"/>
                        <a:pt x="303" y="506"/>
                      </a:cubicBezTo>
                      <a:cubicBezTo>
                        <a:pt x="353" y="506"/>
                        <a:pt x="392" y="476"/>
                        <a:pt x="406" y="416"/>
                      </a:cubicBezTo>
                      <a:cubicBezTo>
                        <a:pt x="432" y="308"/>
                        <a:pt x="365" y="150"/>
                        <a:pt x="260" y="60"/>
                      </a:cubicBezTo>
                      <a:cubicBezTo>
                        <a:pt x="214" y="20"/>
                        <a:pt x="168" y="1"/>
                        <a:pt x="128"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7"/>
                <p:cNvSpPr/>
                <p:nvPr/>
              </p:nvSpPr>
              <p:spPr>
                <a:xfrm>
                  <a:off x="3740540" y="2148806"/>
                  <a:ext cx="25125" cy="28584"/>
                </a:xfrm>
                <a:custGeom>
                  <a:rect b="b" l="l" r="r" t="t"/>
                  <a:pathLst>
                    <a:path extrusionOk="0" h="471" w="414">
                      <a:moveTo>
                        <a:pt x="127" y="1"/>
                      </a:moveTo>
                      <a:cubicBezTo>
                        <a:pt x="90" y="1"/>
                        <a:pt x="59" y="19"/>
                        <a:pt x="41" y="55"/>
                      </a:cubicBezTo>
                      <a:cubicBezTo>
                        <a:pt x="0" y="137"/>
                        <a:pt x="43" y="284"/>
                        <a:pt x="133" y="386"/>
                      </a:cubicBezTo>
                      <a:cubicBezTo>
                        <a:pt x="185" y="442"/>
                        <a:pt x="241" y="471"/>
                        <a:pt x="287" y="471"/>
                      </a:cubicBezTo>
                      <a:cubicBezTo>
                        <a:pt x="324" y="471"/>
                        <a:pt x="355" y="453"/>
                        <a:pt x="373" y="417"/>
                      </a:cubicBezTo>
                      <a:cubicBezTo>
                        <a:pt x="414" y="335"/>
                        <a:pt x="371" y="188"/>
                        <a:pt x="281" y="85"/>
                      </a:cubicBezTo>
                      <a:cubicBezTo>
                        <a:pt x="229" y="29"/>
                        <a:pt x="173" y="1"/>
                        <a:pt x="127"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7"/>
                <p:cNvSpPr/>
                <p:nvPr/>
              </p:nvSpPr>
              <p:spPr>
                <a:xfrm>
                  <a:off x="3655152" y="2045697"/>
                  <a:ext cx="31679" cy="37869"/>
                </a:xfrm>
                <a:custGeom>
                  <a:rect b="b" l="l" r="r" t="t"/>
                  <a:pathLst>
                    <a:path extrusionOk="0" h="624" w="522">
                      <a:moveTo>
                        <a:pt x="152" y="0"/>
                      </a:moveTo>
                      <a:cubicBezTo>
                        <a:pt x="55" y="0"/>
                        <a:pt x="0" y="96"/>
                        <a:pt x="26" y="240"/>
                      </a:cubicBezTo>
                      <a:cubicBezTo>
                        <a:pt x="57" y="405"/>
                        <a:pt x="184" y="573"/>
                        <a:pt x="315" y="614"/>
                      </a:cubicBezTo>
                      <a:cubicBezTo>
                        <a:pt x="334" y="620"/>
                        <a:pt x="353" y="623"/>
                        <a:pt x="370" y="623"/>
                      </a:cubicBezTo>
                      <a:cubicBezTo>
                        <a:pt x="467" y="623"/>
                        <a:pt x="521" y="528"/>
                        <a:pt x="495" y="385"/>
                      </a:cubicBezTo>
                      <a:cubicBezTo>
                        <a:pt x="464" y="219"/>
                        <a:pt x="335" y="49"/>
                        <a:pt x="204" y="9"/>
                      </a:cubicBezTo>
                      <a:cubicBezTo>
                        <a:pt x="186" y="3"/>
                        <a:pt x="169" y="0"/>
                        <a:pt x="152"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5" name="Google Shape;1495;p37"/>
              <p:cNvSpPr/>
              <p:nvPr/>
            </p:nvSpPr>
            <p:spPr>
              <a:xfrm>
                <a:off x="318118" y="2134362"/>
                <a:ext cx="1155551" cy="701912"/>
              </a:xfrm>
              <a:custGeom>
                <a:rect b="b" l="l" r="r" t="t"/>
                <a:pathLst>
                  <a:path extrusionOk="0" h="11566" w="19041">
                    <a:moveTo>
                      <a:pt x="1" y="0"/>
                    </a:moveTo>
                    <a:lnTo>
                      <a:pt x="1" y="612"/>
                    </a:lnTo>
                    <a:cubicBezTo>
                      <a:pt x="1" y="612"/>
                      <a:pt x="4549" y="3658"/>
                      <a:pt x="5122" y="4006"/>
                    </a:cubicBezTo>
                    <a:cubicBezTo>
                      <a:pt x="5445" y="4202"/>
                      <a:pt x="9831" y="6379"/>
                      <a:pt x="13592" y="8552"/>
                    </a:cubicBezTo>
                    <a:cubicBezTo>
                      <a:pt x="16503" y="10232"/>
                      <a:pt x="19040" y="11566"/>
                      <a:pt x="19040" y="11566"/>
                    </a:cubicBezTo>
                    <a:lnTo>
                      <a:pt x="18991" y="11210"/>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7"/>
              <p:cNvSpPr/>
              <p:nvPr/>
            </p:nvSpPr>
            <p:spPr>
              <a:xfrm>
                <a:off x="317875" y="2646510"/>
                <a:ext cx="796220" cy="501339"/>
              </a:xfrm>
              <a:custGeom>
                <a:rect b="b" l="l" r="r" t="t"/>
                <a:pathLst>
                  <a:path extrusionOk="0" h="8261" w="13120">
                    <a:moveTo>
                      <a:pt x="1" y="1"/>
                    </a:moveTo>
                    <a:lnTo>
                      <a:pt x="5" y="1711"/>
                    </a:lnTo>
                    <a:cubicBezTo>
                      <a:pt x="8500" y="7656"/>
                      <a:pt x="11782" y="8261"/>
                      <a:pt x="12766" y="8261"/>
                    </a:cubicBezTo>
                    <a:cubicBezTo>
                      <a:pt x="13018" y="8261"/>
                      <a:pt x="13119" y="8221"/>
                      <a:pt x="13119" y="8221"/>
                    </a:cubicBezTo>
                    <a:cubicBezTo>
                      <a:pt x="8999" y="630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7" name="Google Shape;1497;p37"/>
              <p:cNvGrpSpPr/>
              <p:nvPr/>
            </p:nvGrpSpPr>
            <p:grpSpPr>
              <a:xfrm>
                <a:off x="721280" y="3675252"/>
                <a:ext cx="1594330" cy="1012083"/>
                <a:chOff x="3654980" y="3226402"/>
                <a:chExt cx="1594330" cy="1012083"/>
              </a:xfrm>
            </p:grpSpPr>
            <p:grpSp>
              <p:nvGrpSpPr>
                <p:cNvPr id="1498" name="Google Shape;1498;p37"/>
                <p:cNvGrpSpPr/>
                <p:nvPr/>
              </p:nvGrpSpPr>
              <p:grpSpPr>
                <a:xfrm>
                  <a:off x="4641093" y="3710740"/>
                  <a:ext cx="608217" cy="527745"/>
                  <a:chOff x="4641093" y="3710740"/>
                  <a:chExt cx="608217" cy="527745"/>
                </a:xfrm>
              </p:grpSpPr>
              <p:sp>
                <p:nvSpPr>
                  <p:cNvPr id="1499" name="Google Shape;1499;p37"/>
                  <p:cNvSpPr/>
                  <p:nvPr/>
                </p:nvSpPr>
                <p:spPr>
                  <a:xfrm>
                    <a:off x="5200700" y="4209961"/>
                    <a:ext cx="48611" cy="28523"/>
                  </a:xfrm>
                  <a:custGeom>
                    <a:rect b="b" l="l" r="r" t="t"/>
                    <a:pathLst>
                      <a:path extrusionOk="0" h="470" w="801">
                        <a:moveTo>
                          <a:pt x="107" y="1"/>
                        </a:moveTo>
                        <a:cubicBezTo>
                          <a:pt x="1" y="1"/>
                          <a:pt x="46" y="181"/>
                          <a:pt x="46" y="181"/>
                        </a:cubicBezTo>
                        <a:cubicBezTo>
                          <a:pt x="52" y="230"/>
                          <a:pt x="179" y="363"/>
                          <a:pt x="330" y="429"/>
                        </a:cubicBezTo>
                        <a:cubicBezTo>
                          <a:pt x="383" y="454"/>
                          <a:pt x="440" y="470"/>
                          <a:pt x="494" y="470"/>
                        </a:cubicBezTo>
                        <a:cubicBezTo>
                          <a:pt x="523" y="470"/>
                          <a:pt x="551" y="465"/>
                          <a:pt x="578" y="455"/>
                        </a:cubicBezTo>
                        <a:cubicBezTo>
                          <a:pt x="801" y="375"/>
                          <a:pt x="400" y="128"/>
                          <a:pt x="189" y="25"/>
                        </a:cubicBezTo>
                        <a:cubicBezTo>
                          <a:pt x="172" y="15"/>
                          <a:pt x="154" y="9"/>
                          <a:pt x="138" y="5"/>
                        </a:cubicBezTo>
                        <a:cubicBezTo>
                          <a:pt x="126" y="2"/>
                          <a:pt x="116" y="1"/>
                          <a:pt x="107"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7"/>
                  <p:cNvSpPr/>
                  <p:nvPr/>
                </p:nvSpPr>
                <p:spPr>
                  <a:xfrm>
                    <a:off x="5200942" y="4209961"/>
                    <a:ext cx="45394" cy="27249"/>
                  </a:xfrm>
                  <a:custGeom>
                    <a:rect b="b" l="l" r="r" t="t"/>
                    <a:pathLst>
                      <a:path extrusionOk="0" h="449" w="748">
                        <a:moveTo>
                          <a:pt x="108" y="1"/>
                        </a:moveTo>
                        <a:cubicBezTo>
                          <a:pt x="1" y="1"/>
                          <a:pt x="48" y="181"/>
                          <a:pt x="48" y="181"/>
                        </a:cubicBezTo>
                        <a:cubicBezTo>
                          <a:pt x="52" y="230"/>
                          <a:pt x="181" y="363"/>
                          <a:pt x="332" y="429"/>
                        </a:cubicBezTo>
                        <a:cubicBezTo>
                          <a:pt x="370" y="440"/>
                          <a:pt x="409" y="448"/>
                          <a:pt x="448" y="448"/>
                        </a:cubicBezTo>
                        <a:cubicBezTo>
                          <a:pt x="476" y="448"/>
                          <a:pt x="503" y="444"/>
                          <a:pt x="528" y="435"/>
                        </a:cubicBezTo>
                        <a:cubicBezTo>
                          <a:pt x="747" y="357"/>
                          <a:pt x="344" y="109"/>
                          <a:pt x="140" y="5"/>
                        </a:cubicBezTo>
                        <a:cubicBezTo>
                          <a:pt x="128" y="2"/>
                          <a:pt x="118" y="1"/>
                          <a:pt x="1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7"/>
                  <p:cNvSpPr/>
                  <p:nvPr/>
                </p:nvSpPr>
                <p:spPr>
                  <a:xfrm>
                    <a:off x="5202763" y="4213481"/>
                    <a:ext cx="25974" cy="14808"/>
                  </a:xfrm>
                  <a:custGeom>
                    <a:rect b="b" l="l" r="r" t="t"/>
                    <a:pathLst>
                      <a:path extrusionOk="0" h="244" w="428">
                        <a:moveTo>
                          <a:pt x="48" y="0"/>
                        </a:moveTo>
                        <a:lnTo>
                          <a:pt x="48" y="0"/>
                        </a:lnTo>
                        <a:cubicBezTo>
                          <a:pt x="0" y="82"/>
                          <a:pt x="290" y="243"/>
                          <a:pt x="386" y="243"/>
                        </a:cubicBezTo>
                        <a:cubicBezTo>
                          <a:pt x="417" y="243"/>
                          <a:pt x="428" y="226"/>
                          <a:pt x="400" y="184"/>
                        </a:cubicBezTo>
                        <a:cubicBezTo>
                          <a:pt x="286" y="17"/>
                          <a:pt x="48" y="0"/>
                          <a:pt x="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7"/>
                  <p:cNvSpPr/>
                  <p:nvPr/>
                </p:nvSpPr>
                <p:spPr>
                  <a:xfrm>
                    <a:off x="4641093" y="3710740"/>
                    <a:ext cx="39932" cy="39143"/>
                  </a:xfrm>
                  <a:custGeom>
                    <a:rect b="b" l="l" r="r" t="t"/>
                    <a:pathLst>
                      <a:path extrusionOk="0" h="645" w="658">
                        <a:moveTo>
                          <a:pt x="246" y="1"/>
                        </a:moveTo>
                        <a:cubicBezTo>
                          <a:pt x="171" y="1"/>
                          <a:pt x="105" y="32"/>
                          <a:pt x="70" y="98"/>
                        </a:cubicBezTo>
                        <a:cubicBezTo>
                          <a:pt x="62" y="117"/>
                          <a:pt x="1" y="334"/>
                          <a:pt x="285" y="567"/>
                        </a:cubicBezTo>
                        <a:cubicBezTo>
                          <a:pt x="297" y="579"/>
                          <a:pt x="314" y="587"/>
                          <a:pt x="326" y="598"/>
                        </a:cubicBezTo>
                        <a:cubicBezTo>
                          <a:pt x="376" y="630"/>
                          <a:pt x="420" y="645"/>
                          <a:pt x="458" y="645"/>
                        </a:cubicBezTo>
                        <a:cubicBezTo>
                          <a:pt x="612" y="645"/>
                          <a:pt x="657" y="402"/>
                          <a:pt x="557" y="203"/>
                        </a:cubicBezTo>
                        <a:cubicBezTo>
                          <a:pt x="520" y="127"/>
                          <a:pt x="457" y="70"/>
                          <a:pt x="391" y="37"/>
                        </a:cubicBezTo>
                        <a:cubicBezTo>
                          <a:pt x="343" y="13"/>
                          <a:pt x="293" y="1"/>
                          <a:pt x="246"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7"/>
                  <p:cNvSpPr/>
                  <p:nvPr/>
                </p:nvSpPr>
                <p:spPr>
                  <a:xfrm>
                    <a:off x="4641093" y="3710740"/>
                    <a:ext cx="37566" cy="37808"/>
                  </a:xfrm>
                  <a:custGeom>
                    <a:rect b="b" l="l" r="r" t="t"/>
                    <a:pathLst>
                      <a:path extrusionOk="0" h="623" w="619">
                        <a:moveTo>
                          <a:pt x="246" y="1"/>
                        </a:moveTo>
                        <a:cubicBezTo>
                          <a:pt x="171" y="1"/>
                          <a:pt x="105" y="32"/>
                          <a:pt x="70" y="98"/>
                        </a:cubicBezTo>
                        <a:cubicBezTo>
                          <a:pt x="62" y="117"/>
                          <a:pt x="1" y="334"/>
                          <a:pt x="285" y="567"/>
                        </a:cubicBezTo>
                        <a:cubicBezTo>
                          <a:pt x="297" y="579"/>
                          <a:pt x="314" y="587"/>
                          <a:pt x="326" y="598"/>
                        </a:cubicBezTo>
                        <a:cubicBezTo>
                          <a:pt x="360" y="615"/>
                          <a:pt x="391" y="623"/>
                          <a:pt x="418" y="623"/>
                        </a:cubicBezTo>
                        <a:cubicBezTo>
                          <a:pt x="572" y="623"/>
                          <a:pt x="619" y="377"/>
                          <a:pt x="518" y="180"/>
                        </a:cubicBezTo>
                        <a:cubicBezTo>
                          <a:pt x="487" y="119"/>
                          <a:pt x="442" y="70"/>
                          <a:pt x="391" y="37"/>
                        </a:cubicBezTo>
                        <a:cubicBezTo>
                          <a:pt x="343" y="13"/>
                          <a:pt x="293" y="1"/>
                          <a:pt x="2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7"/>
                  <p:cNvSpPr/>
                  <p:nvPr/>
                </p:nvSpPr>
                <p:spPr>
                  <a:xfrm>
                    <a:off x="4650925" y="3713835"/>
                    <a:ext cx="22636" cy="14626"/>
                  </a:xfrm>
                  <a:custGeom>
                    <a:rect b="b" l="l" r="r" t="t"/>
                    <a:pathLst>
                      <a:path extrusionOk="0" h="241" w="373">
                        <a:moveTo>
                          <a:pt x="138" y="1"/>
                        </a:moveTo>
                        <a:cubicBezTo>
                          <a:pt x="108" y="1"/>
                          <a:pt x="79" y="8"/>
                          <a:pt x="53" y="19"/>
                        </a:cubicBezTo>
                        <a:cubicBezTo>
                          <a:pt x="0" y="41"/>
                          <a:pt x="49" y="90"/>
                          <a:pt x="96" y="127"/>
                        </a:cubicBezTo>
                        <a:cubicBezTo>
                          <a:pt x="178" y="188"/>
                          <a:pt x="276" y="240"/>
                          <a:pt x="325" y="240"/>
                        </a:cubicBezTo>
                        <a:cubicBezTo>
                          <a:pt x="363" y="240"/>
                          <a:pt x="372" y="210"/>
                          <a:pt x="323" y="129"/>
                        </a:cubicBezTo>
                        <a:cubicBezTo>
                          <a:pt x="264" y="30"/>
                          <a:pt x="198" y="1"/>
                          <a:pt x="1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7"/>
                  <p:cNvSpPr/>
                  <p:nvPr/>
                </p:nvSpPr>
                <p:spPr>
                  <a:xfrm>
                    <a:off x="4756097" y="3758623"/>
                    <a:ext cx="25246" cy="21423"/>
                  </a:xfrm>
                  <a:custGeom>
                    <a:rect b="b" l="l" r="r" t="t"/>
                    <a:pathLst>
                      <a:path extrusionOk="0" h="353" w="416">
                        <a:moveTo>
                          <a:pt x="131" y="1"/>
                        </a:moveTo>
                        <a:cubicBezTo>
                          <a:pt x="123" y="1"/>
                          <a:pt x="116" y="1"/>
                          <a:pt x="109" y="3"/>
                        </a:cubicBezTo>
                        <a:cubicBezTo>
                          <a:pt x="88" y="5"/>
                          <a:pt x="74" y="9"/>
                          <a:pt x="57" y="17"/>
                        </a:cubicBezTo>
                        <a:cubicBezTo>
                          <a:pt x="14" y="36"/>
                          <a:pt x="0" y="87"/>
                          <a:pt x="23" y="128"/>
                        </a:cubicBezTo>
                        <a:cubicBezTo>
                          <a:pt x="61" y="193"/>
                          <a:pt x="133" y="302"/>
                          <a:pt x="215" y="343"/>
                        </a:cubicBezTo>
                        <a:cubicBezTo>
                          <a:pt x="217" y="343"/>
                          <a:pt x="217" y="345"/>
                          <a:pt x="219" y="345"/>
                        </a:cubicBezTo>
                        <a:cubicBezTo>
                          <a:pt x="231" y="350"/>
                          <a:pt x="242" y="353"/>
                          <a:pt x="253" y="353"/>
                        </a:cubicBezTo>
                        <a:cubicBezTo>
                          <a:pt x="316" y="353"/>
                          <a:pt x="365" y="270"/>
                          <a:pt x="395" y="202"/>
                        </a:cubicBezTo>
                        <a:cubicBezTo>
                          <a:pt x="415" y="159"/>
                          <a:pt x="395" y="107"/>
                          <a:pt x="350" y="87"/>
                        </a:cubicBezTo>
                        <a:cubicBezTo>
                          <a:pt x="307" y="71"/>
                          <a:pt x="256" y="48"/>
                          <a:pt x="201" y="19"/>
                        </a:cubicBezTo>
                        <a:cubicBezTo>
                          <a:pt x="176" y="7"/>
                          <a:pt x="153" y="1"/>
                          <a:pt x="131"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7"/>
                  <p:cNvSpPr/>
                  <p:nvPr/>
                </p:nvSpPr>
                <p:spPr>
                  <a:xfrm>
                    <a:off x="4755855" y="3758926"/>
                    <a:ext cx="22151" cy="20755"/>
                  </a:xfrm>
                  <a:custGeom>
                    <a:rect b="b" l="l" r="r" t="t"/>
                    <a:pathLst>
                      <a:path extrusionOk="0" h="342" w="365">
                        <a:moveTo>
                          <a:pt x="110" y="0"/>
                        </a:moveTo>
                        <a:cubicBezTo>
                          <a:pt x="90" y="2"/>
                          <a:pt x="74" y="6"/>
                          <a:pt x="59" y="14"/>
                        </a:cubicBezTo>
                        <a:cubicBezTo>
                          <a:pt x="16" y="33"/>
                          <a:pt x="0" y="84"/>
                          <a:pt x="23" y="125"/>
                        </a:cubicBezTo>
                        <a:cubicBezTo>
                          <a:pt x="61" y="194"/>
                          <a:pt x="133" y="301"/>
                          <a:pt x="217" y="342"/>
                        </a:cubicBezTo>
                        <a:cubicBezTo>
                          <a:pt x="272" y="327"/>
                          <a:pt x="313" y="254"/>
                          <a:pt x="342" y="194"/>
                        </a:cubicBezTo>
                        <a:cubicBezTo>
                          <a:pt x="364" y="151"/>
                          <a:pt x="342" y="96"/>
                          <a:pt x="297" y="78"/>
                        </a:cubicBezTo>
                        <a:cubicBezTo>
                          <a:pt x="256" y="64"/>
                          <a:pt x="203" y="41"/>
                          <a:pt x="149" y="12"/>
                        </a:cubicBezTo>
                        <a:cubicBezTo>
                          <a:pt x="135" y="8"/>
                          <a:pt x="123" y="2"/>
                          <a:pt x="1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7"/>
                  <p:cNvSpPr/>
                  <p:nvPr/>
                </p:nvSpPr>
                <p:spPr>
                  <a:xfrm>
                    <a:off x="4761013" y="3762264"/>
                    <a:ext cx="9589" cy="6129"/>
                  </a:xfrm>
                  <a:custGeom>
                    <a:rect b="b" l="l" r="r" t="t"/>
                    <a:pathLst>
                      <a:path extrusionOk="0" h="101" w="158">
                        <a:moveTo>
                          <a:pt x="1" y="0"/>
                        </a:moveTo>
                        <a:lnTo>
                          <a:pt x="1" y="0"/>
                        </a:lnTo>
                        <a:cubicBezTo>
                          <a:pt x="17" y="75"/>
                          <a:pt x="58" y="100"/>
                          <a:pt x="93" y="100"/>
                        </a:cubicBezTo>
                        <a:cubicBezTo>
                          <a:pt x="128" y="100"/>
                          <a:pt x="158" y="74"/>
                          <a:pt x="148" y="49"/>
                        </a:cubicBezTo>
                        <a:cubicBezTo>
                          <a:pt x="132" y="6"/>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7"/>
                  <p:cNvSpPr/>
                  <p:nvPr/>
                </p:nvSpPr>
                <p:spPr>
                  <a:xfrm>
                    <a:off x="4938951" y="3853296"/>
                    <a:ext cx="18085" cy="23972"/>
                  </a:xfrm>
                  <a:custGeom>
                    <a:rect b="b" l="l" r="r" t="t"/>
                    <a:pathLst>
                      <a:path extrusionOk="0" h="395" w="298">
                        <a:moveTo>
                          <a:pt x="180" y="0"/>
                        </a:moveTo>
                        <a:cubicBezTo>
                          <a:pt x="174" y="0"/>
                          <a:pt x="168" y="1"/>
                          <a:pt x="162" y="2"/>
                        </a:cubicBezTo>
                        <a:cubicBezTo>
                          <a:pt x="140" y="6"/>
                          <a:pt x="115" y="20"/>
                          <a:pt x="101" y="43"/>
                        </a:cubicBezTo>
                        <a:cubicBezTo>
                          <a:pt x="58" y="106"/>
                          <a:pt x="5" y="207"/>
                          <a:pt x="1" y="293"/>
                        </a:cubicBezTo>
                        <a:cubicBezTo>
                          <a:pt x="1" y="372"/>
                          <a:pt x="93" y="393"/>
                          <a:pt x="175" y="395"/>
                        </a:cubicBezTo>
                        <a:lnTo>
                          <a:pt x="222" y="395"/>
                        </a:lnTo>
                        <a:cubicBezTo>
                          <a:pt x="265" y="393"/>
                          <a:pt x="297" y="358"/>
                          <a:pt x="295" y="313"/>
                        </a:cubicBezTo>
                        <a:cubicBezTo>
                          <a:pt x="293" y="268"/>
                          <a:pt x="291" y="207"/>
                          <a:pt x="287" y="139"/>
                        </a:cubicBezTo>
                        <a:cubicBezTo>
                          <a:pt x="287" y="94"/>
                          <a:pt x="269" y="57"/>
                          <a:pt x="246" y="33"/>
                        </a:cubicBezTo>
                        <a:cubicBezTo>
                          <a:pt x="230" y="11"/>
                          <a:pt x="205" y="0"/>
                          <a:pt x="180"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7"/>
                  <p:cNvSpPr/>
                  <p:nvPr/>
                </p:nvSpPr>
                <p:spPr>
                  <a:xfrm>
                    <a:off x="4939194" y="3853418"/>
                    <a:ext cx="15961" cy="23850"/>
                  </a:xfrm>
                  <a:custGeom>
                    <a:rect b="b" l="l" r="r" t="t"/>
                    <a:pathLst>
                      <a:path extrusionOk="0" h="393" w="263">
                        <a:moveTo>
                          <a:pt x="160" y="0"/>
                        </a:moveTo>
                        <a:cubicBezTo>
                          <a:pt x="138" y="4"/>
                          <a:pt x="115" y="18"/>
                          <a:pt x="99" y="41"/>
                        </a:cubicBezTo>
                        <a:cubicBezTo>
                          <a:pt x="56" y="104"/>
                          <a:pt x="3" y="205"/>
                          <a:pt x="1" y="291"/>
                        </a:cubicBezTo>
                        <a:cubicBezTo>
                          <a:pt x="1" y="370"/>
                          <a:pt x="93" y="391"/>
                          <a:pt x="175" y="393"/>
                        </a:cubicBezTo>
                        <a:lnTo>
                          <a:pt x="187" y="393"/>
                        </a:lnTo>
                        <a:cubicBezTo>
                          <a:pt x="230" y="391"/>
                          <a:pt x="263" y="356"/>
                          <a:pt x="261" y="311"/>
                        </a:cubicBezTo>
                        <a:cubicBezTo>
                          <a:pt x="259" y="266"/>
                          <a:pt x="257" y="205"/>
                          <a:pt x="257" y="137"/>
                        </a:cubicBezTo>
                        <a:cubicBezTo>
                          <a:pt x="257" y="92"/>
                          <a:pt x="238" y="55"/>
                          <a:pt x="214" y="31"/>
                        </a:cubicBezTo>
                        <a:cubicBezTo>
                          <a:pt x="199" y="12"/>
                          <a:pt x="181" y="4"/>
                          <a:pt x="1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7"/>
                  <p:cNvSpPr/>
                  <p:nvPr/>
                </p:nvSpPr>
                <p:spPr>
                  <a:xfrm>
                    <a:off x="4944534" y="3856149"/>
                    <a:ext cx="9528" cy="7161"/>
                  </a:xfrm>
                  <a:custGeom>
                    <a:rect b="b" l="l" r="r" t="t"/>
                    <a:pathLst>
                      <a:path extrusionOk="0" h="118" w="157">
                        <a:moveTo>
                          <a:pt x="64" y="0"/>
                        </a:moveTo>
                        <a:cubicBezTo>
                          <a:pt x="38" y="0"/>
                          <a:pt x="20" y="31"/>
                          <a:pt x="9" y="57"/>
                        </a:cubicBezTo>
                        <a:cubicBezTo>
                          <a:pt x="1" y="76"/>
                          <a:pt x="9" y="96"/>
                          <a:pt x="29" y="104"/>
                        </a:cubicBezTo>
                        <a:cubicBezTo>
                          <a:pt x="54" y="113"/>
                          <a:pt x="76" y="117"/>
                          <a:pt x="93" y="117"/>
                        </a:cubicBezTo>
                        <a:cubicBezTo>
                          <a:pt x="140" y="117"/>
                          <a:pt x="157" y="88"/>
                          <a:pt x="109" y="29"/>
                        </a:cubicBezTo>
                        <a:cubicBezTo>
                          <a:pt x="92" y="8"/>
                          <a:pt x="77" y="0"/>
                          <a:pt x="64"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7"/>
                  <p:cNvSpPr/>
                  <p:nvPr/>
                </p:nvSpPr>
                <p:spPr>
                  <a:xfrm>
                    <a:off x="5049222" y="4103696"/>
                    <a:ext cx="40357" cy="39143"/>
                  </a:xfrm>
                  <a:custGeom>
                    <a:rect b="b" l="l" r="r" t="t"/>
                    <a:pathLst>
                      <a:path extrusionOk="0" h="645" w="665">
                        <a:moveTo>
                          <a:pt x="110" y="0"/>
                        </a:moveTo>
                        <a:cubicBezTo>
                          <a:pt x="107" y="0"/>
                          <a:pt x="104" y="0"/>
                          <a:pt x="101" y="1"/>
                        </a:cubicBezTo>
                        <a:cubicBezTo>
                          <a:pt x="52" y="7"/>
                          <a:pt x="13" y="50"/>
                          <a:pt x="1" y="142"/>
                        </a:cubicBezTo>
                        <a:cubicBezTo>
                          <a:pt x="1" y="142"/>
                          <a:pt x="134" y="600"/>
                          <a:pt x="342" y="641"/>
                        </a:cubicBezTo>
                        <a:cubicBezTo>
                          <a:pt x="353" y="643"/>
                          <a:pt x="363" y="645"/>
                          <a:pt x="373" y="645"/>
                        </a:cubicBezTo>
                        <a:cubicBezTo>
                          <a:pt x="399" y="645"/>
                          <a:pt x="425" y="637"/>
                          <a:pt x="453" y="623"/>
                        </a:cubicBezTo>
                        <a:cubicBezTo>
                          <a:pt x="664" y="510"/>
                          <a:pt x="304" y="0"/>
                          <a:pt x="110"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7"/>
                  <p:cNvSpPr/>
                  <p:nvPr/>
                </p:nvSpPr>
                <p:spPr>
                  <a:xfrm>
                    <a:off x="5049100" y="4103696"/>
                    <a:ext cx="37444" cy="38961"/>
                  </a:xfrm>
                  <a:custGeom>
                    <a:rect b="b" l="l" r="r" t="t"/>
                    <a:pathLst>
                      <a:path extrusionOk="0" h="642" w="617">
                        <a:moveTo>
                          <a:pt x="99" y="1"/>
                        </a:moveTo>
                        <a:cubicBezTo>
                          <a:pt x="52" y="7"/>
                          <a:pt x="13" y="50"/>
                          <a:pt x="0" y="142"/>
                        </a:cubicBezTo>
                        <a:cubicBezTo>
                          <a:pt x="0" y="142"/>
                          <a:pt x="133" y="600"/>
                          <a:pt x="342" y="641"/>
                        </a:cubicBezTo>
                        <a:cubicBezTo>
                          <a:pt x="365" y="641"/>
                          <a:pt x="389" y="633"/>
                          <a:pt x="414" y="621"/>
                        </a:cubicBezTo>
                        <a:cubicBezTo>
                          <a:pt x="616" y="512"/>
                          <a:pt x="301" y="46"/>
                          <a:pt x="9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7"/>
                  <p:cNvSpPr/>
                  <p:nvPr/>
                </p:nvSpPr>
                <p:spPr>
                  <a:xfrm>
                    <a:off x="5051406" y="4107641"/>
                    <a:ext cx="21847" cy="18146"/>
                  </a:xfrm>
                  <a:custGeom>
                    <a:rect b="b" l="l" r="r" t="t"/>
                    <a:pathLst>
                      <a:path extrusionOk="0" h="299" w="360">
                        <a:moveTo>
                          <a:pt x="70" y="1"/>
                        </a:moveTo>
                        <a:cubicBezTo>
                          <a:pt x="45" y="1"/>
                          <a:pt x="30" y="7"/>
                          <a:pt x="30" y="7"/>
                        </a:cubicBezTo>
                        <a:cubicBezTo>
                          <a:pt x="0" y="96"/>
                          <a:pt x="249" y="298"/>
                          <a:pt x="326" y="298"/>
                        </a:cubicBezTo>
                        <a:cubicBezTo>
                          <a:pt x="355" y="298"/>
                          <a:pt x="360" y="271"/>
                          <a:pt x="321" y="202"/>
                        </a:cubicBezTo>
                        <a:cubicBezTo>
                          <a:pt x="220" y="29"/>
                          <a:pt x="122" y="1"/>
                          <a:pt x="70"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7"/>
                  <p:cNvSpPr/>
                  <p:nvPr/>
                </p:nvSpPr>
                <p:spPr>
                  <a:xfrm>
                    <a:off x="4727635" y="3857969"/>
                    <a:ext cx="40236" cy="38779"/>
                  </a:xfrm>
                  <a:custGeom>
                    <a:rect b="b" l="l" r="r" t="t"/>
                    <a:pathLst>
                      <a:path extrusionOk="0" h="639" w="663">
                        <a:moveTo>
                          <a:pt x="111" y="0"/>
                        </a:moveTo>
                        <a:cubicBezTo>
                          <a:pt x="100" y="0"/>
                          <a:pt x="90" y="2"/>
                          <a:pt x="80" y="5"/>
                        </a:cubicBezTo>
                        <a:cubicBezTo>
                          <a:pt x="56" y="11"/>
                          <a:pt x="35" y="29"/>
                          <a:pt x="21" y="60"/>
                        </a:cubicBezTo>
                        <a:cubicBezTo>
                          <a:pt x="1" y="101"/>
                          <a:pt x="1" y="148"/>
                          <a:pt x="15" y="191"/>
                        </a:cubicBezTo>
                        <a:cubicBezTo>
                          <a:pt x="56" y="312"/>
                          <a:pt x="174" y="600"/>
                          <a:pt x="338" y="635"/>
                        </a:cubicBezTo>
                        <a:cubicBezTo>
                          <a:pt x="349" y="638"/>
                          <a:pt x="361" y="639"/>
                          <a:pt x="372" y="639"/>
                        </a:cubicBezTo>
                        <a:cubicBezTo>
                          <a:pt x="398" y="639"/>
                          <a:pt x="424" y="633"/>
                          <a:pt x="451" y="619"/>
                        </a:cubicBezTo>
                        <a:cubicBezTo>
                          <a:pt x="662" y="506"/>
                          <a:pt x="307" y="0"/>
                          <a:pt x="111"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7"/>
                  <p:cNvSpPr/>
                  <p:nvPr/>
                </p:nvSpPr>
                <p:spPr>
                  <a:xfrm>
                    <a:off x="4727635" y="3858212"/>
                    <a:ext cx="35684" cy="38294"/>
                  </a:xfrm>
                  <a:custGeom>
                    <a:rect b="b" l="l" r="r" t="t"/>
                    <a:pathLst>
                      <a:path extrusionOk="0" h="631" w="588">
                        <a:moveTo>
                          <a:pt x="80" y="1"/>
                        </a:moveTo>
                        <a:cubicBezTo>
                          <a:pt x="56" y="7"/>
                          <a:pt x="35" y="25"/>
                          <a:pt x="21" y="56"/>
                        </a:cubicBezTo>
                        <a:cubicBezTo>
                          <a:pt x="1" y="97"/>
                          <a:pt x="1" y="144"/>
                          <a:pt x="15" y="187"/>
                        </a:cubicBezTo>
                        <a:cubicBezTo>
                          <a:pt x="56" y="308"/>
                          <a:pt x="174" y="596"/>
                          <a:pt x="338" y="631"/>
                        </a:cubicBezTo>
                        <a:cubicBezTo>
                          <a:pt x="352" y="629"/>
                          <a:pt x="369" y="625"/>
                          <a:pt x="387" y="615"/>
                        </a:cubicBezTo>
                        <a:cubicBezTo>
                          <a:pt x="588" y="510"/>
                          <a:pt x="279" y="50"/>
                          <a:pt x="8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7"/>
                  <p:cNvSpPr/>
                  <p:nvPr/>
                </p:nvSpPr>
                <p:spPr>
                  <a:xfrm>
                    <a:off x="4730851" y="3862157"/>
                    <a:ext cx="12016" cy="22394"/>
                  </a:xfrm>
                  <a:custGeom>
                    <a:rect b="b" l="l" r="r" t="t"/>
                    <a:pathLst>
                      <a:path extrusionOk="0" h="369" w="198">
                        <a:moveTo>
                          <a:pt x="20" y="1"/>
                        </a:moveTo>
                        <a:cubicBezTo>
                          <a:pt x="12" y="1"/>
                          <a:pt x="5" y="9"/>
                          <a:pt x="1" y="28"/>
                        </a:cubicBezTo>
                        <a:cubicBezTo>
                          <a:pt x="1" y="28"/>
                          <a:pt x="9" y="230"/>
                          <a:pt x="124" y="351"/>
                        </a:cubicBezTo>
                        <a:cubicBezTo>
                          <a:pt x="135" y="363"/>
                          <a:pt x="143" y="369"/>
                          <a:pt x="149" y="369"/>
                        </a:cubicBezTo>
                        <a:cubicBezTo>
                          <a:pt x="198" y="369"/>
                          <a:pt x="75" y="1"/>
                          <a:pt x="20"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7"/>
                  <p:cNvSpPr/>
                  <p:nvPr/>
                </p:nvSpPr>
                <p:spPr>
                  <a:xfrm>
                    <a:off x="4718956" y="3785204"/>
                    <a:ext cx="27856" cy="18328"/>
                  </a:xfrm>
                  <a:custGeom>
                    <a:rect b="b" l="l" r="r" t="t"/>
                    <a:pathLst>
                      <a:path extrusionOk="0" h="302" w="459">
                        <a:moveTo>
                          <a:pt x="142" y="1"/>
                        </a:moveTo>
                        <a:cubicBezTo>
                          <a:pt x="0" y="1"/>
                          <a:pt x="52" y="302"/>
                          <a:pt x="52" y="302"/>
                        </a:cubicBezTo>
                        <a:cubicBezTo>
                          <a:pt x="52" y="302"/>
                          <a:pt x="166" y="287"/>
                          <a:pt x="293" y="287"/>
                        </a:cubicBezTo>
                        <a:cubicBezTo>
                          <a:pt x="369" y="287"/>
                          <a:pt x="412" y="244"/>
                          <a:pt x="438" y="205"/>
                        </a:cubicBezTo>
                        <a:cubicBezTo>
                          <a:pt x="459" y="175"/>
                          <a:pt x="448" y="138"/>
                          <a:pt x="420" y="117"/>
                        </a:cubicBezTo>
                        <a:cubicBezTo>
                          <a:pt x="356" y="72"/>
                          <a:pt x="240" y="1"/>
                          <a:pt x="142"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7"/>
                  <p:cNvSpPr/>
                  <p:nvPr/>
                </p:nvSpPr>
                <p:spPr>
                  <a:xfrm>
                    <a:off x="4714708" y="3785143"/>
                    <a:ext cx="28523" cy="18449"/>
                  </a:xfrm>
                  <a:custGeom>
                    <a:rect b="b" l="l" r="r" t="t"/>
                    <a:pathLst>
                      <a:path extrusionOk="0" h="304" w="470">
                        <a:moveTo>
                          <a:pt x="218" y="0"/>
                        </a:moveTo>
                        <a:cubicBezTo>
                          <a:pt x="208" y="0"/>
                          <a:pt x="197" y="1"/>
                          <a:pt x="187" y="4"/>
                        </a:cubicBezTo>
                        <a:cubicBezTo>
                          <a:pt x="160" y="12"/>
                          <a:pt x="109" y="51"/>
                          <a:pt x="70" y="80"/>
                        </a:cubicBezTo>
                        <a:cubicBezTo>
                          <a:pt x="21" y="114"/>
                          <a:pt x="1" y="180"/>
                          <a:pt x="23" y="235"/>
                        </a:cubicBezTo>
                        <a:cubicBezTo>
                          <a:pt x="47" y="289"/>
                          <a:pt x="98" y="304"/>
                          <a:pt x="153" y="304"/>
                        </a:cubicBezTo>
                        <a:cubicBezTo>
                          <a:pt x="213" y="304"/>
                          <a:pt x="277" y="286"/>
                          <a:pt x="308" y="286"/>
                        </a:cubicBezTo>
                        <a:cubicBezTo>
                          <a:pt x="383" y="286"/>
                          <a:pt x="430" y="237"/>
                          <a:pt x="453" y="198"/>
                        </a:cubicBezTo>
                        <a:cubicBezTo>
                          <a:pt x="469" y="174"/>
                          <a:pt x="465" y="139"/>
                          <a:pt x="443" y="118"/>
                        </a:cubicBezTo>
                        <a:cubicBezTo>
                          <a:pt x="395" y="75"/>
                          <a:pt x="304" y="0"/>
                          <a:pt x="2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7"/>
                  <p:cNvSpPr/>
                  <p:nvPr/>
                </p:nvSpPr>
                <p:spPr>
                  <a:xfrm>
                    <a:off x="4717985" y="3788481"/>
                    <a:ext cx="22030" cy="8254"/>
                  </a:xfrm>
                  <a:custGeom>
                    <a:rect b="b" l="l" r="r" t="t"/>
                    <a:pathLst>
                      <a:path extrusionOk="0" h="136" w="363">
                        <a:moveTo>
                          <a:pt x="154" y="1"/>
                        </a:moveTo>
                        <a:cubicBezTo>
                          <a:pt x="97" y="1"/>
                          <a:pt x="31" y="83"/>
                          <a:pt x="4" y="121"/>
                        </a:cubicBezTo>
                        <a:cubicBezTo>
                          <a:pt x="0" y="128"/>
                          <a:pt x="5" y="135"/>
                          <a:pt x="12" y="135"/>
                        </a:cubicBezTo>
                        <a:cubicBezTo>
                          <a:pt x="13" y="135"/>
                          <a:pt x="13" y="135"/>
                          <a:pt x="14" y="135"/>
                        </a:cubicBezTo>
                        <a:cubicBezTo>
                          <a:pt x="362" y="23"/>
                          <a:pt x="256" y="45"/>
                          <a:pt x="178" y="6"/>
                        </a:cubicBezTo>
                        <a:cubicBezTo>
                          <a:pt x="170" y="2"/>
                          <a:pt x="162" y="1"/>
                          <a:pt x="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7"/>
                  <p:cNvSpPr/>
                  <p:nvPr/>
                </p:nvSpPr>
                <p:spPr>
                  <a:xfrm>
                    <a:off x="5208043" y="4021039"/>
                    <a:ext cx="27734" cy="18146"/>
                  </a:xfrm>
                  <a:custGeom>
                    <a:rect b="b" l="l" r="r" t="t"/>
                    <a:pathLst>
                      <a:path extrusionOk="0" h="299" w="457">
                        <a:moveTo>
                          <a:pt x="139" y="0"/>
                        </a:moveTo>
                        <a:cubicBezTo>
                          <a:pt x="0" y="0"/>
                          <a:pt x="51" y="299"/>
                          <a:pt x="51" y="299"/>
                        </a:cubicBezTo>
                        <a:cubicBezTo>
                          <a:pt x="51" y="299"/>
                          <a:pt x="166" y="286"/>
                          <a:pt x="293" y="284"/>
                        </a:cubicBezTo>
                        <a:cubicBezTo>
                          <a:pt x="366" y="284"/>
                          <a:pt x="411" y="241"/>
                          <a:pt x="436" y="203"/>
                        </a:cubicBezTo>
                        <a:cubicBezTo>
                          <a:pt x="457" y="174"/>
                          <a:pt x="446" y="135"/>
                          <a:pt x="418" y="115"/>
                        </a:cubicBezTo>
                        <a:cubicBezTo>
                          <a:pt x="354" y="72"/>
                          <a:pt x="238" y="0"/>
                          <a:pt x="139"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7"/>
                  <p:cNvSpPr/>
                  <p:nvPr/>
                </p:nvSpPr>
                <p:spPr>
                  <a:xfrm>
                    <a:off x="5203916" y="4021099"/>
                    <a:ext cx="28523" cy="18388"/>
                  </a:xfrm>
                  <a:custGeom>
                    <a:rect b="b" l="l" r="r" t="t"/>
                    <a:pathLst>
                      <a:path extrusionOk="0" h="303" w="470">
                        <a:moveTo>
                          <a:pt x="221" y="1"/>
                        </a:moveTo>
                        <a:cubicBezTo>
                          <a:pt x="209" y="1"/>
                          <a:pt x="198" y="2"/>
                          <a:pt x="187" y="5"/>
                        </a:cubicBezTo>
                        <a:cubicBezTo>
                          <a:pt x="156" y="9"/>
                          <a:pt x="105" y="48"/>
                          <a:pt x="70" y="79"/>
                        </a:cubicBezTo>
                        <a:cubicBezTo>
                          <a:pt x="21" y="114"/>
                          <a:pt x="1" y="179"/>
                          <a:pt x="23" y="234"/>
                        </a:cubicBezTo>
                        <a:cubicBezTo>
                          <a:pt x="47" y="289"/>
                          <a:pt x="98" y="303"/>
                          <a:pt x="153" y="303"/>
                        </a:cubicBezTo>
                        <a:cubicBezTo>
                          <a:pt x="213" y="303"/>
                          <a:pt x="276" y="285"/>
                          <a:pt x="308" y="285"/>
                        </a:cubicBezTo>
                        <a:cubicBezTo>
                          <a:pt x="383" y="285"/>
                          <a:pt x="428" y="236"/>
                          <a:pt x="453" y="200"/>
                        </a:cubicBezTo>
                        <a:cubicBezTo>
                          <a:pt x="469" y="173"/>
                          <a:pt x="465" y="140"/>
                          <a:pt x="443" y="118"/>
                        </a:cubicBezTo>
                        <a:cubicBezTo>
                          <a:pt x="396" y="74"/>
                          <a:pt x="306" y="1"/>
                          <a:pt x="22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7"/>
                  <p:cNvSpPr/>
                  <p:nvPr/>
                </p:nvSpPr>
                <p:spPr>
                  <a:xfrm>
                    <a:off x="5207072" y="4024255"/>
                    <a:ext cx="21847" cy="8193"/>
                  </a:xfrm>
                  <a:custGeom>
                    <a:rect b="b" l="l" r="r" t="t"/>
                    <a:pathLst>
                      <a:path extrusionOk="0" h="135" w="360">
                        <a:moveTo>
                          <a:pt x="154" y="1"/>
                        </a:moveTo>
                        <a:cubicBezTo>
                          <a:pt x="94" y="1"/>
                          <a:pt x="29" y="83"/>
                          <a:pt x="2" y="121"/>
                        </a:cubicBezTo>
                        <a:cubicBezTo>
                          <a:pt x="0" y="128"/>
                          <a:pt x="4" y="134"/>
                          <a:pt x="9" y="134"/>
                        </a:cubicBezTo>
                        <a:cubicBezTo>
                          <a:pt x="10" y="134"/>
                          <a:pt x="11" y="134"/>
                          <a:pt x="12" y="133"/>
                        </a:cubicBezTo>
                        <a:cubicBezTo>
                          <a:pt x="360" y="21"/>
                          <a:pt x="256" y="45"/>
                          <a:pt x="180" y="6"/>
                        </a:cubicBezTo>
                        <a:cubicBezTo>
                          <a:pt x="172" y="2"/>
                          <a:pt x="163" y="1"/>
                          <a:pt x="154"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7"/>
                  <p:cNvSpPr/>
                  <p:nvPr/>
                </p:nvSpPr>
                <p:spPr>
                  <a:xfrm>
                    <a:off x="4894709" y="3838610"/>
                    <a:ext cx="25428" cy="21241"/>
                  </a:xfrm>
                  <a:custGeom>
                    <a:rect b="b" l="l" r="r" t="t"/>
                    <a:pathLst>
                      <a:path extrusionOk="0" h="350" w="419">
                        <a:moveTo>
                          <a:pt x="142" y="0"/>
                        </a:moveTo>
                        <a:cubicBezTo>
                          <a:pt x="60" y="0"/>
                          <a:pt x="0" y="99"/>
                          <a:pt x="50" y="174"/>
                        </a:cubicBezTo>
                        <a:cubicBezTo>
                          <a:pt x="85" y="230"/>
                          <a:pt x="132" y="287"/>
                          <a:pt x="183" y="324"/>
                        </a:cubicBezTo>
                        <a:cubicBezTo>
                          <a:pt x="194" y="330"/>
                          <a:pt x="204" y="336"/>
                          <a:pt x="214" y="340"/>
                        </a:cubicBezTo>
                        <a:cubicBezTo>
                          <a:pt x="227" y="347"/>
                          <a:pt x="239" y="349"/>
                          <a:pt x="250" y="349"/>
                        </a:cubicBezTo>
                        <a:cubicBezTo>
                          <a:pt x="324" y="349"/>
                          <a:pt x="380" y="233"/>
                          <a:pt x="409" y="164"/>
                        </a:cubicBezTo>
                        <a:cubicBezTo>
                          <a:pt x="419" y="140"/>
                          <a:pt x="406" y="107"/>
                          <a:pt x="378" y="95"/>
                        </a:cubicBezTo>
                        <a:cubicBezTo>
                          <a:pt x="376" y="93"/>
                          <a:pt x="372" y="93"/>
                          <a:pt x="372" y="93"/>
                        </a:cubicBezTo>
                        <a:cubicBezTo>
                          <a:pt x="333" y="80"/>
                          <a:pt x="286" y="58"/>
                          <a:pt x="231" y="31"/>
                        </a:cubicBezTo>
                        <a:cubicBezTo>
                          <a:pt x="228" y="29"/>
                          <a:pt x="226" y="29"/>
                          <a:pt x="224" y="27"/>
                        </a:cubicBezTo>
                        <a:cubicBezTo>
                          <a:pt x="216" y="23"/>
                          <a:pt x="208" y="21"/>
                          <a:pt x="202" y="17"/>
                        </a:cubicBezTo>
                        <a:cubicBezTo>
                          <a:pt x="196" y="13"/>
                          <a:pt x="194" y="13"/>
                          <a:pt x="188" y="11"/>
                        </a:cubicBezTo>
                        <a:cubicBezTo>
                          <a:pt x="186" y="11"/>
                          <a:pt x="183" y="9"/>
                          <a:pt x="177" y="7"/>
                        </a:cubicBezTo>
                        <a:cubicBezTo>
                          <a:pt x="165" y="2"/>
                          <a:pt x="153" y="0"/>
                          <a:pt x="142"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7"/>
                  <p:cNvSpPr/>
                  <p:nvPr/>
                </p:nvSpPr>
                <p:spPr>
                  <a:xfrm>
                    <a:off x="4894588" y="3838610"/>
                    <a:ext cx="22090" cy="19723"/>
                  </a:xfrm>
                  <a:custGeom>
                    <a:rect b="b" l="l" r="r" t="t"/>
                    <a:pathLst>
                      <a:path extrusionOk="0" h="325" w="364">
                        <a:moveTo>
                          <a:pt x="141" y="0"/>
                        </a:moveTo>
                        <a:cubicBezTo>
                          <a:pt x="58" y="0"/>
                          <a:pt x="0" y="99"/>
                          <a:pt x="50" y="174"/>
                        </a:cubicBezTo>
                        <a:cubicBezTo>
                          <a:pt x="85" y="230"/>
                          <a:pt x="130" y="287"/>
                          <a:pt x="181" y="324"/>
                        </a:cubicBezTo>
                        <a:cubicBezTo>
                          <a:pt x="185" y="324"/>
                          <a:pt x="188" y="324"/>
                          <a:pt x="191" y="324"/>
                        </a:cubicBezTo>
                        <a:cubicBezTo>
                          <a:pt x="264" y="324"/>
                          <a:pt x="322" y="210"/>
                          <a:pt x="351" y="142"/>
                        </a:cubicBezTo>
                        <a:cubicBezTo>
                          <a:pt x="363" y="113"/>
                          <a:pt x="351" y="82"/>
                          <a:pt x="321" y="72"/>
                        </a:cubicBezTo>
                        <a:cubicBezTo>
                          <a:pt x="298" y="62"/>
                          <a:pt x="263" y="50"/>
                          <a:pt x="228" y="31"/>
                        </a:cubicBezTo>
                        <a:cubicBezTo>
                          <a:pt x="226" y="29"/>
                          <a:pt x="224" y="29"/>
                          <a:pt x="220" y="27"/>
                        </a:cubicBezTo>
                        <a:cubicBezTo>
                          <a:pt x="210" y="21"/>
                          <a:pt x="200" y="17"/>
                          <a:pt x="188" y="11"/>
                        </a:cubicBezTo>
                        <a:cubicBezTo>
                          <a:pt x="185" y="11"/>
                          <a:pt x="181" y="9"/>
                          <a:pt x="177" y="7"/>
                        </a:cubicBezTo>
                        <a:cubicBezTo>
                          <a:pt x="165" y="2"/>
                          <a:pt x="153" y="0"/>
                          <a:pt x="1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7"/>
                  <p:cNvSpPr/>
                  <p:nvPr/>
                </p:nvSpPr>
                <p:spPr>
                  <a:xfrm>
                    <a:off x="4898593" y="3841523"/>
                    <a:ext cx="14747" cy="4855"/>
                  </a:xfrm>
                  <a:custGeom>
                    <a:rect b="b" l="l" r="r" t="t"/>
                    <a:pathLst>
                      <a:path extrusionOk="0" h="80" w="243">
                        <a:moveTo>
                          <a:pt x="80" y="0"/>
                        </a:moveTo>
                        <a:cubicBezTo>
                          <a:pt x="12" y="0"/>
                          <a:pt x="1" y="65"/>
                          <a:pt x="1" y="65"/>
                        </a:cubicBezTo>
                        <a:cubicBezTo>
                          <a:pt x="29" y="75"/>
                          <a:pt x="66" y="80"/>
                          <a:pt x="101" y="80"/>
                        </a:cubicBezTo>
                        <a:cubicBezTo>
                          <a:pt x="178" y="80"/>
                          <a:pt x="242" y="56"/>
                          <a:pt x="150" y="18"/>
                        </a:cubicBezTo>
                        <a:cubicBezTo>
                          <a:pt x="122" y="5"/>
                          <a:pt x="98" y="0"/>
                          <a:pt x="8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7"/>
                  <p:cNvSpPr/>
                  <p:nvPr/>
                </p:nvSpPr>
                <p:spPr>
                  <a:xfrm>
                    <a:off x="4673501" y="3855785"/>
                    <a:ext cx="48489" cy="28644"/>
                  </a:xfrm>
                  <a:custGeom>
                    <a:rect b="b" l="l" r="r" t="t"/>
                    <a:pathLst>
                      <a:path extrusionOk="0" h="472" w="799">
                        <a:moveTo>
                          <a:pt x="108" y="0"/>
                        </a:moveTo>
                        <a:cubicBezTo>
                          <a:pt x="0" y="0"/>
                          <a:pt x="46" y="182"/>
                          <a:pt x="46" y="182"/>
                        </a:cubicBezTo>
                        <a:cubicBezTo>
                          <a:pt x="52" y="233"/>
                          <a:pt x="179" y="366"/>
                          <a:pt x="330" y="432"/>
                        </a:cubicBezTo>
                        <a:cubicBezTo>
                          <a:pt x="383" y="457"/>
                          <a:pt x="439" y="472"/>
                          <a:pt x="493" y="472"/>
                        </a:cubicBezTo>
                        <a:cubicBezTo>
                          <a:pt x="522" y="472"/>
                          <a:pt x="550" y="467"/>
                          <a:pt x="578" y="458"/>
                        </a:cubicBezTo>
                        <a:cubicBezTo>
                          <a:pt x="798" y="380"/>
                          <a:pt x="395" y="133"/>
                          <a:pt x="189" y="24"/>
                        </a:cubicBezTo>
                        <a:cubicBezTo>
                          <a:pt x="170" y="14"/>
                          <a:pt x="154" y="10"/>
                          <a:pt x="138" y="4"/>
                        </a:cubicBezTo>
                        <a:cubicBezTo>
                          <a:pt x="127" y="1"/>
                          <a:pt x="117" y="0"/>
                          <a:pt x="108"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7"/>
                  <p:cNvSpPr/>
                  <p:nvPr/>
                </p:nvSpPr>
                <p:spPr>
                  <a:xfrm>
                    <a:off x="4673622" y="3855906"/>
                    <a:ext cx="45394" cy="27431"/>
                  </a:xfrm>
                  <a:custGeom>
                    <a:rect b="b" l="l" r="r" t="t"/>
                    <a:pathLst>
                      <a:path extrusionOk="0" h="452" w="748">
                        <a:moveTo>
                          <a:pt x="108" y="0"/>
                        </a:moveTo>
                        <a:cubicBezTo>
                          <a:pt x="0" y="0"/>
                          <a:pt x="46" y="182"/>
                          <a:pt x="46" y="182"/>
                        </a:cubicBezTo>
                        <a:cubicBezTo>
                          <a:pt x="52" y="233"/>
                          <a:pt x="179" y="366"/>
                          <a:pt x="330" y="432"/>
                        </a:cubicBezTo>
                        <a:cubicBezTo>
                          <a:pt x="368" y="444"/>
                          <a:pt x="407" y="451"/>
                          <a:pt x="446" y="451"/>
                        </a:cubicBezTo>
                        <a:cubicBezTo>
                          <a:pt x="473" y="451"/>
                          <a:pt x="501" y="447"/>
                          <a:pt x="526" y="438"/>
                        </a:cubicBezTo>
                        <a:cubicBezTo>
                          <a:pt x="747" y="360"/>
                          <a:pt x="344" y="112"/>
                          <a:pt x="138" y="4"/>
                        </a:cubicBezTo>
                        <a:cubicBezTo>
                          <a:pt x="127" y="1"/>
                          <a:pt x="117" y="0"/>
                          <a:pt x="1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7"/>
                  <p:cNvSpPr/>
                  <p:nvPr/>
                </p:nvSpPr>
                <p:spPr>
                  <a:xfrm>
                    <a:off x="4675321" y="3859608"/>
                    <a:ext cx="26096" cy="14747"/>
                  </a:xfrm>
                  <a:custGeom>
                    <a:rect b="b" l="l" r="r" t="t"/>
                    <a:pathLst>
                      <a:path extrusionOk="0" h="243" w="430">
                        <a:moveTo>
                          <a:pt x="48" y="0"/>
                        </a:moveTo>
                        <a:lnTo>
                          <a:pt x="48" y="0"/>
                        </a:lnTo>
                        <a:cubicBezTo>
                          <a:pt x="0" y="81"/>
                          <a:pt x="292" y="242"/>
                          <a:pt x="388" y="242"/>
                        </a:cubicBezTo>
                        <a:cubicBezTo>
                          <a:pt x="419" y="242"/>
                          <a:pt x="430" y="226"/>
                          <a:pt x="402" y="184"/>
                        </a:cubicBezTo>
                        <a:cubicBezTo>
                          <a:pt x="288" y="19"/>
                          <a:pt x="48" y="0"/>
                          <a:pt x="48"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7"/>
                  <p:cNvSpPr/>
                  <p:nvPr/>
                </p:nvSpPr>
                <p:spPr>
                  <a:xfrm>
                    <a:off x="5142317" y="4083669"/>
                    <a:ext cx="39750" cy="40114"/>
                  </a:xfrm>
                  <a:custGeom>
                    <a:rect b="b" l="l" r="r" t="t"/>
                    <a:pathLst>
                      <a:path extrusionOk="0" h="661" w="655">
                        <a:moveTo>
                          <a:pt x="183" y="1"/>
                        </a:moveTo>
                        <a:cubicBezTo>
                          <a:pt x="181" y="1"/>
                          <a:pt x="179" y="1"/>
                          <a:pt x="177" y="1"/>
                        </a:cubicBezTo>
                        <a:cubicBezTo>
                          <a:pt x="64" y="9"/>
                          <a:pt x="1" y="284"/>
                          <a:pt x="179" y="472"/>
                        </a:cubicBezTo>
                        <a:cubicBezTo>
                          <a:pt x="255" y="554"/>
                          <a:pt x="359" y="564"/>
                          <a:pt x="502" y="642"/>
                        </a:cubicBezTo>
                        <a:cubicBezTo>
                          <a:pt x="504" y="644"/>
                          <a:pt x="508" y="644"/>
                          <a:pt x="512" y="646"/>
                        </a:cubicBezTo>
                        <a:cubicBezTo>
                          <a:pt x="532" y="656"/>
                          <a:pt x="549" y="660"/>
                          <a:pt x="564" y="660"/>
                        </a:cubicBezTo>
                        <a:cubicBezTo>
                          <a:pt x="648" y="660"/>
                          <a:pt x="654" y="514"/>
                          <a:pt x="645" y="447"/>
                        </a:cubicBezTo>
                        <a:cubicBezTo>
                          <a:pt x="631" y="367"/>
                          <a:pt x="373" y="106"/>
                          <a:pt x="230" y="18"/>
                        </a:cubicBezTo>
                        <a:cubicBezTo>
                          <a:pt x="214" y="8"/>
                          <a:pt x="199" y="1"/>
                          <a:pt x="183"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7"/>
                  <p:cNvSpPr/>
                  <p:nvPr/>
                </p:nvSpPr>
                <p:spPr>
                  <a:xfrm>
                    <a:off x="5142317" y="4083730"/>
                    <a:ext cx="36837" cy="39143"/>
                  </a:xfrm>
                  <a:custGeom>
                    <a:rect b="b" l="l" r="r" t="t"/>
                    <a:pathLst>
                      <a:path extrusionOk="0" h="645" w="607">
                        <a:moveTo>
                          <a:pt x="177" y="0"/>
                        </a:moveTo>
                        <a:lnTo>
                          <a:pt x="177" y="0"/>
                        </a:lnTo>
                        <a:cubicBezTo>
                          <a:pt x="64" y="8"/>
                          <a:pt x="1" y="283"/>
                          <a:pt x="179" y="471"/>
                        </a:cubicBezTo>
                        <a:cubicBezTo>
                          <a:pt x="255" y="553"/>
                          <a:pt x="359" y="563"/>
                          <a:pt x="502" y="641"/>
                        </a:cubicBezTo>
                        <a:cubicBezTo>
                          <a:pt x="504" y="643"/>
                          <a:pt x="508" y="643"/>
                          <a:pt x="512" y="645"/>
                        </a:cubicBezTo>
                        <a:cubicBezTo>
                          <a:pt x="513" y="645"/>
                          <a:pt x="514" y="645"/>
                          <a:pt x="514" y="645"/>
                        </a:cubicBezTo>
                        <a:cubicBezTo>
                          <a:pt x="598" y="645"/>
                          <a:pt x="606" y="499"/>
                          <a:pt x="596" y="432"/>
                        </a:cubicBezTo>
                        <a:cubicBezTo>
                          <a:pt x="584" y="354"/>
                          <a:pt x="324" y="94"/>
                          <a:pt x="181" y="2"/>
                        </a:cubicBezTo>
                        <a:cubicBezTo>
                          <a:pt x="179" y="2"/>
                          <a:pt x="179" y="0"/>
                          <a:pt x="1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7"/>
                  <p:cNvSpPr/>
                  <p:nvPr/>
                </p:nvSpPr>
                <p:spPr>
                  <a:xfrm>
                    <a:off x="5148447" y="4088767"/>
                    <a:ext cx="23304" cy="18510"/>
                  </a:xfrm>
                  <a:custGeom>
                    <a:rect b="b" l="l" r="r" t="t"/>
                    <a:pathLst>
                      <a:path extrusionOk="0" h="305" w="384">
                        <a:moveTo>
                          <a:pt x="69" y="1"/>
                        </a:moveTo>
                        <a:cubicBezTo>
                          <a:pt x="21" y="1"/>
                          <a:pt x="0" y="36"/>
                          <a:pt x="0" y="36"/>
                        </a:cubicBezTo>
                        <a:cubicBezTo>
                          <a:pt x="86" y="123"/>
                          <a:pt x="310" y="305"/>
                          <a:pt x="361" y="305"/>
                        </a:cubicBezTo>
                        <a:cubicBezTo>
                          <a:pt x="383" y="305"/>
                          <a:pt x="373" y="272"/>
                          <a:pt x="307" y="183"/>
                        </a:cubicBezTo>
                        <a:cubicBezTo>
                          <a:pt x="195" y="37"/>
                          <a:pt x="118" y="1"/>
                          <a:pt x="69"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7"/>
                  <p:cNvSpPr/>
                  <p:nvPr/>
                </p:nvSpPr>
                <p:spPr>
                  <a:xfrm>
                    <a:off x="4947812" y="3964963"/>
                    <a:ext cx="39750" cy="39204"/>
                  </a:xfrm>
                  <a:custGeom>
                    <a:rect b="b" l="l" r="r" t="t"/>
                    <a:pathLst>
                      <a:path extrusionOk="0" h="646" w="655">
                        <a:moveTo>
                          <a:pt x="247" y="0"/>
                        </a:moveTo>
                        <a:cubicBezTo>
                          <a:pt x="172" y="0"/>
                          <a:pt x="105" y="32"/>
                          <a:pt x="70" y="97"/>
                        </a:cubicBezTo>
                        <a:cubicBezTo>
                          <a:pt x="63" y="114"/>
                          <a:pt x="0" y="333"/>
                          <a:pt x="284" y="566"/>
                        </a:cubicBezTo>
                        <a:cubicBezTo>
                          <a:pt x="299" y="578"/>
                          <a:pt x="313" y="586"/>
                          <a:pt x="325" y="597"/>
                        </a:cubicBezTo>
                        <a:cubicBezTo>
                          <a:pt x="376" y="631"/>
                          <a:pt x="420" y="646"/>
                          <a:pt x="457" y="646"/>
                        </a:cubicBezTo>
                        <a:cubicBezTo>
                          <a:pt x="610" y="646"/>
                          <a:pt x="655" y="402"/>
                          <a:pt x="556" y="202"/>
                        </a:cubicBezTo>
                        <a:cubicBezTo>
                          <a:pt x="520" y="126"/>
                          <a:pt x="456" y="71"/>
                          <a:pt x="391" y="36"/>
                        </a:cubicBezTo>
                        <a:cubicBezTo>
                          <a:pt x="344" y="13"/>
                          <a:pt x="294" y="0"/>
                          <a:pt x="247"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7"/>
                  <p:cNvSpPr/>
                  <p:nvPr/>
                </p:nvSpPr>
                <p:spPr>
                  <a:xfrm>
                    <a:off x="4947812" y="3964963"/>
                    <a:ext cx="37323" cy="37808"/>
                  </a:xfrm>
                  <a:custGeom>
                    <a:rect b="b" l="l" r="r" t="t"/>
                    <a:pathLst>
                      <a:path extrusionOk="0" h="623" w="615">
                        <a:moveTo>
                          <a:pt x="247" y="0"/>
                        </a:moveTo>
                        <a:cubicBezTo>
                          <a:pt x="172" y="0"/>
                          <a:pt x="105" y="32"/>
                          <a:pt x="70" y="97"/>
                        </a:cubicBezTo>
                        <a:cubicBezTo>
                          <a:pt x="63" y="114"/>
                          <a:pt x="0" y="333"/>
                          <a:pt x="284" y="566"/>
                        </a:cubicBezTo>
                        <a:cubicBezTo>
                          <a:pt x="299" y="578"/>
                          <a:pt x="313" y="586"/>
                          <a:pt x="325" y="597"/>
                        </a:cubicBezTo>
                        <a:cubicBezTo>
                          <a:pt x="360" y="614"/>
                          <a:pt x="391" y="622"/>
                          <a:pt x="418" y="622"/>
                        </a:cubicBezTo>
                        <a:cubicBezTo>
                          <a:pt x="571" y="622"/>
                          <a:pt x="615" y="379"/>
                          <a:pt x="518" y="179"/>
                        </a:cubicBezTo>
                        <a:cubicBezTo>
                          <a:pt x="487" y="118"/>
                          <a:pt x="442" y="71"/>
                          <a:pt x="391" y="36"/>
                        </a:cubicBezTo>
                        <a:cubicBezTo>
                          <a:pt x="344" y="13"/>
                          <a:pt x="294" y="0"/>
                          <a:pt x="24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7"/>
                  <p:cNvSpPr/>
                  <p:nvPr/>
                </p:nvSpPr>
                <p:spPr>
                  <a:xfrm>
                    <a:off x="4957461" y="3968240"/>
                    <a:ext cx="22576" cy="14565"/>
                  </a:xfrm>
                  <a:custGeom>
                    <a:rect b="b" l="l" r="r" t="t"/>
                    <a:pathLst>
                      <a:path extrusionOk="0" h="240" w="372">
                        <a:moveTo>
                          <a:pt x="139" y="1"/>
                        </a:moveTo>
                        <a:cubicBezTo>
                          <a:pt x="108" y="1"/>
                          <a:pt x="79" y="8"/>
                          <a:pt x="54" y="19"/>
                        </a:cubicBezTo>
                        <a:cubicBezTo>
                          <a:pt x="1" y="39"/>
                          <a:pt x="50" y="89"/>
                          <a:pt x="95" y="123"/>
                        </a:cubicBezTo>
                        <a:cubicBezTo>
                          <a:pt x="178" y="186"/>
                          <a:pt x="277" y="239"/>
                          <a:pt x="326" y="239"/>
                        </a:cubicBezTo>
                        <a:cubicBezTo>
                          <a:pt x="363" y="239"/>
                          <a:pt x="371" y="208"/>
                          <a:pt x="322" y="125"/>
                        </a:cubicBezTo>
                        <a:cubicBezTo>
                          <a:pt x="264" y="30"/>
                          <a:pt x="198" y="1"/>
                          <a:pt x="139"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7"/>
                  <p:cNvSpPr/>
                  <p:nvPr/>
                </p:nvSpPr>
                <p:spPr>
                  <a:xfrm>
                    <a:off x="5026099" y="4026622"/>
                    <a:ext cx="25307" cy="21483"/>
                  </a:xfrm>
                  <a:custGeom>
                    <a:rect b="b" l="l" r="r" t="t"/>
                    <a:pathLst>
                      <a:path extrusionOk="0" h="354" w="417">
                        <a:moveTo>
                          <a:pt x="130" y="1"/>
                        </a:moveTo>
                        <a:cubicBezTo>
                          <a:pt x="123" y="1"/>
                          <a:pt x="116" y="1"/>
                          <a:pt x="109" y="2"/>
                        </a:cubicBezTo>
                        <a:cubicBezTo>
                          <a:pt x="93" y="6"/>
                          <a:pt x="75" y="10"/>
                          <a:pt x="58" y="19"/>
                        </a:cubicBezTo>
                        <a:cubicBezTo>
                          <a:pt x="15" y="37"/>
                          <a:pt x="1" y="88"/>
                          <a:pt x="23" y="129"/>
                        </a:cubicBezTo>
                        <a:cubicBezTo>
                          <a:pt x="62" y="194"/>
                          <a:pt x="134" y="303"/>
                          <a:pt x="216" y="344"/>
                        </a:cubicBezTo>
                        <a:cubicBezTo>
                          <a:pt x="218" y="344"/>
                          <a:pt x="218" y="346"/>
                          <a:pt x="220" y="346"/>
                        </a:cubicBezTo>
                        <a:cubicBezTo>
                          <a:pt x="231" y="351"/>
                          <a:pt x="242" y="353"/>
                          <a:pt x="253" y="353"/>
                        </a:cubicBezTo>
                        <a:cubicBezTo>
                          <a:pt x="317" y="353"/>
                          <a:pt x="366" y="271"/>
                          <a:pt x="396" y="203"/>
                        </a:cubicBezTo>
                        <a:cubicBezTo>
                          <a:pt x="416" y="160"/>
                          <a:pt x="396" y="109"/>
                          <a:pt x="351" y="88"/>
                        </a:cubicBezTo>
                        <a:cubicBezTo>
                          <a:pt x="310" y="70"/>
                          <a:pt x="259" y="47"/>
                          <a:pt x="201" y="21"/>
                        </a:cubicBezTo>
                        <a:cubicBezTo>
                          <a:pt x="176" y="6"/>
                          <a:pt x="152" y="1"/>
                          <a:pt x="130"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7"/>
                  <p:cNvSpPr/>
                  <p:nvPr/>
                </p:nvSpPr>
                <p:spPr>
                  <a:xfrm>
                    <a:off x="5026282" y="4026743"/>
                    <a:ext cx="21908" cy="20876"/>
                  </a:xfrm>
                  <a:custGeom>
                    <a:rect b="b" l="l" r="r" t="t"/>
                    <a:pathLst>
                      <a:path extrusionOk="0" h="344" w="361">
                        <a:moveTo>
                          <a:pt x="108" y="0"/>
                        </a:moveTo>
                        <a:cubicBezTo>
                          <a:pt x="92" y="4"/>
                          <a:pt x="74" y="8"/>
                          <a:pt x="57" y="17"/>
                        </a:cubicBezTo>
                        <a:cubicBezTo>
                          <a:pt x="14" y="35"/>
                          <a:pt x="0" y="86"/>
                          <a:pt x="23" y="127"/>
                        </a:cubicBezTo>
                        <a:cubicBezTo>
                          <a:pt x="61" y="195"/>
                          <a:pt x="133" y="303"/>
                          <a:pt x="217" y="344"/>
                        </a:cubicBezTo>
                        <a:cubicBezTo>
                          <a:pt x="270" y="328"/>
                          <a:pt x="311" y="254"/>
                          <a:pt x="340" y="195"/>
                        </a:cubicBezTo>
                        <a:cubicBezTo>
                          <a:pt x="360" y="152"/>
                          <a:pt x="338" y="100"/>
                          <a:pt x="297" y="80"/>
                        </a:cubicBezTo>
                        <a:cubicBezTo>
                          <a:pt x="256" y="66"/>
                          <a:pt x="201" y="41"/>
                          <a:pt x="147" y="14"/>
                        </a:cubicBezTo>
                        <a:cubicBezTo>
                          <a:pt x="135" y="8"/>
                          <a:pt x="123" y="4"/>
                          <a:pt x="1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7"/>
                  <p:cNvSpPr/>
                  <p:nvPr/>
                </p:nvSpPr>
                <p:spPr>
                  <a:xfrm>
                    <a:off x="5031197" y="4030324"/>
                    <a:ext cx="9528" cy="5947"/>
                  </a:xfrm>
                  <a:custGeom>
                    <a:rect b="b" l="l" r="r" t="t"/>
                    <a:pathLst>
                      <a:path extrusionOk="0" h="98" w="157">
                        <a:moveTo>
                          <a:pt x="1" y="0"/>
                        </a:moveTo>
                        <a:lnTo>
                          <a:pt x="1" y="0"/>
                        </a:lnTo>
                        <a:cubicBezTo>
                          <a:pt x="17" y="74"/>
                          <a:pt x="56" y="97"/>
                          <a:pt x="91" y="97"/>
                        </a:cubicBezTo>
                        <a:cubicBezTo>
                          <a:pt x="126" y="97"/>
                          <a:pt x="157" y="72"/>
                          <a:pt x="148" y="50"/>
                        </a:cubicBezTo>
                        <a:cubicBezTo>
                          <a:pt x="134" y="7"/>
                          <a:pt x="1" y="0"/>
                          <a:pt x="1"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7"/>
                  <p:cNvSpPr/>
                  <p:nvPr/>
                </p:nvSpPr>
                <p:spPr>
                  <a:xfrm>
                    <a:off x="4820245" y="3891712"/>
                    <a:ext cx="39811" cy="39993"/>
                  </a:xfrm>
                  <a:custGeom>
                    <a:rect b="b" l="l" r="r" t="t"/>
                    <a:pathLst>
                      <a:path extrusionOk="0" h="659" w="656">
                        <a:moveTo>
                          <a:pt x="184" y="1"/>
                        </a:moveTo>
                        <a:cubicBezTo>
                          <a:pt x="182" y="1"/>
                          <a:pt x="179" y="1"/>
                          <a:pt x="177" y="1"/>
                        </a:cubicBezTo>
                        <a:cubicBezTo>
                          <a:pt x="64" y="9"/>
                          <a:pt x="1" y="282"/>
                          <a:pt x="179" y="472"/>
                        </a:cubicBezTo>
                        <a:cubicBezTo>
                          <a:pt x="255" y="554"/>
                          <a:pt x="359" y="564"/>
                          <a:pt x="502" y="640"/>
                        </a:cubicBezTo>
                        <a:cubicBezTo>
                          <a:pt x="504" y="640"/>
                          <a:pt x="510" y="644"/>
                          <a:pt x="512" y="646"/>
                        </a:cubicBezTo>
                        <a:cubicBezTo>
                          <a:pt x="531" y="655"/>
                          <a:pt x="548" y="659"/>
                          <a:pt x="562" y="659"/>
                        </a:cubicBezTo>
                        <a:cubicBezTo>
                          <a:pt x="648" y="659"/>
                          <a:pt x="656" y="512"/>
                          <a:pt x="645" y="445"/>
                        </a:cubicBezTo>
                        <a:cubicBezTo>
                          <a:pt x="633" y="367"/>
                          <a:pt x="375" y="106"/>
                          <a:pt x="230" y="16"/>
                        </a:cubicBezTo>
                        <a:cubicBezTo>
                          <a:pt x="216" y="7"/>
                          <a:pt x="200" y="1"/>
                          <a:pt x="184"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7"/>
                  <p:cNvSpPr/>
                  <p:nvPr/>
                </p:nvSpPr>
                <p:spPr>
                  <a:xfrm>
                    <a:off x="4820245" y="3891773"/>
                    <a:ext cx="36837" cy="39143"/>
                  </a:xfrm>
                  <a:custGeom>
                    <a:rect b="b" l="l" r="r" t="t"/>
                    <a:pathLst>
                      <a:path extrusionOk="0" h="645" w="607">
                        <a:moveTo>
                          <a:pt x="177" y="0"/>
                        </a:moveTo>
                        <a:lnTo>
                          <a:pt x="177" y="0"/>
                        </a:lnTo>
                        <a:cubicBezTo>
                          <a:pt x="64" y="8"/>
                          <a:pt x="1" y="281"/>
                          <a:pt x="179" y="471"/>
                        </a:cubicBezTo>
                        <a:cubicBezTo>
                          <a:pt x="255" y="553"/>
                          <a:pt x="359" y="563"/>
                          <a:pt x="502" y="639"/>
                        </a:cubicBezTo>
                        <a:cubicBezTo>
                          <a:pt x="504" y="639"/>
                          <a:pt x="510" y="643"/>
                          <a:pt x="512" y="645"/>
                        </a:cubicBezTo>
                        <a:cubicBezTo>
                          <a:pt x="513" y="645"/>
                          <a:pt x="514" y="645"/>
                          <a:pt x="514" y="645"/>
                        </a:cubicBezTo>
                        <a:cubicBezTo>
                          <a:pt x="600" y="645"/>
                          <a:pt x="606" y="497"/>
                          <a:pt x="596" y="432"/>
                        </a:cubicBezTo>
                        <a:cubicBezTo>
                          <a:pt x="584" y="352"/>
                          <a:pt x="326" y="92"/>
                          <a:pt x="183" y="2"/>
                        </a:cubicBezTo>
                        <a:cubicBezTo>
                          <a:pt x="179" y="2"/>
                          <a:pt x="179" y="0"/>
                          <a:pt x="1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7"/>
                  <p:cNvSpPr/>
                  <p:nvPr/>
                </p:nvSpPr>
                <p:spPr>
                  <a:xfrm>
                    <a:off x="4826374" y="3896688"/>
                    <a:ext cx="23304" cy="18510"/>
                  </a:xfrm>
                  <a:custGeom>
                    <a:rect b="b" l="l" r="r" t="t"/>
                    <a:pathLst>
                      <a:path extrusionOk="0" h="305" w="384">
                        <a:moveTo>
                          <a:pt x="68" y="1"/>
                        </a:moveTo>
                        <a:cubicBezTo>
                          <a:pt x="21" y="1"/>
                          <a:pt x="0" y="36"/>
                          <a:pt x="0" y="36"/>
                        </a:cubicBezTo>
                        <a:cubicBezTo>
                          <a:pt x="86" y="123"/>
                          <a:pt x="312" y="305"/>
                          <a:pt x="363" y="305"/>
                        </a:cubicBezTo>
                        <a:cubicBezTo>
                          <a:pt x="384" y="305"/>
                          <a:pt x="374" y="272"/>
                          <a:pt x="307" y="185"/>
                        </a:cubicBezTo>
                        <a:cubicBezTo>
                          <a:pt x="194" y="37"/>
                          <a:pt x="117" y="1"/>
                          <a:pt x="68"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7"/>
                  <p:cNvSpPr/>
                  <p:nvPr/>
                </p:nvSpPr>
                <p:spPr>
                  <a:xfrm>
                    <a:off x="4867218" y="3964841"/>
                    <a:ext cx="25246" cy="21423"/>
                  </a:xfrm>
                  <a:custGeom>
                    <a:rect b="b" l="l" r="r" t="t"/>
                    <a:pathLst>
                      <a:path extrusionOk="0" h="353" w="416">
                        <a:moveTo>
                          <a:pt x="131" y="1"/>
                        </a:moveTo>
                        <a:cubicBezTo>
                          <a:pt x="123" y="1"/>
                          <a:pt x="116" y="2"/>
                          <a:pt x="109" y="3"/>
                        </a:cubicBezTo>
                        <a:cubicBezTo>
                          <a:pt x="92" y="5"/>
                          <a:pt x="74" y="9"/>
                          <a:pt x="57" y="18"/>
                        </a:cubicBezTo>
                        <a:cubicBezTo>
                          <a:pt x="15" y="36"/>
                          <a:pt x="0" y="87"/>
                          <a:pt x="23" y="128"/>
                        </a:cubicBezTo>
                        <a:cubicBezTo>
                          <a:pt x="62" y="194"/>
                          <a:pt x="133" y="302"/>
                          <a:pt x="215" y="343"/>
                        </a:cubicBezTo>
                        <a:cubicBezTo>
                          <a:pt x="217" y="343"/>
                          <a:pt x="217" y="345"/>
                          <a:pt x="219" y="345"/>
                        </a:cubicBezTo>
                        <a:cubicBezTo>
                          <a:pt x="231" y="350"/>
                          <a:pt x="242" y="353"/>
                          <a:pt x="253" y="353"/>
                        </a:cubicBezTo>
                        <a:cubicBezTo>
                          <a:pt x="316" y="353"/>
                          <a:pt x="365" y="270"/>
                          <a:pt x="395" y="202"/>
                        </a:cubicBezTo>
                        <a:cubicBezTo>
                          <a:pt x="416" y="159"/>
                          <a:pt x="395" y="108"/>
                          <a:pt x="350" y="87"/>
                        </a:cubicBezTo>
                        <a:cubicBezTo>
                          <a:pt x="307" y="69"/>
                          <a:pt x="256" y="46"/>
                          <a:pt x="201" y="20"/>
                        </a:cubicBezTo>
                        <a:cubicBezTo>
                          <a:pt x="176" y="8"/>
                          <a:pt x="153" y="1"/>
                          <a:pt x="131"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7"/>
                  <p:cNvSpPr/>
                  <p:nvPr/>
                </p:nvSpPr>
                <p:spPr>
                  <a:xfrm>
                    <a:off x="4867096" y="3965023"/>
                    <a:ext cx="22030" cy="20755"/>
                  </a:xfrm>
                  <a:custGeom>
                    <a:rect b="b" l="l" r="r" t="t"/>
                    <a:pathLst>
                      <a:path extrusionOk="0" h="342" w="363">
                        <a:moveTo>
                          <a:pt x="111" y="0"/>
                        </a:moveTo>
                        <a:cubicBezTo>
                          <a:pt x="92" y="2"/>
                          <a:pt x="76" y="6"/>
                          <a:pt x="59" y="15"/>
                        </a:cubicBezTo>
                        <a:cubicBezTo>
                          <a:pt x="17" y="33"/>
                          <a:pt x="0" y="84"/>
                          <a:pt x="25" y="125"/>
                        </a:cubicBezTo>
                        <a:cubicBezTo>
                          <a:pt x="62" y="195"/>
                          <a:pt x="133" y="301"/>
                          <a:pt x="219" y="342"/>
                        </a:cubicBezTo>
                        <a:cubicBezTo>
                          <a:pt x="272" y="328"/>
                          <a:pt x="313" y="254"/>
                          <a:pt x="342" y="195"/>
                        </a:cubicBezTo>
                        <a:cubicBezTo>
                          <a:pt x="362" y="152"/>
                          <a:pt x="342" y="101"/>
                          <a:pt x="297" y="80"/>
                        </a:cubicBezTo>
                        <a:cubicBezTo>
                          <a:pt x="256" y="64"/>
                          <a:pt x="203" y="41"/>
                          <a:pt x="150" y="13"/>
                        </a:cubicBezTo>
                        <a:cubicBezTo>
                          <a:pt x="137" y="9"/>
                          <a:pt x="123" y="2"/>
                          <a:pt x="1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7"/>
                  <p:cNvSpPr/>
                  <p:nvPr/>
                </p:nvSpPr>
                <p:spPr>
                  <a:xfrm>
                    <a:off x="4872315" y="3968483"/>
                    <a:ext cx="9467" cy="6069"/>
                  </a:xfrm>
                  <a:custGeom>
                    <a:rect b="b" l="l" r="r" t="t"/>
                    <a:pathLst>
                      <a:path extrusionOk="0" h="100" w="156">
                        <a:moveTo>
                          <a:pt x="0" y="1"/>
                        </a:moveTo>
                        <a:lnTo>
                          <a:pt x="0" y="1"/>
                        </a:lnTo>
                        <a:cubicBezTo>
                          <a:pt x="16" y="75"/>
                          <a:pt x="56" y="100"/>
                          <a:pt x="91" y="100"/>
                        </a:cubicBezTo>
                        <a:cubicBezTo>
                          <a:pt x="126" y="100"/>
                          <a:pt x="156" y="74"/>
                          <a:pt x="147" y="50"/>
                        </a:cubicBezTo>
                        <a:cubicBezTo>
                          <a:pt x="133" y="7"/>
                          <a:pt x="0" y="1"/>
                          <a:pt x="0"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7"/>
                  <p:cNvSpPr/>
                  <p:nvPr/>
                </p:nvSpPr>
                <p:spPr>
                  <a:xfrm>
                    <a:off x="5015054" y="3911739"/>
                    <a:ext cx="40479" cy="39083"/>
                  </a:xfrm>
                  <a:custGeom>
                    <a:rect b="b" l="l" r="r" t="t"/>
                    <a:pathLst>
                      <a:path extrusionOk="0" h="644" w="667">
                        <a:moveTo>
                          <a:pt x="113" y="0"/>
                        </a:moveTo>
                        <a:cubicBezTo>
                          <a:pt x="110" y="0"/>
                          <a:pt x="107" y="0"/>
                          <a:pt x="103" y="1"/>
                        </a:cubicBezTo>
                        <a:cubicBezTo>
                          <a:pt x="52" y="5"/>
                          <a:pt x="13" y="50"/>
                          <a:pt x="1" y="142"/>
                        </a:cubicBezTo>
                        <a:cubicBezTo>
                          <a:pt x="1" y="142"/>
                          <a:pt x="134" y="600"/>
                          <a:pt x="343" y="641"/>
                        </a:cubicBezTo>
                        <a:cubicBezTo>
                          <a:pt x="352" y="643"/>
                          <a:pt x="362" y="644"/>
                          <a:pt x="372" y="644"/>
                        </a:cubicBezTo>
                        <a:cubicBezTo>
                          <a:pt x="398" y="644"/>
                          <a:pt x="425" y="637"/>
                          <a:pt x="453" y="623"/>
                        </a:cubicBezTo>
                        <a:cubicBezTo>
                          <a:pt x="666" y="510"/>
                          <a:pt x="310" y="0"/>
                          <a:pt x="113"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7"/>
                  <p:cNvSpPr/>
                  <p:nvPr/>
                </p:nvSpPr>
                <p:spPr>
                  <a:xfrm>
                    <a:off x="5015054" y="3911739"/>
                    <a:ext cx="37444" cy="38901"/>
                  </a:xfrm>
                  <a:custGeom>
                    <a:rect b="b" l="l" r="r" t="t"/>
                    <a:pathLst>
                      <a:path extrusionOk="0" h="641" w="617">
                        <a:moveTo>
                          <a:pt x="103" y="1"/>
                        </a:moveTo>
                        <a:cubicBezTo>
                          <a:pt x="52" y="7"/>
                          <a:pt x="13" y="50"/>
                          <a:pt x="1" y="142"/>
                        </a:cubicBezTo>
                        <a:cubicBezTo>
                          <a:pt x="1" y="142"/>
                          <a:pt x="134" y="600"/>
                          <a:pt x="343" y="641"/>
                        </a:cubicBezTo>
                        <a:cubicBezTo>
                          <a:pt x="367" y="641"/>
                          <a:pt x="390" y="633"/>
                          <a:pt x="414" y="621"/>
                        </a:cubicBezTo>
                        <a:cubicBezTo>
                          <a:pt x="617" y="512"/>
                          <a:pt x="302" y="44"/>
                          <a:pt x="1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7"/>
                  <p:cNvSpPr/>
                  <p:nvPr/>
                </p:nvSpPr>
                <p:spPr>
                  <a:xfrm>
                    <a:off x="5017300" y="3915684"/>
                    <a:ext cx="21908" cy="18085"/>
                  </a:xfrm>
                  <a:custGeom>
                    <a:rect b="b" l="l" r="r" t="t"/>
                    <a:pathLst>
                      <a:path extrusionOk="0" h="298" w="361">
                        <a:moveTo>
                          <a:pt x="73" y="1"/>
                        </a:moveTo>
                        <a:cubicBezTo>
                          <a:pt x="48" y="1"/>
                          <a:pt x="33" y="7"/>
                          <a:pt x="33" y="7"/>
                        </a:cubicBezTo>
                        <a:cubicBezTo>
                          <a:pt x="0" y="96"/>
                          <a:pt x="249" y="297"/>
                          <a:pt x="327" y="297"/>
                        </a:cubicBezTo>
                        <a:cubicBezTo>
                          <a:pt x="355" y="297"/>
                          <a:pt x="361" y="270"/>
                          <a:pt x="322" y="202"/>
                        </a:cubicBezTo>
                        <a:cubicBezTo>
                          <a:pt x="221" y="29"/>
                          <a:pt x="125" y="1"/>
                          <a:pt x="73"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7"/>
                  <p:cNvSpPr/>
                  <p:nvPr/>
                </p:nvSpPr>
                <p:spPr>
                  <a:xfrm>
                    <a:off x="5098986" y="3946574"/>
                    <a:ext cx="18085" cy="24093"/>
                  </a:xfrm>
                  <a:custGeom>
                    <a:rect b="b" l="l" r="r" t="t"/>
                    <a:pathLst>
                      <a:path extrusionOk="0" h="397" w="298">
                        <a:moveTo>
                          <a:pt x="178" y="1"/>
                        </a:moveTo>
                        <a:cubicBezTo>
                          <a:pt x="173" y="1"/>
                          <a:pt x="169" y="1"/>
                          <a:pt x="165" y="2"/>
                        </a:cubicBezTo>
                        <a:cubicBezTo>
                          <a:pt x="142" y="8"/>
                          <a:pt x="120" y="20"/>
                          <a:pt x="103" y="42"/>
                        </a:cubicBezTo>
                        <a:cubicBezTo>
                          <a:pt x="60" y="110"/>
                          <a:pt x="7" y="206"/>
                          <a:pt x="3" y="294"/>
                        </a:cubicBezTo>
                        <a:cubicBezTo>
                          <a:pt x="1" y="374"/>
                          <a:pt x="95" y="394"/>
                          <a:pt x="181" y="396"/>
                        </a:cubicBezTo>
                        <a:lnTo>
                          <a:pt x="222" y="396"/>
                        </a:lnTo>
                        <a:cubicBezTo>
                          <a:pt x="265" y="394"/>
                          <a:pt x="298" y="358"/>
                          <a:pt x="296" y="315"/>
                        </a:cubicBezTo>
                        <a:cubicBezTo>
                          <a:pt x="289" y="265"/>
                          <a:pt x="289" y="206"/>
                          <a:pt x="289" y="141"/>
                        </a:cubicBezTo>
                        <a:cubicBezTo>
                          <a:pt x="289" y="94"/>
                          <a:pt x="269" y="59"/>
                          <a:pt x="248" y="32"/>
                        </a:cubicBezTo>
                        <a:cubicBezTo>
                          <a:pt x="231" y="11"/>
                          <a:pt x="204" y="1"/>
                          <a:pt x="178"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7"/>
                  <p:cNvSpPr/>
                  <p:nvPr/>
                </p:nvSpPr>
                <p:spPr>
                  <a:xfrm>
                    <a:off x="5098986" y="3946635"/>
                    <a:ext cx="16082" cy="24032"/>
                  </a:xfrm>
                  <a:custGeom>
                    <a:rect b="b" l="l" r="r" t="t"/>
                    <a:pathLst>
                      <a:path extrusionOk="0" h="396" w="265">
                        <a:moveTo>
                          <a:pt x="165" y="1"/>
                        </a:moveTo>
                        <a:cubicBezTo>
                          <a:pt x="142" y="7"/>
                          <a:pt x="120" y="19"/>
                          <a:pt x="103" y="41"/>
                        </a:cubicBezTo>
                        <a:cubicBezTo>
                          <a:pt x="60" y="109"/>
                          <a:pt x="7" y="205"/>
                          <a:pt x="3" y="293"/>
                        </a:cubicBezTo>
                        <a:cubicBezTo>
                          <a:pt x="1" y="373"/>
                          <a:pt x="95" y="393"/>
                          <a:pt x="181" y="395"/>
                        </a:cubicBezTo>
                        <a:lnTo>
                          <a:pt x="187" y="395"/>
                        </a:lnTo>
                        <a:cubicBezTo>
                          <a:pt x="232" y="393"/>
                          <a:pt x="265" y="357"/>
                          <a:pt x="263" y="314"/>
                        </a:cubicBezTo>
                        <a:cubicBezTo>
                          <a:pt x="259" y="264"/>
                          <a:pt x="257" y="205"/>
                          <a:pt x="257" y="140"/>
                        </a:cubicBezTo>
                        <a:cubicBezTo>
                          <a:pt x="257" y="93"/>
                          <a:pt x="238" y="58"/>
                          <a:pt x="216" y="31"/>
                        </a:cubicBezTo>
                        <a:cubicBezTo>
                          <a:pt x="203" y="15"/>
                          <a:pt x="185" y="7"/>
                          <a:pt x="16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7"/>
                  <p:cNvSpPr/>
                  <p:nvPr/>
                </p:nvSpPr>
                <p:spPr>
                  <a:xfrm>
                    <a:off x="5104630" y="3949305"/>
                    <a:ext cx="9346" cy="7161"/>
                  </a:xfrm>
                  <a:custGeom>
                    <a:rect b="b" l="l" r="r" t="t"/>
                    <a:pathLst>
                      <a:path extrusionOk="0" h="118" w="154">
                        <a:moveTo>
                          <a:pt x="60" y="1"/>
                        </a:moveTo>
                        <a:cubicBezTo>
                          <a:pt x="35" y="1"/>
                          <a:pt x="18" y="31"/>
                          <a:pt x="8" y="57"/>
                        </a:cubicBezTo>
                        <a:cubicBezTo>
                          <a:pt x="0" y="75"/>
                          <a:pt x="8" y="96"/>
                          <a:pt x="29" y="104"/>
                        </a:cubicBezTo>
                        <a:cubicBezTo>
                          <a:pt x="53" y="113"/>
                          <a:pt x="75" y="117"/>
                          <a:pt x="92" y="117"/>
                        </a:cubicBezTo>
                        <a:cubicBezTo>
                          <a:pt x="136" y="117"/>
                          <a:pt x="153" y="89"/>
                          <a:pt x="106" y="32"/>
                        </a:cubicBezTo>
                        <a:cubicBezTo>
                          <a:pt x="89" y="9"/>
                          <a:pt x="73" y="1"/>
                          <a:pt x="60"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 name="Google Shape;1550;p37"/>
                <p:cNvGrpSpPr/>
                <p:nvPr/>
              </p:nvGrpSpPr>
              <p:grpSpPr>
                <a:xfrm>
                  <a:off x="3654980" y="3226402"/>
                  <a:ext cx="932768" cy="576827"/>
                  <a:chOff x="3654980" y="3226402"/>
                  <a:chExt cx="932768" cy="576827"/>
                </a:xfrm>
              </p:grpSpPr>
              <p:sp>
                <p:nvSpPr>
                  <p:cNvPr id="1551" name="Google Shape;1551;p37"/>
                  <p:cNvSpPr/>
                  <p:nvPr/>
                </p:nvSpPr>
                <p:spPr>
                  <a:xfrm>
                    <a:off x="4190604" y="3586572"/>
                    <a:ext cx="39811" cy="39811"/>
                  </a:xfrm>
                  <a:custGeom>
                    <a:rect b="b" l="l" r="r" t="t"/>
                    <a:pathLst>
                      <a:path extrusionOk="0" h="656" w="656">
                        <a:moveTo>
                          <a:pt x="183" y="0"/>
                        </a:moveTo>
                        <a:cubicBezTo>
                          <a:pt x="181" y="0"/>
                          <a:pt x="179" y="0"/>
                          <a:pt x="177" y="0"/>
                        </a:cubicBezTo>
                        <a:cubicBezTo>
                          <a:pt x="64" y="6"/>
                          <a:pt x="1" y="281"/>
                          <a:pt x="179" y="469"/>
                        </a:cubicBezTo>
                        <a:cubicBezTo>
                          <a:pt x="255" y="551"/>
                          <a:pt x="359" y="561"/>
                          <a:pt x="502" y="639"/>
                        </a:cubicBezTo>
                        <a:cubicBezTo>
                          <a:pt x="504" y="641"/>
                          <a:pt x="510" y="641"/>
                          <a:pt x="512" y="643"/>
                        </a:cubicBezTo>
                        <a:cubicBezTo>
                          <a:pt x="531" y="652"/>
                          <a:pt x="548" y="656"/>
                          <a:pt x="562" y="656"/>
                        </a:cubicBezTo>
                        <a:cubicBezTo>
                          <a:pt x="648" y="656"/>
                          <a:pt x="656" y="510"/>
                          <a:pt x="645" y="446"/>
                        </a:cubicBezTo>
                        <a:cubicBezTo>
                          <a:pt x="631" y="367"/>
                          <a:pt x="373" y="105"/>
                          <a:pt x="230" y="17"/>
                        </a:cubicBezTo>
                        <a:cubicBezTo>
                          <a:pt x="215" y="8"/>
                          <a:pt x="199" y="0"/>
                          <a:pt x="183"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7"/>
                  <p:cNvSpPr/>
                  <p:nvPr/>
                </p:nvSpPr>
                <p:spPr>
                  <a:xfrm>
                    <a:off x="4190604" y="3586572"/>
                    <a:ext cx="36959" cy="39022"/>
                  </a:xfrm>
                  <a:custGeom>
                    <a:rect b="b" l="l" r="r" t="t"/>
                    <a:pathLst>
                      <a:path extrusionOk="0" h="643" w="609">
                        <a:moveTo>
                          <a:pt x="177" y="0"/>
                        </a:moveTo>
                        <a:cubicBezTo>
                          <a:pt x="64" y="6"/>
                          <a:pt x="1" y="281"/>
                          <a:pt x="179" y="469"/>
                        </a:cubicBezTo>
                        <a:cubicBezTo>
                          <a:pt x="255" y="551"/>
                          <a:pt x="359" y="561"/>
                          <a:pt x="502" y="639"/>
                        </a:cubicBezTo>
                        <a:cubicBezTo>
                          <a:pt x="504" y="641"/>
                          <a:pt x="510" y="641"/>
                          <a:pt x="512" y="643"/>
                        </a:cubicBezTo>
                        <a:cubicBezTo>
                          <a:pt x="513" y="643"/>
                          <a:pt x="514" y="643"/>
                          <a:pt x="514" y="643"/>
                        </a:cubicBezTo>
                        <a:cubicBezTo>
                          <a:pt x="603" y="643"/>
                          <a:pt x="609" y="497"/>
                          <a:pt x="596" y="434"/>
                        </a:cubicBezTo>
                        <a:cubicBezTo>
                          <a:pt x="584" y="354"/>
                          <a:pt x="324" y="92"/>
                          <a:pt x="183" y="2"/>
                        </a:cubicBezTo>
                        <a:cubicBezTo>
                          <a:pt x="179" y="2"/>
                          <a:pt x="179" y="0"/>
                          <a:pt x="1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7"/>
                  <p:cNvSpPr/>
                  <p:nvPr/>
                </p:nvSpPr>
                <p:spPr>
                  <a:xfrm>
                    <a:off x="4196855" y="3591487"/>
                    <a:ext cx="23365" cy="18510"/>
                  </a:xfrm>
                  <a:custGeom>
                    <a:rect b="b" l="l" r="r" t="t"/>
                    <a:pathLst>
                      <a:path extrusionOk="0" h="305" w="385">
                        <a:moveTo>
                          <a:pt x="69" y="1"/>
                        </a:moveTo>
                        <a:cubicBezTo>
                          <a:pt x="21" y="1"/>
                          <a:pt x="0" y="36"/>
                          <a:pt x="0" y="36"/>
                        </a:cubicBezTo>
                        <a:cubicBezTo>
                          <a:pt x="86" y="123"/>
                          <a:pt x="312" y="304"/>
                          <a:pt x="362" y="304"/>
                        </a:cubicBezTo>
                        <a:cubicBezTo>
                          <a:pt x="384" y="304"/>
                          <a:pt x="374" y="271"/>
                          <a:pt x="307" y="183"/>
                        </a:cubicBezTo>
                        <a:cubicBezTo>
                          <a:pt x="195" y="37"/>
                          <a:pt x="118" y="1"/>
                          <a:pt x="69"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7"/>
                  <p:cNvSpPr/>
                  <p:nvPr/>
                </p:nvSpPr>
                <p:spPr>
                  <a:xfrm>
                    <a:off x="4096780" y="3508284"/>
                    <a:ext cx="40418" cy="39022"/>
                  </a:xfrm>
                  <a:custGeom>
                    <a:rect b="b" l="l" r="r" t="t"/>
                    <a:pathLst>
                      <a:path extrusionOk="0" h="643" w="666">
                        <a:moveTo>
                          <a:pt x="110" y="1"/>
                        </a:moveTo>
                        <a:cubicBezTo>
                          <a:pt x="106" y="1"/>
                          <a:pt x="102" y="1"/>
                          <a:pt x="98" y="1"/>
                        </a:cubicBezTo>
                        <a:cubicBezTo>
                          <a:pt x="51" y="3"/>
                          <a:pt x="13" y="48"/>
                          <a:pt x="0" y="141"/>
                        </a:cubicBezTo>
                        <a:cubicBezTo>
                          <a:pt x="0" y="141"/>
                          <a:pt x="133" y="599"/>
                          <a:pt x="342" y="640"/>
                        </a:cubicBezTo>
                        <a:cubicBezTo>
                          <a:pt x="351" y="641"/>
                          <a:pt x="361" y="642"/>
                          <a:pt x="370" y="642"/>
                        </a:cubicBezTo>
                        <a:cubicBezTo>
                          <a:pt x="396" y="642"/>
                          <a:pt x="424" y="636"/>
                          <a:pt x="452" y="621"/>
                        </a:cubicBezTo>
                        <a:cubicBezTo>
                          <a:pt x="665" y="509"/>
                          <a:pt x="311" y="1"/>
                          <a:pt x="110"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7"/>
                  <p:cNvSpPr/>
                  <p:nvPr/>
                </p:nvSpPr>
                <p:spPr>
                  <a:xfrm>
                    <a:off x="4096780" y="3508344"/>
                    <a:ext cx="37444" cy="38779"/>
                  </a:xfrm>
                  <a:custGeom>
                    <a:rect b="b" l="l" r="r" t="t"/>
                    <a:pathLst>
                      <a:path extrusionOk="0" h="639" w="617">
                        <a:moveTo>
                          <a:pt x="98" y="0"/>
                        </a:moveTo>
                        <a:cubicBezTo>
                          <a:pt x="51" y="5"/>
                          <a:pt x="13" y="47"/>
                          <a:pt x="0" y="140"/>
                        </a:cubicBezTo>
                        <a:cubicBezTo>
                          <a:pt x="0" y="140"/>
                          <a:pt x="133" y="598"/>
                          <a:pt x="342" y="639"/>
                        </a:cubicBezTo>
                        <a:cubicBezTo>
                          <a:pt x="364" y="639"/>
                          <a:pt x="389" y="631"/>
                          <a:pt x="414" y="618"/>
                        </a:cubicBezTo>
                        <a:cubicBezTo>
                          <a:pt x="616" y="510"/>
                          <a:pt x="303" y="45"/>
                          <a:pt x="9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7"/>
                  <p:cNvSpPr/>
                  <p:nvPr/>
                </p:nvSpPr>
                <p:spPr>
                  <a:xfrm>
                    <a:off x="4197705" y="3526612"/>
                    <a:ext cx="27856" cy="18146"/>
                  </a:xfrm>
                  <a:custGeom>
                    <a:rect b="b" l="l" r="r" t="t"/>
                    <a:pathLst>
                      <a:path extrusionOk="0" h="299" w="459">
                        <a:moveTo>
                          <a:pt x="142" y="0"/>
                        </a:moveTo>
                        <a:cubicBezTo>
                          <a:pt x="1" y="0"/>
                          <a:pt x="52" y="299"/>
                          <a:pt x="52" y="299"/>
                        </a:cubicBezTo>
                        <a:cubicBezTo>
                          <a:pt x="52" y="299"/>
                          <a:pt x="168" y="287"/>
                          <a:pt x="295" y="287"/>
                        </a:cubicBezTo>
                        <a:cubicBezTo>
                          <a:pt x="369" y="287"/>
                          <a:pt x="414" y="242"/>
                          <a:pt x="438" y="205"/>
                        </a:cubicBezTo>
                        <a:cubicBezTo>
                          <a:pt x="459" y="174"/>
                          <a:pt x="449" y="135"/>
                          <a:pt x="420" y="115"/>
                        </a:cubicBezTo>
                        <a:cubicBezTo>
                          <a:pt x="359" y="72"/>
                          <a:pt x="242" y="0"/>
                          <a:pt x="142"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7"/>
                  <p:cNvSpPr/>
                  <p:nvPr/>
                </p:nvSpPr>
                <p:spPr>
                  <a:xfrm>
                    <a:off x="4193639" y="3526490"/>
                    <a:ext cx="28341" cy="18388"/>
                  </a:xfrm>
                  <a:custGeom>
                    <a:rect b="b" l="l" r="r" t="t"/>
                    <a:pathLst>
                      <a:path extrusionOk="0" h="303" w="467">
                        <a:moveTo>
                          <a:pt x="218" y="1"/>
                        </a:moveTo>
                        <a:cubicBezTo>
                          <a:pt x="208" y="1"/>
                          <a:pt x="197" y="2"/>
                          <a:pt x="186" y="4"/>
                        </a:cubicBezTo>
                        <a:cubicBezTo>
                          <a:pt x="158" y="12"/>
                          <a:pt x="106" y="47"/>
                          <a:pt x="68" y="76"/>
                        </a:cubicBezTo>
                        <a:cubicBezTo>
                          <a:pt x="21" y="115"/>
                          <a:pt x="0" y="178"/>
                          <a:pt x="23" y="233"/>
                        </a:cubicBezTo>
                        <a:cubicBezTo>
                          <a:pt x="46" y="288"/>
                          <a:pt x="97" y="303"/>
                          <a:pt x="151" y="303"/>
                        </a:cubicBezTo>
                        <a:cubicBezTo>
                          <a:pt x="212" y="303"/>
                          <a:pt x="276" y="285"/>
                          <a:pt x="307" y="285"/>
                        </a:cubicBezTo>
                        <a:cubicBezTo>
                          <a:pt x="383" y="285"/>
                          <a:pt x="430" y="237"/>
                          <a:pt x="452" y="199"/>
                        </a:cubicBezTo>
                        <a:cubicBezTo>
                          <a:pt x="467" y="172"/>
                          <a:pt x="464" y="139"/>
                          <a:pt x="442" y="117"/>
                        </a:cubicBezTo>
                        <a:cubicBezTo>
                          <a:pt x="395" y="73"/>
                          <a:pt x="304" y="1"/>
                          <a:pt x="2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7"/>
                  <p:cNvSpPr/>
                  <p:nvPr/>
                </p:nvSpPr>
                <p:spPr>
                  <a:xfrm>
                    <a:off x="4196855" y="3529585"/>
                    <a:ext cx="22030" cy="8254"/>
                  </a:xfrm>
                  <a:custGeom>
                    <a:rect b="b" l="l" r="r" t="t"/>
                    <a:pathLst>
                      <a:path extrusionOk="0" h="136" w="363">
                        <a:moveTo>
                          <a:pt x="152" y="1"/>
                        </a:moveTo>
                        <a:cubicBezTo>
                          <a:pt x="95" y="1"/>
                          <a:pt x="29" y="83"/>
                          <a:pt x="2" y="121"/>
                        </a:cubicBezTo>
                        <a:cubicBezTo>
                          <a:pt x="0" y="128"/>
                          <a:pt x="4" y="136"/>
                          <a:pt x="10" y="136"/>
                        </a:cubicBezTo>
                        <a:cubicBezTo>
                          <a:pt x="11" y="136"/>
                          <a:pt x="12" y="136"/>
                          <a:pt x="13" y="135"/>
                        </a:cubicBezTo>
                        <a:cubicBezTo>
                          <a:pt x="362" y="21"/>
                          <a:pt x="256" y="47"/>
                          <a:pt x="176" y="6"/>
                        </a:cubicBezTo>
                        <a:cubicBezTo>
                          <a:pt x="168" y="3"/>
                          <a:pt x="160" y="1"/>
                          <a:pt x="152"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7"/>
                  <p:cNvSpPr/>
                  <p:nvPr/>
                </p:nvSpPr>
                <p:spPr>
                  <a:xfrm>
                    <a:off x="4007265" y="3473752"/>
                    <a:ext cx="25610" cy="21241"/>
                  </a:xfrm>
                  <a:custGeom>
                    <a:rect b="b" l="l" r="r" t="t"/>
                    <a:pathLst>
                      <a:path extrusionOk="0" h="350" w="422">
                        <a:moveTo>
                          <a:pt x="143" y="0"/>
                        </a:moveTo>
                        <a:cubicBezTo>
                          <a:pt x="60" y="0"/>
                          <a:pt x="1" y="98"/>
                          <a:pt x="49" y="174"/>
                        </a:cubicBezTo>
                        <a:cubicBezTo>
                          <a:pt x="86" y="229"/>
                          <a:pt x="131" y="288"/>
                          <a:pt x="182" y="323"/>
                        </a:cubicBezTo>
                        <a:cubicBezTo>
                          <a:pt x="192" y="331"/>
                          <a:pt x="203" y="335"/>
                          <a:pt x="213" y="341"/>
                        </a:cubicBezTo>
                        <a:cubicBezTo>
                          <a:pt x="225" y="347"/>
                          <a:pt x="238" y="350"/>
                          <a:pt x="249" y="350"/>
                        </a:cubicBezTo>
                        <a:cubicBezTo>
                          <a:pt x="326" y="350"/>
                          <a:pt x="381" y="233"/>
                          <a:pt x="411" y="163"/>
                        </a:cubicBezTo>
                        <a:cubicBezTo>
                          <a:pt x="422" y="139"/>
                          <a:pt x="407" y="106"/>
                          <a:pt x="381" y="96"/>
                        </a:cubicBezTo>
                        <a:cubicBezTo>
                          <a:pt x="377" y="94"/>
                          <a:pt x="375" y="94"/>
                          <a:pt x="372" y="92"/>
                        </a:cubicBezTo>
                        <a:cubicBezTo>
                          <a:pt x="334" y="79"/>
                          <a:pt x="285" y="57"/>
                          <a:pt x="231" y="30"/>
                        </a:cubicBezTo>
                        <a:cubicBezTo>
                          <a:pt x="229" y="28"/>
                          <a:pt x="227" y="28"/>
                          <a:pt x="223" y="26"/>
                        </a:cubicBezTo>
                        <a:cubicBezTo>
                          <a:pt x="217" y="24"/>
                          <a:pt x="209" y="20"/>
                          <a:pt x="201" y="16"/>
                        </a:cubicBezTo>
                        <a:cubicBezTo>
                          <a:pt x="197" y="14"/>
                          <a:pt x="192" y="14"/>
                          <a:pt x="188" y="10"/>
                        </a:cubicBezTo>
                        <a:cubicBezTo>
                          <a:pt x="186" y="10"/>
                          <a:pt x="182" y="8"/>
                          <a:pt x="178" y="6"/>
                        </a:cubicBezTo>
                        <a:cubicBezTo>
                          <a:pt x="166" y="2"/>
                          <a:pt x="154" y="0"/>
                          <a:pt x="143"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7"/>
                  <p:cNvSpPr/>
                  <p:nvPr/>
                </p:nvSpPr>
                <p:spPr>
                  <a:xfrm>
                    <a:off x="4007265" y="3473752"/>
                    <a:ext cx="22030" cy="19663"/>
                  </a:xfrm>
                  <a:custGeom>
                    <a:rect b="b" l="l" r="r" t="t"/>
                    <a:pathLst>
                      <a:path extrusionOk="0" h="324" w="363">
                        <a:moveTo>
                          <a:pt x="143" y="0"/>
                        </a:moveTo>
                        <a:cubicBezTo>
                          <a:pt x="60" y="0"/>
                          <a:pt x="1" y="98"/>
                          <a:pt x="49" y="174"/>
                        </a:cubicBezTo>
                        <a:cubicBezTo>
                          <a:pt x="86" y="229"/>
                          <a:pt x="131" y="288"/>
                          <a:pt x="182" y="323"/>
                        </a:cubicBezTo>
                        <a:cubicBezTo>
                          <a:pt x="185" y="323"/>
                          <a:pt x="188" y="323"/>
                          <a:pt x="191" y="323"/>
                        </a:cubicBezTo>
                        <a:cubicBezTo>
                          <a:pt x="265" y="323"/>
                          <a:pt x="323" y="209"/>
                          <a:pt x="352" y="141"/>
                        </a:cubicBezTo>
                        <a:cubicBezTo>
                          <a:pt x="362" y="114"/>
                          <a:pt x="352" y="83"/>
                          <a:pt x="321" y="71"/>
                        </a:cubicBezTo>
                        <a:cubicBezTo>
                          <a:pt x="299" y="61"/>
                          <a:pt x="264" y="49"/>
                          <a:pt x="229" y="30"/>
                        </a:cubicBezTo>
                        <a:cubicBezTo>
                          <a:pt x="227" y="28"/>
                          <a:pt x="223" y="28"/>
                          <a:pt x="221" y="26"/>
                        </a:cubicBezTo>
                        <a:cubicBezTo>
                          <a:pt x="211" y="20"/>
                          <a:pt x="201" y="16"/>
                          <a:pt x="188" y="10"/>
                        </a:cubicBezTo>
                        <a:cubicBezTo>
                          <a:pt x="186" y="10"/>
                          <a:pt x="182" y="8"/>
                          <a:pt x="178" y="6"/>
                        </a:cubicBezTo>
                        <a:cubicBezTo>
                          <a:pt x="166" y="2"/>
                          <a:pt x="154" y="0"/>
                          <a:pt x="1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7"/>
                  <p:cNvSpPr/>
                  <p:nvPr/>
                </p:nvSpPr>
                <p:spPr>
                  <a:xfrm>
                    <a:off x="4011331" y="3476422"/>
                    <a:ext cx="14686" cy="5037"/>
                  </a:xfrm>
                  <a:custGeom>
                    <a:rect b="b" l="l" r="r" t="t"/>
                    <a:pathLst>
                      <a:path extrusionOk="0" h="83" w="242">
                        <a:moveTo>
                          <a:pt x="80" y="0"/>
                        </a:moveTo>
                        <a:cubicBezTo>
                          <a:pt x="11" y="0"/>
                          <a:pt x="1" y="66"/>
                          <a:pt x="1" y="66"/>
                        </a:cubicBezTo>
                        <a:cubicBezTo>
                          <a:pt x="29" y="78"/>
                          <a:pt x="67" y="83"/>
                          <a:pt x="103" y="83"/>
                        </a:cubicBezTo>
                        <a:cubicBezTo>
                          <a:pt x="179" y="83"/>
                          <a:pt x="241" y="58"/>
                          <a:pt x="150" y="17"/>
                        </a:cubicBezTo>
                        <a:cubicBezTo>
                          <a:pt x="122" y="5"/>
                          <a:pt x="99" y="0"/>
                          <a:pt x="8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7"/>
                  <p:cNvSpPr/>
                  <p:nvPr/>
                </p:nvSpPr>
                <p:spPr>
                  <a:xfrm>
                    <a:off x="3939537" y="3393279"/>
                    <a:ext cx="48247" cy="28644"/>
                  </a:xfrm>
                  <a:custGeom>
                    <a:rect b="b" l="l" r="r" t="t"/>
                    <a:pathLst>
                      <a:path extrusionOk="0" h="472" w="795">
                        <a:moveTo>
                          <a:pt x="109" y="0"/>
                        </a:moveTo>
                        <a:cubicBezTo>
                          <a:pt x="1" y="0"/>
                          <a:pt x="46" y="182"/>
                          <a:pt x="46" y="182"/>
                        </a:cubicBezTo>
                        <a:cubicBezTo>
                          <a:pt x="50" y="233"/>
                          <a:pt x="179" y="366"/>
                          <a:pt x="330" y="432"/>
                        </a:cubicBezTo>
                        <a:cubicBezTo>
                          <a:pt x="381" y="457"/>
                          <a:pt x="437" y="472"/>
                          <a:pt x="491" y="472"/>
                        </a:cubicBezTo>
                        <a:cubicBezTo>
                          <a:pt x="520" y="472"/>
                          <a:pt x="549" y="467"/>
                          <a:pt x="576" y="458"/>
                        </a:cubicBezTo>
                        <a:cubicBezTo>
                          <a:pt x="795" y="380"/>
                          <a:pt x="394" y="135"/>
                          <a:pt x="189" y="24"/>
                        </a:cubicBezTo>
                        <a:cubicBezTo>
                          <a:pt x="171" y="14"/>
                          <a:pt x="152" y="10"/>
                          <a:pt x="138" y="4"/>
                        </a:cubicBezTo>
                        <a:cubicBezTo>
                          <a:pt x="127" y="1"/>
                          <a:pt x="117" y="0"/>
                          <a:pt x="109"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7"/>
                  <p:cNvSpPr/>
                  <p:nvPr/>
                </p:nvSpPr>
                <p:spPr>
                  <a:xfrm>
                    <a:off x="3939537" y="3393401"/>
                    <a:ext cx="45273" cy="27431"/>
                  </a:xfrm>
                  <a:custGeom>
                    <a:rect b="b" l="l" r="r" t="t"/>
                    <a:pathLst>
                      <a:path extrusionOk="0" h="452" w="746">
                        <a:moveTo>
                          <a:pt x="109" y="0"/>
                        </a:moveTo>
                        <a:cubicBezTo>
                          <a:pt x="1" y="0"/>
                          <a:pt x="46" y="182"/>
                          <a:pt x="46" y="182"/>
                        </a:cubicBezTo>
                        <a:cubicBezTo>
                          <a:pt x="50" y="233"/>
                          <a:pt x="179" y="366"/>
                          <a:pt x="330" y="432"/>
                        </a:cubicBezTo>
                        <a:cubicBezTo>
                          <a:pt x="368" y="443"/>
                          <a:pt x="408" y="451"/>
                          <a:pt x="446" y="451"/>
                        </a:cubicBezTo>
                        <a:cubicBezTo>
                          <a:pt x="474" y="451"/>
                          <a:pt x="501" y="447"/>
                          <a:pt x="527" y="438"/>
                        </a:cubicBezTo>
                        <a:cubicBezTo>
                          <a:pt x="746" y="360"/>
                          <a:pt x="345" y="112"/>
                          <a:pt x="138" y="4"/>
                        </a:cubicBezTo>
                        <a:cubicBezTo>
                          <a:pt x="127" y="1"/>
                          <a:pt x="117" y="0"/>
                          <a:pt x="1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7"/>
                  <p:cNvSpPr/>
                  <p:nvPr/>
                </p:nvSpPr>
                <p:spPr>
                  <a:xfrm>
                    <a:off x="3941236" y="3397103"/>
                    <a:ext cx="25974" cy="14868"/>
                  </a:xfrm>
                  <a:custGeom>
                    <a:rect b="b" l="l" r="r" t="t"/>
                    <a:pathLst>
                      <a:path extrusionOk="0" h="245" w="428">
                        <a:moveTo>
                          <a:pt x="49" y="0"/>
                        </a:moveTo>
                        <a:cubicBezTo>
                          <a:pt x="1" y="81"/>
                          <a:pt x="293" y="244"/>
                          <a:pt x="387" y="244"/>
                        </a:cubicBezTo>
                        <a:cubicBezTo>
                          <a:pt x="418" y="244"/>
                          <a:pt x="428" y="227"/>
                          <a:pt x="401" y="186"/>
                        </a:cubicBezTo>
                        <a:cubicBezTo>
                          <a:pt x="286" y="19"/>
                          <a:pt x="49" y="0"/>
                          <a:pt x="49"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7"/>
                  <p:cNvSpPr/>
                  <p:nvPr/>
                </p:nvSpPr>
                <p:spPr>
                  <a:xfrm>
                    <a:off x="4150125" y="3414945"/>
                    <a:ext cx="39690" cy="39204"/>
                  </a:xfrm>
                  <a:custGeom>
                    <a:rect b="b" l="l" r="r" t="t"/>
                    <a:pathLst>
                      <a:path extrusionOk="0" h="646" w="654">
                        <a:moveTo>
                          <a:pt x="246" y="0"/>
                        </a:moveTo>
                        <a:cubicBezTo>
                          <a:pt x="171" y="0"/>
                          <a:pt x="104" y="31"/>
                          <a:pt x="68" y="97"/>
                        </a:cubicBezTo>
                        <a:cubicBezTo>
                          <a:pt x="62" y="113"/>
                          <a:pt x="1" y="332"/>
                          <a:pt x="283" y="566"/>
                        </a:cubicBezTo>
                        <a:cubicBezTo>
                          <a:pt x="298" y="576"/>
                          <a:pt x="312" y="586"/>
                          <a:pt x="324" y="596"/>
                        </a:cubicBezTo>
                        <a:cubicBezTo>
                          <a:pt x="375" y="630"/>
                          <a:pt x="419" y="645"/>
                          <a:pt x="456" y="645"/>
                        </a:cubicBezTo>
                        <a:cubicBezTo>
                          <a:pt x="609" y="645"/>
                          <a:pt x="654" y="402"/>
                          <a:pt x="555" y="203"/>
                        </a:cubicBezTo>
                        <a:cubicBezTo>
                          <a:pt x="517" y="126"/>
                          <a:pt x="455" y="70"/>
                          <a:pt x="390" y="36"/>
                        </a:cubicBezTo>
                        <a:cubicBezTo>
                          <a:pt x="343" y="12"/>
                          <a:pt x="293" y="0"/>
                          <a:pt x="246"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7"/>
                  <p:cNvSpPr/>
                  <p:nvPr/>
                </p:nvSpPr>
                <p:spPr>
                  <a:xfrm>
                    <a:off x="4150125" y="3414945"/>
                    <a:ext cx="37505" cy="37748"/>
                  </a:xfrm>
                  <a:custGeom>
                    <a:rect b="b" l="l" r="r" t="t"/>
                    <a:pathLst>
                      <a:path extrusionOk="0" h="622" w="618">
                        <a:moveTo>
                          <a:pt x="246" y="0"/>
                        </a:moveTo>
                        <a:cubicBezTo>
                          <a:pt x="171" y="0"/>
                          <a:pt x="104" y="31"/>
                          <a:pt x="68" y="97"/>
                        </a:cubicBezTo>
                        <a:cubicBezTo>
                          <a:pt x="62" y="113"/>
                          <a:pt x="1" y="332"/>
                          <a:pt x="283" y="566"/>
                        </a:cubicBezTo>
                        <a:cubicBezTo>
                          <a:pt x="298" y="576"/>
                          <a:pt x="312" y="586"/>
                          <a:pt x="324" y="596"/>
                        </a:cubicBezTo>
                        <a:cubicBezTo>
                          <a:pt x="359" y="614"/>
                          <a:pt x="390" y="622"/>
                          <a:pt x="417" y="622"/>
                        </a:cubicBezTo>
                        <a:cubicBezTo>
                          <a:pt x="571" y="622"/>
                          <a:pt x="617" y="378"/>
                          <a:pt x="517" y="179"/>
                        </a:cubicBezTo>
                        <a:cubicBezTo>
                          <a:pt x="486" y="117"/>
                          <a:pt x="441" y="70"/>
                          <a:pt x="390" y="36"/>
                        </a:cubicBezTo>
                        <a:cubicBezTo>
                          <a:pt x="343" y="12"/>
                          <a:pt x="293" y="0"/>
                          <a:pt x="24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7"/>
                  <p:cNvSpPr/>
                  <p:nvPr/>
                </p:nvSpPr>
                <p:spPr>
                  <a:xfrm>
                    <a:off x="4159835" y="3418344"/>
                    <a:ext cx="22576" cy="14444"/>
                  </a:xfrm>
                  <a:custGeom>
                    <a:rect b="b" l="l" r="r" t="t"/>
                    <a:pathLst>
                      <a:path extrusionOk="0" h="238" w="372">
                        <a:moveTo>
                          <a:pt x="140" y="0"/>
                        </a:moveTo>
                        <a:cubicBezTo>
                          <a:pt x="109" y="0"/>
                          <a:pt x="81" y="8"/>
                          <a:pt x="56" y="19"/>
                        </a:cubicBezTo>
                        <a:cubicBezTo>
                          <a:pt x="1" y="39"/>
                          <a:pt x="50" y="88"/>
                          <a:pt x="97" y="123"/>
                        </a:cubicBezTo>
                        <a:cubicBezTo>
                          <a:pt x="178" y="185"/>
                          <a:pt x="276" y="238"/>
                          <a:pt x="325" y="238"/>
                        </a:cubicBezTo>
                        <a:cubicBezTo>
                          <a:pt x="362" y="238"/>
                          <a:pt x="371" y="207"/>
                          <a:pt x="324" y="127"/>
                        </a:cubicBezTo>
                        <a:cubicBezTo>
                          <a:pt x="264" y="30"/>
                          <a:pt x="199" y="0"/>
                          <a:pt x="14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7"/>
                  <p:cNvSpPr/>
                  <p:nvPr/>
                </p:nvSpPr>
                <p:spPr>
                  <a:xfrm>
                    <a:off x="4067104" y="3395586"/>
                    <a:ext cx="25367" cy="21423"/>
                  </a:xfrm>
                  <a:custGeom>
                    <a:rect b="b" l="l" r="r" t="t"/>
                    <a:pathLst>
                      <a:path extrusionOk="0" h="353" w="418">
                        <a:moveTo>
                          <a:pt x="132" y="0"/>
                        </a:moveTo>
                        <a:cubicBezTo>
                          <a:pt x="125" y="0"/>
                          <a:pt x="118" y="1"/>
                          <a:pt x="111" y="3"/>
                        </a:cubicBezTo>
                        <a:cubicBezTo>
                          <a:pt x="92" y="5"/>
                          <a:pt x="74" y="9"/>
                          <a:pt x="60" y="17"/>
                        </a:cubicBezTo>
                        <a:cubicBezTo>
                          <a:pt x="15" y="35"/>
                          <a:pt x="0" y="87"/>
                          <a:pt x="23" y="128"/>
                        </a:cubicBezTo>
                        <a:cubicBezTo>
                          <a:pt x="62" y="195"/>
                          <a:pt x="133" y="301"/>
                          <a:pt x="215" y="342"/>
                        </a:cubicBezTo>
                        <a:cubicBezTo>
                          <a:pt x="217" y="342"/>
                          <a:pt x="217" y="344"/>
                          <a:pt x="219" y="344"/>
                        </a:cubicBezTo>
                        <a:cubicBezTo>
                          <a:pt x="231" y="350"/>
                          <a:pt x="242" y="352"/>
                          <a:pt x="253" y="352"/>
                        </a:cubicBezTo>
                        <a:cubicBezTo>
                          <a:pt x="316" y="352"/>
                          <a:pt x="366" y="269"/>
                          <a:pt x="397" y="201"/>
                        </a:cubicBezTo>
                        <a:cubicBezTo>
                          <a:pt x="418" y="158"/>
                          <a:pt x="397" y="105"/>
                          <a:pt x="350" y="87"/>
                        </a:cubicBezTo>
                        <a:cubicBezTo>
                          <a:pt x="309" y="68"/>
                          <a:pt x="256" y="46"/>
                          <a:pt x="203" y="19"/>
                        </a:cubicBezTo>
                        <a:cubicBezTo>
                          <a:pt x="177" y="7"/>
                          <a:pt x="153" y="0"/>
                          <a:pt x="132"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7"/>
                  <p:cNvSpPr/>
                  <p:nvPr/>
                </p:nvSpPr>
                <p:spPr>
                  <a:xfrm>
                    <a:off x="4067104" y="3395707"/>
                    <a:ext cx="21908" cy="20816"/>
                  </a:xfrm>
                  <a:custGeom>
                    <a:rect b="b" l="l" r="r" t="t"/>
                    <a:pathLst>
                      <a:path extrusionOk="0" h="343" w="361">
                        <a:moveTo>
                          <a:pt x="111" y="1"/>
                        </a:moveTo>
                        <a:cubicBezTo>
                          <a:pt x="92" y="3"/>
                          <a:pt x="74" y="7"/>
                          <a:pt x="60" y="15"/>
                        </a:cubicBezTo>
                        <a:cubicBezTo>
                          <a:pt x="15" y="33"/>
                          <a:pt x="0" y="85"/>
                          <a:pt x="23" y="126"/>
                        </a:cubicBezTo>
                        <a:cubicBezTo>
                          <a:pt x="62" y="195"/>
                          <a:pt x="133" y="302"/>
                          <a:pt x="217" y="342"/>
                        </a:cubicBezTo>
                        <a:cubicBezTo>
                          <a:pt x="270" y="328"/>
                          <a:pt x="311" y="254"/>
                          <a:pt x="340" y="195"/>
                        </a:cubicBezTo>
                        <a:cubicBezTo>
                          <a:pt x="360" y="152"/>
                          <a:pt x="340" y="101"/>
                          <a:pt x="297" y="79"/>
                        </a:cubicBezTo>
                        <a:cubicBezTo>
                          <a:pt x="256" y="64"/>
                          <a:pt x="203" y="42"/>
                          <a:pt x="148" y="13"/>
                        </a:cubicBezTo>
                        <a:cubicBezTo>
                          <a:pt x="135" y="9"/>
                          <a:pt x="123" y="3"/>
                          <a:pt x="1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7"/>
                  <p:cNvSpPr/>
                  <p:nvPr/>
                </p:nvSpPr>
                <p:spPr>
                  <a:xfrm>
                    <a:off x="4072202" y="3399348"/>
                    <a:ext cx="9528" cy="5887"/>
                  </a:xfrm>
                  <a:custGeom>
                    <a:rect b="b" l="l" r="r" t="t"/>
                    <a:pathLst>
                      <a:path extrusionOk="0" h="97" w="157">
                        <a:moveTo>
                          <a:pt x="0" y="0"/>
                        </a:moveTo>
                        <a:cubicBezTo>
                          <a:pt x="16" y="73"/>
                          <a:pt x="56" y="97"/>
                          <a:pt x="91" y="97"/>
                        </a:cubicBezTo>
                        <a:cubicBezTo>
                          <a:pt x="127" y="97"/>
                          <a:pt x="157" y="71"/>
                          <a:pt x="149" y="47"/>
                        </a:cubicBezTo>
                        <a:cubicBezTo>
                          <a:pt x="133" y="4"/>
                          <a:pt x="0" y="0"/>
                          <a:pt x="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7"/>
                  <p:cNvSpPr/>
                  <p:nvPr/>
                </p:nvSpPr>
                <p:spPr>
                  <a:xfrm>
                    <a:off x="4272837" y="3482248"/>
                    <a:ext cx="40539" cy="39083"/>
                  </a:xfrm>
                  <a:custGeom>
                    <a:rect b="b" l="l" r="r" t="t"/>
                    <a:pathLst>
                      <a:path extrusionOk="0" h="644" w="668">
                        <a:moveTo>
                          <a:pt x="111" y="0"/>
                        </a:moveTo>
                        <a:cubicBezTo>
                          <a:pt x="107" y="0"/>
                          <a:pt x="104" y="0"/>
                          <a:pt x="101" y="1"/>
                        </a:cubicBezTo>
                        <a:cubicBezTo>
                          <a:pt x="52" y="7"/>
                          <a:pt x="15" y="50"/>
                          <a:pt x="0" y="142"/>
                        </a:cubicBezTo>
                        <a:cubicBezTo>
                          <a:pt x="0" y="142"/>
                          <a:pt x="133" y="600"/>
                          <a:pt x="344" y="641"/>
                        </a:cubicBezTo>
                        <a:cubicBezTo>
                          <a:pt x="353" y="643"/>
                          <a:pt x="363" y="644"/>
                          <a:pt x="373" y="644"/>
                        </a:cubicBezTo>
                        <a:cubicBezTo>
                          <a:pt x="398" y="644"/>
                          <a:pt x="426" y="638"/>
                          <a:pt x="455" y="623"/>
                        </a:cubicBezTo>
                        <a:cubicBezTo>
                          <a:pt x="668" y="510"/>
                          <a:pt x="310" y="0"/>
                          <a:pt x="111"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7"/>
                  <p:cNvSpPr/>
                  <p:nvPr/>
                </p:nvSpPr>
                <p:spPr>
                  <a:xfrm>
                    <a:off x="4272837" y="3482127"/>
                    <a:ext cx="37566" cy="38961"/>
                  </a:xfrm>
                  <a:custGeom>
                    <a:rect b="b" l="l" r="r" t="t"/>
                    <a:pathLst>
                      <a:path extrusionOk="0" h="642" w="619">
                        <a:moveTo>
                          <a:pt x="101" y="1"/>
                        </a:moveTo>
                        <a:cubicBezTo>
                          <a:pt x="52" y="7"/>
                          <a:pt x="15" y="50"/>
                          <a:pt x="0" y="142"/>
                        </a:cubicBezTo>
                        <a:cubicBezTo>
                          <a:pt x="0" y="142"/>
                          <a:pt x="133" y="600"/>
                          <a:pt x="344" y="641"/>
                        </a:cubicBezTo>
                        <a:cubicBezTo>
                          <a:pt x="367" y="641"/>
                          <a:pt x="389" y="633"/>
                          <a:pt x="416" y="621"/>
                        </a:cubicBezTo>
                        <a:cubicBezTo>
                          <a:pt x="618" y="514"/>
                          <a:pt x="303" y="48"/>
                          <a:pt x="1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7"/>
                  <p:cNvSpPr/>
                  <p:nvPr/>
                </p:nvSpPr>
                <p:spPr>
                  <a:xfrm>
                    <a:off x="4275082" y="3486193"/>
                    <a:ext cx="21847" cy="18146"/>
                  </a:xfrm>
                  <a:custGeom>
                    <a:rect b="b" l="l" r="r" t="t"/>
                    <a:pathLst>
                      <a:path extrusionOk="0" h="299" w="360">
                        <a:moveTo>
                          <a:pt x="71" y="1"/>
                        </a:moveTo>
                        <a:cubicBezTo>
                          <a:pt x="46" y="1"/>
                          <a:pt x="31" y="7"/>
                          <a:pt x="31" y="7"/>
                        </a:cubicBezTo>
                        <a:cubicBezTo>
                          <a:pt x="1" y="96"/>
                          <a:pt x="250" y="298"/>
                          <a:pt x="326" y="298"/>
                        </a:cubicBezTo>
                        <a:cubicBezTo>
                          <a:pt x="354" y="298"/>
                          <a:pt x="359" y="271"/>
                          <a:pt x="319" y="202"/>
                        </a:cubicBezTo>
                        <a:cubicBezTo>
                          <a:pt x="220" y="29"/>
                          <a:pt x="123" y="1"/>
                          <a:pt x="71"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7"/>
                  <p:cNvSpPr/>
                  <p:nvPr/>
                </p:nvSpPr>
                <p:spPr>
                  <a:xfrm>
                    <a:off x="4098297" y="3512289"/>
                    <a:ext cx="21969" cy="17964"/>
                  </a:xfrm>
                  <a:custGeom>
                    <a:rect b="b" l="l" r="r" t="t"/>
                    <a:pathLst>
                      <a:path extrusionOk="0" h="296" w="362">
                        <a:moveTo>
                          <a:pt x="73" y="1"/>
                        </a:moveTo>
                        <a:cubicBezTo>
                          <a:pt x="47" y="1"/>
                          <a:pt x="33" y="7"/>
                          <a:pt x="33" y="7"/>
                        </a:cubicBezTo>
                        <a:cubicBezTo>
                          <a:pt x="1" y="94"/>
                          <a:pt x="251" y="296"/>
                          <a:pt x="328" y="296"/>
                        </a:cubicBezTo>
                        <a:cubicBezTo>
                          <a:pt x="356" y="296"/>
                          <a:pt x="362" y="269"/>
                          <a:pt x="323" y="201"/>
                        </a:cubicBezTo>
                        <a:cubicBezTo>
                          <a:pt x="222" y="29"/>
                          <a:pt x="125" y="1"/>
                          <a:pt x="73"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5" name="Google Shape;1575;p37"/>
                  <p:cNvGrpSpPr/>
                  <p:nvPr/>
                </p:nvGrpSpPr>
                <p:grpSpPr>
                  <a:xfrm>
                    <a:off x="3977226" y="3319569"/>
                    <a:ext cx="23125" cy="30882"/>
                    <a:chOff x="3977226" y="3319569"/>
                    <a:chExt cx="23125" cy="30882"/>
                  </a:xfrm>
                </p:grpSpPr>
                <p:sp>
                  <p:nvSpPr>
                    <p:cNvPr id="1576" name="Google Shape;1576;p37"/>
                    <p:cNvSpPr/>
                    <p:nvPr/>
                  </p:nvSpPr>
                  <p:spPr>
                    <a:xfrm>
                      <a:off x="3977226" y="3319569"/>
                      <a:ext cx="23125" cy="30882"/>
                    </a:xfrm>
                    <a:custGeom>
                      <a:rect b="b" l="l" r="r" t="t"/>
                      <a:pathLst>
                        <a:path extrusionOk="0" h="397" w="297">
                          <a:moveTo>
                            <a:pt x="175" y="1"/>
                          </a:moveTo>
                          <a:cubicBezTo>
                            <a:pt x="170" y="1"/>
                            <a:pt x="166" y="1"/>
                            <a:pt x="162" y="2"/>
                          </a:cubicBezTo>
                          <a:cubicBezTo>
                            <a:pt x="137" y="8"/>
                            <a:pt x="115" y="20"/>
                            <a:pt x="100" y="43"/>
                          </a:cubicBezTo>
                          <a:cubicBezTo>
                            <a:pt x="55" y="110"/>
                            <a:pt x="2" y="208"/>
                            <a:pt x="0" y="294"/>
                          </a:cubicBezTo>
                          <a:cubicBezTo>
                            <a:pt x="0" y="374"/>
                            <a:pt x="92" y="394"/>
                            <a:pt x="174" y="396"/>
                          </a:cubicBezTo>
                          <a:lnTo>
                            <a:pt x="221" y="396"/>
                          </a:lnTo>
                          <a:cubicBezTo>
                            <a:pt x="264" y="394"/>
                            <a:pt x="297" y="358"/>
                            <a:pt x="295" y="315"/>
                          </a:cubicBezTo>
                          <a:cubicBezTo>
                            <a:pt x="293" y="268"/>
                            <a:pt x="288" y="206"/>
                            <a:pt x="286" y="141"/>
                          </a:cubicBezTo>
                          <a:cubicBezTo>
                            <a:pt x="286" y="94"/>
                            <a:pt x="268" y="59"/>
                            <a:pt x="246" y="32"/>
                          </a:cubicBezTo>
                          <a:cubicBezTo>
                            <a:pt x="228" y="11"/>
                            <a:pt x="201" y="1"/>
                            <a:pt x="175"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7"/>
                    <p:cNvSpPr/>
                    <p:nvPr/>
                  </p:nvSpPr>
                  <p:spPr>
                    <a:xfrm>
                      <a:off x="3977381" y="3319646"/>
                      <a:ext cx="20556" cy="30804"/>
                    </a:xfrm>
                    <a:custGeom>
                      <a:rect b="b" l="l" r="r" t="t"/>
                      <a:pathLst>
                        <a:path extrusionOk="0" h="396" w="264">
                          <a:moveTo>
                            <a:pt x="162" y="1"/>
                          </a:moveTo>
                          <a:cubicBezTo>
                            <a:pt x="139" y="7"/>
                            <a:pt x="117" y="19"/>
                            <a:pt x="100" y="42"/>
                          </a:cubicBezTo>
                          <a:cubicBezTo>
                            <a:pt x="57" y="109"/>
                            <a:pt x="2" y="207"/>
                            <a:pt x="0" y="293"/>
                          </a:cubicBezTo>
                          <a:cubicBezTo>
                            <a:pt x="0" y="373"/>
                            <a:pt x="92" y="393"/>
                            <a:pt x="174" y="395"/>
                          </a:cubicBezTo>
                          <a:lnTo>
                            <a:pt x="188" y="395"/>
                          </a:lnTo>
                          <a:cubicBezTo>
                            <a:pt x="231" y="393"/>
                            <a:pt x="264" y="357"/>
                            <a:pt x="262" y="314"/>
                          </a:cubicBezTo>
                          <a:cubicBezTo>
                            <a:pt x="260" y="267"/>
                            <a:pt x="256" y="205"/>
                            <a:pt x="256" y="140"/>
                          </a:cubicBezTo>
                          <a:cubicBezTo>
                            <a:pt x="256" y="93"/>
                            <a:pt x="239" y="58"/>
                            <a:pt x="215" y="31"/>
                          </a:cubicBezTo>
                          <a:cubicBezTo>
                            <a:pt x="201" y="17"/>
                            <a:pt x="182" y="7"/>
                            <a:pt x="1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7"/>
                    <p:cNvSpPr/>
                    <p:nvPr/>
                  </p:nvSpPr>
                  <p:spPr>
                    <a:xfrm>
                      <a:off x="3984389" y="3323069"/>
                      <a:ext cx="12147" cy="9257"/>
                    </a:xfrm>
                    <a:custGeom>
                      <a:rect b="b" l="l" r="r" t="t"/>
                      <a:pathLst>
                        <a:path extrusionOk="0" h="119" w="156">
                          <a:moveTo>
                            <a:pt x="61" y="1"/>
                          </a:moveTo>
                          <a:cubicBezTo>
                            <a:pt x="36" y="1"/>
                            <a:pt x="18" y="31"/>
                            <a:pt x="8" y="57"/>
                          </a:cubicBezTo>
                          <a:cubicBezTo>
                            <a:pt x="0" y="77"/>
                            <a:pt x="8" y="98"/>
                            <a:pt x="29" y="106"/>
                          </a:cubicBezTo>
                          <a:cubicBezTo>
                            <a:pt x="53" y="114"/>
                            <a:pt x="74" y="119"/>
                            <a:pt x="92" y="119"/>
                          </a:cubicBezTo>
                          <a:cubicBezTo>
                            <a:pt x="138" y="119"/>
                            <a:pt x="156" y="90"/>
                            <a:pt x="109" y="32"/>
                          </a:cubicBezTo>
                          <a:cubicBezTo>
                            <a:pt x="91" y="10"/>
                            <a:pt x="75" y="1"/>
                            <a:pt x="61"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 name="Google Shape;1579;p37"/>
                  <p:cNvGrpSpPr/>
                  <p:nvPr/>
                </p:nvGrpSpPr>
                <p:grpSpPr>
                  <a:xfrm>
                    <a:off x="4325332" y="3550765"/>
                    <a:ext cx="262416" cy="252463"/>
                    <a:chOff x="4325332" y="3550765"/>
                    <a:chExt cx="262416" cy="252463"/>
                  </a:xfrm>
                </p:grpSpPr>
                <p:sp>
                  <p:nvSpPr>
                    <p:cNvPr id="1580" name="Google Shape;1580;p37"/>
                    <p:cNvSpPr/>
                    <p:nvPr/>
                  </p:nvSpPr>
                  <p:spPr>
                    <a:xfrm>
                      <a:off x="4325332" y="3550765"/>
                      <a:ext cx="40236" cy="39022"/>
                    </a:xfrm>
                    <a:custGeom>
                      <a:rect b="b" l="l" r="r" t="t"/>
                      <a:pathLst>
                        <a:path extrusionOk="0" h="643" w="663">
                          <a:moveTo>
                            <a:pt x="110" y="1"/>
                          </a:moveTo>
                          <a:cubicBezTo>
                            <a:pt x="100" y="1"/>
                            <a:pt x="90" y="2"/>
                            <a:pt x="81" y="5"/>
                          </a:cubicBezTo>
                          <a:cubicBezTo>
                            <a:pt x="56" y="13"/>
                            <a:pt x="36" y="32"/>
                            <a:pt x="21" y="62"/>
                          </a:cubicBezTo>
                          <a:cubicBezTo>
                            <a:pt x="1" y="105"/>
                            <a:pt x="1" y="150"/>
                            <a:pt x="15" y="195"/>
                          </a:cubicBezTo>
                          <a:cubicBezTo>
                            <a:pt x="56" y="314"/>
                            <a:pt x="175" y="605"/>
                            <a:pt x="338" y="639"/>
                          </a:cubicBezTo>
                          <a:cubicBezTo>
                            <a:pt x="348" y="642"/>
                            <a:pt x="358" y="643"/>
                            <a:pt x="369" y="643"/>
                          </a:cubicBezTo>
                          <a:cubicBezTo>
                            <a:pt x="395" y="643"/>
                            <a:pt x="422" y="636"/>
                            <a:pt x="451" y="621"/>
                          </a:cubicBezTo>
                          <a:cubicBezTo>
                            <a:pt x="663" y="510"/>
                            <a:pt x="306" y="1"/>
                            <a:pt x="110"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7"/>
                    <p:cNvSpPr/>
                    <p:nvPr/>
                  </p:nvSpPr>
                  <p:spPr>
                    <a:xfrm>
                      <a:off x="4325332" y="3551069"/>
                      <a:ext cx="35563" cy="38537"/>
                    </a:xfrm>
                    <a:custGeom>
                      <a:rect b="b" l="l" r="r" t="t"/>
                      <a:pathLst>
                        <a:path extrusionOk="0" h="635" w="586">
                          <a:moveTo>
                            <a:pt x="81" y="0"/>
                          </a:moveTo>
                          <a:cubicBezTo>
                            <a:pt x="56" y="8"/>
                            <a:pt x="36" y="27"/>
                            <a:pt x="21" y="57"/>
                          </a:cubicBezTo>
                          <a:cubicBezTo>
                            <a:pt x="1" y="100"/>
                            <a:pt x="1" y="145"/>
                            <a:pt x="15" y="190"/>
                          </a:cubicBezTo>
                          <a:cubicBezTo>
                            <a:pt x="56" y="309"/>
                            <a:pt x="175" y="600"/>
                            <a:pt x="338" y="634"/>
                          </a:cubicBezTo>
                          <a:cubicBezTo>
                            <a:pt x="353" y="632"/>
                            <a:pt x="369" y="626"/>
                            <a:pt x="387" y="616"/>
                          </a:cubicBezTo>
                          <a:cubicBezTo>
                            <a:pt x="586" y="512"/>
                            <a:pt x="279" y="51"/>
                            <a:pt x="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7"/>
                    <p:cNvSpPr/>
                    <p:nvPr/>
                  </p:nvSpPr>
                  <p:spPr>
                    <a:xfrm>
                      <a:off x="4328549" y="3555135"/>
                      <a:ext cx="11834" cy="22454"/>
                    </a:xfrm>
                    <a:custGeom>
                      <a:rect b="b" l="l" r="r" t="t"/>
                      <a:pathLst>
                        <a:path extrusionOk="0" h="370" w="195">
                          <a:moveTo>
                            <a:pt x="19" y="0"/>
                          </a:moveTo>
                          <a:cubicBezTo>
                            <a:pt x="11" y="0"/>
                            <a:pt x="5" y="9"/>
                            <a:pt x="1" y="27"/>
                          </a:cubicBezTo>
                          <a:cubicBezTo>
                            <a:pt x="1" y="27"/>
                            <a:pt x="9" y="230"/>
                            <a:pt x="124" y="353"/>
                          </a:cubicBezTo>
                          <a:cubicBezTo>
                            <a:pt x="134" y="364"/>
                            <a:pt x="142" y="370"/>
                            <a:pt x="148" y="370"/>
                          </a:cubicBezTo>
                          <a:cubicBezTo>
                            <a:pt x="194" y="370"/>
                            <a:pt x="71" y="0"/>
                            <a:pt x="19"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7"/>
                    <p:cNvSpPr/>
                    <p:nvPr/>
                  </p:nvSpPr>
                  <p:spPr>
                    <a:xfrm>
                      <a:off x="4425407" y="3595250"/>
                      <a:ext cx="27916" cy="18328"/>
                    </a:xfrm>
                    <a:custGeom>
                      <a:rect b="b" l="l" r="r" t="t"/>
                      <a:pathLst>
                        <a:path extrusionOk="0" h="302" w="460">
                          <a:moveTo>
                            <a:pt x="142" y="1"/>
                          </a:moveTo>
                          <a:cubicBezTo>
                            <a:pt x="1" y="1"/>
                            <a:pt x="52" y="301"/>
                            <a:pt x="52" y="301"/>
                          </a:cubicBezTo>
                          <a:cubicBezTo>
                            <a:pt x="52" y="301"/>
                            <a:pt x="153" y="287"/>
                            <a:pt x="273" y="287"/>
                          </a:cubicBezTo>
                          <a:cubicBezTo>
                            <a:pt x="280" y="287"/>
                            <a:pt x="288" y="287"/>
                            <a:pt x="295" y="287"/>
                          </a:cubicBezTo>
                          <a:cubicBezTo>
                            <a:pt x="369" y="287"/>
                            <a:pt x="412" y="244"/>
                            <a:pt x="439" y="205"/>
                          </a:cubicBezTo>
                          <a:cubicBezTo>
                            <a:pt x="459" y="174"/>
                            <a:pt x="449" y="138"/>
                            <a:pt x="420" y="117"/>
                          </a:cubicBezTo>
                          <a:cubicBezTo>
                            <a:pt x="357" y="72"/>
                            <a:pt x="238" y="1"/>
                            <a:pt x="142"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7"/>
                    <p:cNvSpPr/>
                    <p:nvPr/>
                  </p:nvSpPr>
                  <p:spPr>
                    <a:xfrm>
                      <a:off x="4421220" y="3595250"/>
                      <a:ext cx="28462" cy="18388"/>
                    </a:xfrm>
                    <a:custGeom>
                      <a:rect b="b" l="l" r="r" t="t"/>
                      <a:pathLst>
                        <a:path extrusionOk="0" h="303" w="469">
                          <a:moveTo>
                            <a:pt x="222" y="0"/>
                          </a:moveTo>
                          <a:cubicBezTo>
                            <a:pt x="211" y="0"/>
                            <a:pt x="200" y="2"/>
                            <a:pt x="188" y="5"/>
                          </a:cubicBezTo>
                          <a:cubicBezTo>
                            <a:pt x="160" y="9"/>
                            <a:pt x="109" y="46"/>
                            <a:pt x="70" y="76"/>
                          </a:cubicBezTo>
                          <a:cubicBezTo>
                            <a:pt x="21" y="113"/>
                            <a:pt x="0" y="179"/>
                            <a:pt x="25" y="234"/>
                          </a:cubicBezTo>
                          <a:cubicBezTo>
                            <a:pt x="47" y="288"/>
                            <a:pt x="99" y="302"/>
                            <a:pt x="153" y="302"/>
                          </a:cubicBezTo>
                          <a:cubicBezTo>
                            <a:pt x="214" y="302"/>
                            <a:pt x="277" y="285"/>
                            <a:pt x="307" y="285"/>
                          </a:cubicBezTo>
                          <a:cubicBezTo>
                            <a:pt x="385" y="285"/>
                            <a:pt x="430" y="236"/>
                            <a:pt x="454" y="199"/>
                          </a:cubicBezTo>
                          <a:cubicBezTo>
                            <a:pt x="469" y="172"/>
                            <a:pt x="467" y="138"/>
                            <a:pt x="444" y="117"/>
                          </a:cubicBezTo>
                          <a:cubicBezTo>
                            <a:pt x="396" y="74"/>
                            <a:pt x="307" y="0"/>
                            <a:pt x="2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7"/>
                    <p:cNvSpPr/>
                    <p:nvPr/>
                  </p:nvSpPr>
                  <p:spPr>
                    <a:xfrm>
                      <a:off x="4424558" y="3598406"/>
                      <a:ext cx="21908" cy="8132"/>
                    </a:xfrm>
                    <a:custGeom>
                      <a:rect b="b" l="l" r="r" t="t"/>
                      <a:pathLst>
                        <a:path extrusionOk="0" h="134" w="361">
                          <a:moveTo>
                            <a:pt x="152" y="0"/>
                          </a:moveTo>
                          <a:cubicBezTo>
                            <a:pt x="95" y="0"/>
                            <a:pt x="29" y="83"/>
                            <a:pt x="3" y="120"/>
                          </a:cubicBezTo>
                          <a:cubicBezTo>
                            <a:pt x="1" y="127"/>
                            <a:pt x="3" y="134"/>
                            <a:pt x="9" y="134"/>
                          </a:cubicBezTo>
                          <a:cubicBezTo>
                            <a:pt x="10" y="134"/>
                            <a:pt x="11" y="133"/>
                            <a:pt x="13" y="133"/>
                          </a:cubicBezTo>
                          <a:cubicBezTo>
                            <a:pt x="361" y="20"/>
                            <a:pt x="252" y="45"/>
                            <a:pt x="176" y="6"/>
                          </a:cubicBezTo>
                          <a:cubicBezTo>
                            <a:pt x="169" y="2"/>
                            <a:pt x="160" y="0"/>
                            <a:pt x="1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7"/>
                    <p:cNvSpPr/>
                    <p:nvPr/>
                  </p:nvSpPr>
                  <p:spPr>
                    <a:xfrm>
                      <a:off x="4420309" y="3695446"/>
                      <a:ext cx="27916" cy="18206"/>
                    </a:xfrm>
                    <a:custGeom>
                      <a:rect b="b" l="l" r="r" t="t"/>
                      <a:pathLst>
                        <a:path extrusionOk="0" h="300" w="460">
                          <a:moveTo>
                            <a:pt x="142" y="1"/>
                          </a:moveTo>
                          <a:cubicBezTo>
                            <a:pt x="1" y="1"/>
                            <a:pt x="52" y="299"/>
                            <a:pt x="52" y="299"/>
                          </a:cubicBezTo>
                          <a:cubicBezTo>
                            <a:pt x="52" y="299"/>
                            <a:pt x="167" y="287"/>
                            <a:pt x="296" y="287"/>
                          </a:cubicBezTo>
                          <a:cubicBezTo>
                            <a:pt x="369" y="287"/>
                            <a:pt x="412" y="242"/>
                            <a:pt x="439" y="205"/>
                          </a:cubicBezTo>
                          <a:cubicBezTo>
                            <a:pt x="459" y="175"/>
                            <a:pt x="449" y="136"/>
                            <a:pt x="420" y="115"/>
                          </a:cubicBezTo>
                          <a:cubicBezTo>
                            <a:pt x="357" y="72"/>
                            <a:pt x="240" y="1"/>
                            <a:pt x="142"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7"/>
                    <p:cNvSpPr/>
                    <p:nvPr/>
                  </p:nvSpPr>
                  <p:spPr>
                    <a:xfrm>
                      <a:off x="4416243" y="3695325"/>
                      <a:ext cx="28462" cy="18449"/>
                    </a:xfrm>
                    <a:custGeom>
                      <a:rect b="b" l="l" r="r" t="t"/>
                      <a:pathLst>
                        <a:path extrusionOk="0" h="304" w="469">
                          <a:moveTo>
                            <a:pt x="221" y="1"/>
                          </a:moveTo>
                          <a:cubicBezTo>
                            <a:pt x="210" y="1"/>
                            <a:pt x="199" y="2"/>
                            <a:pt x="189" y="5"/>
                          </a:cubicBezTo>
                          <a:cubicBezTo>
                            <a:pt x="158" y="13"/>
                            <a:pt x="109" y="48"/>
                            <a:pt x="70" y="78"/>
                          </a:cubicBezTo>
                          <a:cubicBezTo>
                            <a:pt x="21" y="115"/>
                            <a:pt x="0" y="179"/>
                            <a:pt x="25" y="234"/>
                          </a:cubicBezTo>
                          <a:cubicBezTo>
                            <a:pt x="47" y="289"/>
                            <a:pt x="98" y="303"/>
                            <a:pt x="152" y="303"/>
                          </a:cubicBezTo>
                          <a:cubicBezTo>
                            <a:pt x="213" y="303"/>
                            <a:pt x="277" y="285"/>
                            <a:pt x="307" y="285"/>
                          </a:cubicBezTo>
                          <a:cubicBezTo>
                            <a:pt x="385" y="285"/>
                            <a:pt x="430" y="238"/>
                            <a:pt x="455" y="199"/>
                          </a:cubicBezTo>
                          <a:cubicBezTo>
                            <a:pt x="469" y="172"/>
                            <a:pt x="467" y="140"/>
                            <a:pt x="444" y="117"/>
                          </a:cubicBezTo>
                          <a:cubicBezTo>
                            <a:pt x="395" y="74"/>
                            <a:pt x="306" y="1"/>
                            <a:pt x="22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7"/>
                    <p:cNvSpPr/>
                    <p:nvPr/>
                  </p:nvSpPr>
                  <p:spPr>
                    <a:xfrm>
                      <a:off x="4419338" y="3698481"/>
                      <a:ext cx="22151" cy="8254"/>
                    </a:xfrm>
                    <a:custGeom>
                      <a:rect b="b" l="l" r="r" t="t"/>
                      <a:pathLst>
                        <a:path extrusionOk="0" h="136" w="365">
                          <a:moveTo>
                            <a:pt x="154" y="0"/>
                          </a:moveTo>
                          <a:cubicBezTo>
                            <a:pt x="97" y="0"/>
                            <a:pt x="30" y="83"/>
                            <a:pt x="5" y="120"/>
                          </a:cubicBezTo>
                          <a:cubicBezTo>
                            <a:pt x="1" y="128"/>
                            <a:pt x="6" y="135"/>
                            <a:pt x="12" y="135"/>
                          </a:cubicBezTo>
                          <a:cubicBezTo>
                            <a:pt x="13" y="135"/>
                            <a:pt x="14" y="135"/>
                            <a:pt x="15" y="135"/>
                          </a:cubicBezTo>
                          <a:cubicBezTo>
                            <a:pt x="365" y="22"/>
                            <a:pt x="256" y="47"/>
                            <a:pt x="179" y="6"/>
                          </a:cubicBezTo>
                          <a:cubicBezTo>
                            <a:pt x="171" y="2"/>
                            <a:pt x="163" y="0"/>
                            <a:pt x="1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7"/>
                    <p:cNvSpPr/>
                    <p:nvPr/>
                  </p:nvSpPr>
                  <p:spPr>
                    <a:xfrm>
                      <a:off x="4327517" y="3656727"/>
                      <a:ext cx="25428" cy="21301"/>
                    </a:xfrm>
                    <a:custGeom>
                      <a:rect b="b" l="l" r="r" t="t"/>
                      <a:pathLst>
                        <a:path extrusionOk="0" h="351" w="419">
                          <a:moveTo>
                            <a:pt x="141" y="0"/>
                          </a:moveTo>
                          <a:cubicBezTo>
                            <a:pt x="59" y="0"/>
                            <a:pt x="0" y="99"/>
                            <a:pt x="49" y="174"/>
                          </a:cubicBezTo>
                          <a:cubicBezTo>
                            <a:pt x="85" y="229"/>
                            <a:pt x="131" y="287"/>
                            <a:pt x="182" y="324"/>
                          </a:cubicBezTo>
                          <a:cubicBezTo>
                            <a:pt x="192" y="330"/>
                            <a:pt x="202" y="336"/>
                            <a:pt x="212" y="342"/>
                          </a:cubicBezTo>
                          <a:cubicBezTo>
                            <a:pt x="225" y="348"/>
                            <a:pt x="237" y="351"/>
                            <a:pt x="248" y="351"/>
                          </a:cubicBezTo>
                          <a:cubicBezTo>
                            <a:pt x="324" y="351"/>
                            <a:pt x="380" y="233"/>
                            <a:pt x="409" y="164"/>
                          </a:cubicBezTo>
                          <a:cubicBezTo>
                            <a:pt x="419" y="139"/>
                            <a:pt x="407" y="109"/>
                            <a:pt x="378" y="96"/>
                          </a:cubicBezTo>
                          <a:cubicBezTo>
                            <a:pt x="376" y="92"/>
                            <a:pt x="374" y="92"/>
                            <a:pt x="372" y="92"/>
                          </a:cubicBezTo>
                          <a:cubicBezTo>
                            <a:pt x="333" y="80"/>
                            <a:pt x="284" y="58"/>
                            <a:pt x="231" y="31"/>
                          </a:cubicBezTo>
                          <a:cubicBezTo>
                            <a:pt x="229" y="29"/>
                            <a:pt x="225" y="29"/>
                            <a:pt x="223" y="27"/>
                          </a:cubicBezTo>
                          <a:cubicBezTo>
                            <a:pt x="214" y="23"/>
                            <a:pt x="208" y="21"/>
                            <a:pt x="200" y="17"/>
                          </a:cubicBezTo>
                          <a:cubicBezTo>
                            <a:pt x="194" y="13"/>
                            <a:pt x="192" y="13"/>
                            <a:pt x="188" y="11"/>
                          </a:cubicBezTo>
                          <a:cubicBezTo>
                            <a:pt x="184" y="11"/>
                            <a:pt x="182" y="8"/>
                            <a:pt x="178" y="6"/>
                          </a:cubicBezTo>
                          <a:cubicBezTo>
                            <a:pt x="165" y="2"/>
                            <a:pt x="153" y="0"/>
                            <a:pt x="141"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7"/>
                    <p:cNvSpPr/>
                    <p:nvPr/>
                  </p:nvSpPr>
                  <p:spPr>
                    <a:xfrm>
                      <a:off x="4327638" y="3656727"/>
                      <a:ext cx="21969" cy="19723"/>
                    </a:xfrm>
                    <a:custGeom>
                      <a:rect b="b" l="l" r="r" t="t"/>
                      <a:pathLst>
                        <a:path extrusionOk="0" h="325" w="362">
                          <a:moveTo>
                            <a:pt x="141" y="0"/>
                          </a:moveTo>
                          <a:cubicBezTo>
                            <a:pt x="59" y="0"/>
                            <a:pt x="0" y="99"/>
                            <a:pt x="49" y="174"/>
                          </a:cubicBezTo>
                          <a:cubicBezTo>
                            <a:pt x="86" y="229"/>
                            <a:pt x="131" y="287"/>
                            <a:pt x="182" y="324"/>
                          </a:cubicBezTo>
                          <a:cubicBezTo>
                            <a:pt x="185" y="324"/>
                            <a:pt x="188" y="324"/>
                            <a:pt x="191" y="324"/>
                          </a:cubicBezTo>
                          <a:cubicBezTo>
                            <a:pt x="264" y="324"/>
                            <a:pt x="322" y="210"/>
                            <a:pt x="352" y="141"/>
                          </a:cubicBezTo>
                          <a:cubicBezTo>
                            <a:pt x="362" y="113"/>
                            <a:pt x="349" y="82"/>
                            <a:pt x="321" y="72"/>
                          </a:cubicBezTo>
                          <a:cubicBezTo>
                            <a:pt x="298" y="62"/>
                            <a:pt x="264" y="47"/>
                            <a:pt x="229" y="31"/>
                          </a:cubicBezTo>
                          <a:cubicBezTo>
                            <a:pt x="227" y="29"/>
                            <a:pt x="223" y="29"/>
                            <a:pt x="221" y="27"/>
                          </a:cubicBezTo>
                          <a:cubicBezTo>
                            <a:pt x="210" y="21"/>
                            <a:pt x="200" y="17"/>
                            <a:pt x="188" y="11"/>
                          </a:cubicBezTo>
                          <a:cubicBezTo>
                            <a:pt x="186" y="11"/>
                            <a:pt x="182" y="8"/>
                            <a:pt x="178" y="6"/>
                          </a:cubicBezTo>
                          <a:cubicBezTo>
                            <a:pt x="165" y="2"/>
                            <a:pt x="153" y="0"/>
                            <a:pt x="1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7"/>
                    <p:cNvSpPr/>
                    <p:nvPr/>
                  </p:nvSpPr>
                  <p:spPr>
                    <a:xfrm>
                      <a:off x="4331583" y="3659519"/>
                      <a:ext cx="14686" cy="5037"/>
                    </a:xfrm>
                    <a:custGeom>
                      <a:rect b="b" l="l" r="r" t="t"/>
                      <a:pathLst>
                        <a:path extrusionOk="0" h="83" w="242">
                          <a:moveTo>
                            <a:pt x="78" y="1"/>
                          </a:moveTo>
                          <a:cubicBezTo>
                            <a:pt x="9" y="1"/>
                            <a:pt x="0" y="67"/>
                            <a:pt x="0" y="67"/>
                          </a:cubicBezTo>
                          <a:cubicBezTo>
                            <a:pt x="29" y="78"/>
                            <a:pt x="68" y="83"/>
                            <a:pt x="103" y="83"/>
                          </a:cubicBezTo>
                          <a:cubicBezTo>
                            <a:pt x="180" y="83"/>
                            <a:pt x="241" y="58"/>
                            <a:pt x="147" y="18"/>
                          </a:cubicBezTo>
                          <a:cubicBezTo>
                            <a:pt x="119" y="6"/>
                            <a:pt x="96" y="1"/>
                            <a:pt x="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7"/>
                    <p:cNvSpPr/>
                    <p:nvPr/>
                  </p:nvSpPr>
                  <p:spPr>
                    <a:xfrm>
                      <a:off x="4452353" y="3653753"/>
                      <a:ext cx="48611" cy="28462"/>
                    </a:xfrm>
                    <a:custGeom>
                      <a:rect b="b" l="l" r="r" t="t"/>
                      <a:pathLst>
                        <a:path extrusionOk="0" h="469" w="801">
                          <a:moveTo>
                            <a:pt x="107" y="0"/>
                          </a:moveTo>
                          <a:cubicBezTo>
                            <a:pt x="1" y="0"/>
                            <a:pt x="46" y="180"/>
                            <a:pt x="46" y="180"/>
                          </a:cubicBezTo>
                          <a:cubicBezTo>
                            <a:pt x="50" y="231"/>
                            <a:pt x="179" y="364"/>
                            <a:pt x="330" y="430"/>
                          </a:cubicBezTo>
                          <a:cubicBezTo>
                            <a:pt x="383" y="454"/>
                            <a:pt x="439" y="468"/>
                            <a:pt x="492" y="468"/>
                          </a:cubicBezTo>
                          <a:cubicBezTo>
                            <a:pt x="522" y="468"/>
                            <a:pt x="550" y="464"/>
                            <a:pt x="578" y="454"/>
                          </a:cubicBezTo>
                          <a:cubicBezTo>
                            <a:pt x="801" y="377"/>
                            <a:pt x="396" y="129"/>
                            <a:pt x="189" y="25"/>
                          </a:cubicBezTo>
                          <a:cubicBezTo>
                            <a:pt x="171" y="15"/>
                            <a:pt x="152" y="8"/>
                            <a:pt x="138" y="4"/>
                          </a:cubicBezTo>
                          <a:cubicBezTo>
                            <a:pt x="126" y="1"/>
                            <a:pt x="116" y="0"/>
                            <a:pt x="107"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7"/>
                    <p:cNvSpPr/>
                    <p:nvPr/>
                  </p:nvSpPr>
                  <p:spPr>
                    <a:xfrm>
                      <a:off x="4452474" y="3653753"/>
                      <a:ext cx="45394" cy="27370"/>
                    </a:xfrm>
                    <a:custGeom>
                      <a:rect b="b" l="l" r="r" t="t"/>
                      <a:pathLst>
                        <a:path extrusionOk="0" h="451" w="748">
                          <a:moveTo>
                            <a:pt x="107" y="0"/>
                          </a:moveTo>
                          <a:cubicBezTo>
                            <a:pt x="1" y="0"/>
                            <a:pt x="46" y="180"/>
                            <a:pt x="46" y="180"/>
                          </a:cubicBezTo>
                          <a:cubicBezTo>
                            <a:pt x="52" y="231"/>
                            <a:pt x="179" y="364"/>
                            <a:pt x="330" y="432"/>
                          </a:cubicBezTo>
                          <a:cubicBezTo>
                            <a:pt x="367" y="443"/>
                            <a:pt x="405" y="450"/>
                            <a:pt x="442" y="450"/>
                          </a:cubicBezTo>
                          <a:cubicBezTo>
                            <a:pt x="471" y="450"/>
                            <a:pt x="500" y="446"/>
                            <a:pt x="527" y="436"/>
                          </a:cubicBezTo>
                          <a:cubicBezTo>
                            <a:pt x="748" y="356"/>
                            <a:pt x="345" y="111"/>
                            <a:pt x="138" y="4"/>
                          </a:cubicBezTo>
                          <a:cubicBezTo>
                            <a:pt x="126" y="1"/>
                            <a:pt x="116" y="0"/>
                            <a:pt x="1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7"/>
                    <p:cNvSpPr/>
                    <p:nvPr/>
                  </p:nvSpPr>
                  <p:spPr>
                    <a:xfrm>
                      <a:off x="4454173" y="3657334"/>
                      <a:ext cx="26096" cy="14868"/>
                    </a:xfrm>
                    <a:custGeom>
                      <a:rect b="b" l="l" r="r" t="t"/>
                      <a:pathLst>
                        <a:path extrusionOk="0" h="245" w="430">
                          <a:moveTo>
                            <a:pt x="49" y="1"/>
                          </a:moveTo>
                          <a:cubicBezTo>
                            <a:pt x="0" y="83"/>
                            <a:pt x="296" y="245"/>
                            <a:pt x="390" y="245"/>
                          </a:cubicBezTo>
                          <a:cubicBezTo>
                            <a:pt x="420" y="245"/>
                            <a:pt x="430" y="228"/>
                            <a:pt x="402" y="189"/>
                          </a:cubicBezTo>
                          <a:cubicBezTo>
                            <a:pt x="286" y="19"/>
                            <a:pt x="49" y="1"/>
                            <a:pt x="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7"/>
                    <p:cNvSpPr/>
                    <p:nvPr/>
                  </p:nvSpPr>
                  <p:spPr>
                    <a:xfrm>
                      <a:off x="4518564" y="3633301"/>
                      <a:ext cx="39993" cy="40054"/>
                    </a:xfrm>
                    <a:custGeom>
                      <a:rect b="b" l="l" r="r" t="t"/>
                      <a:pathLst>
                        <a:path extrusionOk="0" h="660" w="659">
                          <a:moveTo>
                            <a:pt x="186" y="1"/>
                          </a:moveTo>
                          <a:cubicBezTo>
                            <a:pt x="183" y="1"/>
                            <a:pt x="180" y="1"/>
                            <a:pt x="176" y="2"/>
                          </a:cubicBezTo>
                          <a:cubicBezTo>
                            <a:pt x="64" y="8"/>
                            <a:pt x="0" y="282"/>
                            <a:pt x="180" y="472"/>
                          </a:cubicBezTo>
                          <a:cubicBezTo>
                            <a:pt x="254" y="554"/>
                            <a:pt x="358" y="564"/>
                            <a:pt x="501" y="640"/>
                          </a:cubicBezTo>
                          <a:cubicBezTo>
                            <a:pt x="504" y="642"/>
                            <a:pt x="510" y="642"/>
                            <a:pt x="512" y="646"/>
                          </a:cubicBezTo>
                          <a:cubicBezTo>
                            <a:pt x="531" y="655"/>
                            <a:pt x="547" y="659"/>
                            <a:pt x="562" y="659"/>
                          </a:cubicBezTo>
                          <a:cubicBezTo>
                            <a:pt x="649" y="659"/>
                            <a:pt x="659" y="514"/>
                            <a:pt x="645" y="446"/>
                          </a:cubicBezTo>
                          <a:cubicBezTo>
                            <a:pt x="632" y="366"/>
                            <a:pt x="375" y="106"/>
                            <a:pt x="231" y="16"/>
                          </a:cubicBezTo>
                          <a:cubicBezTo>
                            <a:pt x="216" y="8"/>
                            <a:pt x="201" y="1"/>
                            <a:pt x="186"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7"/>
                    <p:cNvSpPr/>
                    <p:nvPr/>
                  </p:nvSpPr>
                  <p:spPr>
                    <a:xfrm>
                      <a:off x="4518564" y="3633362"/>
                      <a:ext cx="37019" cy="39204"/>
                    </a:xfrm>
                    <a:custGeom>
                      <a:rect b="b" l="l" r="r" t="t"/>
                      <a:pathLst>
                        <a:path extrusionOk="0" h="646" w="610">
                          <a:moveTo>
                            <a:pt x="176" y="1"/>
                          </a:moveTo>
                          <a:cubicBezTo>
                            <a:pt x="64" y="7"/>
                            <a:pt x="0" y="281"/>
                            <a:pt x="180" y="471"/>
                          </a:cubicBezTo>
                          <a:cubicBezTo>
                            <a:pt x="254" y="553"/>
                            <a:pt x="358" y="563"/>
                            <a:pt x="501" y="639"/>
                          </a:cubicBezTo>
                          <a:cubicBezTo>
                            <a:pt x="504" y="641"/>
                            <a:pt x="510" y="641"/>
                            <a:pt x="512" y="645"/>
                          </a:cubicBezTo>
                          <a:cubicBezTo>
                            <a:pt x="512" y="645"/>
                            <a:pt x="513" y="645"/>
                            <a:pt x="514" y="645"/>
                          </a:cubicBezTo>
                          <a:cubicBezTo>
                            <a:pt x="602" y="645"/>
                            <a:pt x="610" y="497"/>
                            <a:pt x="596" y="432"/>
                          </a:cubicBezTo>
                          <a:cubicBezTo>
                            <a:pt x="583" y="353"/>
                            <a:pt x="326" y="93"/>
                            <a:pt x="182" y="3"/>
                          </a:cubicBezTo>
                          <a:cubicBezTo>
                            <a:pt x="180" y="3"/>
                            <a:pt x="180" y="1"/>
                            <a:pt x="1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7"/>
                    <p:cNvSpPr/>
                    <p:nvPr/>
                  </p:nvSpPr>
                  <p:spPr>
                    <a:xfrm>
                      <a:off x="4524754" y="3638339"/>
                      <a:ext cx="23365" cy="18510"/>
                    </a:xfrm>
                    <a:custGeom>
                      <a:rect b="b" l="l" r="r" t="t"/>
                      <a:pathLst>
                        <a:path extrusionOk="0" h="305" w="385">
                          <a:moveTo>
                            <a:pt x="69" y="0"/>
                          </a:moveTo>
                          <a:cubicBezTo>
                            <a:pt x="21" y="0"/>
                            <a:pt x="1" y="35"/>
                            <a:pt x="1" y="35"/>
                          </a:cubicBezTo>
                          <a:cubicBezTo>
                            <a:pt x="87" y="123"/>
                            <a:pt x="313" y="304"/>
                            <a:pt x="363" y="304"/>
                          </a:cubicBezTo>
                          <a:cubicBezTo>
                            <a:pt x="384" y="304"/>
                            <a:pt x="374" y="271"/>
                            <a:pt x="307" y="185"/>
                          </a:cubicBezTo>
                          <a:cubicBezTo>
                            <a:pt x="195" y="37"/>
                            <a:pt x="118" y="0"/>
                            <a:pt x="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7"/>
                    <p:cNvSpPr/>
                    <p:nvPr/>
                  </p:nvSpPr>
                  <p:spPr>
                    <a:xfrm>
                      <a:off x="4547876" y="3763235"/>
                      <a:ext cx="39872" cy="39993"/>
                    </a:xfrm>
                    <a:custGeom>
                      <a:rect b="b" l="l" r="r" t="t"/>
                      <a:pathLst>
                        <a:path extrusionOk="0" h="659" w="657">
                          <a:moveTo>
                            <a:pt x="185" y="0"/>
                          </a:moveTo>
                          <a:cubicBezTo>
                            <a:pt x="182" y="0"/>
                            <a:pt x="180" y="0"/>
                            <a:pt x="178" y="1"/>
                          </a:cubicBezTo>
                          <a:cubicBezTo>
                            <a:pt x="66" y="9"/>
                            <a:pt x="0" y="281"/>
                            <a:pt x="180" y="471"/>
                          </a:cubicBezTo>
                          <a:cubicBezTo>
                            <a:pt x="254" y="553"/>
                            <a:pt x="358" y="563"/>
                            <a:pt x="501" y="639"/>
                          </a:cubicBezTo>
                          <a:cubicBezTo>
                            <a:pt x="505" y="643"/>
                            <a:pt x="510" y="643"/>
                            <a:pt x="512" y="645"/>
                          </a:cubicBezTo>
                          <a:cubicBezTo>
                            <a:pt x="530" y="654"/>
                            <a:pt x="547" y="658"/>
                            <a:pt x="561" y="658"/>
                          </a:cubicBezTo>
                          <a:cubicBezTo>
                            <a:pt x="648" y="658"/>
                            <a:pt x="657" y="511"/>
                            <a:pt x="645" y="445"/>
                          </a:cubicBezTo>
                          <a:cubicBezTo>
                            <a:pt x="632" y="365"/>
                            <a:pt x="374" y="105"/>
                            <a:pt x="231" y="15"/>
                          </a:cubicBezTo>
                          <a:cubicBezTo>
                            <a:pt x="215" y="6"/>
                            <a:pt x="199" y="0"/>
                            <a:pt x="185"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7"/>
                    <p:cNvSpPr/>
                    <p:nvPr/>
                  </p:nvSpPr>
                  <p:spPr>
                    <a:xfrm>
                      <a:off x="4547876" y="3763235"/>
                      <a:ext cx="36898" cy="39204"/>
                    </a:xfrm>
                    <a:custGeom>
                      <a:rect b="b" l="l" r="r" t="t"/>
                      <a:pathLst>
                        <a:path extrusionOk="0" h="646" w="608">
                          <a:moveTo>
                            <a:pt x="178" y="1"/>
                          </a:moveTo>
                          <a:lnTo>
                            <a:pt x="178" y="1"/>
                          </a:lnTo>
                          <a:cubicBezTo>
                            <a:pt x="66" y="9"/>
                            <a:pt x="0" y="281"/>
                            <a:pt x="180" y="471"/>
                          </a:cubicBezTo>
                          <a:cubicBezTo>
                            <a:pt x="254" y="553"/>
                            <a:pt x="358" y="563"/>
                            <a:pt x="501" y="639"/>
                          </a:cubicBezTo>
                          <a:cubicBezTo>
                            <a:pt x="505" y="643"/>
                            <a:pt x="510" y="643"/>
                            <a:pt x="512" y="645"/>
                          </a:cubicBezTo>
                          <a:cubicBezTo>
                            <a:pt x="512" y="645"/>
                            <a:pt x="513" y="645"/>
                            <a:pt x="513" y="645"/>
                          </a:cubicBezTo>
                          <a:cubicBezTo>
                            <a:pt x="602" y="645"/>
                            <a:pt x="608" y="499"/>
                            <a:pt x="597" y="432"/>
                          </a:cubicBezTo>
                          <a:cubicBezTo>
                            <a:pt x="583" y="353"/>
                            <a:pt x="325" y="93"/>
                            <a:pt x="182" y="3"/>
                          </a:cubicBezTo>
                          <a:cubicBezTo>
                            <a:pt x="180" y="3"/>
                            <a:pt x="180" y="1"/>
                            <a:pt x="1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7"/>
                    <p:cNvSpPr/>
                    <p:nvPr/>
                  </p:nvSpPr>
                  <p:spPr>
                    <a:xfrm>
                      <a:off x="4554066" y="3768211"/>
                      <a:ext cx="23365" cy="18510"/>
                    </a:xfrm>
                    <a:custGeom>
                      <a:rect b="b" l="l" r="r" t="t"/>
                      <a:pathLst>
                        <a:path extrusionOk="0" h="305" w="385">
                          <a:moveTo>
                            <a:pt x="69" y="0"/>
                          </a:moveTo>
                          <a:cubicBezTo>
                            <a:pt x="21" y="0"/>
                            <a:pt x="0" y="35"/>
                            <a:pt x="0" y="35"/>
                          </a:cubicBezTo>
                          <a:cubicBezTo>
                            <a:pt x="86" y="124"/>
                            <a:pt x="312" y="305"/>
                            <a:pt x="363" y="305"/>
                          </a:cubicBezTo>
                          <a:cubicBezTo>
                            <a:pt x="384" y="305"/>
                            <a:pt x="374" y="272"/>
                            <a:pt x="307" y="185"/>
                          </a:cubicBezTo>
                          <a:cubicBezTo>
                            <a:pt x="196" y="37"/>
                            <a:pt x="118" y="0"/>
                            <a:pt x="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 name="Google Shape;1601;p37"/>
                  <p:cNvGrpSpPr/>
                  <p:nvPr/>
                </p:nvGrpSpPr>
                <p:grpSpPr>
                  <a:xfrm>
                    <a:off x="3654980" y="3226402"/>
                    <a:ext cx="227322" cy="150688"/>
                    <a:chOff x="3654980" y="3226402"/>
                    <a:chExt cx="227322" cy="150688"/>
                  </a:xfrm>
                </p:grpSpPr>
                <p:grpSp>
                  <p:nvGrpSpPr>
                    <p:cNvPr id="1602" name="Google Shape;1602;p37"/>
                    <p:cNvGrpSpPr/>
                    <p:nvPr/>
                  </p:nvGrpSpPr>
                  <p:grpSpPr>
                    <a:xfrm>
                      <a:off x="3844476" y="3286355"/>
                      <a:ext cx="37825" cy="21889"/>
                      <a:chOff x="3844476" y="3286355"/>
                      <a:chExt cx="37825" cy="21889"/>
                    </a:xfrm>
                  </p:grpSpPr>
                  <p:sp>
                    <p:nvSpPr>
                      <p:cNvPr id="1603" name="Google Shape;1603;p37"/>
                      <p:cNvSpPr/>
                      <p:nvPr/>
                    </p:nvSpPr>
                    <p:spPr>
                      <a:xfrm>
                        <a:off x="3849357" y="3286355"/>
                        <a:ext cx="32945" cy="21458"/>
                      </a:xfrm>
                      <a:custGeom>
                        <a:rect b="b" l="l" r="r" t="t"/>
                        <a:pathLst>
                          <a:path extrusionOk="0" h="299" w="459">
                            <a:moveTo>
                              <a:pt x="142" y="0"/>
                            </a:moveTo>
                            <a:cubicBezTo>
                              <a:pt x="0" y="0"/>
                              <a:pt x="52" y="299"/>
                              <a:pt x="52" y="299"/>
                            </a:cubicBezTo>
                            <a:cubicBezTo>
                              <a:pt x="52" y="299"/>
                              <a:pt x="168" y="287"/>
                              <a:pt x="295" y="287"/>
                            </a:cubicBezTo>
                            <a:cubicBezTo>
                              <a:pt x="369" y="287"/>
                              <a:pt x="412" y="242"/>
                              <a:pt x="438" y="205"/>
                            </a:cubicBezTo>
                            <a:cubicBezTo>
                              <a:pt x="459" y="174"/>
                              <a:pt x="448" y="135"/>
                              <a:pt x="420" y="115"/>
                            </a:cubicBezTo>
                            <a:cubicBezTo>
                              <a:pt x="356" y="72"/>
                              <a:pt x="240" y="0"/>
                              <a:pt x="142"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7"/>
                      <p:cNvSpPr/>
                      <p:nvPr/>
                    </p:nvSpPr>
                    <p:spPr>
                      <a:xfrm>
                        <a:off x="3844476" y="3286355"/>
                        <a:ext cx="33734" cy="21889"/>
                      </a:xfrm>
                      <a:custGeom>
                        <a:rect b="b" l="l" r="r" t="t"/>
                        <a:pathLst>
                          <a:path extrusionOk="0" h="305" w="470">
                            <a:moveTo>
                              <a:pt x="221" y="1"/>
                            </a:moveTo>
                            <a:cubicBezTo>
                              <a:pt x="210" y="1"/>
                              <a:pt x="200" y="2"/>
                              <a:pt x="189" y="4"/>
                            </a:cubicBezTo>
                            <a:cubicBezTo>
                              <a:pt x="160" y="11"/>
                              <a:pt x="109" y="47"/>
                              <a:pt x="70" y="78"/>
                            </a:cubicBezTo>
                            <a:cubicBezTo>
                              <a:pt x="21" y="117"/>
                              <a:pt x="1" y="178"/>
                              <a:pt x="25" y="236"/>
                            </a:cubicBezTo>
                            <a:cubicBezTo>
                              <a:pt x="48" y="290"/>
                              <a:pt x="100" y="304"/>
                              <a:pt x="154" y="304"/>
                            </a:cubicBezTo>
                            <a:cubicBezTo>
                              <a:pt x="214" y="304"/>
                              <a:pt x="278" y="287"/>
                              <a:pt x="308" y="287"/>
                            </a:cubicBezTo>
                            <a:cubicBezTo>
                              <a:pt x="386" y="287"/>
                              <a:pt x="431" y="238"/>
                              <a:pt x="455" y="199"/>
                            </a:cubicBezTo>
                            <a:cubicBezTo>
                              <a:pt x="469" y="174"/>
                              <a:pt x="467" y="139"/>
                              <a:pt x="445" y="117"/>
                            </a:cubicBezTo>
                            <a:cubicBezTo>
                              <a:pt x="396" y="73"/>
                              <a:pt x="306" y="1"/>
                              <a:pt x="22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7"/>
                      <p:cNvSpPr/>
                      <p:nvPr/>
                    </p:nvSpPr>
                    <p:spPr>
                      <a:xfrm>
                        <a:off x="3848209" y="3290015"/>
                        <a:ext cx="26198" cy="9760"/>
                      </a:xfrm>
                      <a:custGeom>
                        <a:rect b="b" l="l" r="r" t="t"/>
                        <a:pathLst>
                          <a:path extrusionOk="0" h="136" w="365">
                            <a:moveTo>
                              <a:pt x="154" y="1"/>
                            </a:moveTo>
                            <a:cubicBezTo>
                              <a:pt x="96" y="1"/>
                              <a:pt x="29" y="84"/>
                              <a:pt x="4" y="123"/>
                            </a:cubicBezTo>
                            <a:cubicBezTo>
                              <a:pt x="0" y="129"/>
                              <a:pt x="5" y="136"/>
                              <a:pt x="12" y="136"/>
                            </a:cubicBezTo>
                            <a:cubicBezTo>
                              <a:pt x="13" y="136"/>
                              <a:pt x="14" y="136"/>
                              <a:pt x="14" y="135"/>
                            </a:cubicBezTo>
                            <a:cubicBezTo>
                              <a:pt x="364" y="23"/>
                              <a:pt x="256" y="47"/>
                              <a:pt x="178" y="7"/>
                            </a:cubicBezTo>
                            <a:cubicBezTo>
                              <a:pt x="170" y="3"/>
                              <a:pt x="162" y="1"/>
                              <a:pt x="154"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 name="Google Shape;1606;p37"/>
                    <p:cNvGrpSpPr/>
                    <p:nvPr/>
                  </p:nvGrpSpPr>
                  <p:grpSpPr>
                    <a:xfrm>
                      <a:off x="3823747" y="3344433"/>
                      <a:ext cx="32453" cy="32657"/>
                      <a:chOff x="3823629" y="3344424"/>
                      <a:chExt cx="94258" cy="94850"/>
                    </a:xfrm>
                  </p:grpSpPr>
                  <p:sp>
                    <p:nvSpPr>
                      <p:cNvPr id="1607" name="Google Shape;1607;p37"/>
                      <p:cNvSpPr/>
                      <p:nvPr/>
                    </p:nvSpPr>
                    <p:spPr>
                      <a:xfrm>
                        <a:off x="3823629" y="3344424"/>
                        <a:ext cx="94258" cy="94850"/>
                      </a:xfrm>
                      <a:custGeom>
                        <a:rect b="b" l="l" r="r" t="t"/>
                        <a:pathLst>
                          <a:path extrusionOk="0" h="659" w="655">
                            <a:moveTo>
                              <a:pt x="182" y="0"/>
                            </a:moveTo>
                            <a:cubicBezTo>
                              <a:pt x="180" y="0"/>
                              <a:pt x="178" y="1"/>
                              <a:pt x="176" y="1"/>
                            </a:cubicBezTo>
                            <a:cubicBezTo>
                              <a:pt x="64" y="9"/>
                              <a:pt x="0" y="283"/>
                              <a:pt x="178" y="471"/>
                            </a:cubicBezTo>
                            <a:cubicBezTo>
                              <a:pt x="252" y="553"/>
                              <a:pt x="358" y="563"/>
                              <a:pt x="501" y="641"/>
                            </a:cubicBezTo>
                            <a:cubicBezTo>
                              <a:pt x="503" y="643"/>
                              <a:pt x="508" y="643"/>
                              <a:pt x="512" y="645"/>
                            </a:cubicBezTo>
                            <a:cubicBezTo>
                              <a:pt x="531" y="655"/>
                              <a:pt x="547" y="659"/>
                              <a:pt x="562" y="659"/>
                            </a:cubicBezTo>
                            <a:cubicBezTo>
                              <a:pt x="648" y="659"/>
                              <a:pt x="655" y="512"/>
                              <a:pt x="643" y="447"/>
                            </a:cubicBezTo>
                            <a:cubicBezTo>
                              <a:pt x="630" y="367"/>
                              <a:pt x="373" y="107"/>
                              <a:pt x="229" y="17"/>
                            </a:cubicBezTo>
                            <a:cubicBezTo>
                              <a:pt x="213" y="8"/>
                              <a:pt x="198" y="0"/>
                              <a:pt x="182"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7"/>
                      <p:cNvSpPr/>
                      <p:nvPr/>
                    </p:nvSpPr>
                    <p:spPr>
                      <a:xfrm>
                        <a:off x="3823629" y="3344424"/>
                        <a:ext cx="87494" cy="92979"/>
                      </a:xfrm>
                      <a:custGeom>
                        <a:rect b="b" l="l" r="r" t="t"/>
                        <a:pathLst>
                          <a:path extrusionOk="0" h="646" w="608">
                            <a:moveTo>
                              <a:pt x="176" y="1"/>
                            </a:moveTo>
                            <a:cubicBezTo>
                              <a:pt x="64" y="9"/>
                              <a:pt x="0" y="283"/>
                              <a:pt x="178" y="471"/>
                            </a:cubicBezTo>
                            <a:cubicBezTo>
                              <a:pt x="252" y="553"/>
                              <a:pt x="358" y="563"/>
                              <a:pt x="501" y="641"/>
                            </a:cubicBezTo>
                            <a:cubicBezTo>
                              <a:pt x="503" y="643"/>
                              <a:pt x="508" y="643"/>
                              <a:pt x="512" y="645"/>
                            </a:cubicBezTo>
                            <a:cubicBezTo>
                              <a:pt x="513" y="645"/>
                              <a:pt x="514" y="645"/>
                              <a:pt x="515" y="645"/>
                            </a:cubicBezTo>
                            <a:cubicBezTo>
                              <a:pt x="600" y="645"/>
                              <a:pt x="608" y="499"/>
                              <a:pt x="596" y="435"/>
                            </a:cubicBezTo>
                            <a:cubicBezTo>
                              <a:pt x="581" y="355"/>
                              <a:pt x="323" y="93"/>
                              <a:pt x="180" y="5"/>
                            </a:cubicBezTo>
                            <a:cubicBezTo>
                              <a:pt x="178" y="5"/>
                              <a:pt x="178" y="1"/>
                              <a:pt x="1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7"/>
                      <p:cNvSpPr/>
                      <p:nvPr/>
                    </p:nvSpPr>
                    <p:spPr>
                      <a:xfrm>
                        <a:off x="3838307" y="3356515"/>
                        <a:ext cx="55260" cy="43755"/>
                      </a:xfrm>
                      <a:custGeom>
                        <a:rect b="b" l="l" r="r" t="t"/>
                        <a:pathLst>
                          <a:path extrusionOk="0" h="304" w="384">
                            <a:moveTo>
                              <a:pt x="69" y="0"/>
                            </a:moveTo>
                            <a:cubicBezTo>
                              <a:pt x="21" y="0"/>
                              <a:pt x="0" y="35"/>
                              <a:pt x="0" y="35"/>
                            </a:cubicBezTo>
                            <a:cubicBezTo>
                              <a:pt x="86" y="123"/>
                              <a:pt x="311" y="304"/>
                              <a:pt x="362" y="304"/>
                            </a:cubicBezTo>
                            <a:cubicBezTo>
                              <a:pt x="384" y="304"/>
                              <a:pt x="374" y="270"/>
                              <a:pt x="307" y="183"/>
                            </a:cubicBezTo>
                            <a:cubicBezTo>
                              <a:pt x="195" y="36"/>
                              <a:pt x="118" y="0"/>
                              <a:pt x="69"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 name="Google Shape;1610;p37"/>
                    <p:cNvGrpSpPr/>
                    <p:nvPr/>
                  </p:nvGrpSpPr>
                  <p:grpSpPr>
                    <a:xfrm>
                      <a:off x="3654980" y="3226402"/>
                      <a:ext cx="45396" cy="43777"/>
                      <a:chOff x="3655114" y="3226323"/>
                      <a:chExt cx="105449" cy="101666"/>
                    </a:xfrm>
                  </p:grpSpPr>
                  <p:sp>
                    <p:nvSpPr>
                      <p:cNvPr id="1611" name="Google Shape;1611;p37"/>
                      <p:cNvSpPr/>
                      <p:nvPr/>
                    </p:nvSpPr>
                    <p:spPr>
                      <a:xfrm>
                        <a:off x="3655114" y="3226323"/>
                        <a:ext cx="105449" cy="101666"/>
                      </a:xfrm>
                      <a:custGeom>
                        <a:rect b="b" l="l" r="r" t="t"/>
                        <a:pathLst>
                          <a:path extrusionOk="0" h="642" w="666">
                            <a:moveTo>
                              <a:pt x="112" y="1"/>
                            </a:moveTo>
                            <a:cubicBezTo>
                              <a:pt x="109" y="1"/>
                              <a:pt x="105" y="1"/>
                              <a:pt x="101" y="1"/>
                            </a:cubicBezTo>
                            <a:cubicBezTo>
                              <a:pt x="52" y="5"/>
                              <a:pt x="15" y="46"/>
                              <a:pt x="1" y="138"/>
                            </a:cubicBezTo>
                            <a:cubicBezTo>
                              <a:pt x="1" y="138"/>
                              <a:pt x="134" y="596"/>
                              <a:pt x="345" y="637"/>
                            </a:cubicBezTo>
                            <a:cubicBezTo>
                              <a:pt x="355" y="640"/>
                              <a:pt x="365" y="641"/>
                              <a:pt x="377" y="641"/>
                            </a:cubicBezTo>
                            <a:cubicBezTo>
                              <a:pt x="401" y="641"/>
                              <a:pt x="428" y="635"/>
                              <a:pt x="455" y="619"/>
                            </a:cubicBezTo>
                            <a:cubicBezTo>
                              <a:pt x="666" y="511"/>
                              <a:pt x="309" y="1"/>
                              <a:pt x="112"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7"/>
                      <p:cNvSpPr/>
                      <p:nvPr/>
                    </p:nvSpPr>
                    <p:spPr>
                      <a:xfrm>
                        <a:off x="3655114" y="3226482"/>
                        <a:ext cx="98008" cy="100874"/>
                      </a:xfrm>
                      <a:custGeom>
                        <a:rect b="b" l="l" r="r" t="t"/>
                        <a:pathLst>
                          <a:path extrusionOk="0" h="637" w="619">
                            <a:moveTo>
                              <a:pt x="101" y="0"/>
                            </a:moveTo>
                            <a:cubicBezTo>
                              <a:pt x="52" y="6"/>
                              <a:pt x="15" y="47"/>
                              <a:pt x="1" y="139"/>
                            </a:cubicBezTo>
                            <a:cubicBezTo>
                              <a:pt x="1" y="139"/>
                              <a:pt x="134" y="595"/>
                              <a:pt x="345" y="636"/>
                            </a:cubicBezTo>
                            <a:cubicBezTo>
                              <a:pt x="367" y="636"/>
                              <a:pt x="390" y="630"/>
                              <a:pt x="416" y="616"/>
                            </a:cubicBezTo>
                            <a:cubicBezTo>
                              <a:pt x="619" y="510"/>
                              <a:pt x="304" y="43"/>
                              <a:pt x="1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7"/>
                      <p:cNvSpPr/>
                      <p:nvPr/>
                    </p:nvSpPr>
                    <p:spPr>
                      <a:xfrm>
                        <a:off x="3661131" y="3236458"/>
                        <a:ext cx="56841" cy="47032"/>
                      </a:xfrm>
                      <a:custGeom>
                        <a:rect b="b" l="l" r="r" t="t"/>
                        <a:pathLst>
                          <a:path extrusionOk="0" h="297" w="359">
                            <a:moveTo>
                              <a:pt x="70" y="0"/>
                            </a:moveTo>
                            <a:cubicBezTo>
                              <a:pt x="45" y="0"/>
                              <a:pt x="30" y="7"/>
                              <a:pt x="30" y="7"/>
                            </a:cubicBezTo>
                            <a:cubicBezTo>
                              <a:pt x="0" y="95"/>
                              <a:pt x="249" y="297"/>
                              <a:pt x="326" y="297"/>
                            </a:cubicBezTo>
                            <a:cubicBezTo>
                              <a:pt x="354" y="297"/>
                              <a:pt x="359" y="270"/>
                              <a:pt x="319" y="201"/>
                            </a:cubicBezTo>
                            <a:cubicBezTo>
                              <a:pt x="219" y="28"/>
                              <a:pt x="123" y="0"/>
                              <a:pt x="7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 name="Google Shape;1614;p37"/>
                    <p:cNvGrpSpPr/>
                    <p:nvPr/>
                  </p:nvGrpSpPr>
                  <p:grpSpPr>
                    <a:xfrm rot="1095743">
                      <a:off x="3761865" y="3244835"/>
                      <a:ext cx="45394" cy="43778"/>
                      <a:chOff x="3655114" y="3226323"/>
                      <a:chExt cx="105449" cy="101666"/>
                    </a:xfrm>
                  </p:grpSpPr>
                  <p:sp>
                    <p:nvSpPr>
                      <p:cNvPr id="1615" name="Google Shape;1615;p37"/>
                      <p:cNvSpPr/>
                      <p:nvPr/>
                    </p:nvSpPr>
                    <p:spPr>
                      <a:xfrm>
                        <a:off x="3655114" y="3226323"/>
                        <a:ext cx="105449" cy="101666"/>
                      </a:xfrm>
                      <a:custGeom>
                        <a:rect b="b" l="l" r="r" t="t"/>
                        <a:pathLst>
                          <a:path extrusionOk="0" h="642" w="666">
                            <a:moveTo>
                              <a:pt x="112" y="1"/>
                            </a:moveTo>
                            <a:cubicBezTo>
                              <a:pt x="109" y="1"/>
                              <a:pt x="105" y="1"/>
                              <a:pt x="101" y="1"/>
                            </a:cubicBezTo>
                            <a:cubicBezTo>
                              <a:pt x="52" y="5"/>
                              <a:pt x="15" y="46"/>
                              <a:pt x="1" y="138"/>
                            </a:cubicBezTo>
                            <a:cubicBezTo>
                              <a:pt x="1" y="138"/>
                              <a:pt x="134" y="596"/>
                              <a:pt x="345" y="637"/>
                            </a:cubicBezTo>
                            <a:cubicBezTo>
                              <a:pt x="355" y="640"/>
                              <a:pt x="365" y="641"/>
                              <a:pt x="377" y="641"/>
                            </a:cubicBezTo>
                            <a:cubicBezTo>
                              <a:pt x="401" y="641"/>
                              <a:pt x="428" y="635"/>
                              <a:pt x="455" y="619"/>
                            </a:cubicBezTo>
                            <a:cubicBezTo>
                              <a:pt x="666" y="511"/>
                              <a:pt x="309" y="1"/>
                              <a:pt x="112"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7"/>
                      <p:cNvSpPr/>
                      <p:nvPr/>
                    </p:nvSpPr>
                    <p:spPr>
                      <a:xfrm>
                        <a:off x="3655114" y="3226482"/>
                        <a:ext cx="98008" cy="100874"/>
                      </a:xfrm>
                      <a:custGeom>
                        <a:rect b="b" l="l" r="r" t="t"/>
                        <a:pathLst>
                          <a:path extrusionOk="0" h="637" w="619">
                            <a:moveTo>
                              <a:pt x="101" y="0"/>
                            </a:moveTo>
                            <a:cubicBezTo>
                              <a:pt x="52" y="6"/>
                              <a:pt x="15" y="47"/>
                              <a:pt x="1" y="139"/>
                            </a:cubicBezTo>
                            <a:cubicBezTo>
                              <a:pt x="1" y="139"/>
                              <a:pt x="134" y="595"/>
                              <a:pt x="345" y="636"/>
                            </a:cubicBezTo>
                            <a:cubicBezTo>
                              <a:pt x="367" y="636"/>
                              <a:pt x="390" y="630"/>
                              <a:pt x="416" y="616"/>
                            </a:cubicBezTo>
                            <a:cubicBezTo>
                              <a:pt x="619" y="510"/>
                              <a:pt x="304" y="43"/>
                              <a:pt x="1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7"/>
                      <p:cNvSpPr/>
                      <p:nvPr/>
                    </p:nvSpPr>
                    <p:spPr>
                      <a:xfrm>
                        <a:off x="3661131" y="3236458"/>
                        <a:ext cx="56841" cy="47032"/>
                      </a:xfrm>
                      <a:custGeom>
                        <a:rect b="b" l="l" r="r" t="t"/>
                        <a:pathLst>
                          <a:path extrusionOk="0" h="297" w="359">
                            <a:moveTo>
                              <a:pt x="70" y="0"/>
                            </a:moveTo>
                            <a:cubicBezTo>
                              <a:pt x="45" y="0"/>
                              <a:pt x="30" y="7"/>
                              <a:pt x="30" y="7"/>
                            </a:cubicBezTo>
                            <a:cubicBezTo>
                              <a:pt x="0" y="95"/>
                              <a:pt x="249" y="297"/>
                              <a:pt x="326" y="297"/>
                            </a:cubicBezTo>
                            <a:cubicBezTo>
                              <a:pt x="354" y="297"/>
                              <a:pt x="359" y="270"/>
                              <a:pt x="319" y="201"/>
                            </a:cubicBezTo>
                            <a:cubicBezTo>
                              <a:pt x="219" y="28"/>
                              <a:pt x="123" y="0"/>
                              <a:pt x="7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618" name="Google Shape;1618;p37"/>
              <p:cNvGrpSpPr/>
              <p:nvPr/>
            </p:nvGrpSpPr>
            <p:grpSpPr>
              <a:xfrm flipH="1">
                <a:off x="2327920" y="3895542"/>
                <a:ext cx="1170164" cy="836139"/>
                <a:chOff x="4096780" y="3414945"/>
                <a:chExt cx="1152530" cy="823539"/>
              </a:xfrm>
            </p:grpSpPr>
            <p:grpSp>
              <p:nvGrpSpPr>
                <p:cNvPr id="1619" name="Google Shape;1619;p37"/>
                <p:cNvGrpSpPr/>
                <p:nvPr/>
              </p:nvGrpSpPr>
              <p:grpSpPr>
                <a:xfrm>
                  <a:off x="4641093" y="3710740"/>
                  <a:ext cx="608217" cy="527745"/>
                  <a:chOff x="4641093" y="3710740"/>
                  <a:chExt cx="608217" cy="527745"/>
                </a:xfrm>
              </p:grpSpPr>
              <p:sp>
                <p:nvSpPr>
                  <p:cNvPr id="1620" name="Google Shape;1620;p37"/>
                  <p:cNvSpPr/>
                  <p:nvPr/>
                </p:nvSpPr>
                <p:spPr>
                  <a:xfrm>
                    <a:off x="5200700" y="4209961"/>
                    <a:ext cx="48611" cy="28523"/>
                  </a:xfrm>
                  <a:custGeom>
                    <a:rect b="b" l="l" r="r" t="t"/>
                    <a:pathLst>
                      <a:path extrusionOk="0" h="470" w="801">
                        <a:moveTo>
                          <a:pt x="107" y="1"/>
                        </a:moveTo>
                        <a:cubicBezTo>
                          <a:pt x="1" y="1"/>
                          <a:pt x="46" y="181"/>
                          <a:pt x="46" y="181"/>
                        </a:cubicBezTo>
                        <a:cubicBezTo>
                          <a:pt x="52" y="230"/>
                          <a:pt x="179" y="363"/>
                          <a:pt x="330" y="429"/>
                        </a:cubicBezTo>
                        <a:cubicBezTo>
                          <a:pt x="383" y="454"/>
                          <a:pt x="440" y="470"/>
                          <a:pt x="494" y="470"/>
                        </a:cubicBezTo>
                        <a:cubicBezTo>
                          <a:pt x="523" y="470"/>
                          <a:pt x="551" y="465"/>
                          <a:pt x="578" y="455"/>
                        </a:cubicBezTo>
                        <a:cubicBezTo>
                          <a:pt x="801" y="375"/>
                          <a:pt x="400" y="128"/>
                          <a:pt x="189" y="25"/>
                        </a:cubicBezTo>
                        <a:cubicBezTo>
                          <a:pt x="172" y="15"/>
                          <a:pt x="154" y="9"/>
                          <a:pt x="138" y="5"/>
                        </a:cubicBezTo>
                        <a:cubicBezTo>
                          <a:pt x="126" y="2"/>
                          <a:pt x="116" y="1"/>
                          <a:pt x="107"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7"/>
                  <p:cNvSpPr/>
                  <p:nvPr/>
                </p:nvSpPr>
                <p:spPr>
                  <a:xfrm>
                    <a:off x="5200942" y="4209961"/>
                    <a:ext cx="45394" cy="27249"/>
                  </a:xfrm>
                  <a:custGeom>
                    <a:rect b="b" l="l" r="r" t="t"/>
                    <a:pathLst>
                      <a:path extrusionOk="0" h="449" w="748">
                        <a:moveTo>
                          <a:pt x="108" y="1"/>
                        </a:moveTo>
                        <a:cubicBezTo>
                          <a:pt x="1" y="1"/>
                          <a:pt x="48" y="181"/>
                          <a:pt x="48" y="181"/>
                        </a:cubicBezTo>
                        <a:cubicBezTo>
                          <a:pt x="52" y="230"/>
                          <a:pt x="181" y="363"/>
                          <a:pt x="332" y="429"/>
                        </a:cubicBezTo>
                        <a:cubicBezTo>
                          <a:pt x="370" y="440"/>
                          <a:pt x="409" y="448"/>
                          <a:pt x="448" y="448"/>
                        </a:cubicBezTo>
                        <a:cubicBezTo>
                          <a:pt x="476" y="448"/>
                          <a:pt x="503" y="444"/>
                          <a:pt x="528" y="435"/>
                        </a:cubicBezTo>
                        <a:cubicBezTo>
                          <a:pt x="747" y="357"/>
                          <a:pt x="344" y="109"/>
                          <a:pt x="140" y="5"/>
                        </a:cubicBezTo>
                        <a:cubicBezTo>
                          <a:pt x="128" y="2"/>
                          <a:pt x="118" y="1"/>
                          <a:pt x="1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7"/>
                  <p:cNvSpPr/>
                  <p:nvPr/>
                </p:nvSpPr>
                <p:spPr>
                  <a:xfrm>
                    <a:off x="5202763" y="4213481"/>
                    <a:ext cx="25974" cy="14808"/>
                  </a:xfrm>
                  <a:custGeom>
                    <a:rect b="b" l="l" r="r" t="t"/>
                    <a:pathLst>
                      <a:path extrusionOk="0" h="244" w="428">
                        <a:moveTo>
                          <a:pt x="48" y="0"/>
                        </a:moveTo>
                        <a:lnTo>
                          <a:pt x="48" y="0"/>
                        </a:lnTo>
                        <a:cubicBezTo>
                          <a:pt x="0" y="82"/>
                          <a:pt x="290" y="243"/>
                          <a:pt x="386" y="243"/>
                        </a:cubicBezTo>
                        <a:cubicBezTo>
                          <a:pt x="417" y="243"/>
                          <a:pt x="428" y="226"/>
                          <a:pt x="400" y="184"/>
                        </a:cubicBezTo>
                        <a:cubicBezTo>
                          <a:pt x="286" y="17"/>
                          <a:pt x="48" y="0"/>
                          <a:pt x="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7"/>
                  <p:cNvSpPr/>
                  <p:nvPr/>
                </p:nvSpPr>
                <p:spPr>
                  <a:xfrm>
                    <a:off x="4641093" y="3710740"/>
                    <a:ext cx="39932" cy="39143"/>
                  </a:xfrm>
                  <a:custGeom>
                    <a:rect b="b" l="l" r="r" t="t"/>
                    <a:pathLst>
                      <a:path extrusionOk="0" h="645" w="658">
                        <a:moveTo>
                          <a:pt x="246" y="1"/>
                        </a:moveTo>
                        <a:cubicBezTo>
                          <a:pt x="171" y="1"/>
                          <a:pt x="105" y="32"/>
                          <a:pt x="70" y="98"/>
                        </a:cubicBezTo>
                        <a:cubicBezTo>
                          <a:pt x="62" y="117"/>
                          <a:pt x="1" y="334"/>
                          <a:pt x="285" y="567"/>
                        </a:cubicBezTo>
                        <a:cubicBezTo>
                          <a:pt x="297" y="579"/>
                          <a:pt x="314" y="587"/>
                          <a:pt x="326" y="598"/>
                        </a:cubicBezTo>
                        <a:cubicBezTo>
                          <a:pt x="376" y="630"/>
                          <a:pt x="420" y="645"/>
                          <a:pt x="458" y="645"/>
                        </a:cubicBezTo>
                        <a:cubicBezTo>
                          <a:pt x="612" y="645"/>
                          <a:pt x="657" y="402"/>
                          <a:pt x="557" y="203"/>
                        </a:cubicBezTo>
                        <a:cubicBezTo>
                          <a:pt x="520" y="127"/>
                          <a:pt x="457" y="70"/>
                          <a:pt x="391" y="37"/>
                        </a:cubicBezTo>
                        <a:cubicBezTo>
                          <a:pt x="343" y="13"/>
                          <a:pt x="293" y="1"/>
                          <a:pt x="246"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7"/>
                  <p:cNvSpPr/>
                  <p:nvPr/>
                </p:nvSpPr>
                <p:spPr>
                  <a:xfrm>
                    <a:off x="4641093" y="3710740"/>
                    <a:ext cx="37566" cy="37808"/>
                  </a:xfrm>
                  <a:custGeom>
                    <a:rect b="b" l="l" r="r" t="t"/>
                    <a:pathLst>
                      <a:path extrusionOk="0" h="623" w="619">
                        <a:moveTo>
                          <a:pt x="246" y="1"/>
                        </a:moveTo>
                        <a:cubicBezTo>
                          <a:pt x="171" y="1"/>
                          <a:pt x="105" y="32"/>
                          <a:pt x="70" y="98"/>
                        </a:cubicBezTo>
                        <a:cubicBezTo>
                          <a:pt x="62" y="117"/>
                          <a:pt x="1" y="334"/>
                          <a:pt x="285" y="567"/>
                        </a:cubicBezTo>
                        <a:cubicBezTo>
                          <a:pt x="297" y="579"/>
                          <a:pt x="314" y="587"/>
                          <a:pt x="326" y="598"/>
                        </a:cubicBezTo>
                        <a:cubicBezTo>
                          <a:pt x="360" y="615"/>
                          <a:pt x="391" y="623"/>
                          <a:pt x="418" y="623"/>
                        </a:cubicBezTo>
                        <a:cubicBezTo>
                          <a:pt x="572" y="623"/>
                          <a:pt x="619" y="377"/>
                          <a:pt x="518" y="180"/>
                        </a:cubicBezTo>
                        <a:cubicBezTo>
                          <a:pt x="487" y="119"/>
                          <a:pt x="442" y="70"/>
                          <a:pt x="391" y="37"/>
                        </a:cubicBezTo>
                        <a:cubicBezTo>
                          <a:pt x="343" y="13"/>
                          <a:pt x="293" y="1"/>
                          <a:pt x="2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7"/>
                  <p:cNvSpPr/>
                  <p:nvPr/>
                </p:nvSpPr>
                <p:spPr>
                  <a:xfrm>
                    <a:off x="4650925" y="3713835"/>
                    <a:ext cx="22636" cy="14626"/>
                  </a:xfrm>
                  <a:custGeom>
                    <a:rect b="b" l="l" r="r" t="t"/>
                    <a:pathLst>
                      <a:path extrusionOk="0" h="241" w="373">
                        <a:moveTo>
                          <a:pt x="138" y="1"/>
                        </a:moveTo>
                        <a:cubicBezTo>
                          <a:pt x="108" y="1"/>
                          <a:pt x="79" y="8"/>
                          <a:pt x="53" y="19"/>
                        </a:cubicBezTo>
                        <a:cubicBezTo>
                          <a:pt x="0" y="41"/>
                          <a:pt x="49" y="90"/>
                          <a:pt x="96" y="127"/>
                        </a:cubicBezTo>
                        <a:cubicBezTo>
                          <a:pt x="178" y="188"/>
                          <a:pt x="276" y="240"/>
                          <a:pt x="325" y="240"/>
                        </a:cubicBezTo>
                        <a:cubicBezTo>
                          <a:pt x="363" y="240"/>
                          <a:pt x="372" y="210"/>
                          <a:pt x="323" y="129"/>
                        </a:cubicBezTo>
                        <a:cubicBezTo>
                          <a:pt x="264" y="30"/>
                          <a:pt x="198" y="1"/>
                          <a:pt x="1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7"/>
                  <p:cNvSpPr/>
                  <p:nvPr/>
                </p:nvSpPr>
                <p:spPr>
                  <a:xfrm>
                    <a:off x="4756097" y="3758623"/>
                    <a:ext cx="25246" cy="21423"/>
                  </a:xfrm>
                  <a:custGeom>
                    <a:rect b="b" l="l" r="r" t="t"/>
                    <a:pathLst>
                      <a:path extrusionOk="0" h="353" w="416">
                        <a:moveTo>
                          <a:pt x="131" y="1"/>
                        </a:moveTo>
                        <a:cubicBezTo>
                          <a:pt x="123" y="1"/>
                          <a:pt x="116" y="1"/>
                          <a:pt x="109" y="3"/>
                        </a:cubicBezTo>
                        <a:cubicBezTo>
                          <a:pt x="88" y="5"/>
                          <a:pt x="74" y="9"/>
                          <a:pt x="57" y="17"/>
                        </a:cubicBezTo>
                        <a:cubicBezTo>
                          <a:pt x="14" y="36"/>
                          <a:pt x="0" y="87"/>
                          <a:pt x="23" y="128"/>
                        </a:cubicBezTo>
                        <a:cubicBezTo>
                          <a:pt x="61" y="193"/>
                          <a:pt x="133" y="302"/>
                          <a:pt x="215" y="343"/>
                        </a:cubicBezTo>
                        <a:cubicBezTo>
                          <a:pt x="217" y="343"/>
                          <a:pt x="217" y="345"/>
                          <a:pt x="219" y="345"/>
                        </a:cubicBezTo>
                        <a:cubicBezTo>
                          <a:pt x="231" y="350"/>
                          <a:pt x="242" y="353"/>
                          <a:pt x="253" y="353"/>
                        </a:cubicBezTo>
                        <a:cubicBezTo>
                          <a:pt x="316" y="353"/>
                          <a:pt x="365" y="270"/>
                          <a:pt x="395" y="202"/>
                        </a:cubicBezTo>
                        <a:cubicBezTo>
                          <a:pt x="415" y="159"/>
                          <a:pt x="395" y="107"/>
                          <a:pt x="350" y="87"/>
                        </a:cubicBezTo>
                        <a:cubicBezTo>
                          <a:pt x="307" y="71"/>
                          <a:pt x="256" y="48"/>
                          <a:pt x="201" y="19"/>
                        </a:cubicBezTo>
                        <a:cubicBezTo>
                          <a:pt x="176" y="7"/>
                          <a:pt x="153" y="1"/>
                          <a:pt x="131"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7"/>
                  <p:cNvSpPr/>
                  <p:nvPr/>
                </p:nvSpPr>
                <p:spPr>
                  <a:xfrm>
                    <a:off x="4755855" y="3758926"/>
                    <a:ext cx="22151" cy="20755"/>
                  </a:xfrm>
                  <a:custGeom>
                    <a:rect b="b" l="l" r="r" t="t"/>
                    <a:pathLst>
                      <a:path extrusionOk="0" h="342" w="365">
                        <a:moveTo>
                          <a:pt x="110" y="0"/>
                        </a:moveTo>
                        <a:cubicBezTo>
                          <a:pt x="90" y="2"/>
                          <a:pt x="74" y="6"/>
                          <a:pt x="59" y="14"/>
                        </a:cubicBezTo>
                        <a:cubicBezTo>
                          <a:pt x="16" y="33"/>
                          <a:pt x="0" y="84"/>
                          <a:pt x="23" y="125"/>
                        </a:cubicBezTo>
                        <a:cubicBezTo>
                          <a:pt x="61" y="194"/>
                          <a:pt x="133" y="301"/>
                          <a:pt x="217" y="342"/>
                        </a:cubicBezTo>
                        <a:cubicBezTo>
                          <a:pt x="272" y="327"/>
                          <a:pt x="313" y="254"/>
                          <a:pt x="342" y="194"/>
                        </a:cubicBezTo>
                        <a:cubicBezTo>
                          <a:pt x="364" y="151"/>
                          <a:pt x="342" y="96"/>
                          <a:pt x="297" y="78"/>
                        </a:cubicBezTo>
                        <a:cubicBezTo>
                          <a:pt x="256" y="64"/>
                          <a:pt x="203" y="41"/>
                          <a:pt x="149" y="12"/>
                        </a:cubicBezTo>
                        <a:cubicBezTo>
                          <a:pt x="135" y="8"/>
                          <a:pt x="123" y="2"/>
                          <a:pt x="1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7"/>
                  <p:cNvSpPr/>
                  <p:nvPr/>
                </p:nvSpPr>
                <p:spPr>
                  <a:xfrm>
                    <a:off x="4761013" y="3762264"/>
                    <a:ext cx="9589" cy="6129"/>
                  </a:xfrm>
                  <a:custGeom>
                    <a:rect b="b" l="l" r="r" t="t"/>
                    <a:pathLst>
                      <a:path extrusionOk="0" h="101" w="158">
                        <a:moveTo>
                          <a:pt x="1" y="0"/>
                        </a:moveTo>
                        <a:lnTo>
                          <a:pt x="1" y="0"/>
                        </a:lnTo>
                        <a:cubicBezTo>
                          <a:pt x="17" y="75"/>
                          <a:pt x="58" y="100"/>
                          <a:pt x="93" y="100"/>
                        </a:cubicBezTo>
                        <a:cubicBezTo>
                          <a:pt x="128" y="100"/>
                          <a:pt x="158" y="74"/>
                          <a:pt x="148" y="49"/>
                        </a:cubicBezTo>
                        <a:cubicBezTo>
                          <a:pt x="132" y="6"/>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7"/>
                  <p:cNvSpPr/>
                  <p:nvPr/>
                </p:nvSpPr>
                <p:spPr>
                  <a:xfrm>
                    <a:off x="4938951" y="3853296"/>
                    <a:ext cx="18085" cy="23972"/>
                  </a:xfrm>
                  <a:custGeom>
                    <a:rect b="b" l="l" r="r" t="t"/>
                    <a:pathLst>
                      <a:path extrusionOk="0" h="395" w="298">
                        <a:moveTo>
                          <a:pt x="180" y="0"/>
                        </a:moveTo>
                        <a:cubicBezTo>
                          <a:pt x="174" y="0"/>
                          <a:pt x="168" y="1"/>
                          <a:pt x="162" y="2"/>
                        </a:cubicBezTo>
                        <a:cubicBezTo>
                          <a:pt x="140" y="6"/>
                          <a:pt x="115" y="20"/>
                          <a:pt x="101" y="43"/>
                        </a:cubicBezTo>
                        <a:cubicBezTo>
                          <a:pt x="58" y="106"/>
                          <a:pt x="5" y="207"/>
                          <a:pt x="1" y="293"/>
                        </a:cubicBezTo>
                        <a:cubicBezTo>
                          <a:pt x="1" y="372"/>
                          <a:pt x="93" y="393"/>
                          <a:pt x="175" y="395"/>
                        </a:cubicBezTo>
                        <a:lnTo>
                          <a:pt x="222" y="395"/>
                        </a:lnTo>
                        <a:cubicBezTo>
                          <a:pt x="265" y="393"/>
                          <a:pt x="297" y="358"/>
                          <a:pt x="295" y="313"/>
                        </a:cubicBezTo>
                        <a:cubicBezTo>
                          <a:pt x="293" y="268"/>
                          <a:pt x="291" y="207"/>
                          <a:pt x="287" y="139"/>
                        </a:cubicBezTo>
                        <a:cubicBezTo>
                          <a:pt x="287" y="94"/>
                          <a:pt x="269" y="57"/>
                          <a:pt x="246" y="33"/>
                        </a:cubicBezTo>
                        <a:cubicBezTo>
                          <a:pt x="230" y="11"/>
                          <a:pt x="205" y="0"/>
                          <a:pt x="180"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7"/>
                  <p:cNvSpPr/>
                  <p:nvPr/>
                </p:nvSpPr>
                <p:spPr>
                  <a:xfrm>
                    <a:off x="4939194" y="3853418"/>
                    <a:ext cx="15961" cy="23850"/>
                  </a:xfrm>
                  <a:custGeom>
                    <a:rect b="b" l="l" r="r" t="t"/>
                    <a:pathLst>
                      <a:path extrusionOk="0" h="393" w="263">
                        <a:moveTo>
                          <a:pt x="160" y="0"/>
                        </a:moveTo>
                        <a:cubicBezTo>
                          <a:pt x="138" y="4"/>
                          <a:pt x="115" y="18"/>
                          <a:pt x="99" y="41"/>
                        </a:cubicBezTo>
                        <a:cubicBezTo>
                          <a:pt x="56" y="104"/>
                          <a:pt x="3" y="205"/>
                          <a:pt x="1" y="291"/>
                        </a:cubicBezTo>
                        <a:cubicBezTo>
                          <a:pt x="1" y="370"/>
                          <a:pt x="93" y="391"/>
                          <a:pt x="175" y="393"/>
                        </a:cubicBezTo>
                        <a:lnTo>
                          <a:pt x="187" y="393"/>
                        </a:lnTo>
                        <a:cubicBezTo>
                          <a:pt x="230" y="391"/>
                          <a:pt x="263" y="356"/>
                          <a:pt x="261" y="311"/>
                        </a:cubicBezTo>
                        <a:cubicBezTo>
                          <a:pt x="259" y="266"/>
                          <a:pt x="257" y="205"/>
                          <a:pt x="257" y="137"/>
                        </a:cubicBezTo>
                        <a:cubicBezTo>
                          <a:pt x="257" y="92"/>
                          <a:pt x="238" y="55"/>
                          <a:pt x="214" y="31"/>
                        </a:cubicBezTo>
                        <a:cubicBezTo>
                          <a:pt x="199" y="12"/>
                          <a:pt x="181" y="4"/>
                          <a:pt x="1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7"/>
                  <p:cNvSpPr/>
                  <p:nvPr/>
                </p:nvSpPr>
                <p:spPr>
                  <a:xfrm>
                    <a:off x="4944534" y="3856149"/>
                    <a:ext cx="9528" cy="7161"/>
                  </a:xfrm>
                  <a:custGeom>
                    <a:rect b="b" l="l" r="r" t="t"/>
                    <a:pathLst>
                      <a:path extrusionOk="0" h="118" w="157">
                        <a:moveTo>
                          <a:pt x="64" y="0"/>
                        </a:moveTo>
                        <a:cubicBezTo>
                          <a:pt x="38" y="0"/>
                          <a:pt x="20" y="31"/>
                          <a:pt x="9" y="57"/>
                        </a:cubicBezTo>
                        <a:cubicBezTo>
                          <a:pt x="1" y="76"/>
                          <a:pt x="9" y="96"/>
                          <a:pt x="29" y="104"/>
                        </a:cubicBezTo>
                        <a:cubicBezTo>
                          <a:pt x="54" y="113"/>
                          <a:pt x="76" y="117"/>
                          <a:pt x="93" y="117"/>
                        </a:cubicBezTo>
                        <a:cubicBezTo>
                          <a:pt x="140" y="117"/>
                          <a:pt x="157" y="88"/>
                          <a:pt x="109" y="29"/>
                        </a:cubicBezTo>
                        <a:cubicBezTo>
                          <a:pt x="92" y="8"/>
                          <a:pt x="77" y="0"/>
                          <a:pt x="64"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7"/>
                  <p:cNvSpPr/>
                  <p:nvPr/>
                </p:nvSpPr>
                <p:spPr>
                  <a:xfrm>
                    <a:off x="5049222" y="4103696"/>
                    <a:ext cx="40357" cy="39143"/>
                  </a:xfrm>
                  <a:custGeom>
                    <a:rect b="b" l="l" r="r" t="t"/>
                    <a:pathLst>
                      <a:path extrusionOk="0" h="645" w="665">
                        <a:moveTo>
                          <a:pt x="110" y="0"/>
                        </a:moveTo>
                        <a:cubicBezTo>
                          <a:pt x="107" y="0"/>
                          <a:pt x="104" y="0"/>
                          <a:pt x="101" y="1"/>
                        </a:cubicBezTo>
                        <a:cubicBezTo>
                          <a:pt x="52" y="7"/>
                          <a:pt x="13" y="50"/>
                          <a:pt x="1" y="142"/>
                        </a:cubicBezTo>
                        <a:cubicBezTo>
                          <a:pt x="1" y="142"/>
                          <a:pt x="134" y="600"/>
                          <a:pt x="342" y="641"/>
                        </a:cubicBezTo>
                        <a:cubicBezTo>
                          <a:pt x="353" y="643"/>
                          <a:pt x="363" y="645"/>
                          <a:pt x="373" y="645"/>
                        </a:cubicBezTo>
                        <a:cubicBezTo>
                          <a:pt x="399" y="645"/>
                          <a:pt x="425" y="637"/>
                          <a:pt x="453" y="623"/>
                        </a:cubicBezTo>
                        <a:cubicBezTo>
                          <a:pt x="664" y="510"/>
                          <a:pt x="304" y="0"/>
                          <a:pt x="110"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7"/>
                  <p:cNvSpPr/>
                  <p:nvPr/>
                </p:nvSpPr>
                <p:spPr>
                  <a:xfrm>
                    <a:off x="5049100" y="4103696"/>
                    <a:ext cx="37444" cy="38961"/>
                  </a:xfrm>
                  <a:custGeom>
                    <a:rect b="b" l="l" r="r" t="t"/>
                    <a:pathLst>
                      <a:path extrusionOk="0" h="642" w="617">
                        <a:moveTo>
                          <a:pt x="99" y="1"/>
                        </a:moveTo>
                        <a:cubicBezTo>
                          <a:pt x="52" y="7"/>
                          <a:pt x="13" y="50"/>
                          <a:pt x="0" y="142"/>
                        </a:cubicBezTo>
                        <a:cubicBezTo>
                          <a:pt x="0" y="142"/>
                          <a:pt x="133" y="600"/>
                          <a:pt x="342" y="641"/>
                        </a:cubicBezTo>
                        <a:cubicBezTo>
                          <a:pt x="365" y="641"/>
                          <a:pt x="389" y="633"/>
                          <a:pt x="414" y="621"/>
                        </a:cubicBezTo>
                        <a:cubicBezTo>
                          <a:pt x="616" y="512"/>
                          <a:pt x="301" y="46"/>
                          <a:pt x="9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7"/>
                  <p:cNvSpPr/>
                  <p:nvPr/>
                </p:nvSpPr>
                <p:spPr>
                  <a:xfrm>
                    <a:off x="5051406" y="4107641"/>
                    <a:ext cx="21847" cy="18146"/>
                  </a:xfrm>
                  <a:custGeom>
                    <a:rect b="b" l="l" r="r" t="t"/>
                    <a:pathLst>
                      <a:path extrusionOk="0" h="299" w="360">
                        <a:moveTo>
                          <a:pt x="70" y="1"/>
                        </a:moveTo>
                        <a:cubicBezTo>
                          <a:pt x="45" y="1"/>
                          <a:pt x="30" y="7"/>
                          <a:pt x="30" y="7"/>
                        </a:cubicBezTo>
                        <a:cubicBezTo>
                          <a:pt x="0" y="96"/>
                          <a:pt x="249" y="298"/>
                          <a:pt x="326" y="298"/>
                        </a:cubicBezTo>
                        <a:cubicBezTo>
                          <a:pt x="355" y="298"/>
                          <a:pt x="360" y="271"/>
                          <a:pt x="321" y="202"/>
                        </a:cubicBezTo>
                        <a:cubicBezTo>
                          <a:pt x="220" y="29"/>
                          <a:pt x="122" y="1"/>
                          <a:pt x="70"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7"/>
                  <p:cNvSpPr/>
                  <p:nvPr/>
                </p:nvSpPr>
                <p:spPr>
                  <a:xfrm>
                    <a:off x="4727635" y="3857969"/>
                    <a:ext cx="40236" cy="38779"/>
                  </a:xfrm>
                  <a:custGeom>
                    <a:rect b="b" l="l" r="r" t="t"/>
                    <a:pathLst>
                      <a:path extrusionOk="0" h="639" w="663">
                        <a:moveTo>
                          <a:pt x="111" y="0"/>
                        </a:moveTo>
                        <a:cubicBezTo>
                          <a:pt x="100" y="0"/>
                          <a:pt x="90" y="2"/>
                          <a:pt x="80" y="5"/>
                        </a:cubicBezTo>
                        <a:cubicBezTo>
                          <a:pt x="56" y="11"/>
                          <a:pt x="35" y="29"/>
                          <a:pt x="21" y="60"/>
                        </a:cubicBezTo>
                        <a:cubicBezTo>
                          <a:pt x="1" y="101"/>
                          <a:pt x="1" y="148"/>
                          <a:pt x="15" y="191"/>
                        </a:cubicBezTo>
                        <a:cubicBezTo>
                          <a:pt x="56" y="312"/>
                          <a:pt x="174" y="600"/>
                          <a:pt x="338" y="635"/>
                        </a:cubicBezTo>
                        <a:cubicBezTo>
                          <a:pt x="349" y="638"/>
                          <a:pt x="361" y="639"/>
                          <a:pt x="372" y="639"/>
                        </a:cubicBezTo>
                        <a:cubicBezTo>
                          <a:pt x="398" y="639"/>
                          <a:pt x="424" y="633"/>
                          <a:pt x="451" y="619"/>
                        </a:cubicBezTo>
                        <a:cubicBezTo>
                          <a:pt x="662" y="506"/>
                          <a:pt x="307" y="0"/>
                          <a:pt x="111"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7"/>
                  <p:cNvSpPr/>
                  <p:nvPr/>
                </p:nvSpPr>
                <p:spPr>
                  <a:xfrm>
                    <a:off x="4727635" y="3858212"/>
                    <a:ext cx="35684" cy="38294"/>
                  </a:xfrm>
                  <a:custGeom>
                    <a:rect b="b" l="l" r="r" t="t"/>
                    <a:pathLst>
                      <a:path extrusionOk="0" h="631" w="588">
                        <a:moveTo>
                          <a:pt x="80" y="1"/>
                        </a:moveTo>
                        <a:cubicBezTo>
                          <a:pt x="56" y="7"/>
                          <a:pt x="35" y="25"/>
                          <a:pt x="21" y="56"/>
                        </a:cubicBezTo>
                        <a:cubicBezTo>
                          <a:pt x="1" y="97"/>
                          <a:pt x="1" y="144"/>
                          <a:pt x="15" y="187"/>
                        </a:cubicBezTo>
                        <a:cubicBezTo>
                          <a:pt x="56" y="308"/>
                          <a:pt x="174" y="596"/>
                          <a:pt x="338" y="631"/>
                        </a:cubicBezTo>
                        <a:cubicBezTo>
                          <a:pt x="352" y="629"/>
                          <a:pt x="369" y="625"/>
                          <a:pt x="387" y="615"/>
                        </a:cubicBezTo>
                        <a:cubicBezTo>
                          <a:pt x="588" y="510"/>
                          <a:pt x="279" y="50"/>
                          <a:pt x="8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7"/>
                  <p:cNvSpPr/>
                  <p:nvPr/>
                </p:nvSpPr>
                <p:spPr>
                  <a:xfrm>
                    <a:off x="4730851" y="3862157"/>
                    <a:ext cx="12016" cy="22394"/>
                  </a:xfrm>
                  <a:custGeom>
                    <a:rect b="b" l="l" r="r" t="t"/>
                    <a:pathLst>
                      <a:path extrusionOk="0" h="369" w="198">
                        <a:moveTo>
                          <a:pt x="20" y="1"/>
                        </a:moveTo>
                        <a:cubicBezTo>
                          <a:pt x="12" y="1"/>
                          <a:pt x="5" y="9"/>
                          <a:pt x="1" y="28"/>
                        </a:cubicBezTo>
                        <a:cubicBezTo>
                          <a:pt x="1" y="28"/>
                          <a:pt x="9" y="230"/>
                          <a:pt x="124" y="351"/>
                        </a:cubicBezTo>
                        <a:cubicBezTo>
                          <a:pt x="135" y="363"/>
                          <a:pt x="143" y="369"/>
                          <a:pt x="149" y="369"/>
                        </a:cubicBezTo>
                        <a:cubicBezTo>
                          <a:pt x="198" y="369"/>
                          <a:pt x="75" y="1"/>
                          <a:pt x="20"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7"/>
                  <p:cNvSpPr/>
                  <p:nvPr/>
                </p:nvSpPr>
                <p:spPr>
                  <a:xfrm>
                    <a:off x="4718956" y="3785204"/>
                    <a:ext cx="27856" cy="18328"/>
                  </a:xfrm>
                  <a:custGeom>
                    <a:rect b="b" l="l" r="r" t="t"/>
                    <a:pathLst>
                      <a:path extrusionOk="0" h="302" w="459">
                        <a:moveTo>
                          <a:pt x="142" y="1"/>
                        </a:moveTo>
                        <a:cubicBezTo>
                          <a:pt x="0" y="1"/>
                          <a:pt x="52" y="302"/>
                          <a:pt x="52" y="302"/>
                        </a:cubicBezTo>
                        <a:cubicBezTo>
                          <a:pt x="52" y="302"/>
                          <a:pt x="166" y="287"/>
                          <a:pt x="293" y="287"/>
                        </a:cubicBezTo>
                        <a:cubicBezTo>
                          <a:pt x="369" y="287"/>
                          <a:pt x="412" y="244"/>
                          <a:pt x="438" y="205"/>
                        </a:cubicBezTo>
                        <a:cubicBezTo>
                          <a:pt x="459" y="175"/>
                          <a:pt x="448" y="138"/>
                          <a:pt x="420" y="117"/>
                        </a:cubicBezTo>
                        <a:cubicBezTo>
                          <a:pt x="356" y="72"/>
                          <a:pt x="240" y="1"/>
                          <a:pt x="142"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7"/>
                  <p:cNvSpPr/>
                  <p:nvPr/>
                </p:nvSpPr>
                <p:spPr>
                  <a:xfrm>
                    <a:off x="4714708" y="3785143"/>
                    <a:ext cx="28523" cy="18449"/>
                  </a:xfrm>
                  <a:custGeom>
                    <a:rect b="b" l="l" r="r" t="t"/>
                    <a:pathLst>
                      <a:path extrusionOk="0" h="304" w="470">
                        <a:moveTo>
                          <a:pt x="218" y="0"/>
                        </a:moveTo>
                        <a:cubicBezTo>
                          <a:pt x="208" y="0"/>
                          <a:pt x="197" y="1"/>
                          <a:pt x="187" y="4"/>
                        </a:cubicBezTo>
                        <a:cubicBezTo>
                          <a:pt x="160" y="12"/>
                          <a:pt x="109" y="51"/>
                          <a:pt x="70" y="80"/>
                        </a:cubicBezTo>
                        <a:cubicBezTo>
                          <a:pt x="21" y="114"/>
                          <a:pt x="1" y="180"/>
                          <a:pt x="23" y="235"/>
                        </a:cubicBezTo>
                        <a:cubicBezTo>
                          <a:pt x="47" y="289"/>
                          <a:pt x="98" y="304"/>
                          <a:pt x="153" y="304"/>
                        </a:cubicBezTo>
                        <a:cubicBezTo>
                          <a:pt x="213" y="304"/>
                          <a:pt x="277" y="286"/>
                          <a:pt x="308" y="286"/>
                        </a:cubicBezTo>
                        <a:cubicBezTo>
                          <a:pt x="383" y="286"/>
                          <a:pt x="430" y="237"/>
                          <a:pt x="453" y="198"/>
                        </a:cubicBezTo>
                        <a:cubicBezTo>
                          <a:pt x="469" y="174"/>
                          <a:pt x="465" y="139"/>
                          <a:pt x="443" y="118"/>
                        </a:cubicBezTo>
                        <a:cubicBezTo>
                          <a:pt x="395" y="75"/>
                          <a:pt x="304" y="0"/>
                          <a:pt x="2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7"/>
                  <p:cNvSpPr/>
                  <p:nvPr/>
                </p:nvSpPr>
                <p:spPr>
                  <a:xfrm>
                    <a:off x="4717985" y="3788481"/>
                    <a:ext cx="22030" cy="8254"/>
                  </a:xfrm>
                  <a:custGeom>
                    <a:rect b="b" l="l" r="r" t="t"/>
                    <a:pathLst>
                      <a:path extrusionOk="0" h="136" w="363">
                        <a:moveTo>
                          <a:pt x="154" y="1"/>
                        </a:moveTo>
                        <a:cubicBezTo>
                          <a:pt x="97" y="1"/>
                          <a:pt x="31" y="83"/>
                          <a:pt x="4" y="121"/>
                        </a:cubicBezTo>
                        <a:cubicBezTo>
                          <a:pt x="0" y="128"/>
                          <a:pt x="5" y="135"/>
                          <a:pt x="12" y="135"/>
                        </a:cubicBezTo>
                        <a:cubicBezTo>
                          <a:pt x="13" y="135"/>
                          <a:pt x="13" y="135"/>
                          <a:pt x="14" y="135"/>
                        </a:cubicBezTo>
                        <a:cubicBezTo>
                          <a:pt x="362" y="23"/>
                          <a:pt x="256" y="45"/>
                          <a:pt x="178" y="6"/>
                        </a:cubicBezTo>
                        <a:cubicBezTo>
                          <a:pt x="170" y="2"/>
                          <a:pt x="162" y="1"/>
                          <a:pt x="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7"/>
                  <p:cNvSpPr/>
                  <p:nvPr/>
                </p:nvSpPr>
                <p:spPr>
                  <a:xfrm>
                    <a:off x="5208043" y="4021039"/>
                    <a:ext cx="27734" cy="18146"/>
                  </a:xfrm>
                  <a:custGeom>
                    <a:rect b="b" l="l" r="r" t="t"/>
                    <a:pathLst>
                      <a:path extrusionOk="0" h="299" w="457">
                        <a:moveTo>
                          <a:pt x="139" y="0"/>
                        </a:moveTo>
                        <a:cubicBezTo>
                          <a:pt x="0" y="0"/>
                          <a:pt x="51" y="299"/>
                          <a:pt x="51" y="299"/>
                        </a:cubicBezTo>
                        <a:cubicBezTo>
                          <a:pt x="51" y="299"/>
                          <a:pt x="166" y="286"/>
                          <a:pt x="293" y="284"/>
                        </a:cubicBezTo>
                        <a:cubicBezTo>
                          <a:pt x="366" y="284"/>
                          <a:pt x="411" y="241"/>
                          <a:pt x="436" y="203"/>
                        </a:cubicBezTo>
                        <a:cubicBezTo>
                          <a:pt x="457" y="174"/>
                          <a:pt x="446" y="135"/>
                          <a:pt x="418" y="115"/>
                        </a:cubicBezTo>
                        <a:cubicBezTo>
                          <a:pt x="354" y="72"/>
                          <a:pt x="238" y="0"/>
                          <a:pt x="139"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7"/>
                  <p:cNvSpPr/>
                  <p:nvPr/>
                </p:nvSpPr>
                <p:spPr>
                  <a:xfrm>
                    <a:off x="5203916" y="4021099"/>
                    <a:ext cx="28523" cy="18388"/>
                  </a:xfrm>
                  <a:custGeom>
                    <a:rect b="b" l="l" r="r" t="t"/>
                    <a:pathLst>
                      <a:path extrusionOk="0" h="303" w="470">
                        <a:moveTo>
                          <a:pt x="221" y="1"/>
                        </a:moveTo>
                        <a:cubicBezTo>
                          <a:pt x="209" y="1"/>
                          <a:pt x="198" y="2"/>
                          <a:pt x="187" y="5"/>
                        </a:cubicBezTo>
                        <a:cubicBezTo>
                          <a:pt x="156" y="9"/>
                          <a:pt x="105" y="48"/>
                          <a:pt x="70" y="79"/>
                        </a:cubicBezTo>
                        <a:cubicBezTo>
                          <a:pt x="21" y="114"/>
                          <a:pt x="1" y="179"/>
                          <a:pt x="23" y="234"/>
                        </a:cubicBezTo>
                        <a:cubicBezTo>
                          <a:pt x="47" y="289"/>
                          <a:pt x="98" y="303"/>
                          <a:pt x="153" y="303"/>
                        </a:cubicBezTo>
                        <a:cubicBezTo>
                          <a:pt x="213" y="303"/>
                          <a:pt x="276" y="285"/>
                          <a:pt x="308" y="285"/>
                        </a:cubicBezTo>
                        <a:cubicBezTo>
                          <a:pt x="383" y="285"/>
                          <a:pt x="428" y="236"/>
                          <a:pt x="453" y="200"/>
                        </a:cubicBezTo>
                        <a:cubicBezTo>
                          <a:pt x="469" y="173"/>
                          <a:pt x="465" y="140"/>
                          <a:pt x="443" y="118"/>
                        </a:cubicBezTo>
                        <a:cubicBezTo>
                          <a:pt x="396" y="74"/>
                          <a:pt x="306" y="1"/>
                          <a:pt x="22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7"/>
                  <p:cNvSpPr/>
                  <p:nvPr/>
                </p:nvSpPr>
                <p:spPr>
                  <a:xfrm>
                    <a:off x="5207072" y="4024255"/>
                    <a:ext cx="21847" cy="8193"/>
                  </a:xfrm>
                  <a:custGeom>
                    <a:rect b="b" l="l" r="r" t="t"/>
                    <a:pathLst>
                      <a:path extrusionOk="0" h="135" w="360">
                        <a:moveTo>
                          <a:pt x="154" y="1"/>
                        </a:moveTo>
                        <a:cubicBezTo>
                          <a:pt x="94" y="1"/>
                          <a:pt x="29" y="83"/>
                          <a:pt x="2" y="121"/>
                        </a:cubicBezTo>
                        <a:cubicBezTo>
                          <a:pt x="0" y="128"/>
                          <a:pt x="4" y="134"/>
                          <a:pt x="9" y="134"/>
                        </a:cubicBezTo>
                        <a:cubicBezTo>
                          <a:pt x="10" y="134"/>
                          <a:pt x="11" y="134"/>
                          <a:pt x="12" y="133"/>
                        </a:cubicBezTo>
                        <a:cubicBezTo>
                          <a:pt x="360" y="21"/>
                          <a:pt x="256" y="45"/>
                          <a:pt x="180" y="6"/>
                        </a:cubicBezTo>
                        <a:cubicBezTo>
                          <a:pt x="172" y="2"/>
                          <a:pt x="163" y="1"/>
                          <a:pt x="154"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7"/>
                  <p:cNvSpPr/>
                  <p:nvPr/>
                </p:nvSpPr>
                <p:spPr>
                  <a:xfrm>
                    <a:off x="4894709" y="3838610"/>
                    <a:ext cx="25428" cy="21241"/>
                  </a:xfrm>
                  <a:custGeom>
                    <a:rect b="b" l="l" r="r" t="t"/>
                    <a:pathLst>
                      <a:path extrusionOk="0" h="350" w="419">
                        <a:moveTo>
                          <a:pt x="142" y="0"/>
                        </a:moveTo>
                        <a:cubicBezTo>
                          <a:pt x="60" y="0"/>
                          <a:pt x="0" y="99"/>
                          <a:pt x="50" y="174"/>
                        </a:cubicBezTo>
                        <a:cubicBezTo>
                          <a:pt x="85" y="230"/>
                          <a:pt x="132" y="287"/>
                          <a:pt x="183" y="324"/>
                        </a:cubicBezTo>
                        <a:cubicBezTo>
                          <a:pt x="194" y="330"/>
                          <a:pt x="204" y="336"/>
                          <a:pt x="214" y="340"/>
                        </a:cubicBezTo>
                        <a:cubicBezTo>
                          <a:pt x="227" y="347"/>
                          <a:pt x="239" y="349"/>
                          <a:pt x="250" y="349"/>
                        </a:cubicBezTo>
                        <a:cubicBezTo>
                          <a:pt x="324" y="349"/>
                          <a:pt x="380" y="233"/>
                          <a:pt x="409" y="164"/>
                        </a:cubicBezTo>
                        <a:cubicBezTo>
                          <a:pt x="419" y="140"/>
                          <a:pt x="406" y="107"/>
                          <a:pt x="378" y="95"/>
                        </a:cubicBezTo>
                        <a:cubicBezTo>
                          <a:pt x="376" y="93"/>
                          <a:pt x="372" y="93"/>
                          <a:pt x="372" y="93"/>
                        </a:cubicBezTo>
                        <a:cubicBezTo>
                          <a:pt x="333" y="80"/>
                          <a:pt x="286" y="58"/>
                          <a:pt x="231" y="31"/>
                        </a:cubicBezTo>
                        <a:cubicBezTo>
                          <a:pt x="228" y="29"/>
                          <a:pt x="226" y="29"/>
                          <a:pt x="224" y="27"/>
                        </a:cubicBezTo>
                        <a:cubicBezTo>
                          <a:pt x="216" y="23"/>
                          <a:pt x="208" y="21"/>
                          <a:pt x="202" y="17"/>
                        </a:cubicBezTo>
                        <a:cubicBezTo>
                          <a:pt x="196" y="13"/>
                          <a:pt x="194" y="13"/>
                          <a:pt x="188" y="11"/>
                        </a:cubicBezTo>
                        <a:cubicBezTo>
                          <a:pt x="186" y="11"/>
                          <a:pt x="183" y="9"/>
                          <a:pt x="177" y="7"/>
                        </a:cubicBezTo>
                        <a:cubicBezTo>
                          <a:pt x="165" y="2"/>
                          <a:pt x="153" y="0"/>
                          <a:pt x="142"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7"/>
                  <p:cNvSpPr/>
                  <p:nvPr/>
                </p:nvSpPr>
                <p:spPr>
                  <a:xfrm>
                    <a:off x="4894588" y="3838610"/>
                    <a:ext cx="22090" cy="19723"/>
                  </a:xfrm>
                  <a:custGeom>
                    <a:rect b="b" l="l" r="r" t="t"/>
                    <a:pathLst>
                      <a:path extrusionOk="0" h="325" w="364">
                        <a:moveTo>
                          <a:pt x="141" y="0"/>
                        </a:moveTo>
                        <a:cubicBezTo>
                          <a:pt x="58" y="0"/>
                          <a:pt x="0" y="99"/>
                          <a:pt x="50" y="174"/>
                        </a:cubicBezTo>
                        <a:cubicBezTo>
                          <a:pt x="85" y="230"/>
                          <a:pt x="130" y="287"/>
                          <a:pt x="181" y="324"/>
                        </a:cubicBezTo>
                        <a:cubicBezTo>
                          <a:pt x="185" y="324"/>
                          <a:pt x="188" y="324"/>
                          <a:pt x="191" y="324"/>
                        </a:cubicBezTo>
                        <a:cubicBezTo>
                          <a:pt x="264" y="324"/>
                          <a:pt x="322" y="210"/>
                          <a:pt x="351" y="142"/>
                        </a:cubicBezTo>
                        <a:cubicBezTo>
                          <a:pt x="363" y="113"/>
                          <a:pt x="351" y="82"/>
                          <a:pt x="321" y="72"/>
                        </a:cubicBezTo>
                        <a:cubicBezTo>
                          <a:pt x="298" y="62"/>
                          <a:pt x="263" y="50"/>
                          <a:pt x="228" y="31"/>
                        </a:cubicBezTo>
                        <a:cubicBezTo>
                          <a:pt x="226" y="29"/>
                          <a:pt x="224" y="29"/>
                          <a:pt x="220" y="27"/>
                        </a:cubicBezTo>
                        <a:cubicBezTo>
                          <a:pt x="210" y="21"/>
                          <a:pt x="200" y="17"/>
                          <a:pt x="188" y="11"/>
                        </a:cubicBezTo>
                        <a:cubicBezTo>
                          <a:pt x="185" y="11"/>
                          <a:pt x="181" y="9"/>
                          <a:pt x="177" y="7"/>
                        </a:cubicBezTo>
                        <a:cubicBezTo>
                          <a:pt x="165" y="2"/>
                          <a:pt x="153" y="0"/>
                          <a:pt x="1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7"/>
                  <p:cNvSpPr/>
                  <p:nvPr/>
                </p:nvSpPr>
                <p:spPr>
                  <a:xfrm>
                    <a:off x="4898593" y="3841523"/>
                    <a:ext cx="14747" cy="4855"/>
                  </a:xfrm>
                  <a:custGeom>
                    <a:rect b="b" l="l" r="r" t="t"/>
                    <a:pathLst>
                      <a:path extrusionOk="0" h="80" w="243">
                        <a:moveTo>
                          <a:pt x="80" y="0"/>
                        </a:moveTo>
                        <a:cubicBezTo>
                          <a:pt x="12" y="0"/>
                          <a:pt x="1" y="65"/>
                          <a:pt x="1" y="65"/>
                        </a:cubicBezTo>
                        <a:cubicBezTo>
                          <a:pt x="29" y="75"/>
                          <a:pt x="66" y="80"/>
                          <a:pt x="101" y="80"/>
                        </a:cubicBezTo>
                        <a:cubicBezTo>
                          <a:pt x="178" y="80"/>
                          <a:pt x="242" y="56"/>
                          <a:pt x="150" y="18"/>
                        </a:cubicBezTo>
                        <a:cubicBezTo>
                          <a:pt x="122" y="5"/>
                          <a:pt x="98" y="0"/>
                          <a:pt x="8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7"/>
                  <p:cNvSpPr/>
                  <p:nvPr/>
                </p:nvSpPr>
                <p:spPr>
                  <a:xfrm>
                    <a:off x="4673501" y="3855785"/>
                    <a:ext cx="48489" cy="28644"/>
                  </a:xfrm>
                  <a:custGeom>
                    <a:rect b="b" l="l" r="r" t="t"/>
                    <a:pathLst>
                      <a:path extrusionOk="0" h="472" w="799">
                        <a:moveTo>
                          <a:pt x="108" y="0"/>
                        </a:moveTo>
                        <a:cubicBezTo>
                          <a:pt x="0" y="0"/>
                          <a:pt x="46" y="182"/>
                          <a:pt x="46" y="182"/>
                        </a:cubicBezTo>
                        <a:cubicBezTo>
                          <a:pt x="52" y="233"/>
                          <a:pt x="179" y="366"/>
                          <a:pt x="330" y="432"/>
                        </a:cubicBezTo>
                        <a:cubicBezTo>
                          <a:pt x="383" y="457"/>
                          <a:pt x="439" y="472"/>
                          <a:pt x="493" y="472"/>
                        </a:cubicBezTo>
                        <a:cubicBezTo>
                          <a:pt x="522" y="472"/>
                          <a:pt x="550" y="467"/>
                          <a:pt x="578" y="458"/>
                        </a:cubicBezTo>
                        <a:cubicBezTo>
                          <a:pt x="798" y="380"/>
                          <a:pt x="395" y="133"/>
                          <a:pt x="189" y="24"/>
                        </a:cubicBezTo>
                        <a:cubicBezTo>
                          <a:pt x="170" y="14"/>
                          <a:pt x="154" y="10"/>
                          <a:pt x="138" y="4"/>
                        </a:cubicBezTo>
                        <a:cubicBezTo>
                          <a:pt x="127" y="1"/>
                          <a:pt x="117" y="0"/>
                          <a:pt x="108"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7"/>
                  <p:cNvSpPr/>
                  <p:nvPr/>
                </p:nvSpPr>
                <p:spPr>
                  <a:xfrm>
                    <a:off x="4673622" y="3855906"/>
                    <a:ext cx="45394" cy="27431"/>
                  </a:xfrm>
                  <a:custGeom>
                    <a:rect b="b" l="l" r="r" t="t"/>
                    <a:pathLst>
                      <a:path extrusionOk="0" h="452" w="748">
                        <a:moveTo>
                          <a:pt x="108" y="0"/>
                        </a:moveTo>
                        <a:cubicBezTo>
                          <a:pt x="0" y="0"/>
                          <a:pt x="46" y="182"/>
                          <a:pt x="46" y="182"/>
                        </a:cubicBezTo>
                        <a:cubicBezTo>
                          <a:pt x="52" y="233"/>
                          <a:pt x="179" y="366"/>
                          <a:pt x="330" y="432"/>
                        </a:cubicBezTo>
                        <a:cubicBezTo>
                          <a:pt x="368" y="444"/>
                          <a:pt x="407" y="451"/>
                          <a:pt x="446" y="451"/>
                        </a:cubicBezTo>
                        <a:cubicBezTo>
                          <a:pt x="473" y="451"/>
                          <a:pt x="501" y="447"/>
                          <a:pt x="526" y="438"/>
                        </a:cubicBezTo>
                        <a:cubicBezTo>
                          <a:pt x="747" y="360"/>
                          <a:pt x="344" y="112"/>
                          <a:pt x="138" y="4"/>
                        </a:cubicBezTo>
                        <a:cubicBezTo>
                          <a:pt x="127" y="1"/>
                          <a:pt x="117" y="0"/>
                          <a:pt x="1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7"/>
                  <p:cNvSpPr/>
                  <p:nvPr/>
                </p:nvSpPr>
                <p:spPr>
                  <a:xfrm>
                    <a:off x="4675321" y="3859608"/>
                    <a:ext cx="26096" cy="14747"/>
                  </a:xfrm>
                  <a:custGeom>
                    <a:rect b="b" l="l" r="r" t="t"/>
                    <a:pathLst>
                      <a:path extrusionOk="0" h="243" w="430">
                        <a:moveTo>
                          <a:pt x="48" y="0"/>
                        </a:moveTo>
                        <a:lnTo>
                          <a:pt x="48" y="0"/>
                        </a:lnTo>
                        <a:cubicBezTo>
                          <a:pt x="0" y="81"/>
                          <a:pt x="292" y="242"/>
                          <a:pt x="388" y="242"/>
                        </a:cubicBezTo>
                        <a:cubicBezTo>
                          <a:pt x="419" y="242"/>
                          <a:pt x="430" y="226"/>
                          <a:pt x="402" y="184"/>
                        </a:cubicBezTo>
                        <a:cubicBezTo>
                          <a:pt x="288" y="19"/>
                          <a:pt x="48" y="0"/>
                          <a:pt x="48"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7"/>
                  <p:cNvSpPr/>
                  <p:nvPr/>
                </p:nvSpPr>
                <p:spPr>
                  <a:xfrm>
                    <a:off x="5142317" y="4083669"/>
                    <a:ext cx="39750" cy="40114"/>
                  </a:xfrm>
                  <a:custGeom>
                    <a:rect b="b" l="l" r="r" t="t"/>
                    <a:pathLst>
                      <a:path extrusionOk="0" h="661" w="655">
                        <a:moveTo>
                          <a:pt x="183" y="1"/>
                        </a:moveTo>
                        <a:cubicBezTo>
                          <a:pt x="181" y="1"/>
                          <a:pt x="179" y="1"/>
                          <a:pt x="177" y="1"/>
                        </a:cubicBezTo>
                        <a:cubicBezTo>
                          <a:pt x="64" y="9"/>
                          <a:pt x="1" y="284"/>
                          <a:pt x="179" y="472"/>
                        </a:cubicBezTo>
                        <a:cubicBezTo>
                          <a:pt x="255" y="554"/>
                          <a:pt x="359" y="564"/>
                          <a:pt x="502" y="642"/>
                        </a:cubicBezTo>
                        <a:cubicBezTo>
                          <a:pt x="504" y="644"/>
                          <a:pt x="508" y="644"/>
                          <a:pt x="512" y="646"/>
                        </a:cubicBezTo>
                        <a:cubicBezTo>
                          <a:pt x="532" y="656"/>
                          <a:pt x="549" y="660"/>
                          <a:pt x="564" y="660"/>
                        </a:cubicBezTo>
                        <a:cubicBezTo>
                          <a:pt x="648" y="660"/>
                          <a:pt x="654" y="514"/>
                          <a:pt x="645" y="447"/>
                        </a:cubicBezTo>
                        <a:cubicBezTo>
                          <a:pt x="631" y="367"/>
                          <a:pt x="373" y="106"/>
                          <a:pt x="230" y="18"/>
                        </a:cubicBezTo>
                        <a:cubicBezTo>
                          <a:pt x="214" y="8"/>
                          <a:pt x="199" y="1"/>
                          <a:pt x="183"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7"/>
                  <p:cNvSpPr/>
                  <p:nvPr/>
                </p:nvSpPr>
                <p:spPr>
                  <a:xfrm>
                    <a:off x="5142317" y="4083730"/>
                    <a:ext cx="36837" cy="39143"/>
                  </a:xfrm>
                  <a:custGeom>
                    <a:rect b="b" l="l" r="r" t="t"/>
                    <a:pathLst>
                      <a:path extrusionOk="0" h="645" w="607">
                        <a:moveTo>
                          <a:pt x="177" y="0"/>
                        </a:moveTo>
                        <a:lnTo>
                          <a:pt x="177" y="0"/>
                        </a:lnTo>
                        <a:cubicBezTo>
                          <a:pt x="64" y="8"/>
                          <a:pt x="1" y="283"/>
                          <a:pt x="179" y="471"/>
                        </a:cubicBezTo>
                        <a:cubicBezTo>
                          <a:pt x="255" y="553"/>
                          <a:pt x="359" y="563"/>
                          <a:pt x="502" y="641"/>
                        </a:cubicBezTo>
                        <a:cubicBezTo>
                          <a:pt x="504" y="643"/>
                          <a:pt x="508" y="643"/>
                          <a:pt x="512" y="645"/>
                        </a:cubicBezTo>
                        <a:cubicBezTo>
                          <a:pt x="513" y="645"/>
                          <a:pt x="514" y="645"/>
                          <a:pt x="514" y="645"/>
                        </a:cubicBezTo>
                        <a:cubicBezTo>
                          <a:pt x="598" y="645"/>
                          <a:pt x="606" y="499"/>
                          <a:pt x="596" y="432"/>
                        </a:cubicBezTo>
                        <a:cubicBezTo>
                          <a:pt x="584" y="354"/>
                          <a:pt x="324" y="94"/>
                          <a:pt x="181" y="2"/>
                        </a:cubicBezTo>
                        <a:cubicBezTo>
                          <a:pt x="179" y="2"/>
                          <a:pt x="179" y="0"/>
                          <a:pt x="1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7"/>
                  <p:cNvSpPr/>
                  <p:nvPr/>
                </p:nvSpPr>
                <p:spPr>
                  <a:xfrm>
                    <a:off x="5148447" y="4088767"/>
                    <a:ext cx="23304" cy="18510"/>
                  </a:xfrm>
                  <a:custGeom>
                    <a:rect b="b" l="l" r="r" t="t"/>
                    <a:pathLst>
                      <a:path extrusionOk="0" h="305" w="384">
                        <a:moveTo>
                          <a:pt x="69" y="1"/>
                        </a:moveTo>
                        <a:cubicBezTo>
                          <a:pt x="21" y="1"/>
                          <a:pt x="0" y="36"/>
                          <a:pt x="0" y="36"/>
                        </a:cubicBezTo>
                        <a:cubicBezTo>
                          <a:pt x="86" y="123"/>
                          <a:pt x="310" y="305"/>
                          <a:pt x="361" y="305"/>
                        </a:cubicBezTo>
                        <a:cubicBezTo>
                          <a:pt x="383" y="305"/>
                          <a:pt x="373" y="272"/>
                          <a:pt x="307" y="183"/>
                        </a:cubicBezTo>
                        <a:cubicBezTo>
                          <a:pt x="195" y="37"/>
                          <a:pt x="118" y="1"/>
                          <a:pt x="69"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7"/>
                  <p:cNvSpPr/>
                  <p:nvPr/>
                </p:nvSpPr>
                <p:spPr>
                  <a:xfrm>
                    <a:off x="4947812" y="3964963"/>
                    <a:ext cx="39750" cy="39204"/>
                  </a:xfrm>
                  <a:custGeom>
                    <a:rect b="b" l="l" r="r" t="t"/>
                    <a:pathLst>
                      <a:path extrusionOk="0" h="646" w="655">
                        <a:moveTo>
                          <a:pt x="247" y="0"/>
                        </a:moveTo>
                        <a:cubicBezTo>
                          <a:pt x="172" y="0"/>
                          <a:pt x="105" y="32"/>
                          <a:pt x="70" y="97"/>
                        </a:cubicBezTo>
                        <a:cubicBezTo>
                          <a:pt x="63" y="114"/>
                          <a:pt x="0" y="333"/>
                          <a:pt x="284" y="566"/>
                        </a:cubicBezTo>
                        <a:cubicBezTo>
                          <a:pt x="299" y="578"/>
                          <a:pt x="313" y="586"/>
                          <a:pt x="325" y="597"/>
                        </a:cubicBezTo>
                        <a:cubicBezTo>
                          <a:pt x="376" y="631"/>
                          <a:pt x="420" y="646"/>
                          <a:pt x="457" y="646"/>
                        </a:cubicBezTo>
                        <a:cubicBezTo>
                          <a:pt x="610" y="646"/>
                          <a:pt x="655" y="402"/>
                          <a:pt x="556" y="202"/>
                        </a:cubicBezTo>
                        <a:cubicBezTo>
                          <a:pt x="520" y="126"/>
                          <a:pt x="456" y="71"/>
                          <a:pt x="391" y="36"/>
                        </a:cubicBezTo>
                        <a:cubicBezTo>
                          <a:pt x="344" y="13"/>
                          <a:pt x="294" y="0"/>
                          <a:pt x="247"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7"/>
                  <p:cNvSpPr/>
                  <p:nvPr/>
                </p:nvSpPr>
                <p:spPr>
                  <a:xfrm>
                    <a:off x="4947812" y="3964963"/>
                    <a:ext cx="37323" cy="37808"/>
                  </a:xfrm>
                  <a:custGeom>
                    <a:rect b="b" l="l" r="r" t="t"/>
                    <a:pathLst>
                      <a:path extrusionOk="0" h="623" w="615">
                        <a:moveTo>
                          <a:pt x="247" y="0"/>
                        </a:moveTo>
                        <a:cubicBezTo>
                          <a:pt x="172" y="0"/>
                          <a:pt x="105" y="32"/>
                          <a:pt x="70" y="97"/>
                        </a:cubicBezTo>
                        <a:cubicBezTo>
                          <a:pt x="63" y="114"/>
                          <a:pt x="0" y="333"/>
                          <a:pt x="284" y="566"/>
                        </a:cubicBezTo>
                        <a:cubicBezTo>
                          <a:pt x="299" y="578"/>
                          <a:pt x="313" y="586"/>
                          <a:pt x="325" y="597"/>
                        </a:cubicBezTo>
                        <a:cubicBezTo>
                          <a:pt x="360" y="614"/>
                          <a:pt x="391" y="622"/>
                          <a:pt x="418" y="622"/>
                        </a:cubicBezTo>
                        <a:cubicBezTo>
                          <a:pt x="571" y="622"/>
                          <a:pt x="615" y="379"/>
                          <a:pt x="518" y="179"/>
                        </a:cubicBezTo>
                        <a:cubicBezTo>
                          <a:pt x="487" y="118"/>
                          <a:pt x="442" y="71"/>
                          <a:pt x="391" y="36"/>
                        </a:cubicBezTo>
                        <a:cubicBezTo>
                          <a:pt x="344" y="13"/>
                          <a:pt x="294" y="0"/>
                          <a:pt x="24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7"/>
                  <p:cNvSpPr/>
                  <p:nvPr/>
                </p:nvSpPr>
                <p:spPr>
                  <a:xfrm>
                    <a:off x="4957461" y="3968240"/>
                    <a:ext cx="22576" cy="14565"/>
                  </a:xfrm>
                  <a:custGeom>
                    <a:rect b="b" l="l" r="r" t="t"/>
                    <a:pathLst>
                      <a:path extrusionOk="0" h="240" w="372">
                        <a:moveTo>
                          <a:pt x="139" y="1"/>
                        </a:moveTo>
                        <a:cubicBezTo>
                          <a:pt x="108" y="1"/>
                          <a:pt x="79" y="8"/>
                          <a:pt x="54" y="19"/>
                        </a:cubicBezTo>
                        <a:cubicBezTo>
                          <a:pt x="1" y="39"/>
                          <a:pt x="50" y="89"/>
                          <a:pt x="95" y="123"/>
                        </a:cubicBezTo>
                        <a:cubicBezTo>
                          <a:pt x="178" y="186"/>
                          <a:pt x="277" y="239"/>
                          <a:pt x="326" y="239"/>
                        </a:cubicBezTo>
                        <a:cubicBezTo>
                          <a:pt x="363" y="239"/>
                          <a:pt x="371" y="208"/>
                          <a:pt x="322" y="125"/>
                        </a:cubicBezTo>
                        <a:cubicBezTo>
                          <a:pt x="264" y="30"/>
                          <a:pt x="198" y="1"/>
                          <a:pt x="139"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7"/>
                  <p:cNvSpPr/>
                  <p:nvPr/>
                </p:nvSpPr>
                <p:spPr>
                  <a:xfrm>
                    <a:off x="5026099" y="4026622"/>
                    <a:ext cx="25307" cy="21483"/>
                  </a:xfrm>
                  <a:custGeom>
                    <a:rect b="b" l="l" r="r" t="t"/>
                    <a:pathLst>
                      <a:path extrusionOk="0" h="354" w="417">
                        <a:moveTo>
                          <a:pt x="130" y="1"/>
                        </a:moveTo>
                        <a:cubicBezTo>
                          <a:pt x="123" y="1"/>
                          <a:pt x="116" y="1"/>
                          <a:pt x="109" y="2"/>
                        </a:cubicBezTo>
                        <a:cubicBezTo>
                          <a:pt x="93" y="6"/>
                          <a:pt x="75" y="10"/>
                          <a:pt x="58" y="19"/>
                        </a:cubicBezTo>
                        <a:cubicBezTo>
                          <a:pt x="15" y="37"/>
                          <a:pt x="1" y="88"/>
                          <a:pt x="23" y="129"/>
                        </a:cubicBezTo>
                        <a:cubicBezTo>
                          <a:pt x="62" y="194"/>
                          <a:pt x="134" y="303"/>
                          <a:pt x="216" y="344"/>
                        </a:cubicBezTo>
                        <a:cubicBezTo>
                          <a:pt x="218" y="344"/>
                          <a:pt x="218" y="346"/>
                          <a:pt x="220" y="346"/>
                        </a:cubicBezTo>
                        <a:cubicBezTo>
                          <a:pt x="231" y="351"/>
                          <a:pt x="242" y="353"/>
                          <a:pt x="253" y="353"/>
                        </a:cubicBezTo>
                        <a:cubicBezTo>
                          <a:pt x="317" y="353"/>
                          <a:pt x="366" y="271"/>
                          <a:pt x="396" y="203"/>
                        </a:cubicBezTo>
                        <a:cubicBezTo>
                          <a:pt x="416" y="160"/>
                          <a:pt x="396" y="109"/>
                          <a:pt x="351" y="88"/>
                        </a:cubicBezTo>
                        <a:cubicBezTo>
                          <a:pt x="310" y="70"/>
                          <a:pt x="259" y="47"/>
                          <a:pt x="201" y="21"/>
                        </a:cubicBezTo>
                        <a:cubicBezTo>
                          <a:pt x="176" y="6"/>
                          <a:pt x="152" y="1"/>
                          <a:pt x="130"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7"/>
                  <p:cNvSpPr/>
                  <p:nvPr/>
                </p:nvSpPr>
                <p:spPr>
                  <a:xfrm>
                    <a:off x="5026282" y="4026743"/>
                    <a:ext cx="21908" cy="20876"/>
                  </a:xfrm>
                  <a:custGeom>
                    <a:rect b="b" l="l" r="r" t="t"/>
                    <a:pathLst>
                      <a:path extrusionOk="0" h="344" w="361">
                        <a:moveTo>
                          <a:pt x="108" y="0"/>
                        </a:moveTo>
                        <a:cubicBezTo>
                          <a:pt x="92" y="4"/>
                          <a:pt x="74" y="8"/>
                          <a:pt x="57" y="17"/>
                        </a:cubicBezTo>
                        <a:cubicBezTo>
                          <a:pt x="14" y="35"/>
                          <a:pt x="0" y="86"/>
                          <a:pt x="23" y="127"/>
                        </a:cubicBezTo>
                        <a:cubicBezTo>
                          <a:pt x="61" y="195"/>
                          <a:pt x="133" y="303"/>
                          <a:pt x="217" y="344"/>
                        </a:cubicBezTo>
                        <a:cubicBezTo>
                          <a:pt x="270" y="328"/>
                          <a:pt x="311" y="254"/>
                          <a:pt x="340" y="195"/>
                        </a:cubicBezTo>
                        <a:cubicBezTo>
                          <a:pt x="360" y="152"/>
                          <a:pt x="338" y="100"/>
                          <a:pt x="297" y="80"/>
                        </a:cubicBezTo>
                        <a:cubicBezTo>
                          <a:pt x="256" y="66"/>
                          <a:pt x="201" y="41"/>
                          <a:pt x="147" y="14"/>
                        </a:cubicBezTo>
                        <a:cubicBezTo>
                          <a:pt x="135" y="8"/>
                          <a:pt x="123" y="4"/>
                          <a:pt x="1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7"/>
                  <p:cNvSpPr/>
                  <p:nvPr/>
                </p:nvSpPr>
                <p:spPr>
                  <a:xfrm>
                    <a:off x="5031197" y="4030324"/>
                    <a:ext cx="9528" cy="5947"/>
                  </a:xfrm>
                  <a:custGeom>
                    <a:rect b="b" l="l" r="r" t="t"/>
                    <a:pathLst>
                      <a:path extrusionOk="0" h="98" w="157">
                        <a:moveTo>
                          <a:pt x="1" y="0"/>
                        </a:moveTo>
                        <a:lnTo>
                          <a:pt x="1" y="0"/>
                        </a:lnTo>
                        <a:cubicBezTo>
                          <a:pt x="17" y="74"/>
                          <a:pt x="56" y="97"/>
                          <a:pt x="91" y="97"/>
                        </a:cubicBezTo>
                        <a:cubicBezTo>
                          <a:pt x="126" y="97"/>
                          <a:pt x="157" y="72"/>
                          <a:pt x="148" y="50"/>
                        </a:cubicBezTo>
                        <a:cubicBezTo>
                          <a:pt x="134" y="7"/>
                          <a:pt x="1" y="0"/>
                          <a:pt x="1"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7"/>
                  <p:cNvSpPr/>
                  <p:nvPr/>
                </p:nvSpPr>
                <p:spPr>
                  <a:xfrm>
                    <a:off x="4820245" y="3891712"/>
                    <a:ext cx="39811" cy="39993"/>
                  </a:xfrm>
                  <a:custGeom>
                    <a:rect b="b" l="l" r="r" t="t"/>
                    <a:pathLst>
                      <a:path extrusionOk="0" h="659" w="656">
                        <a:moveTo>
                          <a:pt x="184" y="1"/>
                        </a:moveTo>
                        <a:cubicBezTo>
                          <a:pt x="182" y="1"/>
                          <a:pt x="179" y="1"/>
                          <a:pt x="177" y="1"/>
                        </a:cubicBezTo>
                        <a:cubicBezTo>
                          <a:pt x="64" y="9"/>
                          <a:pt x="1" y="282"/>
                          <a:pt x="179" y="472"/>
                        </a:cubicBezTo>
                        <a:cubicBezTo>
                          <a:pt x="255" y="554"/>
                          <a:pt x="359" y="564"/>
                          <a:pt x="502" y="640"/>
                        </a:cubicBezTo>
                        <a:cubicBezTo>
                          <a:pt x="504" y="640"/>
                          <a:pt x="510" y="644"/>
                          <a:pt x="512" y="646"/>
                        </a:cubicBezTo>
                        <a:cubicBezTo>
                          <a:pt x="531" y="655"/>
                          <a:pt x="548" y="659"/>
                          <a:pt x="562" y="659"/>
                        </a:cubicBezTo>
                        <a:cubicBezTo>
                          <a:pt x="648" y="659"/>
                          <a:pt x="656" y="512"/>
                          <a:pt x="645" y="445"/>
                        </a:cubicBezTo>
                        <a:cubicBezTo>
                          <a:pt x="633" y="367"/>
                          <a:pt x="375" y="106"/>
                          <a:pt x="230" y="16"/>
                        </a:cubicBezTo>
                        <a:cubicBezTo>
                          <a:pt x="216" y="7"/>
                          <a:pt x="200" y="1"/>
                          <a:pt x="184"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7"/>
                  <p:cNvSpPr/>
                  <p:nvPr/>
                </p:nvSpPr>
                <p:spPr>
                  <a:xfrm>
                    <a:off x="4820245" y="3891773"/>
                    <a:ext cx="36837" cy="39143"/>
                  </a:xfrm>
                  <a:custGeom>
                    <a:rect b="b" l="l" r="r" t="t"/>
                    <a:pathLst>
                      <a:path extrusionOk="0" h="645" w="607">
                        <a:moveTo>
                          <a:pt x="177" y="0"/>
                        </a:moveTo>
                        <a:lnTo>
                          <a:pt x="177" y="0"/>
                        </a:lnTo>
                        <a:cubicBezTo>
                          <a:pt x="64" y="8"/>
                          <a:pt x="1" y="281"/>
                          <a:pt x="179" y="471"/>
                        </a:cubicBezTo>
                        <a:cubicBezTo>
                          <a:pt x="255" y="553"/>
                          <a:pt x="359" y="563"/>
                          <a:pt x="502" y="639"/>
                        </a:cubicBezTo>
                        <a:cubicBezTo>
                          <a:pt x="504" y="639"/>
                          <a:pt x="510" y="643"/>
                          <a:pt x="512" y="645"/>
                        </a:cubicBezTo>
                        <a:cubicBezTo>
                          <a:pt x="513" y="645"/>
                          <a:pt x="514" y="645"/>
                          <a:pt x="514" y="645"/>
                        </a:cubicBezTo>
                        <a:cubicBezTo>
                          <a:pt x="600" y="645"/>
                          <a:pt x="606" y="497"/>
                          <a:pt x="596" y="432"/>
                        </a:cubicBezTo>
                        <a:cubicBezTo>
                          <a:pt x="584" y="352"/>
                          <a:pt x="326" y="92"/>
                          <a:pt x="183" y="2"/>
                        </a:cubicBezTo>
                        <a:cubicBezTo>
                          <a:pt x="179" y="2"/>
                          <a:pt x="179" y="0"/>
                          <a:pt x="1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7"/>
                  <p:cNvSpPr/>
                  <p:nvPr/>
                </p:nvSpPr>
                <p:spPr>
                  <a:xfrm>
                    <a:off x="4826374" y="3896688"/>
                    <a:ext cx="23304" cy="18510"/>
                  </a:xfrm>
                  <a:custGeom>
                    <a:rect b="b" l="l" r="r" t="t"/>
                    <a:pathLst>
                      <a:path extrusionOk="0" h="305" w="384">
                        <a:moveTo>
                          <a:pt x="68" y="1"/>
                        </a:moveTo>
                        <a:cubicBezTo>
                          <a:pt x="21" y="1"/>
                          <a:pt x="0" y="36"/>
                          <a:pt x="0" y="36"/>
                        </a:cubicBezTo>
                        <a:cubicBezTo>
                          <a:pt x="86" y="123"/>
                          <a:pt x="312" y="305"/>
                          <a:pt x="363" y="305"/>
                        </a:cubicBezTo>
                        <a:cubicBezTo>
                          <a:pt x="384" y="305"/>
                          <a:pt x="374" y="272"/>
                          <a:pt x="307" y="185"/>
                        </a:cubicBezTo>
                        <a:cubicBezTo>
                          <a:pt x="194" y="37"/>
                          <a:pt x="117" y="1"/>
                          <a:pt x="68"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7"/>
                  <p:cNvSpPr/>
                  <p:nvPr/>
                </p:nvSpPr>
                <p:spPr>
                  <a:xfrm>
                    <a:off x="4867218" y="3964841"/>
                    <a:ext cx="25246" cy="21423"/>
                  </a:xfrm>
                  <a:custGeom>
                    <a:rect b="b" l="l" r="r" t="t"/>
                    <a:pathLst>
                      <a:path extrusionOk="0" h="353" w="416">
                        <a:moveTo>
                          <a:pt x="131" y="1"/>
                        </a:moveTo>
                        <a:cubicBezTo>
                          <a:pt x="123" y="1"/>
                          <a:pt x="116" y="2"/>
                          <a:pt x="109" y="3"/>
                        </a:cubicBezTo>
                        <a:cubicBezTo>
                          <a:pt x="92" y="5"/>
                          <a:pt x="74" y="9"/>
                          <a:pt x="57" y="18"/>
                        </a:cubicBezTo>
                        <a:cubicBezTo>
                          <a:pt x="15" y="36"/>
                          <a:pt x="0" y="87"/>
                          <a:pt x="23" y="128"/>
                        </a:cubicBezTo>
                        <a:cubicBezTo>
                          <a:pt x="62" y="194"/>
                          <a:pt x="133" y="302"/>
                          <a:pt x="215" y="343"/>
                        </a:cubicBezTo>
                        <a:cubicBezTo>
                          <a:pt x="217" y="343"/>
                          <a:pt x="217" y="345"/>
                          <a:pt x="219" y="345"/>
                        </a:cubicBezTo>
                        <a:cubicBezTo>
                          <a:pt x="231" y="350"/>
                          <a:pt x="242" y="353"/>
                          <a:pt x="253" y="353"/>
                        </a:cubicBezTo>
                        <a:cubicBezTo>
                          <a:pt x="316" y="353"/>
                          <a:pt x="365" y="270"/>
                          <a:pt x="395" y="202"/>
                        </a:cubicBezTo>
                        <a:cubicBezTo>
                          <a:pt x="416" y="159"/>
                          <a:pt x="395" y="108"/>
                          <a:pt x="350" y="87"/>
                        </a:cubicBezTo>
                        <a:cubicBezTo>
                          <a:pt x="307" y="69"/>
                          <a:pt x="256" y="46"/>
                          <a:pt x="201" y="20"/>
                        </a:cubicBezTo>
                        <a:cubicBezTo>
                          <a:pt x="176" y="8"/>
                          <a:pt x="153" y="1"/>
                          <a:pt x="131"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7"/>
                  <p:cNvSpPr/>
                  <p:nvPr/>
                </p:nvSpPr>
                <p:spPr>
                  <a:xfrm>
                    <a:off x="4867096" y="3965023"/>
                    <a:ext cx="22030" cy="20755"/>
                  </a:xfrm>
                  <a:custGeom>
                    <a:rect b="b" l="l" r="r" t="t"/>
                    <a:pathLst>
                      <a:path extrusionOk="0" h="342" w="363">
                        <a:moveTo>
                          <a:pt x="111" y="0"/>
                        </a:moveTo>
                        <a:cubicBezTo>
                          <a:pt x="92" y="2"/>
                          <a:pt x="76" y="6"/>
                          <a:pt x="59" y="15"/>
                        </a:cubicBezTo>
                        <a:cubicBezTo>
                          <a:pt x="17" y="33"/>
                          <a:pt x="0" y="84"/>
                          <a:pt x="25" y="125"/>
                        </a:cubicBezTo>
                        <a:cubicBezTo>
                          <a:pt x="62" y="195"/>
                          <a:pt x="133" y="301"/>
                          <a:pt x="219" y="342"/>
                        </a:cubicBezTo>
                        <a:cubicBezTo>
                          <a:pt x="272" y="328"/>
                          <a:pt x="313" y="254"/>
                          <a:pt x="342" y="195"/>
                        </a:cubicBezTo>
                        <a:cubicBezTo>
                          <a:pt x="362" y="152"/>
                          <a:pt x="342" y="101"/>
                          <a:pt x="297" y="80"/>
                        </a:cubicBezTo>
                        <a:cubicBezTo>
                          <a:pt x="256" y="64"/>
                          <a:pt x="203" y="41"/>
                          <a:pt x="150" y="13"/>
                        </a:cubicBezTo>
                        <a:cubicBezTo>
                          <a:pt x="137" y="9"/>
                          <a:pt x="123" y="2"/>
                          <a:pt x="1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7"/>
                  <p:cNvSpPr/>
                  <p:nvPr/>
                </p:nvSpPr>
                <p:spPr>
                  <a:xfrm>
                    <a:off x="4872315" y="3968483"/>
                    <a:ext cx="9467" cy="6069"/>
                  </a:xfrm>
                  <a:custGeom>
                    <a:rect b="b" l="l" r="r" t="t"/>
                    <a:pathLst>
                      <a:path extrusionOk="0" h="100" w="156">
                        <a:moveTo>
                          <a:pt x="0" y="1"/>
                        </a:moveTo>
                        <a:lnTo>
                          <a:pt x="0" y="1"/>
                        </a:lnTo>
                        <a:cubicBezTo>
                          <a:pt x="16" y="75"/>
                          <a:pt x="56" y="100"/>
                          <a:pt x="91" y="100"/>
                        </a:cubicBezTo>
                        <a:cubicBezTo>
                          <a:pt x="126" y="100"/>
                          <a:pt x="156" y="74"/>
                          <a:pt x="147" y="50"/>
                        </a:cubicBezTo>
                        <a:cubicBezTo>
                          <a:pt x="133" y="7"/>
                          <a:pt x="0" y="1"/>
                          <a:pt x="0"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7"/>
                  <p:cNvSpPr/>
                  <p:nvPr/>
                </p:nvSpPr>
                <p:spPr>
                  <a:xfrm>
                    <a:off x="5015054" y="3911739"/>
                    <a:ext cx="40479" cy="39083"/>
                  </a:xfrm>
                  <a:custGeom>
                    <a:rect b="b" l="l" r="r" t="t"/>
                    <a:pathLst>
                      <a:path extrusionOk="0" h="644" w="667">
                        <a:moveTo>
                          <a:pt x="113" y="0"/>
                        </a:moveTo>
                        <a:cubicBezTo>
                          <a:pt x="110" y="0"/>
                          <a:pt x="107" y="0"/>
                          <a:pt x="103" y="1"/>
                        </a:cubicBezTo>
                        <a:cubicBezTo>
                          <a:pt x="52" y="5"/>
                          <a:pt x="13" y="50"/>
                          <a:pt x="1" y="142"/>
                        </a:cubicBezTo>
                        <a:cubicBezTo>
                          <a:pt x="1" y="142"/>
                          <a:pt x="134" y="600"/>
                          <a:pt x="343" y="641"/>
                        </a:cubicBezTo>
                        <a:cubicBezTo>
                          <a:pt x="352" y="643"/>
                          <a:pt x="362" y="644"/>
                          <a:pt x="372" y="644"/>
                        </a:cubicBezTo>
                        <a:cubicBezTo>
                          <a:pt x="398" y="644"/>
                          <a:pt x="425" y="637"/>
                          <a:pt x="453" y="623"/>
                        </a:cubicBezTo>
                        <a:cubicBezTo>
                          <a:pt x="666" y="510"/>
                          <a:pt x="310" y="0"/>
                          <a:pt x="113"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7"/>
                  <p:cNvSpPr/>
                  <p:nvPr/>
                </p:nvSpPr>
                <p:spPr>
                  <a:xfrm>
                    <a:off x="5015054" y="3911739"/>
                    <a:ext cx="37444" cy="38901"/>
                  </a:xfrm>
                  <a:custGeom>
                    <a:rect b="b" l="l" r="r" t="t"/>
                    <a:pathLst>
                      <a:path extrusionOk="0" h="641" w="617">
                        <a:moveTo>
                          <a:pt x="103" y="1"/>
                        </a:moveTo>
                        <a:cubicBezTo>
                          <a:pt x="52" y="7"/>
                          <a:pt x="13" y="50"/>
                          <a:pt x="1" y="142"/>
                        </a:cubicBezTo>
                        <a:cubicBezTo>
                          <a:pt x="1" y="142"/>
                          <a:pt x="134" y="600"/>
                          <a:pt x="343" y="641"/>
                        </a:cubicBezTo>
                        <a:cubicBezTo>
                          <a:pt x="367" y="641"/>
                          <a:pt x="390" y="633"/>
                          <a:pt x="414" y="621"/>
                        </a:cubicBezTo>
                        <a:cubicBezTo>
                          <a:pt x="617" y="512"/>
                          <a:pt x="302" y="44"/>
                          <a:pt x="1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7"/>
                  <p:cNvSpPr/>
                  <p:nvPr/>
                </p:nvSpPr>
                <p:spPr>
                  <a:xfrm>
                    <a:off x="5017300" y="3915684"/>
                    <a:ext cx="21908" cy="18085"/>
                  </a:xfrm>
                  <a:custGeom>
                    <a:rect b="b" l="l" r="r" t="t"/>
                    <a:pathLst>
                      <a:path extrusionOk="0" h="298" w="361">
                        <a:moveTo>
                          <a:pt x="73" y="1"/>
                        </a:moveTo>
                        <a:cubicBezTo>
                          <a:pt x="48" y="1"/>
                          <a:pt x="33" y="7"/>
                          <a:pt x="33" y="7"/>
                        </a:cubicBezTo>
                        <a:cubicBezTo>
                          <a:pt x="0" y="96"/>
                          <a:pt x="249" y="297"/>
                          <a:pt x="327" y="297"/>
                        </a:cubicBezTo>
                        <a:cubicBezTo>
                          <a:pt x="355" y="297"/>
                          <a:pt x="361" y="270"/>
                          <a:pt x="322" y="202"/>
                        </a:cubicBezTo>
                        <a:cubicBezTo>
                          <a:pt x="221" y="29"/>
                          <a:pt x="125" y="1"/>
                          <a:pt x="73"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7"/>
                  <p:cNvSpPr/>
                  <p:nvPr/>
                </p:nvSpPr>
                <p:spPr>
                  <a:xfrm>
                    <a:off x="5098986" y="3946574"/>
                    <a:ext cx="18085" cy="24093"/>
                  </a:xfrm>
                  <a:custGeom>
                    <a:rect b="b" l="l" r="r" t="t"/>
                    <a:pathLst>
                      <a:path extrusionOk="0" h="397" w="298">
                        <a:moveTo>
                          <a:pt x="178" y="1"/>
                        </a:moveTo>
                        <a:cubicBezTo>
                          <a:pt x="173" y="1"/>
                          <a:pt x="169" y="1"/>
                          <a:pt x="165" y="2"/>
                        </a:cubicBezTo>
                        <a:cubicBezTo>
                          <a:pt x="142" y="8"/>
                          <a:pt x="120" y="20"/>
                          <a:pt x="103" y="42"/>
                        </a:cubicBezTo>
                        <a:cubicBezTo>
                          <a:pt x="60" y="110"/>
                          <a:pt x="7" y="206"/>
                          <a:pt x="3" y="294"/>
                        </a:cubicBezTo>
                        <a:cubicBezTo>
                          <a:pt x="1" y="374"/>
                          <a:pt x="95" y="394"/>
                          <a:pt x="181" y="396"/>
                        </a:cubicBezTo>
                        <a:lnTo>
                          <a:pt x="222" y="396"/>
                        </a:lnTo>
                        <a:cubicBezTo>
                          <a:pt x="265" y="394"/>
                          <a:pt x="298" y="358"/>
                          <a:pt x="296" y="315"/>
                        </a:cubicBezTo>
                        <a:cubicBezTo>
                          <a:pt x="289" y="265"/>
                          <a:pt x="289" y="206"/>
                          <a:pt x="289" y="141"/>
                        </a:cubicBezTo>
                        <a:cubicBezTo>
                          <a:pt x="289" y="94"/>
                          <a:pt x="269" y="59"/>
                          <a:pt x="248" y="32"/>
                        </a:cubicBezTo>
                        <a:cubicBezTo>
                          <a:pt x="231" y="11"/>
                          <a:pt x="204" y="1"/>
                          <a:pt x="178"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7"/>
                  <p:cNvSpPr/>
                  <p:nvPr/>
                </p:nvSpPr>
                <p:spPr>
                  <a:xfrm>
                    <a:off x="5098986" y="3946635"/>
                    <a:ext cx="16082" cy="24032"/>
                  </a:xfrm>
                  <a:custGeom>
                    <a:rect b="b" l="l" r="r" t="t"/>
                    <a:pathLst>
                      <a:path extrusionOk="0" h="396" w="265">
                        <a:moveTo>
                          <a:pt x="165" y="1"/>
                        </a:moveTo>
                        <a:cubicBezTo>
                          <a:pt x="142" y="7"/>
                          <a:pt x="120" y="19"/>
                          <a:pt x="103" y="41"/>
                        </a:cubicBezTo>
                        <a:cubicBezTo>
                          <a:pt x="60" y="109"/>
                          <a:pt x="7" y="205"/>
                          <a:pt x="3" y="293"/>
                        </a:cubicBezTo>
                        <a:cubicBezTo>
                          <a:pt x="1" y="373"/>
                          <a:pt x="95" y="393"/>
                          <a:pt x="181" y="395"/>
                        </a:cubicBezTo>
                        <a:lnTo>
                          <a:pt x="187" y="395"/>
                        </a:lnTo>
                        <a:cubicBezTo>
                          <a:pt x="232" y="393"/>
                          <a:pt x="265" y="357"/>
                          <a:pt x="263" y="314"/>
                        </a:cubicBezTo>
                        <a:cubicBezTo>
                          <a:pt x="259" y="264"/>
                          <a:pt x="257" y="205"/>
                          <a:pt x="257" y="140"/>
                        </a:cubicBezTo>
                        <a:cubicBezTo>
                          <a:pt x="257" y="93"/>
                          <a:pt x="238" y="58"/>
                          <a:pt x="216" y="31"/>
                        </a:cubicBezTo>
                        <a:cubicBezTo>
                          <a:pt x="203" y="15"/>
                          <a:pt x="185" y="7"/>
                          <a:pt x="16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7"/>
                  <p:cNvSpPr/>
                  <p:nvPr/>
                </p:nvSpPr>
                <p:spPr>
                  <a:xfrm>
                    <a:off x="5104630" y="3949305"/>
                    <a:ext cx="9346" cy="7161"/>
                  </a:xfrm>
                  <a:custGeom>
                    <a:rect b="b" l="l" r="r" t="t"/>
                    <a:pathLst>
                      <a:path extrusionOk="0" h="118" w="154">
                        <a:moveTo>
                          <a:pt x="60" y="1"/>
                        </a:moveTo>
                        <a:cubicBezTo>
                          <a:pt x="35" y="1"/>
                          <a:pt x="18" y="31"/>
                          <a:pt x="8" y="57"/>
                        </a:cubicBezTo>
                        <a:cubicBezTo>
                          <a:pt x="0" y="75"/>
                          <a:pt x="8" y="96"/>
                          <a:pt x="29" y="104"/>
                        </a:cubicBezTo>
                        <a:cubicBezTo>
                          <a:pt x="53" y="113"/>
                          <a:pt x="75" y="117"/>
                          <a:pt x="92" y="117"/>
                        </a:cubicBezTo>
                        <a:cubicBezTo>
                          <a:pt x="136" y="117"/>
                          <a:pt x="153" y="89"/>
                          <a:pt x="106" y="32"/>
                        </a:cubicBezTo>
                        <a:cubicBezTo>
                          <a:pt x="89" y="9"/>
                          <a:pt x="73" y="1"/>
                          <a:pt x="60"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 name="Google Shape;1671;p37"/>
                <p:cNvGrpSpPr/>
                <p:nvPr/>
              </p:nvGrpSpPr>
              <p:grpSpPr>
                <a:xfrm>
                  <a:off x="4096780" y="3414945"/>
                  <a:ext cx="490967" cy="388283"/>
                  <a:chOff x="4096780" y="3414945"/>
                  <a:chExt cx="490967" cy="388283"/>
                </a:xfrm>
              </p:grpSpPr>
              <p:sp>
                <p:nvSpPr>
                  <p:cNvPr id="1672" name="Google Shape;1672;p37"/>
                  <p:cNvSpPr/>
                  <p:nvPr/>
                </p:nvSpPr>
                <p:spPr>
                  <a:xfrm>
                    <a:off x="4190604" y="3586572"/>
                    <a:ext cx="39811" cy="39811"/>
                  </a:xfrm>
                  <a:custGeom>
                    <a:rect b="b" l="l" r="r" t="t"/>
                    <a:pathLst>
                      <a:path extrusionOk="0" h="656" w="656">
                        <a:moveTo>
                          <a:pt x="183" y="0"/>
                        </a:moveTo>
                        <a:cubicBezTo>
                          <a:pt x="181" y="0"/>
                          <a:pt x="179" y="0"/>
                          <a:pt x="177" y="0"/>
                        </a:cubicBezTo>
                        <a:cubicBezTo>
                          <a:pt x="64" y="6"/>
                          <a:pt x="1" y="281"/>
                          <a:pt x="179" y="469"/>
                        </a:cubicBezTo>
                        <a:cubicBezTo>
                          <a:pt x="255" y="551"/>
                          <a:pt x="359" y="561"/>
                          <a:pt x="502" y="639"/>
                        </a:cubicBezTo>
                        <a:cubicBezTo>
                          <a:pt x="504" y="641"/>
                          <a:pt x="510" y="641"/>
                          <a:pt x="512" y="643"/>
                        </a:cubicBezTo>
                        <a:cubicBezTo>
                          <a:pt x="531" y="652"/>
                          <a:pt x="548" y="656"/>
                          <a:pt x="562" y="656"/>
                        </a:cubicBezTo>
                        <a:cubicBezTo>
                          <a:pt x="648" y="656"/>
                          <a:pt x="656" y="510"/>
                          <a:pt x="645" y="446"/>
                        </a:cubicBezTo>
                        <a:cubicBezTo>
                          <a:pt x="631" y="367"/>
                          <a:pt x="373" y="105"/>
                          <a:pt x="230" y="17"/>
                        </a:cubicBezTo>
                        <a:cubicBezTo>
                          <a:pt x="215" y="8"/>
                          <a:pt x="199" y="0"/>
                          <a:pt x="183"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7"/>
                  <p:cNvSpPr/>
                  <p:nvPr/>
                </p:nvSpPr>
                <p:spPr>
                  <a:xfrm>
                    <a:off x="4190604" y="3586572"/>
                    <a:ext cx="36959" cy="39022"/>
                  </a:xfrm>
                  <a:custGeom>
                    <a:rect b="b" l="l" r="r" t="t"/>
                    <a:pathLst>
                      <a:path extrusionOk="0" h="643" w="609">
                        <a:moveTo>
                          <a:pt x="177" y="0"/>
                        </a:moveTo>
                        <a:cubicBezTo>
                          <a:pt x="64" y="6"/>
                          <a:pt x="1" y="281"/>
                          <a:pt x="179" y="469"/>
                        </a:cubicBezTo>
                        <a:cubicBezTo>
                          <a:pt x="255" y="551"/>
                          <a:pt x="359" y="561"/>
                          <a:pt x="502" y="639"/>
                        </a:cubicBezTo>
                        <a:cubicBezTo>
                          <a:pt x="504" y="641"/>
                          <a:pt x="510" y="641"/>
                          <a:pt x="512" y="643"/>
                        </a:cubicBezTo>
                        <a:cubicBezTo>
                          <a:pt x="513" y="643"/>
                          <a:pt x="514" y="643"/>
                          <a:pt x="514" y="643"/>
                        </a:cubicBezTo>
                        <a:cubicBezTo>
                          <a:pt x="603" y="643"/>
                          <a:pt x="609" y="497"/>
                          <a:pt x="596" y="434"/>
                        </a:cubicBezTo>
                        <a:cubicBezTo>
                          <a:pt x="584" y="354"/>
                          <a:pt x="324" y="92"/>
                          <a:pt x="183" y="2"/>
                        </a:cubicBezTo>
                        <a:cubicBezTo>
                          <a:pt x="179" y="2"/>
                          <a:pt x="179" y="0"/>
                          <a:pt x="1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7"/>
                  <p:cNvSpPr/>
                  <p:nvPr/>
                </p:nvSpPr>
                <p:spPr>
                  <a:xfrm>
                    <a:off x="4196855" y="3591487"/>
                    <a:ext cx="23365" cy="18510"/>
                  </a:xfrm>
                  <a:custGeom>
                    <a:rect b="b" l="l" r="r" t="t"/>
                    <a:pathLst>
                      <a:path extrusionOk="0" h="305" w="385">
                        <a:moveTo>
                          <a:pt x="69" y="1"/>
                        </a:moveTo>
                        <a:cubicBezTo>
                          <a:pt x="21" y="1"/>
                          <a:pt x="0" y="36"/>
                          <a:pt x="0" y="36"/>
                        </a:cubicBezTo>
                        <a:cubicBezTo>
                          <a:pt x="86" y="123"/>
                          <a:pt x="312" y="304"/>
                          <a:pt x="362" y="304"/>
                        </a:cubicBezTo>
                        <a:cubicBezTo>
                          <a:pt x="384" y="304"/>
                          <a:pt x="374" y="271"/>
                          <a:pt x="307" y="183"/>
                        </a:cubicBezTo>
                        <a:cubicBezTo>
                          <a:pt x="195" y="37"/>
                          <a:pt x="118" y="1"/>
                          <a:pt x="69"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7"/>
                  <p:cNvSpPr/>
                  <p:nvPr/>
                </p:nvSpPr>
                <p:spPr>
                  <a:xfrm>
                    <a:off x="4096780" y="3508284"/>
                    <a:ext cx="40418" cy="39022"/>
                  </a:xfrm>
                  <a:custGeom>
                    <a:rect b="b" l="l" r="r" t="t"/>
                    <a:pathLst>
                      <a:path extrusionOk="0" h="643" w="666">
                        <a:moveTo>
                          <a:pt x="110" y="1"/>
                        </a:moveTo>
                        <a:cubicBezTo>
                          <a:pt x="106" y="1"/>
                          <a:pt x="102" y="1"/>
                          <a:pt x="98" y="1"/>
                        </a:cubicBezTo>
                        <a:cubicBezTo>
                          <a:pt x="51" y="3"/>
                          <a:pt x="13" y="48"/>
                          <a:pt x="0" y="141"/>
                        </a:cubicBezTo>
                        <a:cubicBezTo>
                          <a:pt x="0" y="141"/>
                          <a:pt x="133" y="599"/>
                          <a:pt x="342" y="640"/>
                        </a:cubicBezTo>
                        <a:cubicBezTo>
                          <a:pt x="351" y="641"/>
                          <a:pt x="361" y="642"/>
                          <a:pt x="370" y="642"/>
                        </a:cubicBezTo>
                        <a:cubicBezTo>
                          <a:pt x="396" y="642"/>
                          <a:pt x="424" y="636"/>
                          <a:pt x="452" y="621"/>
                        </a:cubicBezTo>
                        <a:cubicBezTo>
                          <a:pt x="665" y="509"/>
                          <a:pt x="311" y="1"/>
                          <a:pt x="110"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7"/>
                  <p:cNvSpPr/>
                  <p:nvPr/>
                </p:nvSpPr>
                <p:spPr>
                  <a:xfrm>
                    <a:off x="4096780" y="3508344"/>
                    <a:ext cx="37444" cy="38779"/>
                  </a:xfrm>
                  <a:custGeom>
                    <a:rect b="b" l="l" r="r" t="t"/>
                    <a:pathLst>
                      <a:path extrusionOk="0" h="639" w="617">
                        <a:moveTo>
                          <a:pt x="98" y="0"/>
                        </a:moveTo>
                        <a:cubicBezTo>
                          <a:pt x="51" y="5"/>
                          <a:pt x="13" y="47"/>
                          <a:pt x="0" y="140"/>
                        </a:cubicBezTo>
                        <a:cubicBezTo>
                          <a:pt x="0" y="140"/>
                          <a:pt x="133" y="598"/>
                          <a:pt x="342" y="639"/>
                        </a:cubicBezTo>
                        <a:cubicBezTo>
                          <a:pt x="364" y="639"/>
                          <a:pt x="389" y="631"/>
                          <a:pt x="414" y="618"/>
                        </a:cubicBezTo>
                        <a:cubicBezTo>
                          <a:pt x="616" y="510"/>
                          <a:pt x="303" y="45"/>
                          <a:pt x="9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7"/>
                  <p:cNvSpPr/>
                  <p:nvPr/>
                </p:nvSpPr>
                <p:spPr>
                  <a:xfrm>
                    <a:off x="4197705" y="3526612"/>
                    <a:ext cx="27856" cy="18146"/>
                  </a:xfrm>
                  <a:custGeom>
                    <a:rect b="b" l="l" r="r" t="t"/>
                    <a:pathLst>
                      <a:path extrusionOk="0" h="299" w="459">
                        <a:moveTo>
                          <a:pt x="142" y="0"/>
                        </a:moveTo>
                        <a:cubicBezTo>
                          <a:pt x="1" y="0"/>
                          <a:pt x="52" y="299"/>
                          <a:pt x="52" y="299"/>
                        </a:cubicBezTo>
                        <a:cubicBezTo>
                          <a:pt x="52" y="299"/>
                          <a:pt x="168" y="287"/>
                          <a:pt x="295" y="287"/>
                        </a:cubicBezTo>
                        <a:cubicBezTo>
                          <a:pt x="369" y="287"/>
                          <a:pt x="414" y="242"/>
                          <a:pt x="438" y="205"/>
                        </a:cubicBezTo>
                        <a:cubicBezTo>
                          <a:pt x="459" y="174"/>
                          <a:pt x="449" y="135"/>
                          <a:pt x="420" y="115"/>
                        </a:cubicBezTo>
                        <a:cubicBezTo>
                          <a:pt x="359" y="72"/>
                          <a:pt x="242" y="0"/>
                          <a:pt x="142"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7"/>
                  <p:cNvSpPr/>
                  <p:nvPr/>
                </p:nvSpPr>
                <p:spPr>
                  <a:xfrm>
                    <a:off x="4193639" y="3526490"/>
                    <a:ext cx="28341" cy="18388"/>
                  </a:xfrm>
                  <a:custGeom>
                    <a:rect b="b" l="l" r="r" t="t"/>
                    <a:pathLst>
                      <a:path extrusionOk="0" h="303" w="467">
                        <a:moveTo>
                          <a:pt x="218" y="1"/>
                        </a:moveTo>
                        <a:cubicBezTo>
                          <a:pt x="208" y="1"/>
                          <a:pt x="197" y="2"/>
                          <a:pt x="186" y="4"/>
                        </a:cubicBezTo>
                        <a:cubicBezTo>
                          <a:pt x="158" y="12"/>
                          <a:pt x="106" y="47"/>
                          <a:pt x="68" y="76"/>
                        </a:cubicBezTo>
                        <a:cubicBezTo>
                          <a:pt x="21" y="115"/>
                          <a:pt x="0" y="178"/>
                          <a:pt x="23" y="233"/>
                        </a:cubicBezTo>
                        <a:cubicBezTo>
                          <a:pt x="46" y="288"/>
                          <a:pt x="97" y="303"/>
                          <a:pt x="151" y="303"/>
                        </a:cubicBezTo>
                        <a:cubicBezTo>
                          <a:pt x="212" y="303"/>
                          <a:pt x="276" y="285"/>
                          <a:pt x="307" y="285"/>
                        </a:cubicBezTo>
                        <a:cubicBezTo>
                          <a:pt x="383" y="285"/>
                          <a:pt x="430" y="237"/>
                          <a:pt x="452" y="199"/>
                        </a:cubicBezTo>
                        <a:cubicBezTo>
                          <a:pt x="467" y="172"/>
                          <a:pt x="464" y="139"/>
                          <a:pt x="442" y="117"/>
                        </a:cubicBezTo>
                        <a:cubicBezTo>
                          <a:pt x="395" y="73"/>
                          <a:pt x="304" y="1"/>
                          <a:pt x="2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7"/>
                  <p:cNvSpPr/>
                  <p:nvPr/>
                </p:nvSpPr>
                <p:spPr>
                  <a:xfrm>
                    <a:off x="4196855" y="3529585"/>
                    <a:ext cx="22030" cy="8254"/>
                  </a:xfrm>
                  <a:custGeom>
                    <a:rect b="b" l="l" r="r" t="t"/>
                    <a:pathLst>
                      <a:path extrusionOk="0" h="136" w="363">
                        <a:moveTo>
                          <a:pt x="152" y="1"/>
                        </a:moveTo>
                        <a:cubicBezTo>
                          <a:pt x="95" y="1"/>
                          <a:pt x="29" y="83"/>
                          <a:pt x="2" y="121"/>
                        </a:cubicBezTo>
                        <a:cubicBezTo>
                          <a:pt x="0" y="128"/>
                          <a:pt x="4" y="136"/>
                          <a:pt x="10" y="136"/>
                        </a:cubicBezTo>
                        <a:cubicBezTo>
                          <a:pt x="11" y="136"/>
                          <a:pt x="12" y="136"/>
                          <a:pt x="13" y="135"/>
                        </a:cubicBezTo>
                        <a:cubicBezTo>
                          <a:pt x="362" y="21"/>
                          <a:pt x="256" y="47"/>
                          <a:pt x="176" y="6"/>
                        </a:cubicBezTo>
                        <a:cubicBezTo>
                          <a:pt x="168" y="3"/>
                          <a:pt x="160" y="1"/>
                          <a:pt x="152"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7"/>
                  <p:cNvSpPr/>
                  <p:nvPr/>
                </p:nvSpPr>
                <p:spPr>
                  <a:xfrm>
                    <a:off x="4150125" y="3414945"/>
                    <a:ext cx="39690" cy="39204"/>
                  </a:xfrm>
                  <a:custGeom>
                    <a:rect b="b" l="l" r="r" t="t"/>
                    <a:pathLst>
                      <a:path extrusionOk="0" h="646" w="654">
                        <a:moveTo>
                          <a:pt x="246" y="0"/>
                        </a:moveTo>
                        <a:cubicBezTo>
                          <a:pt x="171" y="0"/>
                          <a:pt x="104" y="31"/>
                          <a:pt x="68" y="97"/>
                        </a:cubicBezTo>
                        <a:cubicBezTo>
                          <a:pt x="62" y="113"/>
                          <a:pt x="1" y="332"/>
                          <a:pt x="283" y="566"/>
                        </a:cubicBezTo>
                        <a:cubicBezTo>
                          <a:pt x="298" y="576"/>
                          <a:pt x="312" y="586"/>
                          <a:pt x="324" y="596"/>
                        </a:cubicBezTo>
                        <a:cubicBezTo>
                          <a:pt x="375" y="630"/>
                          <a:pt x="419" y="645"/>
                          <a:pt x="456" y="645"/>
                        </a:cubicBezTo>
                        <a:cubicBezTo>
                          <a:pt x="609" y="645"/>
                          <a:pt x="654" y="402"/>
                          <a:pt x="555" y="203"/>
                        </a:cubicBezTo>
                        <a:cubicBezTo>
                          <a:pt x="517" y="126"/>
                          <a:pt x="455" y="70"/>
                          <a:pt x="390" y="36"/>
                        </a:cubicBezTo>
                        <a:cubicBezTo>
                          <a:pt x="343" y="12"/>
                          <a:pt x="293" y="0"/>
                          <a:pt x="246"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7"/>
                  <p:cNvSpPr/>
                  <p:nvPr/>
                </p:nvSpPr>
                <p:spPr>
                  <a:xfrm>
                    <a:off x="4150125" y="3414945"/>
                    <a:ext cx="37505" cy="37748"/>
                  </a:xfrm>
                  <a:custGeom>
                    <a:rect b="b" l="l" r="r" t="t"/>
                    <a:pathLst>
                      <a:path extrusionOk="0" h="622" w="618">
                        <a:moveTo>
                          <a:pt x="246" y="0"/>
                        </a:moveTo>
                        <a:cubicBezTo>
                          <a:pt x="171" y="0"/>
                          <a:pt x="104" y="31"/>
                          <a:pt x="68" y="97"/>
                        </a:cubicBezTo>
                        <a:cubicBezTo>
                          <a:pt x="62" y="113"/>
                          <a:pt x="1" y="332"/>
                          <a:pt x="283" y="566"/>
                        </a:cubicBezTo>
                        <a:cubicBezTo>
                          <a:pt x="298" y="576"/>
                          <a:pt x="312" y="586"/>
                          <a:pt x="324" y="596"/>
                        </a:cubicBezTo>
                        <a:cubicBezTo>
                          <a:pt x="359" y="614"/>
                          <a:pt x="390" y="622"/>
                          <a:pt x="417" y="622"/>
                        </a:cubicBezTo>
                        <a:cubicBezTo>
                          <a:pt x="571" y="622"/>
                          <a:pt x="617" y="378"/>
                          <a:pt x="517" y="179"/>
                        </a:cubicBezTo>
                        <a:cubicBezTo>
                          <a:pt x="486" y="117"/>
                          <a:pt x="441" y="70"/>
                          <a:pt x="390" y="36"/>
                        </a:cubicBezTo>
                        <a:cubicBezTo>
                          <a:pt x="343" y="12"/>
                          <a:pt x="293" y="0"/>
                          <a:pt x="24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7"/>
                  <p:cNvSpPr/>
                  <p:nvPr/>
                </p:nvSpPr>
                <p:spPr>
                  <a:xfrm>
                    <a:off x="4159835" y="3418344"/>
                    <a:ext cx="22576" cy="14444"/>
                  </a:xfrm>
                  <a:custGeom>
                    <a:rect b="b" l="l" r="r" t="t"/>
                    <a:pathLst>
                      <a:path extrusionOk="0" h="238" w="372">
                        <a:moveTo>
                          <a:pt x="140" y="0"/>
                        </a:moveTo>
                        <a:cubicBezTo>
                          <a:pt x="109" y="0"/>
                          <a:pt x="81" y="8"/>
                          <a:pt x="56" y="19"/>
                        </a:cubicBezTo>
                        <a:cubicBezTo>
                          <a:pt x="1" y="39"/>
                          <a:pt x="50" y="88"/>
                          <a:pt x="97" y="123"/>
                        </a:cubicBezTo>
                        <a:cubicBezTo>
                          <a:pt x="178" y="185"/>
                          <a:pt x="276" y="238"/>
                          <a:pt x="325" y="238"/>
                        </a:cubicBezTo>
                        <a:cubicBezTo>
                          <a:pt x="362" y="238"/>
                          <a:pt x="371" y="207"/>
                          <a:pt x="324" y="127"/>
                        </a:cubicBezTo>
                        <a:cubicBezTo>
                          <a:pt x="264" y="30"/>
                          <a:pt x="199" y="0"/>
                          <a:pt x="14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7"/>
                  <p:cNvSpPr/>
                  <p:nvPr/>
                </p:nvSpPr>
                <p:spPr>
                  <a:xfrm>
                    <a:off x="4272837" y="3482248"/>
                    <a:ext cx="40539" cy="39083"/>
                  </a:xfrm>
                  <a:custGeom>
                    <a:rect b="b" l="l" r="r" t="t"/>
                    <a:pathLst>
                      <a:path extrusionOk="0" h="644" w="668">
                        <a:moveTo>
                          <a:pt x="111" y="0"/>
                        </a:moveTo>
                        <a:cubicBezTo>
                          <a:pt x="107" y="0"/>
                          <a:pt x="104" y="0"/>
                          <a:pt x="101" y="1"/>
                        </a:cubicBezTo>
                        <a:cubicBezTo>
                          <a:pt x="52" y="7"/>
                          <a:pt x="15" y="50"/>
                          <a:pt x="0" y="142"/>
                        </a:cubicBezTo>
                        <a:cubicBezTo>
                          <a:pt x="0" y="142"/>
                          <a:pt x="133" y="600"/>
                          <a:pt x="344" y="641"/>
                        </a:cubicBezTo>
                        <a:cubicBezTo>
                          <a:pt x="353" y="643"/>
                          <a:pt x="363" y="644"/>
                          <a:pt x="373" y="644"/>
                        </a:cubicBezTo>
                        <a:cubicBezTo>
                          <a:pt x="398" y="644"/>
                          <a:pt x="426" y="638"/>
                          <a:pt x="455" y="623"/>
                        </a:cubicBezTo>
                        <a:cubicBezTo>
                          <a:pt x="668" y="510"/>
                          <a:pt x="310" y="0"/>
                          <a:pt x="111"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7"/>
                  <p:cNvSpPr/>
                  <p:nvPr/>
                </p:nvSpPr>
                <p:spPr>
                  <a:xfrm>
                    <a:off x="4272837" y="3482127"/>
                    <a:ext cx="37566" cy="38961"/>
                  </a:xfrm>
                  <a:custGeom>
                    <a:rect b="b" l="l" r="r" t="t"/>
                    <a:pathLst>
                      <a:path extrusionOk="0" h="642" w="619">
                        <a:moveTo>
                          <a:pt x="101" y="1"/>
                        </a:moveTo>
                        <a:cubicBezTo>
                          <a:pt x="52" y="7"/>
                          <a:pt x="15" y="50"/>
                          <a:pt x="0" y="142"/>
                        </a:cubicBezTo>
                        <a:cubicBezTo>
                          <a:pt x="0" y="142"/>
                          <a:pt x="133" y="600"/>
                          <a:pt x="344" y="641"/>
                        </a:cubicBezTo>
                        <a:cubicBezTo>
                          <a:pt x="367" y="641"/>
                          <a:pt x="389" y="633"/>
                          <a:pt x="416" y="621"/>
                        </a:cubicBezTo>
                        <a:cubicBezTo>
                          <a:pt x="618" y="514"/>
                          <a:pt x="303" y="48"/>
                          <a:pt x="1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7"/>
                  <p:cNvSpPr/>
                  <p:nvPr/>
                </p:nvSpPr>
                <p:spPr>
                  <a:xfrm>
                    <a:off x="4275082" y="3486193"/>
                    <a:ext cx="21847" cy="18146"/>
                  </a:xfrm>
                  <a:custGeom>
                    <a:rect b="b" l="l" r="r" t="t"/>
                    <a:pathLst>
                      <a:path extrusionOk="0" h="299" w="360">
                        <a:moveTo>
                          <a:pt x="71" y="1"/>
                        </a:moveTo>
                        <a:cubicBezTo>
                          <a:pt x="46" y="1"/>
                          <a:pt x="31" y="7"/>
                          <a:pt x="31" y="7"/>
                        </a:cubicBezTo>
                        <a:cubicBezTo>
                          <a:pt x="1" y="96"/>
                          <a:pt x="250" y="298"/>
                          <a:pt x="326" y="298"/>
                        </a:cubicBezTo>
                        <a:cubicBezTo>
                          <a:pt x="354" y="298"/>
                          <a:pt x="359" y="271"/>
                          <a:pt x="319" y="202"/>
                        </a:cubicBezTo>
                        <a:cubicBezTo>
                          <a:pt x="220" y="29"/>
                          <a:pt x="123" y="1"/>
                          <a:pt x="71"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7"/>
                  <p:cNvSpPr/>
                  <p:nvPr/>
                </p:nvSpPr>
                <p:spPr>
                  <a:xfrm>
                    <a:off x="4098297" y="3512289"/>
                    <a:ext cx="21969" cy="17964"/>
                  </a:xfrm>
                  <a:custGeom>
                    <a:rect b="b" l="l" r="r" t="t"/>
                    <a:pathLst>
                      <a:path extrusionOk="0" h="296" w="362">
                        <a:moveTo>
                          <a:pt x="73" y="1"/>
                        </a:moveTo>
                        <a:cubicBezTo>
                          <a:pt x="47" y="1"/>
                          <a:pt x="33" y="7"/>
                          <a:pt x="33" y="7"/>
                        </a:cubicBezTo>
                        <a:cubicBezTo>
                          <a:pt x="1" y="94"/>
                          <a:pt x="251" y="296"/>
                          <a:pt x="328" y="296"/>
                        </a:cubicBezTo>
                        <a:cubicBezTo>
                          <a:pt x="356" y="296"/>
                          <a:pt x="362" y="269"/>
                          <a:pt x="323" y="201"/>
                        </a:cubicBezTo>
                        <a:cubicBezTo>
                          <a:pt x="222" y="29"/>
                          <a:pt x="125" y="1"/>
                          <a:pt x="73"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7" name="Google Shape;1687;p37"/>
                  <p:cNvGrpSpPr/>
                  <p:nvPr/>
                </p:nvGrpSpPr>
                <p:grpSpPr>
                  <a:xfrm>
                    <a:off x="4325332" y="3550765"/>
                    <a:ext cx="262416" cy="252463"/>
                    <a:chOff x="4325332" y="3550765"/>
                    <a:chExt cx="262416" cy="252463"/>
                  </a:xfrm>
                </p:grpSpPr>
                <p:sp>
                  <p:nvSpPr>
                    <p:cNvPr id="1688" name="Google Shape;1688;p37"/>
                    <p:cNvSpPr/>
                    <p:nvPr/>
                  </p:nvSpPr>
                  <p:spPr>
                    <a:xfrm>
                      <a:off x="4325332" y="3550765"/>
                      <a:ext cx="40236" cy="39022"/>
                    </a:xfrm>
                    <a:custGeom>
                      <a:rect b="b" l="l" r="r" t="t"/>
                      <a:pathLst>
                        <a:path extrusionOk="0" h="643" w="663">
                          <a:moveTo>
                            <a:pt x="110" y="1"/>
                          </a:moveTo>
                          <a:cubicBezTo>
                            <a:pt x="100" y="1"/>
                            <a:pt x="90" y="2"/>
                            <a:pt x="81" y="5"/>
                          </a:cubicBezTo>
                          <a:cubicBezTo>
                            <a:pt x="56" y="13"/>
                            <a:pt x="36" y="32"/>
                            <a:pt x="21" y="62"/>
                          </a:cubicBezTo>
                          <a:cubicBezTo>
                            <a:pt x="1" y="105"/>
                            <a:pt x="1" y="150"/>
                            <a:pt x="15" y="195"/>
                          </a:cubicBezTo>
                          <a:cubicBezTo>
                            <a:pt x="56" y="314"/>
                            <a:pt x="175" y="605"/>
                            <a:pt x="338" y="639"/>
                          </a:cubicBezTo>
                          <a:cubicBezTo>
                            <a:pt x="348" y="642"/>
                            <a:pt x="358" y="643"/>
                            <a:pt x="369" y="643"/>
                          </a:cubicBezTo>
                          <a:cubicBezTo>
                            <a:pt x="395" y="643"/>
                            <a:pt x="422" y="636"/>
                            <a:pt x="451" y="621"/>
                          </a:cubicBezTo>
                          <a:cubicBezTo>
                            <a:pt x="663" y="510"/>
                            <a:pt x="306" y="1"/>
                            <a:pt x="110"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7"/>
                    <p:cNvSpPr/>
                    <p:nvPr/>
                  </p:nvSpPr>
                  <p:spPr>
                    <a:xfrm>
                      <a:off x="4325332" y="3551069"/>
                      <a:ext cx="35563" cy="38537"/>
                    </a:xfrm>
                    <a:custGeom>
                      <a:rect b="b" l="l" r="r" t="t"/>
                      <a:pathLst>
                        <a:path extrusionOk="0" h="635" w="586">
                          <a:moveTo>
                            <a:pt x="81" y="0"/>
                          </a:moveTo>
                          <a:cubicBezTo>
                            <a:pt x="56" y="8"/>
                            <a:pt x="36" y="27"/>
                            <a:pt x="21" y="57"/>
                          </a:cubicBezTo>
                          <a:cubicBezTo>
                            <a:pt x="1" y="100"/>
                            <a:pt x="1" y="145"/>
                            <a:pt x="15" y="190"/>
                          </a:cubicBezTo>
                          <a:cubicBezTo>
                            <a:pt x="56" y="309"/>
                            <a:pt x="175" y="600"/>
                            <a:pt x="338" y="634"/>
                          </a:cubicBezTo>
                          <a:cubicBezTo>
                            <a:pt x="353" y="632"/>
                            <a:pt x="369" y="626"/>
                            <a:pt x="387" y="616"/>
                          </a:cubicBezTo>
                          <a:cubicBezTo>
                            <a:pt x="586" y="512"/>
                            <a:pt x="279" y="51"/>
                            <a:pt x="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37"/>
                    <p:cNvSpPr/>
                    <p:nvPr/>
                  </p:nvSpPr>
                  <p:spPr>
                    <a:xfrm>
                      <a:off x="4328549" y="3555135"/>
                      <a:ext cx="11834" cy="22454"/>
                    </a:xfrm>
                    <a:custGeom>
                      <a:rect b="b" l="l" r="r" t="t"/>
                      <a:pathLst>
                        <a:path extrusionOk="0" h="370" w="195">
                          <a:moveTo>
                            <a:pt x="19" y="0"/>
                          </a:moveTo>
                          <a:cubicBezTo>
                            <a:pt x="11" y="0"/>
                            <a:pt x="5" y="9"/>
                            <a:pt x="1" y="27"/>
                          </a:cubicBezTo>
                          <a:cubicBezTo>
                            <a:pt x="1" y="27"/>
                            <a:pt x="9" y="230"/>
                            <a:pt x="124" y="353"/>
                          </a:cubicBezTo>
                          <a:cubicBezTo>
                            <a:pt x="134" y="364"/>
                            <a:pt x="142" y="370"/>
                            <a:pt x="148" y="370"/>
                          </a:cubicBezTo>
                          <a:cubicBezTo>
                            <a:pt x="194" y="370"/>
                            <a:pt x="71" y="0"/>
                            <a:pt x="19"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37"/>
                    <p:cNvSpPr/>
                    <p:nvPr/>
                  </p:nvSpPr>
                  <p:spPr>
                    <a:xfrm>
                      <a:off x="4425407" y="3595250"/>
                      <a:ext cx="27916" cy="18328"/>
                    </a:xfrm>
                    <a:custGeom>
                      <a:rect b="b" l="l" r="r" t="t"/>
                      <a:pathLst>
                        <a:path extrusionOk="0" h="302" w="460">
                          <a:moveTo>
                            <a:pt x="142" y="1"/>
                          </a:moveTo>
                          <a:cubicBezTo>
                            <a:pt x="1" y="1"/>
                            <a:pt x="52" y="301"/>
                            <a:pt x="52" y="301"/>
                          </a:cubicBezTo>
                          <a:cubicBezTo>
                            <a:pt x="52" y="301"/>
                            <a:pt x="153" y="287"/>
                            <a:pt x="273" y="287"/>
                          </a:cubicBezTo>
                          <a:cubicBezTo>
                            <a:pt x="280" y="287"/>
                            <a:pt x="288" y="287"/>
                            <a:pt x="295" y="287"/>
                          </a:cubicBezTo>
                          <a:cubicBezTo>
                            <a:pt x="369" y="287"/>
                            <a:pt x="412" y="244"/>
                            <a:pt x="439" y="205"/>
                          </a:cubicBezTo>
                          <a:cubicBezTo>
                            <a:pt x="459" y="174"/>
                            <a:pt x="449" y="138"/>
                            <a:pt x="420" y="117"/>
                          </a:cubicBezTo>
                          <a:cubicBezTo>
                            <a:pt x="357" y="72"/>
                            <a:pt x="238" y="1"/>
                            <a:pt x="142"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7"/>
                    <p:cNvSpPr/>
                    <p:nvPr/>
                  </p:nvSpPr>
                  <p:spPr>
                    <a:xfrm>
                      <a:off x="4421220" y="3595250"/>
                      <a:ext cx="28462" cy="18388"/>
                    </a:xfrm>
                    <a:custGeom>
                      <a:rect b="b" l="l" r="r" t="t"/>
                      <a:pathLst>
                        <a:path extrusionOk="0" h="303" w="469">
                          <a:moveTo>
                            <a:pt x="222" y="0"/>
                          </a:moveTo>
                          <a:cubicBezTo>
                            <a:pt x="211" y="0"/>
                            <a:pt x="200" y="2"/>
                            <a:pt x="188" y="5"/>
                          </a:cubicBezTo>
                          <a:cubicBezTo>
                            <a:pt x="160" y="9"/>
                            <a:pt x="109" y="46"/>
                            <a:pt x="70" y="76"/>
                          </a:cubicBezTo>
                          <a:cubicBezTo>
                            <a:pt x="21" y="113"/>
                            <a:pt x="0" y="179"/>
                            <a:pt x="25" y="234"/>
                          </a:cubicBezTo>
                          <a:cubicBezTo>
                            <a:pt x="47" y="288"/>
                            <a:pt x="99" y="302"/>
                            <a:pt x="153" y="302"/>
                          </a:cubicBezTo>
                          <a:cubicBezTo>
                            <a:pt x="214" y="302"/>
                            <a:pt x="277" y="285"/>
                            <a:pt x="307" y="285"/>
                          </a:cubicBezTo>
                          <a:cubicBezTo>
                            <a:pt x="385" y="285"/>
                            <a:pt x="430" y="236"/>
                            <a:pt x="454" y="199"/>
                          </a:cubicBezTo>
                          <a:cubicBezTo>
                            <a:pt x="469" y="172"/>
                            <a:pt x="467" y="138"/>
                            <a:pt x="444" y="117"/>
                          </a:cubicBezTo>
                          <a:cubicBezTo>
                            <a:pt x="396" y="74"/>
                            <a:pt x="307" y="0"/>
                            <a:pt x="2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7"/>
                    <p:cNvSpPr/>
                    <p:nvPr/>
                  </p:nvSpPr>
                  <p:spPr>
                    <a:xfrm>
                      <a:off x="4424558" y="3598406"/>
                      <a:ext cx="21908" cy="8132"/>
                    </a:xfrm>
                    <a:custGeom>
                      <a:rect b="b" l="l" r="r" t="t"/>
                      <a:pathLst>
                        <a:path extrusionOk="0" h="134" w="361">
                          <a:moveTo>
                            <a:pt x="152" y="0"/>
                          </a:moveTo>
                          <a:cubicBezTo>
                            <a:pt x="95" y="0"/>
                            <a:pt x="29" y="83"/>
                            <a:pt x="3" y="120"/>
                          </a:cubicBezTo>
                          <a:cubicBezTo>
                            <a:pt x="1" y="127"/>
                            <a:pt x="3" y="134"/>
                            <a:pt x="9" y="134"/>
                          </a:cubicBezTo>
                          <a:cubicBezTo>
                            <a:pt x="10" y="134"/>
                            <a:pt x="11" y="133"/>
                            <a:pt x="13" y="133"/>
                          </a:cubicBezTo>
                          <a:cubicBezTo>
                            <a:pt x="361" y="20"/>
                            <a:pt x="252" y="45"/>
                            <a:pt x="176" y="6"/>
                          </a:cubicBezTo>
                          <a:cubicBezTo>
                            <a:pt x="169" y="2"/>
                            <a:pt x="160" y="0"/>
                            <a:pt x="1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37"/>
                    <p:cNvSpPr/>
                    <p:nvPr/>
                  </p:nvSpPr>
                  <p:spPr>
                    <a:xfrm>
                      <a:off x="4420309" y="3695446"/>
                      <a:ext cx="27916" cy="18206"/>
                    </a:xfrm>
                    <a:custGeom>
                      <a:rect b="b" l="l" r="r" t="t"/>
                      <a:pathLst>
                        <a:path extrusionOk="0" h="300" w="460">
                          <a:moveTo>
                            <a:pt x="142" y="1"/>
                          </a:moveTo>
                          <a:cubicBezTo>
                            <a:pt x="1" y="1"/>
                            <a:pt x="52" y="299"/>
                            <a:pt x="52" y="299"/>
                          </a:cubicBezTo>
                          <a:cubicBezTo>
                            <a:pt x="52" y="299"/>
                            <a:pt x="167" y="287"/>
                            <a:pt x="296" y="287"/>
                          </a:cubicBezTo>
                          <a:cubicBezTo>
                            <a:pt x="369" y="287"/>
                            <a:pt x="412" y="242"/>
                            <a:pt x="439" y="205"/>
                          </a:cubicBezTo>
                          <a:cubicBezTo>
                            <a:pt x="459" y="175"/>
                            <a:pt x="449" y="136"/>
                            <a:pt x="420" y="115"/>
                          </a:cubicBezTo>
                          <a:cubicBezTo>
                            <a:pt x="357" y="72"/>
                            <a:pt x="240" y="1"/>
                            <a:pt x="142"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37"/>
                    <p:cNvSpPr/>
                    <p:nvPr/>
                  </p:nvSpPr>
                  <p:spPr>
                    <a:xfrm>
                      <a:off x="4416243" y="3695325"/>
                      <a:ext cx="28462" cy="18449"/>
                    </a:xfrm>
                    <a:custGeom>
                      <a:rect b="b" l="l" r="r" t="t"/>
                      <a:pathLst>
                        <a:path extrusionOk="0" h="304" w="469">
                          <a:moveTo>
                            <a:pt x="221" y="1"/>
                          </a:moveTo>
                          <a:cubicBezTo>
                            <a:pt x="210" y="1"/>
                            <a:pt x="199" y="2"/>
                            <a:pt x="189" y="5"/>
                          </a:cubicBezTo>
                          <a:cubicBezTo>
                            <a:pt x="158" y="13"/>
                            <a:pt x="109" y="48"/>
                            <a:pt x="70" y="78"/>
                          </a:cubicBezTo>
                          <a:cubicBezTo>
                            <a:pt x="21" y="115"/>
                            <a:pt x="0" y="179"/>
                            <a:pt x="25" y="234"/>
                          </a:cubicBezTo>
                          <a:cubicBezTo>
                            <a:pt x="47" y="289"/>
                            <a:pt x="98" y="303"/>
                            <a:pt x="152" y="303"/>
                          </a:cubicBezTo>
                          <a:cubicBezTo>
                            <a:pt x="213" y="303"/>
                            <a:pt x="277" y="285"/>
                            <a:pt x="307" y="285"/>
                          </a:cubicBezTo>
                          <a:cubicBezTo>
                            <a:pt x="385" y="285"/>
                            <a:pt x="430" y="238"/>
                            <a:pt x="455" y="199"/>
                          </a:cubicBezTo>
                          <a:cubicBezTo>
                            <a:pt x="469" y="172"/>
                            <a:pt x="467" y="140"/>
                            <a:pt x="444" y="117"/>
                          </a:cubicBezTo>
                          <a:cubicBezTo>
                            <a:pt x="395" y="74"/>
                            <a:pt x="306" y="1"/>
                            <a:pt x="22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7"/>
                    <p:cNvSpPr/>
                    <p:nvPr/>
                  </p:nvSpPr>
                  <p:spPr>
                    <a:xfrm>
                      <a:off x="4419338" y="3698481"/>
                      <a:ext cx="22151" cy="8254"/>
                    </a:xfrm>
                    <a:custGeom>
                      <a:rect b="b" l="l" r="r" t="t"/>
                      <a:pathLst>
                        <a:path extrusionOk="0" h="136" w="365">
                          <a:moveTo>
                            <a:pt x="154" y="0"/>
                          </a:moveTo>
                          <a:cubicBezTo>
                            <a:pt x="97" y="0"/>
                            <a:pt x="30" y="83"/>
                            <a:pt x="5" y="120"/>
                          </a:cubicBezTo>
                          <a:cubicBezTo>
                            <a:pt x="1" y="128"/>
                            <a:pt x="6" y="135"/>
                            <a:pt x="12" y="135"/>
                          </a:cubicBezTo>
                          <a:cubicBezTo>
                            <a:pt x="13" y="135"/>
                            <a:pt x="14" y="135"/>
                            <a:pt x="15" y="135"/>
                          </a:cubicBezTo>
                          <a:cubicBezTo>
                            <a:pt x="365" y="22"/>
                            <a:pt x="256" y="47"/>
                            <a:pt x="179" y="6"/>
                          </a:cubicBezTo>
                          <a:cubicBezTo>
                            <a:pt x="171" y="2"/>
                            <a:pt x="163" y="0"/>
                            <a:pt x="1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7"/>
                    <p:cNvSpPr/>
                    <p:nvPr/>
                  </p:nvSpPr>
                  <p:spPr>
                    <a:xfrm>
                      <a:off x="4327517" y="3656727"/>
                      <a:ext cx="25428" cy="21301"/>
                    </a:xfrm>
                    <a:custGeom>
                      <a:rect b="b" l="l" r="r" t="t"/>
                      <a:pathLst>
                        <a:path extrusionOk="0" h="351" w="419">
                          <a:moveTo>
                            <a:pt x="141" y="0"/>
                          </a:moveTo>
                          <a:cubicBezTo>
                            <a:pt x="59" y="0"/>
                            <a:pt x="0" y="99"/>
                            <a:pt x="49" y="174"/>
                          </a:cubicBezTo>
                          <a:cubicBezTo>
                            <a:pt x="85" y="229"/>
                            <a:pt x="131" y="287"/>
                            <a:pt x="182" y="324"/>
                          </a:cubicBezTo>
                          <a:cubicBezTo>
                            <a:pt x="192" y="330"/>
                            <a:pt x="202" y="336"/>
                            <a:pt x="212" y="342"/>
                          </a:cubicBezTo>
                          <a:cubicBezTo>
                            <a:pt x="225" y="348"/>
                            <a:pt x="237" y="351"/>
                            <a:pt x="248" y="351"/>
                          </a:cubicBezTo>
                          <a:cubicBezTo>
                            <a:pt x="324" y="351"/>
                            <a:pt x="380" y="233"/>
                            <a:pt x="409" y="164"/>
                          </a:cubicBezTo>
                          <a:cubicBezTo>
                            <a:pt x="419" y="139"/>
                            <a:pt x="407" y="109"/>
                            <a:pt x="378" y="96"/>
                          </a:cubicBezTo>
                          <a:cubicBezTo>
                            <a:pt x="376" y="92"/>
                            <a:pt x="374" y="92"/>
                            <a:pt x="372" y="92"/>
                          </a:cubicBezTo>
                          <a:cubicBezTo>
                            <a:pt x="333" y="80"/>
                            <a:pt x="284" y="58"/>
                            <a:pt x="231" y="31"/>
                          </a:cubicBezTo>
                          <a:cubicBezTo>
                            <a:pt x="229" y="29"/>
                            <a:pt x="225" y="29"/>
                            <a:pt x="223" y="27"/>
                          </a:cubicBezTo>
                          <a:cubicBezTo>
                            <a:pt x="214" y="23"/>
                            <a:pt x="208" y="21"/>
                            <a:pt x="200" y="17"/>
                          </a:cubicBezTo>
                          <a:cubicBezTo>
                            <a:pt x="194" y="13"/>
                            <a:pt x="192" y="13"/>
                            <a:pt x="188" y="11"/>
                          </a:cubicBezTo>
                          <a:cubicBezTo>
                            <a:pt x="184" y="11"/>
                            <a:pt x="182" y="8"/>
                            <a:pt x="178" y="6"/>
                          </a:cubicBezTo>
                          <a:cubicBezTo>
                            <a:pt x="165" y="2"/>
                            <a:pt x="153" y="0"/>
                            <a:pt x="141"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37"/>
                    <p:cNvSpPr/>
                    <p:nvPr/>
                  </p:nvSpPr>
                  <p:spPr>
                    <a:xfrm>
                      <a:off x="4327638" y="3656727"/>
                      <a:ext cx="21969" cy="19723"/>
                    </a:xfrm>
                    <a:custGeom>
                      <a:rect b="b" l="l" r="r" t="t"/>
                      <a:pathLst>
                        <a:path extrusionOk="0" h="325" w="362">
                          <a:moveTo>
                            <a:pt x="141" y="0"/>
                          </a:moveTo>
                          <a:cubicBezTo>
                            <a:pt x="59" y="0"/>
                            <a:pt x="0" y="99"/>
                            <a:pt x="49" y="174"/>
                          </a:cubicBezTo>
                          <a:cubicBezTo>
                            <a:pt x="86" y="229"/>
                            <a:pt x="131" y="287"/>
                            <a:pt x="182" y="324"/>
                          </a:cubicBezTo>
                          <a:cubicBezTo>
                            <a:pt x="185" y="324"/>
                            <a:pt x="188" y="324"/>
                            <a:pt x="191" y="324"/>
                          </a:cubicBezTo>
                          <a:cubicBezTo>
                            <a:pt x="264" y="324"/>
                            <a:pt x="322" y="210"/>
                            <a:pt x="352" y="141"/>
                          </a:cubicBezTo>
                          <a:cubicBezTo>
                            <a:pt x="362" y="113"/>
                            <a:pt x="349" y="82"/>
                            <a:pt x="321" y="72"/>
                          </a:cubicBezTo>
                          <a:cubicBezTo>
                            <a:pt x="298" y="62"/>
                            <a:pt x="264" y="47"/>
                            <a:pt x="229" y="31"/>
                          </a:cubicBezTo>
                          <a:cubicBezTo>
                            <a:pt x="227" y="29"/>
                            <a:pt x="223" y="29"/>
                            <a:pt x="221" y="27"/>
                          </a:cubicBezTo>
                          <a:cubicBezTo>
                            <a:pt x="210" y="21"/>
                            <a:pt x="200" y="17"/>
                            <a:pt x="188" y="11"/>
                          </a:cubicBezTo>
                          <a:cubicBezTo>
                            <a:pt x="186" y="11"/>
                            <a:pt x="182" y="8"/>
                            <a:pt x="178" y="6"/>
                          </a:cubicBezTo>
                          <a:cubicBezTo>
                            <a:pt x="165" y="2"/>
                            <a:pt x="153" y="0"/>
                            <a:pt x="1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37"/>
                    <p:cNvSpPr/>
                    <p:nvPr/>
                  </p:nvSpPr>
                  <p:spPr>
                    <a:xfrm>
                      <a:off x="4331583" y="3659519"/>
                      <a:ext cx="14686" cy="5037"/>
                    </a:xfrm>
                    <a:custGeom>
                      <a:rect b="b" l="l" r="r" t="t"/>
                      <a:pathLst>
                        <a:path extrusionOk="0" h="83" w="242">
                          <a:moveTo>
                            <a:pt x="78" y="1"/>
                          </a:moveTo>
                          <a:cubicBezTo>
                            <a:pt x="9" y="1"/>
                            <a:pt x="0" y="67"/>
                            <a:pt x="0" y="67"/>
                          </a:cubicBezTo>
                          <a:cubicBezTo>
                            <a:pt x="29" y="78"/>
                            <a:pt x="68" y="83"/>
                            <a:pt x="103" y="83"/>
                          </a:cubicBezTo>
                          <a:cubicBezTo>
                            <a:pt x="180" y="83"/>
                            <a:pt x="241" y="58"/>
                            <a:pt x="147" y="18"/>
                          </a:cubicBezTo>
                          <a:cubicBezTo>
                            <a:pt x="119" y="6"/>
                            <a:pt x="96" y="1"/>
                            <a:pt x="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7"/>
                    <p:cNvSpPr/>
                    <p:nvPr/>
                  </p:nvSpPr>
                  <p:spPr>
                    <a:xfrm>
                      <a:off x="4452353" y="3653753"/>
                      <a:ext cx="48611" cy="28462"/>
                    </a:xfrm>
                    <a:custGeom>
                      <a:rect b="b" l="l" r="r" t="t"/>
                      <a:pathLst>
                        <a:path extrusionOk="0" h="469" w="801">
                          <a:moveTo>
                            <a:pt x="107" y="0"/>
                          </a:moveTo>
                          <a:cubicBezTo>
                            <a:pt x="1" y="0"/>
                            <a:pt x="46" y="180"/>
                            <a:pt x="46" y="180"/>
                          </a:cubicBezTo>
                          <a:cubicBezTo>
                            <a:pt x="50" y="231"/>
                            <a:pt x="179" y="364"/>
                            <a:pt x="330" y="430"/>
                          </a:cubicBezTo>
                          <a:cubicBezTo>
                            <a:pt x="383" y="454"/>
                            <a:pt x="439" y="468"/>
                            <a:pt x="492" y="468"/>
                          </a:cubicBezTo>
                          <a:cubicBezTo>
                            <a:pt x="522" y="468"/>
                            <a:pt x="550" y="464"/>
                            <a:pt x="578" y="454"/>
                          </a:cubicBezTo>
                          <a:cubicBezTo>
                            <a:pt x="801" y="377"/>
                            <a:pt x="396" y="129"/>
                            <a:pt x="189" y="25"/>
                          </a:cubicBezTo>
                          <a:cubicBezTo>
                            <a:pt x="171" y="15"/>
                            <a:pt x="152" y="8"/>
                            <a:pt x="138" y="4"/>
                          </a:cubicBezTo>
                          <a:cubicBezTo>
                            <a:pt x="126" y="1"/>
                            <a:pt x="116" y="0"/>
                            <a:pt x="107"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7"/>
                    <p:cNvSpPr/>
                    <p:nvPr/>
                  </p:nvSpPr>
                  <p:spPr>
                    <a:xfrm>
                      <a:off x="4452474" y="3653753"/>
                      <a:ext cx="45394" cy="27370"/>
                    </a:xfrm>
                    <a:custGeom>
                      <a:rect b="b" l="l" r="r" t="t"/>
                      <a:pathLst>
                        <a:path extrusionOk="0" h="451" w="748">
                          <a:moveTo>
                            <a:pt x="107" y="0"/>
                          </a:moveTo>
                          <a:cubicBezTo>
                            <a:pt x="1" y="0"/>
                            <a:pt x="46" y="180"/>
                            <a:pt x="46" y="180"/>
                          </a:cubicBezTo>
                          <a:cubicBezTo>
                            <a:pt x="52" y="231"/>
                            <a:pt x="179" y="364"/>
                            <a:pt x="330" y="432"/>
                          </a:cubicBezTo>
                          <a:cubicBezTo>
                            <a:pt x="367" y="443"/>
                            <a:pt x="405" y="450"/>
                            <a:pt x="442" y="450"/>
                          </a:cubicBezTo>
                          <a:cubicBezTo>
                            <a:pt x="471" y="450"/>
                            <a:pt x="500" y="446"/>
                            <a:pt x="527" y="436"/>
                          </a:cubicBezTo>
                          <a:cubicBezTo>
                            <a:pt x="748" y="356"/>
                            <a:pt x="345" y="111"/>
                            <a:pt x="138" y="4"/>
                          </a:cubicBezTo>
                          <a:cubicBezTo>
                            <a:pt x="126" y="1"/>
                            <a:pt x="116" y="0"/>
                            <a:pt x="1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7"/>
                    <p:cNvSpPr/>
                    <p:nvPr/>
                  </p:nvSpPr>
                  <p:spPr>
                    <a:xfrm>
                      <a:off x="4454173" y="3657334"/>
                      <a:ext cx="26096" cy="14868"/>
                    </a:xfrm>
                    <a:custGeom>
                      <a:rect b="b" l="l" r="r" t="t"/>
                      <a:pathLst>
                        <a:path extrusionOk="0" h="245" w="430">
                          <a:moveTo>
                            <a:pt x="49" y="1"/>
                          </a:moveTo>
                          <a:cubicBezTo>
                            <a:pt x="0" y="83"/>
                            <a:pt x="296" y="245"/>
                            <a:pt x="390" y="245"/>
                          </a:cubicBezTo>
                          <a:cubicBezTo>
                            <a:pt x="420" y="245"/>
                            <a:pt x="430" y="228"/>
                            <a:pt x="402" y="189"/>
                          </a:cubicBezTo>
                          <a:cubicBezTo>
                            <a:pt x="286" y="19"/>
                            <a:pt x="49" y="1"/>
                            <a:pt x="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7"/>
                    <p:cNvSpPr/>
                    <p:nvPr/>
                  </p:nvSpPr>
                  <p:spPr>
                    <a:xfrm>
                      <a:off x="4518564" y="3633301"/>
                      <a:ext cx="39993" cy="40054"/>
                    </a:xfrm>
                    <a:custGeom>
                      <a:rect b="b" l="l" r="r" t="t"/>
                      <a:pathLst>
                        <a:path extrusionOk="0" h="660" w="659">
                          <a:moveTo>
                            <a:pt x="186" y="1"/>
                          </a:moveTo>
                          <a:cubicBezTo>
                            <a:pt x="183" y="1"/>
                            <a:pt x="180" y="1"/>
                            <a:pt x="176" y="2"/>
                          </a:cubicBezTo>
                          <a:cubicBezTo>
                            <a:pt x="64" y="8"/>
                            <a:pt x="0" y="282"/>
                            <a:pt x="180" y="472"/>
                          </a:cubicBezTo>
                          <a:cubicBezTo>
                            <a:pt x="254" y="554"/>
                            <a:pt x="358" y="564"/>
                            <a:pt x="501" y="640"/>
                          </a:cubicBezTo>
                          <a:cubicBezTo>
                            <a:pt x="504" y="642"/>
                            <a:pt x="510" y="642"/>
                            <a:pt x="512" y="646"/>
                          </a:cubicBezTo>
                          <a:cubicBezTo>
                            <a:pt x="531" y="655"/>
                            <a:pt x="547" y="659"/>
                            <a:pt x="562" y="659"/>
                          </a:cubicBezTo>
                          <a:cubicBezTo>
                            <a:pt x="649" y="659"/>
                            <a:pt x="659" y="514"/>
                            <a:pt x="645" y="446"/>
                          </a:cubicBezTo>
                          <a:cubicBezTo>
                            <a:pt x="632" y="366"/>
                            <a:pt x="375" y="106"/>
                            <a:pt x="231" y="16"/>
                          </a:cubicBezTo>
                          <a:cubicBezTo>
                            <a:pt x="216" y="8"/>
                            <a:pt x="201" y="1"/>
                            <a:pt x="186" y="1"/>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7"/>
                    <p:cNvSpPr/>
                    <p:nvPr/>
                  </p:nvSpPr>
                  <p:spPr>
                    <a:xfrm>
                      <a:off x="4518564" y="3633362"/>
                      <a:ext cx="37019" cy="39204"/>
                    </a:xfrm>
                    <a:custGeom>
                      <a:rect b="b" l="l" r="r" t="t"/>
                      <a:pathLst>
                        <a:path extrusionOk="0" h="646" w="610">
                          <a:moveTo>
                            <a:pt x="176" y="1"/>
                          </a:moveTo>
                          <a:cubicBezTo>
                            <a:pt x="64" y="7"/>
                            <a:pt x="0" y="281"/>
                            <a:pt x="180" y="471"/>
                          </a:cubicBezTo>
                          <a:cubicBezTo>
                            <a:pt x="254" y="553"/>
                            <a:pt x="358" y="563"/>
                            <a:pt x="501" y="639"/>
                          </a:cubicBezTo>
                          <a:cubicBezTo>
                            <a:pt x="504" y="641"/>
                            <a:pt x="510" y="641"/>
                            <a:pt x="512" y="645"/>
                          </a:cubicBezTo>
                          <a:cubicBezTo>
                            <a:pt x="512" y="645"/>
                            <a:pt x="513" y="645"/>
                            <a:pt x="514" y="645"/>
                          </a:cubicBezTo>
                          <a:cubicBezTo>
                            <a:pt x="602" y="645"/>
                            <a:pt x="610" y="497"/>
                            <a:pt x="596" y="432"/>
                          </a:cubicBezTo>
                          <a:cubicBezTo>
                            <a:pt x="583" y="353"/>
                            <a:pt x="326" y="93"/>
                            <a:pt x="182" y="3"/>
                          </a:cubicBezTo>
                          <a:cubicBezTo>
                            <a:pt x="180" y="3"/>
                            <a:pt x="180" y="1"/>
                            <a:pt x="1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7"/>
                    <p:cNvSpPr/>
                    <p:nvPr/>
                  </p:nvSpPr>
                  <p:spPr>
                    <a:xfrm>
                      <a:off x="4524754" y="3638339"/>
                      <a:ext cx="23365" cy="18510"/>
                    </a:xfrm>
                    <a:custGeom>
                      <a:rect b="b" l="l" r="r" t="t"/>
                      <a:pathLst>
                        <a:path extrusionOk="0" h="305" w="385">
                          <a:moveTo>
                            <a:pt x="69" y="0"/>
                          </a:moveTo>
                          <a:cubicBezTo>
                            <a:pt x="21" y="0"/>
                            <a:pt x="1" y="35"/>
                            <a:pt x="1" y="35"/>
                          </a:cubicBezTo>
                          <a:cubicBezTo>
                            <a:pt x="87" y="123"/>
                            <a:pt x="313" y="304"/>
                            <a:pt x="363" y="304"/>
                          </a:cubicBezTo>
                          <a:cubicBezTo>
                            <a:pt x="384" y="304"/>
                            <a:pt x="374" y="271"/>
                            <a:pt x="307" y="185"/>
                          </a:cubicBezTo>
                          <a:cubicBezTo>
                            <a:pt x="195" y="37"/>
                            <a:pt x="118" y="0"/>
                            <a:pt x="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7"/>
                    <p:cNvSpPr/>
                    <p:nvPr/>
                  </p:nvSpPr>
                  <p:spPr>
                    <a:xfrm>
                      <a:off x="4547876" y="3763235"/>
                      <a:ext cx="39872" cy="39993"/>
                    </a:xfrm>
                    <a:custGeom>
                      <a:rect b="b" l="l" r="r" t="t"/>
                      <a:pathLst>
                        <a:path extrusionOk="0" h="659" w="657">
                          <a:moveTo>
                            <a:pt x="185" y="0"/>
                          </a:moveTo>
                          <a:cubicBezTo>
                            <a:pt x="182" y="0"/>
                            <a:pt x="180" y="0"/>
                            <a:pt x="178" y="1"/>
                          </a:cubicBezTo>
                          <a:cubicBezTo>
                            <a:pt x="66" y="9"/>
                            <a:pt x="0" y="281"/>
                            <a:pt x="180" y="471"/>
                          </a:cubicBezTo>
                          <a:cubicBezTo>
                            <a:pt x="254" y="553"/>
                            <a:pt x="358" y="563"/>
                            <a:pt x="501" y="639"/>
                          </a:cubicBezTo>
                          <a:cubicBezTo>
                            <a:pt x="505" y="643"/>
                            <a:pt x="510" y="643"/>
                            <a:pt x="512" y="645"/>
                          </a:cubicBezTo>
                          <a:cubicBezTo>
                            <a:pt x="530" y="654"/>
                            <a:pt x="547" y="658"/>
                            <a:pt x="561" y="658"/>
                          </a:cubicBezTo>
                          <a:cubicBezTo>
                            <a:pt x="648" y="658"/>
                            <a:pt x="657" y="511"/>
                            <a:pt x="645" y="445"/>
                          </a:cubicBezTo>
                          <a:cubicBezTo>
                            <a:pt x="632" y="365"/>
                            <a:pt x="374" y="105"/>
                            <a:pt x="231" y="15"/>
                          </a:cubicBezTo>
                          <a:cubicBezTo>
                            <a:pt x="215" y="6"/>
                            <a:pt x="199" y="0"/>
                            <a:pt x="185" y="0"/>
                          </a:cubicBez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37"/>
                    <p:cNvSpPr/>
                    <p:nvPr/>
                  </p:nvSpPr>
                  <p:spPr>
                    <a:xfrm>
                      <a:off x="4547876" y="3763235"/>
                      <a:ext cx="36898" cy="39204"/>
                    </a:xfrm>
                    <a:custGeom>
                      <a:rect b="b" l="l" r="r" t="t"/>
                      <a:pathLst>
                        <a:path extrusionOk="0" h="646" w="608">
                          <a:moveTo>
                            <a:pt x="178" y="1"/>
                          </a:moveTo>
                          <a:lnTo>
                            <a:pt x="178" y="1"/>
                          </a:lnTo>
                          <a:cubicBezTo>
                            <a:pt x="66" y="9"/>
                            <a:pt x="0" y="281"/>
                            <a:pt x="180" y="471"/>
                          </a:cubicBezTo>
                          <a:cubicBezTo>
                            <a:pt x="254" y="553"/>
                            <a:pt x="358" y="563"/>
                            <a:pt x="501" y="639"/>
                          </a:cubicBezTo>
                          <a:cubicBezTo>
                            <a:pt x="505" y="643"/>
                            <a:pt x="510" y="643"/>
                            <a:pt x="512" y="645"/>
                          </a:cubicBezTo>
                          <a:cubicBezTo>
                            <a:pt x="512" y="645"/>
                            <a:pt x="513" y="645"/>
                            <a:pt x="513" y="645"/>
                          </a:cubicBezTo>
                          <a:cubicBezTo>
                            <a:pt x="602" y="645"/>
                            <a:pt x="608" y="499"/>
                            <a:pt x="597" y="432"/>
                          </a:cubicBezTo>
                          <a:cubicBezTo>
                            <a:pt x="583" y="353"/>
                            <a:pt x="325" y="93"/>
                            <a:pt x="182" y="3"/>
                          </a:cubicBezTo>
                          <a:cubicBezTo>
                            <a:pt x="180" y="3"/>
                            <a:pt x="180" y="1"/>
                            <a:pt x="1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37"/>
                    <p:cNvSpPr/>
                    <p:nvPr/>
                  </p:nvSpPr>
                  <p:spPr>
                    <a:xfrm>
                      <a:off x="4554066" y="3768211"/>
                      <a:ext cx="23365" cy="18510"/>
                    </a:xfrm>
                    <a:custGeom>
                      <a:rect b="b" l="l" r="r" t="t"/>
                      <a:pathLst>
                        <a:path extrusionOk="0" h="305" w="385">
                          <a:moveTo>
                            <a:pt x="69" y="0"/>
                          </a:moveTo>
                          <a:cubicBezTo>
                            <a:pt x="21" y="0"/>
                            <a:pt x="0" y="35"/>
                            <a:pt x="0" y="35"/>
                          </a:cubicBezTo>
                          <a:cubicBezTo>
                            <a:pt x="86" y="124"/>
                            <a:pt x="312" y="305"/>
                            <a:pt x="363" y="305"/>
                          </a:cubicBezTo>
                          <a:cubicBezTo>
                            <a:pt x="384" y="305"/>
                            <a:pt x="374" y="272"/>
                            <a:pt x="307" y="185"/>
                          </a:cubicBezTo>
                          <a:cubicBezTo>
                            <a:pt x="196" y="37"/>
                            <a:pt x="118" y="0"/>
                            <a:pt x="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709" name="Google Shape;1709;p37"/>
              <p:cNvSpPr/>
              <p:nvPr/>
            </p:nvSpPr>
            <p:spPr>
              <a:xfrm>
                <a:off x="1470588" y="2409462"/>
                <a:ext cx="849261" cy="1602636"/>
              </a:xfrm>
              <a:custGeom>
                <a:rect b="b" l="l" r="r" t="t"/>
                <a:pathLst>
                  <a:path extrusionOk="0" h="26408" w="13994">
                    <a:moveTo>
                      <a:pt x="13993" y="1"/>
                    </a:moveTo>
                    <a:cubicBezTo>
                      <a:pt x="6988" y="1155"/>
                      <a:pt x="1" y="6671"/>
                      <a:pt x="1" y="6671"/>
                    </a:cubicBezTo>
                    <a:lnTo>
                      <a:pt x="1" y="6677"/>
                    </a:lnTo>
                    <a:lnTo>
                      <a:pt x="50" y="7031"/>
                    </a:lnTo>
                    <a:lnTo>
                      <a:pt x="365" y="9388"/>
                    </a:lnTo>
                    <a:cubicBezTo>
                      <a:pt x="365" y="9388"/>
                      <a:pt x="729" y="12125"/>
                      <a:pt x="733" y="12129"/>
                    </a:cubicBezTo>
                    <a:cubicBezTo>
                      <a:pt x="789" y="12176"/>
                      <a:pt x="2579" y="13717"/>
                      <a:pt x="2579" y="13725"/>
                    </a:cubicBezTo>
                    <a:cubicBezTo>
                      <a:pt x="2579" y="13725"/>
                      <a:pt x="3045" y="14253"/>
                      <a:pt x="3725" y="14752"/>
                    </a:cubicBezTo>
                    <a:lnTo>
                      <a:pt x="5030" y="19098"/>
                    </a:lnTo>
                    <a:lnTo>
                      <a:pt x="5085" y="19096"/>
                    </a:lnTo>
                    <a:cubicBezTo>
                      <a:pt x="5394" y="19372"/>
                      <a:pt x="6892" y="20708"/>
                      <a:pt x="7346" y="21121"/>
                    </a:cubicBezTo>
                    <a:cubicBezTo>
                      <a:pt x="7346" y="21135"/>
                      <a:pt x="7348" y="21154"/>
                      <a:pt x="7352" y="21168"/>
                    </a:cubicBezTo>
                    <a:lnTo>
                      <a:pt x="9285" y="25182"/>
                    </a:lnTo>
                    <a:cubicBezTo>
                      <a:pt x="9320" y="25182"/>
                      <a:pt x="10407" y="25800"/>
                      <a:pt x="11468" y="26404"/>
                    </a:cubicBezTo>
                    <a:cubicBezTo>
                      <a:pt x="11473" y="26406"/>
                      <a:pt x="11479" y="26408"/>
                      <a:pt x="11485" y="26408"/>
                    </a:cubicBezTo>
                    <a:cubicBezTo>
                      <a:pt x="11677" y="26408"/>
                      <a:pt x="12396" y="25033"/>
                      <a:pt x="11959" y="24077"/>
                    </a:cubicBezTo>
                    <a:cubicBezTo>
                      <a:pt x="11781" y="23683"/>
                      <a:pt x="11673" y="23425"/>
                      <a:pt x="11673" y="23425"/>
                    </a:cubicBezTo>
                    <a:cubicBezTo>
                      <a:pt x="11673" y="23425"/>
                      <a:pt x="11671" y="23406"/>
                      <a:pt x="11669" y="23404"/>
                    </a:cubicBezTo>
                    <a:lnTo>
                      <a:pt x="10648" y="19282"/>
                    </a:lnTo>
                    <a:lnTo>
                      <a:pt x="10703" y="19120"/>
                    </a:lnTo>
                    <a:lnTo>
                      <a:pt x="10738" y="19028"/>
                    </a:lnTo>
                    <a:lnTo>
                      <a:pt x="12461" y="14081"/>
                    </a:lnTo>
                    <a:lnTo>
                      <a:pt x="12514" y="13928"/>
                    </a:lnTo>
                    <a:lnTo>
                      <a:pt x="12635" y="13584"/>
                    </a:lnTo>
                    <a:lnTo>
                      <a:pt x="11374" y="10020"/>
                    </a:lnTo>
                    <a:lnTo>
                      <a:pt x="11213" y="9564"/>
                    </a:lnTo>
                    <a:lnTo>
                      <a:pt x="10914" y="8991"/>
                    </a:lnTo>
                    <a:lnTo>
                      <a:pt x="13932" y="5163"/>
                    </a:lnTo>
                    <a:lnTo>
                      <a:pt x="13993" y="5063"/>
                    </a:lnTo>
                    <a:lnTo>
                      <a:pt x="13993" y="1"/>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0" name="Google Shape;1710;p37"/>
            <p:cNvSpPr/>
            <p:nvPr/>
          </p:nvSpPr>
          <p:spPr>
            <a:xfrm>
              <a:off x="5760979" y="1729312"/>
              <a:ext cx="844150" cy="490679"/>
            </a:xfrm>
            <a:custGeom>
              <a:rect b="b" l="l" r="r" t="t"/>
              <a:pathLst>
                <a:path extrusionOk="0" h="8193" w="14095">
                  <a:moveTo>
                    <a:pt x="9430" y="0"/>
                  </a:moveTo>
                  <a:lnTo>
                    <a:pt x="0" y="5502"/>
                  </a:lnTo>
                  <a:lnTo>
                    <a:pt x="4665" y="8192"/>
                  </a:lnTo>
                  <a:lnTo>
                    <a:pt x="14095" y="2693"/>
                  </a:lnTo>
                  <a:lnTo>
                    <a:pt x="94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37"/>
            <p:cNvSpPr/>
            <p:nvPr/>
          </p:nvSpPr>
          <p:spPr>
            <a:xfrm>
              <a:off x="5970839" y="1735900"/>
              <a:ext cx="634415" cy="433963"/>
            </a:xfrm>
            <a:custGeom>
              <a:rect b="b" l="l" r="r" t="t"/>
              <a:pathLst>
                <a:path extrusionOk="0" h="7246" w="10593">
                  <a:moveTo>
                    <a:pt x="6143" y="1"/>
                  </a:moveTo>
                  <a:lnTo>
                    <a:pt x="5159" y="903"/>
                  </a:lnTo>
                  <a:lnTo>
                    <a:pt x="4144" y="3266"/>
                  </a:lnTo>
                  <a:lnTo>
                    <a:pt x="1" y="3903"/>
                  </a:lnTo>
                  <a:lnTo>
                    <a:pt x="381" y="7237"/>
                  </a:lnTo>
                  <a:lnTo>
                    <a:pt x="2538" y="7246"/>
                  </a:lnTo>
                  <a:lnTo>
                    <a:pt x="6941" y="4698"/>
                  </a:lnTo>
                  <a:lnTo>
                    <a:pt x="6920" y="4686"/>
                  </a:lnTo>
                  <a:lnTo>
                    <a:pt x="8829" y="3606"/>
                  </a:lnTo>
                  <a:lnTo>
                    <a:pt x="10593" y="2583"/>
                  </a:lnTo>
                  <a:lnTo>
                    <a:pt x="61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37"/>
            <p:cNvSpPr/>
            <p:nvPr/>
          </p:nvSpPr>
          <p:spPr>
            <a:xfrm>
              <a:off x="6014979" y="1862750"/>
              <a:ext cx="139724" cy="211533"/>
            </a:xfrm>
            <a:custGeom>
              <a:rect b="b" l="l" r="r" t="t"/>
              <a:pathLst>
                <a:path extrusionOk="0" h="3532" w="2333">
                  <a:moveTo>
                    <a:pt x="0" y="1"/>
                  </a:moveTo>
                  <a:lnTo>
                    <a:pt x="5" y="2173"/>
                  </a:lnTo>
                  <a:lnTo>
                    <a:pt x="2333" y="3532"/>
                  </a:lnTo>
                  <a:lnTo>
                    <a:pt x="2327" y="1357"/>
                  </a:lnTo>
                  <a:lnTo>
                    <a:pt x="0" y="1"/>
                  </a:lnTo>
                  <a:close/>
                </a:path>
              </a:pathLst>
            </a:custGeom>
            <a:solidFill>
              <a:srgbClr val="DD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7"/>
            <p:cNvSpPr/>
            <p:nvPr/>
          </p:nvSpPr>
          <p:spPr>
            <a:xfrm>
              <a:off x="6154286" y="1763510"/>
              <a:ext cx="312029" cy="310771"/>
            </a:xfrm>
            <a:custGeom>
              <a:rect b="b" l="l" r="r" t="t"/>
              <a:pathLst>
                <a:path extrusionOk="0" h="5189" w="5210">
                  <a:moveTo>
                    <a:pt x="5206" y="0"/>
                  </a:moveTo>
                  <a:lnTo>
                    <a:pt x="1" y="3014"/>
                  </a:lnTo>
                  <a:lnTo>
                    <a:pt x="7" y="5189"/>
                  </a:lnTo>
                  <a:lnTo>
                    <a:pt x="5210" y="2171"/>
                  </a:lnTo>
                  <a:lnTo>
                    <a:pt x="52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7"/>
            <p:cNvSpPr/>
            <p:nvPr/>
          </p:nvSpPr>
          <p:spPr>
            <a:xfrm>
              <a:off x="6014979" y="1682117"/>
              <a:ext cx="451094" cy="261901"/>
            </a:xfrm>
            <a:custGeom>
              <a:rect b="b" l="l" r="r" t="t"/>
              <a:pathLst>
                <a:path extrusionOk="0" h="4373" w="7532">
                  <a:moveTo>
                    <a:pt x="5203" y="1"/>
                  </a:moveTo>
                  <a:lnTo>
                    <a:pt x="0" y="3017"/>
                  </a:lnTo>
                  <a:lnTo>
                    <a:pt x="2327" y="4373"/>
                  </a:lnTo>
                  <a:lnTo>
                    <a:pt x="7532" y="1359"/>
                  </a:lnTo>
                  <a:lnTo>
                    <a:pt x="52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7"/>
            <p:cNvSpPr/>
            <p:nvPr/>
          </p:nvSpPr>
          <p:spPr>
            <a:xfrm>
              <a:off x="6235319" y="1347025"/>
              <a:ext cx="178952" cy="430013"/>
            </a:xfrm>
            <a:custGeom>
              <a:rect b="b" l="l" r="r" t="t"/>
              <a:pathLst>
                <a:path extrusionOk="0" h="7180" w="2988">
                  <a:moveTo>
                    <a:pt x="2613" y="0"/>
                  </a:moveTo>
                  <a:lnTo>
                    <a:pt x="377" y="8"/>
                  </a:lnTo>
                  <a:lnTo>
                    <a:pt x="0" y="7179"/>
                  </a:lnTo>
                  <a:lnTo>
                    <a:pt x="2987" y="7179"/>
                  </a:lnTo>
                  <a:lnTo>
                    <a:pt x="261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7"/>
            <p:cNvSpPr/>
            <p:nvPr/>
          </p:nvSpPr>
          <p:spPr>
            <a:xfrm>
              <a:off x="6235199" y="1502623"/>
              <a:ext cx="179312" cy="310352"/>
            </a:xfrm>
            <a:custGeom>
              <a:rect b="b" l="l" r="r" t="t"/>
              <a:pathLst>
                <a:path extrusionOk="0" h="5182" w="2994">
                  <a:moveTo>
                    <a:pt x="243" y="1"/>
                  </a:moveTo>
                  <a:lnTo>
                    <a:pt x="6" y="4534"/>
                  </a:lnTo>
                  <a:cubicBezTo>
                    <a:pt x="2" y="4551"/>
                    <a:pt x="0" y="4563"/>
                    <a:pt x="2" y="4577"/>
                  </a:cubicBezTo>
                  <a:cubicBezTo>
                    <a:pt x="10" y="4731"/>
                    <a:pt x="155" y="4882"/>
                    <a:pt x="446" y="5003"/>
                  </a:cubicBezTo>
                  <a:cubicBezTo>
                    <a:pt x="739" y="5122"/>
                    <a:pt x="1123" y="5181"/>
                    <a:pt x="1506" y="5181"/>
                  </a:cubicBezTo>
                  <a:cubicBezTo>
                    <a:pt x="1887" y="5181"/>
                    <a:pt x="2268" y="5122"/>
                    <a:pt x="2557" y="5005"/>
                  </a:cubicBezTo>
                  <a:cubicBezTo>
                    <a:pt x="2844" y="4888"/>
                    <a:pt x="2989" y="4735"/>
                    <a:pt x="2993" y="4577"/>
                  </a:cubicBezTo>
                  <a:cubicBezTo>
                    <a:pt x="2993" y="4573"/>
                    <a:pt x="2989" y="4565"/>
                    <a:pt x="2989" y="4557"/>
                  </a:cubicBezTo>
                  <a:lnTo>
                    <a:pt x="2752" y="31"/>
                  </a:lnTo>
                  <a:cubicBezTo>
                    <a:pt x="2723" y="43"/>
                    <a:pt x="2697" y="56"/>
                    <a:pt x="2666" y="70"/>
                  </a:cubicBezTo>
                  <a:cubicBezTo>
                    <a:pt x="2365" y="193"/>
                    <a:pt x="1964" y="258"/>
                    <a:pt x="1532" y="258"/>
                  </a:cubicBezTo>
                  <a:cubicBezTo>
                    <a:pt x="1097" y="258"/>
                    <a:pt x="692" y="189"/>
                    <a:pt x="387" y="66"/>
                  </a:cubicBezTo>
                  <a:cubicBezTo>
                    <a:pt x="329" y="46"/>
                    <a:pt x="284" y="23"/>
                    <a:pt x="243" y="1"/>
                  </a:cubicBezTo>
                  <a:close/>
                </a:path>
              </a:pathLst>
            </a:custGeom>
            <a:solidFill>
              <a:srgbClr val="F3F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7"/>
            <p:cNvSpPr/>
            <p:nvPr/>
          </p:nvSpPr>
          <p:spPr>
            <a:xfrm>
              <a:off x="6249633" y="1502623"/>
              <a:ext cx="150744" cy="27250"/>
            </a:xfrm>
            <a:custGeom>
              <a:rect b="b" l="l" r="r" t="t"/>
              <a:pathLst>
                <a:path extrusionOk="0" h="455" w="2517">
                  <a:moveTo>
                    <a:pt x="5" y="1"/>
                  </a:moveTo>
                  <a:cubicBezTo>
                    <a:pt x="5" y="1"/>
                    <a:pt x="2" y="9"/>
                    <a:pt x="2" y="11"/>
                  </a:cubicBezTo>
                  <a:lnTo>
                    <a:pt x="0" y="33"/>
                  </a:lnTo>
                  <a:cubicBezTo>
                    <a:pt x="0" y="39"/>
                    <a:pt x="2" y="46"/>
                    <a:pt x="5" y="52"/>
                  </a:cubicBezTo>
                  <a:cubicBezTo>
                    <a:pt x="23" y="117"/>
                    <a:pt x="115" y="209"/>
                    <a:pt x="328" y="299"/>
                  </a:cubicBezTo>
                  <a:cubicBezTo>
                    <a:pt x="575" y="399"/>
                    <a:pt x="911" y="455"/>
                    <a:pt x="1269" y="455"/>
                  </a:cubicBezTo>
                  <a:cubicBezTo>
                    <a:pt x="1623" y="455"/>
                    <a:pt x="1954" y="399"/>
                    <a:pt x="2200" y="299"/>
                  </a:cubicBezTo>
                  <a:cubicBezTo>
                    <a:pt x="2400" y="219"/>
                    <a:pt x="2490" y="127"/>
                    <a:pt x="2511" y="64"/>
                  </a:cubicBezTo>
                  <a:cubicBezTo>
                    <a:pt x="2513" y="60"/>
                    <a:pt x="2513" y="54"/>
                    <a:pt x="2517" y="50"/>
                  </a:cubicBezTo>
                  <a:lnTo>
                    <a:pt x="2513" y="33"/>
                  </a:lnTo>
                  <a:cubicBezTo>
                    <a:pt x="2486" y="46"/>
                    <a:pt x="2458" y="60"/>
                    <a:pt x="2427" y="72"/>
                  </a:cubicBezTo>
                  <a:cubicBezTo>
                    <a:pt x="2128" y="193"/>
                    <a:pt x="1725" y="258"/>
                    <a:pt x="1293" y="258"/>
                  </a:cubicBezTo>
                  <a:cubicBezTo>
                    <a:pt x="860" y="258"/>
                    <a:pt x="453" y="193"/>
                    <a:pt x="148" y="66"/>
                  </a:cubicBezTo>
                  <a:cubicBezTo>
                    <a:pt x="95" y="46"/>
                    <a:pt x="47" y="23"/>
                    <a:pt x="5" y="1"/>
                  </a:cubicBezTo>
                  <a:close/>
                </a:path>
              </a:pathLst>
            </a:custGeom>
            <a:solidFill>
              <a:srgbClr val="F3F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7"/>
            <p:cNvSpPr/>
            <p:nvPr/>
          </p:nvSpPr>
          <p:spPr>
            <a:xfrm>
              <a:off x="6248555" y="1504719"/>
              <a:ext cx="152601" cy="37192"/>
            </a:xfrm>
            <a:custGeom>
              <a:rect b="b" l="l" r="r" t="t"/>
              <a:pathLst>
                <a:path extrusionOk="0" h="621" w="2548">
                  <a:moveTo>
                    <a:pt x="18" y="0"/>
                  </a:moveTo>
                  <a:lnTo>
                    <a:pt x="0" y="348"/>
                  </a:lnTo>
                  <a:cubicBezTo>
                    <a:pt x="2" y="348"/>
                    <a:pt x="2" y="348"/>
                    <a:pt x="4" y="350"/>
                  </a:cubicBezTo>
                  <a:cubicBezTo>
                    <a:pt x="51" y="379"/>
                    <a:pt x="110" y="407"/>
                    <a:pt x="178" y="436"/>
                  </a:cubicBezTo>
                  <a:cubicBezTo>
                    <a:pt x="473" y="553"/>
                    <a:pt x="863" y="620"/>
                    <a:pt x="1283" y="620"/>
                  </a:cubicBezTo>
                  <a:cubicBezTo>
                    <a:pt x="1700" y="620"/>
                    <a:pt x="2087" y="555"/>
                    <a:pt x="2375" y="438"/>
                  </a:cubicBezTo>
                  <a:cubicBezTo>
                    <a:pt x="2443" y="412"/>
                    <a:pt x="2496" y="387"/>
                    <a:pt x="2541" y="358"/>
                  </a:cubicBezTo>
                  <a:cubicBezTo>
                    <a:pt x="2545" y="358"/>
                    <a:pt x="2545" y="358"/>
                    <a:pt x="2547" y="356"/>
                  </a:cubicBezTo>
                  <a:lnTo>
                    <a:pt x="2531" y="15"/>
                  </a:lnTo>
                  <a:cubicBezTo>
                    <a:pt x="2529" y="19"/>
                    <a:pt x="2529" y="25"/>
                    <a:pt x="2527" y="29"/>
                  </a:cubicBezTo>
                  <a:cubicBezTo>
                    <a:pt x="2504" y="92"/>
                    <a:pt x="2414" y="182"/>
                    <a:pt x="2214" y="264"/>
                  </a:cubicBezTo>
                  <a:cubicBezTo>
                    <a:pt x="1968" y="364"/>
                    <a:pt x="1637" y="420"/>
                    <a:pt x="1283" y="420"/>
                  </a:cubicBezTo>
                  <a:cubicBezTo>
                    <a:pt x="925" y="420"/>
                    <a:pt x="593" y="364"/>
                    <a:pt x="342" y="264"/>
                  </a:cubicBezTo>
                  <a:cubicBezTo>
                    <a:pt x="133" y="176"/>
                    <a:pt x="43" y="84"/>
                    <a:pt x="23" y="19"/>
                  </a:cubicBezTo>
                  <a:cubicBezTo>
                    <a:pt x="20" y="15"/>
                    <a:pt x="18" y="8"/>
                    <a:pt x="18" y="0"/>
                  </a:cubicBezTo>
                  <a:close/>
                </a:path>
              </a:pathLst>
            </a:custGeom>
            <a:solidFill>
              <a:srgbClr val="333233">
                <a:alpha val="7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37"/>
            <p:cNvSpPr/>
            <p:nvPr/>
          </p:nvSpPr>
          <p:spPr>
            <a:xfrm>
              <a:off x="6236397" y="1488668"/>
              <a:ext cx="176497" cy="44499"/>
            </a:xfrm>
            <a:custGeom>
              <a:rect b="b" l="l" r="r" t="t"/>
              <a:pathLst>
                <a:path extrusionOk="0" h="743" w="2947">
                  <a:moveTo>
                    <a:pt x="230" y="0"/>
                  </a:moveTo>
                  <a:lnTo>
                    <a:pt x="230" y="0"/>
                  </a:lnTo>
                  <a:cubicBezTo>
                    <a:pt x="62" y="92"/>
                    <a:pt x="0" y="184"/>
                    <a:pt x="0" y="244"/>
                  </a:cubicBezTo>
                  <a:cubicBezTo>
                    <a:pt x="0" y="299"/>
                    <a:pt x="56" y="387"/>
                    <a:pt x="205" y="473"/>
                  </a:cubicBezTo>
                  <a:cubicBezTo>
                    <a:pt x="252" y="502"/>
                    <a:pt x="309" y="530"/>
                    <a:pt x="379" y="559"/>
                  </a:cubicBezTo>
                  <a:cubicBezTo>
                    <a:pt x="669" y="675"/>
                    <a:pt x="1064" y="743"/>
                    <a:pt x="1484" y="743"/>
                  </a:cubicBezTo>
                  <a:cubicBezTo>
                    <a:pt x="1901" y="743"/>
                    <a:pt x="2286" y="677"/>
                    <a:pt x="2576" y="561"/>
                  </a:cubicBezTo>
                  <a:cubicBezTo>
                    <a:pt x="2642" y="532"/>
                    <a:pt x="2695" y="508"/>
                    <a:pt x="2742" y="479"/>
                  </a:cubicBezTo>
                  <a:cubicBezTo>
                    <a:pt x="2889" y="391"/>
                    <a:pt x="2947" y="305"/>
                    <a:pt x="2947" y="248"/>
                  </a:cubicBezTo>
                  <a:cubicBezTo>
                    <a:pt x="2947" y="191"/>
                    <a:pt x="2885" y="94"/>
                    <a:pt x="2715" y="2"/>
                  </a:cubicBezTo>
                  <a:lnTo>
                    <a:pt x="2715" y="2"/>
                  </a:lnTo>
                  <a:lnTo>
                    <a:pt x="2722" y="82"/>
                  </a:lnTo>
                  <a:cubicBezTo>
                    <a:pt x="2730" y="94"/>
                    <a:pt x="2732" y="109"/>
                    <a:pt x="2732" y="121"/>
                  </a:cubicBezTo>
                  <a:cubicBezTo>
                    <a:pt x="2732" y="129"/>
                    <a:pt x="2732" y="139"/>
                    <a:pt x="2726" y="150"/>
                  </a:cubicBezTo>
                  <a:cubicBezTo>
                    <a:pt x="2705" y="213"/>
                    <a:pt x="2613" y="303"/>
                    <a:pt x="2415" y="385"/>
                  </a:cubicBezTo>
                  <a:cubicBezTo>
                    <a:pt x="2169" y="483"/>
                    <a:pt x="1840" y="540"/>
                    <a:pt x="1484" y="540"/>
                  </a:cubicBezTo>
                  <a:cubicBezTo>
                    <a:pt x="1128" y="540"/>
                    <a:pt x="792" y="483"/>
                    <a:pt x="543" y="381"/>
                  </a:cubicBezTo>
                  <a:cubicBezTo>
                    <a:pt x="336" y="297"/>
                    <a:pt x="246" y="203"/>
                    <a:pt x="226" y="139"/>
                  </a:cubicBezTo>
                  <a:cubicBezTo>
                    <a:pt x="223" y="131"/>
                    <a:pt x="221" y="121"/>
                    <a:pt x="221" y="113"/>
                  </a:cubicBezTo>
                  <a:cubicBezTo>
                    <a:pt x="221" y="103"/>
                    <a:pt x="223" y="90"/>
                    <a:pt x="228" y="78"/>
                  </a:cubicBezTo>
                  <a:lnTo>
                    <a:pt x="2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7"/>
            <p:cNvSpPr/>
            <p:nvPr/>
          </p:nvSpPr>
          <p:spPr>
            <a:xfrm>
              <a:off x="6236517" y="1484835"/>
              <a:ext cx="175778" cy="44439"/>
            </a:xfrm>
            <a:custGeom>
              <a:rect b="b" l="l" r="r" t="t"/>
              <a:pathLst>
                <a:path extrusionOk="0" h="742" w="2935">
                  <a:moveTo>
                    <a:pt x="228" y="1"/>
                  </a:moveTo>
                  <a:cubicBezTo>
                    <a:pt x="62" y="93"/>
                    <a:pt x="1" y="185"/>
                    <a:pt x="1" y="244"/>
                  </a:cubicBezTo>
                  <a:cubicBezTo>
                    <a:pt x="1" y="300"/>
                    <a:pt x="54" y="388"/>
                    <a:pt x="203" y="473"/>
                  </a:cubicBezTo>
                  <a:cubicBezTo>
                    <a:pt x="252" y="502"/>
                    <a:pt x="307" y="531"/>
                    <a:pt x="377" y="557"/>
                  </a:cubicBezTo>
                  <a:cubicBezTo>
                    <a:pt x="667" y="678"/>
                    <a:pt x="1060" y="741"/>
                    <a:pt x="1478" y="741"/>
                  </a:cubicBezTo>
                  <a:cubicBezTo>
                    <a:pt x="1891" y="741"/>
                    <a:pt x="2278" y="676"/>
                    <a:pt x="2564" y="561"/>
                  </a:cubicBezTo>
                  <a:cubicBezTo>
                    <a:pt x="2630" y="535"/>
                    <a:pt x="2683" y="510"/>
                    <a:pt x="2730" y="482"/>
                  </a:cubicBezTo>
                  <a:cubicBezTo>
                    <a:pt x="2879" y="398"/>
                    <a:pt x="2934" y="310"/>
                    <a:pt x="2934" y="255"/>
                  </a:cubicBezTo>
                  <a:cubicBezTo>
                    <a:pt x="2934" y="195"/>
                    <a:pt x="2873" y="101"/>
                    <a:pt x="2707" y="9"/>
                  </a:cubicBezTo>
                  <a:lnTo>
                    <a:pt x="2707" y="9"/>
                  </a:lnTo>
                  <a:lnTo>
                    <a:pt x="2711" y="87"/>
                  </a:lnTo>
                  <a:cubicBezTo>
                    <a:pt x="2720" y="101"/>
                    <a:pt x="2722" y="113"/>
                    <a:pt x="2722" y="126"/>
                  </a:cubicBezTo>
                  <a:cubicBezTo>
                    <a:pt x="2722" y="134"/>
                    <a:pt x="2722" y="144"/>
                    <a:pt x="2717" y="154"/>
                  </a:cubicBezTo>
                  <a:cubicBezTo>
                    <a:pt x="2697" y="218"/>
                    <a:pt x="2607" y="308"/>
                    <a:pt x="2407" y="390"/>
                  </a:cubicBezTo>
                  <a:cubicBezTo>
                    <a:pt x="2165" y="490"/>
                    <a:pt x="1836" y="543"/>
                    <a:pt x="1482" y="543"/>
                  </a:cubicBezTo>
                  <a:cubicBezTo>
                    <a:pt x="1126" y="543"/>
                    <a:pt x="794" y="486"/>
                    <a:pt x="545" y="388"/>
                  </a:cubicBezTo>
                  <a:cubicBezTo>
                    <a:pt x="338" y="302"/>
                    <a:pt x="250" y="207"/>
                    <a:pt x="228" y="144"/>
                  </a:cubicBezTo>
                  <a:cubicBezTo>
                    <a:pt x="226" y="136"/>
                    <a:pt x="224" y="126"/>
                    <a:pt x="224" y="117"/>
                  </a:cubicBezTo>
                  <a:cubicBezTo>
                    <a:pt x="224" y="107"/>
                    <a:pt x="226" y="95"/>
                    <a:pt x="232" y="83"/>
                  </a:cubicBezTo>
                  <a:lnTo>
                    <a:pt x="2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7"/>
            <p:cNvSpPr/>
            <p:nvPr/>
          </p:nvSpPr>
          <p:spPr>
            <a:xfrm>
              <a:off x="6247776" y="1755903"/>
              <a:ext cx="11739" cy="7786"/>
            </a:xfrm>
            <a:custGeom>
              <a:rect b="b" l="l" r="r" t="t"/>
              <a:pathLst>
                <a:path extrusionOk="0" h="130" w="196">
                  <a:moveTo>
                    <a:pt x="13" y="0"/>
                  </a:moveTo>
                  <a:lnTo>
                    <a:pt x="1" y="25"/>
                  </a:lnTo>
                  <a:lnTo>
                    <a:pt x="181" y="129"/>
                  </a:lnTo>
                  <a:lnTo>
                    <a:pt x="195" y="109"/>
                  </a:lnTo>
                  <a:lnTo>
                    <a:pt x="13"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7"/>
            <p:cNvSpPr/>
            <p:nvPr/>
          </p:nvSpPr>
          <p:spPr>
            <a:xfrm>
              <a:off x="6247776" y="1740811"/>
              <a:ext cx="11739" cy="7666"/>
            </a:xfrm>
            <a:custGeom>
              <a:rect b="b" l="l" r="r" t="t"/>
              <a:pathLst>
                <a:path extrusionOk="0" h="128" w="196">
                  <a:moveTo>
                    <a:pt x="13" y="1"/>
                  </a:moveTo>
                  <a:lnTo>
                    <a:pt x="1" y="23"/>
                  </a:lnTo>
                  <a:lnTo>
                    <a:pt x="181" y="128"/>
                  </a:lnTo>
                  <a:lnTo>
                    <a:pt x="195" y="105"/>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7"/>
            <p:cNvSpPr/>
            <p:nvPr/>
          </p:nvSpPr>
          <p:spPr>
            <a:xfrm>
              <a:off x="6247776" y="1725658"/>
              <a:ext cx="11739" cy="7606"/>
            </a:xfrm>
            <a:custGeom>
              <a:rect b="b" l="l" r="r" t="t"/>
              <a:pathLst>
                <a:path extrusionOk="0" h="127" w="196">
                  <a:moveTo>
                    <a:pt x="13" y="0"/>
                  </a:moveTo>
                  <a:lnTo>
                    <a:pt x="1" y="21"/>
                  </a:lnTo>
                  <a:lnTo>
                    <a:pt x="181" y="127"/>
                  </a:lnTo>
                  <a:lnTo>
                    <a:pt x="195" y="104"/>
                  </a:lnTo>
                  <a:lnTo>
                    <a:pt x="13"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37"/>
            <p:cNvSpPr/>
            <p:nvPr/>
          </p:nvSpPr>
          <p:spPr>
            <a:xfrm>
              <a:off x="6247776" y="1710326"/>
              <a:ext cx="11739" cy="7666"/>
            </a:xfrm>
            <a:custGeom>
              <a:rect b="b" l="l" r="r" t="t"/>
              <a:pathLst>
                <a:path extrusionOk="0" h="128" w="196">
                  <a:moveTo>
                    <a:pt x="13" y="0"/>
                  </a:moveTo>
                  <a:lnTo>
                    <a:pt x="1" y="23"/>
                  </a:lnTo>
                  <a:lnTo>
                    <a:pt x="181" y="127"/>
                  </a:lnTo>
                  <a:lnTo>
                    <a:pt x="195" y="105"/>
                  </a:lnTo>
                  <a:lnTo>
                    <a:pt x="13"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37"/>
            <p:cNvSpPr/>
            <p:nvPr/>
          </p:nvSpPr>
          <p:spPr>
            <a:xfrm>
              <a:off x="6247776" y="1695114"/>
              <a:ext cx="11739" cy="7546"/>
            </a:xfrm>
            <a:custGeom>
              <a:rect b="b" l="l" r="r" t="t"/>
              <a:pathLst>
                <a:path extrusionOk="0" h="126" w="196">
                  <a:moveTo>
                    <a:pt x="13" y="1"/>
                  </a:moveTo>
                  <a:lnTo>
                    <a:pt x="1" y="23"/>
                  </a:lnTo>
                  <a:lnTo>
                    <a:pt x="181" y="125"/>
                  </a:lnTo>
                  <a:lnTo>
                    <a:pt x="195" y="105"/>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7"/>
            <p:cNvSpPr/>
            <p:nvPr/>
          </p:nvSpPr>
          <p:spPr>
            <a:xfrm>
              <a:off x="6247776" y="1679781"/>
              <a:ext cx="11739" cy="7786"/>
            </a:xfrm>
            <a:custGeom>
              <a:rect b="b" l="l" r="r" t="t"/>
              <a:pathLst>
                <a:path extrusionOk="0" h="130" w="196">
                  <a:moveTo>
                    <a:pt x="13" y="1"/>
                  </a:moveTo>
                  <a:lnTo>
                    <a:pt x="1" y="23"/>
                  </a:lnTo>
                  <a:lnTo>
                    <a:pt x="181" y="130"/>
                  </a:lnTo>
                  <a:lnTo>
                    <a:pt x="195" y="105"/>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7"/>
            <p:cNvSpPr/>
            <p:nvPr/>
          </p:nvSpPr>
          <p:spPr>
            <a:xfrm>
              <a:off x="6247776" y="1664629"/>
              <a:ext cx="11739" cy="7786"/>
            </a:xfrm>
            <a:custGeom>
              <a:rect b="b" l="l" r="r" t="t"/>
              <a:pathLst>
                <a:path extrusionOk="0" h="130" w="196">
                  <a:moveTo>
                    <a:pt x="13" y="0"/>
                  </a:moveTo>
                  <a:lnTo>
                    <a:pt x="1" y="21"/>
                  </a:lnTo>
                  <a:lnTo>
                    <a:pt x="181" y="129"/>
                  </a:lnTo>
                  <a:lnTo>
                    <a:pt x="195" y="107"/>
                  </a:lnTo>
                  <a:lnTo>
                    <a:pt x="13"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37"/>
            <p:cNvSpPr/>
            <p:nvPr/>
          </p:nvSpPr>
          <p:spPr>
            <a:xfrm>
              <a:off x="6247776" y="1649297"/>
              <a:ext cx="11739" cy="7786"/>
            </a:xfrm>
            <a:custGeom>
              <a:rect b="b" l="l" r="r" t="t"/>
              <a:pathLst>
                <a:path extrusionOk="0" h="130" w="196">
                  <a:moveTo>
                    <a:pt x="13" y="0"/>
                  </a:moveTo>
                  <a:lnTo>
                    <a:pt x="1" y="25"/>
                  </a:lnTo>
                  <a:lnTo>
                    <a:pt x="181" y="129"/>
                  </a:lnTo>
                  <a:lnTo>
                    <a:pt x="195" y="109"/>
                  </a:lnTo>
                  <a:lnTo>
                    <a:pt x="13"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37"/>
            <p:cNvSpPr/>
            <p:nvPr/>
          </p:nvSpPr>
          <p:spPr>
            <a:xfrm>
              <a:off x="6247776" y="1588507"/>
              <a:ext cx="11739" cy="7786"/>
            </a:xfrm>
            <a:custGeom>
              <a:rect b="b" l="l" r="r" t="t"/>
              <a:pathLst>
                <a:path extrusionOk="0" h="130" w="196">
                  <a:moveTo>
                    <a:pt x="13" y="1"/>
                  </a:moveTo>
                  <a:lnTo>
                    <a:pt x="1" y="23"/>
                  </a:lnTo>
                  <a:lnTo>
                    <a:pt x="181" y="130"/>
                  </a:lnTo>
                  <a:lnTo>
                    <a:pt x="195" y="105"/>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37"/>
            <p:cNvSpPr/>
            <p:nvPr/>
          </p:nvSpPr>
          <p:spPr>
            <a:xfrm>
              <a:off x="6247776" y="1573175"/>
              <a:ext cx="11739" cy="7786"/>
            </a:xfrm>
            <a:custGeom>
              <a:rect b="b" l="l" r="r" t="t"/>
              <a:pathLst>
                <a:path extrusionOk="0" h="130" w="196">
                  <a:moveTo>
                    <a:pt x="13" y="1"/>
                  </a:moveTo>
                  <a:lnTo>
                    <a:pt x="1" y="23"/>
                  </a:lnTo>
                  <a:lnTo>
                    <a:pt x="181" y="130"/>
                  </a:lnTo>
                  <a:lnTo>
                    <a:pt x="195" y="105"/>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37"/>
            <p:cNvSpPr/>
            <p:nvPr/>
          </p:nvSpPr>
          <p:spPr>
            <a:xfrm>
              <a:off x="6247776" y="1558022"/>
              <a:ext cx="11739" cy="7786"/>
            </a:xfrm>
            <a:custGeom>
              <a:rect b="b" l="l" r="r" t="t"/>
              <a:pathLst>
                <a:path extrusionOk="0" h="130" w="196">
                  <a:moveTo>
                    <a:pt x="13" y="0"/>
                  </a:moveTo>
                  <a:lnTo>
                    <a:pt x="1" y="25"/>
                  </a:lnTo>
                  <a:lnTo>
                    <a:pt x="181" y="129"/>
                  </a:lnTo>
                  <a:lnTo>
                    <a:pt x="195" y="107"/>
                  </a:lnTo>
                  <a:lnTo>
                    <a:pt x="13"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37"/>
            <p:cNvSpPr/>
            <p:nvPr/>
          </p:nvSpPr>
          <p:spPr>
            <a:xfrm>
              <a:off x="6247776" y="1527597"/>
              <a:ext cx="11739" cy="7666"/>
            </a:xfrm>
            <a:custGeom>
              <a:rect b="b" l="l" r="r" t="t"/>
              <a:pathLst>
                <a:path extrusionOk="0" h="128" w="196">
                  <a:moveTo>
                    <a:pt x="13" y="1"/>
                  </a:moveTo>
                  <a:lnTo>
                    <a:pt x="1" y="23"/>
                  </a:lnTo>
                  <a:lnTo>
                    <a:pt x="181" y="128"/>
                  </a:lnTo>
                  <a:lnTo>
                    <a:pt x="195" y="105"/>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3" name="Google Shape;1733;p37"/>
            <p:cNvGrpSpPr/>
            <p:nvPr/>
          </p:nvGrpSpPr>
          <p:grpSpPr>
            <a:xfrm>
              <a:off x="6247764" y="1519271"/>
              <a:ext cx="11978" cy="253454"/>
              <a:chOff x="7283249" y="1101004"/>
              <a:chExt cx="66106" cy="1398792"/>
            </a:xfrm>
          </p:grpSpPr>
          <p:sp>
            <p:nvSpPr>
              <p:cNvPr id="1734" name="Google Shape;1734;p37"/>
              <p:cNvSpPr/>
              <p:nvPr/>
            </p:nvSpPr>
            <p:spPr>
              <a:xfrm>
                <a:off x="7340762" y="1101004"/>
                <a:ext cx="8594" cy="1398792"/>
              </a:xfrm>
              <a:custGeom>
                <a:rect b="b" l="l" r="r" t="t"/>
                <a:pathLst>
                  <a:path extrusionOk="0" h="4232" w="26">
                    <a:moveTo>
                      <a:pt x="1" y="1"/>
                    </a:moveTo>
                    <a:lnTo>
                      <a:pt x="1" y="4232"/>
                    </a:lnTo>
                    <a:lnTo>
                      <a:pt x="25" y="4232"/>
                    </a:lnTo>
                    <a:lnTo>
                      <a:pt x="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37"/>
              <p:cNvSpPr/>
              <p:nvPr/>
            </p:nvSpPr>
            <p:spPr>
              <a:xfrm>
                <a:off x="7283249" y="1735297"/>
                <a:ext cx="64783" cy="42308"/>
              </a:xfrm>
              <a:custGeom>
                <a:rect b="b" l="l" r="r" t="t"/>
                <a:pathLst>
                  <a:path extrusionOk="0" h="128" w="196">
                    <a:moveTo>
                      <a:pt x="13" y="1"/>
                    </a:moveTo>
                    <a:lnTo>
                      <a:pt x="1" y="23"/>
                    </a:lnTo>
                    <a:lnTo>
                      <a:pt x="181" y="128"/>
                    </a:lnTo>
                    <a:lnTo>
                      <a:pt x="195" y="105"/>
                    </a:lnTo>
                    <a:lnTo>
                      <a:pt x="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37"/>
              <p:cNvSpPr/>
              <p:nvPr/>
            </p:nvSpPr>
            <p:spPr>
              <a:xfrm>
                <a:off x="7283249" y="1651672"/>
                <a:ext cx="64783" cy="41977"/>
              </a:xfrm>
              <a:custGeom>
                <a:rect b="b" l="l" r="r" t="t"/>
                <a:pathLst>
                  <a:path extrusionOk="0" h="127" w="196">
                    <a:moveTo>
                      <a:pt x="13" y="0"/>
                    </a:moveTo>
                    <a:lnTo>
                      <a:pt x="1" y="21"/>
                    </a:lnTo>
                    <a:lnTo>
                      <a:pt x="181" y="127"/>
                    </a:lnTo>
                    <a:lnTo>
                      <a:pt x="195" y="104"/>
                    </a:lnTo>
                    <a:lnTo>
                      <a:pt x="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37"/>
              <p:cNvSpPr/>
              <p:nvPr/>
            </p:nvSpPr>
            <p:spPr>
              <a:xfrm>
                <a:off x="7283249" y="1567056"/>
                <a:ext cx="64783" cy="42308"/>
              </a:xfrm>
              <a:custGeom>
                <a:rect b="b" l="l" r="r" t="t"/>
                <a:pathLst>
                  <a:path extrusionOk="0" h="128" w="196">
                    <a:moveTo>
                      <a:pt x="13" y="0"/>
                    </a:moveTo>
                    <a:lnTo>
                      <a:pt x="1" y="23"/>
                    </a:lnTo>
                    <a:lnTo>
                      <a:pt x="181" y="127"/>
                    </a:lnTo>
                    <a:lnTo>
                      <a:pt x="195" y="107"/>
                    </a:lnTo>
                    <a:lnTo>
                      <a:pt x="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37"/>
              <p:cNvSpPr/>
              <p:nvPr/>
            </p:nvSpPr>
            <p:spPr>
              <a:xfrm>
                <a:off x="7283249" y="1314859"/>
                <a:ext cx="64783" cy="42969"/>
              </a:xfrm>
              <a:custGeom>
                <a:rect b="b" l="l" r="r" t="t"/>
                <a:pathLst>
                  <a:path extrusionOk="0" h="130" w="196">
                    <a:moveTo>
                      <a:pt x="13" y="0"/>
                    </a:moveTo>
                    <a:lnTo>
                      <a:pt x="1" y="25"/>
                    </a:lnTo>
                    <a:lnTo>
                      <a:pt x="181" y="129"/>
                    </a:lnTo>
                    <a:lnTo>
                      <a:pt x="195" y="107"/>
                    </a:lnTo>
                    <a:lnTo>
                      <a:pt x="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37"/>
              <p:cNvSpPr/>
              <p:nvPr/>
            </p:nvSpPr>
            <p:spPr>
              <a:xfrm>
                <a:off x="7283249" y="1230242"/>
                <a:ext cx="64783" cy="42969"/>
              </a:xfrm>
              <a:custGeom>
                <a:rect b="b" l="l" r="r" t="t"/>
                <a:pathLst>
                  <a:path extrusionOk="0" h="130" w="196">
                    <a:moveTo>
                      <a:pt x="13" y="1"/>
                    </a:moveTo>
                    <a:lnTo>
                      <a:pt x="1" y="25"/>
                    </a:lnTo>
                    <a:lnTo>
                      <a:pt x="181" y="129"/>
                    </a:lnTo>
                    <a:lnTo>
                      <a:pt x="195" y="109"/>
                    </a:lnTo>
                    <a:lnTo>
                      <a:pt x="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37"/>
              <p:cNvSpPr/>
              <p:nvPr/>
            </p:nvSpPr>
            <p:spPr>
              <a:xfrm>
                <a:off x="7283249" y="1146948"/>
                <a:ext cx="64783" cy="42308"/>
              </a:xfrm>
              <a:custGeom>
                <a:rect b="b" l="l" r="r" t="t"/>
                <a:pathLst>
                  <a:path extrusionOk="0" h="128" w="196">
                    <a:moveTo>
                      <a:pt x="13" y="1"/>
                    </a:moveTo>
                    <a:lnTo>
                      <a:pt x="1" y="23"/>
                    </a:lnTo>
                    <a:lnTo>
                      <a:pt x="181" y="128"/>
                    </a:lnTo>
                    <a:lnTo>
                      <a:pt x="195" y="105"/>
                    </a:lnTo>
                    <a:lnTo>
                      <a:pt x="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1" name="Google Shape;1741;p37"/>
            <p:cNvSpPr/>
            <p:nvPr/>
          </p:nvSpPr>
          <p:spPr>
            <a:xfrm>
              <a:off x="6246459" y="1513164"/>
              <a:ext cx="1617" cy="253456"/>
            </a:xfrm>
            <a:custGeom>
              <a:rect b="b" l="l" r="r" t="t"/>
              <a:pathLst>
                <a:path extrusionOk="0" h="4232" w="27">
                  <a:moveTo>
                    <a:pt x="0" y="0"/>
                  </a:moveTo>
                  <a:lnTo>
                    <a:pt x="0" y="4231"/>
                  </a:lnTo>
                  <a:lnTo>
                    <a:pt x="27" y="4231"/>
                  </a:lnTo>
                  <a:lnTo>
                    <a:pt x="27"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37"/>
            <p:cNvSpPr/>
            <p:nvPr/>
          </p:nvSpPr>
          <p:spPr>
            <a:xfrm>
              <a:off x="6090442" y="1432071"/>
              <a:ext cx="179072" cy="430133"/>
            </a:xfrm>
            <a:custGeom>
              <a:rect b="b" l="l" r="r" t="t"/>
              <a:pathLst>
                <a:path extrusionOk="0" h="7182" w="2990">
                  <a:moveTo>
                    <a:pt x="2611" y="0"/>
                  </a:moveTo>
                  <a:lnTo>
                    <a:pt x="379" y="6"/>
                  </a:lnTo>
                  <a:lnTo>
                    <a:pt x="1" y="7181"/>
                  </a:lnTo>
                  <a:lnTo>
                    <a:pt x="2990" y="7181"/>
                  </a:lnTo>
                  <a:lnTo>
                    <a:pt x="26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7"/>
            <p:cNvSpPr/>
            <p:nvPr/>
          </p:nvSpPr>
          <p:spPr>
            <a:xfrm>
              <a:off x="6104696" y="1587549"/>
              <a:ext cx="150505" cy="27250"/>
            </a:xfrm>
            <a:custGeom>
              <a:rect b="b" l="l" r="r" t="t"/>
              <a:pathLst>
                <a:path extrusionOk="0" h="455" w="2513">
                  <a:moveTo>
                    <a:pt x="2" y="0"/>
                  </a:moveTo>
                  <a:cubicBezTo>
                    <a:pt x="2" y="0"/>
                    <a:pt x="0" y="9"/>
                    <a:pt x="0" y="13"/>
                  </a:cubicBezTo>
                  <a:lnTo>
                    <a:pt x="0" y="35"/>
                  </a:lnTo>
                  <a:cubicBezTo>
                    <a:pt x="0" y="43"/>
                    <a:pt x="2" y="47"/>
                    <a:pt x="6" y="56"/>
                  </a:cubicBezTo>
                  <a:cubicBezTo>
                    <a:pt x="27" y="121"/>
                    <a:pt x="115" y="213"/>
                    <a:pt x="323" y="295"/>
                  </a:cubicBezTo>
                  <a:cubicBezTo>
                    <a:pt x="571" y="397"/>
                    <a:pt x="906" y="455"/>
                    <a:pt x="1264" y="455"/>
                  </a:cubicBezTo>
                  <a:cubicBezTo>
                    <a:pt x="1616" y="455"/>
                    <a:pt x="1950" y="397"/>
                    <a:pt x="2195" y="297"/>
                  </a:cubicBezTo>
                  <a:cubicBezTo>
                    <a:pt x="2396" y="215"/>
                    <a:pt x="2486" y="127"/>
                    <a:pt x="2506" y="62"/>
                  </a:cubicBezTo>
                  <a:cubicBezTo>
                    <a:pt x="2508" y="58"/>
                    <a:pt x="2512" y="56"/>
                    <a:pt x="2512" y="47"/>
                  </a:cubicBezTo>
                  <a:lnTo>
                    <a:pt x="2512" y="31"/>
                  </a:lnTo>
                  <a:cubicBezTo>
                    <a:pt x="2484" y="45"/>
                    <a:pt x="2455" y="58"/>
                    <a:pt x="2425" y="70"/>
                  </a:cubicBezTo>
                  <a:cubicBezTo>
                    <a:pt x="2126" y="193"/>
                    <a:pt x="1725" y="260"/>
                    <a:pt x="1291" y="260"/>
                  </a:cubicBezTo>
                  <a:cubicBezTo>
                    <a:pt x="857" y="260"/>
                    <a:pt x="450" y="191"/>
                    <a:pt x="145" y="68"/>
                  </a:cubicBezTo>
                  <a:cubicBezTo>
                    <a:pt x="92" y="47"/>
                    <a:pt x="47" y="25"/>
                    <a:pt x="2" y="0"/>
                  </a:cubicBezTo>
                  <a:close/>
                </a:path>
              </a:pathLst>
            </a:custGeom>
            <a:solidFill>
              <a:srgbClr val="F3F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7"/>
            <p:cNvSpPr/>
            <p:nvPr/>
          </p:nvSpPr>
          <p:spPr>
            <a:xfrm>
              <a:off x="6090322" y="1610547"/>
              <a:ext cx="179192" cy="287414"/>
            </a:xfrm>
            <a:custGeom>
              <a:rect b="b" l="l" r="r" t="t"/>
              <a:pathLst>
                <a:path extrusionOk="0" h="4799" w="2992">
                  <a:moveTo>
                    <a:pt x="222" y="1"/>
                  </a:moveTo>
                  <a:lnTo>
                    <a:pt x="5" y="4154"/>
                  </a:lnTo>
                  <a:cubicBezTo>
                    <a:pt x="3" y="4171"/>
                    <a:pt x="1" y="4183"/>
                    <a:pt x="3" y="4201"/>
                  </a:cubicBezTo>
                  <a:cubicBezTo>
                    <a:pt x="11" y="4351"/>
                    <a:pt x="156" y="4504"/>
                    <a:pt x="443" y="4621"/>
                  </a:cubicBezTo>
                  <a:cubicBezTo>
                    <a:pt x="737" y="4740"/>
                    <a:pt x="1122" y="4799"/>
                    <a:pt x="1505" y="4799"/>
                  </a:cubicBezTo>
                  <a:cubicBezTo>
                    <a:pt x="1887" y="4799"/>
                    <a:pt x="2268" y="4740"/>
                    <a:pt x="2558" y="4623"/>
                  </a:cubicBezTo>
                  <a:cubicBezTo>
                    <a:pt x="2699" y="4565"/>
                    <a:pt x="2810" y="4498"/>
                    <a:pt x="2881" y="4426"/>
                  </a:cubicBezTo>
                  <a:cubicBezTo>
                    <a:pt x="2953" y="4355"/>
                    <a:pt x="2990" y="4279"/>
                    <a:pt x="2992" y="4197"/>
                  </a:cubicBezTo>
                  <a:cubicBezTo>
                    <a:pt x="2992" y="4191"/>
                    <a:pt x="2992" y="4183"/>
                    <a:pt x="2988" y="4175"/>
                  </a:cubicBezTo>
                  <a:lnTo>
                    <a:pt x="2769" y="9"/>
                  </a:lnTo>
                  <a:cubicBezTo>
                    <a:pt x="2767" y="9"/>
                    <a:pt x="2767" y="9"/>
                    <a:pt x="2765" y="11"/>
                  </a:cubicBezTo>
                  <a:cubicBezTo>
                    <a:pt x="2718" y="38"/>
                    <a:pt x="2662" y="64"/>
                    <a:pt x="2599" y="91"/>
                  </a:cubicBezTo>
                  <a:cubicBezTo>
                    <a:pt x="2309" y="208"/>
                    <a:pt x="1924" y="271"/>
                    <a:pt x="1507" y="271"/>
                  </a:cubicBezTo>
                  <a:cubicBezTo>
                    <a:pt x="1087" y="271"/>
                    <a:pt x="696" y="206"/>
                    <a:pt x="402" y="89"/>
                  </a:cubicBezTo>
                  <a:cubicBezTo>
                    <a:pt x="332" y="60"/>
                    <a:pt x="277" y="32"/>
                    <a:pt x="228" y="3"/>
                  </a:cubicBezTo>
                  <a:cubicBezTo>
                    <a:pt x="228" y="3"/>
                    <a:pt x="226" y="3"/>
                    <a:pt x="2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37"/>
            <p:cNvSpPr/>
            <p:nvPr/>
          </p:nvSpPr>
          <p:spPr>
            <a:xfrm>
              <a:off x="6247776" y="1407755"/>
              <a:ext cx="156194" cy="39588"/>
            </a:xfrm>
            <a:custGeom>
              <a:rect b="b" l="l" r="r" t="t"/>
              <a:pathLst>
                <a:path extrusionOk="0" h="661" w="2608">
                  <a:moveTo>
                    <a:pt x="2462" y="1"/>
                  </a:moveTo>
                  <a:cubicBezTo>
                    <a:pt x="2419" y="95"/>
                    <a:pt x="2309" y="183"/>
                    <a:pt x="2133" y="255"/>
                  </a:cubicBezTo>
                  <a:cubicBezTo>
                    <a:pt x="1898" y="349"/>
                    <a:pt x="1590" y="396"/>
                    <a:pt x="1282" y="396"/>
                  </a:cubicBezTo>
                  <a:cubicBezTo>
                    <a:pt x="972" y="396"/>
                    <a:pt x="661" y="348"/>
                    <a:pt x="424" y="253"/>
                  </a:cubicBezTo>
                  <a:cubicBezTo>
                    <a:pt x="267" y="187"/>
                    <a:pt x="160" y="111"/>
                    <a:pt x="107" y="30"/>
                  </a:cubicBezTo>
                  <a:lnTo>
                    <a:pt x="107" y="30"/>
                  </a:lnTo>
                  <a:cubicBezTo>
                    <a:pt x="1" y="195"/>
                    <a:pt x="105" y="382"/>
                    <a:pt x="432" y="512"/>
                  </a:cubicBezTo>
                  <a:cubicBezTo>
                    <a:pt x="673" y="611"/>
                    <a:pt x="990" y="660"/>
                    <a:pt x="1305" y="660"/>
                  </a:cubicBezTo>
                  <a:cubicBezTo>
                    <a:pt x="1619" y="660"/>
                    <a:pt x="1933" y="611"/>
                    <a:pt x="2171" y="515"/>
                  </a:cubicBezTo>
                  <a:cubicBezTo>
                    <a:pt x="2511" y="373"/>
                    <a:pt x="2607" y="175"/>
                    <a:pt x="24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37"/>
            <p:cNvSpPr/>
            <p:nvPr/>
          </p:nvSpPr>
          <p:spPr>
            <a:xfrm>
              <a:off x="6249154" y="1379127"/>
              <a:ext cx="153319" cy="38749"/>
            </a:xfrm>
            <a:custGeom>
              <a:rect b="b" l="l" r="r" t="t"/>
              <a:pathLst>
                <a:path extrusionOk="0" h="647" w="2560">
                  <a:moveTo>
                    <a:pt x="2416" y="0"/>
                  </a:moveTo>
                  <a:lnTo>
                    <a:pt x="2416" y="0"/>
                  </a:lnTo>
                  <a:cubicBezTo>
                    <a:pt x="2374" y="92"/>
                    <a:pt x="2265" y="180"/>
                    <a:pt x="2095" y="250"/>
                  </a:cubicBezTo>
                  <a:cubicBezTo>
                    <a:pt x="1866" y="342"/>
                    <a:pt x="1565" y="389"/>
                    <a:pt x="1263" y="389"/>
                  </a:cubicBezTo>
                  <a:cubicBezTo>
                    <a:pt x="958" y="389"/>
                    <a:pt x="652" y="341"/>
                    <a:pt x="420" y="246"/>
                  </a:cubicBezTo>
                  <a:cubicBezTo>
                    <a:pt x="266" y="182"/>
                    <a:pt x="162" y="107"/>
                    <a:pt x="111" y="27"/>
                  </a:cubicBezTo>
                  <a:lnTo>
                    <a:pt x="111" y="27"/>
                  </a:lnTo>
                  <a:cubicBezTo>
                    <a:pt x="0" y="190"/>
                    <a:pt x="105" y="373"/>
                    <a:pt x="424" y="501"/>
                  </a:cubicBezTo>
                  <a:cubicBezTo>
                    <a:pt x="663" y="598"/>
                    <a:pt x="975" y="647"/>
                    <a:pt x="1287" y="647"/>
                  </a:cubicBezTo>
                  <a:cubicBezTo>
                    <a:pt x="1593" y="647"/>
                    <a:pt x="1898" y="600"/>
                    <a:pt x="2130" y="506"/>
                  </a:cubicBezTo>
                  <a:cubicBezTo>
                    <a:pt x="2466" y="368"/>
                    <a:pt x="2560" y="172"/>
                    <a:pt x="24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37"/>
            <p:cNvSpPr/>
            <p:nvPr/>
          </p:nvSpPr>
          <p:spPr>
            <a:xfrm>
              <a:off x="6106493" y="1404940"/>
              <a:ext cx="147091" cy="54500"/>
            </a:xfrm>
            <a:custGeom>
              <a:rect b="b" l="l" r="r" t="t"/>
              <a:pathLst>
                <a:path extrusionOk="0" h="910" w="2456">
                  <a:moveTo>
                    <a:pt x="1219" y="0"/>
                  </a:moveTo>
                  <a:cubicBezTo>
                    <a:pt x="935" y="0"/>
                    <a:pt x="652" y="44"/>
                    <a:pt x="437" y="132"/>
                  </a:cubicBezTo>
                  <a:cubicBezTo>
                    <a:pt x="1" y="310"/>
                    <a:pt x="3" y="596"/>
                    <a:pt x="441" y="774"/>
                  </a:cubicBezTo>
                  <a:cubicBezTo>
                    <a:pt x="660" y="865"/>
                    <a:pt x="948" y="910"/>
                    <a:pt x="1235" y="910"/>
                  </a:cubicBezTo>
                  <a:cubicBezTo>
                    <a:pt x="1520" y="910"/>
                    <a:pt x="1805" y="865"/>
                    <a:pt x="2022" y="776"/>
                  </a:cubicBezTo>
                  <a:cubicBezTo>
                    <a:pt x="2456" y="600"/>
                    <a:pt x="2454" y="314"/>
                    <a:pt x="2016" y="136"/>
                  </a:cubicBezTo>
                  <a:cubicBezTo>
                    <a:pt x="1795" y="45"/>
                    <a:pt x="1506" y="0"/>
                    <a:pt x="12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37"/>
            <p:cNvSpPr/>
            <p:nvPr/>
          </p:nvSpPr>
          <p:spPr>
            <a:xfrm>
              <a:off x="6102839" y="1492801"/>
              <a:ext cx="156374" cy="39528"/>
            </a:xfrm>
            <a:custGeom>
              <a:rect b="b" l="l" r="r" t="t"/>
              <a:pathLst>
                <a:path extrusionOk="0" h="660" w="2611">
                  <a:moveTo>
                    <a:pt x="2466" y="1"/>
                  </a:moveTo>
                  <a:cubicBezTo>
                    <a:pt x="2423" y="95"/>
                    <a:pt x="2312" y="181"/>
                    <a:pt x="2136" y="252"/>
                  </a:cubicBezTo>
                  <a:cubicBezTo>
                    <a:pt x="1902" y="347"/>
                    <a:pt x="1594" y="395"/>
                    <a:pt x="1285" y="395"/>
                  </a:cubicBezTo>
                  <a:cubicBezTo>
                    <a:pt x="975" y="395"/>
                    <a:pt x="665" y="347"/>
                    <a:pt x="428" y="250"/>
                  </a:cubicBezTo>
                  <a:cubicBezTo>
                    <a:pt x="268" y="189"/>
                    <a:pt x="164" y="111"/>
                    <a:pt x="111" y="29"/>
                  </a:cubicBezTo>
                  <a:lnTo>
                    <a:pt x="111" y="29"/>
                  </a:lnTo>
                  <a:cubicBezTo>
                    <a:pt x="0" y="197"/>
                    <a:pt x="109" y="381"/>
                    <a:pt x="436" y="512"/>
                  </a:cubicBezTo>
                  <a:cubicBezTo>
                    <a:pt x="677" y="611"/>
                    <a:pt x="993" y="660"/>
                    <a:pt x="1309" y="660"/>
                  </a:cubicBezTo>
                  <a:cubicBezTo>
                    <a:pt x="1623" y="660"/>
                    <a:pt x="1936" y="611"/>
                    <a:pt x="2175" y="514"/>
                  </a:cubicBezTo>
                  <a:cubicBezTo>
                    <a:pt x="2515" y="375"/>
                    <a:pt x="2611" y="175"/>
                    <a:pt x="24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7"/>
            <p:cNvSpPr/>
            <p:nvPr/>
          </p:nvSpPr>
          <p:spPr>
            <a:xfrm>
              <a:off x="6104456" y="1464292"/>
              <a:ext cx="153200" cy="38749"/>
            </a:xfrm>
            <a:custGeom>
              <a:rect b="b" l="l" r="r" t="t"/>
              <a:pathLst>
                <a:path extrusionOk="0" h="647" w="2558">
                  <a:moveTo>
                    <a:pt x="2414" y="0"/>
                  </a:moveTo>
                  <a:lnTo>
                    <a:pt x="2414" y="0"/>
                  </a:lnTo>
                  <a:cubicBezTo>
                    <a:pt x="2369" y="92"/>
                    <a:pt x="2263" y="180"/>
                    <a:pt x="2091" y="250"/>
                  </a:cubicBezTo>
                  <a:cubicBezTo>
                    <a:pt x="1862" y="342"/>
                    <a:pt x="1561" y="389"/>
                    <a:pt x="1260" y="389"/>
                  </a:cubicBezTo>
                  <a:cubicBezTo>
                    <a:pt x="955" y="389"/>
                    <a:pt x="649" y="341"/>
                    <a:pt x="415" y="246"/>
                  </a:cubicBezTo>
                  <a:cubicBezTo>
                    <a:pt x="262" y="182"/>
                    <a:pt x="158" y="107"/>
                    <a:pt x="106" y="27"/>
                  </a:cubicBezTo>
                  <a:lnTo>
                    <a:pt x="106" y="27"/>
                  </a:lnTo>
                  <a:cubicBezTo>
                    <a:pt x="0" y="188"/>
                    <a:pt x="104" y="373"/>
                    <a:pt x="421" y="501"/>
                  </a:cubicBezTo>
                  <a:cubicBezTo>
                    <a:pt x="659" y="598"/>
                    <a:pt x="971" y="647"/>
                    <a:pt x="1283" y="647"/>
                  </a:cubicBezTo>
                  <a:cubicBezTo>
                    <a:pt x="1590" y="647"/>
                    <a:pt x="1895" y="600"/>
                    <a:pt x="2128" y="505"/>
                  </a:cubicBezTo>
                  <a:cubicBezTo>
                    <a:pt x="2461" y="368"/>
                    <a:pt x="2557" y="172"/>
                    <a:pt x="24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7"/>
            <p:cNvSpPr/>
            <p:nvPr/>
          </p:nvSpPr>
          <p:spPr>
            <a:xfrm>
              <a:off x="6119848" y="1411827"/>
              <a:ext cx="120140" cy="40486"/>
            </a:xfrm>
            <a:custGeom>
              <a:rect b="b" l="l" r="r" t="t"/>
              <a:pathLst>
                <a:path extrusionOk="0" h="676" w="2006">
                  <a:moveTo>
                    <a:pt x="995" y="0"/>
                  </a:moveTo>
                  <a:cubicBezTo>
                    <a:pt x="711" y="0"/>
                    <a:pt x="451" y="43"/>
                    <a:pt x="254" y="123"/>
                  </a:cubicBezTo>
                  <a:cubicBezTo>
                    <a:pt x="66" y="199"/>
                    <a:pt x="1" y="283"/>
                    <a:pt x="1" y="332"/>
                  </a:cubicBezTo>
                  <a:cubicBezTo>
                    <a:pt x="1" y="383"/>
                    <a:pt x="66" y="471"/>
                    <a:pt x="259" y="547"/>
                  </a:cubicBezTo>
                  <a:cubicBezTo>
                    <a:pt x="461" y="631"/>
                    <a:pt x="727" y="676"/>
                    <a:pt x="1011" y="676"/>
                  </a:cubicBezTo>
                  <a:cubicBezTo>
                    <a:pt x="1292" y="676"/>
                    <a:pt x="1556" y="631"/>
                    <a:pt x="1752" y="549"/>
                  </a:cubicBezTo>
                  <a:cubicBezTo>
                    <a:pt x="1938" y="475"/>
                    <a:pt x="2006" y="389"/>
                    <a:pt x="2006" y="340"/>
                  </a:cubicBezTo>
                  <a:cubicBezTo>
                    <a:pt x="2006" y="291"/>
                    <a:pt x="1938" y="201"/>
                    <a:pt x="1746" y="125"/>
                  </a:cubicBezTo>
                  <a:cubicBezTo>
                    <a:pt x="1548" y="43"/>
                    <a:pt x="1282" y="0"/>
                    <a:pt x="9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7"/>
            <p:cNvSpPr/>
            <p:nvPr/>
          </p:nvSpPr>
          <p:spPr>
            <a:xfrm>
              <a:off x="6103797" y="1589765"/>
              <a:ext cx="152601" cy="37072"/>
            </a:xfrm>
            <a:custGeom>
              <a:rect b="b" l="l" r="r" t="t"/>
              <a:pathLst>
                <a:path extrusionOk="0" h="619" w="2548">
                  <a:moveTo>
                    <a:pt x="21" y="0"/>
                  </a:moveTo>
                  <a:lnTo>
                    <a:pt x="1" y="348"/>
                  </a:lnTo>
                  <a:cubicBezTo>
                    <a:pt x="1" y="348"/>
                    <a:pt x="3" y="348"/>
                    <a:pt x="5" y="350"/>
                  </a:cubicBezTo>
                  <a:cubicBezTo>
                    <a:pt x="52" y="379"/>
                    <a:pt x="109" y="407"/>
                    <a:pt x="179" y="436"/>
                  </a:cubicBezTo>
                  <a:cubicBezTo>
                    <a:pt x="471" y="553"/>
                    <a:pt x="864" y="618"/>
                    <a:pt x="1284" y="618"/>
                  </a:cubicBezTo>
                  <a:cubicBezTo>
                    <a:pt x="1701" y="618"/>
                    <a:pt x="2090" y="555"/>
                    <a:pt x="2376" y="438"/>
                  </a:cubicBezTo>
                  <a:cubicBezTo>
                    <a:pt x="2440" y="413"/>
                    <a:pt x="2497" y="387"/>
                    <a:pt x="2542" y="358"/>
                  </a:cubicBezTo>
                  <a:cubicBezTo>
                    <a:pt x="2544" y="358"/>
                    <a:pt x="2544" y="358"/>
                    <a:pt x="2548" y="356"/>
                  </a:cubicBezTo>
                  <a:lnTo>
                    <a:pt x="2532" y="17"/>
                  </a:lnTo>
                  <a:cubicBezTo>
                    <a:pt x="2530" y="21"/>
                    <a:pt x="2530" y="27"/>
                    <a:pt x="2527" y="31"/>
                  </a:cubicBezTo>
                  <a:cubicBezTo>
                    <a:pt x="2503" y="94"/>
                    <a:pt x="2415" y="184"/>
                    <a:pt x="2214" y="266"/>
                  </a:cubicBezTo>
                  <a:cubicBezTo>
                    <a:pt x="1969" y="366"/>
                    <a:pt x="1638" y="422"/>
                    <a:pt x="1284" y="422"/>
                  </a:cubicBezTo>
                  <a:cubicBezTo>
                    <a:pt x="926" y="422"/>
                    <a:pt x="594" y="364"/>
                    <a:pt x="342" y="264"/>
                  </a:cubicBezTo>
                  <a:cubicBezTo>
                    <a:pt x="136" y="180"/>
                    <a:pt x="46" y="84"/>
                    <a:pt x="25" y="21"/>
                  </a:cubicBezTo>
                  <a:cubicBezTo>
                    <a:pt x="23" y="12"/>
                    <a:pt x="21" y="4"/>
                    <a:pt x="21" y="0"/>
                  </a:cubicBezTo>
                  <a:close/>
                </a:path>
              </a:pathLst>
            </a:custGeom>
            <a:solidFill>
              <a:srgbClr val="F3F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7"/>
            <p:cNvSpPr/>
            <p:nvPr/>
          </p:nvSpPr>
          <p:spPr>
            <a:xfrm>
              <a:off x="6103797" y="1589765"/>
              <a:ext cx="152601" cy="37072"/>
            </a:xfrm>
            <a:custGeom>
              <a:rect b="b" l="l" r="r" t="t"/>
              <a:pathLst>
                <a:path extrusionOk="0" h="619" w="2548">
                  <a:moveTo>
                    <a:pt x="21" y="0"/>
                  </a:moveTo>
                  <a:lnTo>
                    <a:pt x="1" y="348"/>
                  </a:lnTo>
                  <a:cubicBezTo>
                    <a:pt x="1" y="348"/>
                    <a:pt x="3" y="348"/>
                    <a:pt x="5" y="350"/>
                  </a:cubicBezTo>
                  <a:cubicBezTo>
                    <a:pt x="52" y="379"/>
                    <a:pt x="109" y="407"/>
                    <a:pt x="179" y="436"/>
                  </a:cubicBezTo>
                  <a:cubicBezTo>
                    <a:pt x="471" y="553"/>
                    <a:pt x="864" y="618"/>
                    <a:pt x="1284" y="618"/>
                  </a:cubicBezTo>
                  <a:cubicBezTo>
                    <a:pt x="1701" y="618"/>
                    <a:pt x="2090" y="555"/>
                    <a:pt x="2376" y="438"/>
                  </a:cubicBezTo>
                  <a:cubicBezTo>
                    <a:pt x="2440" y="413"/>
                    <a:pt x="2497" y="387"/>
                    <a:pt x="2542" y="358"/>
                  </a:cubicBezTo>
                  <a:cubicBezTo>
                    <a:pt x="2544" y="358"/>
                    <a:pt x="2544" y="358"/>
                    <a:pt x="2548" y="356"/>
                  </a:cubicBezTo>
                  <a:lnTo>
                    <a:pt x="2532" y="17"/>
                  </a:lnTo>
                  <a:cubicBezTo>
                    <a:pt x="2530" y="21"/>
                    <a:pt x="2530" y="27"/>
                    <a:pt x="2527" y="31"/>
                  </a:cubicBezTo>
                  <a:cubicBezTo>
                    <a:pt x="2503" y="94"/>
                    <a:pt x="2415" y="184"/>
                    <a:pt x="2214" y="266"/>
                  </a:cubicBezTo>
                  <a:cubicBezTo>
                    <a:pt x="1969" y="366"/>
                    <a:pt x="1638" y="422"/>
                    <a:pt x="1284" y="422"/>
                  </a:cubicBezTo>
                  <a:cubicBezTo>
                    <a:pt x="926" y="422"/>
                    <a:pt x="594" y="364"/>
                    <a:pt x="342" y="264"/>
                  </a:cubicBezTo>
                  <a:cubicBezTo>
                    <a:pt x="136" y="180"/>
                    <a:pt x="46" y="84"/>
                    <a:pt x="25" y="21"/>
                  </a:cubicBezTo>
                  <a:cubicBezTo>
                    <a:pt x="23" y="12"/>
                    <a:pt x="21" y="4"/>
                    <a:pt x="21" y="0"/>
                  </a:cubicBezTo>
                  <a:close/>
                </a:path>
              </a:pathLst>
            </a:custGeom>
            <a:solidFill>
              <a:srgbClr val="333233">
                <a:alpha val="7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7"/>
            <p:cNvSpPr/>
            <p:nvPr/>
          </p:nvSpPr>
          <p:spPr>
            <a:xfrm>
              <a:off x="6091580" y="1573714"/>
              <a:ext cx="176497" cy="44618"/>
            </a:xfrm>
            <a:custGeom>
              <a:rect b="b" l="l" r="r" t="t"/>
              <a:pathLst>
                <a:path extrusionOk="0" h="745" w="2947">
                  <a:moveTo>
                    <a:pt x="229" y="0"/>
                  </a:moveTo>
                  <a:lnTo>
                    <a:pt x="229" y="0"/>
                  </a:lnTo>
                  <a:cubicBezTo>
                    <a:pt x="64" y="92"/>
                    <a:pt x="0" y="186"/>
                    <a:pt x="0" y="246"/>
                  </a:cubicBezTo>
                  <a:cubicBezTo>
                    <a:pt x="0" y="301"/>
                    <a:pt x="55" y="389"/>
                    <a:pt x="205" y="475"/>
                  </a:cubicBezTo>
                  <a:cubicBezTo>
                    <a:pt x="250" y="503"/>
                    <a:pt x="309" y="532"/>
                    <a:pt x="379" y="561"/>
                  </a:cubicBezTo>
                  <a:cubicBezTo>
                    <a:pt x="669" y="677"/>
                    <a:pt x="1064" y="745"/>
                    <a:pt x="1483" y="745"/>
                  </a:cubicBezTo>
                  <a:cubicBezTo>
                    <a:pt x="1899" y="745"/>
                    <a:pt x="2285" y="679"/>
                    <a:pt x="2574" y="563"/>
                  </a:cubicBezTo>
                  <a:cubicBezTo>
                    <a:pt x="2641" y="534"/>
                    <a:pt x="2695" y="510"/>
                    <a:pt x="2742" y="481"/>
                  </a:cubicBezTo>
                  <a:cubicBezTo>
                    <a:pt x="2889" y="393"/>
                    <a:pt x="2946" y="307"/>
                    <a:pt x="2946" y="250"/>
                  </a:cubicBezTo>
                  <a:cubicBezTo>
                    <a:pt x="2946" y="192"/>
                    <a:pt x="2885" y="96"/>
                    <a:pt x="2715" y="4"/>
                  </a:cubicBezTo>
                  <a:lnTo>
                    <a:pt x="2715" y="4"/>
                  </a:lnTo>
                  <a:lnTo>
                    <a:pt x="2721" y="84"/>
                  </a:lnTo>
                  <a:cubicBezTo>
                    <a:pt x="2727" y="96"/>
                    <a:pt x="2729" y="111"/>
                    <a:pt x="2729" y="123"/>
                  </a:cubicBezTo>
                  <a:cubicBezTo>
                    <a:pt x="2729" y="131"/>
                    <a:pt x="2729" y="141"/>
                    <a:pt x="2725" y="152"/>
                  </a:cubicBezTo>
                  <a:cubicBezTo>
                    <a:pt x="2705" y="215"/>
                    <a:pt x="2613" y="305"/>
                    <a:pt x="2414" y="387"/>
                  </a:cubicBezTo>
                  <a:cubicBezTo>
                    <a:pt x="2169" y="485"/>
                    <a:pt x="1835" y="542"/>
                    <a:pt x="1483" y="542"/>
                  </a:cubicBezTo>
                  <a:cubicBezTo>
                    <a:pt x="1127" y="542"/>
                    <a:pt x="792" y="485"/>
                    <a:pt x="542" y="383"/>
                  </a:cubicBezTo>
                  <a:cubicBezTo>
                    <a:pt x="334" y="299"/>
                    <a:pt x="246" y="205"/>
                    <a:pt x="225" y="141"/>
                  </a:cubicBezTo>
                  <a:cubicBezTo>
                    <a:pt x="221" y="133"/>
                    <a:pt x="219" y="123"/>
                    <a:pt x="219" y="115"/>
                  </a:cubicBezTo>
                  <a:cubicBezTo>
                    <a:pt x="219" y="105"/>
                    <a:pt x="221" y="92"/>
                    <a:pt x="227" y="80"/>
                  </a:cubicBezTo>
                  <a:lnTo>
                    <a:pt x="2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7"/>
            <p:cNvSpPr/>
            <p:nvPr/>
          </p:nvSpPr>
          <p:spPr>
            <a:xfrm>
              <a:off x="6091819" y="1570001"/>
              <a:ext cx="175778" cy="44439"/>
            </a:xfrm>
            <a:custGeom>
              <a:rect b="b" l="l" r="r" t="t"/>
              <a:pathLst>
                <a:path extrusionOk="0" h="742" w="2935">
                  <a:moveTo>
                    <a:pt x="227" y="1"/>
                  </a:moveTo>
                  <a:cubicBezTo>
                    <a:pt x="62" y="93"/>
                    <a:pt x="0" y="185"/>
                    <a:pt x="0" y="244"/>
                  </a:cubicBezTo>
                  <a:cubicBezTo>
                    <a:pt x="0" y="299"/>
                    <a:pt x="53" y="387"/>
                    <a:pt x="203" y="473"/>
                  </a:cubicBezTo>
                  <a:cubicBezTo>
                    <a:pt x="252" y="502"/>
                    <a:pt x="307" y="531"/>
                    <a:pt x="377" y="557"/>
                  </a:cubicBezTo>
                  <a:cubicBezTo>
                    <a:pt x="667" y="678"/>
                    <a:pt x="1058" y="741"/>
                    <a:pt x="1475" y="741"/>
                  </a:cubicBezTo>
                  <a:cubicBezTo>
                    <a:pt x="1891" y="741"/>
                    <a:pt x="2277" y="676"/>
                    <a:pt x="2564" y="561"/>
                  </a:cubicBezTo>
                  <a:cubicBezTo>
                    <a:pt x="2629" y="535"/>
                    <a:pt x="2682" y="510"/>
                    <a:pt x="2730" y="482"/>
                  </a:cubicBezTo>
                  <a:cubicBezTo>
                    <a:pt x="2877" y="398"/>
                    <a:pt x="2934" y="310"/>
                    <a:pt x="2934" y="254"/>
                  </a:cubicBezTo>
                  <a:cubicBezTo>
                    <a:pt x="2934" y="193"/>
                    <a:pt x="2873" y="101"/>
                    <a:pt x="2707" y="9"/>
                  </a:cubicBezTo>
                  <a:lnTo>
                    <a:pt x="2707" y="9"/>
                  </a:lnTo>
                  <a:lnTo>
                    <a:pt x="2711" y="87"/>
                  </a:lnTo>
                  <a:cubicBezTo>
                    <a:pt x="2719" y="101"/>
                    <a:pt x="2721" y="113"/>
                    <a:pt x="2721" y="126"/>
                  </a:cubicBezTo>
                  <a:cubicBezTo>
                    <a:pt x="2721" y="134"/>
                    <a:pt x="2721" y="144"/>
                    <a:pt x="2717" y="154"/>
                  </a:cubicBezTo>
                  <a:cubicBezTo>
                    <a:pt x="2695" y="218"/>
                    <a:pt x="2607" y="308"/>
                    <a:pt x="2406" y="390"/>
                  </a:cubicBezTo>
                  <a:cubicBezTo>
                    <a:pt x="2163" y="490"/>
                    <a:pt x="1833" y="543"/>
                    <a:pt x="1482" y="543"/>
                  </a:cubicBezTo>
                  <a:cubicBezTo>
                    <a:pt x="1126" y="543"/>
                    <a:pt x="792" y="486"/>
                    <a:pt x="544" y="387"/>
                  </a:cubicBezTo>
                  <a:cubicBezTo>
                    <a:pt x="338" y="302"/>
                    <a:pt x="248" y="207"/>
                    <a:pt x="227" y="144"/>
                  </a:cubicBezTo>
                  <a:cubicBezTo>
                    <a:pt x="225" y="136"/>
                    <a:pt x="223" y="126"/>
                    <a:pt x="223" y="117"/>
                  </a:cubicBezTo>
                  <a:cubicBezTo>
                    <a:pt x="223" y="107"/>
                    <a:pt x="225" y="95"/>
                    <a:pt x="231" y="83"/>
                  </a:cubicBezTo>
                  <a:lnTo>
                    <a:pt x="2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37"/>
            <p:cNvSpPr/>
            <p:nvPr/>
          </p:nvSpPr>
          <p:spPr>
            <a:xfrm>
              <a:off x="6102839" y="1841069"/>
              <a:ext cx="11679" cy="7786"/>
            </a:xfrm>
            <a:custGeom>
              <a:rect b="b" l="l" r="r" t="t"/>
              <a:pathLst>
                <a:path extrusionOk="0" h="130" w="195">
                  <a:moveTo>
                    <a:pt x="13" y="0"/>
                  </a:moveTo>
                  <a:lnTo>
                    <a:pt x="0" y="25"/>
                  </a:lnTo>
                  <a:lnTo>
                    <a:pt x="182" y="129"/>
                  </a:lnTo>
                  <a:lnTo>
                    <a:pt x="195" y="107"/>
                  </a:lnTo>
                  <a:lnTo>
                    <a:pt x="13"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7"/>
            <p:cNvSpPr/>
            <p:nvPr/>
          </p:nvSpPr>
          <p:spPr>
            <a:xfrm>
              <a:off x="6102839" y="1825976"/>
              <a:ext cx="11679" cy="7666"/>
            </a:xfrm>
            <a:custGeom>
              <a:rect b="b" l="l" r="r" t="t"/>
              <a:pathLst>
                <a:path extrusionOk="0" h="128" w="195">
                  <a:moveTo>
                    <a:pt x="13" y="1"/>
                  </a:moveTo>
                  <a:lnTo>
                    <a:pt x="0" y="21"/>
                  </a:lnTo>
                  <a:lnTo>
                    <a:pt x="182" y="128"/>
                  </a:lnTo>
                  <a:lnTo>
                    <a:pt x="195" y="105"/>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7"/>
            <p:cNvSpPr/>
            <p:nvPr/>
          </p:nvSpPr>
          <p:spPr>
            <a:xfrm>
              <a:off x="6102839" y="1810644"/>
              <a:ext cx="11679" cy="7666"/>
            </a:xfrm>
            <a:custGeom>
              <a:rect b="b" l="l" r="r" t="t"/>
              <a:pathLst>
                <a:path extrusionOk="0" h="128" w="195">
                  <a:moveTo>
                    <a:pt x="13" y="1"/>
                  </a:moveTo>
                  <a:lnTo>
                    <a:pt x="0" y="23"/>
                  </a:lnTo>
                  <a:lnTo>
                    <a:pt x="182" y="128"/>
                  </a:lnTo>
                  <a:lnTo>
                    <a:pt x="195" y="105"/>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7"/>
            <p:cNvSpPr/>
            <p:nvPr/>
          </p:nvSpPr>
          <p:spPr>
            <a:xfrm>
              <a:off x="6102839" y="1795492"/>
              <a:ext cx="11679" cy="7546"/>
            </a:xfrm>
            <a:custGeom>
              <a:rect b="b" l="l" r="r" t="t"/>
              <a:pathLst>
                <a:path extrusionOk="0" h="126" w="195">
                  <a:moveTo>
                    <a:pt x="13" y="0"/>
                  </a:moveTo>
                  <a:lnTo>
                    <a:pt x="0" y="23"/>
                  </a:lnTo>
                  <a:lnTo>
                    <a:pt x="182" y="125"/>
                  </a:lnTo>
                  <a:lnTo>
                    <a:pt x="195" y="105"/>
                  </a:lnTo>
                  <a:lnTo>
                    <a:pt x="13"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7"/>
            <p:cNvSpPr/>
            <p:nvPr/>
          </p:nvSpPr>
          <p:spPr>
            <a:xfrm>
              <a:off x="6102839" y="1780160"/>
              <a:ext cx="11679" cy="7666"/>
            </a:xfrm>
            <a:custGeom>
              <a:rect b="b" l="l" r="r" t="t"/>
              <a:pathLst>
                <a:path extrusionOk="0" h="128" w="195">
                  <a:moveTo>
                    <a:pt x="13" y="1"/>
                  </a:moveTo>
                  <a:lnTo>
                    <a:pt x="0" y="23"/>
                  </a:lnTo>
                  <a:lnTo>
                    <a:pt x="182" y="127"/>
                  </a:lnTo>
                  <a:lnTo>
                    <a:pt x="195" y="107"/>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7"/>
            <p:cNvSpPr/>
            <p:nvPr/>
          </p:nvSpPr>
          <p:spPr>
            <a:xfrm>
              <a:off x="6102839" y="1764947"/>
              <a:ext cx="11679" cy="7786"/>
            </a:xfrm>
            <a:custGeom>
              <a:rect b="b" l="l" r="r" t="t"/>
              <a:pathLst>
                <a:path extrusionOk="0" h="130" w="195">
                  <a:moveTo>
                    <a:pt x="13" y="1"/>
                  </a:moveTo>
                  <a:lnTo>
                    <a:pt x="0" y="23"/>
                  </a:lnTo>
                  <a:lnTo>
                    <a:pt x="182" y="130"/>
                  </a:lnTo>
                  <a:lnTo>
                    <a:pt x="195" y="105"/>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37"/>
            <p:cNvSpPr/>
            <p:nvPr/>
          </p:nvSpPr>
          <p:spPr>
            <a:xfrm>
              <a:off x="6102839" y="1749795"/>
              <a:ext cx="11679" cy="7606"/>
            </a:xfrm>
            <a:custGeom>
              <a:rect b="b" l="l" r="r" t="t"/>
              <a:pathLst>
                <a:path extrusionOk="0" h="127" w="195">
                  <a:moveTo>
                    <a:pt x="13" y="0"/>
                  </a:moveTo>
                  <a:lnTo>
                    <a:pt x="0" y="21"/>
                  </a:lnTo>
                  <a:lnTo>
                    <a:pt x="182" y="127"/>
                  </a:lnTo>
                  <a:lnTo>
                    <a:pt x="195" y="107"/>
                  </a:lnTo>
                  <a:lnTo>
                    <a:pt x="13"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37"/>
            <p:cNvSpPr/>
            <p:nvPr/>
          </p:nvSpPr>
          <p:spPr>
            <a:xfrm>
              <a:off x="6102839" y="1734462"/>
              <a:ext cx="11679" cy="7786"/>
            </a:xfrm>
            <a:custGeom>
              <a:rect b="b" l="l" r="r" t="t"/>
              <a:pathLst>
                <a:path extrusionOk="0" h="130" w="195">
                  <a:moveTo>
                    <a:pt x="13" y="0"/>
                  </a:moveTo>
                  <a:lnTo>
                    <a:pt x="0" y="25"/>
                  </a:lnTo>
                  <a:lnTo>
                    <a:pt x="182" y="129"/>
                  </a:lnTo>
                  <a:lnTo>
                    <a:pt x="195" y="107"/>
                  </a:lnTo>
                  <a:lnTo>
                    <a:pt x="13"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7"/>
            <p:cNvSpPr/>
            <p:nvPr/>
          </p:nvSpPr>
          <p:spPr>
            <a:xfrm>
              <a:off x="6102839" y="1719370"/>
              <a:ext cx="11679" cy="7666"/>
            </a:xfrm>
            <a:custGeom>
              <a:rect b="b" l="l" r="r" t="t"/>
              <a:pathLst>
                <a:path extrusionOk="0" h="128" w="195">
                  <a:moveTo>
                    <a:pt x="13" y="1"/>
                  </a:moveTo>
                  <a:lnTo>
                    <a:pt x="0" y="21"/>
                  </a:lnTo>
                  <a:lnTo>
                    <a:pt x="182" y="128"/>
                  </a:lnTo>
                  <a:lnTo>
                    <a:pt x="195" y="105"/>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37"/>
            <p:cNvSpPr/>
            <p:nvPr/>
          </p:nvSpPr>
          <p:spPr>
            <a:xfrm>
              <a:off x="6102839" y="1643188"/>
              <a:ext cx="11679" cy="7666"/>
            </a:xfrm>
            <a:custGeom>
              <a:rect b="b" l="l" r="r" t="t"/>
              <a:pathLst>
                <a:path extrusionOk="0" h="128" w="195">
                  <a:moveTo>
                    <a:pt x="13" y="0"/>
                  </a:moveTo>
                  <a:lnTo>
                    <a:pt x="0" y="21"/>
                  </a:lnTo>
                  <a:lnTo>
                    <a:pt x="182" y="127"/>
                  </a:lnTo>
                  <a:lnTo>
                    <a:pt x="195" y="107"/>
                  </a:lnTo>
                  <a:lnTo>
                    <a:pt x="13"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37"/>
            <p:cNvSpPr/>
            <p:nvPr/>
          </p:nvSpPr>
          <p:spPr>
            <a:xfrm>
              <a:off x="6102839" y="1612763"/>
              <a:ext cx="11679" cy="7666"/>
            </a:xfrm>
            <a:custGeom>
              <a:rect b="b" l="l" r="r" t="t"/>
              <a:pathLst>
                <a:path extrusionOk="0" h="128" w="195">
                  <a:moveTo>
                    <a:pt x="13" y="1"/>
                  </a:moveTo>
                  <a:lnTo>
                    <a:pt x="0" y="23"/>
                  </a:lnTo>
                  <a:lnTo>
                    <a:pt x="182" y="128"/>
                  </a:lnTo>
                  <a:lnTo>
                    <a:pt x="195" y="105"/>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6" name="Google Shape;1766;p37"/>
            <p:cNvGrpSpPr/>
            <p:nvPr/>
          </p:nvGrpSpPr>
          <p:grpSpPr>
            <a:xfrm>
              <a:off x="6101691" y="1598327"/>
              <a:ext cx="13296" cy="259443"/>
              <a:chOff x="6477079" y="1537308"/>
              <a:chExt cx="73378" cy="1431846"/>
            </a:xfrm>
          </p:grpSpPr>
          <p:sp>
            <p:nvSpPr>
              <p:cNvPr id="1767" name="Google Shape;1767;p37"/>
              <p:cNvSpPr/>
              <p:nvPr/>
            </p:nvSpPr>
            <p:spPr>
              <a:xfrm>
                <a:off x="6541533" y="1571022"/>
                <a:ext cx="8924" cy="1398131"/>
              </a:xfrm>
              <a:custGeom>
                <a:rect b="b" l="l" r="r" t="t"/>
                <a:pathLst>
                  <a:path extrusionOk="0" h="4230" w="27">
                    <a:moveTo>
                      <a:pt x="0" y="1"/>
                    </a:moveTo>
                    <a:lnTo>
                      <a:pt x="0" y="4230"/>
                    </a:lnTo>
                    <a:lnTo>
                      <a:pt x="27" y="4230"/>
                    </a:lnTo>
                    <a:lnTo>
                      <a:pt x="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37"/>
              <p:cNvSpPr/>
              <p:nvPr/>
            </p:nvSpPr>
            <p:spPr>
              <a:xfrm>
                <a:off x="6483359" y="2121691"/>
                <a:ext cx="64453" cy="41316"/>
              </a:xfrm>
              <a:custGeom>
                <a:rect b="b" l="l" r="r" t="t"/>
                <a:pathLst>
                  <a:path extrusionOk="0" h="125" w="195">
                    <a:moveTo>
                      <a:pt x="13" y="0"/>
                    </a:moveTo>
                    <a:lnTo>
                      <a:pt x="0" y="21"/>
                    </a:lnTo>
                    <a:lnTo>
                      <a:pt x="182" y="125"/>
                    </a:lnTo>
                    <a:lnTo>
                      <a:pt x="195" y="104"/>
                    </a:lnTo>
                    <a:lnTo>
                      <a:pt x="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37"/>
              <p:cNvSpPr/>
              <p:nvPr/>
            </p:nvSpPr>
            <p:spPr>
              <a:xfrm>
                <a:off x="6483359" y="2037074"/>
                <a:ext cx="64453" cy="42308"/>
              </a:xfrm>
              <a:custGeom>
                <a:rect b="b" l="l" r="r" t="t"/>
                <a:pathLst>
                  <a:path extrusionOk="0" h="128" w="195">
                    <a:moveTo>
                      <a:pt x="13" y="0"/>
                    </a:moveTo>
                    <a:lnTo>
                      <a:pt x="0" y="23"/>
                    </a:lnTo>
                    <a:lnTo>
                      <a:pt x="182" y="127"/>
                    </a:lnTo>
                    <a:lnTo>
                      <a:pt x="195" y="105"/>
                    </a:lnTo>
                    <a:lnTo>
                      <a:pt x="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7"/>
              <p:cNvSpPr/>
              <p:nvPr/>
            </p:nvSpPr>
            <p:spPr>
              <a:xfrm>
                <a:off x="6483359" y="1952458"/>
                <a:ext cx="64453" cy="42308"/>
              </a:xfrm>
              <a:custGeom>
                <a:rect b="b" l="l" r="r" t="t"/>
                <a:pathLst>
                  <a:path extrusionOk="0" h="128" w="195">
                    <a:moveTo>
                      <a:pt x="13" y="1"/>
                    </a:moveTo>
                    <a:lnTo>
                      <a:pt x="0" y="23"/>
                    </a:lnTo>
                    <a:lnTo>
                      <a:pt x="182" y="127"/>
                    </a:lnTo>
                    <a:lnTo>
                      <a:pt x="195" y="107"/>
                    </a:lnTo>
                    <a:lnTo>
                      <a:pt x="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7"/>
              <p:cNvSpPr/>
              <p:nvPr/>
            </p:nvSpPr>
            <p:spPr>
              <a:xfrm>
                <a:off x="6483359" y="1868502"/>
                <a:ext cx="64453" cy="42969"/>
              </a:xfrm>
              <a:custGeom>
                <a:rect b="b" l="l" r="r" t="t"/>
                <a:pathLst>
                  <a:path extrusionOk="0" h="130" w="195">
                    <a:moveTo>
                      <a:pt x="13" y="1"/>
                    </a:moveTo>
                    <a:lnTo>
                      <a:pt x="0" y="23"/>
                    </a:lnTo>
                    <a:lnTo>
                      <a:pt x="182" y="130"/>
                    </a:lnTo>
                    <a:lnTo>
                      <a:pt x="195" y="105"/>
                    </a:lnTo>
                    <a:lnTo>
                      <a:pt x="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37"/>
              <p:cNvSpPr/>
              <p:nvPr/>
            </p:nvSpPr>
            <p:spPr>
              <a:xfrm>
                <a:off x="6483359" y="1784877"/>
                <a:ext cx="64453" cy="42308"/>
              </a:xfrm>
              <a:custGeom>
                <a:rect b="b" l="l" r="r" t="t"/>
                <a:pathLst>
                  <a:path extrusionOk="0" h="128" w="195">
                    <a:moveTo>
                      <a:pt x="13" y="0"/>
                    </a:moveTo>
                    <a:lnTo>
                      <a:pt x="0" y="21"/>
                    </a:lnTo>
                    <a:lnTo>
                      <a:pt x="182" y="127"/>
                    </a:lnTo>
                    <a:lnTo>
                      <a:pt x="195" y="107"/>
                    </a:lnTo>
                    <a:lnTo>
                      <a:pt x="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37"/>
              <p:cNvSpPr/>
              <p:nvPr/>
            </p:nvSpPr>
            <p:spPr>
              <a:xfrm>
                <a:off x="6483359" y="1700261"/>
                <a:ext cx="64453" cy="42969"/>
              </a:xfrm>
              <a:custGeom>
                <a:rect b="b" l="l" r="r" t="t"/>
                <a:pathLst>
                  <a:path extrusionOk="0" h="130" w="195">
                    <a:moveTo>
                      <a:pt x="13" y="0"/>
                    </a:moveTo>
                    <a:lnTo>
                      <a:pt x="0" y="25"/>
                    </a:lnTo>
                    <a:lnTo>
                      <a:pt x="182" y="129"/>
                    </a:lnTo>
                    <a:lnTo>
                      <a:pt x="195" y="109"/>
                    </a:lnTo>
                    <a:lnTo>
                      <a:pt x="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37"/>
              <p:cNvSpPr/>
              <p:nvPr/>
            </p:nvSpPr>
            <p:spPr>
              <a:xfrm>
                <a:off x="6483359" y="1616966"/>
                <a:ext cx="64453" cy="42308"/>
              </a:xfrm>
              <a:custGeom>
                <a:rect b="b" l="l" r="r" t="t"/>
                <a:pathLst>
                  <a:path extrusionOk="0" h="128" w="195">
                    <a:moveTo>
                      <a:pt x="13" y="1"/>
                    </a:moveTo>
                    <a:lnTo>
                      <a:pt x="0" y="23"/>
                    </a:lnTo>
                    <a:lnTo>
                      <a:pt x="182" y="128"/>
                    </a:lnTo>
                    <a:lnTo>
                      <a:pt x="195" y="105"/>
                    </a:lnTo>
                    <a:lnTo>
                      <a:pt x="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37"/>
              <p:cNvSpPr/>
              <p:nvPr/>
            </p:nvSpPr>
            <p:spPr>
              <a:xfrm>
                <a:off x="6477079" y="1537308"/>
                <a:ext cx="9255" cy="1398131"/>
              </a:xfrm>
              <a:custGeom>
                <a:rect b="b" l="l" r="r" t="t"/>
                <a:pathLst>
                  <a:path extrusionOk="0" h="4230" w="28">
                    <a:moveTo>
                      <a:pt x="1" y="0"/>
                    </a:moveTo>
                    <a:lnTo>
                      <a:pt x="1" y="4229"/>
                    </a:lnTo>
                    <a:lnTo>
                      <a:pt x="28" y="4229"/>
                    </a:lnTo>
                    <a:lnTo>
                      <a:pt x="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6" name="Google Shape;1776;p37"/>
            <p:cNvSpPr/>
            <p:nvPr/>
          </p:nvSpPr>
          <p:spPr>
            <a:xfrm>
              <a:off x="6094035" y="1844004"/>
              <a:ext cx="32880" cy="67197"/>
            </a:xfrm>
            <a:custGeom>
              <a:rect b="b" l="l" r="r" t="t"/>
              <a:pathLst>
                <a:path extrusionOk="0" h="1122" w="549">
                  <a:moveTo>
                    <a:pt x="548" y="0"/>
                  </a:moveTo>
                  <a:lnTo>
                    <a:pt x="2" y="324"/>
                  </a:lnTo>
                  <a:lnTo>
                    <a:pt x="0" y="1122"/>
                  </a:lnTo>
                  <a:lnTo>
                    <a:pt x="546" y="798"/>
                  </a:lnTo>
                  <a:lnTo>
                    <a:pt x="548" y="0"/>
                  </a:lnTo>
                  <a:close/>
                </a:path>
              </a:pathLst>
            </a:custGeom>
            <a:solidFill>
              <a:srgbClr val="B2A7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37"/>
            <p:cNvSpPr/>
            <p:nvPr/>
          </p:nvSpPr>
          <p:spPr>
            <a:xfrm>
              <a:off x="6060915" y="1844124"/>
              <a:ext cx="33299" cy="67077"/>
            </a:xfrm>
            <a:custGeom>
              <a:rect b="b" l="l" r="r" t="t"/>
              <a:pathLst>
                <a:path extrusionOk="0" h="1120" w="556">
                  <a:moveTo>
                    <a:pt x="3" y="1"/>
                  </a:moveTo>
                  <a:lnTo>
                    <a:pt x="1" y="803"/>
                  </a:lnTo>
                  <a:lnTo>
                    <a:pt x="553" y="1120"/>
                  </a:lnTo>
                  <a:lnTo>
                    <a:pt x="555" y="322"/>
                  </a:lnTo>
                  <a:lnTo>
                    <a:pt x="3" y="1"/>
                  </a:lnTo>
                  <a:close/>
                </a:path>
              </a:pathLst>
            </a:custGeom>
            <a:solidFill>
              <a:srgbClr val="DD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37"/>
            <p:cNvSpPr/>
            <p:nvPr/>
          </p:nvSpPr>
          <p:spPr>
            <a:xfrm>
              <a:off x="6061035" y="1824898"/>
              <a:ext cx="65879" cy="38510"/>
            </a:xfrm>
            <a:custGeom>
              <a:rect b="b" l="l" r="r" t="t"/>
              <a:pathLst>
                <a:path extrusionOk="0" h="643" w="1100">
                  <a:moveTo>
                    <a:pt x="551" y="0"/>
                  </a:moveTo>
                  <a:lnTo>
                    <a:pt x="1" y="322"/>
                  </a:lnTo>
                  <a:lnTo>
                    <a:pt x="553" y="643"/>
                  </a:lnTo>
                  <a:lnTo>
                    <a:pt x="1099" y="319"/>
                  </a:lnTo>
                  <a:lnTo>
                    <a:pt x="551" y="0"/>
                  </a:lnTo>
                  <a:close/>
                </a:path>
              </a:pathLst>
            </a:custGeom>
            <a:solidFill>
              <a:srgbClr val="F3F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37"/>
            <p:cNvSpPr/>
            <p:nvPr/>
          </p:nvSpPr>
          <p:spPr>
            <a:xfrm>
              <a:off x="6103318" y="1860055"/>
              <a:ext cx="14913" cy="43540"/>
            </a:xfrm>
            <a:custGeom>
              <a:rect b="b" l="l" r="r" t="t"/>
              <a:pathLst>
                <a:path extrusionOk="0" h="727" w="249">
                  <a:moveTo>
                    <a:pt x="248" y="0"/>
                  </a:moveTo>
                  <a:lnTo>
                    <a:pt x="1" y="148"/>
                  </a:lnTo>
                  <a:lnTo>
                    <a:pt x="1" y="727"/>
                  </a:lnTo>
                  <a:lnTo>
                    <a:pt x="248" y="584"/>
                  </a:lnTo>
                  <a:lnTo>
                    <a:pt x="248"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37"/>
            <p:cNvSpPr/>
            <p:nvPr/>
          </p:nvSpPr>
          <p:spPr>
            <a:xfrm>
              <a:off x="6116434" y="1878441"/>
              <a:ext cx="1018" cy="17428"/>
            </a:xfrm>
            <a:custGeom>
              <a:rect b="b" l="l" r="r" t="t"/>
              <a:pathLst>
                <a:path extrusionOk="0" h="291" w="17">
                  <a:moveTo>
                    <a:pt x="1" y="0"/>
                  </a:moveTo>
                  <a:lnTo>
                    <a:pt x="1" y="281"/>
                  </a:lnTo>
                  <a:lnTo>
                    <a:pt x="17" y="291"/>
                  </a:lnTo>
                  <a:lnTo>
                    <a:pt x="15" y="11"/>
                  </a:lnTo>
                  <a:lnTo>
                    <a:pt x="1" y="0"/>
                  </a:lnTo>
                  <a:close/>
                </a:path>
              </a:pathLst>
            </a:custGeom>
            <a:solidFill>
              <a:srgbClr val="6D6D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37"/>
            <p:cNvSpPr/>
            <p:nvPr/>
          </p:nvSpPr>
          <p:spPr>
            <a:xfrm>
              <a:off x="6103318" y="1895211"/>
              <a:ext cx="14134" cy="8265"/>
            </a:xfrm>
            <a:custGeom>
              <a:rect b="b" l="l" r="r" t="t"/>
              <a:pathLst>
                <a:path extrusionOk="0" h="138" w="236">
                  <a:moveTo>
                    <a:pt x="220" y="1"/>
                  </a:moveTo>
                  <a:lnTo>
                    <a:pt x="1" y="128"/>
                  </a:lnTo>
                  <a:lnTo>
                    <a:pt x="15" y="138"/>
                  </a:lnTo>
                  <a:lnTo>
                    <a:pt x="236" y="11"/>
                  </a:lnTo>
                  <a:lnTo>
                    <a:pt x="220" y="1"/>
                  </a:lnTo>
                  <a:close/>
                </a:path>
              </a:pathLst>
            </a:custGeom>
            <a:solidFill>
              <a:srgbClr val="8080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37"/>
            <p:cNvSpPr/>
            <p:nvPr/>
          </p:nvSpPr>
          <p:spPr>
            <a:xfrm>
              <a:off x="6116315" y="1860294"/>
              <a:ext cx="1018" cy="17368"/>
            </a:xfrm>
            <a:custGeom>
              <a:rect b="b" l="l" r="r" t="t"/>
              <a:pathLst>
                <a:path extrusionOk="0" h="290" w="17">
                  <a:moveTo>
                    <a:pt x="0" y="1"/>
                  </a:moveTo>
                  <a:lnTo>
                    <a:pt x="3" y="279"/>
                  </a:lnTo>
                  <a:lnTo>
                    <a:pt x="17" y="289"/>
                  </a:lnTo>
                  <a:lnTo>
                    <a:pt x="17" y="7"/>
                  </a:lnTo>
                  <a:lnTo>
                    <a:pt x="0" y="1"/>
                  </a:lnTo>
                  <a:close/>
                </a:path>
              </a:pathLst>
            </a:custGeom>
            <a:solidFill>
              <a:srgbClr val="6D6D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37"/>
            <p:cNvSpPr/>
            <p:nvPr/>
          </p:nvSpPr>
          <p:spPr>
            <a:xfrm>
              <a:off x="6103318" y="1876944"/>
              <a:ext cx="14014" cy="8265"/>
            </a:xfrm>
            <a:custGeom>
              <a:rect b="b" l="l" r="r" t="t"/>
              <a:pathLst>
                <a:path extrusionOk="0" h="138" w="234">
                  <a:moveTo>
                    <a:pt x="220" y="1"/>
                  </a:moveTo>
                  <a:lnTo>
                    <a:pt x="1" y="128"/>
                  </a:lnTo>
                  <a:lnTo>
                    <a:pt x="15" y="138"/>
                  </a:lnTo>
                  <a:lnTo>
                    <a:pt x="234" y="11"/>
                  </a:lnTo>
                  <a:lnTo>
                    <a:pt x="220" y="1"/>
                  </a:lnTo>
                  <a:close/>
                </a:path>
              </a:pathLst>
            </a:custGeom>
            <a:solidFill>
              <a:srgbClr val="8080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7"/>
            <p:cNvSpPr/>
            <p:nvPr/>
          </p:nvSpPr>
          <p:spPr>
            <a:xfrm>
              <a:off x="6102719" y="1858557"/>
              <a:ext cx="16230" cy="47254"/>
            </a:xfrm>
            <a:custGeom>
              <a:rect b="b" l="l" r="r" t="t"/>
              <a:pathLst>
                <a:path extrusionOk="0" h="789" w="271">
                  <a:moveTo>
                    <a:pt x="244" y="40"/>
                  </a:moveTo>
                  <a:lnTo>
                    <a:pt x="246" y="318"/>
                  </a:lnTo>
                  <a:lnTo>
                    <a:pt x="25" y="445"/>
                  </a:lnTo>
                  <a:lnTo>
                    <a:pt x="23" y="167"/>
                  </a:lnTo>
                  <a:lnTo>
                    <a:pt x="244" y="40"/>
                  </a:lnTo>
                  <a:close/>
                  <a:moveTo>
                    <a:pt x="244" y="343"/>
                  </a:moveTo>
                  <a:lnTo>
                    <a:pt x="246" y="623"/>
                  </a:lnTo>
                  <a:lnTo>
                    <a:pt x="25" y="750"/>
                  </a:lnTo>
                  <a:lnTo>
                    <a:pt x="23" y="472"/>
                  </a:lnTo>
                  <a:lnTo>
                    <a:pt x="244" y="343"/>
                  </a:lnTo>
                  <a:close/>
                  <a:moveTo>
                    <a:pt x="266" y="1"/>
                  </a:moveTo>
                  <a:lnTo>
                    <a:pt x="0" y="154"/>
                  </a:lnTo>
                  <a:lnTo>
                    <a:pt x="2" y="459"/>
                  </a:lnTo>
                  <a:lnTo>
                    <a:pt x="2" y="484"/>
                  </a:lnTo>
                  <a:lnTo>
                    <a:pt x="4" y="789"/>
                  </a:lnTo>
                  <a:lnTo>
                    <a:pt x="270" y="635"/>
                  </a:lnTo>
                  <a:lnTo>
                    <a:pt x="268" y="330"/>
                  </a:lnTo>
                  <a:lnTo>
                    <a:pt x="268" y="306"/>
                  </a:lnTo>
                  <a:lnTo>
                    <a:pt x="266" y="1"/>
                  </a:lnTo>
                  <a:close/>
                </a:path>
              </a:pathLst>
            </a:custGeom>
            <a:solidFill>
              <a:srgbClr val="3F3F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7"/>
            <p:cNvSpPr/>
            <p:nvPr/>
          </p:nvSpPr>
          <p:spPr>
            <a:xfrm>
              <a:off x="6101701" y="1857958"/>
              <a:ext cx="17009" cy="47852"/>
            </a:xfrm>
            <a:custGeom>
              <a:rect b="b" l="l" r="r" t="t"/>
              <a:pathLst>
                <a:path extrusionOk="0" h="799" w="284">
                  <a:moveTo>
                    <a:pt x="271" y="1"/>
                  </a:moveTo>
                  <a:lnTo>
                    <a:pt x="1" y="154"/>
                  </a:lnTo>
                  <a:lnTo>
                    <a:pt x="5" y="459"/>
                  </a:lnTo>
                  <a:lnTo>
                    <a:pt x="5" y="486"/>
                  </a:lnTo>
                  <a:lnTo>
                    <a:pt x="5" y="790"/>
                  </a:lnTo>
                  <a:lnTo>
                    <a:pt x="19" y="799"/>
                  </a:lnTo>
                  <a:lnTo>
                    <a:pt x="19" y="799"/>
                  </a:lnTo>
                  <a:lnTo>
                    <a:pt x="17" y="494"/>
                  </a:lnTo>
                  <a:lnTo>
                    <a:pt x="17" y="469"/>
                  </a:lnTo>
                  <a:lnTo>
                    <a:pt x="17" y="162"/>
                  </a:lnTo>
                  <a:lnTo>
                    <a:pt x="283" y="9"/>
                  </a:lnTo>
                  <a:lnTo>
                    <a:pt x="271" y="1"/>
                  </a:lnTo>
                  <a:close/>
                </a:path>
              </a:pathLst>
            </a:custGeom>
            <a:solidFill>
              <a:srgbClr val="B2A7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37"/>
            <p:cNvSpPr/>
            <p:nvPr/>
          </p:nvSpPr>
          <p:spPr>
            <a:xfrm>
              <a:off x="6117932" y="1879280"/>
              <a:ext cx="898" cy="419"/>
            </a:xfrm>
            <a:custGeom>
              <a:rect b="b" l="l" r="r" t="t"/>
              <a:pathLst>
                <a:path extrusionOk="0" h="7" w="15">
                  <a:moveTo>
                    <a:pt x="6" y="1"/>
                  </a:moveTo>
                  <a:lnTo>
                    <a:pt x="0" y="3"/>
                  </a:lnTo>
                  <a:lnTo>
                    <a:pt x="6" y="7"/>
                  </a:lnTo>
                  <a:lnTo>
                    <a:pt x="14" y="3"/>
                  </a:lnTo>
                  <a:lnTo>
                    <a:pt x="6" y="1"/>
                  </a:lnTo>
                  <a:close/>
                </a:path>
              </a:pathLst>
            </a:custGeom>
            <a:solidFill>
              <a:srgbClr val="5650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7"/>
            <p:cNvSpPr/>
            <p:nvPr/>
          </p:nvSpPr>
          <p:spPr>
            <a:xfrm>
              <a:off x="6118650" y="1875626"/>
              <a:ext cx="539" cy="4612"/>
            </a:xfrm>
            <a:custGeom>
              <a:rect b="b" l="l" r="r" t="t"/>
              <a:pathLst>
                <a:path extrusionOk="0" h="77" w="9">
                  <a:moveTo>
                    <a:pt x="9" y="0"/>
                  </a:moveTo>
                  <a:lnTo>
                    <a:pt x="0" y="4"/>
                  </a:lnTo>
                  <a:lnTo>
                    <a:pt x="0" y="76"/>
                  </a:lnTo>
                  <a:lnTo>
                    <a:pt x="9" y="74"/>
                  </a:lnTo>
                  <a:lnTo>
                    <a:pt x="9" y="0"/>
                  </a:lnTo>
                  <a:close/>
                </a:path>
              </a:pathLst>
            </a:custGeom>
            <a:solidFill>
              <a:srgbClr val="967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37"/>
            <p:cNvSpPr/>
            <p:nvPr/>
          </p:nvSpPr>
          <p:spPr>
            <a:xfrm>
              <a:off x="6117932" y="1875147"/>
              <a:ext cx="1258" cy="779"/>
            </a:xfrm>
            <a:custGeom>
              <a:rect b="b" l="l" r="r" t="t"/>
              <a:pathLst>
                <a:path extrusionOk="0" h="13" w="21">
                  <a:moveTo>
                    <a:pt x="6" y="0"/>
                  </a:moveTo>
                  <a:lnTo>
                    <a:pt x="0" y="4"/>
                  </a:lnTo>
                  <a:lnTo>
                    <a:pt x="12" y="12"/>
                  </a:lnTo>
                  <a:lnTo>
                    <a:pt x="21" y="8"/>
                  </a:lnTo>
                  <a:lnTo>
                    <a:pt x="6" y="0"/>
                  </a:lnTo>
                  <a:close/>
                </a:path>
              </a:pathLst>
            </a:custGeom>
            <a:solidFill>
              <a:srgbClr val="BA9B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7"/>
            <p:cNvSpPr/>
            <p:nvPr/>
          </p:nvSpPr>
          <p:spPr>
            <a:xfrm>
              <a:off x="6117932" y="1875387"/>
              <a:ext cx="779" cy="4851"/>
            </a:xfrm>
            <a:custGeom>
              <a:rect b="b" l="l" r="r" t="t"/>
              <a:pathLst>
                <a:path extrusionOk="0" h="81" w="13">
                  <a:moveTo>
                    <a:pt x="0" y="0"/>
                  </a:moveTo>
                  <a:lnTo>
                    <a:pt x="0" y="6"/>
                  </a:lnTo>
                  <a:lnTo>
                    <a:pt x="6" y="10"/>
                  </a:lnTo>
                  <a:lnTo>
                    <a:pt x="6" y="72"/>
                  </a:lnTo>
                  <a:lnTo>
                    <a:pt x="0" y="68"/>
                  </a:lnTo>
                  <a:lnTo>
                    <a:pt x="0" y="76"/>
                  </a:lnTo>
                  <a:lnTo>
                    <a:pt x="12" y="80"/>
                  </a:lnTo>
                  <a:lnTo>
                    <a:pt x="12" y="8"/>
                  </a:lnTo>
                  <a:lnTo>
                    <a:pt x="0" y="0"/>
                  </a:lnTo>
                  <a:close/>
                </a:path>
              </a:pathLst>
            </a:custGeom>
            <a:solidFill>
              <a:srgbClr val="6F5D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37"/>
            <p:cNvSpPr/>
            <p:nvPr/>
          </p:nvSpPr>
          <p:spPr>
            <a:xfrm>
              <a:off x="5993657" y="1744285"/>
              <a:ext cx="161944" cy="423724"/>
            </a:xfrm>
            <a:custGeom>
              <a:rect b="b" l="l" r="r" t="t"/>
              <a:pathLst>
                <a:path extrusionOk="0" h="7075" w="2704">
                  <a:moveTo>
                    <a:pt x="2703" y="0"/>
                  </a:moveTo>
                  <a:lnTo>
                    <a:pt x="15" y="1569"/>
                  </a:lnTo>
                  <a:lnTo>
                    <a:pt x="0" y="7075"/>
                  </a:lnTo>
                  <a:lnTo>
                    <a:pt x="0" y="7075"/>
                  </a:lnTo>
                  <a:lnTo>
                    <a:pt x="2689" y="5508"/>
                  </a:lnTo>
                  <a:lnTo>
                    <a:pt x="270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37"/>
            <p:cNvSpPr/>
            <p:nvPr/>
          </p:nvSpPr>
          <p:spPr>
            <a:xfrm>
              <a:off x="5810330" y="1731887"/>
              <a:ext cx="184223" cy="436122"/>
            </a:xfrm>
            <a:custGeom>
              <a:rect b="b" l="l" r="r" t="t"/>
              <a:pathLst>
                <a:path extrusionOk="0" h="7282" w="3076">
                  <a:moveTo>
                    <a:pt x="15" y="0"/>
                  </a:moveTo>
                  <a:lnTo>
                    <a:pt x="1" y="5506"/>
                  </a:lnTo>
                  <a:lnTo>
                    <a:pt x="3061" y="7282"/>
                  </a:lnTo>
                  <a:lnTo>
                    <a:pt x="3076" y="1776"/>
                  </a:lnTo>
                  <a:lnTo>
                    <a:pt x="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7"/>
            <p:cNvSpPr/>
            <p:nvPr/>
          </p:nvSpPr>
          <p:spPr>
            <a:xfrm>
              <a:off x="5811228" y="1638037"/>
              <a:ext cx="344370" cy="200273"/>
            </a:xfrm>
            <a:custGeom>
              <a:rect b="b" l="l" r="r" t="t"/>
              <a:pathLst>
                <a:path extrusionOk="0" h="3344" w="5750">
                  <a:moveTo>
                    <a:pt x="2688" y="0"/>
                  </a:moveTo>
                  <a:lnTo>
                    <a:pt x="0" y="1567"/>
                  </a:lnTo>
                  <a:lnTo>
                    <a:pt x="3061" y="3343"/>
                  </a:lnTo>
                  <a:lnTo>
                    <a:pt x="5749" y="1774"/>
                  </a:lnTo>
                  <a:lnTo>
                    <a:pt x="26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37"/>
            <p:cNvSpPr/>
            <p:nvPr/>
          </p:nvSpPr>
          <p:spPr>
            <a:xfrm>
              <a:off x="5846864" y="1658760"/>
              <a:ext cx="273040" cy="158710"/>
            </a:xfrm>
            <a:custGeom>
              <a:rect b="b" l="l" r="r" t="t"/>
              <a:pathLst>
                <a:path extrusionOk="0" h="2650" w="4559">
                  <a:moveTo>
                    <a:pt x="2093" y="0"/>
                  </a:moveTo>
                  <a:lnTo>
                    <a:pt x="0" y="1221"/>
                  </a:lnTo>
                  <a:lnTo>
                    <a:pt x="2466" y="2650"/>
                  </a:lnTo>
                  <a:lnTo>
                    <a:pt x="4559" y="1428"/>
                  </a:lnTo>
                  <a:lnTo>
                    <a:pt x="20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37"/>
            <p:cNvSpPr/>
            <p:nvPr/>
          </p:nvSpPr>
          <p:spPr>
            <a:xfrm>
              <a:off x="6022465" y="2063206"/>
              <a:ext cx="43421" cy="99598"/>
            </a:xfrm>
            <a:custGeom>
              <a:rect b="b" l="l" r="r" t="t"/>
              <a:pathLst>
                <a:path extrusionOk="0" h="1663" w="725">
                  <a:moveTo>
                    <a:pt x="128" y="1"/>
                  </a:moveTo>
                  <a:cubicBezTo>
                    <a:pt x="114" y="1"/>
                    <a:pt x="102" y="4"/>
                    <a:pt x="90" y="13"/>
                  </a:cubicBezTo>
                  <a:cubicBezTo>
                    <a:pt x="41" y="42"/>
                    <a:pt x="0" y="111"/>
                    <a:pt x="0" y="168"/>
                  </a:cubicBezTo>
                  <a:cubicBezTo>
                    <a:pt x="0" y="191"/>
                    <a:pt x="8" y="209"/>
                    <a:pt x="17" y="220"/>
                  </a:cubicBezTo>
                  <a:cubicBezTo>
                    <a:pt x="25" y="226"/>
                    <a:pt x="27" y="228"/>
                    <a:pt x="33" y="230"/>
                  </a:cubicBezTo>
                  <a:lnTo>
                    <a:pt x="409" y="447"/>
                  </a:lnTo>
                  <a:cubicBezTo>
                    <a:pt x="448" y="471"/>
                    <a:pt x="473" y="512"/>
                    <a:pt x="473" y="557"/>
                  </a:cubicBezTo>
                  <a:lnTo>
                    <a:pt x="473" y="1590"/>
                  </a:lnTo>
                  <a:cubicBezTo>
                    <a:pt x="471" y="1611"/>
                    <a:pt x="483" y="1629"/>
                    <a:pt x="508" y="1641"/>
                  </a:cubicBezTo>
                  <a:cubicBezTo>
                    <a:pt x="532" y="1656"/>
                    <a:pt x="563" y="1663"/>
                    <a:pt x="595" y="1663"/>
                  </a:cubicBezTo>
                  <a:cubicBezTo>
                    <a:pt x="628" y="1663"/>
                    <a:pt x="662" y="1655"/>
                    <a:pt x="688" y="1639"/>
                  </a:cubicBezTo>
                  <a:cubicBezTo>
                    <a:pt x="710" y="1627"/>
                    <a:pt x="720" y="1609"/>
                    <a:pt x="725" y="1594"/>
                  </a:cubicBezTo>
                  <a:lnTo>
                    <a:pt x="725" y="1586"/>
                  </a:lnTo>
                  <a:lnTo>
                    <a:pt x="725" y="502"/>
                  </a:lnTo>
                  <a:cubicBezTo>
                    <a:pt x="725" y="402"/>
                    <a:pt x="669" y="308"/>
                    <a:pt x="583" y="258"/>
                  </a:cubicBezTo>
                  <a:lnTo>
                    <a:pt x="158" y="11"/>
                  </a:lnTo>
                  <a:cubicBezTo>
                    <a:pt x="154" y="9"/>
                    <a:pt x="150" y="5"/>
                    <a:pt x="146" y="3"/>
                  </a:cubicBezTo>
                  <a:cubicBezTo>
                    <a:pt x="139" y="1"/>
                    <a:pt x="133" y="1"/>
                    <a:pt x="1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37"/>
            <p:cNvSpPr/>
            <p:nvPr/>
          </p:nvSpPr>
          <p:spPr>
            <a:xfrm>
              <a:off x="6121106" y="2005770"/>
              <a:ext cx="43421" cy="99837"/>
            </a:xfrm>
            <a:custGeom>
              <a:rect b="b" l="l" r="r" t="t"/>
              <a:pathLst>
                <a:path extrusionOk="0" h="1667" w="725">
                  <a:moveTo>
                    <a:pt x="127" y="0"/>
                  </a:moveTo>
                  <a:cubicBezTo>
                    <a:pt x="114" y="0"/>
                    <a:pt x="102" y="4"/>
                    <a:pt x="90" y="12"/>
                  </a:cubicBezTo>
                  <a:cubicBezTo>
                    <a:pt x="41" y="41"/>
                    <a:pt x="0" y="111"/>
                    <a:pt x="0" y="168"/>
                  </a:cubicBezTo>
                  <a:cubicBezTo>
                    <a:pt x="0" y="192"/>
                    <a:pt x="8" y="209"/>
                    <a:pt x="19" y="219"/>
                  </a:cubicBezTo>
                  <a:cubicBezTo>
                    <a:pt x="25" y="225"/>
                    <a:pt x="29" y="227"/>
                    <a:pt x="33" y="229"/>
                  </a:cubicBezTo>
                  <a:lnTo>
                    <a:pt x="409" y="448"/>
                  </a:lnTo>
                  <a:cubicBezTo>
                    <a:pt x="448" y="471"/>
                    <a:pt x="473" y="512"/>
                    <a:pt x="473" y="559"/>
                  </a:cubicBezTo>
                  <a:lnTo>
                    <a:pt x="473" y="1592"/>
                  </a:lnTo>
                  <a:cubicBezTo>
                    <a:pt x="471" y="1612"/>
                    <a:pt x="483" y="1629"/>
                    <a:pt x="510" y="1645"/>
                  </a:cubicBezTo>
                  <a:cubicBezTo>
                    <a:pt x="533" y="1659"/>
                    <a:pt x="564" y="1666"/>
                    <a:pt x="596" y="1666"/>
                  </a:cubicBezTo>
                  <a:cubicBezTo>
                    <a:pt x="629" y="1666"/>
                    <a:pt x="663" y="1659"/>
                    <a:pt x="688" y="1643"/>
                  </a:cubicBezTo>
                  <a:cubicBezTo>
                    <a:pt x="710" y="1629"/>
                    <a:pt x="720" y="1612"/>
                    <a:pt x="725" y="1594"/>
                  </a:cubicBezTo>
                  <a:lnTo>
                    <a:pt x="725" y="1586"/>
                  </a:lnTo>
                  <a:lnTo>
                    <a:pt x="725" y="501"/>
                  </a:lnTo>
                  <a:cubicBezTo>
                    <a:pt x="725" y="401"/>
                    <a:pt x="669" y="307"/>
                    <a:pt x="583" y="258"/>
                  </a:cubicBezTo>
                  <a:lnTo>
                    <a:pt x="158" y="10"/>
                  </a:lnTo>
                  <a:cubicBezTo>
                    <a:pt x="154" y="8"/>
                    <a:pt x="152" y="6"/>
                    <a:pt x="146" y="2"/>
                  </a:cubicBezTo>
                  <a:cubicBezTo>
                    <a:pt x="139" y="1"/>
                    <a:pt x="133" y="0"/>
                    <a:pt x="1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7"/>
            <p:cNvSpPr/>
            <p:nvPr/>
          </p:nvSpPr>
          <p:spPr>
            <a:xfrm>
              <a:off x="6088106" y="2024277"/>
              <a:ext cx="43480" cy="99717"/>
            </a:xfrm>
            <a:custGeom>
              <a:rect b="b" l="l" r="r" t="t"/>
              <a:pathLst>
                <a:path extrusionOk="0" h="1665" w="726">
                  <a:moveTo>
                    <a:pt x="126" y="1"/>
                  </a:moveTo>
                  <a:cubicBezTo>
                    <a:pt x="114" y="1"/>
                    <a:pt x="103" y="5"/>
                    <a:pt x="91" y="14"/>
                  </a:cubicBezTo>
                  <a:cubicBezTo>
                    <a:pt x="40" y="41"/>
                    <a:pt x="1" y="111"/>
                    <a:pt x="1" y="170"/>
                  </a:cubicBezTo>
                  <a:cubicBezTo>
                    <a:pt x="1" y="192"/>
                    <a:pt x="9" y="211"/>
                    <a:pt x="19" y="221"/>
                  </a:cubicBezTo>
                  <a:cubicBezTo>
                    <a:pt x="23" y="225"/>
                    <a:pt x="30" y="229"/>
                    <a:pt x="34" y="231"/>
                  </a:cubicBezTo>
                  <a:lnTo>
                    <a:pt x="410" y="448"/>
                  </a:lnTo>
                  <a:cubicBezTo>
                    <a:pt x="449" y="471"/>
                    <a:pt x="474" y="512"/>
                    <a:pt x="474" y="557"/>
                  </a:cubicBezTo>
                  <a:lnTo>
                    <a:pt x="474" y="1590"/>
                  </a:lnTo>
                  <a:cubicBezTo>
                    <a:pt x="471" y="1610"/>
                    <a:pt x="488" y="1627"/>
                    <a:pt x="510" y="1643"/>
                  </a:cubicBezTo>
                  <a:cubicBezTo>
                    <a:pt x="533" y="1657"/>
                    <a:pt x="565" y="1664"/>
                    <a:pt x="598" y="1664"/>
                  </a:cubicBezTo>
                  <a:cubicBezTo>
                    <a:pt x="631" y="1664"/>
                    <a:pt x="664" y="1656"/>
                    <a:pt x="688" y="1641"/>
                  </a:cubicBezTo>
                  <a:cubicBezTo>
                    <a:pt x="713" y="1631"/>
                    <a:pt x="725" y="1612"/>
                    <a:pt x="725" y="1594"/>
                  </a:cubicBezTo>
                  <a:lnTo>
                    <a:pt x="725" y="1586"/>
                  </a:lnTo>
                  <a:lnTo>
                    <a:pt x="725" y="501"/>
                  </a:lnTo>
                  <a:cubicBezTo>
                    <a:pt x="725" y="403"/>
                    <a:pt x="672" y="311"/>
                    <a:pt x="584" y="260"/>
                  </a:cubicBezTo>
                  <a:lnTo>
                    <a:pt x="160" y="10"/>
                  </a:lnTo>
                  <a:cubicBezTo>
                    <a:pt x="154" y="8"/>
                    <a:pt x="152" y="6"/>
                    <a:pt x="146" y="4"/>
                  </a:cubicBezTo>
                  <a:cubicBezTo>
                    <a:pt x="139" y="2"/>
                    <a:pt x="133" y="1"/>
                    <a:pt x="1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37"/>
            <p:cNvSpPr/>
            <p:nvPr/>
          </p:nvSpPr>
          <p:spPr>
            <a:xfrm>
              <a:off x="6055405" y="2044041"/>
              <a:ext cx="43301" cy="99658"/>
            </a:xfrm>
            <a:custGeom>
              <a:rect b="b" l="l" r="r" t="t"/>
              <a:pathLst>
                <a:path extrusionOk="0" h="1664" w="723">
                  <a:moveTo>
                    <a:pt x="126" y="0"/>
                  </a:moveTo>
                  <a:cubicBezTo>
                    <a:pt x="114" y="0"/>
                    <a:pt x="101" y="4"/>
                    <a:pt x="89" y="14"/>
                  </a:cubicBezTo>
                  <a:cubicBezTo>
                    <a:pt x="37" y="40"/>
                    <a:pt x="1" y="110"/>
                    <a:pt x="1" y="169"/>
                  </a:cubicBezTo>
                  <a:cubicBezTo>
                    <a:pt x="1" y="192"/>
                    <a:pt x="7" y="210"/>
                    <a:pt x="17" y="220"/>
                  </a:cubicBezTo>
                  <a:cubicBezTo>
                    <a:pt x="23" y="224"/>
                    <a:pt x="27" y="229"/>
                    <a:pt x="33" y="231"/>
                  </a:cubicBezTo>
                  <a:lnTo>
                    <a:pt x="410" y="447"/>
                  </a:lnTo>
                  <a:cubicBezTo>
                    <a:pt x="447" y="472"/>
                    <a:pt x="473" y="511"/>
                    <a:pt x="473" y="558"/>
                  </a:cubicBezTo>
                  <a:lnTo>
                    <a:pt x="473" y="1591"/>
                  </a:lnTo>
                  <a:cubicBezTo>
                    <a:pt x="469" y="1612"/>
                    <a:pt x="486" y="1630"/>
                    <a:pt x="508" y="1642"/>
                  </a:cubicBezTo>
                  <a:cubicBezTo>
                    <a:pt x="532" y="1656"/>
                    <a:pt x="564" y="1664"/>
                    <a:pt x="596" y="1664"/>
                  </a:cubicBezTo>
                  <a:cubicBezTo>
                    <a:pt x="630" y="1664"/>
                    <a:pt x="663" y="1656"/>
                    <a:pt x="688" y="1640"/>
                  </a:cubicBezTo>
                  <a:cubicBezTo>
                    <a:pt x="711" y="1630"/>
                    <a:pt x="721" y="1612"/>
                    <a:pt x="723" y="1593"/>
                  </a:cubicBezTo>
                  <a:lnTo>
                    <a:pt x="723" y="1585"/>
                  </a:lnTo>
                  <a:lnTo>
                    <a:pt x="723" y="501"/>
                  </a:lnTo>
                  <a:cubicBezTo>
                    <a:pt x="723" y="402"/>
                    <a:pt x="670" y="306"/>
                    <a:pt x="584" y="259"/>
                  </a:cubicBezTo>
                  <a:lnTo>
                    <a:pt x="158" y="12"/>
                  </a:lnTo>
                  <a:cubicBezTo>
                    <a:pt x="154" y="8"/>
                    <a:pt x="150" y="6"/>
                    <a:pt x="146" y="4"/>
                  </a:cubicBezTo>
                  <a:cubicBezTo>
                    <a:pt x="140" y="1"/>
                    <a:pt x="133" y="0"/>
                    <a:pt x="1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8" name="Google Shape;1798;p37"/>
            <p:cNvGrpSpPr/>
            <p:nvPr/>
          </p:nvGrpSpPr>
          <p:grpSpPr>
            <a:xfrm>
              <a:off x="6022465" y="2005950"/>
              <a:ext cx="142661" cy="157275"/>
              <a:chOff x="-27842979" y="5491290"/>
              <a:chExt cx="6211290" cy="6847560"/>
            </a:xfrm>
          </p:grpSpPr>
          <p:sp>
            <p:nvSpPr>
              <p:cNvPr id="1799" name="Google Shape;1799;p37"/>
              <p:cNvSpPr/>
              <p:nvPr/>
            </p:nvSpPr>
            <p:spPr>
              <a:xfrm>
                <a:off x="-27316244" y="8291855"/>
                <a:ext cx="440677" cy="607561"/>
              </a:xfrm>
              <a:custGeom>
                <a:rect b="b" l="l" r="r" t="t"/>
                <a:pathLst>
                  <a:path extrusionOk="0" h="233" w="169">
                    <a:moveTo>
                      <a:pt x="133" y="1"/>
                    </a:moveTo>
                    <a:cubicBezTo>
                      <a:pt x="121" y="1"/>
                      <a:pt x="108" y="5"/>
                      <a:pt x="93" y="14"/>
                    </a:cubicBezTo>
                    <a:cubicBezTo>
                      <a:pt x="42" y="40"/>
                      <a:pt x="1" y="110"/>
                      <a:pt x="3" y="169"/>
                    </a:cubicBezTo>
                    <a:cubicBezTo>
                      <a:pt x="3" y="204"/>
                      <a:pt x="17" y="228"/>
                      <a:pt x="42" y="232"/>
                    </a:cubicBezTo>
                    <a:cubicBezTo>
                      <a:pt x="32" y="222"/>
                      <a:pt x="25" y="204"/>
                      <a:pt x="25" y="183"/>
                    </a:cubicBezTo>
                    <a:cubicBezTo>
                      <a:pt x="25" y="128"/>
                      <a:pt x="64" y="57"/>
                      <a:pt x="115" y="28"/>
                    </a:cubicBezTo>
                    <a:cubicBezTo>
                      <a:pt x="130" y="19"/>
                      <a:pt x="143" y="16"/>
                      <a:pt x="155" y="16"/>
                    </a:cubicBezTo>
                    <a:cubicBezTo>
                      <a:pt x="160" y="16"/>
                      <a:pt x="164" y="16"/>
                      <a:pt x="169" y="18"/>
                    </a:cubicBezTo>
                    <a:cubicBezTo>
                      <a:pt x="159" y="7"/>
                      <a:pt x="147" y="1"/>
                      <a:pt x="1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37"/>
              <p:cNvSpPr/>
              <p:nvPr/>
            </p:nvSpPr>
            <p:spPr>
              <a:xfrm>
                <a:off x="-27065914" y="8437881"/>
                <a:ext cx="445892" cy="610168"/>
              </a:xfrm>
              <a:custGeom>
                <a:rect b="b" l="l" r="r" t="t"/>
                <a:pathLst>
                  <a:path extrusionOk="0" h="234" w="171">
                    <a:moveTo>
                      <a:pt x="133" y="1"/>
                    </a:moveTo>
                    <a:cubicBezTo>
                      <a:pt x="121" y="1"/>
                      <a:pt x="108" y="5"/>
                      <a:pt x="93" y="13"/>
                    </a:cubicBezTo>
                    <a:cubicBezTo>
                      <a:pt x="42" y="41"/>
                      <a:pt x="1" y="111"/>
                      <a:pt x="3" y="168"/>
                    </a:cubicBezTo>
                    <a:cubicBezTo>
                      <a:pt x="3" y="205"/>
                      <a:pt x="19" y="226"/>
                      <a:pt x="42" y="234"/>
                    </a:cubicBezTo>
                    <a:cubicBezTo>
                      <a:pt x="32" y="222"/>
                      <a:pt x="26" y="205"/>
                      <a:pt x="26" y="185"/>
                    </a:cubicBezTo>
                    <a:cubicBezTo>
                      <a:pt x="26" y="127"/>
                      <a:pt x="64" y="58"/>
                      <a:pt x="116" y="29"/>
                    </a:cubicBezTo>
                    <a:cubicBezTo>
                      <a:pt x="130" y="19"/>
                      <a:pt x="144" y="15"/>
                      <a:pt x="156" y="15"/>
                    </a:cubicBezTo>
                    <a:cubicBezTo>
                      <a:pt x="161" y="15"/>
                      <a:pt x="166" y="16"/>
                      <a:pt x="171" y="17"/>
                    </a:cubicBezTo>
                    <a:cubicBezTo>
                      <a:pt x="161" y="7"/>
                      <a:pt x="148" y="1"/>
                      <a:pt x="1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7"/>
              <p:cNvSpPr/>
              <p:nvPr/>
            </p:nvSpPr>
            <p:spPr>
              <a:xfrm>
                <a:off x="-27842979" y="7986766"/>
                <a:ext cx="432855" cy="607561"/>
              </a:xfrm>
              <a:custGeom>
                <a:rect b="b" l="l" r="r" t="t"/>
                <a:pathLst>
                  <a:path extrusionOk="0" h="233" w="166">
                    <a:moveTo>
                      <a:pt x="129" y="0"/>
                    </a:moveTo>
                    <a:cubicBezTo>
                      <a:pt x="117" y="0"/>
                      <a:pt x="105" y="4"/>
                      <a:pt x="90" y="12"/>
                    </a:cubicBezTo>
                    <a:cubicBezTo>
                      <a:pt x="41" y="43"/>
                      <a:pt x="0" y="112"/>
                      <a:pt x="0" y="167"/>
                    </a:cubicBezTo>
                    <a:cubicBezTo>
                      <a:pt x="0" y="204"/>
                      <a:pt x="15" y="225"/>
                      <a:pt x="39" y="233"/>
                    </a:cubicBezTo>
                    <a:cubicBezTo>
                      <a:pt x="29" y="223"/>
                      <a:pt x="23" y="204"/>
                      <a:pt x="23" y="184"/>
                    </a:cubicBezTo>
                    <a:cubicBezTo>
                      <a:pt x="23" y="126"/>
                      <a:pt x="62" y="55"/>
                      <a:pt x="113" y="28"/>
                    </a:cubicBezTo>
                    <a:cubicBezTo>
                      <a:pt x="126" y="19"/>
                      <a:pt x="139" y="15"/>
                      <a:pt x="150" y="15"/>
                    </a:cubicBezTo>
                    <a:cubicBezTo>
                      <a:pt x="156" y="15"/>
                      <a:pt x="161" y="16"/>
                      <a:pt x="166" y="18"/>
                    </a:cubicBezTo>
                    <a:cubicBezTo>
                      <a:pt x="156" y="6"/>
                      <a:pt x="143" y="0"/>
                      <a:pt x="1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37"/>
              <p:cNvSpPr/>
              <p:nvPr/>
            </p:nvSpPr>
            <p:spPr>
              <a:xfrm>
                <a:off x="-26638268" y="9553935"/>
                <a:ext cx="701433" cy="239895"/>
              </a:xfrm>
              <a:custGeom>
                <a:rect b="b" l="l" r="r" t="t"/>
                <a:pathLst>
                  <a:path extrusionOk="0" h="92" w="269">
                    <a:moveTo>
                      <a:pt x="9" y="0"/>
                    </a:moveTo>
                    <a:cubicBezTo>
                      <a:pt x="1" y="25"/>
                      <a:pt x="11" y="51"/>
                      <a:pt x="44" y="68"/>
                    </a:cubicBezTo>
                    <a:cubicBezTo>
                      <a:pt x="70" y="84"/>
                      <a:pt x="105" y="91"/>
                      <a:pt x="139" y="91"/>
                    </a:cubicBezTo>
                    <a:cubicBezTo>
                      <a:pt x="171" y="91"/>
                      <a:pt x="202" y="85"/>
                      <a:pt x="226" y="72"/>
                    </a:cubicBezTo>
                    <a:cubicBezTo>
                      <a:pt x="256" y="53"/>
                      <a:pt x="269" y="31"/>
                      <a:pt x="263" y="6"/>
                    </a:cubicBezTo>
                    <a:lnTo>
                      <a:pt x="263" y="6"/>
                    </a:lnTo>
                    <a:cubicBezTo>
                      <a:pt x="256" y="21"/>
                      <a:pt x="244" y="33"/>
                      <a:pt x="226" y="43"/>
                    </a:cubicBezTo>
                    <a:cubicBezTo>
                      <a:pt x="201" y="57"/>
                      <a:pt x="169" y="64"/>
                      <a:pt x="136" y="64"/>
                    </a:cubicBezTo>
                    <a:cubicBezTo>
                      <a:pt x="103" y="64"/>
                      <a:pt x="70" y="57"/>
                      <a:pt x="44" y="41"/>
                    </a:cubicBezTo>
                    <a:cubicBezTo>
                      <a:pt x="23" y="31"/>
                      <a:pt x="13" y="14"/>
                      <a:pt x="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7"/>
              <p:cNvSpPr/>
              <p:nvPr/>
            </p:nvSpPr>
            <p:spPr>
              <a:xfrm>
                <a:off x="-26638268" y="9835556"/>
                <a:ext cx="701433" cy="239895"/>
              </a:xfrm>
              <a:custGeom>
                <a:rect b="b" l="l" r="r" t="t"/>
                <a:pathLst>
                  <a:path extrusionOk="0" h="92" w="269">
                    <a:moveTo>
                      <a:pt x="9" y="1"/>
                    </a:moveTo>
                    <a:lnTo>
                      <a:pt x="9" y="1"/>
                    </a:lnTo>
                    <a:cubicBezTo>
                      <a:pt x="1" y="27"/>
                      <a:pt x="11" y="52"/>
                      <a:pt x="44" y="70"/>
                    </a:cubicBezTo>
                    <a:cubicBezTo>
                      <a:pt x="70" y="85"/>
                      <a:pt x="104" y="92"/>
                      <a:pt x="137" y="92"/>
                    </a:cubicBezTo>
                    <a:cubicBezTo>
                      <a:pt x="170" y="92"/>
                      <a:pt x="202" y="85"/>
                      <a:pt x="226" y="72"/>
                    </a:cubicBezTo>
                    <a:cubicBezTo>
                      <a:pt x="256" y="56"/>
                      <a:pt x="269" y="31"/>
                      <a:pt x="263" y="9"/>
                    </a:cubicBezTo>
                    <a:lnTo>
                      <a:pt x="263" y="9"/>
                    </a:lnTo>
                    <a:cubicBezTo>
                      <a:pt x="256" y="21"/>
                      <a:pt x="244" y="35"/>
                      <a:pt x="226" y="46"/>
                    </a:cubicBezTo>
                    <a:cubicBezTo>
                      <a:pt x="201" y="58"/>
                      <a:pt x="170" y="65"/>
                      <a:pt x="138" y="65"/>
                    </a:cubicBezTo>
                    <a:cubicBezTo>
                      <a:pt x="104" y="65"/>
                      <a:pt x="70" y="57"/>
                      <a:pt x="44" y="41"/>
                    </a:cubicBezTo>
                    <a:cubicBezTo>
                      <a:pt x="23" y="31"/>
                      <a:pt x="13" y="17"/>
                      <a:pt x="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7"/>
              <p:cNvSpPr/>
              <p:nvPr/>
            </p:nvSpPr>
            <p:spPr>
              <a:xfrm>
                <a:off x="-26638268" y="11019407"/>
                <a:ext cx="701433" cy="239895"/>
              </a:xfrm>
              <a:custGeom>
                <a:rect b="b" l="l" r="r" t="t"/>
                <a:pathLst>
                  <a:path extrusionOk="0" h="92" w="269">
                    <a:moveTo>
                      <a:pt x="9" y="1"/>
                    </a:moveTo>
                    <a:cubicBezTo>
                      <a:pt x="1" y="25"/>
                      <a:pt x="11" y="52"/>
                      <a:pt x="44" y="68"/>
                    </a:cubicBezTo>
                    <a:cubicBezTo>
                      <a:pt x="70" y="84"/>
                      <a:pt x="105" y="92"/>
                      <a:pt x="139" y="92"/>
                    </a:cubicBezTo>
                    <a:cubicBezTo>
                      <a:pt x="171" y="92"/>
                      <a:pt x="202" y="85"/>
                      <a:pt x="226" y="72"/>
                    </a:cubicBezTo>
                    <a:cubicBezTo>
                      <a:pt x="256" y="54"/>
                      <a:pt x="269" y="31"/>
                      <a:pt x="263" y="7"/>
                    </a:cubicBezTo>
                    <a:lnTo>
                      <a:pt x="263" y="7"/>
                    </a:lnTo>
                    <a:cubicBezTo>
                      <a:pt x="256" y="21"/>
                      <a:pt x="244" y="34"/>
                      <a:pt x="226" y="44"/>
                    </a:cubicBezTo>
                    <a:cubicBezTo>
                      <a:pt x="201" y="58"/>
                      <a:pt x="169" y="65"/>
                      <a:pt x="136" y="65"/>
                    </a:cubicBezTo>
                    <a:cubicBezTo>
                      <a:pt x="103" y="65"/>
                      <a:pt x="70" y="57"/>
                      <a:pt x="44" y="42"/>
                    </a:cubicBezTo>
                    <a:cubicBezTo>
                      <a:pt x="23" y="31"/>
                      <a:pt x="13" y="15"/>
                      <a:pt x="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7"/>
              <p:cNvSpPr/>
              <p:nvPr/>
            </p:nvSpPr>
            <p:spPr>
              <a:xfrm>
                <a:off x="-26633053" y="12098955"/>
                <a:ext cx="706648" cy="239895"/>
              </a:xfrm>
              <a:custGeom>
                <a:rect b="b" l="l" r="r" t="t"/>
                <a:pathLst>
                  <a:path extrusionOk="0" h="92" w="271">
                    <a:moveTo>
                      <a:pt x="9" y="0"/>
                    </a:moveTo>
                    <a:lnTo>
                      <a:pt x="9" y="0"/>
                    </a:lnTo>
                    <a:cubicBezTo>
                      <a:pt x="1" y="27"/>
                      <a:pt x="11" y="51"/>
                      <a:pt x="46" y="70"/>
                    </a:cubicBezTo>
                    <a:cubicBezTo>
                      <a:pt x="70" y="84"/>
                      <a:pt x="103" y="91"/>
                      <a:pt x="136" y="91"/>
                    </a:cubicBezTo>
                    <a:cubicBezTo>
                      <a:pt x="168" y="91"/>
                      <a:pt x="201" y="85"/>
                      <a:pt x="226" y="72"/>
                    </a:cubicBezTo>
                    <a:cubicBezTo>
                      <a:pt x="256" y="53"/>
                      <a:pt x="271" y="31"/>
                      <a:pt x="263" y="8"/>
                    </a:cubicBezTo>
                    <a:lnTo>
                      <a:pt x="263" y="8"/>
                    </a:lnTo>
                    <a:cubicBezTo>
                      <a:pt x="256" y="21"/>
                      <a:pt x="244" y="33"/>
                      <a:pt x="226" y="43"/>
                    </a:cubicBezTo>
                    <a:cubicBezTo>
                      <a:pt x="201" y="57"/>
                      <a:pt x="169" y="64"/>
                      <a:pt x="137" y="64"/>
                    </a:cubicBezTo>
                    <a:cubicBezTo>
                      <a:pt x="105" y="64"/>
                      <a:pt x="72" y="57"/>
                      <a:pt x="46" y="41"/>
                    </a:cubicBezTo>
                    <a:cubicBezTo>
                      <a:pt x="25" y="31"/>
                      <a:pt x="15" y="16"/>
                      <a:pt x="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7"/>
              <p:cNvSpPr/>
              <p:nvPr/>
            </p:nvSpPr>
            <p:spPr>
              <a:xfrm>
                <a:off x="-26638268" y="10727356"/>
                <a:ext cx="701433" cy="234680"/>
              </a:xfrm>
              <a:custGeom>
                <a:rect b="b" l="l" r="r" t="t"/>
                <a:pathLst>
                  <a:path extrusionOk="0" h="90" w="269">
                    <a:moveTo>
                      <a:pt x="9" y="0"/>
                    </a:moveTo>
                    <a:cubicBezTo>
                      <a:pt x="1" y="25"/>
                      <a:pt x="11" y="47"/>
                      <a:pt x="44" y="68"/>
                    </a:cubicBezTo>
                    <a:cubicBezTo>
                      <a:pt x="69" y="82"/>
                      <a:pt x="102" y="89"/>
                      <a:pt x="135" y="89"/>
                    </a:cubicBezTo>
                    <a:cubicBezTo>
                      <a:pt x="168" y="89"/>
                      <a:pt x="201" y="82"/>
                      <a:pt x="226" y="68"/>
                    </a:cubicBezTo>
                    <a:cubicBezTo>
                      <a:pt x="256" y="51"/>
                      <a:pt x="269" y="27"/>
                      <a:pt x="263" y="4"/>
                    </a:cubicBezTo>
                    <a:lnTo>
                      <a:pt x="263" y="4"/>
                    </a:lnTo>
                    <a:cubicBezTo>
                      <a:pt x="256" y="21"/>
                      <a:pt x="244" y="33"/>
                      <a:pt x="226" y="43"/>
                    </a:cubicBezTo>
                    <a:cubicBezTo>
                      <a:pt x="201" y="57"/>
                      <a:pt x="169" y="64"/>
                      <a:pt x="136" y="64"/>
                    </a:cubicBezTo>
                    <a:cubicBezTo>
                      <a:pt x="103" y="64"/>
                      <a:pt x="70" y="57"/>
                      <a:pt x="44" y="41"/>
                    </a:cubicBezTo>
                    <a:cubicBezTo>
                      <a:pt x="23" y="31"/>
                      <a:pt x="13" y="15"/>
                      <a:pt x="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7"/>
              <p:cNvSpPr/>
              <p:nvPr/>
            </p:nvSpPr>
            <p:spPr>
              <a:xfrm>
                <a:off x="-23021528" y="5791164"/>
                <a:ext cx="435462" cy="623206"/>
              </a:xfrm>
              <a:custGeom>
                <a:rect b="b" l="l" r="r" t="t"/>
                <a:pathLst>
                  <a:path extrusionOk="0" h="239" w="167">
                    <a:moveTo>
                      <a:pt x="131" y="0"/>
                    </a:moveTo>
                    <a:cubicBezTo>
                      <a:pt x="119" y="0"/>
                      <a:pt x="105" y="5"/>
                      <a:pt x="89" y="13"/>
                    </a:cubicBezTo>
                    <a:cubicBezTo>
                      <a:pt x="42" y="44"/>
                      <a:pt x="1" y="113"/>
                      <a:pt x="1" y="175"/>
                    </a:cubicBezTo>
                    <a:cubicBezTo>
                      <a:pt x="1" y="209"/>
                      <a:pt x="15" y="232"/>
                      <a:pt x="38" y="238"/>
                    </a:cubicBezTo>
                    <a:cubicBezTo>
                      <a:pt x="27" y="228"/>
                      <a:pt x="23" y="209"/>
                      <a:pt x="23" y="189"/>
                    </a:cubicBezTo>
                    <a:cubicBezTo>
                      <a:pt x="23" y="130"/>
                      <a:pt x="60" y="58"/>
                      <a:pt x="111" y="31"/>
                    </a:cubicBezTo>
                    <a:cubicBezTo>
                      <a:pt x="128" y="21"/>
                      <a:pt x="142" y="16"/>
                      <a:pt x="155" y="16"/>
                    </a:cubicBezTo>
                    <a:cubicBezTo>
                      <a:pt x="159" y="16"/>
                      <a:pt x="163" y="16"/>
                      <a:pt x="167" y="17"/>
                    </a:cubicBezTo>
                    <a:cubicBezTo>
                      <a:pt x="157" y="6"/>
                      <a:pt x="145" y="0"/>
                      <a:pt x="1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37"/>
              <p:cNvSpPr/>
              <p:nvPr/>
            </p:nvSpPr>
            <p:spPr>
              <a:xfrm>
                <a:off x="-22771198" y="5939798"/>
                <a:ext cx="435462" cy="617991"/>
              </a:xfrm>
              <a:custGeom>
                <a:rect b="b" l="l" r="r" t="t"/>
                <a:pathLst>
                  <a:path extrusionOk="0" h="237" w="167">
                    <a:moveTo>
                      <a:pt x="131" y="0"/>
                    </a:moveTo>
                    <a:cubicBezTo>
                      <a:pt x="119" y="0"/>
                      <a:pt x="106" y="4"/>
                      <a:pt x="91" y="11"/>
                    </a:cubicBezTo>
                    <a:cubicBezTo>
                      <a:pt x="42" y="40"/>
                      <a:pt x="1" y="112"/>
                      <a:pt x="1" y="173"/>
                    </a:cubicBezTo>
                    <a:cubicBezTo>
                      <a:pt x="1" y="208"/>
                      <a:pt x="17" y="232"/>
                      <a:pt x="40" y="236"/>
                    </a:cubicBezTo>
                    <a:cubicBezTo>
                      <a:pt x="30" y="226"/>
                      <a:pt x="23" y="208"/>
                      <a:pt x="23" y="187"/>
                    </a:cubicBezTo>
                    <a:cubicBezTo>
                      <a:pt x="23" y="130"/>
                      <a:pt x="62" y="58"/>
                      <a:pt x="113" y="30"/>
                    </a:cubicBezTo>
                    <a:cubicBezTo>
                      <a:pt x="128" y="21"/>
                      <a:pt x="142" y="15"/>
                      <a:pt x="154" y="15"/>
                    </a:cubicBezTo>
                    <a:cubicBezTo>
                      <a:pt x="159" y="15"/>
                      <a:pt x="163" y="16"/>
                      <a:pt x="167" y="17"/>
                    </a:cubicBezTo>
                    <a:cubicBezTo>
                      <a:pt x="158" y="6"/>
                      <a:pt x="145" y="0"/>
                      <a:pt x="1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37"/>
              <p:cNvSpPr/>
              <p:nvPr/>
            </p:nvSpPr>
            <p:spPr>
              <a:xfrm>
                <a:off x="-23548263" y="5491290"/>
                <a:ext cx="432855" cy="623206"/>
              </a:xfrm>
              <a:custGeom>
                <a:rect b="b" l="l" r="r" t="t"/>
                <a:pathLst>
                  <a:path extrusionOk="0" h="239" w="166">
                    <a:moveTo>
                      <a:pt x="130" y="1"/>
                    </a:moveTo>
                    <a:cubicBezTo>
                      <a:pt x="119" y="1"/>
                      <a:pt x="105" y="5"/>
                      <a:pt x="90" y="13"/>
                    </a:cubicBezTo>
                    <a:cubicBezTo>
                      <a:pt x="41" y="40"/>
                      <a:pt x="0" y="112"/>
                      <a:pt x="0" y="173"/>
                    </a:cubicBezTo>
                    <a:cubicBezTo>
                      <a:pt x="0" y="210"/>
                      <a:pt x="15" y="232"/>
                      <a:pt x="39" y="239"/>
                    </a:cubicBezTo>
                    <a:cubicBezTo>
                      <a:pt x="29" y="226"/>
                      <a:pt x="23" y="210"/>
                      <a:pt x="23" y="189"/>
                    </a:cubicBezTo>
                    <a:cubicBezTo>
                      <a:pt x="23" y="130"/>
                      <a:pt x="62" y="58"/>
                      <a:pt x="113" y="30"/>
                    </a:cubicBezTo>
                    <a:cubicBezTo>
                      <a:pt x="128" y="21"/>
                      <a:pt x="142" y="16"/>
                      <a:pt x="154" y="16"/>
                    </a:cubicBezTo>
                    <a:cubicBezTo>
                      <a:pt x="159" y="16"/>
                      <a:pt x="162" y="17"/>
                      <a:pt x="166" y="18"/>
                    </a:cubicBezTo>
                    <a:cubicBezTo>
                      <a:pt x="156" y="7"/>
                      <a:pt x="144" y="1"/>
                      <a:pt x="1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7"/>
              <p:cNvSpPr/>
              <p:nvPr/>
            </p:nvSpPr>
            <p:spPr>
              <a:xfrm>
                <a:off x="-22343552" y="7055852"/>
                <a:ext cx="701433" cy="239895"/>
              </a:xfrm>
              <a:custGeom>
                <a:rect b="b" l="l" r="r" t="t"/>
                <a:pathLst>
                  <a:path extrusionOk="0" h="92" w="269">
                    <a:moveTo>
                      <a:pt x="9" y="1"/>
                    </a:moveTo>
                    <a:cubicBezTo>
                      <a:pt x="1" y="27"/>
                      <a:pt x="11" y="52"/>
                      <a:pt x="44" y="70"/>
                    </a:cubicBezTo>
                    <a:cubicBezTo>
                      <a:pt x="70" y="85"/>
                      <a:pt x="103" y="92"/>
                      <a:pt x="136" y="92"/>
                    </a:cubicBezTo>
                    <a:cubicBezTo>
                      <a:pt x="169" y="92"/>
                      <a:pt x="201" y="85"/>
                      <a:pt x="226" y="72"/>
                    </a:cubicBezTo>
                    <a:cubicBezTo>
                      <a:pt x="256" y="54"/>
                      <a:pt x="269" y="31"/>
                      <a:pt x="263" y="9"/>
                    </a:cubicBezTo>
                    <a:lnTo>
                      <a:pt x="263" y="9"/>
                    </a:lnTo>
                    <a:cubicBezTo>
                      <a:pt x="256" y="21"/>
                      <a:pt x="244" y="33"/>
                      <a:pt x="226" y="44"/>
                    </a:cubicBezTo>
                    <a:cubicBezTo>
                      <a:pt x="201" y="58"/>
                      <a:pt x="168" y="65"/>
                      <a:pt x="136" y="65"/>
                    </a:cubicBezTo>
                    <a:cubicBezTo>
                      <a:pt x="103" y="65"/>
                      <a:pt x="70" y="57"/>
                      <a:pt x="44" y="42"/>
                    </a:cubicBezTo>
                    <a:cubicBezTo>
                      <a:pt x="23" y="31"/>
                      <a:pt x="13" y="17"/>
                      <a:pt x="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37"/>
              <p:cNvSpPr/>
              <p:nvPr/>
            </p:nvSpPr>
            <p:spPr>
              <a:xfrm>
                <a:off x="-22343552" y="7340080"/>
                <a:ext cx="701433" cy="237288"/>
              </a:xfrm>
              <a:custGeom>
                <a:rect b="b" l="l" r="r" t="t"/>
                <a:pathLst>
                  <a:path extrusionOk="0" h="91" w="269">
                    <a:moveTo>
                      <a:pt x="9" y="0"/>
                    </a:moveTo>
                    <a:lnTo>
                      <a:pt x="9" y="0"/>
                    </a:lnTo>
                    <a:cubicBezTo>
                      <a:pt x="1" y="25"/>
                      <a:pt x="11" y="51"/>
                      <a:pt x="44" y="68"/>
                    </a:cubicBezTo>
                    <a:cubicBezTo>
                      <a:pt x="69" y="83"/>
                      <a:pt x="102" y="91"/>
                      <a:pt x="135" y="91"/>
                    </a:cubicBezTo>
                    <a:cubicBezTo>
                      <a:pt x="167" y="91"/>
                      <a:pt x="200" y="83"/>
                      <a:pt x="226" y="68"/>
                    </a:cubicBezTo>
                    <a:cubicBezTo>
                      <a:pt x="256" y="51"/>
                      <a:pt x="269" y="27"/>
                      <a:pt x="263" y="4"/>
                    </a:cubicBezTo>
                    <a:lnTo>
                      <a:pt x="263" y="4"/>
                    </a:lnTo>
                    <a:cubicBezTo>
                      <a:pt x="256" y="21"/>
                      <a:pt x="244" y="33"/>
                      <a:pt x="226" y="43"/>
                    </a:cubicBezTo>
                    <a:cubicBezTo>
                      <a:pt x="201" y="57"/>
                      <a:pt x="168" y="64"/>
                      <a:pt x="136" y="64"/>
                    </a:cubicBezTo>
                    <a:cubicBezTo>
                      <a:pt x="103" y="64"/>
                      <a:pt x="70" y="57"/>
                      <a:pt x="44" y="41"/>
                    </a:cubicBezTo>
                    <a:cubicBezTo>
                      <a:pt x="23" y="31"/>
                      <a:pt x="13" y="14"/>
                      <a:pt x="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37"/>
              <p:cNvSpPr/>
              <p:nvPr/>
            </p:nvSpPr>
            <p:spPr>
              <a:xfrm>
                <a:off x="-22343552" y="8523932"/>
                <a:ext cx="701433" cy="239895"/>
              </a:xfrm>
              <a:custGeom>
                <a:rect b="b" l="l" r="r" t="t"/>
                <a:pathLst>
                  <a:path extrusionOk="0" h="92" w="269">
                    <a:moveTo>
                      <a:pt x="9" y="0"/>
                    </a:moveTo>
                    <a:cubicBezTo>
                      <a:pt x="1" y="27"/>
                      <a:pt x="11" y="51"/>
                      <a:pt x="44" y="70"/>
                    </a:cubicBezTo>
                    <a:cubicBezTo>
                      <a:pt x="70" y="84"/>
                      <a:pt x="103" y="92"/>
                      <a:pt x="136" y="92"/>
                    </a:cubicBezTo>
                    <a:cubicBezTo>
                      <a:pt x="169" y="92"/>
                      <a:pt x="201" y="85"/>
                      <a:pt x="226" y="72"/>
                    </a:cubicBezTo>
                    <a:cubicBezTo>
                      <a:pt x="256" y="53"/>
                      <a:pt x="269" y="31"/>
                      <a:pt x="263" y="8"/>
                    </a:cubicBezTo>
                    <a:lnTo>
                      <a:pt x="263" y="8"/>
                    </a:lnTo>
                    <a:cubicBezTo>
                      <a:pt x="256" y="21"/>
                      <a:pt x="244" y="33"/>
                      <a:pt x="226" y="43"/>
                    </a:cubicBezTo>
                    <a:cubicBezTo>
                      <a:pt x="201" y="57"/>
                      <a:pt x="168" y="64"/>
                      <a:pt x="136" y="64"/>
                    </a:cubicBezTo>
                    <a:cubicBezTo>
                      <a:pt x="103" y="64"/>
                      <a:pt x="70" y="57"/>
                      <a:pt x="44" y="41"/>
                    </a:cubicBezTo>
                    <a:cubicBezTo>
                      <a:pt x="23" y="31"/>
                      <a:pt x="13" y="17"/>
                      <a:pt x="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37"/>
              <p:cNvSpPr/>
              <p:nvPr/>
            </p:nvSpPr>
            <p:spPr>
              <a:xfrm>
                <a:off x="-22338337" y="9595656"/>
                <a:ext cx="706648" cy="245110"/>
              </a:xfrm>
              <a:custGeom>
                <a:rect b="b" l="l" r="r" t="t"/>
                <a:pathLst>
                  <a:path extrusionOk="0" h="94" w="271">
                    <a:moveTo>
                      <a:pt x="9" y="1"/>
                    </a:moveTo>
                    <a:cubicBezTo>
                      <a:pt x="1" y="27"/>
                      <a:pt x="11" y="52"/>
                      <a:pt x="46" y="70"/>
                    </a:cubicBezTo>
                    <a:cubicBezTo>
                      <a:pt x="70" y="86"/>
                      <a:pt x="103" y="93"/>
                      <a:pt x="136" y="93"/>
                    </a:cubicBezTo>
                    <a:cubicBezTo>
                      <a:pt x="168" y="93"/>
                      <a:pt x="201" y="86"/>
                      <a:pt x="226" y="72"/>
                    </a:cubicBezTo>
                    <a:cubicBezTo>
                      <a:pt x="256" y="56"/>
                      <a:pt x="271" y="31"/>
                      <a:pt x="263" y="9"/>
                    </a:cubicBezTo>
                    <a:lnTo>
                      <a:pt x="263" y="9"/>
                    </a:lnTo>
                    <a:cubicBezTo>
                      <a:pt x="256" y="21"/>
                      <a:pt x="244" y="35"/>
                      <a:pt x="226" y="46"/>
                    </a:cubicBezTo>
                    <a:cubicBezTo>
                      <a:pt x="201" y="58"/>
                      <a:pt x="170" y="65"/>
                      <a:pt x="139" y="65"/>
                    </a:cubicBezTo>
                    <a:cubicBezTo>
                      <a:pt x="106" y="65"/>
                      <a:pt x="72" y="57"/>
                      <a:pt x="46" y="41"/>
                    </a:cubicBezTo>
                    <a:cubicBezTo>
                      <a:pt x="25" y="31"/>
                      <a:pt x="15" y="17"/>
                      <a:pt x="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37"/>
              <p:cNvSpPr/>
              <p:nvPr/>
            </p:nvSpPr>
            <p:spPr>
              <a:xfrm>
                <a:off x="-22343552" y="8224057"/>
                <a:ext cx="701433" cy="245110"/>
              </a:xfrm>
              <a:custGeom>
                <a:rect b="b" l="l" r="r" t="t"/>
                <a:pathLst>
                  <a:path extrusionOk="0" h="94" w="269">
                    <a:moveTo>
                      <a:pt x="9" y="1"/>
                    </a:moveTo>
                    <a:cubicBezTo>
                      <a:pt x="1" y="25"/>
                      <a:pt x="11" y="48"/>
                      <a:pt x="44" y="70"/>
                    </a:cubicBezTo>
                    <a:cubicBezTo>
                      <a:pt x="70" y="86"/>
                      <a:pt x="103" y="94"/>
                      <a:pt x="136" y="94"/>
                    </a:cubicBezTo>
                    <a:cubicBezTo>
                      <a:pt x="168" y="94"/>
                      <a:pt x="201" y="86"/>
                      <a:pt x="226" y="72"/>
                    </a:cubicBezTo>
                    <a:cubicBezTo>
                      <a:pt x="256" y="54"/>
                      <a:pt x="269" y="31"/>
                      <a:pt x="263" y="9"/>
                    </a:cubicBezTo>
                    <a:lnTo>
                      <a:pt x="263" y="9"/>
                    </a:lnTo>
                    <a:cubicBezTo>
                      <a:pt x="256" y="21"/>
                      <a:pt x="244" y="33"/>
                      <a:pt x="226" y="44"/>
                    </a:cubicBezTo>
                    <a:cubicBezTo>
                      <a:pt x="201" y="58"/>
                      <a:pt x="168" y="65"/>
                      <a:pt x="136" y="65"/>
                    </a:cubicBezTo>
                    <a:cubicBezTo>
                      <a:pt x="103" y="65"/>
                      <a:pt x="70" y="57"/>
                      <a:pt x="44" y="42"/>
                    </a:cubicBezTo>
                    <a:cubicBezTo>
                      <a:pt x="23" y="31"/>
                      <a:pt x="13" y="15"/>
                      <a:pt x="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37"/>
              <p:cNvSpPr/>
              <p:nvPr/>
            </p:nvSpPr>
            <p:spPr>
              <a:xfrm>
                <a:off x="-24455707" y="6599521"/>
                <a:ext cx="440677" cy="620599"/>
              </a:xfrm>
              <a:custGeom>
                <a:rect b="b" l="l" r="r" t="t"/>
                <a:pathLst>
                  <a:path extrusionOk="0" h="238" w="169">
                    <a:moveTo>
                      <a:pt x="131" y="0"/>
                    </a:moveTo>
                    <a:cubicBezTo>
                      <a:pt x="120" y="0"/>
                      <a:pt x="107" y="4"/>
                      <a:pt x="93" y="12"/>
                    </a:cubicBezTo>
                    <a:cubicBezTo>
                      <a:pt x="41" y="41"/>
                      <a:pt x="0" y="112"/>
                      <a:pt x="2" y="174"/>
                    </a:cubicBezTo>
                    <a:cubicBezTo>
                      <a:pt x="2" y="208"/>
                      <a:pt x="19" y="233"/>
                      <a:pt x="41" y="237"/>
                    </a:cubicBezTo>
                    <a:cubicBezTo>
                      <a:pt x="31" y="227"/>
                      <a:pt x="25" y="208"/>
                      <a:pt x="25" y="188"/>
                    </a:cubicBezTo>
                    <a:cubicBezTo>
                      <a:pt x="25" y="131"/>
                      <a:pt x="64" y="57"/>
                      <a:pt x="115" y="30"/>
                    </a:cubicBezTo>
                    <a:cubicBezTo>
                      <a:pt x="130" y="21"/>
                      <a:pt x="144" y="16"/>
                      <a:pt x="156" y="16"/>
                    </a:cubicBezTo>
                    <a:cubicBezTo>
                      <a:pt x="160" y="16"/>
                      <a:pt x="164" y="16"/>
                      <a:pt x="168" y="18"/>
                    </a:cubicBezTo>
                    <a:cubicBezTo>
                      <a:pt x="159" y="7"/>
                      <a:pt x="146" y="0"/>
                      <a:pt x="1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37"/>
              <p:cNvSpPr/>
              <p:nvPr/>
            </p:nvSpPr>
            <p:spPr>
              <a:xfrm>
                <a:off x="-24205378" y="6745547"/>
                <a:ext cx="445892" cy="612776"/>
              </a:xfrm>
              <a:custGeom>
                <a:rect b="b" l="l" r="r" t="t"/>
                <a:pathLst>
                  <a:path extrusionOk="0" h="235" w="171">
                    <a:moveTo>
                      <a:pt x="135" y="1"/>
                    </a:moveTo>
                    <a:cubicBezTo>
                      <a:pt x="123" y="1"/>
                      <a:pt x="109" y="5"/>
                      <a:pt x="93" y="13"/>
                    </a:cubicBezTo>
                    <a:cubicBezTo>
                      <a:pt x="42" y="44"/>
                      <a:pt x="1" y="111"/>
                      <a:pt x="5" y="171"/>
                    </a:cubicBezTo>
                    <a:cubicBezTo>
                      <a:pt x="5" y="208"/>
                      <a:pt x="19" y="230"/>
                      <a:pt x="42" y="234"/>
                    </a:cubicBezTo>
                    <a:cubicBezTo>
                      <a:pt x="31" y="224"/>
                      <a:pt x="27" y="208"/>
                      <a:pt x="27" y="187"/>
                    </a:cubicBezTo>
                    <a:cubicBezTo>
                      <a:pt x="27" y="128"/>
                      <a:pt x="66" y="56"/>
                      <a:pt x="117" y="28"/>
                    </a:cubicBezTo>
                    <a:cubicBezTo>
                      <a:pt x="132" y="20"/>
                      <a:pt x="145" y="16"/>
                      <a:pt x="158" y="16"/>
                    </a:cubicBezTo>
                    <a:cubicBezTo>
                      <a:pt x="162" y="16"/>
                      <a:pt x="166" y="16"/>
                      <a:pt x="170" y="17"/>
                    </a:cubicBezTo>
                    <a:cubicBezTo>
                      <a:pt x="160" y="6"/>
                      <a:pt x="149" y="1"/>
                      <a:pt x="1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37"/>
              <p:cNvSpPr/>
              <p:nvPr/>
            </p:nvSpPr>
            <p:spPr>
              <a:xfrm>
                <a:off x="-24985050" y="6297039"/>
                <a:ext cx="445892" cy="617991"/>
              </a:xfrm>
              <a:custGeom>
                <a:rect b="b" l="l" r="r" t="t"/>
                <a:pathLst>
                  <a:path extrusionOk="0" h="237" w="171">
                    <a:moveTo>
                      <a:pt x="133" y="1"/>
                    </a:moveTo>
                    <a:cubicBezTo>
                      <a:pt x="121" y="1"/>
                      <a:pt x="107" y="5"/>
                      <a:pt x="93" y="13"/>
                    </a:cubicBezTo>
                    <a:cubicBezTo>
                      <a:pt x="42" y="42"/>
                      <a:pt x="1" y="114"/>
                      <a:pt x="3" y="171"/>
                    </a:cubicBezTo>
                    <a:cubicBezTo>
                      <a:pt x="3" y="208"/>
                      <a:pt x="19" y="230"/>
                      <a:pt x="42" y="236"/>
                    </a:cubicBezTo>
                    <a:cubicBezTo>
                      <a:pt x="32" y="224"/>
                      <a:pt x="27" y="208"/>
                      <a:pt x="27" y="187"/>
                    </a:cubicBezTo>
                    <a:cubicBezTo>
                      <a:pt x="27" y="128"/>
                      <a:pt x="64" y="56"/>
                      <a:pt x="115" y="28"/>
                    </a:cubicBezTo>
                    <a:cubicBezTo>
                      <a:pt x="131" y="20"/>
                      <a:pt x="145" y="16"/>
                      <a:pt x="158" y="16"/>
                    </a:cubicBezTo>
                    <a:cubicBezTo>
                      <a:pt x="162" y="16"/>
                      <a:pt x="166" y="16"/>
                      <a:pt x="171" y="17"/>
                    </a:cubicBezTo>
                    <a:cubicBezTo>
                      <a:pt x="161" y="6"/>
                      <a:pt x="148" y="1"/>
                      <a:pt x="1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37"/>
              <p:cNvSpPr/>
              <p:nvPr/>
            </p:nvSpPr>
            <p:spPr>
              <a:xfrm>
                <a:off x="-23767301" y="7861601"/>
                <a:ext cx="701433" cy="245110"/>
              </a:xfrm>
              <a:custGeom>
                <a:rect b="b" l="l" r="r" t="t"/>
                <a:pathLst>
                  <a:path extrusionOk="0" h="94" w="269">
                    <a:moveTo>
                      <a:pt x="7" y="1"/>
                    </a:moveTo>
                    <a:lnTo>
                      <a:pt x="7" y="1"/>
                    </a:lnTo>
                    <a:cubicBezTo>
                      <a:pt x="0" y="27"/>
                      <a:pt x="13" y="52"/>
                      <a:pt x="43" y="70"/>
                    </a:cubicBezTo>
                    <a:cubicBezTo>
                      <a:pt x="68" y="86"/>
                      <a:pt x="102" y="93"/>
                      <a:pt x="135" y="93"/>
                    </a:cubicBezTo>
                    <a:cubicBezTo>
                      <a:pt x="168" y="93"/>
                      <a:pt x="200" y="86"/>
                      <a:pt x="225" y="72"/>
                    </a:cubicBezTo>
                    <a:cubicBezTo>
                      <a:pt x="256" y="56"/>
                      <a:pt x="268" y="31"/>
                      <a:pt x="260" y="9"/>
                    </a:cubicBezTo>
                    <a:lnTo>
                      <a:pt x="260" y="9"/>
                    </a:lnTo>
                    <a:cubicBezTo>
                      <a:pt x="256" y="21"/>
                      <a:pt x="242" y="35"/>
                      <a:pt x="225" y="46"/>
                    </a:cubicBezTo>
                    <a:cubicBezTo>
                      <a:pt x="201" y="58"/>
                      <a:pt x="169" y="65"/>
                      <a:pt x="138" y="65"/>
                    </a:cubicBezTo>
                    <a:cubicBezTo>
                      <a:pt x="104" y="65"/>
                      <a:pt x="70" y="57"/>
                      <a:pt x="43" y="41"/>
                    </a:cubicBezTo>
                    <a:cubicBezTo>
                      <a:pt x="23" y="31"/>
                      <a:pt x="13" y="17"/>
                      <a:pt x="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37"/>
              <p:cNvSpPr/>
              <p:nvPr/>
            </p:nvSpPr>
            <p:spPr>
              <a:xfrm>
                <a:off x="-23767301" y="8151045"/>
                <a:ext cx="701433" cy="239895"/>
              </a:xfrm>
              <a:custGeom>
                <a:rect b="b" l="l" r="r" t="t"/>
                <a:pathLst>
                  <a:path extrusionOk="0" h="92" w="269">
                    <a:moveTo>
                      <a:pt x="7" y="0"/>
                    </a:moveTo>
                    <a:lnTo>
                      <a:pt x="7" y="0"/>
                    </a:lnTo>
                    <a:cubicBezTo>
                      <a:pt x="0" y="27"/>
                      <a:pt x="13" y="49"/>
                      <a:pt x="43" y="70"/>
                    </a:cubicBezTo>
                    <a:cubicBezTo>
                      <a:pt x="68" y="84"/>
                      <a:pt x="102" y="91"/>
                      <a:pt x="135" y="91"/>
                    </a:cubicBezTo>
                    <a:cubicBezTo>
                      <a:pt x="168" y="91"/>
                      <a:pt x="200" y="85"/>
                      <a:pt x="225" y="72"/>
                    </a:cubicBezTo>
                    <a:cubicBezTo>
                      <a:pt x="256" y="53"/>
                      <a:pt x="268" y="31"/>
                      <a:pt x="260" y="8"/>
                    </a:cubicBezTo>
                    <a:lnTo>
                      <a:pt x="260" y="8"/>
                    </a:lnTo>
                    <a:cubicBezTo>
                      <a:pt x="256" y="21"/>
                      <a:pt x="242" y="33"/>
                      <a:pt x="225" y="43"/>
                    </a:cubicBezTo>
                    <a:cubicBezTo>
                      <a:pt x="200" y="57"/>
                      <a:pt x="168" y="64"/>
                      <a:pt x="136" y="64"/>
                    </a:cubicBezTo>
                    <a:cubicBezTo>
                      <a:pt x="103" y="64"/>
                      <a:pt x="69" y="57"/>
                      <a:pt x="43" y="41"/>
                    </a:cubicBezTo>
                    <a:cubicBezTo>
                      <a:pt x="23" y="31"/>
                      <a:pt x="13" y="16"/>
                      <a:pt x="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37"/>
              <p:cNvSpPr/>
              <p:nvPr/>
            </p:nvSpPr>
            <p:spPr>
              <a:xfrm>
                <a:off x="-23767301" y="9324466"/>
                <a:ext cx="701433" cy="245110"/>
              </a:xfrm>
              <a:custGeom>
                <a:rect b="b" l="l" r="r" t="t"/>
                <a:pathLst>
                  <a:path extrusionOk="0" h="94" w="269">
                    <a:moveTo>
                      <a:pt x="7" y="0"/>
                    </a:moveTo>
                    <a:lnTo>
                      <a:pt x="7" y="0"/>
                    </a:lnTo>
                    <a:cubicBezTo>
                      <a:pt x="0" y="27"/>
                      <a:pt x="13" y="49"/>
                      <a:pt x="43" y="70"/>
                    </a:cubicBezTo>
                    <a:cubicBezTo>
                      <a:pt x="69" y="86"/>
                      <a:pt x="103" y="94"/>
                      <a:pt x="137" y="94"/>
                    </a:cubicBezTo>
                    <a:cubicBezTo>
                      <a:pt x="169" y="94"/>
                      <a:pt x="201" y="87"/>
                      <a:pt x="225" y="72"/>
                    </a:cubicBezTo>
                    <a:cubicBezTo>
                      <a:pt x="256" y="53"/>
                      <a:pt x="268" y="31"/>
                      <a:pt x="260" y="8"/>
                    </a:cubicBezTo>
                    <a:lnTo>
                      <a:pt x="260" y="8"/>
                    </a:lnTo>
                    <a:cubicBezTo>
                      <a:pt x="256" y="21"/>
                      <a:pt x="242" y="33"/>
                      <a:pt x="225" y="43"/>
                    </a:cubicBezTo>
                    <a:cubicBezTo>
                      <a:pt x="200" y="57"/>
                      <a:pt x="168" y="64"/>
                      <a:pt x="136" y="64"/>
                    </a:cubicBezTo>
                    <a:cubicBezTo>
                      <a:pt x="103" y="64"/>
                      <a:pt x="69" y="57"/>
                      <a:pt x="43" y="41"/>
                    </a:cubicBezTo>
                    <a:cubicBezTo>
                      <a:pt x="23" y="31"/>
                      <a:pt x="13" y="17"/>
                      <a:pt x="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37"/>
              <p:cNvSpPr/>
              <p:nvPr/>
            </p:nvSpPr>
            <p:spPr>
              <a:xfrm>
                <a:off x="-23767301" y="10406621"/>
                <a:ext cx="701433" cy="239895"/>
              </a:xfrm>
              <a:custGeom>
                <a:rect b="b" l="l" r="r" t="t"/>
                <a:pathLst>
                  <a:path extrusionOk="0" h="92" w="269">
                    <a:moveTo>
                      <a:pt x="7" y="0"/>
                    </a:moveTo>
                    <a:cubicBezTo>
                      <a:pt x="0" y="25"/>
                      <a:pt x="11" y="52"/>
                      <a:pt x="43" y="68"/>
                    </a:cubicBezTo>
                    <a:cubicBezTo>
                      <a:pt x="69" y="84"/>
                      <a:pt x="103" y="92"/>
                      <a:pt x="137" y="92"/>
                    </a:cubicBezTo>
                    <a:cubicBezTo>
                      <a:pt x="169" y="92"/>
                      <a:pt x="201" y="85"/>
                      <a:pt x="225" y="72"/>
                    </a:cubicBezTo>
                    <a:cubicBezTo>
                      <a:pt x="256" y="54"/>
                      <a:pt x="268" y="31"/>
                      <a:pt x="260" y="7"/>
                    </a:cubicBezTo>
                    <a:lnTo>
                      <a:pt x="260" y="7"/>
                    </a:lnTo>
                    <a:cubicBezTo>
                      <a:pt x="256" y="21"/>
                      <a:pt x="242" y="33"/>
                      <a:pt x="225" y="43"/>
                    </a:cubicBezTo>
                    <a:cubicBezTo>
                      <a:pt x="200" y="58"/>
                      <a:pt x="168" y="65"/>
                      <a:pt x="136" y="65"/>
                    </a:cubicBezTo>
                    <a:cubicBezTo>
                      <a:pt x="103" y="65"/>
                      <a:pt x="69" y="57"/>
                      <a:pt x="43" y="41"/>
                    </a:cubicBezTo>
                    <a:cubicBezTo>
                      <a:pt x="23" y="31"/>
                      <a:pt x="13" y="15"/>
                      <a:pt x="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37"/>
              <p:cNvSpPr/>
              <p:nvPr/>
            </p:nvSpPr>
            <p:spPr>
              <a:xfrm>
                <a:off x="-23767301" y="9029807"/>
                <a:ext cx="701433" cy="245110"/>
              </a:xfrm>
              <a:custGeom>
                <a:rect b="b" l="l" r="r" t="t"/>
                <a:pathLst>
                  <a:path extrusionOk="0" h="94" w="269">
                    <a:moveTo>
                      <a:pt x="7" y="1"/>
                    </a:moveTo>
                    <a:lnTo>
                      <a:pt x="7" y="1"/>
                    </a:lnTo>
                    <a:cubicBezTo>
                      <a:pt x="0" y="27"/>
                      <a:pt x="13" y="52"/>
                      <a:pt x="43" y="70"/>
                    </a:cubicBezTo>
                    <a:cubicBezTo>
                      <a:pt x="68" y="86"/>
                      <a:pt x="102" y="93"/>
                      <a:pt x="135" y="93"/>
                    </a:cubicBezTo>
                    <a:cubicBezTo>
                      <a:pt x="168" y="93"/>
                      <a:pt x="200" y="86"/>
                      <a:pt x="225" y="72"/>
                    </a:cubicBezTo>
                    <a:cubicBezTo>
                      <a:pt x="256" y="54"/>
                      <a:pt x="268" y="31"/>
                      <a:pt x="260" y="9"/>
                    </a:cubicBezTo>
                    <a:lnTo>
                      <a:pt x="260" y="9"/>
                    </a:lnTo>
                    <a:cubicBezTo>
                      <a:pt x="256" y="21"/>
                      <a:pt x="242" y="33"/>
                      <a:pt x="225" y="44"/>
                    </a:cubicBezTo>
                    <a:cubicBezTo>
                      <a:pt x="200" y="58"/>
                      <a:pt x="168" y="65"/>
                      <a:pt x="136" y="65"/>
                    </a:cubicBezTo>
                    <a:cubicBezTo>
                      <a:pt x="103" y="65"/>
                      <a:pt x="69" y="57"/>
                      <a:pt x="43" y="42"/>
                    </a:cubicBezTo>
                    <a:cubicBezTo>
                      <a:pt x="23" y="31"/>
                      <a:pt x="13" y="17"/>
                      <a:pt x="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37"/>
              <p:cNvSpPr/>
              <p:nvPr/>
            </p:nvSpPr>
            <p:spPr>
              <a:xfrm>
                <a:off x="-25884672" y="7460030"/>
                <a:ext cx="438070" cy="607561"/>
              </a:xfrm>
              <a:custGeom>
                <a:rect b="b" l="l" r="r" t="t"/>
                <a:pathLst>
                  <a:path extrusionOk="0" h="233" w="168">
                    <a:moveTo>
                      <a:pt x="130" y="0"/>
                    </a:moveTo>
                    <a:cubicBezTo>
                      <a:pt x="118" y="0"/>
                      <a:pt x="105" y="4"/>
                      <a:pt x="90" y="11"/>
                    </a:cubicBezTo>
                    <a:cubicBezTo>
                      <a:pt x="41" y="42"/>
                      <a:pt x="0" y="112"/>
                      <a:pt x="0" y="169"/>
                    </a:cubicBezTo>
                    <a:cubicBezTo>
                      <a:pt x="0" y="204"/>
                      <a:pt x="17" y="226"/>
                      <a:pt x="39" y="232"/>
                    </a:cubicBezTo>
                    <a:cubicBezTo>
                      <a:pt x="29" y="222"/>
                      <a:pt x="25" y="204"/>
                      <a:pt x="25" y="183"/>
                    </a:cubicBezTo>
                    <a:cubicBezTo>
                      <a:pt x="25" y="128"/>
                      <a:pt x="62" y="56"/>
                      <a:pt x="113" y="28"/>
                    </a:cubicBezTo>
                    <a:cubicBezTo>
                      <a:pt x="127" y="19"/>
                      <a:pt x="140" y="15"/>
                      <a:pt x="152" y="15"/>
                    </a:cubicBezTo>
                    <a:cubicBezTo>
                      <a:pt x="158" y="15"/>
                      <a:pt x="163" y="16"/>
                      <a:pt x="168" y="18"/>
                    </a:cubicBezTo>
                    <a:cubicBezTo>
                      <a:pt x="158" y="6"/>
                      <a:pt x="145" y="0"/>
                      <a:pt x="1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37"/>
              <p:cNvSpPr/>
              <p:nvPr/>
            </p:nvSpPr>
            <p:spPr>
              <a:xfrm>
                <a:off x="-25634342" y="7606056"/>
                <a:ext cx="440677" cy="604953"/>
              </a:xfrm>
              <a:custGeom>
                <a:rect b="b" l="l" r="r" t="t"/>
                <a:pathLst>
                  <a:path extrusionOk="0" h="232" w="169">
                    <a:moveTo>
                      <a:pt x="133" y="0"/>
                    </a:moveTo>
                    <a:cubicBezTo>
                      <a:pt x="121" y="0"/>
                      <a:pt x="107" y="4"/>
                      <a:pt x="92" y="13"/>
                    </a:cubicBezTo>
                    <a:cubicBezTo>
                      <a:pt x="43" y="43"/>
                      <a:pt x="0" y="113"/>
                      <a:pt x="2" y="168"/>
                    </a:cubicBezTo>
                    <a:cubicBezTo>
                      <a:pt x="2" y="205"/>
                      <a:pt x="17" y="223"/>
                      <a:pt x="41" y="232"/>
                    </a:cubicBezTo>
                    <a:cubicBezTo>
                      <a:pt x="31" y="221"/>
                      <a:pt x="25" y="205"/>
                      <a:pt x="25" y="182"/>
                    </a:cubicBezTo>
                    <a:cubicBezTo>
                      <a:pt x="25" y="127"/>
                      <a:pt x="64" y="58"/>
                      <a:pt x="115" y="27"/>
                    </a:cubicBezTo>
                    <a:cubicBezTo>
                      <a:pt x="129" y="18"/>
                      <a:pt x="142" y="15"/>
                      <a:pt x="154" y="15"/>
                    </a:cubicBezTo>
                    <a:cubicBezTo>
                      <a:pt x="159" y="15"/>
                      <a:pt x="164" y="16"/>
                      <a:pt x="168" y="17"/>
                    </a:cubicBezTo>
                    <a:cubicBezTo>
                      <a:pt x="158" y="6"/>
                      <a:pt x="146" y="0"/>
                      <a:pt x="1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7"/>
              <p:cNvSpPr/>
              <p:nvPr/>
            </p:nvSpPr>
            <p:spPr>
              <a:xfrm>
                <a:off x="-26408799" y="7160156"/>
                <a:ext cx="435462" cy="607561"/>
              </a:xfrm>
              <a:custGeom>
                <a:rect b="b" l="l" r="r" t="t"/>
                <a:pathLst>
                  <a:path extrusionOk="0" h="233" w="167">
                    <a:moveTo>
                      <a:pt x="129" y="0"/>
                    </a:moveTo>
                    <a:cubicBezTo>
                      <a:pt x="117" y="0"/>
                      <a:pt x="104" y="4"/>
                      <a:pt x="89" y="12"/>
                    </a:cubicBezTo>
                    <a:cubicBezTo>
                      <a:pt x="37" y="40"/>
                      <a:pt x="1" y="112"/>
                      <a:pt x="1" y="167"/>
                    </a:cubicBezTo>
                    <a:cubicBezTo>
                      <a:pt x="1" y="204"/>
                      <a:pt x="15" y="225"/>
                      <a:pt x="37" y="233"/>
                    </a:cubicBezTo>
                    <a:cubicBezTo>
                      <a:pt x="27" y="223"/>
                      <a:pt x="23" y="204"/>
                      <a:pt x="23" y="184"/>
                    </a:cubicBezTo>
                    <a:cubicBezTo>
                      <a:pt x="23" y="126"/>
                      <a:pt x="62" y="59"/>
                      <a:pt x="113" y="28"/>
                    </a:cubicBezTo>
                    <a:cubicBezTo>
                      <a:pt x="127" y="19"/>
                      <a:pt x="138" y="15"/>
                      <a:pt x="149" y="15"/>
                    </a:cubicBezTo>
                    <a:cubicBezTo>
                      <a:pt x="155" y="15"/>
                      <a:pt x="161" y="16"/>
                      <a:pt x="166" y="18"/>
                    </a:cubicBezTo>
                    <a:cubicBezTo>
                      <a:pt x="156" y="6"/>
                      <a:pt x="144" y="0"/>
                      <a:pt x="1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7"/>
              <p:cNvSpPr/>
              <p:nvPr/>
            </p:nvSpPr>
            <p:spPr>
              <a:xfrm>
                <a:off x="-25201481" y="8727325"/>
                <a:ext cx="701433" cy="239895"/>
              </a:xfrm>
              <a:custGeom>
                <a:rect b="b" l="l" r="r" t="t"/>
                <a:pathLst>
                  <a:path extrusionOk="0" h="92" w="269">
                    <a:moveTo>
                      <a:pt x="8" y="0"/>
                    </a:moveTo>
                    <a:cubicBezTo>
                      <a:pt x="0" y="23"/>
                      <a:pt x="10" y="47"/>
                      <a:pt x="43" y="68"/>
                    </a:cubicBezTo>
                    <a:cubicBezTo>
                      <a:pt x="68" y="83"/>
                      <a:pt x="103" y="91"/>
                      <a:pt x="137" y="91"/>
                    </a:cubicBezTo>
                    <a:cubicBezTo>
                      <a:pt x="169" y="91"/>
                      <a:pt x="200" y="84"/>
                      <a:pt x="225" y="72"/>
                    </a:cubicBezTo>
                    <a:cubicBezTo>
                      <a:pt x="256" y="53"/>
                      <a:pt x="268" y="31"/>
                      <a:pt x="260" y="6"/>
                    </a:cubicBezTo>
                    <a:lnTo>
                      <a:pt x="260" y="6"/>
                    </a:lnTo>
                    <a:cubicBezTo>
                      <a:pt x="256" y="20"/>
                      <a:pt x="243" y="33"/>
                      <a:pt x="225" y="43"/>
                    </a:cubicBezTo>
                    <a:cubicBezTo>
                      <a:pt x="200" y="57"/>
                      <a:pt x="168" y="64"/>
                      <a:pt x="136" y="64"/>
                    </a:cubicBezTo>
                    <a:cubicBezTo>
                      <a:pt x="102" y="64"/>
                      <a:pt x="69" y="57"/>
                      <a:pt x="43" y="41"/>
                    </a:cubicBezTo>
                    <a:cubicBezTo>
                      <a:pt x="23" y="31"/>
                      <a:pt x="12" y="14"/>
                      <a:pt x="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37"/>
              <p:cNvSpPr/>
              <p:nvPr/>
            </p:nvSpPr>
            <p:spPr>
              <a:xfrm>
                <a:off x="-25201481" y="9003731"/>
                <a:ext cx="701433" cy="245110"/>
              </a:xfrm>
              <a:custGeom>
                <a:rect b="b" l="l" r="r" t="t"/>
                <a:pathLst>
                  <a:path extrusionOk="0" h="94" w="269">
                    <a:moveTo>
                      <a:pt x="8" y="0"/>
                    </a:moveTo>
                    <a:cubicBezTo>
                      <a:pt x="0" y="27"/>
                      <a:pt x="10" y="52"/>
                      <a:pt x="43" y="70"/>
                    </a:cubicBezTo>
                    <a:cubicBezTo>
                      <a:pt x="68" y="86"/>
                      <a:pt x="101" y="93"/>
                      <a:pt x="135" y="93"/>
                    </a:cubicBezTo>
                    <a:cubicBezTo>
                      <a:pt x="167" y="93"/>
                      <a:pt x="200" y="86"/>
                      <a:pt x="225" y="72"/>
                    </a:cubicBezTo>
                    <a:cubicBezTo>
                      <a:pt x="256" y="54"/>
                      <a:pt x="268" y="31"/>
                      <a:pt x="260" y="9"/>
                    </a:cubicBezTo>
                    <a:lnTo>
                      <a:pt x="260" y="9"/>
                    </a:lnTo>
                    <a:cubicBezTo>
                      <a:pt x="256" y="21"/>
                      <a:pt x="243" y="33"/>
                      <a:pt x="225" y="43"/>
                    </a:cubicBezTo>
                    <a:cubicBezTo>
                      <a:pt x="200" y="57"/>
                      <a:pt x="168" y="65"/>
                      <a:pt x="136" y="65"/>
                    </a:cubicBezTo>
                    <a:cubicBezTo>
                      <a:pt x="102" y="65"/>
                      <a:pt x="69" y="57"/>
                      <a:pt x="43" y="41"/>
                    </a:cubicBezTo>
                    <a:cubicBezTo>
                      <a:pt x="23" y="31"/>
                      <a:pt x="12" y="17"/>
                      <a:pt x="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37"/>
              <p:cNvSpPr/>
              <p:nvPr/>
            </p:nvSpPr>
            <p:spPr>
              <a:xfrm>
                <a:off x="-25201481" y="10192797"/>
                <a:ext cx="701433" cy="237288"/>
              </a:xfrm>
              <a:custGeom>
                <a:rect b="b" l="l" r="r" t="t"/>
                <a:pathLst>
                  <a:path extrusionOk="0" h="91" w="269">
                    <a:moveTo>
                      <a:pt x="8" y="1"/>
                    </a:moveTo>
                    <a:cubicBezTo>
                      <a:pt x="0" y="25"/>
                      <a:pt x="10" y="52"/>
                      <a:pt x="43" y="68"/>
                    </a:cubicBezTo>
                    <a:cubicBezTo>
                      <a:pt x="68" y="83"/>
                      <a:pt x="103" y="90"/>
                      <a:pt x="137" y="90"/>
                    </a:cubicBezTo>
                    <a:cubicBezTo>
                      <a:pt x="169" y="90"/>
                      <a:pt x="200" y="84"/>
                      <a:pt x="225" y="72"/>
                    </a:cubicBezTo>
                    <a:cubicBezTo>
                      <a:pt x="256" y="54"/>
                      <a:pt x="268" y="31"/>
                      <a:pt x="260" y="7"/>
                    </a:cubicBezTo>
                    <a:lnTo>
                      <a:pt x="260" y="7"/>
                    </a:lnTo>
                    <a:cubicBezTo>
                      <a:pt x="256" y="21"/>
                      <a:pt x="243" y="33"/>
                      <a:pt x="225" y="44"/>
                    </a:cubicBezTo>
                    <a:cubicBezTo>
                      <a:pt x="201" y="57"/>
                      <a:pt x="170" y="63"/>
                      <a:pt x="139" y="63"/>
                    </a:cubicBezTo>
                    <a:cubicBezTo>
                      <a:pt x="105" y="63"/>
                      <a:pt x="70" y="56"/>
                      <a:pt x="43" y="42"/>
                    </a:cubicBezTo>
                    <a:cubicBezTo>
                      <a:pt x="23" y="31"/>
                      <a:pt x="12" y="15"/>
                      <a:pt x="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37"/>
              <p:cNvSpPr/>
              <p:nvPr/>
            </p:nvSpPr>
            <p:spPr>
              <a:xfrm>
                <a:off x="-25201481" y="11269737"/>
                <a:ext cx="701433" cy="242503"/>
              </a:xfrm>
              <a:custGeom>
                <a:rect b="b" l="l" r="r" t="t"/>
                <a:pathLst>
                  <a:path extrusionOk="0" h="93" w="269">
                    <a:moveTo>
                      <a:pt x="8" y="1"/>
                    </a:moveTo>
                    <a:cubicBezTo>
                      <a:pt x="0" y="28"/>
                      <a:pt x="12" y="52"/>
                      <a:pt x="43" y="70"/>
                    </a:cubicBezTo>
                    <a:cubicBezTo>
                      <a:pt x="69" y="85"/>
                      <a:pt x="103" y="92"/>
                      <a:pt x="136" y="92"/>
                    </a:cubicBezTo>
                    <a:cubicBezTo>
                      <a:pt x="168" y="92"/>
                      <a:pt x="200" y="86"/>
                      <a:pt x="225" y="73"/>
                    </a:cubicBezTo>
                    <a:cubicBezTo>
                      <a:pt x="256" y="54"/>
                      <a:pt x="268" y="32"/>
                      <a:pt x="260" y="9"/>
                    </a:cubicBezTo>
                    <a:lnTo>
                      <a:pt x="260" y="9"/>
                    </a:lnTo>
                    <a:cubicBezTo>
                      <a:pt x="256" y="21"/>
                      <a:pt x="243" y="34"/>
                      <a:pt x="225" y="44"/>
                    </a:cubicBezTo>
                    <a:cubicBezTo>
                      <a:pt x="200" y="58"/>
                      <a:pt x="168" y="65"/>
                      <a:pt x="136" y="65"/>
                    </a:cubicBezTo>
                    <a:cubicBezTo>
                      <a:pt x="102" y="65"/>
                      <a:pt x="69" y="57"/>
                      <a:pt x="43" y="42"/>
                    </a:cubicBezTo>
                    <a:cubicBezTo>
                      <a:pt x="23" y="32"/>
                      <a:pt x="12" y="17"/>
                      <a:pt x="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37"/>
              <p:cNvSpPr/>
              <p:nvPr/>
            </p:nvSpPr>
            <p:spPr>
              <a:xfrm>
                <a:off x="-25201481" y="9890315"/>
                <a:ext cx="701433" cy="242503"/>
              </a:xfrm>
              <a:custGeom>
                <a:rect b="b" l="l" r="r" t="t"/>
                <a:pathLst>
                  <a:path extrusionOk="0" h="93" w="269">
                    <a:moveTo>
                      <a:pt x="8" y="0"/>
                    </a:moveTo>
                    <a:cubicBezTo>
                      <a:pt x="0" y="27"/>
                      <a:pt x="10" y="51"/>
                      <a:pt x="43" y="70"/>
                    </a:cubicBezTo>
                    <a:cubicBezTo>
                      <a:pt x="68" y="85"/>
                      <a:pt x="101" y="93"/>
                      <a:pt x="135" y="93"/>
                    </a:cubicBezTo>
                    <a:cubicBezTo>
                      <a:pt x="167" y="93"/>
                      <a:pt x="200" y="86"/>
                      <a:pt x="225" y="72"/>
                    </a:cubicBezTo>
                    <a:cubicBezTo>
                      <a:pt x="256" y="55"/>
                      <a:pt x="268" y="31"/>
                      <a:pt x="260" y="8"/>
                    </a:cubicBezTo>
                    <a:lnTo>
                      <a:pt x="260" y="8"/>
                    </a:lnTo>
                    <a:cubicBezTo>
                      <a:pt x="256" y="20"/>
                      <a:pt x="243" y="35"/>
                      <a:pt x="225" y="45"/>
                    </a:cubicBezTo>
                    <a:cubicBezTo>
                      <a:pt x="200" y="58"/>
                      <a:pt x="169" y="65"/>
                      <a:pt x="138" y="65"/>
                    </a:cubicBezTo>
                    <a:cubicBezTo>
                      <a:pt x="104" y="65"/>
                      <a:pt x="69" y="57"/>
                      <a:pt x="43" y="41"/>
                    </a:cubicBezTo>
                    <a:cubicBezTo>
                      <a:pt x="23" y="31"/>
                      <a:pt x="12" y="16"/>
                      <a:pt x="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1" name="Google Shape;1831;p37"/>
            <p:cNvSpPr/>
            <p:nvPr/>
          </p:nvSpPr>
          <p:spPr>
            <a:xfrm>
              <a:off x="6087387" y="2003674"/>
              <a:ext cx="19524" cy="11319"/>
            </a:xfrm>
            <a:custGeom>
              <a:rect b="b" l="l" r="r" t="t"/>
              <a:pathLst>
                <a:path extrusionOk="0" h="189" w="326">
                  <a:moveTo>
                    <a:pt x="318" y="0"/>
                  </a:moveTo>
                  <a:lnTo>
                    <a:pt x="9" y="178"/>
                  </a:lnTo>
                  <a:lnTo>
                    <a:pt x="1" y="184"/>
                  </a:lnTo>
                  <a:lnTo>
                    <a:pt x="9" y="189"/>
                  </a:lnTo>
                  <a:lnTo>
                    <a:pt x="326" y="4"/>
                  </a:lnTo>
                  <a:lnTo>
                    <a:pt x="3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7"/>
            <p:cNvSpPr/>
            <p:nvPr/>
          </p:nvSpPr>
          <p:spPr>
            <a:xfrm>
              <a:off x="6106373" y="1979298"/>
              <a:ext cx="659" cy="24675"/>
            </a:xfrm>
            <a:custGeom>
              <a:rect b="b" l="l" r="r" t="t"/>
              <a:pathLst>
                <a:path extrusionOk="0" h="412" w="11">
                  <a:moveTo>
                    <a:pt x="1" y="0"/>
                  </a:moveTo>
                  <a:lnTo>
                    <a:pt x="1" y="10"/>
                  </a:lnTo>
                  <a:lnTo>
                    <a:pt x="1" y="407"/>
                  </a:lnTo>
                  <a:lnTo>
                    <a:pt x="9" y="411"/>
                  </a:lnTo>
                  <a:lnTo>
                    <a:pt x="11" y="4"/>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37"/>
            <p:cNvSpPr/>
            <p:nvPr/>
          </p:nvSpPr>
          <p:spPr>
            <a:xfrm>
              <a:off x="6086309" y="1989720"/>
              <a:ext cx="539" cy="27130"/>
            </a:xfrm>
            <a:custGeom>
              <a:rect b="b" l="l" r="r" t="t"/>
              <a:pathLst>
                <a:path extrusionOk="0" h="453" w="9">
                  <a:moveTo>
                    <a:pt x="0" y="0"/>
                  </a:moveTo>
                  <a:lnTo>
                    <a:pt x="0" y="448"/>
                  </a:lnTo>
                  <a:lnTo>
                    <a:pt x="8" y="452"/>
                  </a:lnTo>
                  <a:lnTo>
                    <a:pt x="8" y="4"/>
                  </a:lnTo>
                  <a:lnTo>
                    <a:pt x="0"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37"/>
            <p:cNvSpPr/>
            <p:nvPr/>
          </p:nvSpPr>
          <p:spPr>
            <a:xfrm>
              <a:off x="6086309" y="1977442"/>
              <a:ext cx="21860" cy="12577"/>
            </a:xfrm>
            <a:custGeom>
              <a:rect b="b" l="l" r="r" t="t"/>
              <a:pathLst>
                <a:path extrusionOk="0" h="210" w="365">
                  <a:moveTo>
                    <a:pt x="354" y="0"/>
                  </a:moveTo>
                  <a:lnTo>
                    <a:pt x="0" y="205"/>
                  </a:lnTo>
                  <a:lnTo>
                    <a:pt x="8" y="209"/>
                  </a:lnTo>
                  <a:lnTo>
                    <a:pt x="364" y="5"/>
                  </a:lnTo>
                  <a:lnTo>
                    <a:pt x="3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37"/>
            <p:cNvSpPr/>
            <p:nvPr/>
          </p:nvSpPr>
          <p:spPr>
            <a:xfrm>
              <a:off x="6086788" y="1977681"/>
              <a:ext cx="21381" cy="39168"/>
            </a:xfrm>
            <a:custGeom>
              <a:rect b="b" l="l" r="r" t="t"/>
              <a:pathLst>
                <a:path extrusionOk="0" h="654" w="357">
                  <a:moveTo>
                    <a:pt x="340" y="35"/>
                  </a:moveTo>
                  <a:lnTo>
                    <a:pt x="338" y="438"/>
                  </a:lnTo>
                  <a:lnTo>
                    <a:pt x="19" y="623"/>
                  </a:lnTo>
                  <a:lnTo>
                    <a:pt x="19" y="612"/>
                  </a:lnTo>
                  <a:lnTo>
                    <a:pt x="21" y="219"/>
                  </a:lnTo>
                  <a:lnTo>
                    <a:pt x="330" y="39"/>
                  </a:lnTo>
                  <a:lnTo>
                    <a:pt x="340" y="35"/>
                  </a:lnTo>
                  <a:close/>
                  <a:moveTo>
                    <a:pt x="356" y="1"/>
                  </a:moveTo>
                  <a:lnTo>
                    <a:pt x="2" y="205"/>
                  </a:lnTo>
                  <a:lnTo>
                    <a:pt x="0" y="653"/>
                  </a:lnTo>
                  <a:lnTo>
                    <a:pt x="0" y="653"/>
                  </a:lnTo>
                  <a:lnTo>
                    <a:pt x="352" y="449"/>
                  </a:lnTo>
                  <a:lnTo>
                    <a:pt x="35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37"/>
            <p:cNvSpPr/>
            <p:nvPr/>
          </p:nvSpPr>
          <p:spPr>
            <a:xfrm>
              <a:off x="6087866" y="1979897"/>
              <a:ext cx="18566" cy="34497"/>
            </a:xfrm>
            <a:custGeom>
              <a:rect b="b" l="l" r="r" t="t"/>
              <a:pathLst>
                <a:path extrusionOk="0" h="576" w="310">
                  <a:moveTo>
                    <a:pt x="310" y="0"/>
                  </a:moveTo>
                  <a:lnTo>
                    <a:pt x="1" y="178"/>
                  </a:lnTo>
                  <a:lnTo>
                    <a:pt x="1" y="575"/>
                  </a:lnTo>
                  <a:lnTo>
                    <a:pt x="310" y="397"/>
                  </a:lnTo>
                  <a:lnTo>
                    <a:pt x="3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37"/>
            <p:cNvSpPr/>
            <p:nvPr/>
          </p:nvSpPr>
          <p:spPr>
            <a:xfrm>
              <a:off x="6067024" y="2015293"/>
              <a:ext cx="19704" cy="11319"/>
            </a:xfrm>
            <a:custGeom>
              <a:rect b="b" l="l" r="r" t="t"/>
              <a:pathLst>
                <a:path extrusionOk="0" h="189" w="329">
                  <a:moveTo>
                    <a:pt x="320" y="1"/>
                  </a:moveTo>
                  <a:lnTo>
                    <a:pt x="11" y="177"/>
                  </a:lnTo>
                  <a:lnTo>
                    <a:pt x="1" y="185"/>
                  </a:lnTo>
                  <a:lnTo>
                    <a:pt x="11" y="189"/>
                  </a:lnTo>
                  <a:lnTo>
                    <a:pt x="328" y="5"/>
                  </a:lnTo>
                  <a:lnTo>
                    <a:pt x="3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37"/>
            <p:cNvSpPr/>
            <p:nvPr/>
          </p:nvSpPr>
          <p:spPr>
            <a:xfrm>
              <a:off x="6086189" y="1991037"/>
              <a:ext cx="659" cy="24555"/>
            </a:xfrm>
            <a:custGeom>
              <a:rect b="b" l="l" r="r" t="t"/>
              <a:pathLst>
                <a:path extrusionOk="0" h="410" w="11">
                  <a:moveTo>
                    <a:pt x="0" y="1"/>
                  </a:moveTo>
                  <a:lnTo>
                    <a:pt x="0" y="11"/>
                  </a:lnTo>
                  <a:lnTo>
                    <a:pt x="0" y="406"/>
                  </a:lnTo>
                  <a:lnTo>
                    <a:pt x="8" y="410"/>
                  </a:lnTo>
                  <a:lnTo>
                    <a:pt x="10" y="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37"/>
            <p:cNvSpPr/>
            <p:nvPr/>
          </p:nvSpPr>
          <p:spPr>
            <a:xfrm>
              <a:off x="6065946" y="2001338"/>
              <a:ext cx="659" cy="27130"/>
            </a:xfrm>
            <a:custGeom>
              <a:rect b="b" l="l" r="r" t="t"/>
              <a:pathLst>
                <a:path extrusionOk="0" h="453" w="11">
                  <a:moveTo>
                    <a:pt x="1" y="0"/>
                  </a:moveTo>
                  <a:lnTo>
                    <a:pt x="1" y="449"/>
                  </a:lnTo>
                  <a:lnTo>
                    <a:pt x="11" y="453"/>
                  </a:lnTo>
                  <a:lnTo>
                    <a:pt x="11" y="5"/>
                  </a:lnTo>
                  <a:lnTo>
                    <a:pt x="1"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37"/>
            <p:cNvSpPr/>
            <p:nvPr/>
          </p:nvSpPr>
          <p:spPr>
            <a:xfrm>
              <a:off x="6065946" y="1989061"/>
              <a:ext cx="21980" cy="12577"/>
            </a:xfrm>
            <a:custGeom>
              <a:rect b="b" l="l" r="r" t="t"/>
              <a:pathLst>
                <a:path extrusionOk="0" h="210" w="367">
                  <a:moveTo>
                    <a:pt x="357" y="1"/>
                  </a:moveTo>
                  <a:lnTo>
                    <a:pt x="1" y="205"/>
                  </a:lnTo>
                  <a:lnTo>
                    <a:pt x="11" y="210"/>
                  </a:lnTo>
                  <a:lnTo>
                    <a:pt x="367" y="5"/>
                  </a:lnTo>
                  <a:lnTo>
                    <a:pt x="35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37"/>
            <p:cNvSpPr/>
            <p:nvPr/>
          </p:nvSpPr>
          <p:spPr>
            <a:xfrm>
              <a:off x="6066545" y="1989300"/>
              <a:ext cx="21381" cy="39168"/>
            </a:xfrm>
            <a:custGeom>
              <a:rect b="b" l="l" r="r" t="t"/>
              <a:pathLst>
                <a:path extrusionOk="0" h="654" w="357">
                  <a:moveTo>
                    <a:pt x="338" y="36"/>
                  </a:moveTo>
                  <a:lnTo>
                    <a:pt x="336" y="439"/>
                  </a:lnTo>
                  <a:lnTo>
                    <a:pt x="19" y="623"/>
                  </a:lnTo>
                  <a:lnTo>
                    <a:pt x="19" y="613"/>
                  </a:lnTo>
                  <a:lnTo>
                    <a:pt x="19" y="220"/>
                  </a:lnTo>
                  <a:lnTo>
                    <a:pt x="328" y="40"/>
                  </a:lnTo>
                  <a:lnTo>
                    <a:pt x="338" y="36"/>
                  </a:lnTo>
                  <a:close/>
                  <a:moveTo>
                    <a:pt x="357" y="1"/>
                  </a:moveTo>
                  <a:lnTo>
                    <a:pt x="3" y="206"/>
                  </a:lnTo>
                  <a:lnTo>
                    <a:pt x="1" y="654"/>
                  </a:lnTo>
                  <a:lnTo>
                    <a:pt x="1" y="654"/>
                  </a:lnTo>
                  <a:lnTo>
                    <a:pt x="353" y="449"/>
                  </a:lnTo>
                  <a:lnTo>
                    <a:pt x="3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37"/>
            <p:cNvSpPr/>
            <p:nvPr/>
          </p:nvSpPr>
          <p:spPr>
            <a:xfrm>
              <a:off x="6067683" y="1991636"/>
              <a:ext cx="18566" cy="34257"/>
            </a:xfrm>
            <a:custGeom>
              <a:rect b="b" l="l" r="r" t="t"/>
              <a:pathLst>
                <a:path extrusionOk="0" h="572" w="310">
                  <a:moveTo>
                    <a:pt x="309" y="1"/>
                  </a:moveTo>
                  <a:lnTo>
                    <a:pt x="2" y="177"/>
                  </a:lnTo>
                  <a:lnTo>
                    <a:pt x="0" y="572"/>
                  </a:lnTo>
                  <a:lnTo>
                    <a:pt x="309" y="396"/>
                  </a:lnTo>
                  <a:lnTo>
                    <a:pt x="3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37"/>
            <p:cNvSpPr/>
            <p:nvPr/>
          </p:nvSpPr>
          <p:spPr>
            <a:xfrm>
              <a:off x="6046961" y="2026673"/>
              <a:ext cx="19644" cy="11499"/>
            </a:xfrm>
            <a:custGeom>
              <a:rect b="b" l="l" r="r" t="t"/>
              <a:pathLst>
                <a:path extrusionOk="0" h="192" w="328">
                  <a:moveTo>
                    <a:pt x="318" y="1"/>
                  </a:moveTo>
                  <a:lnTo>
                    <a:pt x="11" y="181"/>
                  </a:lnTo>
                  <a:lnTo>
                    <a:pt x="0" y="185"/>
                  </a:lnTo>
                  <a:lnTo>
                    <a:pt x="11" y="191"/>
                  </a:lnTo>
                  <a:lnTo>
                    <a:pt x="328" y="9"/>
                  </a:lnTo>
                  <a:lnTo>
                    <a:pt x="3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37"/>
            <p:cNvSpPr/>
            <p:nvPr/>
          </p:nvSpPr>
          <p:spPr>
            <a:xfrm>
              <a:off x="6065946" y="2002536"/>
              <a:ext cx="659" cy="24735"/>
            </a:xfrm>
            <a:custGeom>
              <a:rect b="b" l="l" r="r" t="t"/>
              <a:pathLst>
                <a:path extrusionOk="0" h="413" w="11">
                  <a:moveTo>
                    <a:pt x="1" y="1"/>
                  </a:moveTo>
                  <a:lnTo>
                    <a:pt x="1" y="11"/>
                  </a:lnTo>
                  <a:lnTo>
                    <a:pt x="1" y="404"/>
                  </a:lnTo>
                  <a:lnTo>
                    <a:pt x="11" y="412"/>
                  </a:lnTo>
                  <a:lnTo>
                    <a:pt x="11" y="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37"/>
            <p:cNvSpPr/>
            <p:nvPr/>
          </p:nvSpPr>
          <p:spPr>
            <a:xfrm>
              <a:off x="6045882" y="2012957"/>
              <a:ext cx="659" cy="27130"/>
            </a:xfrm>
            <a:custGeom>
              <a:rect b="b" l="l" r="r" t="t"/>
              <a:pathLst>
                <a:path extrusionOk="0" h="453" w="11">
                  <a:moveTo>
                    <a:pt x="0" y="1"/>
                  </a:moveTo>
                  <a:lnTo>
                    <a:pt x="0" y="449"/>
                  </a:lnTo>
                  <a:lnTo>
                    <a:pt x="10" y="453"/>
                  </a:lnTo>
                  <a:lnTo>
                    <a:pt x="10" y="5"/>
                  </a:lnTo>
                  <a:lnTo>
                    <a:pt x="0"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37"/>
            <p:cNvSpPr/>
            <p:nvPr/>
          </p:nvSpPr>
          <p:spPr>
            <a:xfrm>
              <a:off x="6045882" y="2000740"/>
              <a:ext cx="21980" cy="12517"/>
            </a:xfrm>
            <a:custGeom>
              <a:rect b="b" l="l" r="r" t="t"/>
              <a:pathLst>
                <a:path extrusionOk="0" h="209" w="367">
                  <a:moveTo>
                    <a:pt x="356" y="0"/>
                  </a:moveTo>
                  <a:lnTo>
                    <a:pt x="0" y="205"/>
                  </a:lnTo>
                  <a:lnTo>
                    <a:pt x="10" y="209"/>
                  </a:lnTo>
                  <a:lnTo>
                    <a:pt x="366" y="4"/>
                  </a:lnTo>
                  <a:lnTo>
                    <a:pt x="35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37"/>
            <p:cNvSpPr/>
            <p:nvPr/>
          </p:nvSpPr>
          <p:spPr>
            <a:xfrm>
              <a:off x="6046481" y="2000979"/>
              <a:ext cx="21381" cy="39108"/>
            </a:xfrm>
            <a:custGeom>
              <a:rect b="b" l="l" r="r" t="t"/>
              <a:pathLst>
                <a:path extrusionOk="0" h="653" w="357">
                  <a:moveTo>
                    <a:pt x="340" y="31"/>
                  </a:moveTo>
                  <a:lnTo>
                    <a:pt x="338" y="436"/>
                  </a:lnTo>
                  <a:lnTo>
                    <a:pt x="19" y="620"/>
                  </a:lnTo>
                  <a:lnTo>
                    <a:pt x="19" y="610"/>
                  </a:lnTo>
                  <a:lnTo>
                    <a:pt x="21" y="215"/>
                  </a:lnTo>
                  <a:lnTo>
                    <a:pt x="330" y="37"/>
                  </a:lnTo>
                  <a:lnTo>
                    <a:pt x="340" y="31"/>
                  </a:lnTo>
                  <a:close/>
                  <a:moveTo>
                    <a:pt x="356" y="0"/>
                  </a:moveTo>
                  <a:lnTo>
                    <a:pt x="2" y="205"/>
                  </a:lnTo>
                  <a:lnTo>
                    <a:pt x="0" y="653"/>
                  </a:lnTo>
                  <a:lnTo>
                    <a:pt x="0" y="653"/>
                  </a:lnTo>
                  <a:lnTo>
                    <a:pt x="354" y="448"/>
                  </a:lnTo>
                  <a:lnTo>
                    <a:pt x="35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37"/>
            <p:cNvSpPr/>
            <p:nvPr/>
          </p:nvSpPr>
          <p:spPr>
            <a:xfrm>
              <a:off x="6047559" y="2003195"/>
              <a:ext cx="18446" cy="34317"/>
            </a:xfrm>
            <a:custGeom>
              <a:rect b="b" l="l" r="r" t="t"/>
              <a:pathLst>
                <a:path extrusionOk="0" h="573" w="308">
                  <a:moveTo>
                    <a:pt x="308" y="0"/>
                  </a:moveTo>
                  <a:lnTo>
                    <a:pt x="1" y="178"/>
                  </a:lnTo>
                  <a:lnTo>
                    <a:pt x="1" y="573"/>
                  </a:lnTo>
                  <a:lnTo>
                    <a:pt x="308" y="393"/>
                  </a:lnTo>
                  <a:lnTo>
                    <a:pt x="30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37"/>
            <p:cNvSpPr/>
            <p:nvPr/>
          </p:nvSpPr>
          <p:spPr>
            <a:xfrm>
              <a:off x="6046362" y="2004273"/>
              <a:ext cx="67437" cy="39288"/>
            </a:xfrm>
            <a:custGeom>
              <a:rect b="b" l="l" r="r" t="t"/>
              <a:pathLst>
                <a:path extrusionOk="0" h="656" w="1126">
                  <a:moveTo>
                    <a:pt x="1027" y="1"/>
                  </a:moveTo>
                  <a:lnTo>
                    <a:pt x="94" y="543"/>
                  </a:lnTo>
                  <a:lnTo>
                    <a:pt x="45" y="569"/>
                  </a:lnTo>
                  <a:lnTo>
                    <a:pt x="0" y="598"/>
                  </a:lnTo>
                  <a:lnTo>
                    <a:pt x="49" y="627"/>
                  </a:lnTo>
                  <a:lnTo>
                    <a:pt x="94" y="655"/>
                  </a:lnTo>
                  <a:lnTo>
                    <a:pt x="1125" y="56"/>
                  </a:lnTo>
                  <a:lnTo>
                    <a:pt x="1027" y="1"/>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37"/>
            <p:cNvSpPr/>
            <p:nvPr/>
          </p:nvSpPr>
          <p:spPr>
            <a:xfrm>
              <a:off x="6107870" y="1977681"/>
              <a:ext cx="6049" cy="29945"/>
            </a:xfrm>
            <a:custGeom>
              <a:rect b="b" l="l" r="r" t="t"/>
              <a:pathLst>
                <a:path extrusionOk="0" h="500" w="101">
                  <a:moveTo>
                    <a:pt x="4" y="1"/>
                  </a:moveTo>
                  <a:lnTo>
                    <a:pt x="4" y="111"/>
                  </a:lnTo>
                  <a:lnTo>
                    <a:pt x="0" y="445"/>
                  </a:lnTo>
                  <a:lnTo>
                    <a:pt x="98" y="500"/>
                  </a:lnTo>
                  <a:lnTo>
                    <a:pt x="101" y="56"/>
                  </a:lnTo>
                  <a:lnTo>
                    <a:pt x="51" y="27"/>
                  </a:lnTo>
                  <a:lnTo>
                    <a:pt x="4" y="1"/>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37"/>
            <p:cNvSpPr/>
            <p:nvPr/>
          </p:nvSpPr>
          <p:spPr>
            <a:xfrm>
              <a:off x="6043547" y="1972650"/>
              <a:ext cx="73306" cy="75941"/>
            </a:xfrm>
            <a:custGeom>
              <a:rect b="b" l="l" r="r" t="t"/>
              <a:pathLst>
                <a:path extrusionOk="0" h="1268" w="1224">
                  <a:moveTo>
                    <a:pt x="1172" y="142"/>
                  </a:moveTo>
                  <a:lnTo>
                    <a:pt x="1170" y="586"/>
                  </a:lnTo>
                  <a:lnTo>
                    <a:pt x="141" y="1183"/>
                  </a:lnTo>
                  <a:lnTo>
                    <a:pt x="141" y="1073"/>
                  </a:lnTo>
                  <a:lnTo>
                    <a:pt x="143" y="739"/>
                  </a:lnTo>
                  <a:lnTo>
                    <a:pt x="1078" y="197"/>
                  </a:lnTo>
                  <a:lnTo>
                    <a:pt x="1172" y="142"/>
                  </a:lnTo>
                  <a:close/>
                  <a:moveTo>
                    <a:pt x="1130" y="1"/>
                  </a:moveTo>
                  <a:lnTo>
                    <a:pt x="4" y="655"/>
                  </a:lnTo>
                  <a:lnTo>
                    <a:pt x="0" y="1210"/>
                  </a:lnTo>
                  <a:lnTo>
                    <a:pt x="96" y="1267"/>
                  </a:lnTo>
                  <a:cubicBezTo>
                    <a:pt x="96" y="1265"/>
                    <a:pt x="1222" y="612"/>
                    <a:pt x="1222" y="612"/>
                  </a:cubicBezTo>
                  <a:lnTo>
                    <a:pt x="1224" y="58"/>
                  </a:lnTo>
                  <a:lnTo>
                    <a:pt x="11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37"/>
            <p:cNvSpPr/>
            <p:nvPr/>
          </p:nvSpPr>
          <p:spPr>
            <a:xfrm>
              <a:off x="6087387" y="1912160"/>
              <a:ext cx="19524" cy="11439"/>
            </a:xfrm>
            <a:custGeom>
              <a:rect b="b" l="l" r="r" t="t"/>
              <a:pathLst>
                <a:path extrusionOk="0" h="191" w="326">
                  <a:moveTo>
                    <a:pt x="318" y="0"/>
                  </a:moveTo>
                  <a:lnTo>
                    <a:pt x="9" y="180"/>
                  </a:lnTo>
                  <a:lnTo>
                    <a:pt x="1" y="184"/>
                  </a:lnTo>
                  <a:lnTo>
                    <a:pt x="9" y="190"/>
                  </a:lnTo>
                  <a:lnTo>
                    <a:pt x="326" y="6"/>
                  </a:lnTo>
                  <a:lnTo>
                    <a:pt x="3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37"/>
            <p:cNvSpPr/>
            <p:nvPr/>
          </p:nvSpPr>
          <p:spPr>
            <a:xfrm>
              <a:off x="6106373" y="1887964"/>
              <a:ext cx="659" cy="24615"/>
            </a:xfrm>
            <a:custGeom>
              <a:rect b="b" l="l" r="r" t="t"/>
              <a:pathLst>
                <a:path extrusionOk="0" h="411" w="11">
                  <a:moveTo>
                    <a:pt x="1" y="1"/>
                  </a:moveTo>
                  <a:lnTo>
                    <a:pt x="1" y="11"/>
                  </a:lnTo>
                  <a:lnTo>
                    <a:pt x="1" y="404"/>
                  </a:lnTo>
                  <a:lnTo>
                    <a:pt x="9" y="410"/>
                  </a:lnTo>
                  <a:lnTo>
                    <a:pt x="11" y="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37"/>
            <p:cNvSpPr/>
            <p:nvPr/>
          </p:nvSpPr>
          <p:spPr>
            <a:xfrm>
              <a:off x="6086309" y="1898385"/>
              <a:ext cx="539" cy="27011"/>
            </a:xfrm>
            <a:custGeom>
              <a:rect b="b" l="l" r="r" t="t"/>
              <a:pathLst>
                <a:path extrusionOk="0" h="451" w="9">
                  <a:moveTo>
                    <a:pt x="0" y="1"/>
                  </a:moveTo>
                  <a:lnTo>
                    <a:pt x="0" y="445"/>
                  </a:lnTo>
                  <a:lnTo>
                    <a:pt x="8" y="451"/>
                  </a:lnTo>
                  <a:lnTo>
                    <a:pt x="8" y="5"/>
                  </a:lnTo>
                  <a:lnTo>
                    <a:pt x="0"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37"/>
            <p:cNvSpPr/>
            <p:nvPr/>
          </p:nvSpPr>
          <p:spPr>
            <a:xfrm>
              <a:off x="6086309" y="1886048"/>
              <a:ext cx="21860" cy="12637"/>
            </a:xfrm>
            <a:custGeom>
              <a:rect b="b" l="l" r="r" t="t"/>
              <a:pathLst>
                <a:path extrusionOk="0" h="211" w="365">
                  <a:moveTo>
                    <a:pt x="354" y="0"/>
                  </a:moveTo>
                  <a:lnTo>
                    <a:pt x="0" y="207"/>
                  </a:lnTo>
                  <a:lnTo>
                    <a:pt x="8" y="211"/>
                  </a:lnTo>
                  <a:lnTo>
                    <a:pt x="364" y="4"/>
                  </a:lnTo>
                  <a:lnTo>
                    <a:pt x="3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37"/>
            <p:cNvSpPr/>
            <p:nvPr/>
          </p:nvSpPr>
          <p:spPr>
            <a:xfrm>
              <a:off x="6086788" y="1886287"/>
              <a:ext cx="21381" cy="39108"/>
            </a:xfrm>
            <a:custGeom>
              <a:rect b="b" l="l" r="r" t="t"/>
              <a:pathLst>
                <a:path extrusionOk="0" h="653" w="357">
                  <a:moveTo>
                    <a:pt x="340" y="33"/>
                  </a:moveTo>
                  <a:lnTo>
                    <a:pt x="338" y="438"/>
                  </a:lnTo>
                  <a:lnTo>
                    <a:pt x="19" y="622"/>
                  </a:lnTo>
                  <a:lnTo>
                    <a:pt x="19" y="612"/>
                  </a:lnTo>
                  <a:lnTo>
                    <a:pt x="21" y="217"/>
                  </a:lnTo>
                  <a:lnTo>
                    <a:pt x="330" y="39"/>
                  </a:lnTo>
                  <a:lnTo>
                    <a:pt x="340" y="33"/>
                  </a:lnTo>
                  <a:close/>
                  <a:moveTo>
                    <a:pt x="356" y="0"/>
                  </a:moveTo>
                  <a:lnTo>
                    <a:pt x="2" y="205"/>
                  </a:lnTo>
                  <a:lnTo>
                    <a:pt x="0" y="653"/>
                  </a:lnTo>
                  <a:lnTo>
                    <a:pt x="0" y="653"/>
                  </a:lnTo>
                  <a:lnTo>
                    <a:pt x="352" y="448"/>
                  </a:lnTo>
                  <a:lnTo>
                    <a:pt x="35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37"/>
            <p:cNvSpPr/>
            <p:nvPr/>
          </p:nvSpPr>
          <p:spPr>
            <a:xfrm>
              <a:off x="6087866" y="1888623"/>
              <a:ext cx="18566" cy="34377"/>
            </a:xfrm>
            <a:custGeom>
              <a:rect b="b" l="l" r="r" t="t"/>
              <a:pathLst>
                <a:path extrusionOk="0" h="574" w="310">
                  <a:moveTo>
                    <a:pt x="310" y="0"/>
                  </a:moveTo>
                  <a:lnTo>
                    <a:pt x="1" y="178"/>
                  </a:lnTo>
                  <a:lnTo>
                    <a:pt x="1" y="573"/>
                  </a:lnTo>
                  <a:lnTo>
                    <a:pt x="310" y="393"/>
                  </a:lnTo>
                  <a:lnTo>
                    <a:pt x="3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37"/>
            <p:cNvSpPr/>
            <p:nvPr/>
          </p:nvSpPr>
          <p:spPr>
            <a:xfrm>
              <a:off x="6067024" y="1923779"/>
              <a:ext cx="19704" cy="11439"/>
            </a:xfrm>
            <a:custGeom>
              <a:rect b="b" l="l" r="r" t="t"/>
              <a:pathLst>
                <a:path extrusionOk="0" h="191" w="329">
                  <a:moveTo>
                    <a:pt x="320" y="0"/>
                  </a:moveTo>
                  <a:lnTo>
                    <a:pt x="11" y="180"/>
                  </a:lnTo>
                  <a:lnTo>
                    <a:pt x="1" y="185"/>
                  </a:lnTo>
                  <a:lnTo>
                    <a:pt x="11" y="191"/>
                  </a:lnTo>
                  <a:lnTo>
                    <a:pt x="328" y="7"/>
                  </a:lnTo>
                  <a:lnTo>
                    <a:pt x="3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37"/>
            <p:cNvSpPr/>
            <p:nvPr/>
          </p:nvSpPr>
          <p:spPr>
            <a:xfrm>
              <a:off x="6086189" y="1899643"/>
              <a:ext cx="659" cy="24555"/>
            </a:xfrm>
            <a:custGeom>
              <a:rect b="b" l="l" r="r" t="t"/>
              <a:pathLst>
                <a:path extrusionOk="0" h="410" w="11">
                  <a:moveTo>
                    <a:pt x="0" y="0"/>
                  </a:moveTo>
                  <a:lnTo>
                    <a:pt x="0" y="11"/>
                  </a:lnTo>
                  <a:lnTo>
                    <a:pt x="0" y="403"/>
                  </a:lnTo>
                  <a:lnTo>
                    <a:pt x="8" y="410"/>
                  </a:lnTo>
                  <a:lnTo>
                    <a:pt x="10" y="4"/>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37"/>
            <p:cNvSpPr/>
            <p:nvPr/>
          </p:nvSpPr>
          <p:spPr>
            <a:xfrm>
              <a:off x="6065946" y="1910064"/>
              <a:ext cx="659" cy="27130"/>
            </a:xfrm>
            <a:custGeom>
              <a:rect b="b" l="l" r="r" t="t"/>
              <a:pathLst>
                <a:path extrusionOk="0" h="453" w="11">
                  <a:moveTo>
                    <a:pt x="1" y="0"/>
                  </a:moveTo>
                  <a:lnTo>
                    <a:pt x="1" y="448"/>
                  </a:lnTo>
                  <a:lnTo>
                    <a:pt x="11" y="452"/>
                  </a:lnTo>
                  <a:lnTo>
                    <a:pt x="11" y="4"/>
                  </a:lnTo>
                  <a:lnTo>
                    <a:pt x="1"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37"/>
            <p:cNvSpPr/>
            <p:nvPr/>
          </p:nvSpPr>
          <p:spPr>
            <a:xfrm>
              <a:off x="6065946" y="1897786"/>
              <a:ext cx="21980" cy="12577"/>
            </a:xfrm>
            <a:custGeom>
              <a:rect b="b" l="l" r="r" t="t"/>
              <a:pathLst>
                <a:path extrusionOk="0" h="210" w="367">
                  <a:moveTo>
                    <a:pt x="357" y="1"/>
                  </a:moveTo>
                  <a:lnTo>
                    <a:pt x="1" y="205"/>
                  </a:lnTo>
                  <a:lnTo>
                    <a:pt x="11" y="209"/>
                  </a:lnTo>
                  <a:lnTo>
                    <a:pt x="367" y="5"/>
                  </a:lnTo>
                  <a:lnTo>
                    <a:pt x="35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37"/>
            <p:cNvSpPr/>
            <p:nvPr/>
          </p:nvSpPr>
          <p:spPr>
            <a:xfrm>
              <a:off x="6066545" y="1898026"/>
              <a:ext cx="21381" cy="39168"/>
            </a:xfrm>
            <a:custGeom>
              <a:rect b="b" l="l" r="r" t="t"/>
              <a:pathLst>
                <a:path extrusionOk="0" h="654" w="357">
                  <a:moveTo>
                    <a:pt x="338" y="31"/>
                  </a:moveTo>
                  <a:lnTo>
                    <a:pt x="336" y="437"/>
                  </a:lnTo>
                  <a:lnTo>
                    <a:pt x="19" y="621"/>
                  </a:lnTo>
                  <a:lnTo>
                    <a:pt x="19" y="610"/>
                  </a:lnTo>
                  <a:lnTo>
                    <a:pt x="19" y="216"/>
                  </a:lnTo>
                  <a:lnTo>
                    <a:pt x="328" y="38"/>
                  </a:lnTo>
                  <a:lnTo>
                    <a:pt x="338" y="31"/>
                  </a:lnTo>
                  <a:close/>
                  <a:moveTo>
                    <a:pt x="357" y="1"/>
                  </a:moveTo>
                  <a:lnTo>
                    <a:pt x="3" y="205"/>
                  </a:lnTo>
                  <a:lnTo>
                    <a:pt x="1" y="653"/>
                  </a:lnTo>
                  <a:lnTo>
                    <a:pt x="353" y="449"/>
                  </a:lnTo>
                  <a:lnTo>
                    <a:pt x="3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37"/>
            <p:cNvSpPr/>
            <p:nvPr/>
          </p:nvSpPr>
          <p:spPr>
            <a:xfrm>
              <a:off x="6067683" y="1900242"/>
              <a:ext cx="18566" cy="34377"/>
            </a:xfrm>
            <a:custGeom>
              <a:rect b="b" l="l" r="r" t="t"/>
              <a:pathLst>
                <a:path extrusionOk="0" h="574" w="310">
                  <a:moveTo>
                    <a:pt x="309" y="1"/>
                  </a:moveTo>
                  <a:lnTo>
                    <a:pt x="2" y="179"/>
                  </a:lnTo>
                  <a:lnTo>
                    <a:pt x="0" y="573"/>
                  </a:lnTo>
                  <a:lnTo>
                    <a:pt x="309" y="393"/>
                  </a:lnTo>
                  <a:lnTo>
                    <a:pt x="3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37"/>
            <p:cNvSpPr/>
            <p:nvPr/>
          </p:nvSpPr>
          <p:spPr>
            <a:xfrm>
              <a:off x="6046961" y="1935398"/>
              <a:ext cx="19644" cy="11439"/>
            </a:xfrm>
            <a:custGeom>
              <a:rect b="b" l="l" r="r" t="t"/>
              <a:pathLst>
                <a:path extrusionOk="0" h="191" w="328">
                  <a:moveTo>
                    <a:pt x="318" y="1"/>
                  </a:moveTo>
                  <a:lnTo>
                    <a:pt x="11" y="181"/>
                  </a:lnTo>
                  <a:lnTo>
                    <a:pt x="0" y="185"/>
                  </a:lnTo>
                  <a:lnTo>
                    <a:pt x="11" y="191"/>
                  </a:lnTo>
                  <a:lnTo>
                    <a:pt x="328" y="7"/>
                  </a:lnTo>
                  <a:lnTo>
                    <a:pt x="3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37"/>
            <p:cNvSpPr/>
            <p:nvPr/>
          </p:nvSpPr>
          <p:spPr>
            <a:xfrm>
              <a:off x="6065946" y="1911142"/>
              <a:ext cx="659" cy="24675"/>
            </a:xfrm>
            <a:custGeom>
              <a:rect b="b" l="l" r="r" t="t"/>
              <a:pathLst>
                <a:path extrusionOk="0" h="412" w="11">
                  <a:moveTo>
                    <a:pt x="1" y="1"/>
                  </a:moveTo>
                  <a:lnTo>
                    <a:pt x="1" y="13"/>
                  </a:lnTo>
                  <a:lnTo>
                    <a:pt x="1" y="406"/>
                  </a:lnTo>
                  <a:lnTo>
                    <a:pt x="11" y="412"/>
                  </a:lnTo>
                  <a:lnTo>
                    <a:pt x="11" y="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37"/>
            <p:cNvSpPr/>
            <p:nvPr/>
          </p:nvSpPr>
          <p:spPr>
            <a:xfrm>
              <a:off x="6045882" y="1921563"/>
              <a:ext cx="659" cy="27130"/>
            </a:xfrm>
            <a:custGeom>
              <a:rect b="b" l="l" r="r" t="t"/>
              <a:pathLst>
                <a:path extrusionOk="0" h="453" w="11">
                  <a:moveTo>
                    <a:pt x="0" y="1"/>
                  </a:moveTo>
                  <a:lnTo>
                    <a:pt x="0" y="447"/>
                  </a:lnTo>
                  <a:lnTo>
                    <a:pt x="10" y="453"/>
                  </a:lnTo>
                  <a:lnTo>
                    <a:pt x="10" y="5"/>
                  </a:lnTo>
                  <a:lnTo>
                    <a:pt x="0"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37"/>
            <p:cNvSpPr/>
            <p:nvPr/>
          </p:nvSpPr>
          <p:spPr>
            <a:xfrm>
              <a:off x="6045882" y="1909285"/>
              <a:ext cx="21980" cy="12577"/>
            </a:xfrm>
            <a:custGeom>
              <a:rect b="b" l="l" r="r" t="t"/>
              <a:pathLst>
                <a:path extrusionOk="0" h="210" w="367">
                  <a:moveTo>
                    <a:pt x="356" y="1"/>
                  </a:moveTo>
                  <a:lnTo>
                    <a:pt x="0" y="206"/>
                  </a:lnTo>
                  <a:lnTo>
                    <a:pt x="10" y="210"/>
                  </a:lnTo>
                  <a:lnTo>
                    <a:pt x="366" y="5"/>
                  </a:lnTo>
                  <a:lnTo>
                    <a:pt x="3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37"/>
            <p:cNvSpPr/>
            <p:nvPr/>
          </p:nvSpPr>
          <p:spPr>
            <a:xfrm>
              <a:off x="6046481" y="1909585"/>
              <a:ext cx="21381" cy="39108"/>
            </a:xfrm>
            <a:custGeom>
              <a:rect b="b" l="l" r="r" t="t"/>
              <a:pathLst>
                <a:path extrusionOk="0" h="653" w="357">
                  <a:moveTo>
                    <a:pt x="340" y="33"/>
                  </a:moveTo>
                  <a:lnTo>
                    <a:pt x="338" y="438"/>
                  </a:lnTo>
                  <a:lnTo>
                    <a:pt x="19" y="622"/>
                  </a:lnTo>
                  <a:lnTo>
                    <a:pt x="19" y="612"/>
                  </a:lnTo>
                  <a:lnTo>
                    <a:pt x="21" y="217"/>
                  </a:lnTo>
                  <a:lnTo>
                    <a:pt x="330" y="39"/>
                  </a:lnTo>
                  <a:lnTo>
                    <a:pt x="340" y="33"/>
                  </a:lnTo>
                  <a:close/>
                  <a:moveTo>
                    <a:pt x="356" y="0"/>
                  </a:moveTo>
                  <a:lnTo>
                    <a:pt x="2" y="205"/>
                  </a:lnTo>
                  <a:lnTo>
                    <a:pt x="0" y="653"/>
                  </a:lnTo>
                  <a:lnTo>
                    <a:pt x="0" y="653"/>
                  </a:lnTo>
                  <a:lnTo>
                    <a:pt x="354" y="448"/>
                  </a:lnTo>
                  <a:lnTo>
                    <a:pt x="35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37"/>
            <p:cNvSpPr/>
            <p:nvPr/>
          </p:nvSpPr>
          <p:spPr>
            <a:xfrm>
              <a:off x="6047559" y="1911861"/>
              <a:ext cx="18446" cy="34377"/>
            </a:xfrm>
            <a:custGeom>
              <a:rect b="b" l="l" r="r" t="t"/>
              <a:pathLst>
                <a:path extrusionOk="0" h="574" w="308">
                  <a:moveTo>
                    <a:pt x="308" y="1"/>
                  </a:moveTo>
                  <a:lnTo>
                    <a:pt x="1" y="179"/>
                  </a:lnTo>
                  <a:lnTo>
                    <a:pt x="1" y="574"/>
                  </a:lnTo>
                  <a:lnTo>
                    <a:pt x="308" y="394"/>
                  </a:lnTo>
                  <a:lnTo>
                    <a:pt x="3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37"/>
            <p:cNvSpPr/>
            <p:nvPr/>
          </p:nvSpPr>
          <p:spPr>
            <a:xfrm>
              <a:off x="6046362" y="1912999"/>
              <a:ext cx="67437" cy="38989"/>
            </a:xfrm>
            <a:custGeom>
              <a:rect b="b" l="l" r="r" t="t"/>
              <a:pathLst>
                <a:path extrusionOk="0" h="651" w="1126">
                  <a:moveTo>
                    <a:pt x="1027" y="0"/>
                  </a:moveTo>
                  <a:lnTo>
                    <a:pt x="94" y="543"/>
                  </a:lnTo>
                  <a:lnTo>
                    <a:pt x="45" y="569"/>
                  </a:lnTo>
                  <a:lnTo>
                    <a:pt x="0" y="598"/>
                  </a:lnTo>
                  <a:lnTo>
                    <a:pt x="49" y="624"/>
                  </a:lnTo>
                  <a:lnTo>
                    <a:pt x="94" y="651"/>
                  </a:lnTo>
                  <a:lnTo>
                    <a:pt x="1125" y="54"/>
                  </a:lnTo>
                  <a:lnTo>
                    <a:pt x="1027" y="0"/>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37"/>
            <p:cNvSpPr/>
            <p:nvPr/>
          </p:nvSpPr>
          <p:spPr>
            <a:xfrm>
              <a:off x="6107870" y="1886287"/>
              <a:ext cx="6049" cy="29945"/>
            </a:xfrm>
            <a:custGeom>
              <a:rect b="b" l="l" r="r" t="t"/>
              <a:pathLst>
                <a:path extrusionOk="0" h="500" w="101">
                  <a:moveTo>
                    <a:pt x="4" y="0"/>
                  </a:moveTo>
                  <a:lnTo>
                    <a:pt x="4" y="111"/>
                  </a:lnTo>
                  <a:lnTo>
                    <a:pt x="0" y="446"/>
                  </a:lnTo>
                  <a:lnTo>
                    <a:pt x="98" y="500"/>
                  </a:lnTo>
                  <a:lnTo>
                    <a:pt x="101" y="58"/>
                  </a:lnTo>
                  <a:lnTo>
                    <a:pt x="51" y="29"/>
                  </a:lnTo>
                  <a:lnTo>
                    <a:pt x="4" y="0"/>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37"/>
            <p:cNvSpPr/>
            <p:nvPr/>
          </p:nvSpPr>
          <p:spPr>
            <a:xfrm>
              <a:off x="6043547" y="1881256"/>
              <a:ext cx="73306" cy="75881"/>
            </a:xfrm>
            <a:custGeom>
              <a:rect b="b" l="l" r="r" t="t"/>
              <a:pathLst>
                <a:path extrusionOk="0" h="1267" w="1224">
                  <a:moveTo>
                    <a:pt x="1172" y="142"/>
                  </a:moveTo>
                  <a:lnTo>
                    <a:pt x="1170" y="586"/>
                  </a:lnTo>
                  <a:lnTo>
                    <a:pt x="141" y="1181"/>
                  </a:lnTo>
                  <a:lnTo>
                    <a:pt x="141" y="1073"/>
                  </a:lnTo>
                  <a:lnTo>
                    <a:pt x="143" y="739"/>
                  </a:lnTo>
                  <a:lnTo>
                    <a:pt x="1078" y="197"/>
                  </a:lnTo>
                  <a:lnTo>
                    <a:pt x="1172" y="142"/>
                  </a:lnTo>
                  <a:close/>
                  <a:moveTo>
                    <a:pt x="1130" y="0"/>
                  </a:moveTo>
                  <a:lnTo>
                    <a:pt x="4" y="655"/>
                  </a:lnTo>
                  <a:lnTo>
                    <a:pt x="0" y="1210"/>
                  </a:lnTo>
                  <a:lnTo>
                    <a:pt x="96" y="1267"/>
                  </a:lnTo>
                  <a:lnTo>
                    <a:pt x="1222" y="612"/>
                  </a:lnTo>
                  <a:lnTo>
                    <a:pt x="1224" y="56"/>
                  </a:lnTo>
                  <a:lnTo>
                    <a:pt x="11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37"/>
            <p:cNvSpPr/>
            <p:nvPr/>
          </p:nvSpPr>
          <p:spPr>
            <a:xfrm>
              <a:off x="6087387" y="1820826"/>
              <a:ext cx="19524" cy="11379"/>
            </a:xfrm>
            <a:custGeom>
              <a:rect b="b" l="l" r="r" t="t"/>
              <a:pathLst>
                <a:path extrusionOk="0" h="190" w="326">
                  <a:moveTo>
                    <a:pt x="318" y="1"/>
                  </a:moveTo>
                  <a:lnTo>
                    <a:pt x="9" y="179"/>
                  </a:lnTo>
                  <a:lnTo>
                    <a:pt x="1" y="183"/>
                  </a:lnTo>
                  <a:lnTo>
                    <a:pt x="9" y="189"/>
                  </a:lnTo>
                  <a:lnTo>
                    <a:pt x="326" y="7"/>
                  </a:lnTo>
                  <a:lnTo>
                    <a:pt x="3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37"/>
            <p:cNvSpPr/>
            <p:nvPr/>
          </p:nvSpPr>
          <p:spPr>
            <a:xfrm>
              <a:off x="6106373" y="1796570"/>
              <a:ext cx="659" cy="24675"/>
            </a:xfrm>
            <a:custGeom>
              <a:rect b="b" l="l" r="r" t="t"/>
              <a:pathLst>
                <a:path extrusionOk="0" h="412" w="11">
                  <a:moveTo>
                    <a:pt x="1" y="1"/>
                  </a:moveTo>
                  <a:lnTo>
                    <a:pt x="1" y="13"/>
                  </a:lnTo>
                  <a:lnTo>
                    <a:pt x="1" y="406"/>
                  </a:lnTo>
                  <a:lnTo>
                    <a:pt x="9" y="412"/>
                  </a:lnTo>
                  <a:lnTo>
                    <a:pt x="11" y="7"/>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37"/>
            <p:cNvSpPr/>
            <p:nvPr/>
          </p:nvSpPr>
          <p:spPr>
            <a:xfrm>
              <a:off x="6086309" y="1806991"/>
              <a:ext cx="539" cy="27130"/>
            </a:xfrm>
            <a:custGeom>
              <a:rect b="b" l="l" r="r" t="t"/>
              <a:pathLst>
                <a:path extrusionOk="0" h="453" w="9">
                  <a:moveTo>
                    <a:pt x="0" y="1"/>
                  </a:moveTo>
                  <a:lnTo>
                    <a:pt x="0" y="447"/>
                  </a:lnTo>
                  <a:lnTo>
                    <a:pt x="8" y="453"/>
                  </a:lnTo>
                  <a:lnTo>
                    <a:pt x="8" y="5"/>
                  </a:lnTo>
                  <a:lnTo>
                    <a:pt x="0"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37"/>
            <p:cNvSpPr/>
            <p:nvPr/>
          </p:nvSpPr>
          <p:spPr>
            <a:xfrm>
              <a:off x="6086309" y="1794773"/>
              <a:ext cx="21860" cy="12517"/>
            </a:xfrm>
            <a:custGeom>
              <a:rect b="b" l="l" r="r" t="t"/>
              <a:pathLst>
                <a:path extrusionOk="0" h="209" w="365">
                  <a:moveTo>
                    <a:pt x="354" y="0"/>
                  </a:moveTo>
                  <a:lnTo>
                    <a:pt x="0" y="205"/>
                  </a:lnTo>
                  <a:lnTo>
                    <a:pt x="8" y="209"/>
                  </a:lnTo>
                  <a:lnTo>
                    <a:pt x="364" y="4"/>
                  </a:lnTo>
                  <a:lnTo>
                    <a:pt x="3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37"/>
            <p:cNvSpPr/>
            <p:nvPr/>
          </p:nvSpPr>
          <p:spPr>
            <a:xfrm>
              <a:off x="6086788" y="1795013"/>
              <a:ext cx="21381" cy="39108"/>
            </a:xfrm>
            <a:custGeom>
              <a:rect b="b" l="l" r="r" t="t"/>
              <a:pathLst>
                <a:path extrusionOk="0" h="653" w="357">
                  <a:moveTo>
                    <a:pt x="340" y="31"/>
                  </a:moveTo>
                  <a:lnTo>
                    <a:pt x="338" y="436"/>
                  </a:lnTo>
                  <a:lnTo>
                    <a:pt x="19" y="620"/>
                  </a:lnTo>
                  <a:lnTo>
                    <a:pt x="19" y="610"/>
                  </a:lnTo>
                  <a:lnTo>
                    <a:pt x="21" y="215"/>
                  </a:lnTo>
                  <a:lnTo>
                    <a:pt x="330" y="37"/>
                  </a:lnTo>
                  <a:lnTo>
                    <a:pt x="340" y="31"/>
                  </a:lnTo>
                  <a:close/>
                  <a:moveTo>
                    <a:pt x="356" y="0"/>
                  </a:moveTo>
                  <a:lnTo>
                    <a:pt x="2" y="205"/>
                  </a:lnTo>
                  <a:lnTo>
                    <a:pt x="0" y="653"/>
                  </a:lnTo>
                  <a:lnTo>
                    <a:pt x="352" y="448"/>
                  </a:lnTo>
                  <a:lnTo>
                    <a:pt x="35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37"/>
            <p:cNvSpPr/>
            <p:nvPr/>
          </p:nvSpPr>
          <p:spPr>
            <a:xfrm>
              <a:off x="6087866" y="1797288"/>
              <a:ext cx="18566" cy="34257"/>
            </a:xfrm>
            <a:custGeom>
              <a:rect b="b" l="l" r="r" t="t"/>
              <a:pathLst>
                <a:path extrusionOk="0" h="572" w="310">
                  <a:moveTo>
                    <a:pt x="310" y="1"/>
                  </a:moveTo>
                  <a:lnTo>
                    <a:pt x="1" y="177"/>
                  </a:lnTo>
                  <a:lnTo>
                    <a:pt x="1" y="572"/>
                  </a:lnTo>
                  <a:lnTo>
                    <a:pt x="310" y="394"/>
                  </a:lnTo>
                  <a:lnTo>
                    <a:pt x="3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37"/>
            <p:cNvSpPr/>
            <p:nvPr/>
          </p:nvSpPr>
          <p:spPr>
            <a:xfrm>
              <a:off x="6067024" y="1832385"/>
              <a:ext cx="19704" cy="11559"/>
            </a:xfrm>
            <a:custGeom>
              <a:rect b="b" l="l" r="r" t="t"/>
              <a:pathLst>
                <a:path extrusionOk="0" h="193" w="329">
                  <a:moveTo>
                    <a:pt x="320" y="0"/>
                  </a:moveTo>
                  <a:lnTo>
                    <a:pt x="11" y="182"/>
                  </a:lnTo>
                  <a:lnTo>
                    <a:pt x="1" y="186"/>
                  </a:lnTo>
                  <a:lnTo>
                    <a:pt x="11" y="192"/>
                  </a:lnTo>
                  <a:lnTo>
                    <a:pt x="328" y="8"/>
                  </a:lnTo>
                  <a:lnTo>
                    <a:pt x="3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37"/>
            <p:cNvSpPr/>
            <p:nvPr/>
          </p:nvSpPr>
          <p:spPr>
            <a:xfrm>
              <a:off x="6086189" y="1808249"/>
              <a:ext cx="659" cy="24675"/>
            </a:xfrm>
            <a:custGeom>
              <a:rect b="b" l="l" r="r" t="t"/>
              <a:pathLst>
                <a:path extrusionOk="0" h="412" w="11">
                  <a:moveTo>
                    <a:pt x="0" y="0"/>
                  </a:moveTo>
                  <a:lnTo>
                    <a:pt x="0" y="10"/>
                  </a:lnTo>
                  <a:lnTo>
                    <a:pt x="0" y="403"/>
                  </a:lnTo>
                  <a:lnTo>
                    <a:pt x="8" y="411"/>
                  </a:lnTo>
                  <a:lnTo>
                    <a:pt x="10" y="4"/>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37"/>
            <p:cNvSpPr/>
            <p:nvPr/>
          </p:nvSpPr>
          <p:spPr>
            <a:xfrm>
              <a:off x="6065946" y="1818610"/>
              <a:ext cx="659" cy="27190"/>
            </a:xfrm>
            <a:custGeom>
              <a:rect b="b" l="l" r="r" t="t"/>
              <a:pathLst>
                <a:path extrusionOk="0" h="454" w="11">
                  <a:moveTo>
                    <a:pt x="1" y="1"/>
                  </a:moveTo>
                  <a:lnTo>
                    <a:pt x="1" y="447"/>
                  </a:lnTo>
                  <a:lnTo>
                    <a:pt x="11" y="453"/>
                  </a:lnTo>
                  <a:lnTo>
                    <a:pt x="11" y="7"/>
                  </a:lnTo>
                  <a:lnTo>
                    <a:pt x="1"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37"/>
            <p:cNvSpPr/>
            <p:nvPr/>
          </p:nvSpPr>
          <p:spPr>
            <a:xfrm>
              <a:off x="6065946" y="1806392"/>
              <a:ext cx="21980" cy="12697"/>
            </a:xfrm>
            <a:custGeom>
              <a:rect b="b" l="l" r="r" t="t"/>
              <a:pathLst>
                <a:path extrusionOk="0" h="212" w="367">
                  <a:moveTo>
                    <a:pt x="357" y="0"/>
                  </a:moveTo>
                  <a:lnTo>
                    <a:pt x="1" y="205"/>
                  </a:lnTo>
                  <a:lnTo>
                    <a:pt x="11" y="211"/>
                  </a:lnTo>
                  <a:lnTo>
                    <a:pt x="367" y="4"/>
                  </a:lnTo>
                  <a:lnTo>
                    <a:pt x="3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37"/>
            <p:cNvSpPr/>
            <p:nvPr/>
          </p:nvSpPr>
          <p:spPr>
            <a:xfrm>
              <a:off x="6066545" y="1806632"/>
              <a:ext cx="21381" cy="39168"/>
            </a:xfrm>
            <a:custGeom>
              <a:rect b="b" l="l" r="r" t="t"/>
              <a:pathLst>
                <a:path extrusionOk="0" h="654" w="357">
                  <a:moveTo>
                    <a:pt x="338" y="33"/>
                  </a:moveTo>
                  <a:lnTo>
                    <a:pt x="336" y="438"/>
                  </a:lnTo>
                  <a:lnTo>
                    <a:pt x="19" y="622"/>
                  </a:lnTo>
                  <a:lnTo>
                    <a:pt x="19" y="612"/>
                  </a:lnTo>
                  <a:lnTo>
                    <a:pt x="19" y="217"/>
                  </a:lnTo>
                  <a:lnTo>
                    <a:pt x="328" y="39"/>
                  </a:lnTo>
                  <a:lnTo>
                    <a:pt x="338" y="33"/>
                  </a:lnTo>
                  <a:close/>
                  <a:moveTo>
                    <a:pt x="357" y="0"/>
                  </a:moveTo>
                  <a:lnTo>
                    <a:pt x="3" y="205"/>
                  </a:lnTo>
                  <a:lnTo>
                    <a:pt x="1" y="653"/>
                  </a:lnTo>
                  <a:lnTo>
                    <a:pt x="1" y="653"/>
                  </a:lnTo>
                  <a:lnTo>
                    <a:pt x="353" y="449"/>
                  </a:lnTo>
                  <a:lnTo>
                    <a:pt x="3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37"/>
            <p:cNvSpPr/>
            <p:nvPr/>
          </p:nvSpPr>
          <p:spPr>
            <a:xfrm>
              <a:off x="6067683" y="1808847"/>
              <a:ext cx="18566" cy="34497"/>
            </a:xfrm>
            <a:custGeom>
              <a:rect b="b" l="l" r="r" t="t"/>
              <a:pathLst>
                <a:path extrusionOk="0" h="576" w="310">
                  <a:moveTo>
                    <a:pt x="309" y="0"/>
                  </a:moveTo>
                  <a:lnTo>
                    <a:pt x="2" y="180"/>
                  </a:lnTo>
                  <a:lnTo>
                    <a:pt x="0" y="575"/>
                  </a:lnTo>
                  <a:lnTo>
                    <a:pt x="309" y="393"/>
                  </a:lnTo>
                  <a:lnTo>
                    <a:pt x="3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37"/>
            <p:cNvSpPr/>
            <p:nvPr/>
          </p:nvSpPr>
          <p:spPr>
            <a:xfrm>
              <a:off x="6046961" y="1844004"/>
              <a:ext cx="19644" cy="11439"/>
            </a:xfrm>
            <a:custGeom>
              <a:rect b="b" l="l" r="r" t="t"/>
              <a:pathLst>
                <a:path extrusionOk="0" h="191" w="328">
                  <a:moveTo>
                    <a:pt x="318" y="0"/>
                  </a:moveTo>
                  <a:lnTo>
                    <a:pt x="11" y="181"/>
                  </a:lnTo>
                  <a:lnTo>
                    <a:pt x="0" y="185"/>
                  </a:lnTo>
                  <a:lnTo>
                    <a:pt x="11" y="191"/>
                  </a:lnTo>
                  <a:lnTo>
                    <a:pt x="328" y="7"/>
                  </a:lnTo>
                  <a:lnTo>
                    <a:pt x="3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37"/>
            <p:cNvSpPr/>
            <p:nvPr/>
          </p:nvSpPr>
          <p:spPr>
            <a:xfrm>
              <a:off x="6065946" y="1819868"/>
              <a:ext cx="659" cy="24555"/>
            </a:xfrm>
            <a:custGeom>
              <a:rect b="b" l="l" r="r" t="t"/>
              <a:pathLst>
                <a:path extrusionOk="0" h="410" w="11">
                  <a:moveTo>
                    <a:pt x="1" y="0"/>
                  </a:moveTo>
                  <a:lnTo>
                    <a:pt x="1" y="11"/>
                  </a:lnTo>
                  <a:lnTo>
                    <a:pt x="1" y="403"/>
                  </a:lnTo>
                  <a:lnTo>
                    <a:pt x="11" y="410"/>
                  </a:lnTo>
                  <a:lnTo>
                    <a:pt x="11" y="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37"/>
            <p:cNvSpPr/>
            <p:nvPr/>
          </p:nvSpPr>
          <p:spPr>
            <a:xfrm>
              <a:off x="6045882" y="1830289"/>
              <a:ext cx="659" cy="27130"/>
            </a:xfrm>
            <a:custGeom>
              <a:rect b="b" l="l" r="r" t="t"/>
              <a:pathLst>
                <a:path extrusionOk="0" h="453" w="11">
                  <a:moveTo>
                    <a:pt x="0" y="0"/>
                  </a:moveTo>
                  <a:lnTo>
                    <a:pt x="0" y="446"/>
                  </a:lnTo>
                  <a:lnTo>
                    <a:pt x="10" y="452"/>
                  </a:lnTo>
                  <a:lnTo>
                    <a:pt x="10" y="4"/>
                  </a:lnTo>
                  <a:lnTo>
                    <a:pt x="0"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37"/>
            <p:cNvSpPr/>
            <p:nvPr/>
          </p:nvSpPr>
          <p:spPr>
            <a:xfrm>
              <a:off x="6045882" y="1817771"/>
              <a:ext cx="21980" cy="12817"/>
            </a:xfrm>
            <a:custGeom>
              <a:rect b="b" l="l" r="r" t="t"/>
              <a:pathLst>
                <a:path extrusionOk="0" h="214" w="367">
                  <a:moveTo>
                    <a:pt x="356" y="1"/>
                  </a:moveTo>
                  <a:lnTo>
                    <a:pt x="0" y="209"/>
                  </a:lnTo>
                  <a:lnTo>
                    <a:pt x="10" y="213"/>
                  </a:lnTo>
                  <a:lnTo>
                    <a:pt x="366" y="9"/>
                  </a:lnTo>
                  <a:lnTo>
                    <a:pt x="3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37"/>
            <p:cNvSpPr/>
            <p:nvPr/>
          </p:nvSpPr>
          <p:spPr>
            <a:xfrm>
              <a:off x="6046481" y="1818250"/>
              <a:ext cx="21381" cy="39168"/>
            </a:xfrm>
            <a:custGeom>
              <a:rect b="b" l="l" r="r" t="t"/>
              <a:pathLst>
                <a:path extrusionOk="0" h="654" w="357">
                  <a:moveTo>
                    <a:pt x="340" y="32"/>
                  </a:moveTo>
                  <a:lnTo>
                    <a:pt x="338" y="437"/>
                  </a:lnTo>
                  <a:lnTo>
                    <a:pt x="19" y="621"/>
                  </a:lnTo>
                  <a:lnTo>
                    <a:pt x="19" y="611"/>
                  </a:lnTo>
                  <a:lnTo>
                    <a:pt x="21" y="216"/>
                  </a:lnTo>
                  <a:lnTo>
                    <a:pt x="330" y="36"/>
                  </a:lnTo>
                  <a:lnTo>
                    <a:pt x="340" y="32"/>
                  </a:lnTo>
                  <a:close/>
                  <a:moveTo>
                    <a:pt x="356" y="1"/>
                  </a:moveTo>
                  <a:lnTo>
                    <a:pt x="2" y="205"/>
                  </a:lnTo>
                  <a:lnTo>
                    <a:pt x="0" y="653"/>
                  </a:lnTo>
                  <a:lnTo>
                    <a:pt x="0" y="653"/>
                  </a:lnTo>
                  <a:lnTo>
                    <a:pt x="354" y="449"/>
                  </a:lnTo>
                  <a:lnTo>
                    <a:pt x="35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37"/>
            <p:cNvSpPr/>
            <p:nvPr/>
          </p:nvSpPr>
          <p:spPr>
            <a:xfrm>
              <a:off x="6047559" y="1820466"/>
              <a:ext cx="18446" cy="34377"/>
            </a:xfrm>
            <a:custGeom>
              <a:rect b="b" l="l" r="r" t="t"/>
              <a:pathLst>
                <a:path extrusionOk="0" h="574" w="308">
                  <a:moveTo>
                    <a:pt x="308" y="1"/>
                  </a:moveTo>
                  <a:lnTo>
                    <a:pt x="1" y="179"/>
                  </a:lnTo>
                  <a:lnTo>
                    <a:pt x="1" y="574"/>
                  </a:lnTo>
                  <a:lnTo>
                    <a:pt x="308" y="393"/>
                  </a:lnTo>
                  <a:lnTo>
                    <a:pt x="3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37"/>
            <p:cNvSpPr/>
            <p:nvPr/>
          </p:nvSpPr>
          <p:spPr>
            <a:xfrm>
              <a:off x="6046362" y="1821485"/>
              <a:ext cx="67437" cy="39228"/>
            </a:xfrm>
            <a:custGeom>
              <a:rect b="b" l="l" r="r" t="t"/>
              <a:pathLst>
                <a:path extrusionOk="0" h="655" w="1126">
                  <a:moveTo>
                    <a:pt x="1027" y="0"/>
                  </a:moveTo>
                  <a:lnTo>
                    <a:pt x="94" y="542"/>
                  </a:lnTo>
                  <a:lnTo>
                    <a:pt x="45" y="571"/>
                  </a:lnTo>
                  <a:lnTo>
                    <a:pt x="0" y="599"/>
                  </a:lnTo>
                  <a:lnTo>
                    <a:pt x="49" y="628"/>
                  </a:lnTo>
                  <a:lnTo>
                    <a:pt x="94" y="655"/>
                  </a:lnTo>
                  <a:lnTo>
                    <a:pt x="1125" y="57"/>
                  </a:lnTo>
                  <a:lnTo>
                    <a:pt x="1027" y="0"/>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37"/>
            <p:cNvSpPr/>
            <p:nvPr/>
          </p:nvSpPr>
          <p:spPr>
            <a:xfrm>
              <a:off x="6107870" y="1794893"/>
              <a:ext cx="6049" cy="30065"/>
            </a:xfrm>
            <a:custGeom>
              <a:rect b="b" l="l" r="r" t="t"/>
              <a:pathLst>
                <a:path extrusionOk="0" h="502" w="101">
                  <a:moveTo>
                    <a:pt x="4" y="0"/>
                  </a:moveTo>
                  <a:lnTo>
                    <a:pt x="4" y="113"/>
                  </a:lnTo>
                  <a:lnTo>
                    <a:pt x="0" y="444"/>
                  </a:lnTo>
                  <a:lnTo>
                    <a:pt x="98" y="501"/>
                  </a:lnTo>
                  <a:lnTo>
                    <a:pt x="101" y="55"/>
                  </a:lnTo>
                  <a:lnTo>
                    <a:pt x="51" y="29"/>
                  </a:lnTo>
                  <a:lnTo>
                    <a:pt x="4" y="0"/>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37"/>
            <p:cNvSpPr/>
            <p:nvPr/>
          </p:nvSpPr>
          <p:spPr>
            <a:xfrm>
              <a:off x="6043547" y="1789982"/>
              <a:ext cx="73306" cy="75881"/>
            </a:xfrm>
            <a:custGeom>
              <a:rect b="b" l="l" r="r" t="t"/>
              <a:pathLst>
                <a:path extrusionOk="0" h="1267" w="1224">
                  <a:moveTo>
                    <a:pt x="1172" y="137"/>
                  </a:moveTo>
                  <a:lnTo>
                    <a:pt x="1170" y="583"/>
                  </a:lnTo>
                  <a:lnTo>
                    <a:pt x="141" y="1181"/>
                  </a:lnTo>
                  <a:lnTo>
                    <a:pt x="141" y="1068"/>
                  </a:lnTo>
                  <a:lnTo>
                    <a:pt x="143" y="737"/>
                  </a:lnTo>
                  <a:lnTo>
                    <a:pt x="1078" y="195"/>
                  </a:lnTo>
                  <a:lnTo>
                    <a:pt x="1172" y="137"/>
                  </a:lnTo>
                  <a:close/>
                  <a:moveTo>
                    <a:pt x="1130" y="0"/>
                  </a:moveTo>
                  <a:lnTo>
                    <a:pt x="4" y="655"/>
                  </a:lnTo>
                  <a:lnTo>
                    <a:pt x="0" y="1209"/>
                  </a:lnTo>
                  <a:lnTo>
                    <a:pt x="96" y="1267"/>
                  </a:lnTo>
                  <a:lnTo>
                    <a:pt x="1222" y="612"/>
                  </a:lnTo>
                  <a:lnTo>
                    <a:pt x="1224" y="55"/>
                  </a:lnTo>
                  <a:lnTo>
                    <a:pt x="11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37"/>
            <p:cNvSpPr/>
            <p:nvPr/>
          </p:nvSpPr>
          <p:spPr>
            <a:xfrm>
              <a:off x="5856686" y="2047754"/>
              <a:ext cx="30903" cy="17847"/>
            </a:xfrm>
            <a:custGeom>
              <a:rect b="b" l="l" r="r" t="t"/>
              <a:pathLst>
                <a:path extrusionOk="0" h="298" w="516">
                  <a:moveTo>
                    <a:pt x="14" y="1"/>
                  </a:moveTo>
                  <a:lnTo>
                    <a:pt x="0" y="7"/>
                  </a:lnTo>
                  <a:lnTo>
                    <a:pt x="499" y="298"/>
                  </a:lnTo>
                  <a:lnTo>
                    <a:pt x="516" y="289"/>
                  </a:lnTo>
                  <a:lnTo>
                    <a:pt x="499" y="281"/>
                  </a:lnTo>
                  <a:lnTo>
                    <a:pt x="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37"/>
            <p:cNvSpPr/>
            <p:nvPr/>
          </p:nvSpPr>
          <p:spPr>
            <a:xfrm>
              <a:off x="5856566" y="1987144"/>
              <a:ext cx="1018" cy="61028"/>
            </a:xfrm>
            <a:custGeom>
              <a:rect b="b" l="l" r="r" t="t"/>
              <a:pathLst>
                <a:path extrusionOk="0" h="1019" w="17">
                  <a:moveTo>
                    <a:pt x="16" y="0"/>
                  </a:moveTo>
                  <a:lnTo>
                    <a:pt x="0" y="6"/>
                  </a:lnTo>
                  <a:lnTo>
                    <a:pt x="2" y="1019"/>
                  </a:lnTo>
                  <a:lnTo>
                    <a:pt x="16" y="1013"/>
                  </a:lnTo>
                  <a:lnTo>
                    <a:pt x="16" y="14"/>
                  </a:lnTo>
                  <a:lnTo>
                    <a:pt x="16" y="0"/>
                  </a:ln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37"/>
            <p:cNvSpPr/>
            <p:nvPr/>
          </p:nvSpPr>
          <p:spPr>
            <a:xfrm>
              <a:off x="5888248" y="2003315"/>
              <a:ext cx="958" cy="65340"/>
            </a:xfrm>
            <a:custGeom>
              <a:rect b="b" l="l" r="r" t="t"/>
              <a:pathLst>
                <a:path extrusionOk="0" h="1091" w="16">
                  <a:moveTo>
                    <a:pt x="13" y="0"/>
                  </a:moveTo>
                  <a:lnTo>
                    <a:pt x="1" y="8"/>
                  </a:lnTo>
                  <a:lnTo>
                    <a:pt x="1" y="1091"/>
                  </a:lnTo>
                  <a:lnTo>
                    <a:pt x="15" y="1082"/>
                  </a:lnTo>
                  <a:lnTo>
                    <a:pt x="13"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37"/>
            <p:cNvSpPr/>
            <p:nvPr/>
          </p:nvSpPr>
          <p:spPr>
            <a:xfrm>
              <a:off x="5854829" y="1984030"/>
              <a:ext cx="34257" cy="19824"/>
            </a:xfrm>
            <a:custGeom>
              <a:rect b="b" l="l" r="r" t="t"/>
              <a:pathLst>
                <a:path extrusionOk="0" h="331" w="572">
                  <a:moveTo>
                    <a:pt x="17" y="1"/>
                  </a:moveTo>
                  <a:lnTo>
                    <a:pt x="0" y="11"/>
                  </a:lnTo>
                  <a:lnTo>
                    <a:pt x="559" y="330"/>
                  </a:lnTo>
                  <a:lnTo>
                    <a:pt x="571" y="322"/>
                  </a:lnTo>
                  <a:lnTo>
                    <a:pt x="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37"/>
            <p:cNvSpPr/>
            <p:nvPr/>
          </p:nvSpPr>
          <p:spPr>
            <a:xfrm>
              <a:off x="5854829" y="1984689"/>
              <a:ext cx="33479" cy="83966"/>
            </a:xfrm>
            <a:custGeom>
              <a:rect b="b" l="l" r="r" t="t"/>
              <a:pathLst>
                <a:path extrusionOk="0" h="1402" w="559">
                  <a:moveTo>
                    <a:pt x="29" y="45"/>
                  </a:moveTo>
                  <a:lnTo>
                    <a:pt x="45" y="53"/>
                  </a:lnTo>
                  <a:lnTo>
                    <a:pt x="530" y="334"/>
                  </a:lnTo>
                  <a:lnTo>
                    <a:pt x="532" y="1332"/>
                  </a:lnTo>
                  <a:lnTo>
                    <a:pt x="532" y="1351"/>
                  </a:lnTo>
                  <a:lnTo>
                    <a:pt x="31" y="1060"/>
                  </a:lnTo>
                  <a:lnTo>
                    <a:pt x="29" y="45"/>
                  </a:lnTo>
                  <a:close/>
                  <a:moveTo>
                    <a:pt x="0" y="0"/>
                  </a:moveTo>
                  <a:lnTo>
                    <a:pt x="5" y="1078"/>
                  </a:lnTo>
                  <a:lnTo>
                    <a:pt x="559" y="1402"/>
                  </a:lnTo>
                  <a:lnTo>
                    <a:pt x="557" y="321"/>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37"/>
            <p:cNvSpPr/>
            <p:nvPr/>
          </p:nvSpPr>
          <p:spPr>
            <a:xfrm>
              <a:off x="5857524" y="1987983"/>
              <a:ext cx="29107" cy="76660"/>
            </a:xfrm>
            <a:custGeom>
              <a:rect b="b" l="l" r="r" t="t"/>
              <a:pathLst>
                <a:path extrusionOk="0" h="1280" w="486">
                  <a:moveTo>
                    <a:pt x="0" y="0"/>
                  </a:moveTo>
                  <a:lnTo>
                    <a:pt x="0" y="999"/>
                  </a:lnTo>
                  <a:lnTo>
                    <a:pt x="485" y="1279"/>
                  </a:lnTo>
                  <a:lnTo>
                    <a:pt x="485" y="1279"/>
                  </a:lnTo>
                  <a:lnTo>
                    <a:pt x="483" y="283"/>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37"/>
            <p:cNvSpPr/>
            <p:nvPr/>
          </p:nvSpPr>
          <p:spPr>
            <a:xfrm>
              <a:off x="5888428" y="2065901"/>
              <a:ext cx="30784" cy="18087"/>
            </a:xfrm>
            <a:custGeom>
              <a:rect b="b" l="l" r="r" t="t"/>
              <a:pathLst>
                <a:path extrusionOk="0" h="302" w="514">
                  <a:moveTo>
                    <a:pt x="16" y="1"/>
                  </a:moveTo>
                  <a:lnTo>
                    <a:pt x="0" y="11"/>
                  </a:lnTo>
                  <a:lnTo>
                    <a:pt x="499" y="301"/>
                  </a:lnTo>
                  <a:lnTo>
                    <a:pt x="514" y="291"/>
                  </a:lnTo>
                  <a:lnTo>
                    <a:pt x="499" y="283"/>
                  </a:lnTo>
                  <a:lnTo>
                    <a:pt x="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37"/>
            <p:cNvSpPr/>
            <p:nvPr/>
          </p:nvSpPr>
          <p:spPr>
            <a:xfrm>
              <a:off x="5888428" y="2005231"/>
              <a:ext cx="1018" cy="61328"/>
            </a:xfrm>
            <a:custGeom>
              <a:rect b="b" l="l" r="r" t="t"/>
              <a:pathLst>
                <a:path extrusionOk="0" h="1024" w="17">
                  <a:moveTo>
                    <a:pt x="16" y="1"/>
                  </a:moveTo>
                  <a:lnTo>
                    <a:pt x="0" y="9"/>
                  </a:lnTo>
                  <a:lnTo>
                    <a:pt x="0" y="1024"/>
                  </a:lnTo>
                  <a:lnTo>
                    <a:pt x="16" y="1014"/>
                  </a:lnTo>
                  <a:lnTo>
                    <a:pt x="16" y="19"/>
                  </a:lnTo>
                  <a:lnTo>
                    <a:pt x="16"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37"/>
            <p:cNvSpPr/>
            <p:nvPr/>
          </p:nvSpPr>
          <p:spPr>
            <a:xfrm>
              <a:off x="5919991" y="2021702"/>
              <a:ext cx="958" cy="65101"/>
            </a:xfrm>
            <a:custGeom>
              <a:rect b="b" l="l" r="r" t="t"/>
              <a:pathLst>
                <a:path extrusionOk="0" h="1087" w="16">
                  <a:moveTo>
                    <a:pt x="13" y="0"/>
                  </a:moveTo>
                  <a:lnTo>
                    <a:pt x="1" y="8"/>
                  </a:lnTo>
                  <a:lnTo>
                    <a:pt x="1" y="1086"/>
                  </a:lnTo>
                  <a:lnTo>
                    <a:pt x="15" y="1080"/>
                  </a:lnTo>
                  <a:lnTo>
                    <a:pt x="13"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37"/>
            <p:cNvSpPr/>
            <p:nvPr/>
          </p:nvSpPr>
          <p:spPr>
            <a:xfrm>
              <a:off x="5886572" y="2002177"/>
              <a:ext cx="34257" cy="20063"/>
            </a:xfrm>
            <a:custGeom>
              <a:rect b="b" l="l" r="r" t="t"/>
              <a:pathLst>
                <a:path extrusionOk="0" h="335" w="572">
                  <a:moveTo>
                    <a:pt x="17" y="1"/>
                  </a:moveTo>
                  <a:lnTo>
                    <a:pt x="0" y="11"/>
                  </a:lnTo>
                  <a:lnTo>
                    <a:pt x="559" y="334"/>
                  </a:lnTo>
                  <a:lnTo>
                    <a:pt x="571" y="326"/>
                  </a:lnTo>
                  <a:lnTo>
                    <a:pt x="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37"/>
            <p:cNvSpPr/>
            <p:nvPr/>
          </p:nvSpPr>
          <p:spPr>
            <a:xfrm>
              <a:off x="5886572" y="2002776"/>
              <a:ext cx="33479" cy="84026"/>
            </a:xfrm>
            <a:custGeom>
              <a:rect b="b" l="l" r="r" t="t"/>
              <a:pathLst>
                <a:path extrusionOk="0" h="1403" w="559">
                  <a:moveTo>
                    <a:pt x="29" y="52"/>
                  </a:moveTo>
                  <a:lnTo>
                    <a:pt x="43" y="60"/>
                  </a:lnTo>
                  <a:lnTo>
                    <a:pt x="530" y="343"/>
                  </a:lnTo>
                  <a:lnTo>
                    <a:pt x="532" y="1339"/>
                  </a:lnTo>
                  <a:lnTo>
                    <a:pt x="532" y="1357"/>
                  </a:lnTo>
                  <a:lnTo>
                    <a:pt x="31" y="1065"/>
                  </a:lnTo>
                  <a:lnTo>
                    <a:pt x="29" y="52"/>
                  </a:lnTo>
                  <a:close/>
                  <a:moveTo>
                    <a:pt x="0" y="1"/>
                  </a:moveTo>
                  <a:lnTo>
                    <a:pt x="2" y="1081"/>
                  </a:lnTo>
                  <a:lnTo>
                    <a:pt x="559" y="1402"/>
                  </a:lnTo>
                  <a:lnTo>
                    <a:pt x="555" y="324"/>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37"/>
            <p:cNvSpPr/>
            <p:nvPr/>
          </p:nvSpPr>
          <p:spPr>
            <a:xfrm>
              <a:off x="5889386" y="2006369"/>
              <a:ext cx="28987" cy="76480"/>
            </a:xfrm>
            <a:custGeom>
              <a:rect b="b" l="l" r="r" t="t"/>
              <a:pathLst>
                <a:path extrusionOk="0" h="1277" w="484">
                  <a:moveTo>
                    <a:pt x="0" y="0"/>
                  </a:moveTo>
                  <a:lnTo>
                    <a:pt x="0" y="995"/>
                  </a:lnTo>
                  <a:lnTo>
                    <a:pt x="483" y="1277"/>
                  </a:lnTo>
                  <a:lnTo>
                    <a:pt x="483" y="279"/>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37"/>
            <p:cNvSpPr/>
            <p:nvPr/>
          </p:nvSpPr>
          <p:spPr>
            <a:xfrm>
              <a:off x="5920111" y="2084168"/>
              <a:ext cx="30724" cy="17847"/>
            </a:xfrm>
            <a:custGeom>
              <a:rect b="b" l="l" r="r" t="t"/>
              <a:pathLst>
                <a:path extrusionOk="0" h="298" w="513">
                  <a:moveTo>
                    <a:pt x="13" y="0"/>
                  </a:moveTo>
                  <a:lnTo>
                    <a:pt x="1" y="11"/>
                  </a:lnTo>
                  <a:lnTo>
                    <a:pt x="496" y="297"/>
                  </a:lnTo>
                  <a:lnTo>
                    <a:pt x="512" y="289"/>
                  </a:lnTo>
                  <a:lnTo>
                    <a:pt x="496" y="283"/>
                  </a:lnTo>
                  <a:lnTo>
                    <a:pt x="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37"/>
            <p:cNvSpPr/>
            <p:nvPr/>
          </p:nvSpPr>
          <p:spPr>
            <a:xfrm>
              <a:off x="5919991" y="2023498"/>
              <a:ext cx="958" cy="61328"/>
            </a:xfrm>
            <a:custGeom>
              <a:rect b="b" l="l" r="r" t="t"/>
              <a:pathLst>
                <a:path extrusionOk="0" h="1024" w="16">
                  <a:moveTo>
                    <a:pt x="13" y="1"/>
                  </a:moveTo>
                  <a:lnTo>
                    <a:pt x="1" y="9"/>
                  </a:lnTo>
                  <a:lnTo>
                    <a:pt x="3" y="1024"/>
                  </a:lnTo>
                  <a:lnTo>
                    <a:pt x="15" y="1013"/>
                  </a:lnTo>
                  <a:lnTo>
                    <a:pt x="13" y="17"/>
                  </a:lnTo>
                  <a:lnTo>
                    <a:pt x="13" y="1"/>
                  </a:ln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37"/>
            <p:cNvSpPr/>
            <p:nvPr/>
          </p:nvSpPr>
          <p:spPr>
            <a:xfrm>
              <a:off x="5951494" y="2039789"/>
              <a:ext cx="1078" cy="65281"/>
            </a:xfrm>
            <a:custGeom>
              <a:rect b="b" l="l" r="r" t="t"/>
              <a:pathLst>
                <a:path extrusionOk="0" h="1090" w="18">
                  <a:moveTo>
                    <a:pt x="17" y="1"/>
                  </a:moveTo>
                  <a:lnTo>
                    <a:pt x="1" y="7"/>
                  </a:lnTo>
                  <a:lnTo>
                    <a:pt x="1" y="1089"/>
                  </a:lnTo>
                  <a:lnTo>
                    <a:pt x="17" y="1079"/>
                  </a:lnTo>
                  <a:lnTo>
                    <a:pt x="17"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37"/>
            <p:cNvSpPr/>
            <p:nvPr/>
          </p:nvSpPr>
          <p:spPr>
            <a:xfrm>
              <a:off x="5918314" y="2020444"/>
              <a:ext cx="34257" cy="19764"/>
            </a:xfrm>
            <a:custGeom>
              <a:rect b="b" l="l" r="r" t="t"/>
              <a:pathLst>
                <a:path extrusionOk="0" h="330" w="572">
                  <a:moveTo>
                    <a:pt x="13" y="1"/>
                  </a:moveTo>
                  <a:lnTo>
                    <a:pt x="0" y="9"/>
                  </a:lnTo>
                  <a:lnTo>
                    <a:pt x="555" y="330"/>
                  </a:lnTo>
                  <a:lnTo>
                    <a:pt x="571" y="324"/>
                  </a:lnTo>
                  <a:lnTo>
                    <a:pt x="1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37"/>
            <p:cNvSpPr/>
            <p:nvPr/>
          </p:nvSpPr>
          <p:spPr>
            <a:xfrm>
              <a:off x="5918194" y="2021043"/>
              <a:ext cx="33359" cy="84026"/>
            </a:xfrm>
            <a:custGeom>
              <a:rect b="b" l="l" r="r" t="t"/>
              <a:pathLst>
                <a:path extrusionOk="0" h="1403" w="557">
                  <a:moveTo>
                    <a:pt x="31" y="50"/>
                  </a:moveTo>
                  <a:lnTo>
                    <a:pt x="45" y="58"/>
                  </a:lnTo>
                  <a:lnTo>
                    <a:pt x="532" y="338"/>
                  </a:lnTo>
                  <a:lnTo>
                    <a:pt x="534" y="1337"/>
                  </a:lnTo>
                  <a:lnTo>
                    <a:pt x="534" y="1353"/>
                  </a:lnTo>
                  <a:lnTo>
                    <a:pt x="33" y="1065"/>
                  </a:lnTo>
                  <a:lnTo>
                    <a:pt x="31" y="50"/>
                  </a:lnTo>
                  <a:close/>
                  <a:moveTo>
                    <a:pt x="0" y="1"/>
                  </a:moveTo>
                  <a:lnTo>
                    <a:pt x="2" y="1081"/>
                  </a:lnTo>
                  <a:lnTo>
                    <a:pt x="557" y="1402"/>
                  </a:lnTo>
                  <a:lnTo>
                    <a:pt x="557" y="1402"/>
                  </a:lnTo>
                  <a:lnTo>
                    <a:pt x="555" y="324"/>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37"/>
            <p:cNvSpPr/>
            <p:nvPr/>
          </p:nvSpPr>
          <p:spPr>
            <a:xfrm>
              <a:off x="5920769" y="2024516"/>
              <a:ext cx="29107" cy="76600"/>
            </a:xfrm>
            <a:custGeom>
              <a:rect b="b" l="l" r="r" t="t"/>
              <a:pathLst>
                <a:path extrusionOk="0" h="1279" w="486">
                  <a:moveTo>
                    <a:pt x="0" y="0"/>
                  </a:moveTo>
                  <a:lnTo>
                    <a:pt x="2" y="996"/>
                  </a:lnTo>
                  <a:lnTo>
                    <a:pt x="485" y="1279"/>
                  </a:lnTo>
                  <a:lnTo>
                    <a:pt x="485" y="278"/>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37"/>
            <p:cNvSpPr/>
            <p:nvPr/>
          </p:nvSpPr>
          <p:spPr>
            <a:xfrm>
              <a:off x="5846025" y="2048772"/>
              <a:ext cx="105647" cy="61687"/>
            </a:xfrm>
            <a:custGeom>
              <a:rect b="b" l="l" r="r" t="t"/>
              <a:pathLst>
                <a:path extrusionOk="0" h="1030" w="1764">
                  <a:moveTo>
                    <a:pt x="152" y="0"/>
                  </a:moveTo>
                  <a:lnTo>
                    <a:pt x="0" y="88"/>
                  </a:lnTo>
                  <a:lnTo>
                    <a:pt x="1614" y="1029"/>
                  </a:lnTo>
                  <a:lnTo>
                    <a:pt x="1690" y="982"/>
                  </a:lnTo>
                  <a:lnTo>
                    <a:pt x="1764" y="939"/>
                  </a:lnTo>
                  <a:lnTo>
                    <a:pt x="1692" y="896"/>
                  </a:lnTo>
                  <a:lnTo>
                    <a:pt x="1616" y="853"/>
                  </a:lnTo>
                  <a:lnTo>
                    <a:pt x="15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37"/>
            <p:cNvSpPr/>
            <p:nvPr/>
          </p:nvSpPr>
          <p:spPr>
            <a:xfrm>
              <a:off x="5845905" y="1984449"/>
              <a:ext cx="9223" cy="69653"/>
            </a:xfrm>
            <a:custGeom>
              <a:rect b="b" l="l" r="r" t="t"/>
              <a:pathLst>
                <a:path extrusionOk="0" h="1163" w="154">
                  <a:moveTo>
                    <a:pt x="149" y="0"/>
                  </a:moveTo>
                  <a:lnTo>
                    <a:pt x="76" y="45"/>
                  </a:lnTo>
                  <a:lnTo>
                    <a:pt x="0" y="88"/>
                  </a:lnTo>
                  <a:lnTo>
                    <a:pt x="2" y="1162"/>
                  </a:lnTo>
                  <a:lnTo>
                    <a:pt x="154" y="1074"/>
                  </a:lnTo>
                  <a:lnTo>
                    <a:pt x="149" y="174"/>
                  </a:lnTo>
                  <a:lnTo>
                    <a:pt x="149"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37"/>
            <p:cNvSpPr/>
            <p:nvPr/>
          </p:nvSpPr>
          <p:spPr>
            <a:xfrm>
              <a:off x="5841234" y="1976484"/>
              <a:ext cx="115109" cy="141820"/>
            </a:xfrm>
            <a:custGeom>
              <a:rect b="b" l="l" r="r" t="t"/>
              <a:pathLst>
                <a:path extrusionOk="0" h="2368" w="1922">
                  <a:moveTo>
                    <a:pt x="76" y="221"/>
                  </a:moveTo>
                  <a:lnTo>
                    <a:pt x="227" y="307"/>
                  </a:lnTo>
                  <a:lnTo>
                    <a:pt x="1692" y="1160"/>
                  </a:lnTo>
                  <a:lnTo>
                    <a:pt x="1696" y="2060"/>
                  </a:lnTo>
                  <a:lnTo>
                    <a:pt x="1692" y="2236"/>
                  </a:lnTo>
                  <a:lnTo>
                    <a:pt x="80" y="1295"/>
                  </a:lnTo>
                  <a:lnTo>
                    <a:pt x="76" y="221"/>
                  </a:lnTo>
                  <a:close/>
                  <a:moveTo>
                    <a:pt x="152" y="0"/>
                  </a:moveTo>
                  <a:lnTo>
                    <a:pt x="0" y="88"/>
                  </a:lnTo>
                  <a:cubicBezTo>
                    <a:pt x="0" y="90"/>
                    <a:pt x="2" y="1338"/>
                    <a:pt x="2" y="1338"/>
                  </a:cubicBezTo>
                  <a:lnTo>
                    <a:pt x="1770" y="2367"/>
                  </a:lnTo>
                  <a:lnTo>
                    <a:pt x="1921" y="2279"/>
                  </a:lnTo>
                  <a:lnTo>
                    <a:pt x="1917" y="1029"/>
                  </a:lnTo>
                  <a:lnTo>
                    <a:pt x="15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37"/>
            <p:cNvSpPr/>
            <p:nvPr/>
          </p:nvSpPr>
          <p:spPr>
            <a:xfrm>
              <a:off x="5856686" y="1948874"/>
              <a:ext cx="30903" cy="17847"/>
            </a:xfrm>
            <a:custGeom>
              <a:rect b="b" l="l" r="r" t="t"/>
              <a:pathLst>
                <a:path extrusionOk="0" h="298" w="516">
                  <a:moveTo>
                    <a:pt x="14" y="1"/>
                  </a:moveTo>
                  <a:lnTo>
                    <a:pt x="0" y="9"/>
                  </a:lnTo>
                  <a:lnTo>
                    <a:pt x="499" y="297"/>
                  </a:lnTo>
                  <a:lnTo>
                    <a:pt x="516" y="287"/>
                  </a:lnTo>
                  <a:lnTo>
                    <a:pt x="499" y="281"/>
                  </a:lnTo>
                  <a:lnTo>
                    <a:pt x="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37"/>
            <p:cNvSpPr/>
            <p:nvPr/>
          </p:nvSpPr>
          <p:spPr>
            <a:xfrm>
              <a:off x="5856566" y="1888144"/>
              <a:ext cx="1018" cy="61268"/>
            </a:xfrm>
            <a:custGeom>
              <a:rect b="b" l="l" r="r" t="t"/>
              <a:pathLst>
                <a:path extrusionOk="0" h="1023" w="17">
                  <a:moveTo>
                    <a:pt x="16" y="0"/>
                  </a:moveTo>
                  <a:lnTo>
                    <a:pt x="0" y="8"/>
                  </a:lnTo>
                  <a:lnTo>
                    <a:pt x="2" y="1023"/>
                  </a:lnTo>
                  <a:lnTo>
                    <a:pt x="16" y="1015"/>
                  </a:lnTo>
                  <a:lnTo>
                    <a:pt x="16" y="16"/>
                  </a:lnTo>
                  <a:lnTo>
                    <a:pt x="16"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37"/>
            <p:cNvSpPr/>
            <p:nvPr/>
          </p:nvSpPr>
          <p:spPr>
            <a:xfrm>
              <a:off x="5888248" y="1904434"/>
              <a:ext cx="958" cy="65221"/>
            </a:xfrm>
            <a:custGeom>
              <a:rect b="b" l="l" r="r" t="t"/>
              <a:pathLst>
                <a:path extrusionOk="0" h="1089" w="16">
                  <a:moveTo>
                    <a:pt x="13" y="0"/>
                  </a:moveTo>
                  <a:lnTo>
                    <a:pt x="1" y="10"/>
                  </a:lnTo>
                  <a:lnTo>
                    <a:pt x="1" y="1089"/>
                  </a:lnTo>
                  <a:lnTo>
                    <a:pt x="15" y="1080"/>
                  </a:lnTo>
                  <a:lnTo>
                    <a:pt x="13"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37"/>
            <p:cNvSpPr/>
            <p:nvPr/>
          </p:nvSpPr>
          <p:spPr>
            <a:xfrm>
              <a:off x="5854829" y="1885029"/>
              <a:ext cx="34257" cy="20063"/>
            </a:xfrm>
            <a:custGeom>
              <a:rect b="b" l="l" r="r" t="t"/>
              <a:pathLst>
                <a:path extrusionOk="0" h="335" w="572">
                  <a:moveTo>
                    <a:pt x="17" y="1"/>
                  </a:moveTo>
                  <a:lnTo>
                    <a:pt x="0" y="11"/>
                  </a:lnTo>
                  <a:lnTo>
                    <a:pt x="559" y="334"/>
                  </a:lnTo>
                  <a:lnTo>
                    <a:pt x="571" y="324"/>
                  </a:lnTo>
                  <a:lnTo>
                    <a:pt x="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37"/>
            <p:cNvSpPr/>
            <p:nvPr/>
          </p:nvSpPr>
          <p:spPr>
            <a:xfrm>
              <a:off x="5854829" y="1885688"/>
              <a:ext cx="33479" cy="83966"/>
            </a:xfrm>
            <a:custGeom>
              <a:rect b="b" l="l" r="r" t="t"/>
              <a:pathLst>
                <a:path extrusionOk="0" h="1402" w="559">
                  <a:moveTo>
                    <a:pt x="29" y="49"/>
                  </a:moveTo>
                  <a:lnTo>
                    <a:pt x="45" y="57"/>
                  </a:lnTo>
                  <a:lnTo>
                    <a:pt x="530" y="338"/>
                  </a:lnTo>
                  <a:lnTo>
                    <a:pt x="532" y="1336"/>
                  </a:lnTo>
                  <a:lnTo>
                    <a:pt x="532" y="1352"/>
                  </a:lnTo>
                  <a:lnTo>
                    <a:pt x="31" y="1064"/>
                  </a:lnTo>
                  <a:lnTo>
                    <a:pt x="29" y="49"/>
                  </a:lnTo>
                  <a:close/>
                  <a:moveTo>
                    <a:pt x="0" y="0"/>
                  </a:moveTo>
                  <a:lnTo>
                    <a:pt x="5" y="1080"/>
                  </a:lnTo>
                  <a:lnTo>
                    <a:pt x="559" y="1402"/>
                  </a:lnTo>
                  <a:lnTo>
                    <a:pt x="557" y="323"/>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37"/>
            <p:cNvSpPr/>
            <p:nvPr/>
          </p:nvSpPr>
          <p:spPr>
            <a:xfrm>
              <a:off x="5857524" y="1889102"/>
              <a:ext cx="29107" cy="76660"/>
            </a:xfrm>
            <a:custGeom>
              <a:rect b="b" l="l" r="r" t="t"/>
              <a:pathLst>
                <a:path extrusionOk="0" h="1280" w="486">
                  <a:moveTo>
                    <a:pt x="0" y="0"/>
                  </a:moveTo>
                  <a:lnTo>
                    <a:pt x="0" y="999"/>
                  </a:lnTo>
                  <a:lnTo>
                    <a:pt x="485" y="1279"/>
                  </a:lnTo>
                  <a:lnTo>
                    <a:pt x="485" y="1279"/>
                  </a:lnTo>
                  <a:lnTo>
                    <a:pt x="483" y="281"/>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37"/>
            <p:cNvSpPr/>
            <p:nvPr/>
          </p:nvSpPr>
          <p:spPr>
            <a:xfrm>
              <a:off x="5888428" y="1967140"/>
              <a:ext cx="30784" cy="17847"/>
            </a:xfrm>
            <a:custGeom>
              <a:rect b="b" l="l" r="r" t="t"/>
              <a:pathLst>
                <a:path extrusionOk="0" h="298" w="514">
                  <a:moveTo>
                    <a:pt x="16" y="1"/>
                  </a:moveTo>
                  <a:lnTo>
                    <a:pt x="0" y="9"/>
                  </a:lnTo>
                  <a:lnTo>
                    <a:pt x="499" y="297"/>
                  </a:lnTo>
                  <a:lnTo>
                    <a:pt x="514" y="289"/>
                  </a:lnTo>
                  <a:lnTo>
                    <a:pt x="499" y="283"/>
                  </a:lnTo>
                  <a:lnTo>
                    <a:pt x="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37"/>
            <p:cNvSpPr/>
            <p:nvPr/>
          </p:nvSpPr>
          <p:spPr>
            <a:xfrm>
              <a:off x="5888428" y="1906351"/>
              <a:ext cx="1018" cy="61328"/>
            </a:xfrm>
            <a:custGeom>
              <a:rect b="b" l="l" r="r" t="t"/>
              <a:pathLst>
                <a:path extrusionOk="0" h="1024" w="17">
                  <a:moveTo>
                    <a:pt x="16" y="1"/>
                  </a:moveTo>
                  <a:lnTo>
                    <a:pt x="0" y="9"/>
                  </a:lnTo>
                  <a:lnTo>
                    <a:pt x="0" y="1024"/>
                  </a:lnTo>
                  <a:lnTo>
                    <a:pt x="16" y="1016"/>
                  </a:lnTo>
                  <a:lnTo>
                    <a:pt x="16" y="19"/>
                  </a:lnTo>
                  <a:lnTo>
                    <a:pt x="16"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37"/>
            <p:cNvSpPr/>
            <p:nvPr/>
          </p:nvSpPr>
          <p:spPr>
            <a:xfrm>
              <a:off x="5919991" y="1922821"/>
              <a:ext cx="958" cy="65101"/>
            </a:xfrm>
            <a:custGeom>
              <a:rect b="b" l="l" r="r" t="t"/>
              <a:pathLst>
                <a:path extrusionOk="0" h="1087" w="16">
                  <a:moveTo>
                    <a:pt x="13" y="0"/>
                  </a:moveTo>
                  <a:lnTo>
                    <a:pt x="1" y="6"/>
                  </a:lnTo>
                  <a:lnTo>
                    <a:pt x="1" y="1086"/>
                  </a:lnTo>
                  <a:lnTo>
                    <a:pt x="15" y="1078"/>
                  </a:lnTo>
                  <a:lnTo>
                    <a:pt x="13"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37"/>
            <p:cNvSpPr/>
            <p:nvPr/>
          </p:nvSpPr>
          <p:spPr>
            <a:xfrm>
              <a:off x="5886572" y="1903416"/>
              <a:ext cx="34257" cy="19824"/>
            </a:xfrm>
            <a:custGeom>
              <a:rect b="b" l="l" r="r" t="t"/>
              <a:pathLst>
                <a:path extrusionOk="0" h="331" w="572">
                  <a:moveTo>
                    <a:pt x="17" y="1"/>
                  </a:moveTo>
                  <a:lnTo>
                    <a:pt x="0" y="9"/>
                  </a:lnTo>
                  <a:lnTo>
                    <a:pt x="559" y="330"/>
                  </a:lnTo>
                  <a:lnTo>
                    <a:pt x="571" y="324"/>
                  </a:lnTo>
                  <a:lnTo>
                    <a:pt x="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37"/>
            <p:cNvSpPr/>
            <p:nvPr/>
          </p:nvSpPr>
          <p:spPr>
            <a:xfrm>
              <a:off x="5886572" y="1903895"/>
              <a:ext cx="33479" cy="84026"/>
            </a:xfrm>
            <a:custGeom>
              <a:rect b="b" l="l" r="r" t="t"/>
              <a:pathLst>
                <a:path extrusionOk="0" h="1403" w="559">
                  <a:moveTo>
                    <a:pt x="29" y="50"/>
                  </a:moveTo>
                  <a:lnTo>
                    <a:pt x="43" y="56"/>
                  </a:lnTo>
                  <a:lnTo>
                    <a:pt x="530" y="339"/>
                  </a:lnTo>
                  <a:lnTo>
                    <a:pt x="532" y="1335"/>
                  </a:lnTo>
                  <a:lnTo>
                    <a:pt x="532" y="1353"/>
                  </a:lnTo>
                  <a:lnTo>
                    <a:pt x="31" y="1065"/>
                  </a:lnTo>
                  <a:lnTo>
                    <a:pt x="29" y="50"/>
                  </a:lnTo>
                  <a:close/>
                  <a:moveTo>
                    <a:pt x="0" y="1"/>
                  </a:moveTo>
                  <a:lnTo>
                    <a:pt x="2" y="1079"/>
                  </a:lnTo>
                  <a:lnTo>
                    <a:pt x="559" y="1402"/>
                  </a:lnTo>
                  <a:lnTo>
                    <a:pt x="555" y="322"/>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37"/>
            <p:cNvSpPr/>
            <p:nvPr/>
          </p:nvSpPr>
          <p:spPr>
            <a:xfrm>
              <a:off x="5889386" y="1907489"/>
              <a:ext cx="28987" cy="76600"/>
            </a:xfrm>
            <a:custGeom>
              <a:rect b="b" l="l" r="r" t="t"/>
              <a:pathLst>
                <a:path extrusionOk="0" h="1279" w="484">
                  <a:moveTo>
                    <a:pt x="0" y="0"/>
                  </a:moveTo>
                  <a:lnTo>
                    <a:pt x="0" y="997"/>
                  </a:lnTo>
                  <a:lnTo>
                    <a:pt x="483" y="1279"/>
                  </a:lnTo>
                  <a:lnTo>
                    <a:pt x="483" y="279"/>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37"/>
            <p:cNvSpPr/>
            <p:nvPr/>
          </p:nvSpPr>
          <p:spPr>
            <a:xfrm>
              <a:off x="5920111" y="1985288"/>
              <a:ext cx="30724" cy="17847"/>
            </a:xfrm>
            <a:custGeom>
              <a:rect b="b" l="l" r="r" t="t"/>
              <a:pathLst>
                <a:path extrusionOk="0" h="298" w="513">
                  <a:moveTo>
                    <a:pt x="13" y="0"/>
                  </a:moveTo>
                  <a:lnTo>
                    <a:pt x="1" y="11"/>
                  </a:lnTo>
                  <a:lnTo>
                    <a:pt x="496" y="297"/>
                  </a:lnTo>
                  <a:lnTo>
                    <a:pt x="512" y="289"/>
                  </a:lnTo>
                  <a:lnTo>
                    <a:pt x="496" y="281"/>
                  </a:lnTo>
                  <a:lnTo>
                    <a:pt x="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37"/>
            <p:cNvSpPr/>
            <p:nvPr/>
          </p:nvSpPr>
          <p:spPr>
            <a:xfrm>
              <a:off x="5919991" y="1924618"/>
              <a:ext cx="958" cy="61328"/>
            </a:xfrm>
            <a:custGeom>
              <a:rect b="b" l="l" r="r" t="t"/>
              <a:pathLst>
                <a:path extrusionOk="0" h="1024" w="16">
                  <a:moveTo>
                    <a:pt x="13" y="1"/>
                  </a:moveTo>
                  <a:lnTo>
                    <a:pt x="1" y="7"/>
                  </a:lnTo>
                  <a:lnTo>
                    <a:pt x="3" y="1024"/>
                  </a:lnTo>
                  <a:lnTo>
                    <a:pt x="15" y="1013"/>
                  </a:lnTo>
                  <a:lnTo>
                    <a:pt x="13" y="15"/>
                  </a:lnTo>
                  <a:lnTo>
                    <a:pt x="13"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37"/>
            <p:cNvSpPr/>
            <p:nvPr/>
          </p:nvSpPr>
          <p:spPr>
            <a:xfrm>
              <a:off x="5951494" y="1940788"/>
              <a:ext cx="1078" cy="65400"/>
            </a:xfrm>
            <a:custGeom>
              <a:rect b="b" l="l" r="r" t="t"/>
              <a:pathLst>
                <a:path extrusionOk="0" h="1092" w="18">
                  <a:moveTo>
                    <a:pt x="17" y="1"/>
                  </a:moveTo>
                  <a:lnTo>
                    <a:pt x="1" y="11"/>
                  </a:lnTo>
                  <a:lnTo>
                    <a:pt x="1" y="1091"/>
                  </a:lnTo>
                  <a:lnTo>
                    <a:pt x="17" y="1083"/>
                  </a:lnTo>
                  <a:lnTo>
                    <a:pt x="17"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37"/>
            <p:cNvSpPr/>
            <p:nvPr/>
          </p:nvSpPr>
          <p:spPr>
            <a:xfrm>
              <a:off x="5918314" y="1921563"/>
              <a:ext cx="34257" cy="19884"/>
            </a:xfrm>
            <a:custGeom>
              <a:rect b="b" l="l" r="r" t="t"/>
              <a:pathLst>
                <a:path extrusionOk="0" h="332" w="572">
                  <a:moveTo>
                    <a:pt x="13" y="1"/>
                  </a:moveTo>
                  <a:lnTo>
                    <a:pt x="0" y="7"/>
                  </a:lnTo>
                  <a:lnTo>
                    <a:pt x="555" y="332"/>
                  </a:lnTo>
                  <a:lnTo>
                    <a:pt x="571" y="322"/>
                  </a:lnTo>
                  <a:lnTo>
                    <a:pt x="1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37"/>
            <p:cNvSpPr/>
            <p:nvPr/>
          </p:nvSpPr>
          <p:spPr>
            <a:xfrm>
              <a:off x="5918194" y="1922162"/>
              <a:ext cx="33359" cy="84026"/>
            </a:xfrm>
            <a:custGeom>
              <a:rect b="b" l="l" r="r" t="t"/>
              <a:pathLst>
                <a:path extrusionOk="0" h="1403" w="557">
                  <a:moveTo>
                    <a:pt x="31" y="48"/>
                  </a:moveTo>
                  <a:lnTo>
                    <a:pt x="45" y="56"/>
                  </a:lnTo>
                  <a:lnTo>
                    <a:pt x="532" y="338"/>
                  </a:lnTo>
                  <a:lnTo>
                    <a:pt x="534" y="1335"/>
                  </a:lnTo>
                  <a:lnTo>
                    <a:pt x="534" y="1353"/>
                  </a:lnTo>
                  <a:lnTo>
                    <a:pt x="33" y="1065"/>
                  </a:lnTo>
                  <a:lnTo>
                    <a:pt x="31" y="48"/>
                  </a:lnTo>
                  <a:close/>
                  <a:moveTo>
                    <a:pt x="0" y="1"/>
                  </a:moveTo>
                  <a:lnTo>
                    <a:pt x="2" y="1079"/>
                  </a:lnTo>
                  <a:lnTo>
                    <a:pt x="557" y="1402"/>
                  </a:lnTo>
                  <a:lnTo>
                    <a:pt x="555" y="322"/>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37"/>
            <p:cNvSpPr/>
            <p:nvPr/>
          </p:nvSpPr>
          <p:spPr>
            <a:xfrm>
              <a:off x="5920769" y="1925516"/>
              <a:ext cx="29107" cy="76600"/>
            </a:xfrm>
            <a:custGeom>
              <a:rect b="b" l="l" r="r" t="t"/>
              <a:pathLst>
                <a:path extrusionOk="0" h="1279" w="486">
                  <a:moveTo>
                    <a:pt x="0" y="0"/>
                  </a:moveTo>
                  <a:lnTo>
                    <a:pt x="2" y="998"/>
                  </a:lnTo>
                  <a:lnTo>
                    <a:pt x="485" y="1279"/>
                  </a:lnTo>
                  <a:lnTo>
                    <a:pt x="485" y="28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37"/>
            <p:cNvSpPr/>
            <p:nvPr/>
          </p:nvSpPr>
          <p:spPr>
            <a:xfrm>
              <a:off x="5846025" y="1949892"/>
              <a:ext cx="105647" cy="61567"/>
            </a:xfrm>
            <a:custGeom>
              <a:rect b="b" l="l" r="r" t="t"/>
              <a:pathLst>
                <a:path extrusionOk="0" h="1028" w="1764">
                  <a:moveTo>
                    <a:pt x="152" y="0"/>
                  </a:moveTo>
                  <a:lnTo>
                    <a:pt x="0" y="90"/>
                  </a:lnTo>
                  <a:lnTo>
                    <a:pt x="1614" y="1027"/>
                  </a:lnTo>
                  <a:lnTo>
                    <a:pt x="1690" y="982"/>
                  </a:lnTo>
                  <a:lnTo>
                    <a:pt x="1764" y="941"/>
                  </a:lnTo>
                  <a:lnTo>
                    <a:pt x="1692" y="894"/>
                  </a:lnTo>
                  <a:lnTo>
                    <a:pt x="1616" y="851"/>
                  </a:lnTo>
                  <a:lnTo>
                    <a:pt x="15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37"/>
            <p:cNvSpPr/>
            <p:nvPr/>
          </p:nvSpPr>
          <p:spPr>
            <a:xfrm>
              <a:off x="5845905" y="1885568"/>
              <a:ext cx="9223" cy="69772"/>
            </a:xfrm>
            <a:custGeom>
              <a:rect b="b" l="l" r="r" t="t"/>
              <a:pathLst>
                <a:path extrusionOk="0" h="1165" w="154">
                  <a:moveTo>
                    <a:pt x="149" y="0"/>
                  </a:moveTo>
                  <a:lnTo>
                    <a:pt x="76" y="43"/>
                  </a:lnTo>
                  <a:lnTo>
                    <a:pt x="0" y="86"/>
                  </a:lnTo>
                  <a:lnTo>
                    <a:pt x="2" y="1164"/>
                  </a:lnTo>
                  <a:lnTo>
                    <a:pt x="154" y="1074"/>
                  </a:lnTo>
                  <a:lnTo>
                    <a:pt x="149" y="174"/>
                  </a:lnTo>
                  <a:lnTo>
                    <a:pt x="149"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37"/>
            <p:cNvSpPr/>
            <p:nvPr/>
          </p:nvSpPr>
          <p:spPr>
            <a:xfrm>
              <a:off x="5841234" y="1877603"/>
              <a:ext cx="115109" cy="141701"/>
            </a:xfrm>
            <a:custGeom>
              <a:rect b="b" l="l" r="r" t="t"/>
              <a:pathLst>
                <a:path extrusionOk="0" h="2366" w="1922">
                  <a:moveTo>
                    <a:pt x="76" y="223"/>
                  </a:moveTo>
                  <a:lnTo>
                    <a:pt x="227" y="309"/>
                  </a:lnTo>
                  <a:lnTo>
                    <a:pt x="1692" y="1160"/>
                  </a:lnTo>
                  <a:lnTo>
                    <a:pt x="1696" y="2060"/>
                  </a:lnTo>
                  <a:lnTo>
                    <a:pt x="1692" y="2238"/>
                  </a:lnTo>
                  <a:lnTo>
                    <a:pt x="80" y="1297"/>
                  </a:lnTo>
                  <a:lnTo>
                    <a:pt x="76" y="223"/>
                  </a:lnTo>
                  <a:close/>
                  <a:moveTo>
                    <a:pt x="152" y="0"/>
                  </a:moveTo>
                  <a:lnTo>
                    <a:pt x="0" y="86"/>
                  </a:lnTo>
                  <a:lnTo>
                    <a:pt x="2" y="1338"/>
                  </a:lnTo>
                  <a:lnTo>
                    <a:pt x="1770" y="2365"/>
                  </a:lnTo>
                  <a:lnTo>
                    <a:pt x="1921" y="2279"/>
                  </a:lnTo>
                  <a:lnTo>
                    <a:pt x="1917" y="1027"/>
                  </a:lnTo>
                  <a:lnTo>
                    <a:pt x="15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37"/>
            <p:cNvSpPr/>
            <p:nvPr/>
          </p:nvSpPr>
          <p:spPr>
            <a:xfrm>
              <a:off x="5856686" y="1849993"/>
              <a:ext cx="30903" cy="17847"/>
            </a:xfrm>
            <a:custGeom>
              <a:rect b="b" l="l" r="r" t="t"/>
              <a:pathLst>
                <a:path extrusionOk="0" h="298" w="516">
                  <a:moveTo>
                    <a:pt x="14" y="1"/>
                  </a:moveTo>
                  <a:lnTo>
                    <a:pt x="0" y="9"/>
                  </a:lnTo>
                  <a:lnTo>
                    <a:pt x="499" y="297"/>
                  </a:lnTo>
                  <a:lnTo>
                    <a:pt x="516" y="287"/>
                  </a:lnTo>
                  <a:lnTo>
                    <a:pt x="499" y="279"/>
                  </a:lnTo>
                  <a:lnTo>
                    <a:pt x="14" y="1"/>
                  </a:ln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37"/>
            <p:cNvSpPr/>
            <p:nvPr/>
          </p:nvSpPr>
          <p:spPr>
            <a:xfrm>
              <a:off x="5856566" y="1789203"/>
              <a:ext cx="1018" cy="61328"/>
            </a:xfrm>
            <a:custGeom>
              <a:rect b="b" l="l" r="r" t="t"/>
              <a:pathLst>
                <a:path extrusionOk="0" h="1024" w="17">
                  <a:moveTo>
                    <a:pt x="16" y="1"/>
                  </a:moveTo>
                  <a:lnTo>
                    <a:pt x="0" y="11"/>
                  </a:lnTo>
                  <a:lnTo>
                    <a:pt x="2" y="1024"/>
                  </a:lnTo>
                  <a:lnTo>
                    <a:pt x="16" y="1016"/>
                  </a:lnTo>
                  <a:lnTo>
                    <a:pt x="16" y="17"/>
                  </a:lnTo>
                  <a:lnTo>
                    <a:pt x="16"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37"/>
            <p:cNvSpPr/>
            <p:nvPr/>
          </p:nvSpPr>
          <p:spPr>
            <a:xfrm>
              <a:off x="5888248" y="1805553"/>
              <a:ext cx="958" cy="65221"/>
            </a:xfrm>
            <a:custGeom>
              <a:rect b="b" l="l" r="r" t="t"/>
              <a:pathLst>
                <a:path extrusionOk="0" h="1089" w="16">
                  <a:moveTo>
                    <a:pt x="13" y="0"/>
                  </a:moveTo>
                  <a:lnTo>
                    <a:pt x="1" y="8"/>
                  </a:lnTo>
                  <a:lnTo>
                    <a:pt x="1" y="1088"/>
                  </a:lnTo>
                  <a:lnTo>
                    <a:pt x="15" y="1080"/>
                  </a:lnTo>
                  <a:lnTo>
                    <a:pt x="13"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37"/>
            <p:cNvSpPr/>
            <p:nvPr/>
          </p:nvSpPr>
          <p:spPr>
            <a:xfrm>
              <a:off x="5854829" y="1786149"/>
              <a:ext cx="34257" cy="19943"/>
            </a:xfrm>
            <a:custGeom>
              <a:rect b="b" l="l" r="r" t="t"/>
              <a:pathLst>
                <a:path extrusionOk="0" h="333" w="572">
                  <a:moveTo>
                    <a:pt x="17" y="1"/>
                  </a:moveTo>
                  <a:lnTo>
                    <a:pt x="0" y="11"/>
                  </a:lnTo>
                  <a:lnTo>
                    <a:pt x="559" y="332"/>
                  </a:lnTo>
                  <a:lnTo>
                    <a:pt x="571" y="324"/>
                  </a:lnTo>
                  <a:lnTo>
                    <a:pt x="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37"/>
            <p:cNvSpPr/>
            <p:nvPr/>
          </p:nvSpPr>
          <p:spPr>
            <a:xfrm>
              <a:off x="5854829" y="1786807"/>
              <a:ext cx="33479" cy="83966"/>
            </a:xfrm>
            <a:custGeom>
              <a:rect b="b" l="l" r="r" t="t"/>
              <a:pathLst>
                <a:path extrusionOk="0" h="1402" w="559">
                  <a:moveTo>
                    <a:pt x="29" y="51"/>
                  </a:moveTo>
                  <a:lnTo>
                    <a:pt x="45" y="57"/>
                  </a:lnTo>
                  <a:lnTo>
                    <a:pt x="530" y="340"/>
                  </a:lnTo>
                  <a:lnTo>
                    <a:pt x="532" y="1336"/>
                  </a:lnTo>
                  <a:lnTo>
                    <a:pt x="532" y="1354"/>
                  </a:lnTo>
                  <a:lnTo>
                    <a:pt x="31" y="1064"/>
                  </a:lnTo>
                  <a:lnTo>
                    <a:pt x="29" y="51"/>
                  </a:lnTo>
                  <a:close/>
                  <a:moveTo>
                    <a:pt x="0" y="0"/>
                  </a:moveTo>
                  <a:lnTo>
                    <a:pt x="5" y="1078"/>
                  </a:lnTo>
                  <a:lnTo>
                    <a:pt x="559" y="1401"/>
                  </a:lnTo>
                  <a:lnTo>
                    <a:pt x="557" y="321"/>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37"/>
            <p:cNvSpPr/>
            <p:nvPr/>
          </p:nvSpPr>
          <p:spPr>
            <a:xfrm>
              <a:off x="5857524" y="1790221"/>
              <a:ext cx="29107" cy="76480"/>
            </a:xfrm>
            <a:custGeom>
              <a:rect b="b" l="l" r="r" t="t"/>
              <a:pathLst>
                <a:path extrusionOk="0" h="1277" w="486">
                  <a:moveTo>
                    <a:pt x="0" y="0"/>
                  </a:moveTo>
                  <a:lnTo>
                    <a:pt x="0" y="999"/>
                  </a:lnTo>
                  <a:lnTo>
                    <a:pt x="485" y="1277"/>
                  </a:lnTo>
                  <a:lnTo>
                    <a:pt x="483" y="281"/>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37"/>
            <p:cNvSpPr/>
            <p:nvPr/>
          </p:nvSpPr>
          <p:spPr>
            <a:xfrm>
              <a:off x="5888428" y="1868260"/>
              <a:ext cx="30784" cy="17847"/>
            </a:xfrm>
            <a:custGeom>
              <a:rect b="b" l="l" r="r" t="t"/>
              <a:pathLst>
                <a:path extrusionOk="0" h="298" w="514">
                  <a:moveTo>
                    <a:pt x="16" y="1"/>
                  </a:moveTo>
                  <a:lnTo>
                    <a:pt x="0" y="7"/>
                  </a:lnTo>
                  <a:lnTo>
                    <a:pt x="499" y="297"/>
                  </a:lnTo>
                  <a:lnTo>
                    <a:pt x="514" y="289"/>
                  </a:lnTo>
                  <a:lnTo>
                    <a:pt x="499" y="281"/>
                  </a:lnTo>
                  <a:lnTo>
                    <a:pt x="16"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37"/>
            <p:cNvSpPr/>
            <p:nvPr/>
          </p:nvSpPr>
          <p:spPr>
            <a:xfrm>
              <a:off x="5888428" y="1807350"/>
              <a:ext cx="1018" cy="61328"/>
            </a:xfrm>
            <a:custGeom>
              <a:rect b="b" l="l" r="r" t="t"/>
              <a:pathLst>
                <a:path extrusionOk="0" h="1024" w="17">
                  <a:moveTo>
                    <a:pt x="16" y="1"/>
                  </a:moveTo>
                  <a:lnTo>
                    <a:pt x="0" y="11"/>
                  </a:lnTo>
                  <a:lnTo>
                    <a:pt x="0" y="1024"/>
                  </a:lnTo>
                  <a:lnTo>
                    <a:pt x="16" y="1018"/>
                  </a:lnTo>
                  <a:lnTo>
                    <a:pt x="16" y="19"/>
                  </a:lnTo>
                  <a:lnTo>
                    <a:pt x="16"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37"/>
            <p:cNvSpPr/>
            <p:nvPr/>
          </p:nvSpPr>
          <p:spPr>
            <a:xfrm>
              <a:off x="5919991" y="1823760"/>
              <a:ext cx="958" cy="65161"/>
            </a:xfrm>
            <a:custGeom>
              <a:rect b="b" l="l" r="r" t="t"/>
              <a:pathLst>
                <a:path extrusionOk="0" h="1088" w="16">
                  <a:moveTo>
                    <a:pt x="13" y="1"/>
                  </a:moveTo>
                  <a:lnTo>
                    <a:pt x="1" y="9"/>
                  </a:lnTo>
                  <a:lnTo>
                    <a:pt x="1" y="1087"/>
                  </a:lnTo>
                  <a:lnTo>
                    <a:pt x="15" y="1081"/>
                  </a:lnTo>
                  <a:lnTo>
                    <a:pt x="13"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37"/>
            <p:cNvSpPr/>
            <p:nvPr/>
          </p:nvSpPr>
          <p:spPr>
            <a:xfrm>
              <a:off x="5886572" y="1804535"/>
              <a:ext cx="34257" cy="19824"/>
            </a:xfrm>
            <a:custGeom>
              <a:rect b="b" l="l" r="r" t="t"/>
              <a:pathLst>
                <a:path extrusionOk="0" h="331" w="572">
                  <a:moveTo>
                    <a:pt x="17" y="1"/>
                  </a:moveTo>
                  <a:lnTo>
                    <a:pt x="0" y="7"/>
                  </a:lnTo>
                  <a:lnTo>
                    <a:pt x="559" y="330"/>
                  </a:lnTo>
                  <a:lnTo>
                    <a:pt x="571" y="322"/>
                  </a:lnTo>
                  <a:lnTo>
                    <a:pt x="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37"/>
            <p:cNvSpPr/>
            <p:nvPr/>
          </p:nvSpPr>
          <p:spPr>
            <a:xfrm>
              <a:off x="5886572" y="1805134"/>
              <a:ext cx="33479" cy="84026"/>
            </a:xfrm>
            <a:custGeom>
              <a:rect b="b" l="l" r="r" t="t"/>
              <a:pathLst>
                <a:path extrusionOk="0" h="1403" w="559">
                  <a:moveTo>
                    <a:pt x="29" y="46"/>
                  </a:moveTo>
                  <a:lnTo>
                    <a:pt x="43" y="54"/>
                  </a:lnTo>
                  <a:lnTo>
                    <a:pt x="530" y="334"/>
                  </a:lnTo>
                  <a:lnTo>
                    <a:pt x="532" y="1333"/>
                  </a:lnTo>
                  <a:lnTo>
                    <a:pt x="532" y="1351"/>
                  </a:lnTo>
                  <a:lnTo>
                    <a:pt x="31" y="1061"/>
                  </a:lnTo>
                  <a:lnTo>
                    <a:pt x="29" y="46"/>
                  </a:lnTo>
                  <a:close/>
                  <a:moveTo>
                    <a:pt x="0" y="1"/>
                  </a:moveTo>
                  <a:lnTo>
                    <a:pt x="2" y="1079"/>
                  </a:lnTo>
                  <a:lnTo>
                    <a:pt x="559" y="1402"/>
                  </a:lnTo>
                  <a:lnTo>
                    <a:pt x="555" y="322"/>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37"/>
            <p:cNvSpPr/>
            <p:nvPr/>
          </p:nvSpPr>
          <p:spPr>
            <a:xfrm>
              <a:off x="5889386" y="1808488"/>
              <a:ext cx="28987" cy="76600"/>
            </a:xfrm>
            <a:custGeom>
              <a:rect b="b" l="l" r="r" t="t"/>
              <a:pathLst>
                <a:path extrusionOk="0" h="1279" w="484">
                  <a:moveTo>
                    <a:pt x="0" y="0"/>
                  </a:moveTo>
                  <a:lnTo>
                    <a:pt x="0" y="999"/>
                  </a:lnTo>
                  <a:lnTo>
                    <a:pt x="483" y="1279"/>
                  </a:lnTo>
                  <a:lnTo>
                    <a:pt x="483" y="278"/>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37"/>
            <p:cNvSpPr/>
            <p:nvPr/>
          </p:nvSpPr>
          <p:spPr>
            <a:xfrm>
              <a:off x="5920111" y="1886287"/>
              <a:ext cx="30724" cy="17787"/>
            </a:xfrm>
            <a:custGeom>
              <a:rect b="b" l="l" r="r" t="t"/>
              <a:pathLst>
                <a:path extrusionOk="0" h="297" w="513">
                  <a:moveTo>
                    <a:pt x="13" y="0"/>
                  </a:moveTo>
                  <a:lnTo>
                    <a:pt x="1" y="11"/>
                  </a:lnTo>
                  <a:lnTo>
                    <a:pt x="496" y="297"/>
                  </a:lnTo>
                  <a:lnTo>
                    <a:pt x="512" y="289"/>
                  </a:lnTo>
                  <a:lnTo>
                    <a:pt x="496" y="283"/>
                  </a:lnTo>
                  <a:lnTo>
                    <a:pt x="13" y="0"/>
                  </a:ln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37"/>
            <p:cNvSpPr/>
            <p:nvPr/>
          </p:nvSpPr>
          <p:spPr>
            <a:xfrm>
              <a:off x="5919991" y="1825617"/>
              <a:ext cx="958" cy="61328"/>
            </a:xfrm>
            <a:custGeom>
              <a:rect b="b" l="l" r="r" t="t"/>
              <a:pathLst>
                <a:path extrusionOk="0" h="1024" w="16">
                  <a:moveTo>
                    <a:pt x="13" y="1"/>
                  </a:moveTo>
                  <a:lnTo>
                    <a:pt x="1" y="9"/>
                  </a:lnTo>
                  <a:lnTo>
                    <a:pt x="3" y="1024"/>
                  </a:lnTo>
                  <a:lnTo>
                    <a:pt x="15" y="1013"/>
                  </a:lnTo>
                  <a:lnTo>
                    <a:pt x="13" y="17"/>
                  </a:lnTo>
                  <a:lnTo>
                    <a:pt x="13"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37"/>
            <p:cNvSpPr/>
            <p:nvPr/>
          </p:nvSpPr>
          <p:spPr>
            <a:xfrm>
              <a:off x="5951494" y="1841908"/>
              <a:ext cx="1078" cy="65281"/>
            </a:xfrm>
            <a:custGeom>
              <a:rect b="b" l="l" r="r" t="t"/>
              <a:pathLst>
                <a:path extrusionOk="0" h="1090" w="18">
                  <a:moveTo>
                    <a:pt x="17" y="1"/>
                  </a:moveTo>
                  <a:lnTo>
                    <a:pt x="1" y="11"/>
                  </a:lnTo>
                  <a:lnTo>
                    <a:pt x="1" y="1089"/>
                  </a:lnTo>
                  <a:lnTo>
                    <a:pt x="17" y="1081"/>
                  </a:lnTo>
                  <a:lnTo>
                    <a:pt x="17"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37"/>
            <p:cNvSpPr/>
            <p:nvPr/>
          </p:nvSpPr>
          <p:spPr>
            <a:xfrm>
              <a:off x="5918314" y="1822563"/>
              <a:ext cx="34257" cy="20003"/>
            </a:xfrm>
            <a:custGeom>
              <a:rect b="b" l="l" r="r" t="t"/>
              <a:pathLst>
                <a:path extrusionOk="0" h="334" w="572">
                  <a:moveTo>
                    <a:pt x="13" y="0"/>
                  </a:moveTo>
                  <a:lnTo>
                    <a:pt x="0" y="11"/>
                  </a:lnTo>
                  <a:lnTo>
                    <a:pt x="555" y="334"/>
                  </a:lnTo>
                  <a:lnTo>
                    <a:pt x="571" y="324"/>
                  </a:lnTo>
                  <a:lnTo>
                    <a:pt x="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37"/>
            <p:cNvSpPr/>
            <p:nvPr/>
          </p:nvSpPr>
          <p:spPr>
            <a:xfrm>
              <a:off x="5918194" y="1823162"/>
              <a:ext cx="33359" cy="84026"/>
            </a:xfrm>
            <a:custGeom>
              <a:rect b="b" l="l" r="r" t="t"/>
              <a:pathLst>
                <a:path extrusionOk="0" h="1403" w="557">
                  <a:moveTo>
                    <a:pt x="31" y="50"/>
                  </a:moveTo>
                  <a:lnTo>
                    <a:pt x="45" y="58"/>
                  </a:lnTo>
                  <a:lnTo>
                    <a:pt x="532" y="338"/>
                  </a:lnTo>
                  <a:lnTo>
                    <a:pt x="534" y="1337"/>
                  </a:lnTo>
                  <a:lnTo>
                    <a:pt x="534" y="1353"/>
                  </a:lnTo>
                  <a:lnTo>
                    <a:pt x="33" y="1065"/>
                  </a:lnTo>
                  <a:lnTo>
                    <a:pt x="31" y="50"/>
                  </a:lnTo>
                  <a:close/>
                  <a:moveTo>
                    <a:pt x="0" y="1"/>
                  </a:moveTo>
                  <a:lnTo>
                    <a:pt x="2" y="1081"/>
                  </a:lnTo>
                  <a:lnTo>
                    <a:pt x="557" y="1402"/>
                  </a:lnTo>
                  <a:lnTo>
                    <a:pt x="557" y="1402"/>
                  </a:lnTo>
                  <a:lnTo>
                    <a:pt x="555" y="324"/>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37"/>
            <p:cNvSpPr/>
            <p:nvPr/>
          </p:nvSpPr>
          <p:spPr>
            <a:xfrm>
              <a:off x="5920769" y="1826575"/>
              <a:ext cx="29107" cy="76660"/>
            </a:xfrm>
            <a:custGeom>
              <a:rect b="b" l="l" r="r" t="t"/>
              <a:pathLst>
                <a:path extrusionOk="0" h="1280" w="486">
                  <a:moveTo>
                    <a:pt x="0" y="1"/>
                  </a:moveTo>
                  <a:lnTo>
                    <a:pt x="2" y="997"/>
                  </a:lnTo>
                  <a:lnTo>
                    <a:pt x="485" y="1280"/>
                  </a:lnTo>
                  <a:lnTo>
                    <a:pt x="485" y="281"/>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37"/>
            <p:cNvSpPr/>
            <p:nvPr/>
          </p:nvSpPr>
          <p:spPr>
            <a:xfrm>
              <a:off x="5846025" y="1850891"/>
              <a:ext cx="105647" cy="61687"/>
            </a:xfrm>
            <a:custGeom>
              <a:rect b="b" l="l" r="r" t="t"/>
              <a:pathLst>
                <a:path extrusionOk="0" h="1030" w="1764">
                  <a:moveTo>
                    <a:pt x="152" y="0"/>
                  </a:moveTo>
                  <a:lnTo>
                    <a:pt x="0" y="90"/>
                  </a:lnTo>
                  <a:lnTo>
                    <a:pt x="1614" y="1029"/>
                  </a:lnTo>
                  <a:lnTo>
                    <a:pt x="1690" y="982"/>
                  </a:lnTo>
                  <a:lnTo>
                    <a:pt x="1764" y="941"/>
                  </a:lnTo>
                  <a:lnTo>
                    <a:pt x="1692" y="898"/>
                  </a:lnTo>
                  <a:lnTo>
                    <a:pt x="1616" y="853"/>
                  </a:lnTo>
                  <a:lnTo>
                    <a:pt x="15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37"/>
            <p:cNvSpPr/>
            <p:nvPr/>
          </p:nvSpPr>
          <p:spPr>
            <a:xfrm>
              <a:off x="5845905" y="1786508"/>
              <a:ext cx="9223" cy="69832"/>
            </a:xfrm>
            <a:custGeom>
              <a:rect b="b" l="l" r="r" t="t"/>
              <a:pathLst>
                <a:path extrusionOk="0" h="1166" w="154">
                  <a:moveTo>
                    <a:pt x="149" y="1"/>
                  </a:moveTo>
                  <a:lnTo>
                    <a:pt x="76" y="46"/>
                  </a:lnTo>
                  <a:lnTo>
                    <a:pt x="0" y="89"/>
                  </a:lnTo>
                  <a:lnTo>
                    <a:pt x="2" y="1165"/>
                  </a:lnTo>
                  <a:lnTo>
                    <a:pt x="154" y="1075"/>
                  </a:lnTo>
                  <a:lnTo>
                    <a:pt x="149" y="175"/>
                  </a:lnTo>
                  <a:lnTo>
                    <a:pt x="149" y="1"/>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37"/>
            <p:cNvSpPr/>
            <p:nvPr/>
          </p:nvSpPr>
          <p:spPr>
            <a:xfrm>
              <a:off x="5841234" y="1778542"/>
              <a:ext cx="115109" cy="141880"/>
            </a:xfrm>
            <a:custGeom>
              <a:rect b="b" l="l" r="r" t="t"/>
              <a:pathLst>
                <a:path extrusionOk="0" h="2369" w="1922">
                  <a:moveTo>
                    <a:pt x="76" y="224"/>
                  </a:moveTo>
                  <a:lnTo>
                    <a:pt x="227" y="312"/>
                  </a:lnTo>
                  <a:lnTo>
                    <a:pt x="1692" y="1163"/>
                  </a:lnTo>
                  <a:lnTo>
                    <a:pt x="1696" y="2063"/>
                  </a:lnTo>
                  <a:lnTo>
                    <a:pt x="1692" y="2239"/>
                  </a:lnTo>
                  <a:lnTo>
                    <a:pt x="80" y="1298"/>
                  </a:lnTo>
                  <a:lnTo>
                    <a:pt x="76" y="224"/>
                  </a:lnTo>
                  <a:close/>
                  <a:moveTo>
                    <a:pt x="152" y="1"/>
                  </a:moveTo>
                  <a:lnTo>
                    <a:pt x="0" y="89"/>
                  </a:lnTo>
                  <a:cubicBezTo>
                    <a:pt x="0" y="91"/>
                    <a:pt x="2" y="1339"/>
                    <a:pt x="2" y="1339"/>
                  </a:cubicBezTo>
                  <a:lnTo>
                    <a:pt x="1770" y="2368"/>
                  </a:lnTo>
                  <a:lnTo>
                    <a:pt x="1921" y="2280"/>
                  </a:lnTo>
                  <a:lnTo>
                    <a:pt x="1917" y="1030"/>
                  </a:lnTo>
                  <a:lnTo>
                    <a:pt x="1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37"/>
            <p:cNvSpPr/>
            <p:nvPr/>
          </p:nvSpPr>
          <p:spPr>
            <a:xfrm>
              <a:off x="5976109" y="1727695"/>
              <a:ext cx="69952" cy="43361"/>
            </a:xfrm>
            <a:custGeom>
              <a:rect b="b" l="l" r="r" t="t"/>
              <a:pathLst>
                <a:path extrusionOk="0" h="724" w="1168">
                  <a:moveTo>
                    <a:pt x="799" y="1"/>
                  </a:moveTo>
                  <a:lnTo>
                    <a:pt x="609" y="5"/>
                  </a:lnTo>
                  <a:lnTo>
                    <a:pt x="611" y="367"/>
                  </a:lnTo>
                  <a:lnTo>
                    <a:pt x="1" y="723"/>
                  </a:lnTo>
                  <a:lnTo>
                    <a:pt x="557" y="723"/>
                  </a:lnTo>
                  <a:lnTo>
                    <a:pt x="1167" y="369"/>
                  </a:lnTo>
                  <a:lnTo>
                    <a:pt x="799" y="1"/>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37"/>
            <p:cNvSpPr/>
            <p:nvPr/>
          </p:nvSpPr>
          <p:spPr>
            <a:xfrm>
              <a:off x="5939036" y="1715477"/>
              <a:ext cx="37132" cy="55458"/>
            </a:xfrm>
            <a:custGeom>
              <a:rect b="b" l="l" r="r" t="t"/>
              <a:pathLst>
                <a:path extrusionOk="0" h="926" w="620">
                  <a:moveTo>
                    <a:pt x="0" y="0"/>
                  </a:moveTo>
                  <a:lnTo>
                    <a:pt x="4" y="561"/>
                  </a:lnTo>
                  <a:lnTo>
                    <a:pt x="620" y="925"/>
                  </a:lnTo>
                  <a:lnTo>
                    <a:pt x="616" y="364"/>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37"/>
            <p:cNvSpPr/>
            <p:nvPr/>
          </p:nvSpPr>
          <p:spPr>
            <a:xfrm>
              <a:off x="5975870" y="1715956"/>
              <a:ext cx="36833" cy="54979"/>
            </a:xfrm>
            <a:custGeom>
              <a:rect b="b" l="l" r="r" t="t"/>
              <a:pathLst>
                <a:path extrusionOk="0" h="918" w="615">
                  <a:moveTo>
                    <a:pt x="613" y="0"/>
                  </a:moveTo>
                  <a:lnTo>
                    <a:pt x="1" y="356"/>
                  </a:lnTo>
                  <a:lnTo>
                    <a:pt x="5" y="917"/>
                  </a:lnTo>
                  <a:lnTo>
                    <a:pt x="615" y="563"/>
                  </a:lnTo>
                  <a:lnTo>
                    <a:pt x="6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37"/>
            <p:cNvSpPr/>
            <p:nvPr/>
          </p:nvSpPr>
          <p:spPr>
            <a:xfrm>
              <a:off x="5939036" y="1694275"/>
              <a:ext cx="73545" cy="43061"/>
            </a:xfrm>
            <a:custGeom>
              <a:rect b="b" l="l" r="r" t="t"/>
              <a:pathLst>
                <a:path extrusionOk="0" h="719" w="1228">
                  <a:moveTo>
                    <a:pt x="610" y="0"/>
                  </a:moveTo>
                  <a:lnTo>
                    <a:pt x="0" y="354"/>
                  </a:lnTo>
                  <a:lnTo>
                    <a:pt x="616" y="718"/>
                  </a:lnTo>
                  <a:lnTo>
                    <a:pt x="1228" y="362"/>
                  </a:lnTo>
                  <a:lnTo>
                    <a:pt x="6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37"/>
            <p:cNvSpPr/>
            <p:nvPr/>
          </p:nvSpPr>
          <p:spPr>
            <a:xfrm>
              <a:off x="5981619" y="1722843"/>
              <a:ext cx="28148" cy="31862"/>
            </a:xfrm>
            <a:custGeom>
              <a:rect b="b" l="l" r="r" t="t"/>
              <a:pathLst>
                <a:path extrusionOk="0" h="532" w="470">
                  <a:moveTo>
                    <a:pt x="451" y="0"/>
                  </a:moveTo>
                  <a:lnTo>
                    <a:pt x="1" y="264"/>
                  </a:lnTo>
                  <a:lnTo>
                    <a:pt x="1" y="532"/>
                  </a:lnTo>
                  <a:lnTo>
                    <a:pt x="470" y="260"/>
                  </a:lnTo>
                  <a:lnTo>
                    <a:pt x="455" y="252"/>
                  </a:lnTo>
                  <a:lnTo>
                    <a:pt x="451" y="0"/>
                  </a:lnTo>
                  <a:close/>
                </a:path>
              </a:pathLst>
            </a:custGeom>
            <a:solidFill>
              <a:srgbClr val="333233">
                <a:alpha val="7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37"/>
            <p:cNvSpPr/>
            <p:nvPr/>
          </p:nvSpPr>
          <p:spPr>
            <a:xfrm>
              <a:off x="6008630" y="1721346"/>
              <a:ext cx="1138" cy="17069"/>
            </a:xfrm>
            <a:custGeom>
              <a:rect b="b" l="l" r="r" t="t"/>
              <a:pathLst>
                <a:path extrusionOk="0" h="285" w="19">
                  <a:moveTo>
                    <a:pt x="0" y="1"/>
                  </a:moveTo>
                  <a:lnTo>
                    <a:pt x="0" y="11"/>
                  </a:lnTo>
                  <a:lnTo>
                    <a:pt x="0" y="25"/>
                  </a:lnTo>
                  <a:lnTo>
                    <a:pt x="4" y="277"/>
                  </a:lnTo>
                  <a:lnTo>
                    <a:pt x="19" y="285"/>
                  </a:lnTo>
                  <a:lnTo>
                    <a:pt x="16" y="19"/>
                  </a:lnTo>
                  <a:lnTo>
                    <a:pt x="16" y="11"/>
                  </a:lnTo>
                  <a:lnTo>
                    <a:pt x="8" y="5"/>
                  </a:lnTo>
                  <a:lnTo>
                    <a:pt x="0" y="1"/>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37"/>
            <p:cNvSpPr/>
            <p:nvPr/>
          </p:nvSpPr>
          <p:spPr>
            <a:xfrm>
              <a:off x="6008630" y="1720867"/>
              <a:ext cx="1857" cy="1138"/>
            </a:xfrm>
            <a:custGeom>
              <a:rect b="b" l="l" r="r" t="t"/>
              <a:pathLst>
                <a:path extrusionOk="0" h="19" w="31">
                  <a:moveTo>
                    <a:pt x="19" y="0"/>
                  </a:moveTo>
                  <a:lnTo>
                    <a:pt x="0" y="9"/>
                  </a:lnTo>
                  <a:lnTo>
                    <a:pt x="16" y="19"/>
                  </a:lnTo>
                  <a:lnTo>
                    <a:pt x="31" y="9"/>
                  </a:lnTo>
                  <a:lnTo>
                    <a:pt x="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37"/>
            <p:cNvSpPr/>
            <p:nvPr/>
          </p:nvSpPr>
          <p:spPr>
            <a:xfrm>
              <a:off x="6009588" y="1721346"/>
              <a:ext cx="1138" cy="17069"/>
            </a:xfrm>
            <a:custGeom>
              <a:rect b="b" l="l" r="r" t="t"/>
              <a:pathLst>
                <a:path extrusionOk="0" h="285" w="19">
                  <a:moveTo>
                    <a:pt x="15" y="1"/>
                  </a:moveTo>
                  <a:lnTo>
                    <a:pt x="0" y="11"/>
                  </a:lnTo>
                  <a:lnTo>
                    <a:pt x="3" y="285"/>
                  </a:lnTo>
                  <a:lnTo>
                    <a:pt x="19" y="277"/>
                  </a:lnTo>
                  <a:lnTo>
                    <a:pt x="15" y="1"/>
                  </a:lnTo>
                  <a:close/>
                </a:path>
              </a:pathLst>
            </a:custGeom>
            <a:solidFill>
              <a:srgbClr val="333233">
                <a:alpha val="7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37"/>
            <p:cNvSpPr/>
            <p:nvPr/>
          </p:nvSpPr>
          <p:spPr>
            <a:xfrm>
              <a:off x="5980900" y="1752849"/>
              <a:ext cx="1078" cy="1258"/>
            </a:xfrm>
            <a:custGeom>
              <a:rect b="b" l="l" r="r" t="t"/>
              <a:pathLst>
                <a:path extrusionOk="0" h="21" w="18">
                  <a:moveTo>
                    <a:pt x="1" y="0"/>
                  </a:moveTo>
                  <a:lnTo>
                    <a:pt x="1" y="0"/>
                  </a:lnTo>
                  <a:cubicBezTo>
                    <a:pt x="1" y="4"/>
                    <a:pt x="17" y="21"/>
                    <a:pt x="17" y="21"/>
                  </a:cubicBezTo>
                  <a:cubicBezTo>
                    <a:pt x="17" y="19"/>
                    <a:pt x="1" y="0"/>
                    <a:pt x="1" y="0"/>
                  </a:cubicBezTo>
                  <a:close/>
                </a:path>
              </a:pathLst>
            </a:custGeom>
            <a:solidFill>
              <a:srgbClr val="B6B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37"/>
            <p:cNvSpPr/>
            <p:nvPr/>
          </p:nvSpPr>
          <p:spPr>
            <a:xfrm>
              <a:off x="5981919" y="1737756"/>
              <a:ext cx="27969" cy="16230"/>
            </a:xfrm>
            <a:custGeom>
              <a:rect b="b" l="l" r="r" t="t"/>
              <a:pathLst>
                <a:path extrusionOk="0" h="271" w="467">
                  <a:moveTo>
                    <a:pt x="466" y="1"/>
                  </a:moveTo>
                  <a:cubicBezTo>
                    <a:pt x="460" y="1"/>
                    <a:pt x="68" y="231"/>
                    <a:pt x="8" y="266"/>
                  </a:cubicBezTo>
                  <a:lnTo>
                    <a:pt x="8" y="266"/>
                  </a:lnTo>
                  <a:cubicBezTo>
                    <a:pt x="69" y="231"/>
                    <a:pt x="467" y="1"/>
                    <a:pt x="467" y="1"/>
                  </a:cubicBezTo>
                  <a:cubicBezTo>
                    <a:pt x="467" y="1"/>
                    <a:pt x="467" y="1"/>
                    <a:pt x="466" y="1"/>
                  </a:cubicBezTo>
                  <a:close/>
                  <a:moveTo>
                    <a:pt x="8" y="266"/>
                  </a:moveTo>
                  <a:lnTo>
                    <a:pt x="8" y="266"/>
                  </a:lnTo>
                  <a:cubicBezTo>
                    <a:pt x="3" y="269"/>
                    <a:pt x="0" y="271"/>
                    <a:pt x="0" y="271"/>
                  </a:cubicBezTo>
                  <a:cubicBezTo>
                    <a:pt x="0" y="271"/>
                    <a:pt x="0" y="271"/>
                    <a:pt x="0" y="271"/>
                  </a:cubicBezTo>
                  <a:cubicBezTo>
                    <a:pt x="0" y="271"/>
                    <a:pt x="3" y="269"/>
                    <a:pt x="8" y="266"/>
                  </a:cubicBezTo>
                  <a:close/>
                </a:path>
              </a:pathLst>
            </a:custGeom>
            <a:solidFill>
              <a:srgbClr val="7A7A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37"/>
            <p:cNvSpPr/>
            <p:nvPr/>
          </p:nvSpPr>
          <p:spPr>
            <a:xfrm>
              <a:off x="5980900" y="1736678"/>
              <a:ext cx="28987" cy="17308"/>
            </a:xfrm>
            <a:custGeom>
              <a:rect b="b" l="l" r="r" t="t"/>
              <a:pathLst>
                <a:path extrusionOk="0" h="289" w="484">
                  <a:moveTo>
                    <a:pt x="469" y="0"/>
                  </a:moveTo>
                  <a:lnTo>
                    <a:pt x="1" y="270"/>
                  </a:lnTo>
                  <a:lnTo>
                    <a:pt x="17" y="289"/>
                  </a:lnTo>
                  <a:lnTo>
                    <a:pt x="484" y="15"/>
                  </a:lnTo>
                  <a:lnTo>
                    <a:pt x="4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37"/>
            <p:cNvSpPr/>
            <p:nvPr/>
          </p:nvSpPr>
          <p:spPr>
            <a:xfrm>
              <a:off x="5980900" y="1750154"/>
              <a:ext cx="1078" cy="1258"/>
            </a:xfrm>
            <a:custGeom>
              <a:rect b="b" l="l" r="r" t="t"/>
              <a:pathLst>
                <a:path extrusionOk="0" h="21" w="18">
                  <a:moveTo>
                    <a:pt x="1" y="0"/>
                  </a:moveTo>
                  <a:cubicBezTo>
                    <a:pt x="1" y="2"/>
                    <a:pt x="17" y="21"/>
                    <a:pt x="17" y="21"/>
                  </a:cubicBezTo>
                  <a:cubicBezTo>
                    <a:pt x="17" y="15"/>
                    <a:pt x="1" y="0"/>
                    <a:pt x="1" y="0"/>
                  </a:cubicBezTo>
                  <a:close/>
                </a:path>
              </a:pathLst>
            </a:custGeom>
            <a:solidFill>
              <a:srgbClr val="B6B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37"/>
            <p:cNvSpPr/>
            <p:nvPr/>
          </p:nvSpPr>
          <p:spPr>
            <a:xfrm>
              <a:off x="5981919" y="1734822"/>
              <a:ext cx="27969" cy="16230"/>
            </a:xfrm>
            <a:custGeom>
              <a:rect b="b" l="l" r="r" t="t"/>
              <a:pathLst>
                <a:path extrusionOk="0" h="271" w="467">
                  <a:moveTo>
                    <a:pt x="467" y="1"/>
                  </a:moveTo>
                  <a:lnTo>
                    <a:pt x="0" y="271"/>
                  </a:lnTo>
                  <a:cubicBezTo>
                    <a:pt x="0" y="271"/>
                    <a:pt x="0" y="271"/>
                    <a:pt x="0" y="271"/>
                  </a:cubicBezTo>
                  <a:cubicBezTo>
                    <a:pt x="3" y="271"/>
                    <a:pt x="465" y="1"/>
                    <a:pt x="467" y="1"/>
                  </a:cubicBezTo>
                  <a:close/>
                </a:path>
              </a:pathLst>
            </a:custGeom>
            <a:solidFill>
              <a:srgbClr val="7A7A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37"/>
            <p:cNvSpPr/>
            <p:nvPr/>
          </p:nvSpPr>
          <p:spPr>
            <a:xfrm>
              <a:off x="5980900" y="1733863"/>
              <a:ext cx="28987" cy="17189"/>
            </a:xfrm>
            <a:custGeom>
              <a:rect b="b" l="l" r="r" t="t"/>
              <a:pathLst>
                <a:path extrusionOk="0" h="287" w="484">
                  <a:moveTo>
                    <a:pt x="469" y="0"/>
                  </a:moveTo>
                  <a:lnTo>
                    <a:pt x="1" y="272"/>
                  </a:lnTo>
                  <a:lnTo>
                    <a:pt x="17" y="287"/>
                  </a:lnTo>
                  <a:lnTo>
                    <a:pt x="484" y="19"/>
                  </a:lnTo>
                  <a:lnTo>
                    <a:pt x="4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37"/>
            <p:cNvSpPr/>
            <p:nvPr/>
          </p:nvSpPr>
          <p:spPr>
            <a:xfrm>
              <a:off x="5980900" y="1747339"/>
              <a:ext cx="1078" cy="1258"/>
            </a:xfrm>
            <a:custGeom>
              <a:rect b="b" l="l" r="r" t="t"/>
              <a:pathLst>
                <a:path extrusionOk="0" h="21" w="18">
                  <a:moveTo>
                    <a:pt x="1" y="0"/>
                  </a:moveTo>
                  <a:cubicBezTo>
                    <a:pt x="1" y="4"/>
                    <a:pt x="17" y="21"/>
                    <a:pt x="17" y="21"/>
                  </a:cubicBezTo>
                  <a:cubicBezTo>
                    <a:pt x="17" y="17"/>
                    <a:pt x="1" y="0"/>
                    <a:pt x="1" y="0"/>
                  </a:cubicBezTo>
                  <a:close/>
                </a:path>
              </a:pathLst>
            </a:custGeom>
            <a:solidFill>
              <a:srgbClr val="B6B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37"/>
            <p:cNvSpPr/>
            <p:nvPr/>
          </p:nvSpPr>
          <p:spPr>
            <a:xfrm>
              <a:off x="5981859" y="1732007"/>
              <a:ext cx="28029" cy="16350"/>
            </a:xfrm>
            <a:custGeom>
              <a:rect b="b" l="l" r="r" t="t"/>
              <a:pathLst>
                <a:path extrusionOk="0" h="273" w="468">
                  <a:moveTo>
                    <a:pt x="468" y="1"/>
                  </a:moveTo>
                  <a:cubicBezTo>
                    <a:pt x="464" y="2"/>
                    <a:pt x="0" y="273"/>
                    <a:pt x="1" y="273"/>
                  </a:cubicBezTo>
                  <a:cubicBezTo>
                    <a:pt x="1" y="273"/>
                    <a:pt x="1" y="273"/>
                    <a:pt x="1" y="273"/>
                  </a:cubicBezTo>
                  <a:lnTo>
                    <a:pt x="468" y="1"/>
                  </a:lnTo>
                  <a:close/>
                </a:path>
              </a:pathLst>
            </a:custGeom>
            <a:solidFill>
              <a:srgbClr val="7A7A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37"/>
            <p:cNvSpPr/>
            <p:nvPr/>
          </p:nvSpPr>
          <p:spPr>
            <a:xfrm>
              <a:off x="5980900" y="1731049"/>
              <a:ext cx="28987" cy="17308"/>
            </a:xfrm>
            <a:custGeom>
              <a:rect b="b" l="l" r="r" t="t"/>
              <a:pathLst>
                <a:path extrusionOk="0" h="289" w="484">
                  <a:moveTo>
                    <a:pt x="469" y="0"/>
                  </a:moveTo>
                  <a:lnTo>
                    <a:pt x="1" y="272"/>
                  </a:lnTo>
                  <a:lnTo>
                    <a:pt x="17" y="289"/>
                  </a:lnTo>
                  <a:lnTo>
                    <a:pt x="484" y="16"/>
                  </a:lnTo>
                  <a:lnTo>
                    <a:pt x="4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37"/>
            <p:cNvSpPr/>
            <p:nvPr/>
          </p:nvSpPr>
          <p:spPr>
            <a:xfrm>
              <a:off x="5980900" y="1744524"/>
              <a:ext cx="1078" cy="1258"/>
            </a:xfrm>
            <a:custGeom>
              <a:rect b="b" l="l" r="r" t="t"/>
              <a:pathLst>
                <a:path extrusionOk="0" h="21" w="18">
                  <a:moveTo>
                    <a:pt x="1" y="0"/>
                  </a:moveTo>
                  <a:cubicBezTo>
                    <a:pt x="1" y="2"/>
                    <a:pt x="17" y="21"/>
                    <a:pt x="17" y="21"/>
                  </a:cubicBezTo>
                  <a:cubicBezTo>
                    <a:pt x="17" y="17"/>
                    <a:pt x="1" y="0"/>
                    <a:pt x="1" y="0"/>
                  </a:cubicBezTo>
                  <a:close/>
                </a:path>
              </a:pathLst>
            </a:custGeom>
            <a:solidFill>
              <a:srgbClr val="B6B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37"/>
            <p:cNvSpPr/>
            <p:nvPr/>
          </p:nvSpPr>
          <p:spPr>
            <a:xfrm>
              <a:off x="5981919" y="1729312"/>
              <a:ext cx="27969" cy="16230"/>
            </a:xfrm>
            <a:custGeom>
              <a:rect b="b" l="l" r="r" t="t"/>
              <a:pathLst>
                <a:path extrusionOk="0" h="271" w="467">
                  <a:moveTo>
                    <a:pt x="467" y="0"/>
                  </a:moveTo>
                  <a:lnTo>
                    <a:pt x="0" y="271"/>
                  </a:lnTo>
                  <a:cubicBezTo>
                    <a:pt x="0" y="271"/>
                    <a:pt x="0" y="271"/>
                    <a:pt x="0" y="271"/>
                  </a:cubicBezTo>
                  <a:cubicBezTo>
                    <a:pt x="3" y="271"/>
                    <a:pt x="465" y="1"/>
                    <a:pt x="467" y="0"/>
                  </a:cubicBezTo>
                  <a:close/>
                </a:path>
              </a:pathLst>
            </a:custGeom>
            <a:solidFill>
              <a:srgbClr val="7A7A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37"/>
            <p:cNvSpPr/>
            <p:nvPr/>
          </p:nvSpPr>
          <p:spPr>
            <a:xfrm>
              <a:off x="5980900" y="1728234"/>
              <a:ext cx="28987" cy="17308"/>
            </a:xfrm>
            <a:custGeom>
              <a:rect b="b" l="l" r="r" t="t"/>
              <a:pathLst>
                <a:path extrusionOk="0" h="289" w="484">
                  <a:moveTo>
                    <a:pt x="469" y="0"/>
                  </a:moveTo>
                  <a:lnTo>
                    <a:pt x="1" y="272"/>
                  </a:lnTo>
                  <a:lnTo>
                    <a:pt x="17" y="289"/>
                  </a:lnTo>
                  <a:lnTo>
                    <a:pt x="484" y="18"/>
                  </a:lnTo>
                  <a:lnTo>
                    <a:pt x="4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37"/>
            <p:cNvSpPr/>
            <p:nvPr/>
          </p:nvSpPr>
          <p:spPr>
            <a:xfrm>
              <a:off x="5980900" y="1741709"/>
              <a:ext cx="1078" cy="1258"/>
            </a:xfrm>
            <a:custGeom>
              <a:rect b="b" l="l" r="r" t="t"/>
              <a:pathLst>
                <a:path extrusionOk="0" h="21" w="18">
                  <a:moveTo>
                    <a:pt x="1" y="0"/>
                  </a:moveTo>
                  <a:cubicBezTo>
                    <a:pt x="1" y="2"/>
                    <a:pt x="17" y="21"/>
                    <a:pt x="17" y="21"/>
                  </a:cubicBezTo>
                  <a:cubicBezTo>
                    <a:pt x="17" y="19"/>
                    <a:pt x="1" y="0"/>
                    <a:pt x="1" y="0"/>
                  </a:cubicBezTo>
                  <a:close/>
                </a:path>
              </a:pathLst>
            </a:custGeom>
            <a:solidFill>
              <a:srgbClr val="B6B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37"/>
            <p:cNvSpPr/>
            <p:nvPr/>
          </p:nvSpPr>
          <p:spPr>
            <a:xfrm>
              <a:off x="5981859" y="1726497"/>
              <a:ext cx="28029" cy="16350"/>
            </a:xfrm>
            <a:custGeom>
              <a:rect b="b" l="l" r="r" t="t"/>
              <a:pathLst>
                <a:path extrusionOk="0" h="273" w="468">
                  <a:moveTo>
                    <a:pt x="468" y="0"/>
                  </a:moveTo>
                  <a:cubicBezTo>
                    <a:pt x="464" y="2"/>
                    <a:pt x="0" y="273"/>
                    <a:pt x="1" y="273"/>
                  </a:cubicBezTo>
                  <a:cubicBezTo>
                    <a:pt x="1" y="273"/>
                    <a:pt x="1" y="273"/>
                    <a:pt x="1" y="273"/>
                  </a:cubicBezTo>
                  <a:lnTo>
                    <a:pt x="468" y="0"/>
                  </a:lnTo>
                  <a:close/>
                </a:path>
              </a:pathLst>
            </a:custGeom>
            <a:solidFill>
              <a:srgbClr val="7A7A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37"/>
            <p:cNvSpPr/>
            <p:nvPr/>
          </p:nvSpPr>
          <p:spPr>
            <a:xfrm>
              <a:off x="5980900" y="1725539"/>
              <a:ext cx="28987" cy="17308"/>
            </a:xfrm>
            <a:custGeom>
              <a:rect b="b" l="l" r="r" t="t"/>
              <a:pathLst>
                <a:path extrusionOk="0" h="289" w="484">
                  <a:moveTo>
                    <a:pt x="469" y="0"/>
                  </a:moveTo>
                  <a:lnTo>
                    <a:pt x="1" y="270"/>
                  </a:lnTo>
                  <a:lnTo>
                    <a:pt x="17" y="289"/>
                  </a:lnTo>
                  <a:lnTo>
                    <a:pt x="484" y="16"/>
                  </a:lnTo>
                  <a:lnTo>
                    <a:pt x="4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37"/>
            <p:cNvSpPr/>
            <p:nvPr/>
          </p:nvSpPr>
          <p:spPr>
            <a:xfrm>
              <a:off x="5980900" y="1739014"/>
              <a:ext cx="1078" cy="1258"/>
            </a:xfrm>
            <a:custGeom>
              <a:rect b="b" l="l" r="r" t="t"/>
              <a:pathLst>
                <a:path extrusionOk="0" h="21" w="18">
                  <a:moveTo>
                    <a:pt x="1" y="0"/>
                  </a:moveTo>
                  <a:cubicBezTo>
                    <a:pt x="1" y="2"/>
                    <a:pt x="17" y="21"/>
                    <a:pt x="17" y="21"/>
                  </a:cubicBezTo>
                  <a:cubicBezTo>
                    <a:pt x="17" y="16"/>
                    <a:pt x="1" y="0"/>
                    <a:pt x="1" y="0"/>
                  </a:cubicBezTo>
                  <a:close/>
                </a:path>
              </a:pathLst>
            </a:custGeom>
            <a:solidFill>
              <a:srgbClr val="B6B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37"/>
            <p:cNvSpPr/>
            <p:nvPr/>
          </p:nvSpPr>
          <p:spPr>
            <a:xfrm>
              <a:off x="5981919" y="1723802"/>
              <a:ext cx="27969" cy="16230"/>
            </a:xfrm>
            <a:custGeom>
              <a:rect b="b" l="l" r="r" t="t"/>
              <a:pathLst>
                <a:path extrusionOk="0" h="271" w="467">
                  <a:moveTo>
                    <a:pt x="467" y="0"/>
                  </a:moveTo>
                  <a:cubicBezTo>
                    <a:pt x="463" y="0"/>
                    <a:pt x="0" y="270"/>
                    <a:pt x="0" y="270"/>
                  </a:cubicBezTo>
                  <a:cubicBezTo>
                    <a:pt x="0" y="271"/>
                    <a:pt x="0" y="271"/>
                    <a:pt x="0" y="271"/>
                  </a:cubicBezTo>
                  <a:cubicBezTo>
                    <a:pt x="3" y="271"/>
                    <a:pt x="467" y="0"/>
                    <a:pt x="467" y="0"/>
                  </a:cubicBezTo>
                  <a:cubicBezTo>
                    <a:pt x="467" y="0"/>
                    <a:pt x="467" y="0"/>
                    <a:pt x="467" y="0"/>
                  </a:cubicBezTo>
                  <a:close/>
                </a:path>
              </a:pathLst>
            </a:custGeom>
            <a:solidFill>
              <a:srgbClr val="7A7A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37"/>
            <p:cNvSpPr/>
            <p:nvPr/>
          </p:nvSpPr>
          <p:spPr>
            <a:xfrm>
              <a:off x="5980900" y="1722724"/>
              <a:ext cx="28987" cy="17308"/>
            </a:xfrm>
            <a:custGeom>
              <a:rect b="b" l="l" r="r" t="t"/>
              <a:pathLst>
                <a:path extrusionOk="0" h="289" w="484">
                  <a:moveTo>
                    <a:pt x="469" y="0"/>
                  </a:moveTo>
                  <a:lnTo>
                    <a:pt x="1" y="272"/>
                  </a:lnTo>
                  <a:lnTo>
                    <a:pt x="17" y="288"/>
                  </a:lnTo>
                  <a:lnTo>
                    <a:pt x="484" y="16"/>
                  </a:lnTo>
                  <a:lnTo>
                    <a:pt x="4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37"/>
            <p:cNvSpPr/>
            <p:nvPr/>
          </p:nvSpPr>
          <p:spPr>
            <a:xfrm>
              <a:off x="6212979" y="1941806"/>
              <a:ext cx="19704" cy="11200"/>
            </a:xfrm>
            <a:custGeom>
              <a:rect b="b" l="l" r="r" t="t"/>
              <a:pathLst>
                <a:path extrusionOk="0" h="187" w="329">
                  <a:moveTo>
                    <a:pt x="318" y="0"/>
                  </a:moveTo>
                  <a:lnTo>
                    <a:pt x="11" y="176"/>
                  </a:lnTo>
                  <a:lnTo>
                    <a:pt x="1" y="180"/>
                  </a:lnTo>
                  <a:lnTo>
                    <a:pt x="11" y="186"/>
                  </a:lnTo>
                  <a:lnTo>
                    <a:pt x="328" y="4"/>
                  </a:lnTo>
                  <a:lnTo>
                    <a:pt x="3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37"/>
            <p:cNvSpPr/>
            <p:nvPr/>
          </p:nvSpPr>
          <p:spPr>
            <a:xfrm>
              <a:off x="6231965" y="1917371"/>
              <a:ext cx="719" cy="24735"/>
            </a:xfrm>
            <a:custGeom>
              <a:rect b="b" l="l" r="r" t="t"/>
              <a:pathLst>
                <a:path extrusionOk="0" h="413" w="12">
                  <a:moveTo>
                    <a:pt x="3" y="1"/>
                  </a:moveTo>
                  <a:lnTo>
                    <a:pt x="3" y="11"/>
                  </a:lnTo>
                  <a:lnTo>
                    <a:pt x="1" y="408"/>
                  </a:lnTo>
                  <a:lnTo>
                    <a:pt x="11" y="412"/>
                  </a:lnTo>
                  <a:lnTo>
                    <a:pt x="11" y="5"/>
                  </a:lnTo>
                  <a:lnTo>
                    <a:pt x="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37"/>
            <p:cNvSpPr/>
            <p:nvPr/>
          </p:nvSpPr>
          <p:spPr>
            <a:xfrm>
              <a:off x="6211901" y="1927792"/>
              <a:ext cx="659" cy="27190"/>
            </a:xfrm>
            <a:custGeom>
              <a:rect b="b" l="l" r="r" t="t"/>
              <a:pathLst>
                <a:path extrusionOk="0" h="454" w="11">
                  <a:moveTo>
                    <a:pt x="2" y="1"/>
                  </a:moveTo>
                  <a:lnTo>
                    <a:pt x="0" y="449"/>
                  </a:lnTo>
                  <a:lnTo>
                    <a:pt x="11" y="453"/>
                  </a:lnTo>
                  <a:lnTo>
                    <a:pt x="11" y="5"/>
                  </a:lnTo>
                  <a:lnTo>
                    <a:pt x="2"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37"/>
            <p:cNvSpPr/>
            <p:nvPr/>
          </p:nvSpPr>
          <p:spPr>
            <a:xfrm>
              <a:off x="6212021" y="1915574"/>
              <a:ext cx="21860" cy="12517"/>
            </a:xfrm>
            <a:custGeom>
              <a:rect b="b" l="l" r="r" t="t"/>
              <a:pathLst>
                <a:path extrusionOk="0" h="209" w="365">
                  <a:moveTo>
                    <a:pt x="354" y="0"/>
                  </a:moveTo>
                  <a:lnTo>
                    <a:pt x="0" y="205"/>
                  </a:lnTo>
                  <a:lnTo>
                    <a:pt x="9" y="209"/>
                  </a:lnTo>
                  <a:lnTo>
                    <a:pt x="365" y="4"/>
                  </a:lnTo>
                  <a:lnTo>
                    <a:pt x="3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37"/>
            <p:cNvSpPr/>
            <p:nvPr/>
          </p:nvSpPr>
          <p:spPr>
            <a:xfrm>
              <a:off x="6212620" y="1915814"/>
              <a:ext cx="21261" cy="39168"/>
            </a:xfrm>
            <a:custGeom>
              <a:rect b="b" l="l" r="r" t="t"/>
              <a:pathLst>
                <a:path extrusionOk="0" h="654" w="355">
                  <a:moveTo>
                    <a:pt x="338" y="31"/>
                  </a:moveTo>
                  <a:lnTo>
                    <a:pt x="336" y="436"/>
                  </a:lnTo>
                  <a:lnTo>
                    <a:pt x="17" y="620"/>
                  </a:lnTo>
                  <a:lnTo>
                    <a:pt x="17" y="610"/>
                  </a:lnTo>
                  <a:lnTo>
                    <a:pt x="19" y="215"/>
                  </a:lnTo>
                  <a:lnTo>
                    <a:pt x="328" y="37"/>
                  </a:lnTo>
                  <a:lnTo>
                    <a:pt x="338" y="31"/>
                  </a:lnTo>
                  <a:close/>
                  <a:moveTo>
                    <a:pt x="355" y="0"/>
                  </a:moveTo>
                  <a:lnTo>
                    <a:pt x="1" y="205"/>
                  </a:lnTo>
                  <a:lnTo>
                    <a:pt x="1" y="653"/>
                  </a:lnTo>
                  <a:lnTo>
                    <a:pt x="355" y="448"/>
                  </a:lnTo>
                  <a:lnTo>
                    <a:pt x="3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37"/>
            <p:cNvSpPr/>
            <p:nvPr/>
          </p:nvSpPr>
          <p:spPr>
            <a:xfrm>
              <a:off x="6213578" y="1918030"/>
              <a:ext cx="18566" cy="34377"/>
            </a:xfrm>
            <a:custGeom>
              <a:rect b="b" l="l" r="r" t="t"/>
              <a:pathLst>
                <a:path extrusionOk="0" h="574" w="310">
                  <a:moveTo>
                    <a:pt x="310" y="0"/>
                  </a:moveTo>
                  <a:lnTo>
                    <a:pt x="1" y="178"/>
                  </a:lnTo>
                  <a:lnTo>
                    <a:pt x="1" y="573"/>
                  </a:lnTo>
                  <a:lnTo>
                    <a:pt x="308" y="397"/>
                  </a:lnTo>
                  <a:lnTo>
                    <a:pt x="3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37"/>
            <p:cNvSpPr/>
            <p:nvPr/>
          </p:nvSpPr>
          <p:spPr>
            <a:xfrm>
              <a:off x="6192796" y="1953186"/>
              <a:ext cx="19644" cy="11559"/>
            </a:xfrm>
            <a:custGeom>
              <a:rect b="b" l="l" r="r" t="t"/>
              <a:pathLst>
                <a:path extrusionOk="0" h="193" w="328">
                  <a:moveTo>
                    <a:pt x="317" y="0"/>
                  </a:moveTo>
                  <a:lnTo>
                    <a:pt x="10" y="182"/>
                  </a:lnTo>
                  <a:lnTo>
                    <a:pt x="0" y="189"/>
                  </a:lnTo>
                  <a:lnTo>
                    <a:pt x="10" y="193"/>
                  </a:lnTo>
                  <a:lnTo>
                    <a:pt x="327" y="7"/>
                  </a:lnTo>
                  <a:lnTo>
                    <a:pt x="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37"/>
            <p:cNvSpPr/>
            <p:nvPr/>
          </p:nvSpPr>
          <p:spPr>
            <a:xfrm>
              <a:off x="6211781" y="1929050"/>
              <a:ext cx="659" cy="24555"/>
            </a:xfrm>
            <a:custGeom>
              <a:rect b="b" l="l" r="r" t="t"/>
              <a:pathLst>
                <a:path extrusionOk="0" h="410" w="11">
                  <a:moveTo>
                    <a:pt x="2" y="0"/>
                  </a:moveTo>
                  <a:lnTo>
                    <a:pt x="2" y="11"/>
                  </a:lnTo>
                  <a:lnTo>
                    <a:pt x="0" y="403"/>
                  </a:lnTo>
                  <a:lnTo>
                    <a:pt x="10" y="410"/>
                  </a:lnTo>
                  <a:lnTo>
                    <a:pt x="10" y="4"/>
                  </a:ln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37"/>
            <p:cNvSpPr/>
            <p:nvPr/>
          </p:nvSpPr>
          <p:spPr>
            <a:xfrm>
              <a:off x="6191658" y="1939471"/>
              <a:ext cx="659" cy="27130"/>
            </a:xfrm>
            <a:custGeom>
              <a:rect b="b" l="l" r="r" t="t"/>
              <a:pathLst>
                <a:path extrusionOk="0" h="453" w="11">
                  <a:moveTo>
                    <a:pt x="1" y="0"/>
                  </a:moveTo>
                  <a:lnTo>
                    <a:pt x="1" y="448"/>
                  </a:lnTo>
                  <a:lnTo>
                    <a:pt x="11" y="452"/>
                  </a:lnTo>
                  <a:lnTo>
                    <a:pt x="11" y="4"/>
                  </a:lnTo>
                  <a:lnTo>
                    <a:pt x="1"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37"/>
            <p:cNvSpPr/>
            <p:nvPr/>
          </p:nvSpPr>
          <p:spPr>
            <a:xfrm>
              <a:off x="6191658" y="1927193"/>
              <a:ext cx="21860" cy="12577"/>
            </a:xfrm>
            <a:custGeom>
              <a:rect b="b" l="l" r="r" t="t"/>
              <a:pathLst>
                <a:path extrusionOk="0" h="210" w="365">
                  <a:moveTo>
                    <a:pt x="357" y="1"/>
                  </a:moveTo>
                  <a:lnTo>
                    <a:pt x="1" y="205"/>
                  </a:lnTo>
                  <a:lnTo>
                    <a:pt x="11" y="209"/>
                  </a:lnTo>
                  <a:lnTo>
                    <a:pt x="365" y="5"/>
                  </a:lnTo>
                  <a:lnTo>
                    <a:pt x="35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37"/>
            <p:cNvSpPr/>
            <p:nvPr/>
          </p:nvSpPr>
          <p:spPr>
            <a:xfrm>
              <a:off x="6192137" y="1927432"/>
              <a:ext cx="21381" cy="39168"/>
            </a:xfrm>
            <a:custGeom>
              <a:rect b="b" l="l" r="r" t="t"/>
              <a:pathLst>
                <a:path extrusionOk="0" h="654" w="357">
                  <a:moveTo>
                    <a:pt x="343" y="36"/>
                  </a:moveTo>
                  <a:lnTo>
                    <a:pt x="341" y="439"/>
                  </a:lnTo>
                  <a:lnTo>
                    <a:pt x="21" y="623"/>
                  </a:lnTo>
                  <a:lnTo>
                    <a:pt x="21" y="612"/>
                  </a:lnTo>
                  <a:lnTo>
                    <a:pt x="23" y="220"/>
                  </a:lnTo>
                  <a:lnTo>
                    <a:pt x="332" y="40"/>
                  </a:lnTo>
                  <a:lnTo>
                    <a:pt x="343" y="36"/>
                  </a:lnTo>
                  <a:close/>
                  <a:moveTo>
                    <a:pt x="357" y="1"/>
                  </a:moveTo>
                  <a:lnTo>
                    <a:pt x="3" y="205"/>
                  </a:lnTo>
                  <a:lnTo>
                    <a:pt x="1" y="653"/>
                  </a:lnTo>
                  <a:lnTo>
                    <a:pt x="1" y="653"/>
                  </a:lnTo>
                  <a:lnTo>
                    <a:pt x="353" y="449"/>
                  </a:lnTo>
                  <a:lnTo>
                    <a:pt x="3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37"/>
            <p:cNvSpPr/>
            <p:nvPr/>
          </p:nvSpPr>
          <p:spPr>
            <a:xfrm>
              <a:off x="6193395" y="1929648"/>
              <a:ext cx="18566" cy="34497"/>
            </a:xfrm>
            <a:custGeom>
              <a:rect b="b" l="l" r="r" t="t"/>
              <a:pathLst>
                <a:path extrusionOk="0" h="576" w="310">
                  <a:moveTo>
                    <a:pt x="309" y="1"/>
                  </a:moveTo>
                  <a:lnTo>
                    <a:pt x="0" y="179"/>
                  </a:lnTo>
                  <a:lnTo>
                    <a:pt x="0" y="575"/>
                  </a:lnTo>
                  <a:lnTo>
                    <a:pt x="307" y="393"/>
                  </a:lnTo>
                  <a:lnTo>
                    <a:pt x="3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37"/>
            <p:cNvSpPr/>
            <p:nvPr/>
          </p:nvSpPr>
          <p:spPr>
            <a:xfrm>
              <a:off x="6172553" y="1964805"/>
              <a:ext cx="19644" cy="11499"/>
            </a:xfrm>
            <a:custGeom>
              <a:rect b="b" l="l" r="r" t="t"/>
              <a:pathLst>
                <a:path extrusionOk="0" h="192" w="328">
                  <a:moveTo>
                    <a:pt x="320" y="1"/>
                  </a:moveTo>
                  <a:lnTo>
                    <a:pt x="11" y="181"/>
                  </a:lnTo>
                  <a:lnTo>
                    <a:pt x="1" y="185"/>
                  </a:lnTo>
                  <a:lnTo>
                    <a:pt x="11" y="191"/>
                  </a:lnTo>
                  <a:lnTo>
                    <a:pt x="328" y="7"/>
                  </a:lnTo>
                  <a:lnTo>
                    <a:pt x="3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37"/>
            <p:cNvSpPr/>
            <p:nvPr/>
          </p:nvSpPr>
          <p:spPr>
            <a:xfrm>
              <a:off x="6191658" y="1940668"/>
              <a:ext cx="659" cy="24555"/>
            </a:xfrm>
            <a:custGeom>
              <a:rect b="b" l="l" r="r" t="t"/>
              <a:pathLst>
                <a:path extrusionOk="0" h="410" w="11">
                  <a:moveTo>
                    <a:pt x="1" y="1"/>
                  </a:moveTo>
                  <a:lnTo>
                    <a:pt x="1" y="11"/>
                  </a:lnTo>
                  <a:lnTo>
                    <a:pt x="1" y="404"/>
                  </a:lnTo>
                  <a:lnTo>
                    <a:pt x="9" y="410"/>
                  </a:lnTo>
                  <a:lnTo>
                    <a:pt x="11" y="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37"/>
            <p:cNvSpPr/>
            <p:nvPr/>
          </p:nvSpPr>
          <p:spPr>
            <a:xfrm>
              <a:off x="6171475" y="1951090"/>
              <a:ext cx="659" cy="27130"/>
            </a:xfrm>
            <a:custGeom>
              <a:rect b="b" l="l" r="r" t="t"/>
              <a:pathLst>
                <a:path extrusionOk="0" h="453" w="11">
                  <a:moveTo>
                    <a:pt x="2" y="1"/>
                  </a:moveTo>
                  <a:lnTo>
                    <a:pt x="0" y="449"/>
                  </a:lnTo>
                  <a:lnTo>
                    <a:pt x="10" y="453"/>
                  </a:lnTo>
                  <a:lnTo>
                    <a:pt x="10" y="5"/>
                  </a:lnTo>
                  <a:lnTo>
                    <a:pt x="2"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37"/>
            <p:cNvSpPr/>
            <p:nvPr/>
          </p:nvSpPr>
          <p:spPr>
            <a:xfrm>
              <a:off x="6171594" y="1938692"/>
              <a:ext cx="21860" cy="12697"/>
            </a:xfrm>
            <a:custGeom>
              <a:rect b="b" l="l" r="r" t="t"/>
              <a:pathLst>
                <a:path extrusionOk="0" h="212" w="365">
                  <a:moveTo>
                    <a:pt x="354" y="1"/>
                  </a:moveTo>
                  <a:lnTo>
                    <a:pt x="0" y="208"/>
                  </a:lnTo>
                  <a:lnTo>
                    <a:pt x="8" y="212"/>
                  </a:lnTo>
                  <a:lnTo>
                    <a:pt x="364" y="5"/>
                  </a:lnTo>
                  <a:lnTo>
                    <a:pt x="35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37"/>
            <p:cNvSpPr/>
            <p:nvPr/>
          </p:nvSpPr>
          <p:spPr>
            <a:xfrm>
              <a:off x="6172074" y="1938992"/>
              <a:ext cx="21381" cy="39108"/>
            </a:xfrm>
            <a:custGeom>
              <a:rect b="b" l="l" r="r" t="t"/>
              <a:pathLst>
                <a:path extrusionOk="0" h="653" w="357">
                  <a:moveTo>
                    <a:pt x="340" y="33"/>
                  </a:moveTo>
                  <a:lnTo>
                    <a:pt x="338" y="438"/>
                  </a:lnTo>
                  <a:lnTo>
                    <a:pt x="19" y="622"/>
                  </a:lnTo>
                  <a:lnTo>
                    <a:pt x="19" y="612"/>
                  </a:lnTo>
                  <a:lnTo>
                    <a:pt x="21" y="217"/>
                  </a:lnTo>
                  <a:lnTo>
                    <a:pt x="330" y="39"/>
                  </a:lnTo>
                  <a:lnTo>
                    <a:pt x="340" y="33"/>
                  </a:lnTo>
                  <a:close/>
                  <a:moveTo>
                    <a:pt x="356" y="0"/>
                  </a:moveTo>
                  <a:lnTo>
                    <a:pt x="2" y="205"/>
                  </a:lnTo>
                  <a:lnTo>
                    <a:pt x="0" y="653"/>
                  </a:lnTo>
                  <a:lnTo>
                    <a:pt x="0" y="653"/>
                  </a:lnTo>
                  <a:lnTo>
                    <a:pt x="354" y="448"/>
                  </a:lnTo>
                  <a:lnTo>
                    <a:pt x="35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37"/>
            <p:cNvSpPr/>
            <p:nvPr/>
          </p:nvSpPr>
          <p:spPr>
            <a:xfrm>
              <a:off x="6173152" y="1941267"/>
              <a:ext cx="18566" cy="34377"/>
            </a:xfrm>
            <a:custGeom>
              <a:rect b="b" l="l" r="r" t="t"/>
              <a:pathLst>
                <a:path extrusionOk="0" h="574" w="310">
                  <a:moveTo>
                    <a:pt x="310" y="1"/>
                  </a:moveTo>
                  <a:lnTo>
                    <a:pt x="1" y="179"/>
                  </a:lnTo>
                  <a:lnTo>
                    <a:pt x="1" y="574"/>
                  </a:lnTo>
                  <a:lnTo>
                    <a:pt x="310" y="394"/>
                  </a:lnTo>
                  <a:lnTo>
                    <a:pt x="3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37"/>
            <p:cNvSpPr/>
            <p:nvPr/>
          </p:nvSpPr>
          <p:spPr>
            <a:xfrm>
              <a:off x="6172074" y="1942405"/>
              <a:ext cx="67317" cy="39288"/>
            </a:xfrm>
            <a:custGeom>
              <a:rect b="b" l="l" r="r" t="t"/>
              <a:pathLst>
                <a:path extrusionOk="0" h="656" w="1124">
                  <a:moveTo>
                    <a:pt x="1029" y="0"/>
                  </a:moveTo>
                  <a:lnTo>
                    <a:pt x="94" y="543"/>
                  </a:lnTo>
                  <a:lnTo>
                    <a:pt x="47" y="569"/>
                  </a:lnTo>
                  <a:lnTo>
                    <a:pt x="0" y="598"/>
                  </a:lnTo>
                  <a:lnTo>
                    <a:pt x="47" y="626"/>
                  </a:lnTo>
                  <a:lnTo>
                    <a:pt x="94" y="655"/>
                  </a:lnTo>
                  <a:lnTo>
                    <a:pt x="1124" y="56"/>
                  </a:lnTo>
                  <a:lnTo>
                    <a:pt x="1029" y="0"/>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37"/>
            <p:cNvSpPr/>
            <p:nvPr/>
          </p:nvSpPr>
          <p:spPr>
            <a:xfrm>
              <a:off x="6233702" y="1915694"/>
              <a:ext cx="5809" cy="30065"/>
            </a:xfrm>
            <a:custGeom>
              <a:rect b="b" l="l" r="r" t="t"/>
              <a:pathLst>
                <a:path extrusionOk="0" h="502" w="97">
                  <a:moveTo>
                    <a:pt x="3" y="0"/>
                  </a:moveTo>
                  <a:lnTo>
                    <a:pt x="3" y="113"/>
                  </a:lnTo>
                  <a:lnTo>
                    <a:pt x="0" y="446"/>
                  </a:lnTo>
                  <a:lnTo>
                    <a:pt x="95" y="502"/>
                  </a:lnTo>
                  <a:lnTo>
                    <a:pt x="97" y="58"/>
                  </a:lnTo>
                  <a:lnTo>
                    <a:pt x="48" y="29"/>
                  </a:lnTo>
                  <a:lnTo>
                    <a:pt x="3" y="0"/>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37"/>
            <p:cNvSpPr/>
            <p:nvPr/>
          </p:nvSpPr>
          <p:spPr>
            <a:xfrm>
              <a:off x="6169378" y="1910663"/>
              <a:ext cx="73186" cy="75881"/>
            </a:xfrm>
            <a:custGeom>
              <a:rect b="b" l="l" r="r" t="t"/>
              <a:pathLst>
                <a:path extrusionOk="0" h="1267" w="1222">
                  <a:moveTo>
                    <a:pt x="1169" y="144"/>
                  </a:moveTo>
                  <a:lnTo>
                    <a:pt x="1167" y="588"/>
                  </a:lnTo>
                  <a:lnTo>
                    <a:pt x="139" y="1185"/>
                  </a:lnTo>
                  <a:lnTo>
                    <a:pt x="137" y="1075"/>
                  </a:lnTo>
                  <a:lnTo>
                    <a:pt x="139" y="741"/>
                  </a:lnTo>
                  <a:lnTo>
                    <a:pt x="1074" y="199"/>
                  </a:lnTo>
                  <a:lnTo>
                    <a:pt x="1169" y="144"/>
                  </a:lnTo>
                  <a:close/>
                  <a:moveTo>
                    <a:pt x="1128" y="0"/>
                  </a:moveTo>
                  <a:lnTo>
                    <a:pt x="2" y="655"/>
                  </a:lnTo>
                  <a:lnTo>
                    <a:pt x="0" y="1210"/>
                  </a:lnTo>
                  <a:lnTo>
                    <a:pt x="94" y="1267"/>
                  </a:lnTo>
                  <a:cubicBezTo>
                    <a:pt x="94" y="1267"/>
                    <a:pt x="94" y="1267"/>
                    <a:pt x="94" y="1267"/>
                  </a:cubicBezTo>
                  <a:cubicBezTo>
                    <a:pt x="96" y="1267"/>
                    <a:pt x="1220" y="612"/>
                    <a:pt x="1220" y="612"/>
                  </a:cubicBezTo>
                  <a:lnTo>
                    <a:pt x="1222" y="56"/>
                  </a:lnTo>
                  <a:lnTo>
                    <a:pt x="11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37"/>
            <p:cNvSpPr/>
            <p:nvPr/>
          </p:nvSpPr>
          <p:spPr>
            <a:xfrm>
              <a:off x="6320844" y="1880897"/>
              <a:ext cx="19524" cy="11559"/>
            </a:xfrm>
            <a:custGeom>
              <a:rect b="b" l="l" r="r" t="t"/>
              <a:pathLst>
                <a:path extrusionOk="0" h="193" w="326">
                  <a:moveTo>
                    <a:pt x="317" y="0"/>
                  </a:moveTo>
                  <a:lnTo>
                    <a:pt x="8" y="182"/>
                  </a:lnTo>
                  <a:lnTo>
                    <a:pt x="0" y="189"/>
                  </a:lnTo>
                  <a:lnTo>
                    <a:pt x="8" y="193"/>
                  </a:lnTo>
                  <a:lnTo>
                    <a:pt x="325" y="6"/>
                  </a:lnTo>
                  <a:lnTo>
                    <a:pt x="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37"/>
            <p:cNvSpPr/>
            <p:nvPr/>
          </p:nvSpPr>
          <p:spPr>
            <a:xfrm>
              <a:off x="6339829" y="1856761"/>
              <a:ext cx="539" cy="24555"/>
            </a:xfrm>
            <a:custGeom>
              <a:rect b="b" l="l" r="r" t="t"/>
              <a:pathLst>
                <a:path extrusionOk="0" h="410" w="9">
                  <a:moveTo>
                    <a:pt x="0" y="0"/>
                  </a:moveTo>
                  <a:lnTo>
                    <a:pt x="0" y="10"/>
                  </a:lnTo>
                  <a:lnTo>
                    <a:pt x="0" y="403"/>
                  </a:lnTo>
                  <a:lnTo>
                    <a:pt x="8" y="409"/>
                  </a:lnTo>
                  <a:lnTo>
                    <a:pt x="8" y="4"/>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37"/>
            <p:cNvSpPr/>
            <p:nvPr/>
          </p:nvSpPr>
          <p:spPr>
            <a:xfrm>
              <a:off x="6319706" y="1867182"/>
              <a:ext cx="539" cy="27130"/>
            </a:xfrm>
            <a:custGeom>
              <a:rect b="b" l="l" r="r" t="t"/>
              <a:pathLst>
                <a:path extrusionOk="0" h="453" w="9">
                  <a:moveTo>
                    <a:pt x="1" y="0"/>
                  </a:moveTo>
                  <a:lnTo>
                    <a:pt x="1" y="448"/>
                  </a:lnTo>
                  <a:lnTo>
                    <a:pt x="9" y="452"/>
                  </a:lnTo>
                  <a:lnTo>
                    <a:pt x="9" y="4"/>
                  </a:lnTo>
                  <a:lnTo>
                    <a:pt x="1"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37"/>
            <p:cNvSpPr/>
            <p:nvPr/>
          </p:nvSpPr>
          <p:spPr>
            <a:xfrm>
              <a:off x="6319706" y="1854904"/>
              <a:ext cx="21860" cy="12577"/>
            </a:xfrm>
            <a:custGeom>
              <a:rect b="b" l="l" r="r" t="t"/>
              <a:pathLst>
                <a:path extrusionOk="0" h="210" w="365">
                  <a:moveTo>
                    <a:pt x="355" y="1"/>
                  </a:moveTo>
                  <a:lnTo>
                    <a:pt x="1" y="205"/>
                  </a:lnTo>
                  <a:lnTo>
                    <a:pt x="9" y="209"/>
                  </a:lnTo>
                  <a:lnTo>
                    <a:pt x="365" y="5"/>
                  </a:lnTo>
                  <a:lnTo>
                    <a:pt x="35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37"/>
            <p:cNvSpPr/>
            <p:nvPr/>
          </p:nvSpPr>
          <p:spPr>
            <a:xfrm>
              <a:off x="6320305" y="1855144"/>
              <a:ext cx="21261" cy="39168"/>
            </a:xfrm>
            <a:custGeom>
              <a:rect b="b" l="l" r="r" t="t"/>
              <a:pathLst>
                <a:path extrusionOk="0" h="654" w="355">
                  <a:moveTo>
                    <a:pt x="339" y="35"/>
                  </a:moveTo>
                  <a:lnTo>
                    <a:pt x="336" y="438"/>
                  </a:lnTo>
                  <a:lnTo>
                    <a:pt x="17" y="623"/>
                  </a:lnTo>
                  <a:lnTo>
                    <a:pt x="17" y="612"/>
                  </a:lnTo>
                  <a:lnTo>
                    <a:pt x="19" y="220"/>
                  </a:lnTo>
                  <a:lnTo>
                    <a:pt x="328" y="40"/>
                  </a:lnTo>
                  <a:lnTo>
                    <a:pt x="339" y="35"/>
                  </a:lnTo>
                  <a:close/>
                  <a:moveTo>
                    <a:pt x="355" y="1"/>
                  </a:moveTo>
                  <a:lnTo>
                    <a:pt x="1" y="205"/>
                  </a:lnTo>
                  <a:lnTo>
                    <a:pt x="1" y="653"/>
                  </a:lnTo>
                  <a:lnTo>
                    <a:pt x="355" y="449"/>
                  </a:lnTo>
                  <a:lnTo>
                    <a:pt x="35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37"/>
            <p:cNvSpPr/>
            <p:nvPr/>
          </p:nvSpPr>
          <p:spPr>
            <a:xfrm>
              <a:off x="6321323" y="1857360"/>
              <a:ext cx="18566" cy="34497"/>
            </a:xfrm>
            <a:custGeom>
              <a:rect b="b" l="l" r="r" t="t"/>
              <a:pathLst>
                <a:path extrusionOk="0" h="576" w="310">
                  <a:moveTo>
                    <a:pt x="309" y="0"/>
                  </a:moveTo>
                  <a:lnTo>
                    <a:pt x="0" y="178"/>
                  </a:lnTo>
                  <a:lnTo>
                    <a:pt x="0" y="575"/>
                  </a:lnTo>
                  <a:lnTo>
                    <a:pt x="309" y="393"/>
                  </a:lnTo>
                  <a:lnTo>
                    <a:pt x="3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37"/>
            <p:cNvSpPr/>
            <p:nvPr/>
          </p:nvSpPr>
          <p:spPr>
            <a:xfrm>
              <a:off x="6300481" y="1892755"/>
              <a:ext cx="19644" cy="11200"/>
            </a:xfrm>
            <a:custGeom>
              <a:rect b="b" l="l" r="r" t="t"/>
              <a:pathLst>
                <a:path extrusionOk="0" h="187" w="328">
                  <a:moveTo>
                    <a:pt x="320" y="1"/>
                  </a:moveTo>
                  <a:lnTo>
                    <a:pt x="11" y="177"/>
                  </a:lnTo>
                  <a:lnTo>
                    <a:pt x="0" y="181"/>
                  </a:lnTo>
                  <a:lnTo>
                    <a:pt x="11" y="187"/>
                  </a:lnTo>
                  <a:lnTo>
                    <a:pt x="328" y="5"/>
                  </a:lnTo>
                  <a:lnTo>
                    <a:pt x="3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37"/>
            <p:cNvSpPr/>
            <p:nvPr/>
          </p:nvSpPr>
          <p:spPr>
            <a:xfrm>
              <a:off x="6319586" y="1868380"/>
              <a:ext cx="659" cy="24675"/>
            </a:xfrm>
            <a:custGeom>
              <a:rect b="b" l="l" r="r" t="t"/>
              <a:pathLst>
                <a:path extrusionOk="0" h="412" w="11">
                  <a:moveTo>
                    <a:pt x="1" y="1"/>
                  </a:moveTo>
                  <a:lnTo>
                    <a:pt x="1" y="13"/>
                  </a:lnTo>
                  <a:lnTo>
                    <a:pt x="1" y="408"/>
                  </a:lnTo>
                  <a:lnTo>
                    <a:pt x="9" y="412"/>
                  </a:lnTo>
                  <a:lnTo>
                    <a:pt x="11" y="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37"/>
            <p:cNvSpPr/>
            <p:nvPr/>
          </p:nvSpPr>
          <p:spPr>
            <a:xfrm>
              <a:off x="6299403" y="1878801"/>
              <a:ext cx="659" cy="27130"/>
            </a:xfrm>
            <a:custGeom>
              <a:rect b="b" l="l" r="r" t="t"/>
              <a:pathLst>
                <a:path extrusionOk="0" h="453" w="11">
                  <a:moveTo>
                    <a:pt x="2" y="1"/>
                  </a:moveTo>
                  <a:lnTo>
                    <a:pt x="0" y="449"/>
                  </a:lnTo>
                  <a:lnTo>
                    <a:pt x="10" y="453"/>
                  </a:lnTo>
                  <a:lnTo>
                    <a:pt x="10" y="5"/>
                  </a:lnTo>
                  <a:lnTo>
                    <a:pt x="2"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37"/>
            <p:cNvSpPr/>
            <p:nvPr/>
          </p:nvSpPr>
          <p:spPr>
            <a:xfrm>
              <a:off x="6299522" y="1866523"/>
              <a:ext cx="21860" cy="12577"/>
            </a:xfrm>
            <a:custGeom>
              <a:rect b="b" l="l" r="r" t="t"/>
              <a:pathLst>
                <a:path extrusionOk="0" h="210" w="365">
                  <a:moveTo>
                    <a:pt x="354" y="1"/>
                  </a:moveTo>
                  <a:lnTo>
                    <a:pt x="0" y="206"/>
                  </a:lnTo>
                  <a:lnTo>
                    <a:pt x="8" y="210"/>
                  </a:lnTo>
                  <a:lnTo>
                    <a:pt x="364" y="5"/>
                  </a:lnTo>
                  <a:lnTo>
                    <a:pt x="35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37"/>
            <p:cNvSpPr/>
            <p:nvPr/>
          </p:nvSpPr>
          <p:spPr>
            <a:xfrm>
              <a:off x="6300001" y="1866822"/>
              <a:ext cx="21381" cy="39108"/>
            </a:xfrm>
            <a:custGeom>
              <a:rect b="b" l="l" r="r" t="t"/>
              <a:pathLst>
                <a:path extrusionOk="0" h="653" w="357">
                  <a:moveTo>
                    <a:pt x="340" y="31"/>
                  </a:moveTo>
                  <a:lnTo>
                    <a:pt x="338" y="436"/>
                  </a:lnTo>
                  <a:lnTo>
                    <a:pt x="19" y="620"/>
                  </a:lnTo>
                  <a:lnTo>
                    <a:pt x="19" y="610"/>
                  </a:lnTo>
                  <a:lnTo>
                    <a:pt x="21" y="215"/>
                  </a:lnTo>
                  <a:lnTo>
                    <a:pt x="330" y="37"/>
                  </a:lnTo>
                  <a:lnTo>
                    <a:pt x="340" y="31"/>
                  </a:lnTo>
                  <a:close/>
                  <a:moveTo>
                    <a:pt x="356" y="0"/>
                  </a:moveTo>
                  <a:lnTo>
                    <a:pt x="2" y="205"/>
                  </a:lnTo>
                  <a:lnTo>
                    <a:pt x="0" y="653"/>
                  </a:lnTo>
                  <a:lnTo>
                    <a:pt x="0" y="653"/>
                  </a:lnTo>
                  <a:lnTo>
                    <a:pt x="352" y="448"/>
                  </a:lnTo>
                  <a:lnTo>
                    <a:pt x="35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37"/>
            <p:cNvSpPr/>
            <p:nvPr/>
          </p:nvSpPr>
          <p:spPr>
            <a:xfrm>
              <a:off x="6301079" y="1869098"/>
              <a:ext cx="18566" cy="34257"/>
            </a:xfrm>
            <a:custGeom>
              <a:rect b="b" l="l" r="r" t="t"/>
              <a:pathLst>
                <a:path extrusionOk="0" h="572" w="310">
                  <a:moveTo>
                    <a:pt x="310" y="1"/>
                  </a:moveTo>
                  <a:lnTo>
                    <a:pt x="1" y="177"/>
                  </a:lnTo>
                  <a:lnTo>
                    <a:pt x="1" y="572"/>
                  </a:lnTo>
                  <a:lnTo>
                    <a:pt x="310" y="396"/>
                  </a:lnTo>
                  <a:lnTo>
                    <a:pt x="3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37"/>
            <p:cNvSpPr/>
            <p:nvPr/>
          </p:nvSpPr>
          <p:spPr>
            <a:xfrm>
              <a:off x="6280357" y="1904195"/>
              <a:ext cx="19704" cy="11439"/>
            </a:xfrm>
            <a:custGeom>
              <a:rect b="b" l="l" r="r" t="t"/>
              <a:pathLst>
                <a:path extrusionOk="0" h="191" w="329">
                  <a:moveTo>
                    <a:pt x="318" y="0"/>
                  </a:moveTo>
                  <a:lnTo>
                    <a:pt x="9" y="180"/>
                  </a:lnTo>
                  <a:lnTo>
                    <a:pt x="1" y="184"/>
                  </a:lnTo>
                  <a:lnTo>
                    <a:pt x="9" y="190"/>
                  </a:lnTo>
                  <a:lnTo>
                    <a:pt x="328" y="6"/>
                  </a:lnTo>
                  <a:lnTo>
                    <a:pt x="3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37"/>
            <p:cNvSpPr/>
            <p:nvPr/>
          </p:nvSpPr>
          <p:spPr>
            <a:xfrm>
              <a:off x="6299403" y="1879998"/>
              <a:ext cx="659" cy="24615"/>
            </a:xfrm>
            <a:custGeom>
              <a:rect b="b" l="l" r="r" t="t"/>
              <a:pathLst>
                <a:path extrusionOk="0" h="411" w="11">
                  <a:moveTo>
                    <a:pt x="2" y="1"/>
                  </a:moveTo>
                  <a:lnTo>
                    <a:pt x="2" y="11"/>
                  </a:lnTo>
                  <a:lnTo>
                    <a:pt x="0" y="404"/>
                  </a:lnTo>
                  <a:lnTo>
                    <a:pt x="10" y="410"/>
                  </a:lnTo>
                  <a:lnTo>
                    <a:pt x="10" y="5"/>
                  </a:lnTo>
                  <a:lnTo>
                    <a:pt x="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37"/>
            <p:cNvSpPr/>
            <p:nvPr/>
          </p:nvSpPr>
          <p:spPr>
            <a:xfrm>
              <a:off x="6279279" y="1890420"/>
              <a:ext cx="659" cy="27011"/>
            </a:xfrm>
            <a:custGeom>
              <a:rect b="b" l="l" r="r" t="t"/>
              <a:pathLst>
                <a:path extrusionOk="0" h="451" w="11">
                  <a:moveTo>
                    <a:pt x="1" y="1"/>
                  </a:moveTo>
                  <a:lnTo>
                    <a:pt x="1" y="445"/>
                  </a:lnTo>
                  <a:lnTo>
                    <a:pt x="9" y="451"/>
                  </a:lnTo>
                  <a:lnTo>
                    <a:pt x="11" y="5"/>
                  </a:lnTo>
                  <a:lnTo>
                    <a:pt x="1"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37"/>
            <p:cNvSpPr/>
            <p:nvPr/>
          </p:nvSpPr>
          <p:spPr>
            <a:xfrm>
              <a:off x="6279279" y="1878202"/>
              <a:ext cx="21860" cy="12517"/>
            </a:xfrm>
            <a:custGeom>
              <a:rect b="b" l="l" r="r" t="t"/>
              <a:pathLst>
                <a:path extrusionOk="0" h="209" w="365">
                  <a:moveTo>
                    <a:pt x="357" y="0"/>
                  </a:moveTo>
                  <a:lnTo>
                    <a:pt x="1" y="205"/>
                  </a:lnTo>
                  <a:lnTo>
                    <a:pt x="11" y="209"/>
                  </a:lnTo>
                  <a:lnTo>
                    <a:pt x="365" y="4"/>
                  </a:lnTo>
                  <a:lnTo>
                    <a:pt x="3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37"/>
            <p:cNvSpPr/>
            <p:nvPr/>
          </p:nvSpPr>
          <p:spPr>
            <a:xfrm>
              <a:off x="6279758" y="1878441"/>
              <a:ext cx="21381" cy="39168"/>
            </a:xfrm>
            <a:custGeom>
              <a:rect b="b" l="l" r="r" t="t"/>
              <a:pathLst>
                <a:path extrusionOk="0" h="654" w="357">
                  <a:moveTo>
                    <a:pt x="340" y="31"/>
                  </a:moveTo>
                  <a:lnTo>
                    <a:pt x="338" y="436"/>
                  </a:lnTo>
                  <a:lnTo>
                    <a:pt x="19" y="620"/>
                  </a:lnTo>
                  <a:lnTo>
                    <a:pt x="19" y="610"/>
                  </a:lnTo>
                  <a:lnTo>
                    <a:pt x="21" y="215"/>
                  </a:lnTo>
                  <a:lnTo>
                    <a:pt x="330" y="37"/>
                  </a:lnTo>
                  <a:lnTo>
                    <a:pt x="340" y="31"/>
                  </a:lnTo>
                  <a:close/>
                  <a:moveTo>
                    <a:pt x="357" y="0"/>
                  </a:moveTo>
                  <a:lnTo>
                    <a:pt x="3" y="205"/>
                  </a:lnTo>
                  <a:lnTo>
                    <a:pt x="1" y="653"/>
                  </a:lnTo>
                  <a:lnTo>
                    <a:pt x="1" y="653"/>
                  </a:lnTo>
                  <a:lnTo>
                    <a:pt x="353" y="448"/>
                  </a:lnTo>
                  <a:lnTo>
                    <a:pt x="3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37"/>
            <p:cNvSpPr/>
            <p:nvPr/>
          </p:nvSpPr>
          <p:spPr>
            <a:xfrm>
              <a:off x="6280896" y="1880657"/>
              <a:ext cx="18686" cy="34377"/>
            </a:xfrm>
            <a:custGeom>
              <a:rect b="b" l="l" r="r" t="t"/>
              <a:pathLst>
                <a:path extrusionOk="0" h="574" w="312">
                  <a:moveTo>
                    <a:pt x="311" y="0"/>
                  </a:moveTo>
                  <a:lnTo>
                    <a:pt x="2" y="178"/>
                  </a:lnTo>
                  <a:lnTo>
                    <a:pt x="0" y="573"/>
                  </a:lnTo>
                  <a:lnTo>
                    <a:pt x="0" y="573"/>
                  </a:lnTo>
                  <a:lnTo>
                    <a:pt x="309" y="393"/>
                  </a:lnTo>
                  <a:lnTo>
                    <a:pt x="3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37"/>
            <p:cNvSpPr/>
            <p:nvPr/>
          </p:nvSpPr>
          <p:spPr>
            <a:xfrm>
              <a:off x="6279758" y="1881735"/>
              <a:ext cx="67437" cy="39288"/>
            </a:xfrm>
            <a:custGeom>
              <a:rect b="b" l="l" r="r" t="t"/>
              <a:pathLst>
                <a:path extrusionOk="0" h="656" w="1126">
                  <a:moveTo>
                    <a:pt x="1028" y="1"/>
                  </a:moveTo>
                  <a:lnTo>
                    <a:pt x="95" y="543"/>
                  </a:lnTo>
                  <a:lnTo>
                    <a:pt x="46" y="569"/>
                  </a:lnTo>
                  <a:lnTo>
                    <a:pt x="1" y="598"/>
                  </a:lnTo>
                  <a:lnTo>
                    <a:pt x="46" y="627"/>
                  </a:lnTo>
                  <a:lnTo>
                    <a:pt x="97" y="655"/>
                  </a:lnTo>
                  <a:lnTo>
                    <a:pt x="1126" y="56"/>
                  </a:lnTo>
                  <a:lnTo>
                    <a:pt x="1028" y="1"/>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37"/>
            <p:cNvSpPr/>
            <p:nvPr/>
          </p:nvSpPr>
          <p:spPr>
            <a:xfrm>
              <a:off x="6341267" y="1855024"/>
              <a:ext cx="5929" cy="30065"/>
            </a:xfrm>
            <a:custGeom>
              <a:rect b="b" l="l" r="r" t="t"/>
              <a:pathLst>
                <a:path extrusionOk="0" h="502" w="99">
                  <a:moveTo>
                    <a:pt x="5" y="1"/>
                  </a:moveTo>
                  <a:lnTo>
                    <a:pt x="5" y="113"/>
                  </a:lnTo>
                  <a:lnTo>
                    <a:pt x="1" y="447"/>
                  </a:lnTo>
                  <a:lnTo>
                    <a:pt x="99" y="502"/>
                  </a:lnTo>
                  <a:lnTo>
                    <a:pt x="99" y="58"/>
                  </a:lnTo>
                  <a:lnTo>
                    <a:pt x="50" y="29"/>
                  </a:lnTo>
                  <a:lnTo>
                    <a:pt x="5" y="1"/>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37"/>
            <p:cNvSpPr/>
            <p:nvPr/>
          </p:nvSpPr>
          <p:spPr>
            <a:xfrm>
              <a:off x="6276943" y="1850113"/>
              <a:ext cx="73366" cy="75941"/>
            </a:xfrm>
            <a:custGeom>
              <a:rect b="b" l="l" r="r" t="t"/>
              <a:pathLst>
                <a:path extrusionOk="0" h="1268" w="1225">
                  <a:moveTo>
                    <a:pt x="1175" y="142"/>
                  </a:moveTo>
                  <a:lnTo>
                    <a:pt x="1173" y="586"/>
                  </a:lnTo>
                  <a:lnTo>
                    <a:pt x="144" y="1183"/>
                  </a:lnTo>
                  <a:lnTo>
                    <a:pt x="142" y="1073"/>
                  </a:lnTo>
                  <a:lnTo>
                    <a:pt x="144" y="739"/>
                  </a:lnTo>
                  <a:lnTo>
                    <a:pt x="1079" y="197"/>
                  </a:lnTo>
                  <a:lnTo>
                    <a:pt x="1175" y="142"/>
                  </a:lnTo>
                  <a:close/>
                  <a:moveTo>
                    <a:pt x="1130" y="1"/>
                  </a:moveTo>
                  <a:lnTo>
                    <a:pt x="5" y="655"/>
                  </a:lnTo>
                  <a:lnTo>
                    <a:pt x="1" y="1210"/>
                  </a:lnTo>
                  <a:lnTo>
                    <a:pt x="97" y="1267"/>
                  </a:lnTo>
                  <a:cubicBezTo>
                    <a:pt x="93" y="1265"/>
                    <a:pt x="1222" y="613"/>
                    <a:pt x="1222" y="613"/>
                  </a:cubicBezTo>
                  <a:lnTo>
                    <a:pt x="1224" y="58"/>
                  </a:lnTo>
                  <a:lnTo>
                    <a:pt x="11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37"/>
            <p:cNvSpPr/>
            <p:nvPr/>
          </p:nvSpPr>
          <p:spPr>
            <a:xfrm>
              <a:off x="6428528" y="1818011"/>
              <a:ext cx="19404" cy="11499"/>
            </a:xfrm>
            <a:custGeom>
              <a:rect b="b" l="l" r="r" t="t"/>
              <a:pathLst>
                <a:path extrusionOk="0" h="192" w="324">
                  <a:moveTo>
                    <a:pt x="318" y="1"/>
                  </a:moveTo>
                  <a:lnTo>
                    <a:pt x="7" y="181"/>
                  </a:lnTo>
                  <a:lnTo>
                    <a:pt x="0" y="187"/>
                  </a:lnTo>
                  <a:lnTo>
                    <a:pt x="7" y="191"/>
                  </a:lnTo>
                  <a:lnTo>
                    <a:pt x="324" y="7"/>
                  </a:lnTo>
                  <a:lnTo>
                    <a:pt x="3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37"/>
            <p:cNvSpPr/>
            <p:nvPr/>
          </p:nvSpPr>
          <p:spPr>
            <a:xfrm>
              <a:off x="6447514" y="1793755"/>
              <a:ext cx="659" cy="24675"/>
            </a:xfrm>
            <a:custGeom>
              <a:rect b="b" l="l" r="r" t="t"/>
              <a:pathLst>
                <a:path extrusionOk="0" h="412" w="11">
                  <a:moveTo>
                    <a:pt x="1" y="1"/>
                  </a:moveTo>
                  <a:lnTo>
                    <a:pt x="1" y="11"/>
                  </a:lnTo>
                  <a:lnTo>
                    <a:pt x="1" y="406"/>
                  </a:lnTo>
                  <a:lnTo>
                    <a:pt x="7" y="412"/>
                  </a:lnTo>
                  <a:lnTo>
                    <a:pt x="11" y="7"/>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37"/>
            <p:cNvSpPr/>
            <p:nvPr/>
          </p:nvSpPr>
          <p:spPr>
            <a:xfrm>
              <a:off x="6427450" y="1804296"/>
              <a:ext cx="659" cy="27011"/>
            </a:xfrm>
            <a:custGeom>
              <a:rect b="b" l="l" r="r" t="t"/>
              <a:pathLst>
                <a:path extrusionOk="0" h="451" w="11">
                  <a:moveTo>
                    <a:pt x="0" y="1"/>
                  </a:moveTo>
                  <a:lnTo>
                    <a:pt x="0" y="447"/>
                  </a:lnTo>
                  <a:lnTo>
                    <a:pt x="8" y="451"/>
                  </a:lnTo>
                  <a:lnTo>
                    <a:pt x="10" y="7"/>
                  </a:lnTo>
                  <a:lnTo>
                    <a:pt x="0"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37"/>
            <p:cNvSpPr/>
            <p:nvPr/>
          </p:nvSpPr>
          <p:spPr>
            <a:xfrm>
              <a:off x="6427450" y="1791898"/>
              <a:ext cx="21740" cy="12817"/>
            </a:xfrm>
            <a:custGeom>
              <a:rect b="b" l="l" r="r" t="t"/>
              <a:pathLst>
                <a:path extrusionOk="0" h="214" w="363">
                  <a:moveTo>
                    <a:pt x="352" y="1"/>
                  </a:moveTo>
                  <a:lnTo>
                    <a:pt x="0" y="208"/>
                  </a:lnTo>
                  <a:lnTo>
                    <a:pt x="10" y="214"/>
                  </a:lnTo>
                  <a:lnTo>
                    <a:pt x="362" y="7"/>
                  </a:lnTo>
                  <a:lnTo>
                    <a:pt x="35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37"/>
            <p:cNvSpPr/>
            <p:nvPr/>
          </p:nvSpPr>
          <p:spPr>
            <a:xfrm>
              <a:off x="6427810" y="1792317"/>
              <a:ext cx="21381" cy="38989"/>
            </a:xfrm>
            <a:custGeom>
              <a:rect b="b" l="l" r="r" t="t"/>
              <a:pathLst>
                <a:path extrusionOk="0" h="651" w="357">
                  <a:moveTo>
                    <a:pt x="342" y="33"/>
                  </a:moveTo>
                  <a:lnTo>
                    <a:pt x="342" y="436"/>
                  </a:lnTo>
                  <a:lnTo>
                    <a:pt x="19" y="620"/>
                  </a:lnTo>
                  <a:lnTo>
                    <a:pt x="19" y="610"/>
                  </a:lnTo>
                  <a:lnTo>
                    <a:pt x="23" y="217"/>
                  </a:lnTo>
                  <a:lnTo>
                    <a:pt x="332" y="37"/>
                  </a:lnTo>
                  <a:lnTo>
                    <a:pt x="342" y="33"/>
                  </a:lnTo>
                  <a:close/>
                  <a:moveTo>
                    <a:pt x="356" y="0"/>
                  </a:moveTo>
                  <a:lnTo>
                    <a:pt x="4" y="205"/>
                  </a:lnTo>
                  <a:lnTo>
                    <a:pt x="0" y="651"/>
                  </a:lnTo>
                  <a:lnTo>
                    <a:pt x="354" y="446"/>
                  </a:lnTo>
                  <a:lnTo>
                    <a:pt x="35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37"/>
            <p:cNvSpPr/>
            <p:nvPr/>
          </p:nvSpPr>
          <p:spPr>
            <a:xfrm>
              <a:off x="6428888" y="1794354"/>
              <a:ext cx="18686" cy="34497"/>
            </a:xfrm>
            <a:custGeom>
              <a:rect b="b" l="l" r="r" t="t"/>
              <a:pathLst>
                <a:path extrusionOk="0" h="576" w="312">
                  <a:moveTo>
                    <a:pt x="312" y="1"/>
                  </a:moveTo>
                  <a:lnTo>
                    <a:pt x="5" y="183"/>
                  </a:lnTo>
                  <a:lnTo>
                    <a:pt x="1" y="576"/>
                  </a:lnTo>
                  <a:lnTo>
                    <a:pt x="312" y="396"/>
                  </a:lnTo>
                  <a:lnTo>
                    <a:pt x="3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37"/>
            <p:cNvSpPr/>
            <p:nvPr/>
          </p:nvSpPr>
          <p:spPr>
            <a:xfrm>
              <a:off x="6408285" y="1829809"/>
              <a:ext cx="19704" cy="11319"/>
            </a:xfrm>
            <a:custGeom>
              <a:rect b="b" l="l" r="r" t="t"/>
              <a:pathLst>
                <a:path extrusionOk="0" h="189" w="329">
                  <a:moveTo>
                    <a:pt x="318" y="0"/>
                  </a:moveTo>
                  <a:lnTo>
                    <a:pt x="7" y="178"/>
                  </a:lnTo>
                  <a:lnTo>
                    <a:pt x="1" y="184"/>
                  </a:lnTo>
                  <a:lnTo>
                    <a:pt x="7" y="188"/>
                  </a:lnTo>
                  <a:lnTo>
                    <a:pt x="328" y="4"/>
                  </a:lnTo>
                  <a:lnTo>
                    <a:pt x="3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37"/>
            <p:cNvSpPr/>
            <p:nvPr/>
          </p:nvSpPr>
          <p:spPr>
            <a:xfrm>
              <a:off x="6427330" y="1805553"/>
              <a:ext cx="659" cy="24555"/>
            </a:xfrm>
            <a:custGeom>
              <a:rect b="b" l="l" r="r" t="t"/>
              <a:pathLst>
                <a:path extrusionOk="0" h="410" w="11">
                  <a:moveTo>
                    <a:pt x="0" y="0"/>
                  </a:moveTo>
                  <a:lnTo>
                    <a:pt x="0" y="10"/>
                  </a:lnTo>
                  <a:lnTo>
                    <a:pt x="0" y="405"/>
                  </a:lnTo>
                  <a:lnTo>
                    <a:pt x="10" y="409"/>
                  </a:lnTo>
                  <a:lnTo>
                    <a:pt x="10" y="6"/>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37"/>
            <p:cNvSpPr/>
            <p:nvPr/>
          </p:nvSpPr>
          <p:spPr>
            <a:xfrm>
              <a:off x="6407207" y="1815795"/>
              <a:ext cx="539" cy="27190"/>
            </a:xfrm>
            <a:custGeom>
              <a:rect b="b" l="l" r="r" t="t"/>
              <a:pathLst>
                <a:path extrusionOk="0" h="454" w="9">
                  <a:moveTo>
                    <a:pt x="0" y="1"/>
                  </a:moveTo>
                  <a:lnTo>
                    <a:pt x="0" y="449"/>
                  </a:lnTo>
                  <a:lnTo>
                    <a:pt x="9" y="453"/>
                  </a:lnTo>
                  <a:lnTo>
                    <a:pt x="9" y="7"/>
                  </a:lnTo>
                  <a:lnTo>
                    <a:pt x="0"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37"/>
            <p:cNvSpPr/>
            <p:nvPr/>
          </p:nvSpPr>
          <p:spPr>
            <a:xfrm>
              <a:off x="6407207" y="1803577"/>
              <a:ext cx="21740" cy="12697"/>
            </a:xfrm>
            <a:custGeom>
              <a:rect b="b" l="l" r="r" t="t"/>
              <a:pathLst>
                <a:path extrusionOk="0" h="212" w="363">
                  <a:moveTo>
                    <a:pt x="352" y="0"/>
                  </a:moveTo>
                  <a:lnTo>
                    <a:pt x="0" y="205"/>
                  </a:lnTo>
                  <a:lnTo>
                    <a:pt x="9" y="211"/>
                  </a:lnTo>
                  <a:lnTo>
                    <a:pt x="363" y="6"/>
                  </a:lnTo>
                  <a:lnTo>
                    <a:pt x="35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37"/>
            <p:cNvSpPr/>
            <p:nvPr/>
          </p:nvSpPr>
          <p:spPr>
            <a:xfrm>
              <a:off x="6407686" y="1803936"/>
              <a:ext cx="21261" cy="39049"/>
            </a:xfrm>
            <a:custGeom>
              <a:rect b="b" l="l" r="r" t="t"/>
              <a:pathLst>
                <a:path extrusionOk="0" h="652" w="355">
                  <a:moveTo>
                    <a:pt x="340" y="33"/>
                  </a:moveTo>
                  <a:lnTo>
                    <a:pt x="338" y="436"/>
                  </a:lnTo>
                  <a:lnTo>
                    <a:pt x="17" y="620"/>
                  </a:lnTo>
                  <a:lnTo>
                    <a:pt x="17" y="610"/>
                  </a:lnTo>
                  <a:lnTo>
                    <a:pt x="21" y="217"/>
                  </a:lnTo>
                  <a:lnTo>
                    <a:pt x="330" y="37"/>
                  </a:lnTo>
                  <a:lnTo>
                    <a:pt x="340" y="33"/>
                  </a:lnTo>
                  <a:close/>
                  <a:moveTo>
                    <a:pt x="355" y="0"/>
                  </a:moveTo>
                  <a:lnTo>
                    <a:pt x="3" y="205"/>
                  </a:lnTo>
                  <a:lnTo>
                    <a:pt x="1" y="651"/>
                  </a:lnTo>
                  <a:lnTo>
                    <a:pt x="1" y="651"/>
                  </a:lnTo>
                  <a:lnTo>
                    <a:pt x="353" y="446"/>
                  </a:lnTo>
                  <a:lnTo>
                    <a:pt x="3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37"/>
            <p:cNvSpPr/>
            <p:nvPr/>
          </p:nvSpPr>
          <p:spPr>
            <a:xfrm>
              <a:off x="6408704" y="1806152"/>
              <a:ext cx="18686" cy="34377"/>
            </a:xfrm>
            <a:custGeom>
              <a:rect b="b" l="l" r="r" t="t"/>
              <a:pathLst>
                <a:path extrusionOk="0" h="574" w="312">
                  <a:moveTo>
                    <a:pt x="311" y="0"/>
                  </a:moveTo>
                  <a:lnTo>
                    <a:pt x="0" y="178"/>
                  </a:lnTo>
                  <a:lnTo>
                    <a:pt x="0" y="573"/>
                  </a:lnTo>
                  <a:lnTo>
                    <a:pt x="311" y="395"/>
                  </a:lnTo>
                  <a:lnTo>
                    <a:pt x="3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37"/>
            <p:cNvSpPr/>
            <p:nvPr/>
          </p:nvSpPr>
          <p:spPr>
            <a:xfrm>
              <a:off x="6388102" y="1841309"/>
              <a:ext cx="19644" cy="11319"/>
            </a:xfrm>
            <a:custGeom>
              <a:rect b="b" l="l" r="r" t="t"/>
              <a:pathLst>
                <a:path extrusionOk="0" h="189" w="328">
                  <a:moveTo>
                    <a:pt x="319" y="0"/>
                  </a:moveTo>
                  <a:lnTo>
                    <a:pt x="11" y="178"/>
                  </a:lnTo>
                  <a:lnTo>
                    <a:pt x="0" y="185"/>
                  </a:lnTo>
                  <a:lnTo>
                    <a:pt x="11" y="189"/>
                  </a:lnTo>
                  <a:lnTo>
                    <a:pt x="328" y="7"/>
                  </a:lnTo>
                  <a:lnTo>
                    <a:pt x="3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37"/>
            <p:cNvSpPr/>
            <p:nvPr/>
          </p:nvSpPr>
          <p:spPr>
            <a:xfrm>
              <a:off x="6407207" y="1817053"/>
              <a:ext cx="539" cy="24675"/>
            </a:xfrm>
            <a:custGeom>
              <a:rect b="b" l="l" r="r" t="t"/>
              <a:pathLst>
                <a:path extrusionOk="0" h="412" w="9">
                  <a:moveTo>
                    <a:pt x="0" y="0"/>
                  </a:moveTo>
                  <a:lnTo>
                    <a:pt x="0" y="11"/>
                  </a:lnTo>
                  <a:lnTo>
                    <a:pt x="0" y="405"/>
                  </a:lnTo>
                  <a:lnTo>
                    <a:pt x="9" y="412"/>
                  </a:lnTo>
                  <a:lnTo>
                    <a:pt x="9" y="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37"/>
            <p:cNvSpPr/>
            <p:nvPr/>
          </p:nvSpPr>
          <p:spPr>
            <a:xfrm>
              <a:off x="6386964" y="1827474"/>
              <a:ext cx="719" cy="27130"/>
            </a:xfrm>
            <a:custGeom>
              <a:rect b="b" l="l" r="r" t="t"/>
              <a:pathLst>
                <a:path extrusionOk="0" h="453" w="12">
                  <a:moveTo>
                    <a:pt x="1" y="0"/>
                  </a:moveTo>
                  <a:lnTo>
                    <a:pt x="1" y="448"/>
                  </a:lnTo>
                  <a:lnTo>
                    <a:pt x="11" y="452"/>
                  </a:lnTo>
                  <a:lnTo>
                    <a:pt x="11" y="6"/>
                  </a:lnTo>
                  <a:lnTo>
                    <a:pt x="1"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37"/>
            <p:cNvSpPr/>
            <p:nvPr/>
          </p:nvSpPr>
          <p:spPr>
            <a:xfrm>
              <a:off x="6386964" y="1815196"/>
              <a:ext cx="21800" cy="12697"/>
            </a:xfrm>
            <a:custGeom>
              <a:rect b="b" l="l" r="r" t="t"/>
              <a:pathLst>
                <a:path extrusionOk="0" h="212" w="364">
                  <a:moveTo>
                    <a:pt x="357" y="1"/>
                  </a:moveTo>
                  <a:lnTo>
                    <a:pt x="1" y="205"/>
                  </a:lnTo>
                  <a:lnTo>
                    <a:pt x="11" y="211"/>
                  </a:lnTo>
                  <a:lnTo>
                    <a:pt x="363" y="7"/>
                  </a:lnTo>
                  <a:lnTo>
                    <a:pt x="35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37"/>
            <p:cNvSpPr/>
            <p:nvPr/>
          </p:nvSpPr>
          <p:spPr>
            <a:xfrm>
              <a:off x="6387503" y="1815555"/>
              <a:ext cx="21261" cy="39049"/>
            </a:xfrm>
            <a:custGeom>
              <a:rect b="b" l="l" r="r" t="t"/>
              <a:pathLst>
                <a:path extrusionOk="0" h="652" w="355">
                  <a:moveTo>
                    <a:pt x="342" y="32"/>
                  </a:moveTo>
                  <a:lnTo>
                    <a:pt x="340" y="435"/>
                  </a:lnTo>
                  <a:lnTo>
                    <a:pt x="21" y="619"/>
                  </a:lnTo>
                  <a:lnTo>
                    <a:pt x="21" y="608"/>
                  </a:lnTo>
                  <a:lnTo>
                    <a:pt x="23" y="216"/>
                  </a:lnTo>
                  <a:lnTo>
                    <a:pt x="332" y="36"/>
                  </a:lnTo>
                  <a:lnTo>
                    <a:pt x="342" y="32"/>
                  </a:lnTo>
                  <a:close/>
                  <a:moveTo>
                    <a:pt x="354" y="1"/>
                  </a:moveTo>
                  <a:lnTo>
                    <a:pt x="2" y="205"/>
                  </a:lnTo>
                  <a:lnTo>
                    <a:pt x="0" y="651"/>
                  </a:lnTo>
                  <a:lnTo>
                    <a:pt x="0" y="651"/>
                  </a:lnTo>
                  <a:lnTo>
                    <a:pt x="352" y="447"/>
                  </a:lnTo>
                  <a:lnTo>
                    <a:pt x="3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37"/>
            <p:cNvSpPr/>
            <p:nvPr/>
          </p:nvSpPr>
          <p:spPr>
            <a:xfrm>
              <a:off x="6388700" y="1817652"/>
              <a:ext cx="18566" cy="34377"/>
            </a:xfrm>
            <a:custGeom>
              <a:rect b="b" l="l" r="r" t="t"/>
              <a:pathLst>
                <a:path extrusionOk="0" h="574" w="310">
                  <a:moveTo>
                    <a:pt x="309" y="1"/>
                  </a:moveTo>
                  <a:lnTo>
                    <a:pt x="1" y="181"/>
                  </a:lnTo>
                  <a:lnTo>
                    <a:pt x="1" y="573"/>
                  </a:lnTo>
                  <a:lnTo>
                    <a:pt x="309" y="395"/>
                  </a:lnTo>
                  <a:lnTo>
                    <a:pt x="3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37"/>
            <p:cNvSpPr/>
            <p:nvPr/>
          </p:nvSpPr>
          <p:spPr>
            <a:xfrm>
              <a:off x="6387503" y="1818789"/>
              <a:ext cx="67437" cy="39228"/>
            </a:xfrm>
            <a:custGeom>
              <a:rect b="b" l="l" r="r" t="t"/>
              <a:pathLst>
                <a:path extrusionOk="0" h="655" w="1126">
                  <a:moveTo>
                    <a:pt x="1029" y="0"/>
                  </a:moveTo>
                  <a:lnTo>
                    <a:pt x="96" y="542"/>
                  </a:lnTo>
                  <a:lnTo>
                    <a:pt x="45" y="571"/>
                  </a:lnTo>
                  <a:lnTo>
                    <a:pt x="0" y="597"/>
                  </a:lnTo>
                  <a:lnTo>
                    <a:pt x="47" y="626"/>
                  </a:lnTo>
                  <a:lnTo>
                    <a:pt x="96" y="655"/>
                  </a:lnTo>
                  <a:lnTo>
                    <a:pt x="1125" y="55"/>
                  </a:lnTo>
                  <a:lnTo>
                    <a:pt x="1029" y="0"/>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37"/>
            <p:cNvSpPr/>
            <p:nvPr/>
          </p:nvSpPr>
          <p:spPr>
            <a:xfrm>
              <a:off x="6449131" y="1792078"/>
              <a:ext cx="5809" cy="30065"/>
            </a:xfrm>
            <a:custGeom>
              <a:rect b="b" l="l" r="r" t="t"/>
              <a:pathLst>
                <a:path extrusionOk="0" h="502" w="97">
                  <a:moveTo>
                    <a:pt x="0" y="0"/>
                  </a:moveTo>
                  <a:lnTo>
                    <a:pt x="0" y="113"/>
                  </a:lnTo>
                  <a:lnTo>
                    <a:pt x="0" y="446"/>
                  </a:lnTo>
                  <a:lnTo>
                    <a:pt x="96" y="501"/>
                  </a:lnTo>
                  <a:lnTo>
                    <a:pt x="96" y="57"/>
                  </a:lnTo>
                  <a:lnTo>
                    <a:pt x="49" y="29"/>
                  </a:lnTo>
                  <a:lnTo>
                    <a:pt x="0" y="0"/>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37"/>
            <p:cNvSpPr/>
            <p:nvPr/>
          </p:nvSpPr>
          <p:spPr>
            <a:xfrm>
              <a:off x="6384688" y="1787167"/>
              <a:ext cx="73306" cy="75881"/>
            </a:xfrm>
            <a:custGeom>
              <a:rect b="b" l="l" r="r" t="t"/>
              <a:pathLst>
                <a:path extrusionOk="0" h="1267" w="1224">
                  <a:moveTo>
                    <a:pt x="1172" y="141"/>
                  </a:moveTo>
                  <a:lnTo>
                    <a:pt x="1168" y="583"/>
                  </a:lnTo>
                  <a:lnTo>
                    <a:pt x="143" y="1183"/>
                  </a:lnTo>
                  <a:lnTo>
                    <a:pt x="141" y="1072"/>
                  </a:lnTo>
                  <a:lnTo>
                    <a:pt x="143" y="741"/>
                  </a:lnTo>
                  <a:lnTo>
                    <a:pt x="1076" y="199"/>
                  </a:lnTo>
                  <a:lnTo>
                    <a:pt x="1172" y="141"/>
                  </a:lnTo>
                  <a:close/>
                  <a:moveTo>
                    <a:pt x="1127" y="0"/>
                  </a:moveTo>
                  <a:lnTo>
                    <a:pt x="2" y="655"/>
                  </a:lnTo>
                  <a:lnTo>
                    <a:pt x="0" y="1211"/>
                  </a:lnTo>
                  <a:lnTo>
                    <a:pt x="98" y="1267"/>
                  </a:lnTo>
                  <a:lnTo>
                    <a:pt x="98" y="1267"/>
                  </a:lnTo>
                  <a:cubicBezTo>
                    <a:pt x="98" y="1264"/>
                    <a:pt x="1219" y="612"/>
                    <a:pt x="1219" y="612"/>
                  </a:cubicBezTo>
                  <a:lnTo>
                    <a:pt x="1223" y="57"/>
                  </a:lnTo>
                  <a:lnTo>
                    <a:pt x="1127" y="0"/>
                  </a:lnTo>
                  <a:close/>
                  <a:moveTo>
                    <a:pt x="98" y="1267"/>
                  </a:moveTo>
                  <a:cubicBezTo>
                    <a:pt x="98" y="1267"/>
                    <a:pt x="98" y="1267"/>
                    <a:pt x="98" y="1267"/>
                  </a:cubicBezTo>
                  <a:lnTo>
                    <a:pt x="98" y="126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37"/>
            <p:cNvSpPr/>
            <p:nvPr/>
          </p:nvSpPr>
          <p:spPr>
            <a:xfrm>
              <a:off x="5979822" y="1720388"/>
              <a:ext cx="30903" cy="34856"/>
            </a:xfrm>
            <a:custGeom>
              <a:rect b="b" l="l" r="r" t="t"/>
              <a:pathLst>
                <a:path extrusionOk="0" h="582" w="516">
                  <a:moveTo>
                    <a:pt x="500" y="0"/>
                  </a:moveTo>
                  <a:lnTo>
                    <a:pt x="0" y="287"/>
                  </a:lnTo>
                  <a:lnTo>
                    <a:pt x="4" y="573"/>
                  </a:lnTo>
                  <a:lnTo>
                    <a:pt x="19" y="581"/>
                  </a:lnTo>
                  <a:lnTo>
                    <a:pt x="17" y="297"/>
                  </a:lnTo>
                  <a:lnTo>
                    <a:pt x="516" y="8"/>
                  </a:lnTo>
                  <a:lnTo>
                    <a:pt x="500"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37"/>
            <p:cNvSpPr/>
            <p:nvPr/>
          </p:nvSpPr>
          <p:spPr>
            <a:xfrm>
              <a:off x="5980781" y="1720987"/>
              <a:ext cx="29945" cy="34617"/>
            </a:xfrm>
            <a:custGeom>
              <a:rect b="b" l="l" r="r" t="t"/>
              <a:pathLst>
                <a:path extrusionOk="0" h="578" w="500">
                  <a:moveTo>
                    <a:pt x="496" y="0"/>
                  </a:moveTo>
                  <a:lnTo>
                    <a:pt x="488" y="7"/>
                  </a:lnTo>
                  <a:lnTo>
                    <a:pt x="473" y="17"/>
                  </a:lnTo>
                  <a:lnTo>
                    <a:pt x="465" y="21"/>
                  </a:lnTo>
                  <a:lnTo>
                    <a:pt x="1" y="293"/>
                  </a:lnTo>
                  <a:lnTo>
                    <a:pt x="3" y="577"/>
                  </a:lnTo>
                  <a:lnTo>
                    <a:pt x="19" y="567"/>
                  </a:lnTo>
                  <a:lnTo>
                    <a:pt x="15" y="297"/>
                  </a:lnTo>
                  <a:lnTo>
                    <a:pt x="467" y="35"/>
                  </a:lnTo>
                  <a:lnTo>
                    <a:pt x="484" y="27"/>
                  </a:lnTo>
                  <a:cubicBezTo>
                    <a:pt x="484" y="27"/>
                    <a:pt x="496" y="19"/>
                    <a:pt x="500" y="17"/>
                  </a:cubicBezTo>
                  <a:lnTo>
                    <a:pt x="4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37"/>
            <p:cNvSpPr/>
            <p:nvPr/>
          </p:nvSpPr>
          <p:spPr>
            <a:xfrm>
              <a:off x="6251250" y="1319774"/>
              <a:ext cx="147091" cy="54500"/>
            </a:xfrm>
            <a:custGeom>
              <a:rect b="b" l="l" r="r" t="t"/>
              <a:pathLst>
                <a:path extrusionOk="0" h="910" w="2456">
                  <a:moveTo>
                    <a:pt x="1220" y="0"/>
                  </a:moveTo>
                  <a:cubicBezTo>
                    <a:pt x="935" y="0"/>
                    <a:pt x="651" y="44"/>
                    <a:pt x="436" y="132"/>
                  </a:cubicBezTo>
                  <a:cubicBezTo>
                    <a:pt x="0" y="310"/>
                    <a:pt x="4" y="596"/>
                    <a:pt x="440" y="774"/>
                  </a:cubicBezTo>
                  <a:cubicBezTo>
                    <a:pt x="659" y="865"/>
                    <a:pt x="947" y="910"/>
                    <a:pt x="1234" y="910"/>
                  </a:cubicBezTo>
                  <a:cubicBezTo>
                    <a:pt x="1519" y="910"/>
                    <a:pt x="1804" y="865"/>
                    <a:pt x="2021" y="776"/>
                  </a:cubicBezTo>
                  <a:cubicBezTo>
                    <a:pt x="2455" y="600"/>
                    <a:pt x="2453" y="314"/>
                    <a:pt x="2015" y="136"/>
                  </a:cubicBezTo>
                  <a:cubicBezTo>
                    <a:pt x="1796" y="45"/>
                    <a:pt x="1508" y="0"/>
                    <a:pt x="12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37"/>
            <p:cNvSpPr/>
            <p:nvPr/>
          </p:nvSpPr>
          <p:spPr>
            <a:xfrm>
              <a:off x="6264606" y="1326901"/>
              <a:ext cx="120140" cy="40366"/>
            </a:xfrm>
            <a:custGeom>
              <a:rect b="b" l="l" r="r" t="t"/>
              <a:pathLst>
                <a:path extrusionOk="0" h="674" w="2006">
                  <a:moveTo>
                    <a:pt x="994" y="1"/>
                  </a:moveTo>
                  <a:cubicBezTo>
                    <a:pt x="710" y="1"/>
                    <a:pt x="450" y="44"/>
                    <a:pt x="254" y="123"/>
                  </a:cubicBezTo>
                  <a:cubicBezTo>
                    <a:pt x="65" y="201"/>
                    <a:pt x="0" y="285"/>
                    <a:pt x="0" y="334"/>
                  </a:cubicBezTo>
                  <a:cubicBezTo>
                    <a:pt x="0" y="385"/>
                    <a:pt x="68" y="471"/>
                    <a:pt x="258" y="549"/>
                  </a:cubicBezTo>
                  <a:cubicBezTo>
                    <a:pt x="460" y="627"/>
                    <a:pt x="726" y="674"/>
                    <a:pt x="1011" y="674"/>
                  </a:cubicBezTo>
                  <a:cubicBezTo>
                    <a:pt x="1295" y="674"/>
                    <a:pt x="1555" y="631"/>
                    <a:pt x="1751" y="551"/>
                  </a:cubicBezTo>
                  <a:cubicBezTo>
                    <a:pt x="1940" y="477"/>
                    <a:pt x="2005" y="389"/>
                    <a:pt x="2005" y="340"/>
                  </a:cubicBezTo>
                  <a:cubicBezTo>
                    <a:pt x="2005" y="293"/>
                    <a:pt x="1938" y="203"/>
                    <a:pt x="1747" y="125"/>
                  </a:cubicBezTo>
                  <a:cubicBezTo>
                    <a:pt x="1547" y="44"/>
                    <a:pt x="1281" y="1"/>
                    <a:pt x="9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0" name="Google Shape;2050;p37"/>
            <p:cNvGrpSpPr/>
            <p:nvPr/>
          </p:nvGrpSpPr>
          <p:grpSpPr>
            <a:xfrm>
              <a:off x="6088800" y="2278892"/>
              <a:ext cx="319567" cy="289649"/>
              <a:chOff x="5255839" y="-1347627"/>
              <a:chExt cx="1366681" cy="1238732"/>
            </a:xfrm>
          </p:grpSpPr>
          <p:sp>
            <p:nvSpPr>
              <p:cNvPr id="2051" name="Google Shape;2051;p37"/>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37"/>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37"/>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37"/>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37"/>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37"/>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37"/>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37"/>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37"/>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37"/>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37"/>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37"/>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37"/>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37"/>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 name="Google Shape;2065;p37"/>
            <p:cNvGrpSpPr/>
            <p:nvPr/>
          </p:nvGrpSpPr>
          <p:grpSpPr>
            <a:xfrm>
              <a:off x="5578029" y="1996582"/>
              <a:ext cx="319567" cy="289649"/>
              <a:chOff x="5255839" y="-1347627"/>
              <a:chExt cx="1366681" cy="1238732"/>
            </a:xfrm>
          </p:grpSpPr>
          <p:sp>
            <p:nvSpPr>
              <p:cNvPr id="2066" name="Google Shape;2066;p37"/>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37"/>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37"/>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37"/>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37"/>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37"/>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37"/>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37"/>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37"/>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37"/>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37"/>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37"/>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37"/>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37"/>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 name="Google Shape;2080;p37"/>
            <p:cNvGrpSpPr/>
            <p:nvPr/>
          </p:nvGrpSpPr>
          <p:grpSpPr>
            <a:xfrm>
              <a:off x="6694437" y="1345000"/>
              <a:ext cx="282400" cy="255962"/>
              <a:chOff x="5255839" y="-1347627"/>
              <a:chExt cx="1366681" cy="1238732"/>
            </a:xfrm>
          </p:grpSpPr>
          <p:sp>
            <p:nvSpPr>
              <p:cNvPr id="2081" name="Google Shape;2081;p37"/>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37"/>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37"/>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37"/>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37"/>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37"/>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37"/>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37"/>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37"/>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37"/>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37"/>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37"/>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37"/>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37"/>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 name="Google Shape;2095;p37"/>
            <p:cNvGrpSpPr/>
            <p:nvPr/>
          </p:nvGrpSpPr>
          <p:grpSpPr>
            <a:xfrm>
              <a:off x="6605440" y="1345015"/>
              <a:ext cx="282400" cy="255962"/>
              <a:chOff x="5255839" y="-1347627"/>
              <a:chExt cx="1366681" cy="1238732"/>
            </a:xfrm>
          </p:grpSpPr>
          <p:sp>
            <p:nvSpPr>
              <p:cNvPr id="2096" name="Google Shape;2096;p37"/>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37"/>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37"/>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37"/>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37"/>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37"/>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37"/>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37"/>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37"/>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37"/>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37"/>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37"/>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37"/>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37"/>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 name="Google Shape;2110;p37"/>
            <p:cNvGrpSpPr/>
            <p:nvPr/>
          </p:nvGrpSpPr>
          <p:grpSpPr>
            <a:xfrm>
              <a:off x="6773873" y="1204901"/>
              <a:ext cx="282400" cy="255962"/>
              <a:chOff x="5255839" y="-1347627"/>
              <a:chExt cx="1366681" cy="1238732"/>
            </a:xfrm>
          </p:grpSpPr>
          <p:sp>
            <p:nvSpPr>
              <p:cNvPr id="2111" name="Google Shape;2111;p37"/>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37"/>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37"/>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37"/>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37"/>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37"/>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37"/>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37"/>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37"/>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37"/>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37"/>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37"/>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37"/>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37"/>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5" name="Google Shape;2125;p37"/>
            <p:cNvGrpSpPr/>
            <p:nvPr/>
          </p:nvGrpSpPr>
          <p:grpSpPr>
            <a:xfrm>
              <a:off x="7062162" y="1254285"/>
              <a:ext cx="319582" cy="275290"/>
              <a:chOff x="2452915" y="1180359"/>
              <a:chExt cx="172803" cy="148841"/>
            </a:xfrm>
          </p:grpSpPr>
          <p:grpSp>
            <p:nvGrpSpPr>
              <p:cNvPr id="2126" name="Google Shape;2126;p37"/>
              <p:cNvGrpSpPr/>
              <p:nvPr/>
            </p:nvGrpSpPr>
            <p:grpSpPr>
              <a:xfrm>
                <a:off x="2452915" y="1180359"/>
                <a:ext cx="172803" cy="148841"/>
                <a:chOff x="4056247" y="-199813"/>
                <a:chExt cx="1243187" cy="1070798"/>
              </a:xfrm>
            </p:grpSpPr>
            <p:sp>
              <p:nvSpPr>
                <p:cNvPr id="2127" name="Google Shape;2127;p37"/>
                <p:cNvSpPr/>
                <p:nvPr/>
              </p:nvSpPr>
              <p:spPr>
                <a:xfrm>
                  <a:off x="4280900" y="511216"/>
                  <a:ext cx="1018535" cy="359769"/>
                </a:xfrm>
                <a:custGeom>
                  <a:rect b="b" l="l" r="r" t="t"/>
                  <a:pathLst>
                    <a:path extrusionOk="0" h="1776" w="5028">
                      <a:moveTo>
                        <a:pt x="3326" y="0"/>
                      </a:moveTo>
                      <a:cubicBezTo>
                        <a:pt x="2936" y="0"/>
                        <a:pt x="2546" y="86"/>
                        <a:pt x="2249" y="257"/>
                      </a:cubicBezTo>
                      <a:cubicBezTo>
                        <a:pt x="2014" y="392"/>
                        <a:pt x="1870" y="564"/>
                        <a:pt x="1821" y="740"/>
                      </a:cubicBezTo>
                      <a:lnTo>
                        <a:pt x="0" y="750"/>
                      </a:lnTo>
                      <a:lnTo>
                        <a:pt x="8" y="984"/>
                      </a:lnTo>
                      <a:lnTo>
                        <a:pt x="1809" y="979"/>
                      </a:lnTo>
                      <a:cubicBezTo>
                        <a:pt x="1848" y="1174"/>
                        <a:pt x="1993" y="1364"/>
                        <a:pt x="2251" y="1513"/>
                      </a:cubicBezTo>
                      <a:cubicBezTo>
                        <a:pt x="2553" y="1688"/>
                        <a:pt x="2948" y="1776"/>
                        <a:pt x="3343" y="1776"/>
                      </a:cubicBezTo>
                      <a:cubicBezTo>
                        <a:pt x="3735" y="1776"/>
                        <a:pt x="4125" y="1690"/>
                        <a:pt x="4424" y="1518"/>
                      </a:cubicBezTo>
                      <a:cubicBezTo>
                        <a:pt x="5027" y="1176"/>
                        <a:pt x="5023" y="611"/>
                        <a:pt x="4420" y="263"/>
                      </a:cubicBezTo>
                      <a:cubicBezTo>
                        <a:pt x="4119" y="88"/>
                        <a:pt x="3722" y="0"/>
                        <a:pt x="3326" y="0"/>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37"/>
                <p:cNvSpPr/>
                <p:nvPr/>
              </p:nvSpPr>
              <p:spPr>
                <a:xfrm>
                  <a:off x="4248488" y="192367"/>
                  <a:ext cx="100881" cy="521422"/>
                </a:xfrm>
                <a:custGeom>
                  <a:rect b="b" l="l" r="r" t="t"/>
                  <a:pathLst>
                    <a:path extrusionOk="0" h="2574" w="498">
                      <a:moveTo>
                        <a:pt x="5" y="0"/>
                      </a:moveTo>
                      <a:lnTo>
                        <a:pt x="5" y="2414"/>
                      </a:lnTo>
                      <a:cubicBezTo>
                        <a:pt x="1" y="2455"/>
                        <a:pt x="23" y="2496"/>
                        <a:pt x="76" y="2529"/>
                      </a:cubicBezTo>
                      <a:cubicBezTo>
                        <a:pt x="125" y="2558"/>
                        <a:pt x="190" y="2573"/>
                        <a:pt x="256" y="2573"/>
                      </a:cubicBezTo>
                      <a:cubicBezTo>
                        <a:pt x="317" y="2573"/>
                        <a:pt x="378" y="2560"/>
                        <a:pt x="424" y="2533"/>
                      </a:cubicBezTo>
                      <a:cubicBezTo>
                        <a:pt x="477" y="2498"/>
                        <a:pt x="498" y="2457"/>
                        <a:pt x="494" y="2418"/>
                      </a:cubicBezTo>
                      <a:lnTo>
                        <a:pt x="49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37"/>
                <p:cNvSpPr/>
                <p:nvPr/>
              </p:nvSpPr>
              <p:spPr>
                <a:xfrm>
                  <a:off x="4338430" y="203914"/>
                  <a:ext cx="185151" cy="200344"/>
                </a:xfrm>
                <a:custGeom>
                  <a:rect b="b" l="l" r="r" t="t"/>
                  <a:pathLst>
                    <a:path extrusionOk="0" h="989" w="914">
                      <a:moveTo>
                        <a:pt x="903" y="0"/>
                      </a:moveTo>
                      <a:lnTo>
                        <a:pt x="580" y="11"/>
                      </a:lnTo>
                      <a:cubicBezTo>
                        <a:pt x="580" y="13"/>
                        <a:pt x="584" y="330"/>
                        <a:pt x="400" y="518"/>
                      </a:cubicBezTo>
                      <a:cubicBezTo>
                        <a:pt x="303" y="616"/>
                        <a:pt x="175" y="665"/>
                        <a:pt x="1" y="665"/>
                      </a:cubicBezTo>
                      <a:lnTo>
                        <a:pt x="1" y="989"/>
                      </a:lnTo>
                      <a:cubicBezTo>
                        <a:pt x="263" y="989"/>
                        <a:pt x="473" y="907"/>
                        <a:pt x="635" y="743"/>
                      </a:cubicBezTo>
                      <a:cubicBezTo>
                        <a:pt x="913" y="455"/>
                        <a:pt x="903" y="17"/>
                        <a:pt x="9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37"/>
                <p:cNvSpPr/>
                <p:nvPr/>
              </p:nvSpPr>
              <p:spPr>
                <a:xfrm>
                  <a:off x="4400215" y="84193"/>
                  <a:ext cx="242682" cy="242682"/>
                </a:xfrm>
                <a:custGeom>
                  <a:rect b="b" l="l" r="r" t="t"/>
                  <a:pathLst>
                    <a:path extrusionOk="0" h="1198" w="1198">
                      <a:moveTo>
                        <a:pt x="598" y="0"/>
                      </a:moveTo>
                      <a:cubicBezTo>
                        <a:pt x="269" y="0"/>
                        <a:pt x="1" y="268"/>
                        <a:pt x="1" y="598"/>
                      </a:cubicBezTo>
                      <a:cubicBezTo>
                        <a:pt x="1" y="929"/>
                        <a:pt x="269" y="1197"/>
                        <a:pt x="598" y="1197"/>
                      </a:cubicBezTo>
                      <a:cubicBezTo>
                        <a:pt x="929" y="1197"/>
                        <a:pt x="1197" y="929"/>
                        <a:pt x="1197" y="598"/>
                      </a:cubicBezTo>
                      <a:cubicBezTo>
                        <a:pt x="1197" y="268"/>
                        <a:pt x="929" y="0"/>
                        <a:pt x="5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37"/>
                <p:cNvSpPr/>
                <p:nvPr/>
              </p:nvSpPr>
              <p:spPr>
                <a:xfrm>
                  <a:off x="4056247" y="-199813"/>
                  <a:ext cx="485971" cy="485971"/>
                </a:xfrm>
                <a:custGeom>
                  <a:rect b="b" l="l" r="r" t="t"/>
                  <a:pathLst>
                    <a:path extrusionOk="0" h="2399" w="2399">
                      <a:moveTo>
                        <a:pt x="1199" y="1"/>
                      </a:moveTo>
                      <a:cubicBezTo>
                        <a:pt x="536" y="1"/>
                        <a:pt x="0" y="537"/>
                        <a:pt x="0" y="1200"/>
                      </a:cubicBezTo>
                      <a:cubicBezTo>
                        <a:pt x="0" y="1863"/>
                        <a:pt x="536" y="2399"/>
                        <a:pt x="1199" y="2399"/>
                      </a:cubicBezTo>
                      <a:cubicBezTo>
                        <a:pt x="1862" y="2399"/>
                        <a:pt x="2398" y="1863"/>
                        <a:pt x="2398" y="1200"/>
                      </a:cubicBezTo>
                      <a:cubicBezTo>
                        <a:pt x="2398" y="537"/>
                        <a:pt x="1862" y="1"/>
                        <a:pt x="11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2" name="Google Shape;2132;p37"/>
              <p:cNvSpPr/>
              <p:nvPr/>
            </p:nvSpPr>
            <p:spPr>
              <a:xfrm>
                <a:off x="2461154" y="1189147"/>
                <a:ext cx="18551" cy="18575"/>
              </a:xfrm>
              <a:custGeom>
                <a:rect b="b" l="l" r="r" t="t"/>
                <a:pathLst>
                  <a:path extrusionOk="0" h="1198" w="1198">
                    <a:moveTo>
                      <a:pt x="598" y="0"/>
                    </a:moveTo>
                    <a:cubicBezTo>
                      <a:pt x="269" y="0"/>
                      <a:pt x="1" y="268"/>
                      <a:pt x="1" y="598"/>
                    </a:cubicBezTo>
                    <a:cubicBezTo>
                      <a:pt x="1" y="929"/>
                      <a:pt x="269" y="1197"/>
                      <a:pt x="598" y="1197"/>
                    </a:cubicBezTo>
                    <a:cubicBezTo>
                      <a:pt x="929" y="1197"/>
                      <a:pt x="1197" y="929"/>
                      <a:pt x="1197" y="598"/>
                    </a:cubicBezTo>
                    <a:cubicBezTo>
                      <a:pt x="1197" y="268"/>
                      <a:pt x="929" y="0"/>
                      <a:pt x="598" y="0"/>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37"/>
              <p:cNvSpPr/>
              <p:nvPr/>
            </p:nvSpPr>
            <p:spPr>
              <a:xfrm>
                <a:off x="2504604" y="1222497"/>
                <a:ext cx="18551" cy="18575"/>
              </a:xfrm>
              <a:custGeom>
                <a:rect b="b" l="l" r="r" t="t"/>
                <a:pathLst>
                  <a:path extrusionOk="0" h="1198" w="1198">
                    <a:moveTo>
                      <a:pt x="598" y="0"/>
                    </a:moveTo>
                    <a:cubicBezTo>
                      <a:pt x="269" y="0"/>
                      <a:pt x="1" y="268"/>
                      <a:pt x="1" y="598"/>
                    </a:cubicBezTo>
                    <a:cubicBezTo>
                      <a:pt x="1" y="929"/>
                      <a:pt x="269" y="1197"/>
                      <a:pt x="598" y="1197"/>
                    </a:cubicBezTo>
                    <a:cubicBezTo>
                      <a:pt x="929" y="1197"/>
                      <a:pt x="1197" y="929"/>
                      <a:pt x="1197" y="598"/>
                    </a:cubicBezTo>
                    <a:cubicBezTo>
                      <a:pt x="1197" y="268"/>
                      <a:pt x="929" y="0"/>
                      <a:pt x="598" y="0"/>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 name="Google Shape;2134;p37"/>
            <p:cNvGrpSpPr/>
            <p:nvPr/>
          </p:nvGrpSpPr>
          <p:grpSpPr>
            <a:xfrm>
              <a:off x="6408352" y="2009851"/>
              <a:ext cx="450794" cy="408492"/>
              <a:chOff x="5255839" y="-1347627"/>
              <a:chExt cx="1366681" cy="1238732"/>
            </a:xfrm>
          </p:grpSpPr>
          <p:sp>
            <p:nvSpPr>
              <p:cNvPr id="2135" name="Google Shape;2135;p37"/>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37"/>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37"/>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37"/>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37"/>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37"/>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37"/>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37"/>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37"/>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37"/>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37"/>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37"/>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37"/>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37"/>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 name="Google Shape;2149;p37"/>
            <p:cNvGrpSpPr/>
            <p:nvPr/>
          </p:nvGrpSpPr>
          <p:grpSpPr>
            <a:xfrm>
              <a:off x="7062281" y="3221627"/>
              <a:ext cx="539875" cy="379541"/>
              <a:chOff x="4816896" y="2720393"/>
              <a:chExt cx="3260115" cy="2291915"/>
            </a:xfrm>
          </p:grpSpPr>
          <p:sp>
            <p:nvSpPr>
              <p:cNvPr id="2150" name="Google Shape;2150;p37"/>
              <p:cNvSpPr/>
              <p:nvPr/>
            </p:nvSpPr>
            <p:spPr>
              <a:xfrm rot="39010">
                <a:off x="7900162" y="4180847"/>
                <a:ext cx="168864" cy="95118"/>
              </a:xfrm>
              <a:custGeom>
                <a:rect b="b" l="l" r="r" t="t"/>
                <a:pathLst>
                  <a:path extrusionOk="0" h="405" w="719">
                    <a:moveTo>
                      <a:pt x="30" y="0"/>
                    </a:moveTo>
                    <a:cubicBezTo>
                      <a:pt x="14" y="0"/>
                      <a:pt x="0" y="7"/>
                      <a:pt x="0" y="7"/>
                    </a:cubicBezTo>
                    <a:lnTo>
                      <a:pt x="679" y="404"/>
                    </a:lnTo>
                    <a:lnTo>
                      <a:pt x="700" y="396"/>
                    </a:lnTo>
                    <a:cubicBezTo>
                      <a:pt x="706" y="392"/>
                      <a:pt x="708" y="392"/>
                      <a:pt x="710" y="392"/>
                    </a:cubicBezTo>
                    <a:cubicBezTo>
                      <a:pt x="714" y="392"/>
                      <a:pt x="716" y="394"/>
                      <a:pt x="718" y="394"/>
                    </a:cubicBezTo>
                    <a:lnTo>
                      <a:pt x="39" y="1"/>
                    </a:lnTo>
                    <a:cubicBezTo>
                      <a:pt x="36" y="1"/>
                      <a:pt x="33" y="0"/>
                      <a:pt x="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37"/>
              <p:cNvSpPr/>
              <p:nvPr/>
            </p:nvSpPr>
            <p:spPr>
              <a:xfrm rot="39010">
                <a:off x="7846780" y="4265467"/>
                <a:ext cx="162993" cy="103104"/>
              </a:xfrm>
              <a:custGeom>
                <a:rect b="b" l="l" r="r" t="t"/>
                <a:pathLst>
                  <a:path extrusionOk="0" h="439" w="694">
                    <a:moveTo>
                      <a:pt x="0" y="0"/>
                    </a:moveTo>
                    <a:lnTo>
                      <a:pt x="2" y="23"/>
                    </a:lnTo>
                    <a:cubicBezTo>
                      <a:pt x="8" y="39"/>
                      <a:pt x="10" y="41"/>
                      <a:pt x="12" y="41"/>
                    </a:cubicBezTo>
                    <a:lnTo>
                      <a:pt x="694" y="438"/>
                    </a:lnTo>
                    <a:lnTo>
                      <a:pt x="686" y="430"/>
                    </a:lnTo>
                    <a:cubicBezTo>
                      <a:pt x="684" y="428"/>
                      <a:pt x="684" y="422"/>
                      <a:pt x="684" y="418"/>
                    </a:cubicBezTo>
                    <a:lnTo>
                      <a:pt x="679" y="397"/>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37"/>
              <p:cNvSpPr/>
              <p:nvPr/>
            </p:nvSpPr>
            <p:spPr>
              <a:xfrm rot="39010">
                <a:off x="7902710" y="4120997"/>
                <a:ext cx="171213" cy="96762"/>
              </a:xfrm>
              <a:custGeom>
                <a:rect b="b" l="l" r="r" t="t"/>
                <a:pathLst>
                  <a:path extrusionOk="0" h="412" w="729">
                    <a:moveTo>
                      <a:pt x="723" y="396"/>
                    </a:moveTo>
                    <a:lnTo>
                      <a:pt x="729" y="400"/>
                    </a:lnTo>
                    <a:cubicBezTo>
                      <a:pt x="727" y="398"/>
                      <a:pt x="725" y="396"/>
                      <a:pt x="723" y="396"/>
                    </a:cubicBezTo>
                    <a:close/>
                    <a:moveTo>
                      <a:pt x="43" y="1"/>
                    </a:moveTo>
                    <a:cubicBezTo>
                      <a:pt x="21" y="5"/>
                      <a:pt x="0" y="17"/>
                      <a:pt x="0" y="17"/>
                    </a:cubicBezTo>
                    <a:lnTo>
                      <a:pt x="680" y="412"/>
                    </a:lnTo>
                    <a:lnTo>
                      <a:pt x="700" y="398"/>
                    </a:lnTo>
                    <a:cubicBezTo>
                      <a:pt x="700" y="398"/>
                      <a:pt x="701" y="398"/>
                      <a:pt x="702" y="398"/>
                    </a:cubicBezTo>
                    <a:cubicBezTo>
                      <a:pt x="705" y="398"/>
                      <a:pt x="710" y="395"/>
                      <a:pt x="716" y="395"/>
                    </a:cubicBezTo>
                    <a:cubicBezTo>
                      <a:pt x="718" y="395"/>
                      <a:pt x="721" y="395"/>
                      <a:pt x="723" y="396"/>
                    </a:cubicBezTo>
                    <a:lnTo>
                      <a:pt x="723" y="396"/>
                    </a:lnTo>
                    <a:lnTo>
                      <a:pt x="47" y="3"/>
                    </a:lnTo>
                    <a:cubicBezTo>
                      <a:pt x="45" y="1"/>
                      <a:pt x="43" y="1"/>
                      <a:pt x="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37"/>
              <p:cNvSpPr/>
              <p:nvPr/>
            </p:nvSpPr>
            <p:spPr>
              <a:xfrm rot="39010">
                <a:off x="7834984" y="4118172"/>
                <a:ext cx="221943" cy="241436"/>
              </a:xfrm>
              <a:custGeom>
                <a:rect b="b" l="l" r="r" t="t"/>
                <a:pathLst>
                  <a:path extrusionOk="0" h="1028" w="945">
                    <a:moveTo>
                      <a:pt x="249" y="0"/>
                    </a:moveTo>
                    <a:lnTo>
                      <a:pt x="249" y="242"/>
                    </a:lnTo>
                    <a:lnTo>
                      <a:pt x="249" y="252"/>
                    </a:lnTo>
                    <a:lnTo>
                      <a:pt x="249" y="260"/>
                    </a:lnTo>
                    <a:cubicBezTo>
                      <a:pt x="249" y="268"/>
                      <a:pt x="247" y="270"/>
                      <a:pt x="247" y="277"/>
                    </a:cubicBezTo>
                    <a:cubicBezTo>
                      <a:pt x="242" y="283"/>
                      <a:pt x="242" y="287"/>
                      <a:pt x="242" y="291"/>
                    </a:cubicBezTo>
                    <a:cubicBezTo>
                      <a:pt x="240" y="299"/>
                      <a:pt x="240" y="303"/>
                      <a:pt x="238" y="309"/>
                    </a:cubicBezTo>
                    <a:cubicBezTo>
                      <a:pt x="236" y="317"/>
                      <a:pt x="234" y="324"/>
                      <a:pt x="234" y="330"/>
                    </a:cubicBezTo>
                    <a:lnTo>
                      <a:pt x="226" y="352"/>
                    </a:lnTo>
                    <a:cubicBezTo>
                      <a:pt x="220" y="365"/>
                      <a:pt x="216" y="381"/>
                      <a:pt x="210" y="393"/>
                    </a:cubicBezTo>
                    <a:cubicBezTo>
                      <a:pt x="201" y="405"/>
                      <a:pt x="197" y="420"/>
                      <a:pt x="191" y="430"/>
                    </a:cubicBezTo>
                    <a:cubicBezTo>
                      <a:pt x="187" y="440"/>
                      <a:pt x="183" y="446"/>
                      <a:pt x="177" y="455"/>
                    </a:cubicBezTo>
                    <a:cubicBezTo>
                      <a:pt x="171" y="461"/>
                      <a:pt x="171" y="465"/>
                      <a:pt x="171" y="465"/>
                    </a:cubicBezTo>
                    <a:cubicBezTo>
                      <a:pt x="171" y="465"/>
                      <a:pt x="169" y="467"/>
                      <a:pt x="169" y="471"/>
                    </a:cubicBezTo>
                    <a:cubicBezTo>
                      <a:pt x="167" y="475"/>
                      <a:pt x="165" y="477"/>
                      <a:pt x="161" y="479"/>
                    </a:cubicBezTo>
                    <a:cubicBezTo>
                      <a:pt x="159" y="483"/>
                      <a:pt x="159" y="483"/>
                      <a:pt x="159" y="485"/>
                    </a:cubicBezTo>
                    <a:lnTo>
                      <a:pt x="150" y="493"/>
                    </a:lnTo>
                    <a:cubicBezTo>
                      <a:pt x="148" y="495"/>
                      <a:pt x="148" y="498"/>
                      <a:pt x="146" y="498"/>
                    </a:cubicBezTo>
                    <a:cubicBezTo>
                      <a:pt x="140" y="506"/>
                      <a:pt x="136" y="510"/>
                      <a:pt x="134" y="514"/>
                    </a:cubicBezTo>
                    <a:cubicBezTo>
                      <a:pt x="128" y="518"/>
                      <a:pt x="126" y="524"/>
                      <a:pt x="120" y="528"/>
                    </a:cubicBezTo>
                    <a:cubicBezTo>
                      <a:pt x="116" y="536"/>
                      <a:pt x="109" y="538"/>
                      <a:pt x="105" y="545"/>
                    </a:cubicBezTo>
                    <a:cubicBezTo>
                      <a:pt x="99" y="549"/>
                      <a:pt x="95" y="557"/>
                      <a:pt x="89" y="559"/>
                    </a:cubicBezTo>
                    <a:cubicBezTo>
                      <a:pt x="79" y="569"/>
                      <a:pt x="69" y="579"/>
                      <a:pt x="58" y="588"/>
                    </a:cubicBezTo>
                    <a:cubicBezTo>
                      <a:pt x="46" y="598"/>
                      <a:pt x="38" y="606"/>
                      <a:pt x="32" y="610"/>
                    </a:cubicBezTo>
                    <a:cubicBezTo>
                      <a:pt x="26" y="616"/>
                      <a:pt x="21" y="618"/>
                      <a:pt x="15" y="620"/>
                    </a:cubicBezTo>
                    <a:cubicBezTo>
                      <a:pt x="11" y="626"/>
                      <a:pt x="7" y="626"/>
                      <a:pt x="5" y="628"/>
                    </a:cubicBezTo>
                    <a:cubicBezTo>
                      <a:pt x="3" y="631"/>
                      <a:pt x="1" y="631"/>
                      <a:pt x="1" y="631"/>
                    </a:cubicBezTo>
                    <a:lnTo>
                      <a:pt x="680" y="1027"/>
                    </a:lnTo>
                    <a:cubicBezTo>
                      <a:pt x="688" y="1023"/>
                      <a:pt x="690" y="1019"/>
                      <a:pt x="693" y="1019"/>
                    </a:cubicBezTo>
                    <a:cubicBezTo>
                      <a:pt x="701" y="1015"/>
                      <a:pt x="703" y="1013"/>
                      <a:pt x="709" y="1009"/>
                    </a:cubicBezTo>
                    <a:cubicBezTo>
                      <a:pt x="711" y="1007"/>
                      <a:pt x="717" y="1005"/>
                      <a:pt x="719" y="1003"/>
                    </a:cubicBezTo>
                    <a:cubicBezTo>
                      <a:pt x="723" y="997"/>
                      <a:pt x="729" y="995"/>
                      <a:pt x="733" y="989"/>
                    </a:cubicBezTo>
                    <a:cubicBezTo>
                      <a:pt x="742" y="984"/>
                      <a:pt x="744" y="982"/>
                      <a:pt x="744" y="978"/>
                    </a:cubicBezTo>
                    <a:cubicBezTo>
                      <a:pt x="748" y="976"/>
                      <a:pt x="750" y="974"/>
                      <a:pt x="754" y="972"/>
                    </a:cubicBezTo>
                    <a:lnTo>
                      <a:pt x="762" y="964"/>
                    </a:lnTo>
                    <a:lnTo>
                      <a:pt x="768" y="958"/>
                    </a:lnTo>
                    <a:lnTo>
                      <a:pt x="772" y="954"/>
                    </a:lnTo>
                    <a:lnTo>
                      <a:pt x="778" y="948"/>
                    </a:lnTo>
                    <a:lnTo>
                      <a:pt x="783" y="944"/>
                    </a:lnTo>
                    <a:lnTo>
                      <a:pt x="789" y="937"/>
                    </a:lnTo>
                    <a:cubicBezTo>
                      <a:pt x="791" y="935"/>
                      <a:pt x="793" y="933"/>
                      <a:pt x="793" y="931"/>
                    </a:cubicBezTo>
                    <a:cubicBezTo>
                      <a:pt x="795" y="927"/>
                      <a:pt x="799" y="925"/>
                      <a:pt x="799" y="923"/>
                    </a:cubicBezTo>
                    <a:lnTo>
                      <a:pt x="803" y="917"/>
                    </a:lnTo>
                    <a:cubicBezTo>
                      <a:pt x="809" y="913"/>
                      <a:pt x="809" y="911"/>
                      <a:pt x="811" y="907"/>
                    </a:cubicBezTo>
                    <a:cubicBezTo>
                      <a:pt x="813" y="905"/>
                      <a:pt x="815" y="903"/>
                      <a:pt x="815" y="901"/>
                    </a:cubicBezTo>
                    <a:lnTo>
                      <a:pt x="823" y="892"/>
                    </a:lnTo>
                    <a:lnTo>
                      <a:pt x="830" y="886"/>
                    </a:lnTo>
                    <a:cubicBezTo>
                      <a:pt x="834" y="880"/>
                      <a:pt x="834" y="880"/>
                      <a:pt x="836" y="876"/>
                    </a:cubicBezTo>
                    <a:cubicBezTo>
                      <a:pt x="840" y="874"/>
                      <a:pt x="842" y="872"/>
                      <a:pt x="842" y="870"/>
                    </a:cubicBezTo>
                    <a:cubicBezTo>
                      <a:pt x="844" y="866"/>
                      <a:pt x="844" y="866"/>
                      <a:pt x="844" y="864"/>
                    </a:cubicBezTo>
                    <a:cubicBezTo>
                      <a:pt x="846" y="862"/>
                      <a:pt x="850" y="860"/>
                      <a:pt x="850" y="856"/>
                    </a:cubicBezTo>
                    <a:cubicBezTo>
                      <a:pt x="852" y="851"/>
                      <a:pt x="854" y="851"/>
                      <a:pt x="854" y="849"/>
                    </a:cubicBezTo>
                    <a:cubicBezTo>
                      <a:pt x="854" y="845"/>
                      <a:pt x="856" y="843"/>
                      <a:pt x="862" y="839"/>
                    </a:cubicBezTo>
                    <a:cubicBezTo>
                      <a:pt x="866" y="831"/>
                      <a:pt x="871" y="823"/>
                      <a:pt x="877" y="815"/>
                    </a:cubicBezTo>
                    <a:cubicBezTo>
                      <a:pt x="881" y="811"/>
                      <a:pt x="883" y="804"/>
                      <a:pt x="885" y="802"/>
                    </a:cubicBezTo>
                    <a:cubicBezTo>
                      <a:pt x="887" y="800"/>
                      <a:pt x="891" y="794"/>
                      <a:pt x="893" y="790"/>
                    </a:cubicBezTo>
                    <a:cubicBezTo>
                      <a:pt x="895" y="788"/>
                      <a:pt x="895" y="784"/>
                      <a:pt x="897" y="780"/>
                    </a:cubicBezTo>
                    <a:cubicBezTo>
                      <a:pt x="901" y="774"/>
                      <a:pt x="901" y="774"/>
                      <a:pt x="901" y="772"/>
                    </a:cubicBezTo>
                    <a:cubicBezTo>
                      <a:pt x="903" y="770"/>
                      <a:pt x="903" y="768"/>
                      <a:pt x="903" y="763"/>
                    </a:cubicBezTo>
                    <a:cubicBezTo>
                      <a:pt x="905" y="761"/>
                      <a:pt x="905" y="759"/>
                      <a:pt x="905" y="759"/>
                    </a:cubicBezTo>
                    <a:cubicBezTo>
                      <a:pt x="907" y="757"/>
                      <a:pt x="907" y="753"/>
                      <a:pt x="907" y="753"/>
                    </a:cubicBezTo>
                    <a:cubicBezTo>
                      <a:pt x="907" y="751"/>
                      <a:pt x="911" y="749"/>
                      <a:pt x="911" y="749"/>
                    </a:cubicBezTo>
                    <a:cubicBezTo>
                      <a:pt x="913" y="747"/>
                      <a:pt x="913" y="743"/>
                      <a:pt x="913" y="743"/>
                    </a:cubicBezTo>
                    <a:cubicBezTo>
                      <a:pt x="913" y="741"/>
                      <a:pt x="916" y="739"/>
                      <a:pt x="916" y="739"/>
                    </a:cubicBezTo>
                    <a:cubicBezTo>
                      <a:pt x="920" y="733"/>
                      <a:pt x="920" y="731"/>
                      <a:pt x="920" y="731"/>
                    </a:cubicBezTo>
                    <a:cubicBezTo>
                      <a:pt x="920" y="729"/>
                      <a:pt x="922" y="727"/>
                      <a:pt x="922" y="723"/>
                    </a:cubicBezTo>
                    <a:cubicBezTo>
                      <a:pt x="924" y="721"/>
                      <a:pt x="924" y="718"/>
                      <a:pt x="924" y="716"/>
                    </a:cubicBezTo>
                    <a:cubicBezTo>
                      <a:pt x="926" y="710"/>
                      <a:pt x="926" y="708"/>
                      <a:pt x="926" y="708"/>
                    </a:cubicBezTo>
                    <a:cubicBezTo>
                      <a:pt x="930" y="706"/>
                      <a:pt x="930" y="700"/>
                      <a:pt x="930" y="698"/>
                    </a:cubicBezTo>
                    <a:cubicBezTo>
                      <a:pt x="932" y="690"/>
                      <a:pt x="932" y="690"/>
                      <a:pt x="932" y="688"/>
                    </a:cubicBezTo>
                    <a:cubicBezTo>
                      <a:pt x="934" y="682"/>
                      <a:pt x="934" y="680"/>
                      <a:pt x="934" y="678"/>
                    </a:cubicBezTo>
                    <a:cubicBezTo>
                      <a:pt x="934" y="676"/>
                      <a:pt x="936" y="671"/>
                      <a:pt x="936" y="671"/>
                    </a:cubicBezTo>
                    <a:cubicBezTo>
                      <a:pt x="936" y="669"/>
                      <a:pt x="936" y="667"/>
                      <a:pt x="940" y="667"/>
                    </a:cubicBezTo>
                    <a:cubicBezTo>
                      <a:pt x="940" y="665"/>
                      <a:pt x="940" y="661"/>
                      <a:pt x="942" y="659"/>
                    </a:cubicBezTo>
                    <a:cubicBezTo>
                      <a:pt x="944" y="651"/>
                      <a:pt x="944" y="649"/>
                      <a:pt x="944" y="645"/>
                    </a:cubicBezTo>
                    <a:lnTo>
                      <a:pt x="944" y="639"/>
                    </a:lnTo>
                    <a:lnTo>
                      <a:pt x="944" y="635"/>
                    </a:lnTo>
                    <a:cubicBezTo>
                      <a:pt x="932" y="639"/>
                      <a:pt x="932" y="639"/>
                      <a:pt x="930" y="639"/>
                    </a:cubicBezTo>
                    <a:lnTo>
                      <a:pt x="930" y="393"/>
                    </a:lnTo>
                    <a:lnTo>
                      <a:pt x="2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37"/>
              <p:cNvSpPr/>
              <p:nvPr/>
            </p:nvSpPr>
            <p:spPr>
              <a:xfrm rot="39010">
                <a:off x="7796884" y="4294262"/>
                <a:ext cx="163228" cy="104982"/>
              </a:xfrm>
              <a:custGeom>
                <a:rect b="b" l="l" r="r" t="t"/>
                <a:pathLst>
                  <a:path extrusionOk="0" h="447" w="695">
                    <a:moveTo>
                      <a:pt x="0" y="0"/>
                    </a:moveTo>
                    <a:lnTo>
                      <a:pt x="0" y="25"/>
                    </a:lnTo>
                    <a:cubicBezTo>
                      <a:pt x="9" y="45"/>
                      <a:pt x="11" y="49"/>
                      <a:pt x="15" y="49"/>
                    </a:cubicBezTo>
                    <a:lnTo>
                      <a:pt x="693" y="446"/>
                    </a:lnTo>
                    <a:lnTo>
                      <a:pt x="693" y="446"/>
                    </a:lnTo>
                    <a:cubicBezTo>
                      <a:pt x="689" y="443"/>
                      <a:pt x="687" y="440"/>
                      <a:pt x="684" y="436"/>
                    </a:cubicBezTo>
                    <a:cubicBezTo>
                      <a:pt x="682" y="430"/>
                      <a:pt x="682" y="426"/>
                      <a:pt x="682" y="420"/>
                    </a:cubicBezTo>
                    <a:lnTo>
                      <a:pt x="682" y="397"/>
                    </a:lnTo>
                    <a:lnTo>
                      <a:pt x="0" y="0"/>
                    </a:lnTo>
                    <a:close/>
                    <a:moveTo>
                      <a:pt x="693" y="446"/>
                    </a:moveTo>
                    <a:cubicBezTo>
                      <a:pt x="693" y="446"/>
                      <a:pt x="694" y="446"/>
                      <a:pt x="694" y="446"/>
                    </a:cubicBezTo>
                    <a:lnTo>
                      <a:pt x="693" y="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37"/>
              <p:cNvSpPr/>
              <p:nvPr/>
            </p:nvSpPr>
            <p:spPr>
              <a:xfrm rot="39010">
                <a:off x="7746546" y="4321873"/>
                <a:ext cx="162758" cy="104513"/>
              </a:xfrm>
              <a:custGeom>
                <a:rect b="b" l="l" r="r" t="t"/>
                <a:pathLst>
                  <a:path extrusionOk="0" h="445" w="693">
                    <a:moveTo>
                      <a:pt x="1" y="1"/>
                    </a:moveTo>
                    <a:lnTo>
                      <a:pt x="1" y="23"/>
                    </a:lnTo>
                    <a:cubicBezTo>
                      <a:pt x="7" y="44"/>
                      <a:pt x="11" y="48"/>
                      <a:pt x="13" y="50"/>
                    </a:cubicBezTo>
                    <a:lnTo>
                      <a:pt x="686" y="440"/>
                    </a:lnTo>
                    <a:lnTo>
                      <a:pt x="686" y="440"/>
                    </a:lnTo>
                    <a:cubicBezTo>
                      <a:pt x="686" y="439"/>
                      <a:pt x="686" y="439"/>
                      <a:pt x="686" y="439"/>
                    </a:cubicBezTo>
                    <a:cubicBezTo>
                      <a:pt x="682" y="433"/>
                      <a:pt x="680" y="429"/>
                      <a:pt x="680" y="420"/>
                    </a:cubicBezTo>
                    <a:lnTo>
                      <a:pt x="680" y="398"/>
                    </a:lnTo>
                    <a:lnTo>
                      <a:pt x="1" y="1"/>
                    </a:lnTo>
                    <a:close/>
                    <a:moveTo>
                      <a:pt x="686" y="440"/>
                    </a:moveTo>
                    <a:lnTo>
                      <a:pt x="686" y="440"/>
                    </a:lnTo>
                    <a:cubicBezTo>
                      <a:pt x="688" y="442"/>
                      <a:pt x="689" y="445"/>
                      <a:pt x="690" y="445"/>
                    </a:cubicBezTo>
                    <a:cubicBezTo>
                      <a:pt x="691" y="445"/>
                      <a:pt x="692" y="444"/>
                      <a:pt x="692" y="443"/>
                    </a:cubicBezTo>
                    <a:lnTo>
                      <a:pt x="686" y="4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37"/>
              <p:cNvSpPr/>
              <p:nvPr/>
            </p:nvSpPr>
            <p:spPr>
              <a:xfrm rot="39010">
                <a:off x="7696650" y="4351608"/>
                <a:ext cx="163228" cy="104513"/>
              </a:xfrm>
              <a:custGeom>
                <a:rect b="b" l="l" r="r" t="t"/>
                <a:pathLst>
                  <a:path extrusionOk="0" h="445" w="695">
                    <a:moveTo>
                      <a:pt x="1" y="1"/>
                    </a:moveTo>
                    <a:lnTo>
                      <a:pt x="1" y="23"/>
                    </a:lnTo>
                    <a:cubicBezTo>
                      <a:pt x="9" y="46"/>
                      <a:pt x="11" y="48"/>
                      <a:pt x="13" y="48"/>
                    </a:cubicBezTo>
                    <a:lnTo>
                      <a:pt x="695" y="445"/>
                    </a:lnTo>
                    <a:cubicBezTo>
                      <a:pt x="688" y="441"/>
                      <a:pt x="686" y="435"/>
                      <a:pt x="684" y="433"/>
                    </a:cubicBezTo>
                    <a:cubicBezTo>
                      <a:pt x="682" y="426"/>
                      <a:pt x="682" y="422"/>
                      <a:pt x="682" y="416"/>
                    </a:cubicBezTo>
                    <a:lnTo>
                      <a:pt x="682" y="394"/>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37"/>
              <p:cNvSpPr/>
              <p:nvPr/>
            </p:nvSpPr>
            <p:spPr>
              <a:xfrm rot="39010">
                <a:off x="7647489" y="4378527"/>
                <a:ext cx="162523" cy="104982"/>
              </a:xfrm>
              <a:custGeom>
                <a:rect b="b" l="l" r="r" t="t"/>
                <a:pathLst>
                  <a:path extrusionOk="0" h="447" w="692">
                    <a:moveTo>
                      <a:pt x="0" y="0"/>
                    </a:moveTo>
                    <a:lnTo>
                      <a:pt x="0" y="27"/>
                    </a:lnTo>
                    <a:cubicBezTo>
                      <a:pt x="6" y="48"/>
                      <a:pt x="8" y="50"/>
                      <a:pt x="13" y="52"/>
                    </a:cubicBezTo>
                    <a:lnTo>
                      <a:pt x="692" y="447"/>
                    </a:lnTo>
                    <a:cubicBezTo>
                      <a:pt x="688" y="442"/>
                      <a:pt x="686" y="440"/>
                      <a:pt x="686" y="436"/>
                    </a:cubicBezTo>
                    <a:cubicBezTo>
                      <a:pt x="682" y="430"/>
                      <a:pt x="680" y="426"/>
                      <a:pt x="680" y="420"/>
                    </a:cubicBezTo>
                    <a:lnTo>
                      <a:pt x="680" y="397"/>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37"/>
              <p:cNvSpPr/>
              <p:nvPr/>
            </p:nvSpPr>
            <p:spPr>
              <a:xfrm rot="39010">
                <a:off x="7597134" y="4407319"/>
                <a:ext cx="163228" cy="104982"/>
              </a:xfrm>
              <a:custGeom>
                <a:rect b="b" l="l" r="r" t="t"/>
                <a:pathLst>
                  <a:path extrusionOk="0" h="447" w="695">
                    <a:moveTo>
                      <a:pt x="0" y="0"/>
                    </a:moveTo>
                    <a:lnTo>
                      <a:pt x="0" y="25"/>
                    </a:lnTo>
                    <a:cubicBezTo>
                      <a:pt x="9" y="45"/>
                      <a:pt x="11" y="47"/>
                      <a:pt x="13" y="49"/>
                    </a:cubicBezTo>
                    <a:lnTo>
                      <a:pt x="694" y="446"/>
                    </a:lnTo>
                    <a:cubicBezTo>
                      <a:pt x="688" y="440"/>
                      <a:pt x="686" y="438"/>
                      <a:pt x="684" y="434"/>
                    </a:cubicBezTo>
                    <a:cubicBezTo>
                      <a:pt x="680" y="428"/>
                      <a:pt x="680" y="424"/>
                      <a:pt x="680" y="418"/>
                    </a:cubicBezTo>
                    <a:lnTo>
                      <a:pt x="680" y="395"/>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37"/>
              <p:cNvSpPr/>
              <p:nvPr/>
            </p:nvSpPr>
            <p:spPr>
              <a:xfrm rot="39010">
                <a:off x="7546796" y="4434933"/>
                <a:ext cx="163228" cy="104513"/>
              </a:xfrm>
              <a:custGeom>
                <a:rect b="b" l="l" r="r" t="t"/>
                <a:pathLst>
                  <a:path extrusionOk="0" h="445" w="695">
                    <a:moveTo>
                      <a:pt x="1" y="1"/>
                    </a:moveTo>
                    <a:lnTo>
                      <a:pt x="1" y="24"/>
                    </a:lnTo>
                    <a:cubicBezTo>
                      <a:pt x="9" y="44"/>
                      <a:pt x="11" y="46"/>
                      <a:pt x="13" y="50"/>
                    </a:cubicBezTo>
                    <a:lnTo>
                      <a:pt x="686" y="440"/>
                    </a:lnTo>
                    <a:lnTo>
                      <a:pt x="686" y="440"/>
                    </a:lnTo>
                    <a:cubicBezTo>
                      <a:pt x="685" y="439"/>
                      <a:pt x="685" y="438"/>
                      <a:pt x="684" y="437"/>
                    </a:cubicBezTo>
                    <a:cubicBezTo>
                      <a:pt x="682" y="431"/>
                      <a:pt x="682" y="427"/>
                      <a:pt x="682" y="420"/>
                    </a:cubicBezTo>
                    <a:lnTo>
                      <a:pt x="682" y="398"/>
                    </a:lnTo>
                    <a:lnTo>
                      <a:pt x="1" y="1"/>
                    </a:lnTo>
                    <a:close/>
                    <a:moveTo>
                      <a:pt x="686" y="440"/>
                    </a:moveTo>
                    <a:lnTo>
                      <a:pt x="686" y="440"/>
                    </a:lnTo>
                    <a:cubicBezTo>
                      <a:pt x="688" y="442"/>
                      <a:pt x="690" y="444"/>
                      <a:pt x="694" y="445"/>
                    </a:cubicBezTo>
                    <a:lnTo>
                      <a:pt x="686" y="4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37"/>
              <p:cNvSpPr/>
              <p:nvPr/>
            </p:nvSpPr>
            <p:spPr>
              <a:xfrm rot="39010">
                <a:off x="7495982" y="4462779"/>
                <a:ext cx="163698" cy="104513"/>
              </a:xfrm>
              <a:custGeom>
                <a:rect b="b" l="l" r="r" t="t"/>
                <a:pathLst>
                  <a:path extrusionOk="0" h="445" w="697">
                    <a:moveTo>
                      <a:pt x="1" y="1"/>
                    </a:moveTo>
                    <a:lnTo>
                      <a:pt x="3" y="25"/>
                    </a:lnTo>
                    <a:cubicBezTo>
                      <a:pt x="11" y="46"/>
                      <a:pt x="13" y="50"/>
                      <a:pt x="17" y="52"/>
                    </a:cubicBezTo>
                    <a:lnTo>
                      <a:pt x="691" y="442"/>
                    </a:lnTo>
                    <a:lnTo>
                      <a:pt x="691" y="442"/>
                    </a:lnTo>
                    <a:cubicBezTo>
                      <a:pt x="689" y="440"/>
                      <a:pt x="687" y="438"/>
                      <a:pt x="686" y="434"/>
                    </a:cubicBezTo>
                    <a:cubicBezTo>
                      <a:pt x="684" y="430"/>
                      <a:pt x="682" y="424"/>
                      <a:pt x="682" y="420"/>
                    </a:cubicBezTo>
                    <a:lnTo>
                      <a:pt x="682" y="398"/>
                    </a:lnTo>
                    <a:lnTo>
                      <a:pt x="1" y="1"/>
                    </a:lnTo>
                    <a:close/>
                    <a:moveTo>
                      <a:pt x="691" y="442"/>
                    </a:moveTo>
                    <a:cubicBezTo>
                      <a:pt x="693" y="443"/>
                      <a:pt x="695" y="444"/>
                      <a:pt x="697" y="445"/>
                    </a:cubicBezTo>
                    <a:lnTo>
                      <a:pt x="691" y="44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37"/>
              <p:cNvSpPr/>
              <p:nvPr/>
            </p:nvSpPr>
            <p:spPr>
              <a:xfrm rot="39010">
                <a:off x="7446324" y="4492040"/>
                <a:ext cx="162993" cy="104982"/>
              </a:xfrm>
              <a:custGeom>
                <a:rect b="b" l="l" r="r" t="t"/>
                <a:pathLst>
                  <a:path extrusionOk="0" h="447" w="694">
                    <a:moveTo>
                      <a:pt x="0" y="1"/>
                    </a:moveTo>
                    <a:lnTo>
                      <a:pt x="0" y="25"/>
                    </a:lnTo>
                    <a:cubicBezTo>
                      <a:pt x="8" y="46"/>
                      <a:pt x="10" y="48"/>
                      <a:pt x="14" y="50"/>
                    </a:cubicBezTo>
                    <a:lnTo>
                      <a:pt x="694" y="447"/>
                    </a:lnTo>
                    <a:cubicBezTo>
                      <a:pt x="690" y="440"/>
                      <a:pt x="688" y="436"/>
                      <a:pt x="684" y="434"/>
                    </a:cubicBezTo>
                    <a:cubicBezTo>
                      <a:pt x="681" y="428"/>
                      <a:pt x="681" y="424"/>
                      <a:pt x="681" y="418"/>
                    </a:cubicBezTo>
                    <a:lnTo>
                      <a:pt x="681" y="395"/>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37"/>
              <p:cNvSpPr/>
              <p:nvPr/>
            </p:nvSpPr>
            <p:spPr>
              <a:xfrm rot="39010">
                <a:off x="7396920" y="4519901"/>
                <a:ext cx="163228" cy="104982"/>
              </a:xfrm>
              <a:custGeom>
                <a:rect b="b" l="l" r="r" t="t"/>
                <a:pathLst>
                  <a:path extrusionOk="0" h="447" w="695">
                    <a:moveTo>
                      <a:pt x="0" y="0"/>
                    </a:moveTo>
                    <a:lnTo>
                      <a:pt x="0" y="23"/>
                    </a:lnTo>
                    <a:cubicBezTo>
                      <a:pt x="9" y="43"/>
                      <a:pt x="11" y="47"/>
                      <a:pt x="13" y="49"/>
                    </a:cubicBezTo>
                    <a:lnTo>
                      <a:pt x="694" y="446"/>
                    </a:lnTo>
                    <a:lnTo>
                      <a:pt x="684" y="436"/>
                    </a:lnTo>
                    <a:cubicBezTo>
                      <a:pt x="682" y="430"/>
                      <a:pt x="682" y="426"/>
                      <a:pt x="682" y="420"/>
                    </a:cubicBezTo>
                    <a:lnTo>
                      <a:pt x="682" y="397"/>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37"/>
              <p:cNvSpPr/>
              <p:nvPr/>
            </p:nvSpPr>
            <p:spPr>
              <a:xfrm rot="39010">
                <a:off x="7346577" y="4548220"/>
                <a:ext cx="163228" cy="103808"/>
              </a:xfrm>
              <a:custGeom>
                <a:rect b="b" l="l" r="r" t="t"/>
                <a:pathLst>
                  <a:path extrusionOk="0" h="442" w="695">
                    <a:moveTo>
                      <a:pt x="1" y="0"/>
                    </a:moveTo>
                    <a:lnTo>
                      <a:pt x="1" y="23"/>
                    </a:lnTo>
                    <a:cubicBezTo>
                      <a:pt x="9" y="47"/>
                      <a:pt x="11" y="49"/>
                      <a:pt x="13" y="49"/>
                    </a:cubicBezTo>
                    <a:lnTo>
                      <a:pt x="689" y="439"/>
                    </a:lnTo>
                    <a:lnTo>
                      <a:pt x="689" y="439"/>
                    </a:lnTo>
                    <a:cubicBezTo>
                      <a:pt x="687" y="437"/>
                      <a:pt x="685" y="435"/>
                      <a:pt x="684" y="432"/>
                    </a:cubicBezTo>
                    <a:cubicBezTo>
                      <a:pt x="682" y="428"/>
                      <a:pt x="682" y="421"/>
                      <a:pt x="682" y="417"/>
                    </a:cubicBezTo>
                    <a:lnTo>
                      <a:pt x="682" y="395"/>
                    </a:lnTo>
                    <a:lnTo>
                      <a:pt x="1" y="0"/>
                    </a:lnTo>
                    <a:close/>
                    <a:moveTo>
                      <a:pt x="689" y="439"/>
                    </a:moveTo>
                    <a:cubicBezTo>
                      <a:pt x="691" y="440"/>
                      <a:pt x="693" y="441"/>
                      <a:pt x="694" y="442"/>
                    </a:cubicBezTo>
                    <a:lnTo>
                      <a:pt x="689" y="43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37"/>
              <p:cNvSpPr/>
              <p:nvPr/>
            </p:nvSpPr>
            <p:spPr>
              <a:xfrm rot="39010">
                <a:off x="7296702" y="4575836"/>
                <a:ext cx="162758" cy="104513"/>
              </a:xfrm>
              <a:custGeom>
                <a:rect b="b" l="l" r="r" t="t"/>
                <a:pathLst>
                  <a:path extrusionOk="0" h="445" w="693">
                    <a:moveTo>
                      <a:pt x="1" y="1"/>
                    </a:moveTo>
                    <a:lnTo>
                      <a:pt x="1" y="23"/>
                    </a:lnTo>
                    <a:cubicBezTo>
                      <a:pt x="7" y="44"/>
                      <a:pt x="9" y="46"/>
                      <a:pt x="13" y="50"/>
                    </a:cubicBezTo>
                    <a:lnTo>
                      <a:pt x="690" y="443"/>
                    </a:lnTo>
                    <a:lnTo>
                      <a:pt x="690" y="443"/>
                    </a:lnTo>
                    <a:cubicBezTo>
                      <a:pt x="687" y="441"/>
                      <a:pt x="685" y="439"/>
                      <a:pt x="682" y="434"/>
                    </a:cubicBezTo>
                    <a:cubicBezTo>
                      <a:pt x="680" y="430"/>
                      <a:pt x="680" y="424"/>
                      <a:pt x="680" y="420"/>
                    </a:cubicBezTo>
                    <a:lnTo>
                      <a:pt x="680" y="398"/>
                    </a:lnTo>
                    <a:lnTo>
                      <a:pt x="1" y="1"/>
                    </a:lnTo>
                    <a:close/>
                    <a:moveTo>
                      <a:pt x="690" y="443"/>
                    </a:moveTo>
                    <a:cubicBezTo>
                      <a:pt x="691" y="444"/>
                      <a:pt x="691" y="444"/>
                      <a:pt x="692" y="445"/>
                    </a:cubicBezTo>
                    <a:lnTo>
                      <a:pt x="690" y="44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37"/>
              <p:cNvSpPr/>
              <p:nvPr/>
            </p:nvSpPr>
            <p:spPr>
              <a:xfrm rot="39010">
                <a:off x="7246587" y="4604158"/>
                <a:ext cx="162993" cy="104513"/>
              </a:xfrm>
              <a:custGeom>
                <a:rect b="b" l="l" r="r" t="t"/>
                <a:pathLst>
                  <a:path extrusionOk="0" h="445" w="694">
                    <a:moveTo>
                      <a:pt x="0" y="0"/>
                    </a:moveTo>
                    <a:lnTo>
                      <a:pt x="0" y="23"/>
                    </a:lnTo>
                    <a:cubicBezTo>
                      <a:pt x="8" y="43"/>
                      <a:pt x="10" y="50"/>
                      <a:pt x="12" y="50"/>
                    </a:cubicBezTo>
                    <a:lnTo>
                      <a:pt x="687" y="440"/>
                    </a:lnTo>
                    <a:lnTo>
                      <a:pt x="687" y="440"/>
                    </a:lnTo>
                    <a:cubicBezTo>
                      <a:pt x="685" y="439"/>
                      <a:pt x="684" y="437"/>
                      <a:pt x="684" y="434"/>
                    </a:cubicBezTo>
                    <a:cubicBezTo>
                      <a:pt x="679" y="430"/>
                      <a:pt x="679" y="424"/>
                      <a:pt x="679" y="420"/>
                    </a:cubicBezTo>
                    <a:lnTo>
                      <a:pt x="679" y="397"/>
                    </a:lnTo>
                    <a:lnTo>
                      <a:pt x="0" y="0"/>
                    </a:lnTo>
                    <a:close/>
                    <a:moveTo>
                      <a:pt x="687" y="440"/>
                    </a:moveTo>
                    <a:lnTo>
                      <a:pt x="687" y="440"/>
                    </a:lnTo>
                    <a:cubicBezTo>
                      <a:pt x="688" y="442"/>
                      <a:pt x="690" y="443"/>
                      <a:pt x="694" y="444"/>
                    </a:cubicBezTo>
                    <a:lnTo>
                      <a:pt x="687" y="4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37"/>
              <p:cNvSpPr/>
              <p:nvPr/>
            </p:nvSpPr>
            <p:spPr>
              <a:xfrm rot="39010">
                <a:off x="7196230" y="4632946"/>
                <a:ext cx="162993" cy="104982"/>
              </a:xfrm>
              <a:custGeom>
                <a:rect b="b" l="l" r="r" t="t"/>
                <a:pathLst>
                  <a:path extrusionOk="0" h="447" w="694">
                    <a:moveTo>
                      <a:pt x="0" y="0"/>
                    </a:moveTo>
                    <a:lnTo>
                      <a:pt x="0" y="23"/>
                    </a:lnTo>
                    <a:cubicBezTo>
                      <a:pt x="9" y="45"/>
                      <a:pt x="11" y="49"/>
                      <a:pt x="13" y="49"/>
                    </a:cubicBezTo>
                    <a:lnTo>
                      <a:pt x="694" y="446"/>
                    </a:lnTo>
                    <a:cubicBezTo>
                      <a:pt x="692" y="440"/>
                      <a:pt x="686" y="436"/>
                      <a:pt x="684" y="432"/>
                    </a:cubicBezTo>
                    <a:cubicBezTo>
                      <a:pt x="682" y="428"/>
                      <a:pt x="682" y="422"/>
                      <a:pt x="682" y="418"/>
                    </a:cubicBezTo>
                    <a:lnTo>
                      <a:pt x="682" y="395"/>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37"/>
              <p:cNvSpPr/>
              <p:nvPr/>
            </p:nvSpPr>
            <p:spPr>
              <a:xfrm rot="39010">
                <a:off x="7146839" y="4660100"/>
                <a:ext cx="162758" cy="104043"/>
              </a:xfrm>
              <a:custGeom>
                <a:rect b="b" l="l" r="r" t="t"/>
                <a:pathLst>
                  <a:path extrusionOk="0" h="443" w="693">
                    <a:moveTo>
                      <a:pt x="1" y="1"/>
                    </a:moveTo>
                    <a:lnTo>
                      <a:pt x="1" y="23"/>
                    </a:lnTo>
                    <a:cubicBezTo>
                      <a:pt x="7" y="44"/>
                      <a:pt x="9" y="48"/>
                      <a:pt x="13" y="48"/>
                    </a:cubicBezTo>
                    <a:lnTo>
                      <a:pt x="685" y="438"/>
                    </a:lnTo>
                    <a:lnTo>
                      <a:pt x="685" y="438"/>
                    </a:lnTo>
                    <a:cubicBezTo>
                      <a:pt x="684" y="437"/>
                      <a:pt x="683" y="436"/>
                      <a:pt x="682" y="435"/>
                    </a:cubicBezTo>
                    <a:cubicBezTo>
                      <a:pt x="680" y="431"/>
                      <a:pt x="680" y="424"/>
                      <a:pt x="680" y="420"/>
                    </a:cubicBezTo>
                    <a:lnTo>
                      <a:pt x="680" y="396"/>
                    </a:lnTo>
                    <a:lnTo>
                      <a:pt x="1" y="1"/>
                    </a:lnTo>
                    <a:close/>
                    <a:moveTo>
                      <a:pt x="685" y="438"/>
                    </a:moveTo>
                    <a:cubicBezTo>
                      <a:pt x="687" y="442"/>
                      <a:pt x="689" y="443"/>
                      <a:pt x="692" y="443"/>
                    </a:cubicBezTo>
                    <a:lnTo>
                      <a:pt x="685" y="43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37"/>
              <p:cNvSpPr/>
              <p:nvPr/>
            </p:nvSpPr>
            <p:spPr>
              <a:xfrm rot="39010">
                <a:off x="7096490" y="4688421"/>
                <a:ext cx="163228" cy="104043"/>
              </a:xfrm>
              <a:custGeom>
                <a:rect b="b" l="l" r="r" t="t"/>
                <a:pathLst>
                  <a:path extrusionOk="0" h="443" w="695">
                    <a:moveTo>
                      <a:pt x="1" y="1"/>
                    </a:moveTo>
                    <a:lnTo>
                      <a:pt x="1" y="23"/>
                    </a:lnTo>
                    <a:cubicBezTo>
                      <a:pt x="9" y="46"/>
                      <a:pt x="11" y="48"/>
                      <a:pt x="13" y="48"/>
                    </a:cubicBezTo>
                    <a:lnTo>
                      <a:pt x="685" y="437"/>
                    </a:lnTo>
                    <a:lnTo>
                      <a:pt x="685" y="437"/>
                    </a:lnTo>
                    <a:cubicBezTo>
                      <a:pt x="685" y="437"/>
                      <a:pt x="685" y="436"/>
                      <a:pt x="684" y="434"/>
                    </a:cubicBezTo>
                    <a:cubicBezTo>
                      <a:pt x="680" y="430"/>
                      <a:pt x="680" y="424"/>
                      <a:pt x="680" y="418"/>
                    </a:cubicBezTo>
                    <a:lnTo>
                      <a:pt x="680" y="396"/>
                    </a:lnTo>
                    <a:lnTo>
                      <a:pt x="1" y="1"/>
                    </a:lnTo>
                    <a:close/>
                    <a:moveTo>
                      <a:pt x="685" y="437"/>
                    </a:moveTo>
                    <a:cubicBezTo>
                      <a:pt x="687" y="441"/>
                      <a:pt x="689" y="443"/>
                      <a:pt x="695" y="443"/>
                    </a:cubicBezTo>
                    <a:lnTo>
                      <a:pt x="685" y="4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37"/>
              <p:cNvSpPr/>
              <p:nvPr/>
            </p:nvSpPr>
            <p:spPr>
              <a:xfrm rot="39010">
                <a:off x="7046368" y="4717210"/>
                <a:ext cx="162993" cy="104513"/>
              </a:xfrm>
              <a:custGeom>
                <a:rect b="b" l="l" r="r" t="t"/>
                <a:pathLst>
                  <a:path extrusionOk="0" h="445" w="694">
                    <a:moveTo>
                      <a:pt x="0" y="1"/>
                    </a:moveTo>
                    <a:lnTo>
                      <a:pt x="0" y="23"/>
                    </a:lnTo>
                    <a:cubicBezTo>
                      <a:pt x="8" y="43"/>
                      <a:pt x="10" y="46"/>
                      <a:pt x="12" y="50"/>
                    </a:cubicBezTo>
                    <a:lnTo>
                      <a:pt x="694" y="444"/>
                    </a:lnTo>
                    <a:cubicBezTo>
                      <a:pt x="688" y="440"/>
                      <a:pt x="686" y="438"/>
                      <a:pt x="684" y="432"/>
                    </a:cubicBezTo>
                    <a:cubicBezTo>
                      <a:pt x="681" y="428"/>
                      <a:pt x="681" y="422"/>
                      <a:pt x="681" y="418"/>
                    </a:cubicBezTo>
                    <a:lnTo>
                      <a:pt x="681" y="393"/>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37"/>
              <p:cNvSpPr/>
              <p:nvPr/>
            </p:nvSpPr>
            <p:spPr>
              <a:xfrm rot="39010">
                <a:off x="6996026" y="4745059"/>
                <a:ext cx="162993" cy="104043"/>
              </a:xfrm>
              <a:custGeom>
                <a:rect b="b" l="l" r="r" t="t"/>
                <a:pathLst>
                  <a:path extrusionOk="0" h="443" w="694">
                    <a:moveTo>
                      <a:pt x="0" y="0"/>
                    </a:moveTo>
                    <a:lnTo>
                      <a:pt x="0" y="23"/>
                    </a:lnTo>
                    <a:cubicBezTo>
                      <a:pt x="9" y="43"/>
                      <a:pt x="11" y="47"/>
                      <a:pt x="13" y="47"/>
                    </a:cubicBezTo>
                    <a:lnTo>
                      <a:pt x="685" y="437"/>
                    </a:lnTo>
                    <a:lnTo>
                      <a:pt x="685" y="437"/>
                    </a:lnTo>
                    <a:cubicBezTo>
                      <a:pt x="685" y="436"/>
                      <a:pt x="684" y="435"/>
                      <a:pt x="684" y="434"/>
                    </a:cubicBezTo>
                    <a:cubicBezTo>
                      <a:pt x="682" y="430"/>
                      <a:pt x="682" y="424"/>
                      <a:pt x="682" y="420"/>
                    </a:cubicBezTo>
                    <a:lnTo>
                      <a:pt x="682" y="395"/>
                    </a:lnTo>
                    <a:lnTo>
                      <a:pt x="0" y="0"/>
                    </a:lnTo>
                    <a:close/>
                    <a:moveTo>
                      <a:pt x="685" y="437"/>
                    </a:moveTo>
                    <a:cubicBezTo>
                      <a:pt x="687" y="441"/>
                      <a:pt x="691" y="442"/>
                      <a:pt x="694" y="442"/>
                    </a:cubicBezTo>
                    <a:lnTo>
                      <a:pt x="685" y="4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37"/>
              <p:cNvSpPr/>
              <p:nvPr/>
            </p:nvSpPr>
            <p:spPr>
              <a:xfrm rot="39010">
                <a:off x="6946150" y="4773152"/>
                <a:ext cx="163698" cy="104043"/>
              </a:xfrm>
              <a:custGeom>
                <a:rect b="b" l="l" r="r" t="t"/>
                <a:pathLst>
                  <a:path extrusionOk="0" h="443" w="697">
                    <a:moveTo>
                      <a:pt x="1" y="1"/>
                    </a:moveTo>
                    <a:lnTo>
                      <a:pt x="3" y="23"/>
                    </a:lnTo>
                    <a:cubicBezTo>
                      <a:pt x="11" y="44"/>
                      <a:pt x="13" y="46"/>
                      <a:pt x="15" y="48"/>
                    </a:cubicBezTo>
                    <a:lnTo>
                      <a:pt x="696" y="443"/>
                    </a:lnTo>
                    <a:cubicBezTo>
                      <a:pt x="690" y="439"/>
                      <a:pt x="688" y="437"/>
                      <a:pt x="686" y="433"/>
                    </a:cubicBezTo>
                    <a:cubicBezTo>
                      <a:pt x="682" y="427"/>
                      <a:pt x="680" y="422"/>
                      <a:pt x="680" y="416"/>
                    </a:cubicBezTo>
                    <a:lnTo>
                      <a:pt x="680" y="394"/>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37"/>
              <p:cNvSpPr/>
              <p:nvPr/>
            </p:nvSpPr>
            <p:spPr>
              <a:xfrm rot="39010">
                <a:off x="6896267" y="4801473"/>
                <a:ext cx="163228" cy="104513"/>
              </a:xfrm>
              <a:custGeom>
                <a:rect b="b" l="l" r="r" t="t"/>
                <a:pathLst>
                  <a:path extrusionOk="0" h="445" w="695">
                    <a:moveTo>
                      <a:pt x="1" y="1"/>
                    </a:moveTo>
                    <a:lnTo>
                      <a:pt x="1" y="23"/>
                    </a:lnTo>
                    <a:cubicBezTo>
                      <a:pt x="9" y="44"/>
                      <a:pt x="11" y="46"/>
                      <a:pt x="13" y="48"/>
                    </a:cubicBezTo>
                    <a:lnTo>
                      <a:pt x="690" y="442"/>
                    </a:lnTo>
                    <a:lnTo>
                      <a:pt x="690" y="442"/>
                    </a:lnTo>
                    <a:cubicBezTo>
                      <a:pt x="687" y="440"/>
                      <a:pt x="686" y="435"/>
                      <a:pt x="684" y="432"/>
                    </a:cubicBezTo>
                    <a:cubicBezTo>
                      <a:pt x="680" y="426"/>
                      <a:pt x="680" y="422"/>
                      <a:pt x="680" y="416"/>
                    </a:cubicBezTo>
                    <a:lnTo>
                      <a:pt x="680" y="394"/>
                    </a:lnTo>
                    <a:lnTo>
                      <a:pt x="1" y="1"/>
                    </a:lnTo>
                    <a:close/>
                    <a:moveTo>
                      <a:pt x="690" y="442"/>
                    </a:moveTo>
                    <a:cubicBezTo>
                      <a:pt x="692" y="443"/>
                      <a:pt x="693" y="444"/>
                      <a:pt x="695" y="445"/>
                    </a:cubicBezTo>
                    <a:lnTo>
                      <a:pt x="690" y="44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37"/>
              <p:cNvSpPr/>
              <p:nvPr/>
            </p:nvSpPr>
            <p:spPr>
              <a:xfrm rot="39010">
                <a:off x="6846164" y="4828383"/>
                <a:ext cx="162993" cy="105452"/>
              </a:xfrm>
              <a:custGeom>
                <a:rect b="b" l="l" r="r" t="t"/>
                <a:pathLst>
                  <a:path extrusionOk="0" h="449" w="694">
                    <a:moveTo>
                      <a:pt x="0" y="0"/>
                    </a:moveTo>
                    <a:lnTo>
                      <a:pt x="0" y="29"/>
                    </a:lnTo>
                    <a:cubicBezTo>
                      <a:pt x="8" y="49"/>
                      <a:pt x="10" y="51"/>
                      <a:pt x="14" y="54"/>
                    </a:cubicBezTo>
                    <a:lnTo>
                      <a:pt x="692" y="447"/>
                    </a:lnTo>
                    <a:lnTo>
                      <a:pt x="692" y="447"/>
                    </a:lnTo>
                    <a:cubicBezTo>
                      <a:pt x="688" y="445"/>
                      <a:pt x="686" y="442"/>
                      <a:pt x="686" y="438"/>
                    </a:cubicBezTo>
                    <a:cubicBezTo>
                      <a:pt x="684" y="432"/>
                      <a:pt x="681" y="428"/>
                      <a:pt x="681" y="420"/>
                    </a:cubicBezTo>
                    <a:lnTo>
                      <a:pt x="681" y="397"/>
                    </a:lnTo>
                    <a:lnTo>
                      <a:pt x="0" y="0"/>
                    </a:lnTo>
                    <a:close/>
                    <a:moveTo>
                      <a:pt x="692" y="447"/>
                    </a:moveTo>
                    <a:cubicBezTo>
                      <a:pt x="692" y="448"/>
                      <a:pt x="693" y="448"/>
                      <a:pt x="694" y="448"/>
                    </a:cubicBezTo>
                    <a:lnTo>
                      <a:pt x="692" y="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37"/>
              <p:cNvSpPr/>
              <p:nvPr/>
            </p:nvSpPr>
            <p:spPr>
              <a:xfrm rot="39010">
                <a:off x="6796282" y="4857174"/>
                <a:ext cx="162523" cy="104982"/>
              </a:xfrm>
              <a:custGeom>
                <a:rect b="b" l="l" r="r" t="t"/>
                <a:pathLst>
                  <a:path extrusionOk="0" h="447" w="692">
                    <a:moveTo>
                      <a:pt x="0" y="0"/>
                    </a:moveTo>
                    <a:lnTo>
                      <a:pt x="0" y="25"/>
                    </a:lnTo>
                    <a:cubicBezTo>
                      <a:pt x="7" y="45"/>
                      <a:pt x="9" y="47"/>
                      <a:pt x="13" y="49"/>
                    </a:cubicBezTo>
                    <a:lnTo>
                      <a:pt x="691" y="445"/>
                    </a:lnTo>
                    <a:lnTo>
                      <a:pt x="691" y="445"/>
                    </a:lnTo>
                    <a:cubicBezTo>
                      <a:pt x="687" y="443"/>
                      <a:pt x="685" y="440"/>
                      <a:pt x="682" y="436"/>
                    </a:cubicBezTo>
                    <a:cubicBezTo>
                      <a:pt x="680" y="430"/>
                      <a:pt x="680" y="426"/>
                      <a:pt x="680" y="420"/>
                    </a:cubicBezTo>
                    <a:lnTo>
                      <a:pt x="680" y="397"/>
                    </a:lnTo>
                    <a:lnTo>
                      <a:pt x="0" y="0"/>
                    </a:lnTo>
                    <a:close/>
                    <a:moveTo>
                      <a:pt x="691" y="445"/>
                    </a:moveTo>
                    <a:cubicBezTo>
                      <a:pt x="691" y="446"/>
                      <a:pt x="692" y="446"/>
                      <a:pt x="692" y="446"/>
                    </a:cubicBezTo>
                    <a:lnTo>
                      <a:pt x="691" y="4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37"/>
              <p:cNvSpPr/>
              <p:nvPr/>
            </p:nvSpPr>
            <p:spPr>
              <a:xfrm rot="39010">
                <a:off x="6745964" y="4881499"/>
                <a:ext cx="162288" cy="107331"/>
              </a:xfrm>
              <a:custGeom>
                <a:rect b="b" l="l" r="r" t="t"/>
                <a:pathLst>
                  <a:path extrusionOk="0" h="457" w="691">
                    <a:moveTo>
                      <a:pt x="5" y="1"/>
                    </a:moveTo>
                    <a:lnTo>
                      <a:pt x="1" y="25"/>
                    </a:lnTo>
                    <a:cubicBezTo>
                      <a:pt x="3" y="52"/>
                      <a:pt x="3" y="52"/>
                      <a:pt x="3" y="54"/>
                    </a:cubicBezTo>
                    <a:cubicBezTo>
                      <a:pt x="5" y="58"/>
                      <a:pt x="9" y="62"/>
                      <a:pt x="11" y="62"/>
                    </a:cubicBezTo>
                    <a:lnTo>
                      <a:pt x="684" y="453"/>
                    </a:lnTo>
                    <a:lnTo>
                      <a:pt x="684" y="453"/>
                    </a:lnTo>
                    <a:cubicBezTo>
                      <a:pt x="684" y="453"/>
                      <a:pt x="684" y="453"/>
                      <a:pt x="684" y="453"/>
                    </a:cubicBezTo>
                    <a:cubicBezTo>
                      <a:pt x="680" y="449"/>
                      <a:pt x="680" y="447"/>
                      <a:pt x="680" y="445"/>
                    </a:cubicBezTo>
                    <a:cubicBezTo>
                      <a:pt x="678" y="440"/>
                      <a:pt x="678" y="436"/>
                      <a:pt x="678" y="434"/>
                    </a:cubicBezTo>
                    <a:cubicBezTo>
                      <a:pt x="678" y="432"/>
                      <a:pt x="678" y="426"/>
                      <a:pt x="680" y="422"/>
                    </a:cubicBezTo>
                    <a:lnTo>
                      <a:pt x="686" y="395"/>
                    </a:lnTo>
                    <a:lnTo>
                      <a:pt x="5" y="1"/>
                    </a:lnTo>
                    <a:close/>
                    <a:moveTo>
                      <a:pt x="684" y="453"/>
                    </a:moveTo>
                    <a:lnTo>
                      <a:pt x="684" y="453"/>
                    </a:lnTo>
                    <a:cubicBezTo>
                      <a:pt x="686" y="457"/>
                      <a:pt x="688" y="457"/>
                      <a:pt x="690" y="457"/>
                    </a:cubicBezTo>
                    <a:lnTo>
                      <a:pt x="684" y="4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37"/>
              <p:cNvSpPr/>
              <p:nvPr/>
            </p:nvSpPr>
            <p:spPr>
              <a:xfrm rot="39010">
                <a:off x="6721184" y="4256675"/>
                <a:ext cx="1273646" cy="721021"/>
              </a:xfrm>
              <a:custGeom>
                <a:rect b="b" l="l" r="r" t="t"/>
                <a:pathLst>
                  <a:path extrusionOk="0" h="3070" w="5423">
                    <a:moveTo>
                      <a:pt x="1" y="2652"/>
                    </a:moveTo>
                    <a:lnTo>
                      <a:pt x="1" y="2652"/>
                    </a:lnTo>
                    <a:cubicBezTo>
                      <a:pt x="3" y="2656"/>
                      <a:pt x="5" y="2656"/>
                      <a:pt x="9" y="2658"/>
                    </a:cubicBezTo>
                    <a:cubicBezTo>
                      <a:pt x="11" y="2660"/>
                      <a:pt x="13" y="2660"/>
                      <a:pt x="17" y="2661"/>
                    </a:cubicBezTo>
                    <a:lnTo>
                      <a:pt x="17" y="2661"/>
                    </a:lnTo>
                    <a:lnTo>
                      <a:pt x="1" y="2652"/>
                    </a:lnTo>
                    <a:close/>
                    <a:moveTo>
                      <a:pt x="4737" y="0"/>
                    </a:moveTo>
                    <a:lnTo>
                      <a:pt x="4524" y="123"/>
                    </a:lnTo>
                    <a:lnTo>
                      <a:pt x="4314" y="246"/>
                    </a:lnTo>
                    <a:lnTo>
                      <a:pt x="4101" y="369"/>
                    </a:lnTo>
                    <a:lnTo>
                      <a:pt x="3888" y="491"/>
                    </a:lnTo>
                    <a:lnTo>
                      <a:pt x="3675" y="614"/>
                    </a:lnTo>
                    <a:lnTo>
                      <a:pt x="3463" y="737"/>
                    </a:lnTo>
                    <a:lnTo>
                      <a:pt x="3252" y="860"/>
                    </a:lnTo>
                    <a:lnTo>
                      <a:pt x="3039" y="982"/>
                    </a:lnTo>
                    <a:lnTo>
                      <a:pt x="2826" y="1105"/>
                    </a:lnTo>
                    <a:lnTo>
                      <a:pt x="2614" y="1228"/>
                    </a:lnTo>
                    <a:lnTo>
                      <a:pt x="2403" y="1351"/>
                    </a:lnTo>
                    <a:lnTo>
                      <a:pt x="2190" y="1473"/>
                    </a:lnTo>
                    <a:lnTo>
                      <a:pt x="1977" y="1596"/>
                    </a:lnTo>
                    <a:lnTo>
                      <a:pt x="1765" y="1719"/>
                    </a:lnTo>
                    <a:lnTo>
                      <a:pt x="1554" y="1842"/>
                    </a:lnTo>
                    <a:lnTo>
                      <a:pt x="1341" y="1964"/>
                    </a:lnTo>
                    <a:lnTo>
                      <a:pt x="1128" y="2087"/>
                    </a:lnTo>
                    <a:lnTo>
                      <a:pt x="915" y="2210"/>
                    </a:lnTo>
                    <a:lnTo>
                      <a:pt x="705" y="2333"/>
                    </a:lnTo>
                    <a:lnTo>
                      <a:pt x="492" y="2455"/>
                    </a:lnTo>
                    <a:lnTo>
                      <a:pt x="279" y="2578"/>
                    </a:lnTo>
                    <a:cubicBezTo>
                      <a:pt x="277" y="2578"/>
                      <a:pt x="267" y="2586"/>
                      <a:pt x="246" y="2599"/>
                    </a:cubicBezTo>
                    <a:cubicBezTo>
                      <a:pt x="238" y="2605"/>
                      <a:pt x="230" y="2609"/>
                      <a:pt x="220" y="2615"/>
                    </a:cubicBezTo>
                    <a:cubicBezTo>
                      <a:pt x="210" y="2619"/>
                      <a:pt x="199" y="2627"/>
                      <a:pt x="189" y="2631"/>
                    </a:cubicBezTo>
                    <a:cubicBezTo>
                      <a:pt x="185" y="2635"/>
                      <a:pt x="177" y="2639"/>
                      <a:pt x="173" y="2642"/>
                    </a:cubicBezTo>
                    <a:cubicBezTo>
                      <a:pt x="163" y="2650"/>
                      <a:pt x="148" y="2652"/>
                      <a:pt x="142" y="2658"/>
                    </a:cubicBezTo>
                    <a:cubicBezTo>
                      <a:pt x="128" y="2662"/>
                      <a:pt x="122" y="2666"/>
                      <a:pt x="113" y="2668"/>
                    </a:cubicBezTo>
                    <a:cubicBezTo>
                      <a:pt x="105" y="2670"/>
                      <a:pt x="97" y="2670"/>
                      <a:pt x="93" y="2672"/>
                    </a:cubicBezTo>
                    <a:cubicBezTo>
                      <a:pt x="91" y="2676"/>
                      <a:pt x="87" y="2676"/>
                      <a:pt x="87" y="2676"/>
                    </a:cubicBezTo>
                    <a:lnTo>
                      <a:pt x="62" y="2676"/>
                    </a:lnTo>
                    <a:cubicBezTo>
                      <a:pt x="56" y="2676"/>
                      <a:pt x="52" y="2672"/>
                      <a:pt x="50" y="2672"/>
                    </a:cubicBezTo>
                    <a:cubicBezTo>
                      <a:pt x="46" y="2672"/>
                      <a:pt x="46" y="2672"/>
                      <a:pt x="44" y="2670"/>
                    </a:cubicBezTo>
                    <a:cubicBezTo>
                      <a:pt x="42" y="2670"/>
                      <a:pt x="40" y="2668"/>
                      <a:pt x="34" y="2668"/>
                    </a:cubicBezTo>
                    <a:cubicBezTo>
                      <a:pt x="32" y="2668"/>
                      <a:pt x="30" y="2666"/>
                      <a:pt x="30" y="2666"/>
                    </a:cubicBezTo>
                    <a:cubicBezTo>
                      <a:pt x="26" y="2662"/>
                      <a:pt x="21" y="2662"/>
                      <a:pt x="19" y="2662"/>
                    </a:cubicBezTo>
                    <a:cubicBezTo>
                      <a:pt x="19" y="2662"/>
                      <a:pt x="18" y="2662"/>
                      <a:pt x="17" y="2661"/>
                    </a:cubicBezTo>
                    <a:lnTo>
                      <a:pt x="17" y="2661"/>
                    </a:lnTo>
                    <a:lnTo>
                      <a:pt x="680" y="3049"/>
                    </a:lnTo>
                    <a:cubicBezTo>
                      <a:pt x="684" y="3051"/>
                      <a:pt x="686" y="3051"/>
                      <a:pt x="688" y="3055"/>
                    </a:cubicBezTo>
                    <a:cubicBezTo>
                      <a:pt x="690" y="3057"/>
                      <a:pt x="695" y="3057"/>
                      <a:pt x="697" y="3059"/>
                    </a:cubicBezTo>
                    <a:cubicBezTo>
                      <a:pt x="701" y="3061"/>
                      <a:pt x="705" y="3061"/>
                      <a:pt x="707" y="3065"/>
                    </a:cubicBezTo>
                    <a:cubicBezTo>
                      <a:pt x="715" y="3067"/>
                      <a:pt x="717" y="3067"/>
                      <a:pt x="719" y="3067"/>
                    </a:cubicBezTo>
                    <a:cubicBezTo>
                      <a:pt x="729" y="3069"/>
                      <a:pt x="731" y="3069"/>
                      <a:pt x="737" y="3069"/>
                    </a:cubicBezTo>
                    <a:lnTo>
                      <a:pt x="766" y="3069"/>
                    </a:lnTo>
                    <a:cubicBezTo>
                      <a:pt x="778" y="3067"/>
                      <a:pt x="782" y="3065"/>
                      <a:pt x="793" y="3065"/>
                    </a:cubicBezTo>
                    <a:cubicBezTo>
                      <a:pt x="797" y="3061"/>
                      <a:pt x="799" y="3061"/>
                      <a:pt x="803" y="3061"/>
                    </a:cubicBezTo>
                    <a:cubicBezTo>
                      <a:pt x="809" y="3059"/>
                      <a:pt x="813" y="3059"/>
                      <a:pt x="819" y="3057"/>
                    </a:cubicBezTo>
                    <a:cubicBezTo>
                      <a:pt x="828" y="3055"/>
                      <a:pt x="830" y="3051"/>
                      <a:pt x="832" y="3051"/>
                    </a:cubicBezTo>
                    <a:cubicBezTo>
                      <a:pt x="834" y="3049"/>
                      <a:pt x="840" y="3049"/>
                      <a:pt x="842" y="3047"/>
                    </a:cubicBezTo>
                    <a:cubicBezTo>
                      <a:pt x="844" y="3045"/>
                      <a:pt x="848" y="3045"/>
                      <a:pt x="850" y="3040"/>
                    </a:cubicBezTo>
                    <a:cubicBezTo>
                      <a:pt x="852" y="3038"/>
                      <a:pt x="854" y="3038"/>
                      <a:pt x="858" y="3036"/>
                    </a:cubicBezTo>
                    <a:cubicBezTo>
                      <a:pt x="862" y="3034"/>
                      <a:pt x="868" y="3030"/>
                      <a:pt x="870" y="3028"/>
                    </a:cubicBezTo>
                    <a:cubicBezTo>
                      <a:pt x="873" y="3026"/>
                      <a:pt x="875" y="3026"/>
                      <a:pt x="875" y="3024"/>
                    </a:cubicBezTo>
                    <a:cubicBezTo>
                      <a:pt x="885" y="3018"/>
                      <a:pt x="895" y="3010"/>
                      <a:pt x="905" y="3006"/>
                    </a:cubicBezTo>
                    <a:cubicBezTo>
                      <a:pt x="915" y="3000"/>
                      <a:pt x="924" y="2995"/>
                      <a:pt x="932" y="2989"/>
                    </a:cubicBezTo>
                    <a:cubicBezTo>
                      <a:pt x="942" y="2985"/>
                      <a:pt x="950" y="2979"/>
                      <a:pt x="954" y="2975"/>
                    </a:cubicBezTo>
                    <a:cubicBezTo>
                      <a:pt x="960" y="2969"/>
                      <a:pt x="965" y="2969"/>
                      <a:pt x="965" y="2969"/>
                    </a:cubicBezTo>
                    <a:lnTo>
                      <a:pt x="1177" y="2846"/>
                    </a:lnTo>
                    <a:lnTo>
                      <a:pt x="1390" y="2723"/>
                    </a:lnTo>
                    <a:lnTo>
                      <a:pt x="1601" y="2601"/>
                    </a:lnTo>
                    <a:lnTo>
                      <a:pt x="1814" y="2478"/>
                    </a:lnTo>
                    <a:lnTo>
                      <a:pt x="2026" y="2355"/>
                    </a:lnTo>
                    <a:lnTo>
                      <a:pt x="2239" y="2232"/>
                    </a:lnTo>
                    <a:lnTo>
                      <a:pt x="2450" y="2110"/>
                    </a:lnTo>
                    <a:lnTo>
                      <a:pt x="2663" y="1987"/>
                    </a:lnTo>
                    <a:lnTo>
                      <a:pt x="2875" y="1864"/>
                    </a:lnTo>
                    <a:lnTo>
                      <a:pt x="3088" y="1741"/>
                    </a:lnTo>
                    <a:lnTo>
                      <a:pt x="3299" y="1619"/>
                    </a:lnTo>
                    <a:lnTo>
                      <a:pt x="3512" y="1496"/>
                    </a:lnTo>
                    <a:lnTo>
                      <a:pt x="3725" y="1373"/>
                    </a:lnTo>
                    <a:lnTo>
                      <a:pt x="3937" y="1250"/>
                    </a:lnTo>
                    <a:lnTo>
                      <a:pt x="4148" y="1128"/>
                    </a:lnTo>
                    <a:lnTo>
                      <a:pt x="4361" y="1005"/>
                    </a:lnTo>
                    <a:lnTo>
                      <a:pt x="4574" y="882"/>
                    </a:lnTo>
                    <a:lnTo>
                      <a:pt x="4786" y="759"/>
                    </a:lnTo>
                    <a:lnTo>
                      <a:pt x="4999" y="637"/>
                    </a:lnTo>
                    <a:lnTo>
                      <a:pt x="5210" y="514"/>
                    </a:lnTo>
                    <a:lnTo>
                      <a:pt x="5423" y="391"/>
                    </a:lnTo>
                    <a:lnTo>
                      <a:pt x="47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37"/>
              <p:cNvSpPr/>
              <p:nvPr/>
            </p:nvSpPr>
            <p:spPr>
              <a:xfrm rot="39010">
                <a:off x="6703589" y="4895828"/>
                <a:ext cx="164637" cy="96058"/>
              </a:xfrm>
              <a:custGeom>
                <a:rect b="b" l="l" r="r" t="t"/>
                <a:pathLst>
                  <a:path extrusionOk="0" h="409" w="701">
                    <a:moveTo>
                      <a:pt x="1" y="1"/>
                    </a:moveTo>
                    <a:lnTo>
                      <a:pt x="83" y="49"/>
                    </a:lnTo>
                    <a:lnTo>
                      <a:pt x="83" y="49"/>
                    </a:lnTo>
                    <a:lnTo>
                      <a:pt x="19" y="11"/>
                    </a:lnTo>
                    <a:cubicBezTo>
                      <a:pt x="9" y="5"/>
                      <a:pt x="1" y="1"/>
                      <a:pt x="1" y="1"/>
                    </a:cubicBezTo>
                    <a:close/>
                    <a:moveTo>
                      <a:pt x="83" y="49"/>
                    </a:moveTo>
                    <a:lnTo>
                      <a:pt x="700" y="408"/>
                    </a:lnTo>
                    <a:cubicBezTo>
                      <a:pt x="690" y="402"/>
                      <a:pt x="682" y="398"/>
                      <a:pt x="682" y="394"/>
                    </a:cubicBezTo>
                    <a:lnTo>
                      <a:pt x="83" y="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37"/>
              <p:cNvSpPr/>
              <p:nvPr/>
            </p:nvSpPr>
            <p:spPr>
              <a:xfrm rot="39010">
                <a:off x="6701377" y="4874211"/>
                <a:ext cx="167455" cy="115081"/>
              </a:xfrm>
              <a:custGeom>
                <a:rect b="b" l="l" r="r" t="t"/>
                <a:pathLst>
                  <a:path extrusionOk="0" h="490" w="713">
                    <a:moveTo>
                      <a:pt x="31" y="1"/>
                    </a:moveTo>
                    <a:lnTo>
                      <a:pt x="15" y="23"/>
                    </a:lnTo>
                    <a:cubicBezTo>
                      <a:pt x="11" y="25"/>
                      <a:pt x="11" y="30"/>
                      <a:pt x="11" y="30"/>
                    </a:cubicBezTo>
                    <a:cubicBezTo>
                      <a:pt x="0" y="85"/>
                      <a:pt x="0" y="87"/>
                      <a:pt x="0" y="87"/>
                    </a:cubicBezTo>
                    <a:cubicBezTo>
                      <a:pt x="4" y="93"/>
                      <a:pt x="7" y="95"/>
                      <a:pt x="9" y="95"/>
                    </a:cubicBezTo>
                    <a:lnTo>
                      <a:pt x="690" y="490"/>
                    </a:lnTo>
                    <a:cubicBezTo>
                      <a:pt x="684" y="486"/>
                      <a:pt x="682" y="482"/>
                      <a:pt x="680" y="476"/>
                    </a:cubicBezTo>
                    <a:lnTo>
                      <a:pt x="680" y="459"/>
                    </a:lnTo>
                    <a:cubicBezTo>
                      <a:pt x="682" y="445"/>
                      <a:pt x="686" y="431"/>
                      <a:pt x="694" y="418"/>
                    </a:cubicBezTo>
                    <a:lnTo>
                      <a:pt x="712" y="394"/>
                    </a:lnTo>
                    <a:lnTo>
                      <a:pt x="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37"/>
              <p:cNvSpPr/>
              <p:nvPr/>
            </p:nvSpPr>
            <p:spPr>
              <a:xfrm rot="39010">
                <a:off x="6703894" y="4867180"/>
                <a:ext cx="165107" cy="99581"/>
              </a:xfrm>
              <a:custGeom>
                <a:rect b="b" l="l" r="r" t="t"/>
                <a:pathLst>
                  <a:path extrusionOk="0" h="424" w="703">
                    <a:moveTo>
                      <a:pt x="1" y="0"/>
                    </a:moveTo>
                    <a:lnTo>
                      <a:pt x="21" y="31"/>
                    </a:lnTo>
                    <a:lnTo>
                      <a:pt x="702" y="424"/>
                    </a:lnTo>
                    <a:lnTo>
                      <a:pt x="672" y="348"/>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37"/>
              <p:cNvSpPr/>
              <p:nvPr/>
            </p:nvSpPr>
            <p:spPr>
              <a:xfrm rot="39010">
                <a:off x="6685688" y="4857330"/>
                <a:ext cx="162758" cy="99111"/>
              </a:xfrm>
              <a:custGeom>
                <a:rect b="b" l="l" r="r" t="t"/>
                <a:pathLst>
                  <a:path extrusionOk="0" h="422" w="693">
                    <a:moveTo>
                      <a:pt x="1" y="0"/>
                    </a:moveTo>
                    <a:cubicBezTo>
                      <a:pt x="3" y="13"/>
                      <a:pt x="3" y="15"/>
                      <a:pt x="3" y="15"/>
                    </a:cubicBezTo>
                    <a:cubicBezTo>
                      <a:pt x="7" y="23"/>
                      <a:pt x="11" y="25"/>
                      <a:pt x="13" y="29"/>
                    </a:cubicBezTo>
                    <a:lnTo>
                      <a:pt x="689" y="420"/>
                    </a:lnTo>
                    <a:lnTo>
                      <a:pt x="689" y="420"/>
                    </a:lnTo>
                    <a:cubicBezTo>
                      <a:pt x="688" y="418"/>
                      <a:pt x="686" y="416"/>
                      <a:pt x="686" y="414"/>
                    </a:cubicBezTo>
                    <a:cubicBezTo>
                      <a:pt x="682" y="409"/>
                      <a:pt x="680" y="403"/>
                      <a:pt x="680" y="397"/>
                    </a:cubicBezTo>
                    <a:lnTo>
                      <a:pt x="1" y="0"/>
                    </a:lnTo>
                    <a:close/>
                    <a:moveTo>
                      <a:pt x="689" y="420"/>
                    </a:moveTo>
                    <a:cubicBezTo>
                      <a:pt x="690" y="421"/>
                      <a:pt x="692" y="422"/>
                      <a:pt x="692" y="422"/>
                    </a:cubicBezTo>
                    <a:lnTo>
                      <a:pt x="689" y="42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37"/>
              <p:cNvSpPr/>
              <p:nvPr/>
            </p:nvSpPr>
            <p:spPr>
              <a:xfrm rot="39010">
                <a:off x="6695689" y="4826213"/>
                <a:ext cx="164167" cy="95823"/>
              </a:xfrm>
              <a:custGeom>
                <a:rect b="b" l="l" r="r" t="t"/>
                <a:pathLst>
                  <a:path extrusionOk="0" h="408" w="699">
                    <a:moveTo>
                      <a:pt x="21" y="0"/>
                    </a:moveTo>
                    <a:lnTo>
                      <a:pt x="1" y="11"/>
                    </a:lnTo>
                    <a:lnTo>
                      <a:pt x="680" y="407"/>
                    </a:lnTo>
                    <a:lnTo>
                      <a:pt x="698" y="397"/>
                    </a:lnTo>
                    <a:lnTo>
                      <a:pt x="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37"/>
              <p:cNvSpPr/>
              <p:nvPr/>
            </p:nvSpPr>
            <p:spPr>
              <a:xfrm rot="39010">
                <a:off x="6685886" y="4828013"/>
                <a:ext cx="169569" cy="122832"/>
              </a:xfrm>
              <a:custGeom>
                <a:rect b="b" l="l" r="r" t="t"/>
                <a:pathLst>
                  <a:path extrusionOk="0" h="523" w="722">
                    <a:moveTo>
                      <a:pt x="42" y="0"/>
                    </a:moveTo>
                    <a:cubicBezTo>
                      <a:pt x="17" y="23"/>
                      <a:pt x="15" y="23"/>
                      <a:pt x="15" y="25"/>
                    </a:cubicBezTo>
                    <a:cubicBezTo>
                      <a:pt x="13" y="27"/>
                      <a:pt x="13" y="27"/>
                      <a:pt x="13" y="31"/>
                    </a:cubicBezTo>
                    <a:cubicBezTo>
                      <a:pt x="1" y="72"/>
                      <a:pt x="1" y="84"/>
                      <a:pt x="1" y="97"/>
                    </a:cubicBezTo>
                    <a:lnTo>
                      <a:pt x="1" y="115"/>
                    </a:lnTo>
                    <a:lnTo>
                      <a:pt x="1" y="123"/>
                    </a:lnTo>
                    <a:cubicBezTo>
                      <a:pt x="1" y="125"/>
                      <a:pt x="680" y="522"/>
                      <a:pt x="680" y="522"/>
                    </a:cubicBezTo>
                    <a:lnTo>
                      <a:pt x="680" y="518"/>
                    </a:lnTo>
                    <a:lnTo>
                      <a:pt x="680" y="514"/>
                    </a:lnTo>
                    <a:lnTo>
                      <a:pt x="680" y="496"/>
                    </a:lnTo>
                    <a:lnTo>
                      <a:pt x="680" y="467"/>
                    </a:lnTo>
                    <a:cubicBezTo>
                      <a:pt x="680" y="461"/>
                      <a:pt x="682" y="455"/>
                      <a:pt x="682" y="446"/>
                    </a:cubicBezTo>
                    <a:cubicBezTo>
                      <a:pt x="686" y="440"/>
                      <a:pt x="688" y="434"/>
                      <a:pt x="692" y="426"/>
                    </a:cubicBezTo>
                    <a:cubicBezTo>
                      <a:pt x="699" y="418"/>
                      <a:pt x="701" y="414"/>
                      <a:pt x="707" y="410"/>
                    </a:cubicBezTo>
                    <a:cubicBezTo>
                      <a:pt x="711" y="404"/>
                      <a:pt x="717" y="399"/>
                      <a:pt x="721" y="395"/>
                    </a:cubicBezTo>
                    <a:lnTo>
                      <a:pt x="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37"/>
              <p:cNvSpPr/>
              <p:nvPr/>
            </p:nvSpPr>
            <p:spPr>
              <a:xfrm rot="39010">
                <a:off x="6699856" y="4809844"/>
                <a:ext cx="168395" cy="97937"/>
              </a:xfrm>
              <a:custGeom>
                <a:rect b="b" l="l" r="r" t="t"/>
                <a:pathLst>
                  <a:path extrusionOk="0" h="417" w="717">
                    <a:moveTo>
                      <a:pt x="37" y="1"/>
                    </a:moveTo>
                    <a:lnTo>
                      <a:pt x="0" y="19"/>
                    </a:lnTo>
                    <a:lnTo>
                      <a:pt x="681" y="416"/>
                    </a:lnTo>
                    <a:lnTo>
                      <a:pt x="716" y="396"/>
                    </a:lnTo>
                    <a:lnTo>
                      <a:pt x="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37"/>
              <p:cNvSpPr/>
              <p:nvPr/>
            </p:nvSpPr>
            <p:spPr>
              <a:xfrm rot="39010">
                <a:off x="6918237" y="4139978"/>
                <a:ext cx="1093509" cy="623084"/>
              </a:xfrm>
              <a:custGeom>
                <a:rect b="b" l="l" r="r" t="t"/>
                <a:pathLst>
                  <a:path extrusionOk="0" h="2653" w="4656">
                    <a:moveTo>
                      <a:pt x="4647" y="408"/>
                    </a:moveTo>
                    <a:lnTo>
                      <a:pt x="4655" y="412"/>
                    </a:lnTo>
                    <a:cubicBezTo>
                      <a:pt x="4653" y="410"/>
                      <a:pt x="4651" y="409"/>
                      <a:pt x="4647" y="408"/>
                    </a:cubicBezTo>
                    <a:close/>
                    <a:moveTo>
                      <a:pt x="3937" y="1"/>
                    </a:moveTo>
                    <a:cubicBezTo>
                      <a:pt x="3935" y="1"/>
                      <a:pt x="3933" y="1"/>
                      <a:pt x="3929" y="3"/>
                    </a:cubicBezTo>
                    <a:cubicBezTo>
                      <a:pt x="3927" y="3"/>
                      <a:pt x="3925" y="7"/>
                      <a:pt x="3923" y="7"/>
                    </a:cubicBezTo>
                    <a:cubicBezTo>
                      <a:pt x="3919" y="7"/>
                      <a:pt x="3916" y="9"/>
                      <a:pt x="3914" y="9"/>
                    </a:cubicBezTo>
                    <a:cubicBezTo>
                      <a:pt x="3912" y="9"/>
                      <a:pt x="3908" y="11"/>
                      <a:pt x="3906" y="11"/>
                    </a:cubicBezTo>
                    <a:cubicBezTo>
                      <a:pt x="3898" y="13"/>
                      <a:pt x="3896" y="17"/>
                      <a:pt x="3894" y="17"/>
                    </a:cubicBezTo>
                    <a:cubicBezTo>
                      <a:pt x="3892" y="19"/>
                      <a:pt x="3888" y="19"/>
                      <a:pt x="3886" y="19"/>
                    </a:cubicBezTo>
                    <a:cubicBezTo>
                      <a:pt x="3884" y="21"/>
                      <a:pt x="3882" y="21"/>
                      <a:pt x="3878" y="21"/>
                    </a:cubicBezTo>
                    <a:cubicBezTo>
                      <a:pt x="3876" y="23"/>
                      <a:pt x="3874" y="23"/>
                      <a:pt x="3871" y="28"/>
                    </a:cubicBezTo>
                    <a:cubicBezTo>
                      <a:pt x="3865" y="30"/>
                      <a:pt x="1" y="2260"/>
                      <a:pt x="1" y="2260"/>
                    </a:cubicBezTo>
                    <a:lnTo>
                      <a:pt x="682" y="2653"/>
                    </a:lnTo>
                    <a:lnTo>
                      <a:pt x="4547" y="422"/>
                    </a:lnTo>
                    <a:cubicBezTo>
                      <a:pt x="4557" y="416"/>
                      <a:pt x="4567" y="412"/>
                      <a:pt x="4577" y="408"/>
                    </a:cubicBezTo>
                    <a:cubicBezTo>
                      <a:pt x="4588" y="402"/>
                      <a:pt x="4598" y="402"/>
                      <a:pt x="4608" y="400"/>
                    </a:cubicBezTo>
                    <a:cubicBezTo>
                      <a:pt x="4618" y="400"/>
                      <a:pt x="4624" y="400"/>
                      <a:pt x="4633" y="402"/>
                    </a:cubicBezTo>
                    <a:cubicBezTo>
                      <a:pt x="4638" y="404"/>
                      <a:pt x="4643" y="406"/>
                      <a:pt x="4647" y="408"/>
                    </a:cubicBezTo>
                    <a:lnTo>
                      <a:pt x="4647" y="408"/>
                    </a:lnTo>
                    <a:lnTo>
                      <a:pt x="3990" y="17"/>
                    </a:lnTo>
                    <a:cubicBezTo>
                      <a:pt x="3988" y="13"/>
                      <a:pt x="3986" y="13"/>
                      <a:pt x="3980" y="11"/>
                    </a:cubicBezTo>
                    <a:cubicBezTo>
                      <a:pt x="3976" y="9"/>
                      <a:pt x="3974" y="9"/>
                      <a:pt x="3970" y="7"/>
                    </a:cubicBezTo>
                    <a:cubicBezTo>
                      <a:pt x="3964" y="3"/>
                      <a:pt x="3964" y="3"/>
                      <a:pt x="3959" y="3"/>
                    </a:cubicBezTo>
                    <a:cubicBezTo>
                      <a:pt x="3957" y="3"/>
                      <a:pt x="3955" y="1"/>
                      <a:pt x="39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37"/>
              <p:cNvSpPr/>
              <p:nvPr/>
            </p:nvSpPr>
            <p:spPr>
              <a:xfrm rot="39010">
                <a:off x="6875280" y="4665000"/>
                <a:ext cx="202684" cy="185305"/>
              </a:xfrm>
              <a:custGeom>
                <a:rect b="b" l="l" r="r" t="t"/>
                <a:pathLst>
                  <a:path extrusionOk="0" h="789" w="863">
                    <a:moveTo>
                      <a:pt x="183" y="1"/>
                    </a:moveTo>
                    <a:cubicBezTo>
                      <a:pt x="177" y="3"/>
                      <a:pt x="175" y="5"/>
                      <a:pt x="173" y="9"/>
                    </a:cubicBezTo>
                    <a:cubicBezTo>
                      <a:pt x="169" y="11"/>
                      <a:pt x="167" y="11"/>
                      <a:pt x="165" y="13"/>
                    </a:cubicBezTo>
                    <a:cubicBezTo>
                      <a:pt x="162" y="15"/>
                      <a:pt x="158" y="15"/>
                      <a:pt x="156" y="19"/>
                    </a:cubicBezTo>
                    <a:cubicBezTo>
                      <a:pt x="154" y="21"/>
                      <a:pt x="152" y="21"/>
                      <a:pt x="148" y="23"/>
                    </a:cubicBezTo>
                    <a:cubicBezTo>
                      <a:pt x="144" y="25"/>
                      <a:pt x="144" y="29"/>
                      <a:pt x="142" y="29"/>
                    </a:cubicBezTo>
                    <a:lnTo>
                      <a:pt x="136" y="33"/>
                    </a:lnTo>
                    <a:lnTo>
                      <a:pt x="132" y="40"/>
                    </a:lnTo>
                    <a:lnTo>
                      <a:pt x="126" y="44"/>
                    </a:lnTo>
                    <a:lnTo>
                      <a:pt x="122" y="48"/>
                    </a:lnTo>
                    <a:lnTo>
                      <a:pt x="115" y="54"/>
                    </a:lnTo>
                    <a:lnTo>
                      <a:pt x="111" y="58"/>
                    </a:lnTo>
                    <a:lnTo>
                      <a:pt x="105" y="64"/>
                    </a:lnTo>
                    <a:lnTo>
                      <a:pt x="101" y="68"/>
                    </a:lnTo>
                    <a:lnTo>
                      <a:pt x="95" y="74"/>
                    </a:lnTo>
                    <a:lnTo>
                      <a:pt x="91" y="78"/>
                    </a:lnTo>
                    <a:cubicBezTo>
                      <a:pt x="87" y="83"/>
                      <a:pt x="87" y="85"/>
                      <a:pt x="85" y="85"/>
                    </a:cubicBezTo>
                    <a:cubicBezTo>
                      <a:pt x="83" y="87"/>
                      <a:pt x="83" y="87"/>
                      <a:pt x="83" y="89"/>
                    </a:cubicBezTo>
                    <a:cubicBezTo>
                      <a:pt x="77" y="95"/>
                      <a:pt x="74" y="99"/>
                      <a:pt x="72" y="103"/>
                    </a:cubicBezTo>
                    <a:cubicBezTo>
                      <a:pt x="70" y="107"/>
                      <a:pt x="64" y="113"/>
                      <a:pt x="62" y="117"/>
                    </a:cubicBezTo>
                    <a:cubicBezTo>
                      <a:pt x="60" y="119"/>
                      <a:pt x="60" y="123"/>
                      <a:pt x="56" y="125"/>
                    </a:cubicBezTo>
                    <a:cubicBezTo>
                      <a:pt x="54" y="130"/>
                      <a:pt x="52" y="134"/>
                      <a:pt x="52" y="136"/>
                    </a:cubicBezTo>
                    <a:cubicBezTo>
                      <a:pt x="50" y="138"/>
                      <a:pt x="50" y="140"/>
                      <a:pt x="50" y="144"/>
                    </a:cubicBezTo>
                    <a:cubicBezTo>
                      <a:pt x="46" y="146"/>
                      <a:pt x="46" y="146"/>
                      <a:pt x="46" y="148"/>
                    </a:cubicBezTo>
                    <a:cubicBezTo>
                      <a:pt x="44" y="150"/>
                      <a:pt x="44" y="154"/>
                      <a:pt x="44" y="154"/>
                    </a:cubicBezTo>
                    <a:cubicBezTo>
                      <a:pt x="42" y="156"/>
                      <a:pt x="42" y="156"/>
                      <a:pt x="42" y="158"/>
                    </a:cubicBezTo>
                    <a:cubicBezTo>
                      <a:pt x="40" y="160"/>
                      <a:pt x="40" y="164"/>
                      <a:pt x="40" y="164"/>
                    </a:cubicBezTo>
                    <a:cubicBezTo>
                      <a:pt x="36" y="170"/>
                      <a:pt x="34" y="170"/>
                      <a:pt x="34" y="175"/>
                    </a:cubicBezTo>
                    <a:cubicBezTo>
                      <a:pt x="34" y="177"/>
                      <a:pt x="32" y="179"/>
                      <a:pt x="32" y="179"/>
                    </a:cubicBezTo>
                    <a:cubicBezTo>
                      <a:pt x="29" y="181"/>
                      <a:pt x="29" y="185"/>
                      <a:pt x="29" y="185"/>
                    </a:cubicBezTo>
                    <a:cubicBezTo>
                      <a:pt x="25" y="187"/>
                      <a:pt x="25" y="189"/>
                      <a:pt x="25" y="189"/>
                    </a:cubicBezTo>
                    <a:cubicBezTo>
                      <a:pt x="23" y="191"/>
                      <a:pt x="23" y="195"/>
                      <a:pt x="23" y="197"/>
                    </a:cubicBezTo>
                    <a:cubicBezTo>
                      <a:pt x="21" y="199"/>
                      <a:pt x="21" y="201"/>
                      <a:pt x="21" y="205"/>
                    </a:cubicBezTo>
                    <a:cubicBezTo>
                      <a:pt x="17" y="216"/>
                      <a:pt x="15" y="218"/>
                      <a:pt x="15" y="220"/>
                    </a:cubicBezTo>
                    <a:cubicBezTo>
                      <a:pt x="15" y="222"/>
                      <a:pt x="13" y="226"/>
                      <a:pt x="13" y="228"/>
                    </a:cubicBezTo>
                    <a:cubicBezTo>
                      <a:pt x="11" y="230"/>
                      <a:pt x="11" y="232"/>
                      <a:pt x="11" y="236"/>
                    </a:cubicBezTo>
                    <a:cubicBezTo>
                      <a:pt x="11" y="238"/>
                      <a:pt x="7" y="240"/>
                      <a:pt x="7" y="242"/>
                    </a:cubicBezTo>
                    <a:cubicBezTo>
                      <a:pt x="7" y="246"/>
                      <a:pt x="5" y="248"/>
                      <a:pt x="5" y="250"/>
                    </a:cubicBezTo>
                    <a:cubicBezTo>
                      <a:pt x="3" y="256"/>
                      <a:pt x="3" y="258"/>
                      <a:pt x="3" y="261"/>
                    </a:cubicBezTo>
                    <a:cubicBezTo>
                      <a:pt x="3" y="263"/>
                      <a:pt x="3" y="267"/>
                      <a:pt x="1" y="269"/>
                    </a:cubicBezTo>
                    <a:lnTo>
                      <a:pt x="1" y="277"/>
                    </a:lnTo>
                    <a:lnTo>
                      <a:pt x="1" y="283"/>
                    </a:lnTo>
                    <a:lnTo>
                      <a:pt x="1" y="289"/>
                    </a:lnTo>
                    <a:lnTo>
                      <a:pt x="1" y="299"/>
                    </a:lnTo>
                    <a:lnTo>
                      <a:pt x="1" y="308"/>
                    </a:lnTo>
                    <a:cubicBezTo>
                      <a:pt x="1" y="310"/>
                      <a:pt x="1" y="312"/>
                      <a:pt x="3" y="314"/>
                    </a:cubicBezTo>
                    <a:cubicBezTo>
                      <a:pt x="3" y="318"/>
                      <a:pt x="5" y="320"/>
                      <a:pt x="5" y="322"/>
                    </a:cubicBezTo>
                    <a:cubicBezTo>
                      <a:pt x="7" y="328"/>
                      <a:pt x="7" y="328"/>
                      <a:pt x="7" y="330"/>
                    </a:cubicBezTo>
                    <a:cubicBezTo>
                      <a:pt x="11" y="332"/>
                      <a:pt x="11" y="334"/>
                      <a:pt x="11" y="340"/>
                    </a:cubicBezTo>
                    <a:cubicBezTo>
                      <a:pt x="13" y="344"/>
                      <a:pt x="13" y="348"/>
                      <a:pt x="15" y="351"/>
                    </a:cubicBezTo>
                    <a:cubicBezTo>
                      <a:pt x="17" y="359"/>
                      <a:pt x="21" y="361"/>
                      <a:pt x="21" y="361"/>
                    </a:cubicBezTo>
                    <a:cubicBezTo>
                      <a:pt x="23" y="365"/>
                      <a:pt x="25" y="369"/>
                      <a:pt x="27" y="371"/>
                    </a:cubicBezTo>
                    <a:cubicBezTo>
                      <a:pt x="32" y="373"/>
                      <a:pt x="32" y="375"/>
                      <a:pt x="34" y="379"/>
                    </a:cubicBezTo>
                    <a:cubicBezTo>
                      <a:pt x="38" y="383"/>
                      <a:pt x="44" y="389"/>
                      <a:pt x="52" y="394"/>
                    </a:cubicBezTo>
                    <a:lnTo>
                      <a:pt x="731" y="788"/>
                    </a:lnTo>
                    <a:cubicBezTo>
                      <a:pt x="723" y="782"/>
                      <a:pt x="719" y="780"/>
                      <a:pt x="713" y="772"/>
                    </a:cubicBezTo>
                    <a:cubicBezTo>
                      <a:pt x="737" y="741"/>
                      <a:pt x="735" y="741"/>
                      <a:pt x="735" y="739"/>
                    </a:cubicBezTo>
                    <a:cubicBezTo>
                      <a:pt x="729" y="735"/>
                      <a:pt x="727" y="729"/>
                      <a:pt x="725" y="725"/>
                    </a:cubicBezTo>
                    <a:cubicBezTo>
                      <a:pt x="719" y="715"/>
                      <a:pt x="717" y="704"/>
                      <a:pt x="715" y="696"/>
                    </a:cubicBezTo>
                    <a:cubicBezTo>
                      <a:pt x="711" y="686"/>
                      <a:pt x="711" y="674"/>
                      <a:pt x="709" y="662"/>
                    </a:cubicBezTo>
                    <a:cubicBezTo>
                      <a:pt x="709" y="649"/>
                      <a:pt x="711" y="637"/>
                      <a:pt x="711" y="625"/>
                    </a:cubicBezTo>
                    <a:cubicBezTo>
                      <a:pt x="715" y="610"/>
                      <a:pt x="717" y="598"/>
                      <a:pt x="721" y="586"/>
                    </a:cubicBezTo>
                    <a:lnTo>
                      <a:pt x="737" y="547"/>
                    </a:lnTo>
                    <a:cubicBezTo>
                      <a:pt x="741" y="535"/>
                      <a:pt x="750" y="522"/>
                      <a:pt x="756" y="512"/>
                    </a:cubicBezTo>
                    <a:cubicBezTo>
                      <a:pt x="762" y="500"/>
                      <a:pt x="770" y="486"/>
                      <a:pt x="778" y="475"/>
                    </a:cubicBezTo>
                    <a:cubicBezTo>
                      <a:pt x="786" y="463"/>
                      <a:pt x="797" y="453"/>
                      <a:pt x="803" y="445"/>
                    </a:cubicBezTo>
                    <a:lnTo>
                      <a:pt x="831" y="418"/>
                    </a:lnTo>
                    <a:cubicBezTo>
                      <a:pt x="842" y="408"/>
                      <a:pt x="852" y="402"/>
                      <a:pt x="862" y="394"/>
                    </a:cubicBezTo>
                    <a:lnTo>
                      <a:pt x="1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37"/>
              <p:cNvSpPr/>
              <p:nvPr/>
            </p:nvSpPr>
            <p:spPr>
              <a:xfrm rot="39010">
                <a:off x="7044501" y="4234483"/>
                <a:ext cx="980541" cy="616508"/>
              </a:xfrm>
              <a:custGeom>
                <a:rect b="b" l="l" r="r" t="t"/>
                <a:pathLst>
                  <a:path extrusionOk="0" h="2625" w="4175">
                    <a:moveTo>
                      <a:pt x="4088" y="0"/>
                    </a:moveTo>
                    <a:cubicBezTo>
                      <a:pt x="4067" y="0"/>
                      <a:pt x="4044" y="7"/>
                      <a:pt x="4019" y="21"/>
                    </a:cubicBezTo>
                    <a:lnTo>
                      <a:pt x="154" y="2251"/>
                    </a:lnTo>
                    <a:cubicBezTo>
                      <a:pt x="70" y="2301"/>
                      <a:pt x="1" y="2419"/>
                      <a:pt x="1" y="2517"/>
                    </a:cubicBezTo>
                    <a:cubicBezTo>
                      <a:pt x="4" y="2585"/>
                      <a:pt x="38" y="2625"/>
                      <a:pt x="88" y="2625"/>
                    </a:cubicBezTo>
                    <a:cubicBezTo>
                      <a:pt x="109" y="2625"/>
                      <a:pt x="133" y="2618"/>
                      <a:pt x="158" y="2603"/>
                    </a:cubicBezTo>
                    <a:lnTo>
                      <a:pt x="4021" y="373"/>
                    </a:lnTo>
                    <a:cubicBezTo>
                      <a:pt x="4107" y="326"/>
                      <a:pt x="4174" y="206"/>
                      <a:pt x="4174" y="109"/>
                    </a:cubicBezTo>
                    <a:cubicBezTo>
                      <a:pt x="4173" y="40"/>
                      <a:pt x="4138" y="0"/>
                      <a:pt x="4088"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37"/>
              <p:cNvSpPr/>
              <p:nvPr/>
            </p:nvSpPr>
            <p:spPr>
              <a:xfrm rot="39010">
                <a:off x="6812661" y="4679761"/>
                <a:ext cx="197752" cy="98172"/>
              </a:xfrm>
              <a:custGeom>
                <a:rect b="b" l="l" r="r" t="t"/>
                <a:pathLst>
                  <a:path extrusionOk="0" h="418" w="842">
                    <a:moveTo>
                      <a:pt x="825" y="387"/>
                    </a:moveTo>
                    <a:lnTo>
                      <a:pt x="842" y="397"/>
                    </a:lnTo>
                    <a:cubicBezTo>
                      <a:pt x="836" y="393"/>
                      <a:pt x="832" y="389"/>
                      <a:pt x="825" y="387"/>
                    </a:cubicBezTo>
                    <a:close/>
                    <a:moveTo>
                      <a:pt x="109" y="0"/>
                    </a:moveTo>
                    <a:cubicBezTo>
                      <a:pt x="105" y="0"/>
                      <a:pt x="99" y="4"/>
                      <a:pt x="97" y="4"/>
                    </a:cubicBezTo>
                    <a:cubicBezTo>
                      <a:pt x="93" y="4"/>
                      <a:pt x="89" y="6"/>
                      <a:pt x="85" y="6"/>
                    </a:cubicBezTo>
                    <a:cubicBezTo>
                      <a:pt x="79" y="8"/>
                      <a:pt x="77" y="8"/>
                      <a:pt x="74" y="8"/>
                    </a:cubicBezTo>
                    <a:cubicBezTo>
                      <a:pt x="68" y="10"/>
                      <a:pt x="66" y="10"/>
                      <a:pt x="64" y="10"/>
                    </a:cubicBezTo>
                    <a:cubicBezTo>
                      <a:pt x="62" y="10"/>
                      <a:pt x="58" y="14"/>
                      <a:pt x="58" y="14"/>
                    </a:cubicBezTo>
                    <a:cubicBezTo>
                      <a:pt x="54" y="17"/>
                      <a:pt x="54" y="17"/>
                      <a:pt x="52" y="17"/>
                    </a:cubicBezTo>
                    <a:cubicBezTo>
                      <a:pt x="46" y="19"/>
                      <a:pt x="44" y="19"/>
                      <a:pt x="42" y="21"/>
                    </a:cubicBezTo>
                    <a:cubicBezTo>
                      <a:pt x="38" y="25"/>
                      <a:pt x="34" y="25"/>
                      <a:pt x="32" y="27"/>
                    </a:cubicBezTo>
                    <a:cubicBezTo>
                      <a:pt x="25" y="29"/>
                      <a:pt x="23" y="31"/>
                      <a:pt x="21" y="31"/>
                    </a:cubicBezTo>
                    <a:cubicBezTo>
                      <a:pt x="15" y="35"/>
                      <a:pt x="13" y="37"/>
                      <a:pt x="7" y="39"/>
                    </a:cubicBezTo>
                    <a:cubicBezTo>
                      <a:pt x="5" y="41"/>
                      <a:pt x="3" y="41"/>
                      <a:pt x="1" y="45"/>
                    </a:cubicBezTo>
                    <a:lnTo>
                      <a:pt x="645" y="418"/>
                    </a:lnTo>
                    <a:cubicBezTo>
                      <a:pt x="656" y="413"/>
                      <a:pt x="662" y="407"/>
                      <a:pt x="672" y="403"/>
                    </a:cubicBezTo>
                    <a:cubicBezTo>
                      <a:pt x="688" y="393"/>
                      <a:pt x="696" y="389"/>
                      <a:pt x="703" y="387"/>
                    </a:cubicBezTo>
                    <a:cubicBezTo>
                      <a:pt x="713" y="383"/>
                      <a:pt x="721" y="383"/>
                      <a:pt x="729" y="379"/>
                    </a:cubicBezTo>
                    <a:cubicBezTo>
                      <a:pt x="739" y="377"/>
                      <a:pt x="748" y="375"/>
                      <a:pt x="754" y="375"/>
                    </a:cubicBezTo>
                    <a:cubicBezTo>
                      <a:pt x="759" y="374"/>
                      <a:pt x="763" y="373"/>
                      <a:pt x="768" y="373"/>
                    </a:cubicBezTo>
                    <a:cubicBezTo>
                      <a:pt x="772" y="373"/>
                      <a:pt x="775" y="374"/>
                      <a:pt x="778" y="375"/>
                    </a:cubicBezTo>
                    <a:cubicBezTo>
                      <a:pt x="784" y="375"/>
                      <a:pt x="793" y="377"/>
                      <a:pt x="799" y="377"/>
                    </a:cubicBezTo>
                    <a:cubicBezTo>
                      <a:pt x="801" y="377"/>
                      <a:pt x="803" y="377"/>
                      <a:pt x="803" y="379"/>
                    </a:cubicBezTo>
                    <a:cubicBezTo>
                      <a:pt x="809" y="383"/>
                      <a:pt x="813" y="383"/>
                      <a:pt x="815" y="385"/>
                    </a:cubicBezTo>
                    <a:cubicBezTo>
                      <a:pt x="819" y="387"/>
                      <a:pt x="821" y="387"/>
                      <a:pt x="823" y="387"/>
                    </a:cubicBezTo>
                    <a:cubicBezTo>
                      <a:pt x="824" y="387"/>
                      <a:pt x="824" y="387"/>
                      <a:pt x="825" y="387"/>
                    </a:cubicBezTo>
                    <a:lnTo>
                      <a:pt x="825" y="387"/>
                    </a:lnTo>
                    <a:lnTo>
                      <a:pt x="197" y="25"/>
                    </a:lnTo>
                    <a:lnTo>
                      <a:pt x="181" y="17"/>
                    </a:lnTo>
                    <a:cubicBezTo>
                      <a:pt x="177" y="14"/>
                      <a:pt x="173" y="14"/>
                      <a:pt x="171" y="10"/>
                    </a:cubicBezTo>
                    <a:cubicBezTo>
                      <a:pt x="169" y="8"/>
                      <a:pt x="167" y="8"/>
                      <a:pt x="160" y="8"/>
                    </a:cubicBezTo>
                    <a:cubicBezTo>
                      <a:pt x="154" y="6"/>
                      <a:pt x="154" y="6"/>
                      <a:pt x="150" y="6"/>
                    </a:cubicBezTo>
                    <a:cubicBezTo>
                      <a:pt x="148" y="6"/>
                      <a:pt x="146" y="4"/>
                      <a:pt x="146" y="4"/>
                    </a:cubicBezTo>
                    <a:cubicBezTo>
                      <a:pt x="140" y="4"/>
                      <a:pt x="136" y="0"/>
                      <a:pt x="1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37"/>
              <p:cNvSpPr/>
              <p:nvPr/>
            </p:nvSpPr>
            <p:spPr>
              <a:xfrm rot="39010">
                <a:off x="6745533" y="4686651"/>
                <a:ext cx="220769" cy="241906"/>
              </a:xfrm>
              <a:custGeom>
                <a:rect b="b" l="l" r="r" t="t"/>
                <a:pathLst>
                  <a:path extrusionOk="0" h="1030" w="940">
                    <a:moveTo>
                      <a:pt x="295" y="1"/>
                    </a:moveTo>
                    <a:cubicBezTo>
                      <a:pt x="293" y="5"/>
                      <a:pt x="289" y="5"/>
                      <a:pt x="289" y="5"/>
                    </a:cubicBezTo>
                    <a:cubicBezTo>
                      <a:pt x="285" y="7"/>
                      <a:pt x="283" y="9"/>
                      <a:pt x="277" y="13"/>
                    </a:cubicBezTo>
                    <a:cubicBezTo>
                      <a:pt x="273" y="15"/>
                      <a:pt x="268" y="17"/>
                      <a:pt x="266" y="19"/>
                    </a:cubicBezTo>
                    <a:cubicBezTo>
                      <a:pt x="262" y="25"/>
                      <a:pt x="256" y="27"/>
                      <a:pt x="254" y="30"/>
                    </a:cubicBezTo>
                    <a:cubicBezTo>
                      <a:pt x="248" y="34"/>
                      <a:pt x="246" y="36"/>
                      <a:pt x="242" y="40"/>
                    </a:cubicBezTo>
                    <a:cubicBezTo>
                      <a:pt x="234" y="46"/>
                      <a:pt x="232" y="48"/>
                      <a:pt x="232" y="50"/>
                    </a:cubicBezTo>
                    <a:cubicBezTo>
                      <a:pt x="226" y="52"/>
                      <a:pt x="223" y="58"/>
                      <a:pt x="221" y="60"/>
                    </a:cubicBezTo>
                    <a:lnTo>
                      <a:pt x="213" y="68"/>
                    </a:lnTo>
                    <a:lnTo>
                      <a:pt x="203" y="79"/>
                    </a:lnTo>
                    <a:lnTo>
                      <a:pt x="195" y="87"/>
                    </a:lnTo>
                    <a:lnTo>
                      <a:pt x="187" y="93"/>
                    </a:lnTo>
                    <a:cubicBezTo>
                      <a:pt x="183" y="99"/>
                      <a:pt x="183" y="101"/>
                      <a:pt x="181" y="101"/>
                    </a:cubicBezTo>
                    <a:lnTo>
                      <a:pt x="172" y="109"/>
                    </a:lnTo>
                    <a:lnTo>
                      <a:pt x="164" y="118"/>
                    </a:lnTo>
                    <a:cubicBezTo>
                      <a:pt x="160" y="122"/>
                      <a:pt x="160" y="126"/>
                      <a:pt x="156" y="126"/>
                    </a:cubicBezTo>
                    <a:lnTo>
                      <a:pt x="150" y="132"/>
                    </a:lnTo>
                    <a:cubicBezTo>
                      <a:pt x="146" y="136"/>
                      <a:pt x="144" y="140"/>
                      <a:pt x="142" y="142"/>
                    </a:cubicBezTo>
                    <a:cubicBezTo>
                      <a:pt x="140" y="146"/>
                      <a:pt x="140" y="148"/>
                      <a:pt x="136" y="148"/>
                    </a:cubicBezTo>
                    <a:cubicBezTo>
                      <a:pt x="133" y="152"/>
                      <a:pt x="133" y="152"/>
                      <a:pt x="131" y="152"/>
                    </a:cubicBezTo>
                    <a:cubicBezTo>
                      <a:pt x="125" y="160"/>
                      <a:pt x="121" y="165"/>
                      <a:pt x="119" y="171"/>
                    </a:cubicBezTo>
                    <a:cubicBezTo>
                      <a:pt x="115" y="173"/>
                      <a:pt x="115" y="173"/>
                      <a:pt x="115" y="175"/>
                    </a:cubicBezTo>
                    <a:cubicBezTo>
                      <a:pt x="113" y="179"/>
                      <a:pt x="111" y="183"/>
                      <a:pt x="111" y="185"/>
                    </a:cubicBezTo>
                    <a:cubicBezTo>
                      <a:pt x="109" y="191"/>
                      <a:pt x="105" y="193"/>
                      <a:pt x="103" y="195"/>
                    </a:cubicBezTo>
                    <a:cubicBezTo>
                      <a:pt x="101" y="201"/>
                      <a:pt x="99" y="203"/>
                      <a:pt x="95" y="210"/>
                    </a:cubicBezTo>
                    <a:cubicBezTo>
                      <a:pt x="93" y="212"/>
                      <a:pt x="93" y="212"/>
                      <a:pt x="93" y="214"/>
                    </a:cubicBezTo>
                    <a:cubicBezTo>
                      <a:pt x="88" y="222"/>
                      <a:pt x="88" y="224"/>
                      <a:pt x="84" y="230"/>
                    </a:cubicBezTo>
                    <a:cubicBezTo>
                      <a:pt x="82" y="234"/>
                      <a:pt x="80" y="236"/>
                      <a:pt x="80" y="240"/>
                    </a:cubicBezTo>
                    <a:cubicBezTo>
                      <a:pt x="76" y="242"/>
                      <a:pt x="76" y="244"/>
                      <a:pt x="76" y="246"/>
                    </a:cubicBezTo>
                    <a:cubicBezTo>
                      <a:pt x="74" y="253"/>
                      <a:pt x="72" y="255"/>
                      <a:pt x="72" y="257"/>
                    </a:cubicBezTo>
                    <a:cubicBezTo>
                      <a:pt x="70" y="261"/>
                      <a:pt x="70" y="263"/>
                      <a:pt x="68" y="265"/>
                    </a:cubicBezTo>
                    <a:cubicBezTo>
                      <a:pt x="64" y="267"/>
                      <a:pt x="64" y="271"/>
                      <a:pt x="62" y="273"/>
                    </a:cubicBezTo>
                    <a:cubicBezTo>
                      <a:pt x="60" y="275"/>
                      <a:pt x="60" y="277"/>
                      <a:pt x="60" y="277"/>
                    </a:cubicBezTo>
                    <a:cubicBezTo>
                      <a:pt x="56" y="283"/>
                      <a:pt x="54" y="285"/>
                      <a:pt x="54" y="287"/>
                    </a:cubicBezTo>
                    <a:cubicBezTo>
                      <a:pt x="52" y="291"/>
                      <a:pt x="52" y="296"/>
                      <a:pt x="50" y="298"/>
                    </a:cubicBezTo>
                    <a:cubicBezTo>
                      <a:pt x="45" y="304"/>
                      <a:pt x="45" y="306"/>
                      <a:pt x="43" y="308"/>
                    </a:cubicBezTo>
                    <a:cubicBezTo>
                      <a:pt x="41" y="316"/>
                      <a:pt x="41" y="316"/>
                      <a:pt x="39" y="318"/>
                    </a:cubicBezTo>
                    <a:cubicBezTo>
                      <a:pt x="37" y="324"/>
                      <a:pt x="37" y="326"/>
                      <a:pt x="33" y="328"/>
                    </a:cubicBezTo>
                    <a:cubicBezTo>
                      <a:pt x="31" y="334"/>
                      <a:pt x="31" y="336"/>
                      <a:pt x="29" y="338"/>
                    </a:cubicBezTo>
                    <a:cubicBezTo>
                      <a:pt x="29" y="343"/>
                      <a:pt x="27" y="345"/>
                      <a:pt x="27" y="347"/>
                    </a:cubicBezTo>
                    <a:cubicBezTo>
                      <a:pt x="23" y="349"/>
                      <a:pt x="23" y="353"/>
                      <a:pt x="23" y="353"/>
                    </a:cubicBezTo>
                    <a:cubicBezTo>
                      <a:pt x="21" y="357"/>
                      <a:pt x="21" y="359"/>
                      <a:pt x="19" y="365"/>
                    </a:cubicBezTo>
                    <a:cubicBezTo>
                      <a:pt x="17" y="369"/>
                      <a:pt x="17" y="375"/>
                      <a:pt x="17" y="377"/>
                    </a:cubicBezTo>
                    <a:cubicBezTo>
                      <a:pt x="13" y="386"/>
                      <a:pt x="13" y="388"/>
                      <a:pt x="13" y="390"/>
                    </a:cubicBezTo>
                    <a:cubicBezTo>
                      <a:pt x="11" y="396"/>
                      <a:pt x="11" y="400"/>
                      <a:pt x="11" y="404"/>
                    </a:cubicBezTo>
                    <a:cubicBezTo>
                      <a:pt x="11" y="408"/>
                      <a:pt x="9" y="410"/>
                      <a:pt x="9" y="414"/>
                    </a:cubicBezTo>
                    <a:cubicBezTo>
                      <a:pt x="5" y="420"/>
                      <a:pt x="5" y="426"/>
                      <a:pt x="5" y="431"/>
                    </a:cubicBezTo>
                    <a:cubicBezTo>
                      <a:pt x="3" y="437"/>
                      <a:pt x="3" y="441"/>
                      <a:pt x="3" y="445"/>
                    </a:cubicBezTo>
                    <a:cubicBezTo>
                      <a:pt x="3" y="451"/>
                      <a:pt x="0" y="455"/>
                      <a:pt x="0" y="457"/>
                    </a:cubicBezTo>
                    <a:lnTo>
                      <a:pt x="0" y="469"/>
                    </a:lnTo>
                    <a:lnTo>
                      <a:pt x="0" y="480"/>
                    </a:lnTo>
                    <a:lnTo>
                      <a:pt x="0" y="496"/>
                    </a:lnTo>
                    <a:cubicBezTo>
                      <a:pt x="0" y="500"/>
                      <a:pt x="0" y="506"/>
                      <a:pt x="3" y="508"/>
                    </a:cubicBezTo>
                    <a:cubicBezTo>
                      <a:pt x="3" y="516"/>
                      <a:pt x="5" y="519"/>
                      <a:pt x="5" y="521"/>
                    </a:cubicBezTo>
                    <a:cubicBezTo>
                      <a:pt x="5" y="527"/>
                      <a:pt x="9" y="531"/>
                      <a:pt x="9" y="537"/>
                    </a:cubicBezTo>
                    <a:cubicBezTo>
                      <a:pt x="11" y="543"/>
                      <a:pt x="11" y="547"/>
                      <a:pt x="11" y="551"/>
                    </a:cubicBezTo>
                    <a:cubicBezTo>
                      <a:pt x="13" y="557"/>
                      <a:pt x="13" y="561"/>
                      <a:pt x="15" y="564"/>
                    </a:cubicBezTo>
                    <a:cubicBezTo>
                      <a:pt x="19" y="572"/>
                      <a:pt x="21" y="578"/>
                      <a:pt x="23" y="582"/>
                    </a:cubicBezTo>
                    <a:cubicBezTo>
                      <a:pt x="25" y="590"/>
                      <a:pt x="29" y="592"/>
                      <a:pt x="29" y="594"/>
                    </a:cubicBezTo>
                    <a:cubicBezTo>
                      <a:pt x="31" y="598"/>
                      <a:pt x="31" y="600"/>
                      <a:pt x="33" y="602"/>
                    </a:cubicBezTo>
                    <a:cubicBezTo>
                      <a:pt x="41" y="615"/>
                      <a:pt x="50" y="623"/>
                      <a:pt x="54" y="631"/>
                    </a:cubicBezTo>
                    <a:lnTo>
                      <a:pt x="60" y="635"/>
                    </a:lnTo>
                    <a:cubicBezTo>
                      <a:pt x="66" y="643"/>
                      <a:pt x="76" y="651"/>
                      <a:pt x="84" y="656"/>
                    </a:cubicBezTo>
                    <a:lnTo>
                      <a:pt x="729" y="1030"/>
                    </a:lnTo>
                    <a:cubicBezTo>
                      <a:pt x="719" y="1024"/>
                      <a:pt x="710" y="1018"/>
                      <a:pt x="704" y="1010"/>
                    </a:cubicBezTo>
                    <a:cubicBezTo>
                      <a:pt x="717" y="997"/>
                      <a:pt x="715" y="997"/>
                      <a:pt x="715" y="995"/>
                    </a:cubicBezTo>
                    <a:cubicBezTo>
                      <a:pt x="706" y="987"/>
                      <a:pt x="698" y="977"/>
                      <a:pt x="694" y="969"/>
                    </a:cubicBezTo>
                    <a:cubicBezTo>
                      <a:pt x="690" y="967"/>
                      <a:pt x="688" y="960"/>
                      <a:pt x="688" y="958"/>
                    </a:cubicBezTo>
                    <a:cubicBezTo>
                      <a:pt x="686" y="956"/>
                      <a:pt x="686" y="954"/>
                      <a:pt x="684" y="950"/>
                    </a:cubicBezTo>
                    <a:cubicBezTo>
                      <a:pt x="682" y="944"/>
                      <a:pt x="678" y="938"/>
                      <a:pt x="676" y="930"/>
                    </a:cubicBezTo>
                    <a:cubicBezTo>
                      <a:pt x="674" y="920"/>
                      <a:pt x="672" y="913"/>
                      <a:pt x="667" y="905"/>
                    </a:cubicBezTo>
                    <a:cubicBezTo>
                      <a:pt x="665" y="895"/>
                      <a:pt x="663" y="885"/>
                      <a:pt x="663" y="877"/>
                    </a:cubicBezTo>
                    <a:cubicBezTo>
                      <a:pt x="659" y="866"/>
                      <a:pt x="659" y="856"/>
                      <a:pt x="659" y="844"/>
                    </a:cubicBezTo>
                    <a:cubicBezTo>
                      <a:pt x="659" y="834"/>
                      <a:pt x="659" y="823"/>
                      <a:pt x="663" y="813"/>
                    </a:cubicBezTo>
                    <a:cubicBezTo>
                      <a:pt x="665" y="801"/>
                      <a:pt x="665" y="791"/>
                      <a:pt x="667" y="780"/>
                    </a:cubicBezTo>
                    <a:cubicBezTo>
                      <a:pt x="672" y="766"/>
                      <a:pt x="674" y="756"/>
                      <a:pt x="676" y="746"/>
                    </a:cubicBezTo>
                    <a:cubicBezTo>
                      <a:pt x="678" y="733"/>
                      <a:pt x="682" y="723"/>
                      <a:pt x="686" y="713"/>
                    </a:cubicBezTo>
                    <a:cubicBezTo>
                      <a:pt x="690" y="701"/>
                      <a:pt x="694" y="690"/>
                      <a:pt x="698" y="680"/>
                    </a:cubicBezTo>
                    <a:cubicBezTo>
                      <a:pt x="704" y="666"/>
                      <a:pt x="708" y="658"/>
                      <a:pt x="710" y="645"/>
                    </a:cubicBezTo>
                    <a:cubicBezTo>
                      <a:pt x="717" y="633"/>
                      <a:pt x="721" y="623"/>
                      <a:pt x="727" y="613"/>
                    </a:cubicBezTo>
                    <a:cubicBezTo>
                      <a:pt x="733" y="602"/>
                      <a:pt x="737" y="592"/>
                      <a:pt x="745" y="582"/>
                    </a:cubicBezTo>
                    <a:cubicBezTo>
                      <a:pt x="747" y="580"/>
                      <a:pt x="747" y="578"/>
                      <a:pt x="747" y="578"/>
                    </a:cubicBezTo>
                    <a:lnTo>
                      <a:pt x="764" y="555"/>
                    </a:lnTo>
                    <a:cubicBezTo>
                      <a:pt x="766" y="551"/>
                      <a:pt x="768" y="547"/>
                      <a:pt x="768" y="545"/>
                    </a:cubicBezTo>
                    <a:cubicBezTo>
                      <a:pt x="774" y="535"/>
                      <a:pt x="780" y="527"/>
                      <a:pt x="786" y="519"/>
                    </a:cubicBezTo>
                    <a:cubicBezTo>
                      <a:pt x="794" y="506"/>
                      <a:pt x="800" y="498"/>
                      <a:pt x="809" y="490"/>
                    </a:cubicBezTo>
                    <a:cubicBezTo>
                      <a:pt x="817" y="480"/>
                      <a:pt x="825" y="474"/>
                      <a:pt x="831" y="461"/>
                    </a:cubicBezTo>
                    <a:cubicBezTo>
                      <a:pt x="839" y="453"/>
                      <a:pt x="850" y="445"/>
                      <a:pt x="858" y="437"/>
                    </a:cubicBezTo>
                    <a:cubicBezTo>
                      <a:pt x="868" y="428"/>
                      <a:pt x="874" y="420"/>
                      <a:pt x="882" y="414"/>
                    </a:cubicBezTo>
                    <a:cubicBezTo>
                      <a:pt x="893" y="404"/>
                      <a:pt x="903" y="398"/>
                      <a:pt x="911" y="394"/>
                    </a:cubicBezTo>
                    <a:cubicBezTo>
                      <a:pt x="921" y="386"/>
                      <a:pt x="929" y="381"/>
                      <a:pt x="940" y="375"/>
                    </a:cubicBezTo>
                    <a:lnTo>
                      <a:pt x="2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37"/>
              <p:cNvSpPr/>
              <p:nvPr/>
            </p:nvSpPr>
            <p:spPr>
              <a:xfrm rot="39010">
                <a:off x="6900778" y="4767736"/>
                <a:ext cx="127529" cy="163228"/>
              </a:xfrm>
              <a:custGeom>
                <a:rect b="b" l="l" r="r" t="t"/>
                <a:pathLst>
                  <a:path extrusionOk="0" h="695" w="543">
                    <a:moveTo>
                      <a:pt x="392" y="0"/>
                    </a:moveTo>
                    <a:cubicBezTo>
                      <a:pt x="355" y="0"/>
                      <a:pt x="314" y="12"/>
                      <a:pt x="270" y="37"/>
                    </a:cubicBezTo>
                    <a:cubicBezTo>
                      <a:pt x="121" y="125"/>
                      <a:pt x="0" y="334"/>
                      <a:pt x="2" y="504"/>
                    </a:cubicBezTo>
                    <a:cubicBezTo>
                      <a:pt x="2" y="625"/>
                      <a:pt x="64" y="695"/>
                      <a:pt x="152" y="695"/>
                    </a:cubicBezTo>
                    <a:cubicBezTo>
                      <a:pt x="189" y="695"/>
                      <a:pt x="231" y="683"/>
                      <a:pt x="275" y="657"/>
                    </a:cubicBezTo>
                    <a:cubicBezTo>
                      <a:pt x="422" y="573"/>
                      <a:pt x="543" y="363"/>
                      <a:pt x="543" y="191"/>
                    </a:cubicBezTo>
                    <a:cubicBezTo>
                      <a:pt x="543" y="70"/>
                      <a:pt x="481" y="0"/>
                      <a:pt x="392"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37"/>
              <p:cNvSpPr/>
              <p:nvPr/>
            </p:nvSpPr>
            <p:spPr>
              <a:xfrm rot="39010">
                <a:off x="7891756" y="4068521"/>
                <a:ext cx="175675" cy="104043"/>
              </a:xfrm>
              <a:custGeom>
                <a:rect b="b" l="l" r="r" t="t"/>
                <a:pathLst>
                  <a:path extrusionOk="0" h="443" w="748">
                    <a:moveTo>
                      <a:pt x="744" y="396"/>
                    </a:moveTo>
                    <a:lnTo>
                      <a:pt x="747" y="397"/>
                    </a:lnTo>
                    <a:cubicBezTo>
                      <a:pt x="746" y="397"/>
                      <a:pt x="745" y="396"/>
                      <a:pt x="744" y="396"/>
                    </a:cubicBezTo>
                    <a:close/>
                    <a:moveTo>
                      <a:pt x="66" y="1"/>
                    </a:moveTo>
                    <a:cubicBezTo>
                      <a:pt x="15" y="23"/>
                      <a:pt x="0" y="46"/>
                      <a:pt x="0" y="46"/>
                    </a:cubicBezTo>
                    <a:lnTo>
                      <a:pt x="680" y="443"/>
                    </a:lnTo>
                    <a:lnTo>
                      <a:pt x="696" y="420"/>
                    </a:lnTo>
                    <a:cubicBezTo>
                      <a:pt x="698" y="414"/>
                      <a:pt x="704" y="410"/>
                      <a:pt x="706" y="408"/>
                    </a:cubicBezTo>
                    <a:cubicBezTo>
                      <a:pt x="708" y="404"/>
                      <a:pt x="710" y="402"/>
                      <a:pt x="716" y="400"/>
                    </a:cubicBezTo>
                    <a:cubicBezTo>
                      <a:pt x="720" y="397"/>
                      <a:pt x="727" y="393"/>
                      <a:pt x="731" y="393"/>
                    </a:cubicBezTo>
                    <a:cubicBezTo>
                      <a:pt x="736" y="393"/>
                      <a:pt x="739" y="393"/>
                      <a:pt x="744" y="396"/>
                    </a:cubicBezTo>
                    <a:lnTo>
                      <a:pt x="744" y="396"/>
                    </a:lnTo>
                    <a:lnTo>
                      <a:pt x="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37"/>
              <p:cNvSpPr/>
              <p:nvPr/>
            </p:nvSpPr>
            <p:spPr>
              <a:xfrm rot="39010">
                <a:off x="7881799" y="4087651"/>
                <a:ext cx="172622" cy="123302"/>
              </a:xfrm>
              <a:custGeom>
                <a:rect b="b" l="l" r="r" t="t"/>
                <a:pathLst>
                  <a:path extrusionOk="0" h="525" w="735">
                    <a:moveTo>
                      <a:pt x="0" y="0"/>
                    </a:moveTo>
                    <a:lnTo>
                      <a:pt x="4" y="3"/>
                    </a:lnTo>
                    <a:lnTo>
                      <a:pt x="4" y="3"/>
                    </a:lnTo>
                    <a:cubicBezTo>
                      <a:pt x="3" y="2"/>
                      <a:pt x="2" y="1"/>
                      <a:pt x="0" y="0"/>
                    </a:cubicBezTo>
                    <a:close/>
                    <a:moveTo>
                      <a:pt x="4" y="3"/>
                    </a:moveTo>
                    <a:cubicBezTo>
                      <a:pt x="8" y="5"/>
                      <a:pt x="11" y="8"/>
                      <a:pt x="13" y="13"/>
                    </a:cubicBezTo>
                    <a:cubicBezTo>
                      <a:pt x="21" y="21"/>
                      <a:pt x="23" y="25"/>
                      <a:pt x="25" y="33"/>
                    </a:cubicBezTo>
                    <a:cubicBezTo>
                      <a:pt x="27" y="35"/>
                      <a:pt x="31" y="37"/>
                      <a:pt x="31" y="43"/>
                    </a:cubicBezTo>
                    <a:cubicBezTo>
                      <a:pt x="35" y="52"/>
                      <a:pt x="37" y="62"/>
                      <a:pt x="41" y="72"/>
                    </a:cubicBezTo>
                    <a:cubicBezTo>
                      <a:pt x="43" y="84"/>
                      <a:pt x="45" y="92"/>
                      <a:pt x="45" y="99"/>
                    </a:cubicBezTo>
                    <a:cubicBezTo>
                      <a:pt x="45" y="109"/>
                      <a:pt x="47" y="115"/>
                      <a:pt x="47" y="121"/>
                    </a:cubicBezTo>
                    <a:lnTo>
                      <a:pt x="47" y="129"/>
                    </a:lnTo>
                    <a:lnTo>
                      <a:pt x="729" y="524"/>
                    </a:lnTo>
                    <a:cubicBezTo>
                      <a:pt x="735" y="524"/>
                      <a:pt x="735" y="520"/>
                      <a:pt x="735" y="514"/>
                    </a:cubicBezTo>
                    <a:cubicBezTo>
                      <a:pt x="735" y="510"/>
                      <a:pt x="731" y="502"/>
                      <a:pt x="731" y="493"/>
                    </a:cubicBezTo>
                    <a:cubicBezTo>
                      <a:pt x="729" y="485"/>
                      <a:pt x="729" y="481"/>
                      <a:pt x="729" y="473"/>
                    </a:cubicBezTo>
                    <a:cubicBezTo>
                      <a:pt x="729" y="471"/>
                      <a:pt x="727" y="469"/>
                      <a:pt x="727" y="465"/>
                    </a:cubicBezTo>
                    <a:cubicBezTo>
                      <a:pt x="723" y="457"/>
                      <a:pt x="723" y="455"/>
                      <a:pt x="721" y="453"/>
                    </a:cubicBezTo>
                    <a:cubicBezTo>
                      <a:pt x="718" y="451"/>
                      <a:pt x="718" y="448"/>
                      <a:pt x="718" y="444"/>
                    </a:cubicBezTo>
                    <a:cubicBezTo>
                      <a:pt x="716" y="442"/>
                      <a:pt x="716" y="440"/>
                      <a:pt x="712" y="436"/>
                    </a:cubicBezTo>
                    <a:cubicBezTo>
                      <a:pt x="710" y="434"/>
                      <a:pt x="710" y="432"/>
                      <a:pt x="708" y="430"/>
                    </a:cubicBezTo>
                    <a:cubicBezTo>
                      <a:pt x="704" y="422"/>
                      <a:pt x="698" y="416"/>
                      <a:pt x="696" y="412"/>
                    </a:cubicBezTo>
                    <a:cubicBezTo>
                      <a:pt x="688" y="403"/>
                      <a:pt x="686" y="399"/>
                      <a:pt x="680" y="395"/>
                    </a:cubicBezTo>
                    <a:lnTo>
                      <a:pt x="4" y="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37"/>
              <p:cNvSpPr/>
              <p:nvPr/>
            </p:nvSpPr>
            <p:spPr>
              <a:xfrm rot="39010">
                <a:off x="7881040" y="4085703"/>
                <a:ext cx="162053" cy="95353"/>
              </a:xfrm>
              <a:custGeom>
                <a:rect b="b" l="l" r="r" t="t"/>
                <a:pathLst>
                  <a:path extrusionOk="0" h="406" w="690">
                    <a:moveTo>
                      <a:pt x="0" y="0"/>
                    </a:moveTo>
                    <a:lnTo>
                      <a:pt x="8" y="8"/>
                    </a:lnTo>
                    <a:lnTo>
                      <a:pt x="690" y="405"/>
                    </a:lnTo>
                    <a:lnTo>
                      <a:pt x="682" y="397"/>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37"/>
              <p:cNvSpPr/>
              <p:nvPr/>
            </p:nvSpPr>
            <p:spPr>
              <a:xfrm rot="39010">
                <a:off x="7879175" y="4085206"/>
                <a:ext cx="161114" cy="93944"/>
              </a:xfrm>
              <a:custGeom>
                <a:rect b="b" l="l" r="r" t="t"/>
                <a:pathLst>
                  <a:path extrusionOk="0" h="400" w="686">
                    <a:moveTo>
                      <a:pt x="0" y="0"/>
                    </a:moveTo>
                    <a:lnTo>
                      <a:pt x="679" y="397"/>
                    </a:lnTo>
                    <a:cubicBezTo>
                      <a:pt x="679" y="396"/>
                      <a:pt x="679" y="396"/>
                      <a:pt x="679" y="396"/>
                    </a:cubicBezTo>
                    <a:lnTo>
                      <a:pt x="679" y="396"/>
                    </a:lnTo>
                    <a:lnTo>
                      <a:pt x="681" y="396"/>
                    </a:lnTo>
                    <a:lnTo>
                      <a:pt x="681" y="396"/>
                    </a:lnTo>
                    <a:cubicBezTo>
                      <a:pt x="680" y="396"/>
                      <a:pt x="680" y="395"/>
                      <a:pt x="680" y="395"/>
                    </a:cubicBezTo>
                    <a:cubicBezTo>
                      <a:pt x="679" y="395"/>
                      <a:pt x="679" y="395"/>
                      <a:pt x="679" y="396"/>
                    </a:cubicBezTo>
                    <a:lnTo>
                      <a:pt x="679" y="396"/>
                    </a:lnTo>
                    <a:lnTo>
                      <a:pt x="4" y="2"/>
                    </a:lnTo>
                    <a:cubicBezTo>
                      <a:pt x="2" y="0"/>
                      <a:pt x="0" y="0"/>
                      <a:pt x="0" y="0"/>
                    </a:cubicBezTo>
                    <a:close/>
                    <a:moveTo>
                      <a:pt x="681" y="396"/>
                    </a:moveTo>
                    <a:lnTo>
                      <a:pt x="681" y="396"/>
                    </a:lnTo>
                    <a:cubicBezTo>
                      <a:pt x="681" y="397"/>
                      <a:pt x="683" y="398"/>
                      <a:pt x="685" y="399"/>
                    </a:cubicBezTo>
                    <a:lnTo>
                      <a:pt x="681" y="3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37"/>
              <p:cNvSpPr/>
              <p:nvPr/>
            </p:nvSpPr>
            <p:spPr>
              <a:xfrm rot="39010">
                <a:off x="7884450" y="4075181"/>
                <a:ext cx="163698" cy="94883"/>
              </a:xfrm>
              <a:custGeom>
                <a:rect b="b" l="l" r="r" t="t"/>
                <a:pathLst>
                  <a:path extrusionOk="0" h="404" w="697">
                    <a:moveTo>
                      <a:pt x="1" y="0"/>
                    </a:moveTo>
                    <a:lnTo>
                      <a:pt x="517" y="299"/>
                    </a:lnTo>
                    <a:lnTo>
                      <a:pt x="517" y="299"/>
                    </a:lnTo>
                    <a:lnTo>
                      <a:pt x="15" y="6"/>
                    </a:lnTo>
                    <a:cubicBezTo>
                      <a:pt x="9" y="4"/>
                      <a:pt x="1" y="0"/>
                      <a:pt x="1" y="0"/>
                    </a:cubicBezTo>
                    <a:close/>
                    <a:moveTo>
                      <a:pt x="517" y="299"/>
                    </a:moveTo>
                    <a:lnTo>
                      <a:pt x="687" y="398"/>
                    </a:lnTo>
                    <a:lnTo>
                      <a:pt x="687" y="398"/>
                    </a:lnTo>
                    <a:cubicBezTo>
                      <a:pt x="684" y="395"/>
                      <a:pt x="682" y="393"/>
                      <a:pt x="680" y="393"/>
                    </a:cubicBezTo>
                    <a:lnTo>
                      <a:pt x="517" y="299"/>
                    </a:lnTo>
                    <a:close/>
                    <a:moveTo>
                      <a:pt x="687" y="398"/>
                    </a:moveTo>
                    <a:lnTo>
                      <a:pt x="687" y="398"/>
                    </a:lnTo>
                    <a:cubicBezTo>
                      <a:pt x="690" y="400"/>
                      <a:pt x="692" y="402"/>
                      <a:pt x="696" y="403"/>
                    </a:cubicBezTo>
                    <a:lnTo>
                      <a:pt x="687" y="3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37"/>
              <p:cNvSpPr/>
              <p:nvPr/>
            </p:nvSpPr>
            <p:spPr>
              <a:xfrm rot="39010">
                <a:off x="7877197" y="4072769"/>
                <a:ext cx="166986" cy="94883"/>
              </a:xfrm>
              <a:custGeom>
                <a:rect b="b" l="l" r="r" t="t"/>
                <a:pathLst>
                  <a:path extrusionOk="0" h="404" w="711">
                    <a:moveTo>
                      <a:pt x="1" y="0"/>
                    </a:moveTo>
                    <a:lnTo>
                      <a:pt x="678" y="393"/>
                    </a:lnTo>
                    <a:lnTo>
                      <a:pt x="711" y="403"/>
                    </a:lnTo>
                    <a:lnTo>
                      <a:pt x="32" y="1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37"/>
              <p:cNvSpPr/>
              <p:nvPr/>
            </p:nvSpPr>
            <p:spPr>
              <a:xfrm rot="39010">
                <a:off x="7864032" y="4053355"/>
                <a:ext cx="166046" cy="94414"/>
              </a:xfrm>
              <a:custGeom>
                <a:rect b="b" l="l" r="r" t="t"/>
                <a:pathLst>
                  <a:path extrusionOk="0" h="402" w="707">
                    <a:moveTo>
                      <a:pt x="27" y="0"/>
                    </a:moveTo>
                    <a:cubicBezTo>
                      <a:pt x="15" y="2"/>
                      <a:pt x="5" y="4"/>
                      <a:pt x="1" y="4"/>
                    </a:cubicBezTo>
                    <a:lnTo>
                      <a:pt x="682" y="401"/>
                    </a:lnTo>
                    <a:cubicBezTo>
                      <a:pt x="684" y="401"/>
                      <a:pt x="694" y="399"/>
                      <a:pt x="706" y="395"/>
                    </a:cubicBezTo>
                    <a:lnTo>
                      <a:pt x="27"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37"/>
              <p:cNvSpPr/>
              <p:nvPr/>
            </p:nvSpPr>
            <p:spPr>
              <a:xfrm rot="39010">
                <a:off x="7864027" y="4054264"/>
                <a:ext cx="160644" cy="93474"/>
              </a:xfrm>
              <a:custGeom>
                <a:rect b="b" l="l" r="r" t="t"/>
                <a:pathLst>
                  <a:path extrusionOk="0" h="398" w="684">
                    <a:moveTo>
                      <a:pt x="1" y="0"/>
                    </a:moveTo>
                    <a:cubicBezTo>
                      <a:pt x="1" y="0"/>
                      <a:pt x="1" y="0"/>
                      <a:pt x="1" y="0"/>
                    </a:cubicBezTo>
                    <a:lnTo>
                      <a:pt x="682" y="397"/>
                    </a:lnTo>
                    <a:lnTo>
                      <a:pt x="684" y="393"/>
                    </a:lnTo>
                    <a:cubicBezTo>
                      <a:pt x="684" y="393"/>
                      <a:pt x="10"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37"/>
              <p:cNvSpPr/>
              <p:nvPr/>
            </p:nvSpPr>
            <p:spPr>
              <a:xfrm rot="39010">
                <a:off x="7865436" y="4054294"/>
                <a:ext cx="163228" cy="93474"/>
              </a:xfrm>
              <a:custGeom>
                <a:rect b="b" l="l" r="r" t="t"/>
                <a:pathLst>
                  <a:path extrusionOk="0" h="398" w="695">
                    <a:moveTo>
                      <a:pt x="13" y="0"/>
                    </a:moveTo>
                    <a:cubicBezTo>
                      <a:pt x="9" y="0"/>
                      <a:pt x="3" y="0"/>
                      <a:pt x="1" y="2"/>
                    </a:cubicBezTo>
                    <a:lnTo>
                      <a:pt x="680" y="397"/>
                    </a:lnTo>
                    <a:cubicBezTo>
                      <a:pt x="682" y="396"/>
                      <a:pt x="684" y="396"/>
                      <a:pt x="686" y="396"/>
                    </a:cubicBezTo>
                    <a:cubicBezTo>
                      <a:pt x="689" y="396"/>
                      <a:pt x="691" y="396"/>
                      <a:pt x="694" y="397"/>
                    </a:cubicBezTo>
                    <a:lnTo>
                      <a:pt x="13"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37"/>
              <p:cNvSpPr/>
              <p:nvPr/>
            </p:nvSpPr>
            <p:spPr>
              <a:xfrm rot="39010">
                <a:off x="7868497" y="4053380"/>
                <a:ext cx="161584" cy="93944"/>
              </a:xfrm>
              <a:custGeom>
                <a:rect b="b" l="l" r="r" t="t"/>
                <a:pathLst>
                  <a:path extrusionOk="0" h="400" w="688">
                    <a:moveTo>
                      <a:pt x="8" y="0"/>
                    </a:moveTo>
                    <a:cubicBezTo>
                      <a:pt x="4" y="0"/>
                      <a:pt x="2" y="2"/>
                      <a:pt x="0" y="2"/>
                    </a:cubicBezTo>
                    <a:lnTo>
                      <a:pt x="681" y="399"/>
                    </a:lnTo>
                    <a:cubicBezTo>
                      <a:pt x="683" y="399"/>
                      <a:pt x="685" y="395"/>
                      <a:pt x="687" y="395"/>
                    </a:cubicBezTo>
                    <a:lnTo>
                      <a:pt x="8"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37"/>
              <p:cNvSpPr/>
              <p:nvPr/>
            </p:nvSpPr>
            <p:spPr>
              <a:xfrm rot="39010">
                <a:off x="7861203" y="4054248"/>
                <a:ext cx="163463" cy="94414"/>
              </a:xfrm>
              <a:custGeom>
                <a:rect b="b" l="l" r="r" t="t"/>
                <a:pathLst>
                  <a:path extrusionOk="0" h="402" w="696">
                    <a:moveTo>
                      <a:pt x="17" y="0"/>
                    </a:moveTo>
                    <a:cubicBezTo>
                      <a:pt x="11" y="0"/>
                      <a:pt x="6" y="2"/>
                      <a:pt x="0" y="6"/>
                    </a:cubicBezTo>
                    <a:lnTo>
                      <a:pt x="682" y="401"/>
                    </a:lnTo>
                    <a:cubicBezTo>
                      <a:pt x="686" y="399"/>
                      <a:pt x="692" y="397"/>
                      <a:pt x="696" y="397"/>
                    </a:cubicBezTo>
                    <a:lnTo>
                      <a:pt x="17"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37"/>
              <p:cNvSpPr/>
              <p:nvPr/>
            </p:nvSpPr>
            <p:spPr>
              <a:xfrm rot="39010">
                <a:off x="7861195" y="4055638"/>
                <a:ext cx="160175" cy="93005"/>
              </a:xfrm>
              <a:custGeom>
                <a:rect b="b" l="l" r="r" t="t"/>
                <a:pathLst>
                  <a:path extrusionOk="0" h="396" w="682">
                    <a:moveTo>
                      <a:pt x="0" y="0"/>
                    </a:moveTo>
                    <a:cubicBezTo>
                      <a:pt x="0" y="2"/>
                      <a:pt x="682" y="395"/>
                      <a:pt x="682" y="395"/>
                    </a:cubicBezTo>
                    <a:lnTo>
                      <a:pt x="0"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37"/>
              <p:cNvSpPr/>
              <p:nvPr/>
            </p:nvSpPr>
            <p:spPr>
              <a:xfrm rot="39010">
                <a:off x="7861195" y="4055641"/>
                <a:ext cx="160644" cy="93005"/>
              </a:xfrm>
              <a:custGeom>
                <a:rect b="b" l="l" r="r" t="t"/>
                <a:pathLst>
                  <a:path extrusionOk="0" h="396" w="684">
                    <a:moveTo>
                      <a:pt x="0" y="0"/>
                    </a:moveTo>
                    <a:cubicBezTo>
                      <a:pt x="0" y="0"/>
                      <a:pt x="0" y="0"/>
                      <a:pt x="0" y="0"/>
                    </a:cubicBezTo>
                    <a:lnTo>
                      <a:pt x="682" y="395"/>
                    </a:lnTo>
                    <a:cubicBezTo>
                      <a:pt x="684" y="393"/>
                      <a:pt x="9" y="0"/>
                      <a:pt x="0"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37"/>
              <p:cNvSpPr/>
              <p:nvPr/>
            </p:nvSpPr>
            <p:spPr>
              <a:xfrm rot="39010">
                <a:off x="7861668" y="4055646"/>
                <a:ext cx="160644" cy="92535"/>
              </a:xfrm>
              <a:custGeom>
                <a:rect b="b" l="l" r="r" t="t"/>
                <a:pathLst>
                  <a:path extrusionOk="0" h="394" w="684">
                    <a:moveTo>
                      <a:pt x="0" y="0"/>
                    </a:moveTo>
                    <a:cubicBezTo>
                      <a:pt x="0" y="0"/>
                      <a:pt x="0" y="0"/>
                      <a:pt x="0" y="0"/>
                    </a:cubicBezTo>
                    <a:lnTo>
                      <a:pt x="682" y="393"/>
                    </a:lnTo>
                    <a:cubicBezTo>
                      <a:pt x="684" y="393"/>
                      <a:pt x="11" y="0"/>
                      <a:pt x="0"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37"/>
              <p:cNvSpPr/>
              <p:nvPr/>
            </p:nvSpPr>
            <p:spPr>
              <a:xfrm rot="39010">
                <a:off x="7862612" y="4054712"/>
                <a:ext cx="159705" cy="93474"/>
              </a:xfrm>
              <a:custGeom>
                <a:rect b="b" l="l" r="r" t="t"/>
                <a:pathLst>
                  <a:path extrusionOk="0" h="398" w="680">
                    <a:moveTo>
                      <a:pt x="0" y="0"/>
                    </a:moveTo>
                    <a:lnTo>
                      <a:pt x="680" y="397"/>
                    </a:lnTo>
                    <a:cubicBezTo>
                      <a:pt x="680" y="397"/>
                      <a:pt x="3" y="0"/>
                      <a:pt x="0"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37"/>
              <p:cNvSpPr/>
              <p:nvPr/>
            </p:nvSpPr>
            <p:spPr>
              <a:xfrm rot="39010">
                <a:off x="7862612" y="4054715"/>
                <a:ext cx="160175" cy="93474"/>
              </a:xfrm>
              <a:custGeom>
                <a:rect b="b" l="l" r="r" t="t"/>
                <a:pathLst>
                  <a:path extrusionOk="0" h="398" w="682">
                    <a:moveTo>
                      <a:pt x="0" y="0"/>
                    </a:moveTo>
                    <a:lnTo>
                      <a:pt x="680" y="397"/>
                    </a:lnTo>
                    <a:cubicBezTo>
                      <a:pt x="682" y="395"/>
                      <a:pt x="3" y="0"/>
                      <a:pt x="0"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37"/>
              <p:cNvSpPr/>
              <p:nvPr/>
            </p:nvSpPr>
            <p:spPr>
              <a:xfrm rot="39010">
                <a:off x="7863082" y="4054723"/>
                <a:ext cx="160644" cy="93474"/>
              </a:xfrm>
              <a:custGeom>
                <a:rect b="b" l="l" r="r" t="t"/>
                <a:pathLst>
                  <a:path extrusionOk="0" h="398" w="684">
                    <a:moveTo>
                      <a:pt x="1" y="0"/>
                    </a:moveTo>
                    <a:lnTo>
                      <a:pt x="680" y="397"/>
                    </a:lnTo>
                    <a:cubicBezTo>
                      <a:pt x="684" y="395"/>
                      <a:pt x="3"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37"/>
              <p:cNvSpPr/>
              <p:nvPr/>
            </p:nvSpPr>
            <p:spPr>
              <a:xfrm rot="39010">
                <a:off x="7863557" y="4054256"/>
                <a:ext cx="160175" cy="93474"/>
              </a:xfrm>
              <a:custGeom>
                <a:rect b="b" l="l" r="r" t="t"/>
                <a:pathLst>
                  <a:path extrusionOk="0" h="398" w="682">
                    <a:moveTo>
                      <a:pt x="682" y="397"/>
                    </a:moveTo>
                    <a:lnTo>
                      <a:pt x="1" y="0"/>
                    </a:lnTo>
                    <a:lnTo>
                      <a:pt x="682" y="397"/>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37"/>
              <p:cNvSpPr/>
              <p:nvPr/>
            </p:nvSpPr>
            <p:spPr>
              <a:xfrm rot="39010">
                <a:off x="7864027" y="4054261"/>
                <a:ext cx="160175" cy="93474"/>
              </a:xfrm>
              <a:custGeom>
                <a:rect b="b" l="l" r="r" t="t"/>
                <a:pathLst>
                  <a:path extrusionOk="0" h="398" w="682">
                    <a:moveTo>
                      <a:pt x="1" y="0"/>
                    </a:moveTo>
                    <a:lnTo>
                      <a:pt x="682" y="397"/>
                    </a:lnTo>
                    <a:cubicBezTo>
                      <a:pt x="682" y="397"/>
                      <a:pt x="5"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37"/>
              <p:cNvSpPr/>
              <p:nvPr/>
            </p:nvSpPr>
            <p:spPr>
              <a:xfrm rot="39010">
                <a:off x="7864964" y="4054736"/>
                <a:ext cx="159235" cy="93005"/>
              </a:xfrm>
              <a:custGeom>
                <a:rect b="b" l="l" r="r" t="t"/>
                <a:pathLst>
                  <a:path extrusionOk="0" h="396" w="678">
                    <a:moveTo>
                      <a:pt x="678" y="395"/>
                    </a:moveTo>
                    <a:lnTo>
                      <a:pt x="1"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37"/>
              <p:cNvSpPr/>
              <p:nvPr/>
            </p:nvSpPr>
            <p:spPr>
              <a:xfrm rot="39010">
                <a:off x="7869906" y="4052965"/>
                <a:ext cx="168395" cy="94883"/>
              </a:xfrm>
              <a:custGeom>
                <a:rect b="b" l="l" r="r" t="t"/>
                <a:pathLst>
                  <a:path extrusionOk="0" h="404" w="717">
                    <a:moveTo>
                      <a:pt x="23" y="0"/>
                    </a:moveTo>
                    <a:cubicBezTo>
                      <a:pt x="16" y="0"/>
                      <a:pt x="9" y="3"/>
                      <a:pt x="0" y="4"/>
                    </a:cubicBezTo>
                    <a:lnTo>
                      <a:pt x="679" y="401"/>
                    </a:lnTo>
                    <a:cubicBezTo>
                      <a:pt x="692" y="397"/>
                      <a:pt x="702" y="397"/>
                      <a:pt x="702" y="397"/>
                    </a:cubicBezTo>
                    <a:cubicBezTo>
                      <a:pt x="704" y="397"/>
                      <a:pt x="707" y="398"/>
                      <a:pt x="709" y="399"/>
                    </a:cubicBezTo>
                    <a:lnTo>
                      <a:pt x="709" y="399"/>
                    </a:lnTo>
                    <a:lnTo>
                      <a:pt x="37" y="4"/>
                    </a:lnTo>
                    <a:cubicBezTo>
                      <a:pt x="33" y="2"/>
                      <a:pt x="33" y="2"/>
                      <a:pt x="31" y="2"/>
                    </a:cubicBezTo>
                    <a:cubicBezTo>
                      <a:pt x="28" y="1"/>
                      <a:pt x="26" y="0"/>
                      <a:pt x="23" y="0"/>
                    </a:cubicBezTo>
                    <a:close/>
                    <a:moveTo>
                      <a:pt x="709" y="399"/>
                    </a:moveTo>
                    <a:lnTo>
                      <a:pt x="713" y="401"/>
                    </a:lnTo>
                    <a:lnTo>
                      <a:pt x="713" y="401"/>
                    </a:lnTo>
                    <a:cubicBezTo>
                      <a:pt x="712" y="400"/>
                      <a:pt x="710" y="399"/>
                      <a:pt x="709" y="399"/>
                    </a:cubicBezTo>
                    <a:close/>
                    <a:moveTo>
                      <a:pt x="713" y="401"/>
                    </a:moveTo>
                    <a:lnTo>
                      <a:pt x="713" y="401"/>
                    </a:lnTo>
                    <a:cubicBezTo>
                      <a:pt x="714" y="402"/>
                      <a:pt x="715" y="403"/>
                      <a:pt x="716" y="403"/>
                    </a:cubicBezTo>
                    <a:lnTo>
                      <a:pt x="713" y="40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37"/>
              <p:cNvSpPr/>
              <p:nvPr/>
            </p:nvSpPr>
            <p:spPr>
              <a:xfrm rot="39010">
                <a:off x="7851382" y="4068917"/>
                <a:ext cx="160644" cy="98876"/>
              </a:xfrm>
              <a:custGeom>
                <a:rect b="b" l="l" r="r" t="t"/>
                <a:pathLst>
                  <a:path extrusionOk="0" h="421" w="684">
                    <a:moveTo>
                      <a:pt x="2" y="1"/>
                    </a:moveTo>
                    <a:lnTo>
                      <a:pt x="0" y="25"/>
                    </a:lnTo>
                    <a:lnTo>
                      <a:pt x="678" y="420"/>
                    </a:lnTo>
                    <a:lnTo>
                      <a:pt x="684" y="396"/>
                    </a:lnTo>
                    <a:lnTo>
                      <a:pt x="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37"/>
              <p:cNvSpPr/>
              <p:nvPr/>
            </p:nvSpPr>
            <p:spPr>
              <a:xfrm rot="39010">
                <a:off x="7851960" y="4055586"/>
                <a:ext cx="169334" cy="106392"/>
              </a:xfrm>
              <a:custGeom>
                <a:rect b="b" l="l" r="r" t="t"/>
                <a:pathLst>
                  <a:path extrusionOk="0" h="453" w="721">
                    <a:moveTo>
                      <a:pt x="39" y="0"/>
                    </a:moveTo>
                    <a:cubicBezTo>
                      <a:pt x="21" y="11"/>
                      <a:pt x="5" y="33"/>
                      <a:pt x="0" y="56"/>
                    </a:cubicBezTo>
                    <a:lnTo>
                      <a:pt x="682" y="453"/>
                    </a:lnTo>
                    <a:cubicBezTo>
                      <a:pt x="684" y="432"/>
                      <a:pt x="700" y="405"/>
                      <a:pt x="721" y="395"/>
                    </a:cubicBezTo>
                    <a:lnTo>
                      <a:pt x="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37"/>
              <p:cNvSpPr/>
              <p:nvPr/>
            </p:nvSpPr>
            <p:spPr>
              <a:xfrm rot="39010">
                <a:off x="7851887" y="4068451"/>
                <a:ext cx="160175" cy="93474"/>
              </a:xfrm>
              <a:custGeom>
                <a:rect b="b" l="l" r="r" t="t"/>
                <a:pathLst>
                  <a:path extrusionOk="0" h="398" w="682">
                    <a:moveTo>
                      <a:pt x="0" y="1"/>
                    </a:moveTo>
                    <a:cubicBezTo>
                      <a:pt x="0" y="1"/>
                      <a:pt x="0" y="1"/>
                      <a:pt x="0" y="1"/>
                    </a:cubicBezTo>
                    <a:lnTo>
                      <a:pt x="682" y="398"/>
                    </a:lnTo>
                    <a:lnTo>
                      <a:pt x="682" y="395"/>
                    </a:lnTo>
                    <a:cubicBezTo>
                      <a:pt x="682" y="395"/>
                      <a:pt x="4"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37"/>
              <p:cNvSpPr/>
              <p:nvPr/>
            </p:nvSpPr>
            <p:spPr>
              <a:xfrm rot="39010">
                <a:off x="7851893" y="4067981"/>
                <a:ext cx="160175" cy="93474"/>
              </a:xfrm>
              <a:custGeom>
                <a:rect b="b" l="l" r="r" t="t"/>
                <a:pathLst>
                  <a:path extrusionOk="0" h="398" w="682">
                    <a:moveTo>
                      <a:pt x="0" y="1"/>
                    </a:moveTo>
                    <a:cubicBezTo>
                      <a:pt x="0" y="1"/>
                      <a:pt x="0" y="1"/>
                      <a:pt x="0" y="1"/>
                    </a:cubicBezTo>
                    <a:lnTo>
                      <a:pt x="682" y="397"/>
                    </a:lnTo>
                    <a:lnTo>
                      <a:pt x="682" y="393"/>
                    </a:lnTo>
                    <a:cubicBezTo>
                      <a:pt x="682" y="393"/>
                      <a:pt x="4"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37"/>
              <p:cNvSpPr/>
              <p:nvPr/>
            </p:nvSpPr>
            <p:spPr>
              <a:xfrm rot="39010">
                <a:off x="7851893" y="4067981"/>
                <a:ext cx="160175" cy="93474"/>
              </a:xfrm>
              <a:custGeom>
                <a:rect b="b" l="l" r="r" t="t"/>
                <a:pathLst>
                  <a:path extrusionOk="0" h="398" w="682">
                    <a:moveTo>
                      <a:pt x="0" y="1"/>
                    </a:moveTo>
                    <a:cubicBezTo>
                      <a:pt x="0" y="1"/>
                      <a:pt x="0" y="1"/>
                      <a:pt x="0" y="1"/>
                    </a:cubicBezTo>
                    <a:lnTo>
                      <a:pt x="682" y="397"/>
                    </a:lnTo>
                    <a:lnTo>
                      <a:pt x="682" y="393"/>
                    </a:lnTo>
                    <a:cubicBezTo>
                      <a:pt x="682" y="393"/>
                      <a:pt x="4"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37"/>
              <p:cNvSpPr/>
              <p:nvPr/>
            </p:nvSpPr>
            <p:spPr>
              <a:xfrm rot="39010">
                <a:off x="7851898" y="4067981"/>
                <a:ext cx="160175" cy="92535"/>
              </a:xfrm>
              <a:custGeom>
                <a:rect b="b" l="l" r="r" t="t"/>
                <a:pathLst>
                  <a:path extrusionOk="0" h="394" w="682">
                    <a:moveTo>
                      <a:pt x="0" y="1"/>
                    </a:moveTo>
                    <a:lnTo>
                      <a:pt x="682" y="393"/>
                    </a:lnTo>
                    <a:cubicBezTo>
                      <a:pt x="682" y="393"/>
                      <a:pt x="5"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37"/>
              <p:cNvSpPr/>
              <p:nvPr/>
            </p:nvSpPr>
            <p:spPr>
              <a:xfrm rot="39010">
                <a:off x="7851901" y="4067511"/>
                <a:ext cx="160175" cy="93005"/>
              </a:xfrm>
              <a:custGeom>
                <a:rect b="b" l="l" r="r" t="t"/>
                <a:pathLst>
                  <a:path extrusionOk="0" h="396" w="682">
                    <a:moveTo>
                      <a:pt x="1" y="1"/>
                    </a:moveTo>
                    <a:cubicBezTo>
                      <a:pt x="0" y="1"/>
                      <a:pt x="0" y="1"/>
                      <a:pt x="0" y="1"/>
                    </a:cubicBezTo>
                    <a:lnTo>
                      <a:pt x="682" y="395"/>
                    </a:lnTo>
                    <a:lnTo>
                      <a:pt x="682" y="393"/>
                    </a:lnTo>
                    <a:cubicBezTo>
                      <a:pt x="682" y="393"/>
                      <a:pt x="7"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37"/>
              <p:cNvSpPr/>
              <p:nvPr/>
            </p:nvSpPr>
            <p:spPr>
              <a:xfrm rot="39010">
                <a:off x="7851909" y="4066572"/>
                <a:ext cx="160175" cy="93474"/>
              </a:xfrm>
              <a:custGeom>
                <a:rect b="b" l="l" r="r" t="t"/>
                <a:pathLst>
                  <a:path extrusionOk="0" h="398" w="682">
                    <a:moveTo>
                      <a:pt x="0" y="0"/>
                    </a:moveTo>
                    <a:cubicBezTo>
                      <a:pt x="0" y="0"/>
                      <a:pt x="0" y="0"/>
                      <a:pt x="0" y="0"/>
                    </a:cubicBezTo>
                    <a:lnTo>
                      <a:pt x="682" y="397"/>
                    </a:lnTo>
                    <a:lnTo>
                      <a:pt x="682" y="395"/>
                    </a:lnTo>
                    <a:cubicBezTo>
                      <a:pt x="682" y="395"/>
                      <a:pt x="4" y="0"/>
                      <a:pt x="0"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37"/>
              <p:cNvSpPr/>
              <p:nvPr/>
            </p:nvSpPr>
            <p:spPr>
              <a:xfrm rot="39010">
                <a:off x="7851911" y="4066572"/>
                <a:ext cx="160175" cy="93005"/>
              </a:xfrm>
              <a:custGeom>
                <a:rect b="b" l="l" r="r" t="t"/>
                <a:pathLst>
                  <a:path extrusionOk="0" h="396" w="682">
                    <a:moveTo>
                      <a:pt x="0" y="0"/>
                    </a:moveTo>
                    <a:lnTo>
                      <a:pt x="682" y="395"/>
                    </a:lnTo>
                    <a:cubicBezTo>
                      <a:pt x="682" y="395"/>
                      <a:pt x="5" y="0"/>
                      <a:pt x="0"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37"/>
              <p:cNvSpPr/>
              <p:nvPr/>
            </p:nvSpPr>
            <p:spPr>
              <a:xfrm rot="39010">
                <a:off x="7852853" y="4066110"/>
                <a:ext cx="159705" cy="93474"/>
              </a:xfrm>
              <a:custGeom>
                <a:rect b="b" l="l" r="r" t="t"/>
                <a:pathLst>
                  <a:path extrusionOk="0" h="398" w="680">
                    <a:moveTo>
                      <a:pt x="1" y="0"/>
                    </a:moveTo>
                    <a:lnTo>
                      <a:pt x="680" y="397"/>
                    </a:lnTo>
                    <a:cubicBezTo>
                      <a:pt x="680" y="395"/>
                      <a:pt x="3" y="2"/>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37"/>
              <p:cNvSpPr/>
              <p:nvPr/>
            </p:nvSpPr>
            <p:spPr>
              <a:xfrm rot="39010">
                <a:off x="7852859" y="4065640"/>
                <a:ext cx="159705" cy="93474"/>
              </a:xfrm>
              <a:custGeom>
                <a:rect b="b" l="l" r="r" t="t"/>
                <a:pathLst>
                  <a:path extrusionOk="0" h="398" w="680">
                    <a:moveTo>
                      <a:pt x="1" y="0"/>
                    </a:moveTo>
                    <a:cubicBezTo>
                      <a:pt x="1" y="0"/>
                      <a:pt x="1" y="0"/>
                      <a:pt x="1" y="0"/>
                    </a:cubicBezTo>
                    <a:lnTo>
                      <a:pt x="680" y="397"/>
                    </a:lnTo>
                    <a:lnTo>
                      <a:pt x="680" y="393"/>
                    </a:lnTo>
                    <a:cubicBezTo>
                      <a:pt x="680" y="393"/>
                      <a:pt x="4"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37"/>
              <p:cNvSpPr/>
              <p:nvPr/>
            </p:nvSpPr>
            <p:spPr>
              <a:xfrm rot="39010">
                <a:off x="7852856" y="4066110"/>
                <a:ext cx="159705" cy="93005"/>
              </a:xfrm>
              <a:custGeom>
                <a:rect b="b" l="l" r="r" t="t"/>
                <a:pathLst>
                  <a:path extrusionOk="0" h="396" w="680">
                    <a:moveTo>
                      <a:pt x="1" y="0"/>
                    </a:moveTo>
                    <a:cubicBezTo>
                      <a:pt x="1" y="0"/>
                      <a:pt x="1" y="0"/>
                      <a:pt x="1" y="0"/>
                    </a:cubicBezTo>
                    <a:lnTo>
                      <a:pt x="680" y="395"/>
                    </a:lnTo>
                    <a:cubicBezTo>
                      <a:pt x="680" y="391"/>
                      <a:pt x="6"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37"/>
              <p:cNvSpPr/>
              <p:nvPr/>
            </p:nvSpPr>
            <p:spPr>
              <a:xfrm rot="39010">
                <a:off x="7852867" y="4065171"/>
                <a:ext cx="159705" cy="93005"/>
              </a:xfrm>
              <a:custGeom>
                <a:rect b="b" l="l" r="r" t="t"/>
                <a:pathLst>
                  <a:path extrusionOk="0" h="396" w="680">
                    <a:moveTo>
                      <a:pt x="1" y="0"/>
                    </a:moveTo>
                    <a:lnTo>
                      <a:pt x="680" y="395"/>
                    </a:lnTo>
                    <a:cubicBezTo>
                      <a:pt x="680" y="395"/>
                      <a:pt x="3"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37"/>
              <p:cNvSpPr/>
              <p:nvPr/>
            </p:nvSpPr>
            <p:spPr>
              <a:xfrm rot="39010">
                <a:off x="7852867" y="4065173"/>
                <a:ext cx="160175" cy="93005"/>
              </a:xfrm>
              <a:custGeom>
                <a:rect b="b" l="l" r="r" t="t"/>
                <a:pathLst>
                  <a:path extrusionOk="0" h="396" w="682">
                    <a:moveTo>
                      <a:pt x="1" y="0"/>
                    </a:moveTo>
                    <a:lnTo>
                      <a:pt x="680" y="395"/>
                    </a:lnTo>
                    <a:cubicBezTo>
                      <a:pt x="682" y="393"/>
                      <a:pt x="3"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37"/>
              <p:cNvSpPr/>
              <p:nvPr/>
            </p:nvSpPr>
            <p:spPr>
              <a:xfrm rot="39010">
                <a:off x="7853344" y="4064237"/>
                <a:ext cx="159705" cy="93474"/>
              </a:xfrm>
              <a:custGeom>
                <a:rect b="b" l="l" r="r" t="t"/>
                <a:pathLst>
                  <a:path extrusionOk="0" h="398" w="680">
                    <a:moveTo>
                      <a:pt x="1" y="0"/>
                    </a:moveTo>
                    <a:cubicBezTo>
                      <a:pt x="1" y="4"/>
                      <a:pt x="680" y="397"/>
                      <a:pt x="680" y="397"/>
                    </a:cubicBezTo>
                    <a:lnTo>
                      <a:pt x="1"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37"/>
              <p:cNvSpPr/>
              <p:nvPr/>
            </p:nvSpPr>
            <p:spPr>
              <a:xfrm rot="39010">
                <a:off x="7853339" y="4065176"/>
                <a:ext cx="159705" cy="92535"/>
              </a:xfrm>
              <a:custGeom>
                <a:rect b="b" l="l" r="r" t="t"/>
                <a:pathLst>
                  <a:path extrusionOk="0" h="394" w="680">
                    <a:moveTo>
                      <a:pt x="1" y="0"/>
                    </a:moveTo>
                    <a:cubicBezTo>
                      <a:pt x="1" y="0"/>
                      <a:pt x="1" y="0"/>
                      <a:pt x="1" y="0"/>
                    </a:cubicBezTo>
                    <a:lnTo>
                      <a:pt x="680" y="393"/>
                    </a:lnTo>
                    <a:cubicBezTo>
                      <a:pt x="680" y="393"/>
                      <a:pt x="10"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37"/>
              <p:cNvSpPr/>
              <p:nvPr/>
            </p:nvSpPr>
            <p:spPr>
              <a:xfrm rot="39010">
                <a:off x="7853344" y="4064237"/>
                <a:ext cx="159705" cy="93474"/>
              </a:xfrm>
              <a:custGeom>
                <a:rect b="b" l="l" r="r" t="t"/>
                <a:pathLst>
                  <a:path extrusionOk="0" h="398" w="680">
                    <a:moveTo>
                      <a:pt x="1" y="0"/>
                    </a:moveTo>
                    <a:lnTo>
                      <a:pt x="680" y="397"/>
                    </a:lnTo>
                    <a:cubicBezTo>
                      <a:pt x="680" y="395"/>
                      <a:pt x="3"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37"/>
              <p:cNvSpPr/>
              <p:nvPr/>
            </p:nvSpPr>
            <p:spPr>
              <a:xfrm rot="39010">
                <a:off x="7853350" y="4063767"/>
                <a:ext cx="159705" cy="93474"/>
              </a:xfrm>
              <a:custGeom>
                <a:rect b="b" l="l" r="r" t="t"/>
                <a:pathLst>
                  <a:path extrusionOk="0" h="398" w="680">
                    <a:moveTo>
                      <a:pt x="1" y="0"/>
                    </a:moveTo>
                    <a:lnTo>
                      <a:pt x="680" y="397"/>
                    </a:lnTo>
                    <a:cubicBezTo>
                      <a:pt x="680" y="397"/>
                      <a:pt x="3"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37"/>
              <p:cNvSpPr/>
              <p:nvPr/>
            </p:nvSpPr>
            <p:spPr>
              <a:xfrm rot="39010">
                <a:off x="7853350" y="4063767"/>
                <a:ext cx="159705" cy="93474"/>
              </a:xfrm>
              <a:custGeom>
                <a:rect b="b" l="l" r="r" t="t"/>
                <a:pathLst>
                  <a:path extrusionOk="0" h="398" w="680">
                    <a:moveTo>
                      <a:pt x="1" y="0"/>
                    </a:moveTo>
                    <a:lnTo>
                      <a:pt x="680" y="397"/>
                    </a:lnTo>
                    <a:cubicBezTo>
                      <a:pt x="680" y="395"/>
                      <a:pt x="3"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37"/>
              <p:cNvSpPr/>
              <p:nvPr/>
            </p:nvSpPr>
            <p:spPr>
              <a:xfrm rot="39010">
                <a:off x="7853355" y="4063297"/>
                <a:ext cx="159705" cy="93474"/>
              </a:xfrm>
              <a:custGeom>
                <a:rect b="b" l="l" r="r" t="t"/>
                <a:pathLst>
                  <a:path extrusionOk="0" h="398" w="680">
                    <a:moveTo>
                      <a:pt x="1" y="0"/>
                    </a:moveTo>
                    <a:lnTo>
                      <a:pt x="680" y="397"/>
                    </a:lnTo>
                    <a:cubicBezTo>
                      <a:pt x="680" y="397"/>
                      <a:pt x="3"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37"/>
              <p:cNvSpPr/>
              <p:nvPr/>
            </p:nvSpPr>
            <p:spPr>
              <a:xfrm rot="39010">
                <a:off x="7853825" y="4063305"/>
                <a:ext cx="160175" cy="93474"/>
              </a:xfrm>
              <a:custGeom>
                <a:rect b="b" l="l" r="r" t="t"/>
                <a:pathLst>
                  <a:path extrusionOk="0" h="398" w="682">
                    <a:moveTo>
                      <a:pt x="1" y="0"/>
                    </a:moveTo>
                    <a:lnTo>
                      <a:pt x="682" y="397"/>
                    </a:lnTo>
                    <a:cubicBezTo>
                      <a:pt x="682" y="393"/>
                      <a:pt x="3"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37"/>
              <p:cNvSpPr/>
              <p:nvPr/>
            </p:nvSpPr>
            <p:spPr>
              <a:xfrm rot="39010">
                <a:off x="7853831" y="4063305"/>
                <a:ext cx="160175" cy="92300"/>
              </a:xfrm>
              <a:custGeom>
                <a:rect b="b" l="l" r="r" t="t"/>
                <a:pathLst>
                  <a:path extrusionOk="0" h="393" w="682">
                    <a:moveTo>
                      <a:pt x="1" y="0"/>
                    </a:moveTo>
                    <a:lnTo>
                      <a:pt x="682" y="393"/>
                    </a:lnTo>
                    <a:cubicBezTo>
                      <a:pt x="682" y="393"/>
                      <a:pt x="3"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37"/>
              <p:cNvSpPr/>
              <p:nvPr/>
            </p:nvSpPr>
            <p:spPr>
              <a:xfrm rot="39010">
                <a:off x="7854304" y="4062841"/>
                <a:ext cx="160175" cy="92770"/>
              </a:xfrm>
              <a:custGeom>
                <a:rect b="b" l="l" r="r" t="t"/>
                <a:pathLst>
                  <a:path extrusionOk="0" h="395" w="682">
                    <a:moveTo>
                      <a:pt x="1" y="0"/>
                    </a:moveTo>
                    <a:cubicBezTo>
                      <a:pt x="1" y="0"/>
                      <a:pt x="1" y="0"/>
                      <a:pt x="1" y="0"/>
                    </a:cubicBezTo>
                    <a:lnTo>
                      <a:pt x="682" y="395"/>
                    </a:lnTo>
                    <a:lnTo>
                      <a:pt x="682" y="393"/>
                    </a:lnTo>
                    <a:cubicBezTo>
                      <a:pt x="682" y="393"/>
                      <a:pt x="12"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37"/>
              <p:cNvSpPr/>
              <p:nvPr/>
            </p:nvSpPr>
            <p:spPr>
              <a:xfrm rot="39010">
                <a:off x="7854318" y="4060731"/>
                <a:ext cx="160879" cy="94414"/>
              </a:xfrm>
              <a:custGeom>
                <a:rect b="b" l="l" r="r" t="t"/>
                <a:pathLst>
                  <a:path extrusionOk="0" h="402" w="685">
                    <a:moveTo>
                      <a:pt x="5" y="1"/>
                    </a:moveTo>
                    <a:cubicBezTo>
                      <a:pt x="5" y="3"/>
                      <a:pt x="5" y="3"/>
                      <a:pt x="1" y="5"/>
                    </a:cubicBezTo>
                    <a:lnTo>
                      <a:pt x="682" y="402"/>
                    </a:lnTo>
                    <a:cubicBezTo>
                      <a:pt x="684" y="400"/>
                      <a:pt x="684" y="400"/>
                      <a:pt x="684" y="398"/>
                    </a:cubicBezTo>
                    <a:lnTo>
                      <a:pt x="5"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37"/>
              <p:cNvSpPr/>
              <p:nvPr/>
            </p:nvSpPr>
            <p:spPr>
              <a:xfrm rot="39010">
                <a:off x="7855263" y="4060737"/>
                <a:ext cx="159940" cy="93474"/>
              </a:xfrm>
              <a:custGeom>
                <a:rect b="b" l="l" r="r" t="t"/>
                <a:pathLst>
                  <a:path extrusionOk="0" h="398" w="681">
                    <a:moveTo>
                      <a:pt x="1" y="1"/>
                    </a:moveTo>
                    <a:cubicBezTo>
                      <a:pt x="1" y="1"/>
                      <a:pt x="1" y="1"/>
                      <a:pt x="1" y="1"/>
                    </a:cubicBezTo>
                    <a:lnTo>
                      <a:pt x="680" y="398"/>
                    </a:lnTo>
                    <a:lnTo>
                      <a:pt x="680" y="394"/>
                    </a:lnTo>
                    <a:cubicBezTo>
                      <a:pt x="680" y="394"/>
                      <a:pt x="6"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37"/>
              <p:cNvSpPr/>
              <p:nvPr/>
            </p:nvSpPr>
            <p:spPr>
              <a:xfrm rot="39010">
                <a:off x="7855741" y="4060272"/>
                <a:ext cx="159940" cy="93005"/>
              </a:xfrm>
              <a:custGeom>
                <a:rect b="b" l="l" r="r" t="t"/>
                <a:pathLst>
                  <a:path extrusionOk="0" h="396" w="681">
                    <a:moveTo>
                      <a:pt x="680" y="396"/>
                    </a:moveTo>
                    <a:lnTo>
                      <a:pt x="1" y="1"/>
                    </a:lnTo>
                    <a:lnTo>
                      <a:pt x="680" y="396"/>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37"/>
              <p:cNvSpPr/>
              <p:nvPr/>
            </p:nvSpPr>
            <p:spPr>
              <a:xfrm rot="39010">
                <a:off x="7855738" y="4060747"/>
                <a:ext cx="160879" cy="92535"/>
              </a:xfrm>
              <a:custGeom>
                <a:rect b="b" l="l" r="r" t="t"/>
                <a:pathLst>
                  <a:path extrusionOk="0" h="394" w="685">
                    <a:moveTo>
                      <a:pt x="1" y="1"/>
                    </a:moveTo>
                    <a:cubicBezTo>
                      <a:pt x="1" y="1"/>
                      <a:pt x="1" y="1"/>
                      <a:pt x="1" y="1"/>
                    </a:cubicBezTo>
                    <a:lnTo>
                      <a:pt x="680" y="394"/>
                    </a:lnTo>
                    <a:cubicBezTo>
                      <a:pt x="684" y="392"/>
                      <a:pt x="6"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37"/>
              <p:cNvSpPr/>
              <p:nvPr/>
            </p:nvSpPr>
            <p:spPr>
              <a:xfrm rot="39010">
                <a:off x="7856218" y="4059341"/>
                <a:ext cx="160409" cy="93474"/>
              </a:xfrm>
              <a:custGeom>
                <a:rect b="b" l="l" r="r" t="t"/>
                <a:pathLst>
                  <a:path extrusionOk="0" h="398" w="683">
                    <a:moveTo>
                      <a:pt x="1" y="1"/>
                    </a:moveTo>
                    <a:cubicBezTo>
                      <a:pt x="1" y="5"/>
                      <a:pt x="682" y="398"/>
                      <a:pt x="682" y="398"/>
                    </a:cubicBezTo>
                    <a:lnTo>
                      <a:pt x="1"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37"/>
              <p:cNvSpPr/>
              <p:nvPr/>
            </p:nvSpPr>
            <p:spPr>
              <a:xfrm rot="39010">
                <a:off x="7856218" y="4059341"/>
                <a:ext cx="160409" cy="93474"/>
              </a:xfrm>
              <a:custGeom>
                <a:rect b="b" l="l" r="r" t="t"/>
                <a:pathLst>
                  <a:path extrusionOk="0" h="398" w="683">
                    <a:moveTo>
                      <a:pt x="1" y="1"/>
                    </a:moveTo>
                    <a:lnTo>
                      <a:pt x="682" y="398"/>
                    </a:lnTo>
                    <a:cubicBezTo>
                      <a:pt x="682" y="398"/>
                      <a:pt x="3"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37"/>
              <p:cNvSpPr/>
              <p:nvPr/>
            </p:nvSpPr>
            <p:spPr>
              <a:xfrm rot="39010">
                <a:off x="7856218" y="4059344"/>
                <a:ext cx="160879" cy="93474"/>
              </a:xfrm>
              <a:custGeom>
                <a:rect b="b" l="l" r="r" t="t"/>
                <a:pathLst>
                  <a:path extrusionOk="0" h="398" w="685">
                    <a:moveTo>
                      <a:pt x="1" y="1"/>
                    </a:moveTo>
                    <a:lnTo>
                      <a:pt x="682" y="398"/>
                    </a:lnTo>
                    <a:cubicBezTo>
                      <a:pt x="684" y="396"/>
                      <a:pt x="3"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37"/>
              <p:cNvSpPr/>
              <p:nvPr/>
            </p:nvSpPr>
            <p:spPr>
              <a:xfrm rot="39010">
                <a:off x="7856693" y="4058877"/>
                <a:ext cx="160409" cy="93474"/>
              </a:xfrm>
              <a:custGeom>
                <a:rect b="b" l="l" r="r" t="t"/>
                <a:pathLst>
                  <a:path extrusionOk="0" h="398" w="683">
                    <a:moveTo>
                      <a:pt x="682" y="398"/>
                    </a:moveTo>
                    <a:lnTo>
                      <a:pt x="1"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37"/>
              <p:cNvSpPr/>
              <p:nvPr/>
            </p:nvSpPr>
            <p:spPr>
              <a:xfrm rot="39010">
                <a:off x="7856693" y="4058879"/>
                <a:ext cx="160879" cy="93474"/>
              </a:xfrm>
              <a:custGeom>
                <a:rect b="b" l="l" r="r" t="t"/>
                <a:pathLst>
                  <a:path extrusionOk="0" h="398" w="685">
                    <a:moveTo>
                      <a:pt x="1" y="1"/>
                    </a:moveTo>
                    <a:lnTo>
                      <a:pt x="682" y="398"/>
                    </a:lnTo>
                    <a:cubicBezTo>
                      <a:pt x="684" y="396"/>
                      <a:pt x="5"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37"/>
              <p:cNvSpPr/>
              <p:nvPr/>
            </p:nvSpPr>
            <p:spPr>
              <a:xfrm rot="39010">
                <a:off x="7857168" y="4058412"/>
                <a:ext cx="160409" cy="93474"/>
              </a:xfrm>
              <a:custGeom>
                <a:rect b="b" l="l" r="r" t="t"/>
                <a:pathLst>
                  <a:path extrusionOk="0" h="398" w="683">
                    <a:moveTo>
                      <a:pt x="682" y="398"/>
                    </a:moveTo>
                    <a:lnTo>
                      <a:pt x="1"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37"/>
              <p:cNvSpPr/>
              <p:nvPr/>
            </p:nvSpPr>
            <p:spPr>
              <a:xfrm rot="39010">
                <a:off x="7857168" y="4058412"/>
                <a:ext cx="160409" cy="93474"/>
              </a:xfrm>
              <a:custGeom>
                <a:rect b="b" l="l" r="r" t="t"/>
                <a:pathLst>
                  <a:path extrusionOk="0" h="398" w="683">
                    <a:moveTo>
                      <a:pt x="1" y="1"/>
                    </a:moveTo>
                    <a:lnTo>
                      <a:pt x="682" y="398"/>
                    </a:lnTo>
                    <a:cubicBezTo>
                      <a:pt x="682" y="393"/>
                      <a:pt x="5"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37"/>
              <p:cNvSpPr/>
              <p:nvPr/>
            </p:nvSpPr>
            <p:spPr>
              <a:xfrm rot="39010">
                <a:off x="7857176" y="4057943"/>
                <a:ext cx="160409" cy="93005"/>
              </a:xfrm>
              <a:custGeom>
                <a:rect b="b" l="l" r="r" t="t"/>
                <a:pathLst>
                  <a:path extrusionOk="0" h="396" w="683">
                    <a:moveTo>
                      <a:pt x="1" y="1"/>
                    </a:moveTo>
                    <a:cubicBezTo>
                      <a:pt x="1" y="1"/>
                      <a:pt x="1" y="1"/>
                      <a:pt x="1" y="1"/>
                    </a:cubicBezTo>
                    <a:lnTo>
                      <a:pt x="682" y="395"/>
                    </a:lnTo>
                    <a:lnTo>
                      <a:pt x="682" y="393"/>
                    </a:lnTo>
                    <a:cubicBezTo>
                      <a:pt x="682" y="393"/>
                      <a:pt x="12"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37"/>
              <p:cNvSpPr/>
              <p:nvPr/>
            </p:nvSpPr>
            <p:spPr>
              <a:xfrm rot="39010">
                <a:off x="7858348" y="4058422"/>
                <a:ext cx="159705" cy="92535"/>
              </a:xfrm>
              <a:custGeom>
                <a:rect b="b" l="l" r="r" t="t"/>
                <a:pathLst>
                  <a:path extrusionOk="0" h="394" w="680">
                    <a:moveTo>
                      <a:pt x="0" y="1"/>
                    </a:moveTo>
                    <a:cubicBezTo>
                      <a:pt x="0" y="1"/>
                      <a:pt x="0" y="1"/>
                      <a:pt x="0" y="1"/>
                    </a:cubicBezTo>
                    <a:lnTo>
                      <a:pt x="679" y="393"/>
                    </a:lnTo>
                    <a:cubicBezTo>
                      <a:pt x="679" y="393"/>
                      <a:pt x="4"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37"/>
              <p:cNvSpPr/>
              <p:nvPr/>
            </p:nvSpPr>
            <p:spPr>
              <a:xfrm rot="39010">
                <a:off x="7858823" y="4057960"/>
                <a:ext cx="160175" cy="92535"/>
              </a:xfrm>
              <a:custGeom>
                <a:rect b="b" l="l" r="r" t="t"/>
                <a:pathLst>
                  <a:path extrusionOk="0" h="394" w="682">
                    <a:moveTo>
                      <a:pt x="0" y="1"/>
                    </a:moveTo>
                    <a:cubicBezTo>
                      <a:pt x="0" y="1"/>
                      <a:pt x="0" y="1"/>
                      <a:pt x="0" y="1"/>
                    </a:cubicBezTo>
                    <a:lnTo>
                      <a:pt x="681" y="393"/>
                    </a:lnTo>
                    <a:cubicBezTo>
                      <a:pt x="681" y="393"/>
                      <a:pt x="7"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37"/>
              <p:cNvSpPr/>
              <p:nvPr/>
            </p:nvSpPr>
            <p:spPr>
              <a:xfrm rot="39010">
                <a:off x="7858823" y="4057963"/>
                <a:ext cx="160644" cy="92535"/>
              </a:xfrm>
              <a:custGeom>
                <a:rect b="b" l="l" r="r" t="t"/>
                <a:pathLst>
                  <a:path extrusionOk="0" h="394" w="684">
                    <a:moveTo>
                      <a:pt x="0" y="1"/>
                    </a:moveTo>
                    <a:cubicBezTo>
                      <a:pt x="0" y="1"/>
                      <a:pt x="0" y="1"/>
                      <a:pt x="0" y="1"/>
                    </a:cubicBezTo>
                    <a:lnTo>
                      <a:pt x="681" y="393"/>
                    </a:lnTo>
                    <a:cubicBezTo>
                      <a:pt x="683" y="391"/>
                      <a:pt x="9"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37"/>
              <p:cNvSpPr/>
              <p:nvPr/>
            </p:nvSpPr>
            <p:spPr>
              <a:xfrm rot="39010">
                <a:off x="7859303" y="4056556"/>
                <a:ext cx="160175" cy="93474"/>
              </a:xfrm>
              <a:custGeom>
                <a:rect b="b" l="l" r="r" t="t"/>
                <a:pathLst>
                  <a:path extrusionOk="0" h="398" w="682">
                    <a:moveTo>
                      <a:pt x="681" y="397"/>
                    </a:moveTo>
                    <a:lnTo>
                      <a:pt x="0" y="0"/>
                    </a:lnTo>
                    <a:lnTo>
                      <a:pt x="681" y="397"/>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37"/>
              <p:cNvSpPr/>
              <p:nvPr/>
            </p:nvSpPr>
            <p:spPr>
              <a:xfrm rot="39010">
                <a:off x="7859303" y="4056559"/>
                <a:ext cx="160644" cy="93474"/>
              </a:xfrm>
              <a:custGeom>
                <a:rect b="b" l="l" r="r" t="t"/>
                <a:pathLst>
                  <a:path extrusionOk="0" h="398" w="684">
                    <a:moveTo>
                      <a:pt x="0" y="0"/>
                    </a:moveTo>
                    <a:lnTo>
                      <a:pt x="681" y="397"/>
                    </a:lnTo>
                    <a:cubicBezTo>
                      <a:pt x="683" y="395"/>
                      <a:pt x="4" y="0"/>
                      <a:pt x="0"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37"/>
              <p:cNvSpPr/>
              <p:nvPr/>
            </p:nvSpPr>
            <p:spPr>
              <a:xfrm rot="39010">
                <a:off x="7860245" y="4056567"/>
                <a:ext cx="160175" cy="93005"/>
              </a:xfrm>
              <a:custGeom>
                <a:rect b="b" l="l" r="r" t="t"/>
                <a:pathLst>
                  <a:path extrusionOk="0" h="396" w="682">
                    <a:moveTo>
                      <a:pt x="0" y="0"/>
                    </a:moveTo>
                    <a:lnTo>
                      <a:pt x="679" y="395"/>
                    </a:lnTo>
                    <a:cubicBezTo>
                      <a:pt x="682" y="395"/>
                      <a:pt x="2" y="0"/>
                      <a:pt x="0"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37"/>
              <p:cNvSpPr/>
              <p:nvPr/>
            </p:nvSpPr>
            <p:spPr>
              <a:xfrm rot="39010">
                <a:off x="7860715" y="4056569"/>
                <a:ext cx="159705" cy="93005"/>
              </a:xfrm>
              <a:custGeom>
                <a:rect b="b" l="l" r="r" t="t"/>
                <a:pathLst>
                  <a:path extrusionOk="0" h="396" w="680">
                    <a:moveTo>
                      <a:pt x="0" y="0"/>
                    </a:moveTo>
                    <a:cubicBezTo>
                      <a:pt x="0" y="0"/>
                      <a:pt x="0" y="0"/>
                      <a:pt x="0" y="0"/>
                    </a:cubicBezTo>
                    <a:lnTo>
                      <a:pt x="680" y="395"/>
                    </a:lnTo>
                    <a:cubicBezTo>
                      <a:pt x="680" y="395"/>
                      <a:pt x="4" y="0"/>
                      <a:pt x="0"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37"/>
              <p:cNvSpPr/>
              <p:nvPr/>
            </p:nvSpPr>
            <p:spPr>
              <a:xfrm rot="39010">
                <a:off x="7861193" y="4056108"/>
                <a:ext cx="160175" cy="92535"/>
              </a:xfrm>
              <a:custGeom>
                <a:rect b="b" l="l" r="r" t="t"/>
                <a:pathLst>
                  <a:path extrusionOk="0" h="394" w="682">
                    <a:moveTo>
                      <a:pt x="682" y="393"/>
                    </a:moveTo>
                    <a:lnTo>
                      <a:pt x="0"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37"/>
              <p:cNvSpPr/>
              <p:nvPr/>
            </p:nvSpPr>
            <p:spPr>
              <a:xfrm rot="39010">
                <a:off x="7830141" y="4075130"/>
                <a:ext cx="180373" cy="104513"/>
              </a:xfrm>
              <a:custGeom>
                <a:rect b="b" l="l" r="r" t="t"/>
                <a:pathLst>
                  <a:path extrusionOk="0" h="445" w="768">
                    <a:moveTo>
                      <a:pt x="88" y="0"/>
                    </a:moveTo>
                    <a:lnTo>
                      <a:pt x="68" y="11"/>
                    </a:lnTo>
                    <a:cubicBezTo>
                      <a:pt x="64" y="13"/>
                      <a:pt x="62" y="13"/>
                      <a:pt x="62" y="13"/>
                    </a:cubicBezTo>
                    <a:cubicBezTo>
                      <a:pt x="56" y="17"/>
                      <a:pt x="52" y="17"/>
                      <a:pt x="49" y="21"/>
                    </a:cubicBezTo>
                    <a:cubicBezTo>
                      <a:pt x="47" y="23"/>
                      <a:pt x="45" y="23"/>
                      <a:pt x="45" y="23"/>
                    </a:cubicBezTo>
                    <a:cubicBezTo>
                      <a:pt x="37" y="27"/>
                      <a:pt x="35" y="27"/>
                      <a:pt x="31" y="31"/>
                    </a:cubicBezTo>
                    <a:cubicBezTo>
                      <a:pt x="29" y="33"/>
                      <a:pt x="29" y="33"/>
                      <a:pt x="27" y="33"/>
                    </a:cubicBezTo>
                    <a:cubicBezTo>
                      <a:pt x="11" y="43"/>
                      <a:pt x="0" y="49"/>
                      <a:pt x="0" y="49"/>
                    </a:cubicBezTo>
                    <a:lnTo>
                      <a:pt x="682" y="444"/>
                    </a:lnTo>
                    <a:cubicBezTo>
                      <a:pt x="682" y="444"/>
                      <a:pt x="692" y="438"/>
                      <a:pt x="704" y="432"/>
                    </a:cubicBezTo>
                    <a:cubicBezTo>
                      <a:pt x="706" y="430"/>
                      <a:pt x="706" y="430"/>
                      <a:pt x="710" y="430"/>
                    </a:cubicBezTo>
                    <a:cubicBezTo>
                      <a:pt x="714" y="428"/>
                      <a:pt x="716" y="424"/>
                      <a:pt x="721" y="424"/>
                    </a:cubicBezTo>
                    <a:cubicBezTo>
                      <a:pt x="725" y="422"/>
                      <a:pt x="727" y="420"/>
                      <a:pt x="727" y="420"/>
                    </a:cubicBezTo>
                    <a:cubicBezTo>
                      <a:pt x="733" y="409"/>
                      <a:pt x="735" y="409"/>
                      <a:pt x="737" y="409"/>
                    </a:cubicBezTo>
                    <a:lnTo>
                      <a:pt x="743" y="405"/>
                    </a:lnTo>
                    <a:cubicBezTo>
                      <a:pt x="745" y="403"/>
                      <a:pt x="747" y="403"/>
                      <a:pt x="747" y="403"/>
                    </a:cubicBezTo>
                    <a:cubicBezTo>
                      <a:pt x="757" y="399"/>
                      <a:pt x="768" y="395"/>
                      <a:pt x="768" y="395"/>
                    </a:cubicBezTo>
                    <a:lnTo>
                      <a:pt x="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37"/>
              <p:cNvSpPr/>
              <p:nvPr/>
            </p:nvSpPr>
            <p:spPr>
              <a:xfrm rot="39010">
                <a:off x="7822010" y="4072610"/>
                <a:ext cx="166516" cy="93709"/>
              </a:xfrm>
              <a:custGeom>
                <a:rect b="b" l="l" r="r" t="t"/>
                <a:pathLst>
                  <a:path extrusionOk="0" h="399" w="709">
                    <a:moveTo>
                      <a:pt x="23" y="0"/>
                    </a:moveTo>
                    <a:lnTo>
                      <a:pt x="23" y="0"/>
                    </a:lnTo>
                    <a:cubicBezTo>
                      <a:pt x="1" y="4"/>
                      <a:pt x="678" y="399"/>
                      <a:pt x="678" y="399"/>
                    </a:cubicBezTo>
                    <a:cubicBezTo>
                      <a:pt x="686" y="397"/>
                      <a:pt x="690" y="397"/>
                      <a:pt x="696" y="397"/>
                    </a:cubicBezTo>
                    <a:cubicBezTo>
                      <a:pt x="699" y="397"/>
                      <a:pt x="704" y="397"/>
                      <a:pt x="707" y="398"/>
                    </a:cubicBezTo>
                    <a:lnTo>
                      <a:pt x="707" y="398"/>
                    </a:lnTo>
                    <a:lnTo>
                      <a:pt x="29" y="2"/>
                    </a:lnTo>
                    <a:cubicBezTo>
                      <a:pt x="25" y="0"/>
                      <a:pt x="23" y="0"/>
                      <a:pt x="23" y="0"/>
                    </a:cubicBezTo>
                    <a:close/>
                    <a:moveTo>
                      <a:pt x="707" y="398"/>
                    </a:moveTo>
                    <a:lnTo>
                      <a:pt x="709" y="399"/>
                    </a:lnTo>
                    <a:cubicBezTo>
                      <a:pt x="708" y="399"/>
                      <a:pt x="707" y="398"/>
                      <a:pt x="707" y="398"/>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37"/>
              <p:cNvSpPr/>
              <p:nvPr/>
            </p:nvSpPr>
            <p:spPr>
              <a:xfrm rot="39010">
                <a:off x="7801986" y="4096302"/>
                <a:ext cx="159705" cy="98172"/>
              </a:xfrm>
              <a:custGeom>
                <a:rect b="b" l="l" r="r" t="t"/>
                <a:pathLst>
                  <a:path extrusionOk="0" h="418" w="680">
                    <a:moveTo>
                      <a:pt x="1" y="0"/>
                    </a:moveTo>
                    <a:lnTo>
                      <a:pt x="1" y="23"/>
                    </a:lnTo>
                    <a:lnTo>
                      <a:pt x="680" y="418"/>
                    </a:lnTo>
                    <a:lnTo>
                      <a:pt x="680" y="393"/>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37"/>
              <p:cNvSpPr/>
              <p:nvPr/>
            </p:nvSpPr>
            <p:spPr>
              <a:xfrm rot="39010">
                <a:off x="7801204" y="4073391"/>
                <a:ext cx="179903" cy="116491"/>
              </a:xfrm>
              <a:custGeom>
                <a:rect b="b" l="l" r="r" t="t"/>
                <a:pathLst>
                  <a:path extrusionOk="0" h="496" w="766">
                    <a:moveTo>
                      <a:pt x="87" y="0"/>
                    </a:moveTo>
                    <a:lnTo>
                      <a:pt x="42" y="27"/>
                    </a:lnTo>
                    <a:cubicBezTo>
                      <a:pt x="19" y="49"/>
                      <a:pt x="17" y="49"/>
                      <a:pt x="17" y="51"/>
                    </a:cubicBezTo>
                    <a:cubicBezTo>
                      <a:pt x="15" y="55"/>
                      <a:pt x="15" y="55"/>
                      <a:pt x="15" y="57"/>
                    </a:cubicBezTo>
                    <a:cubicBezTo>
                      <a:pt x="1" y="98"/>
                      <a:pt x="682" y="495"/>
                      <a:pt x="682" y="495"/>
                    </a:cubicBezTo>
                    <a:cubicBezTo>
                      <a:pt x="682" y="487"/>
                      <a:pt x="684" y="481"/>
                      <a:pt x="684" y="475"/>
                    </a:cubicBezTo>
                    <a:cubicBezTo>
                      <a:pt x="690" y="467"/>
                      <a:pt x="692" y="458"/>
                      <a:pt x="694" y="454"/>
                    </a:cubicBezTo>
                    <a:cubicBezTo>
                      <a:pt x="700" y="446"/>
                      <a:pt x="702" y="440"/>
                      <a:pt x="706" y="436"/>
                    </a:cubicBezTo>
                    <a:cubicBezTo>
                      <a:pt x="713" y="430"/>
                      <a:pt x="717" y="426"/>
                      <a:pt x="723" y="424"/>
                    </a:cubicBezTo>
                    <a:lnTo>
                      <a:pt x="766" y="397"/>
                    </a:lnTo>
                    <a:lnTo>
                      <a:pt x="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37"/>
              <p:cNvSpPr/>
              <p:nvPr/>
            </p:nvSpPr>
            <p:spPr>
              <a:xfrm rot="39010">
                <a:off x="7781222" y="4101351"/>
                <a:ext cx="180373" cy="104982"/>
              </a:xfrm>
              <a:custGeom>
                <a:rect b="b" l="l" r="r" t="t"/>
                <a:pathLst>
                  <a:path extrusionOk="0" h="447" w="768">
                    <a:moveTo>
                      <a:pt x="89" y="1"/>
                    </a:moveTo>
                    <a:lnTo>
                      <a:pt x="44" y="23"/>
                    </a:lnTo>
                    <a:lnTo>
                      <a:pt x="1" y="50"/>
                    </a:lnTo>
                    <a:lnTo>
                      <a:pt x="682" y="447"/>
                    </a:lnTo>
                    <a:lnTo>
                      <a:pt x="725" y="420"/>
                    </a:lnTo>
                    <a:lnTo>
                      <a:pt x="768" y="396"/>
                    </a:lnTo>
                    <a:lnTo>
                      <a:pt x="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37"/>
              <p:cNvSpPr/>
              <p:nvPr/>
            </p:nvSpPr>
            <p:spPr>
              <a:xfrm rot="39010">
                <a:off x="7771662" y="4100691"/>
                <a:ext cx="166046" cy="93944"/>
              </a:xfrm>
              <a:custGeom>
                <a:rect b="b" l="l" r="r" t="t"/>
                <a:pathLst>
                  <a:path extrusionOk="0" h="400" w="707">
                    <a:moveTo>
                      <a:pt x="703" y="394"/>
                    </a:moveTo>
                    <a:lnTo>
                      <a:pt x="707" y="396"/>
                    </a:lnTo>
                    <a:cubicBezTo>
                      <a:pt x="706" y="395"/>
                      <a:pt x="705" y="394"/>
                      <a:pt x="703" y="394"/>
                    </a:cubicBezTo>
                    <a:close/>
                    <a:moveTo>
                      <a:pt x="23" y="1"/>
                    </a:moveTo>
                    <a:lnTo>
                      <a:pt x="23" y="1"/>
                    </a:lnTo>
                    <a:cubicBezTo>
                      <a:pt x="1" y="5"/>
                      <a:pt x="678" y="400"/>
                      <a:pt x="678" y="400"/>
                    </a:cubicBezTo>
                    <a:cubicBezTo>
                      <a:pt x="686" y="395"/>
                      <a:pt x="693" y="393"/>
                      <a:pt x="699" y="393"/>
                    </a:cubicBezTo>
                    <a:cubicBezTo>
                      <a:pt x="700" y="393"/>
                      <a:pt x="702" y="393"/>
                      <a:pt x="703" y="394"/>
                    </a:cubicBezTo>
                    <a:lnTo>
                      <a:pt x="703" y="394"/>
                    </a:lnTo>
                    <a:lnTo>
                      <a:pt x="29" y="3"/>
                    </a:lnTo>
                    <a:cubicBezTo>
                      <a:pt x="27" y="1"/>
                      <a:pt x="23" y="1"/>
                      <a:pt x="23"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37"/>
              <p:cNvSpPr/>
              <p:nvPr/>
            </p:nvSpPr>
            <p:spPr>
              <a:xfrm rot="39010">
                <a:off x="7751640" y="4124152"/>
                <a:ext cx="159940" cy="98641"/>
              </a:xfrm>
              <a:custGeom>
                <a:rect b="b" l="l" r="r" t="t"/>
                <a:pathLst>
                  <a:path extrusionOk="0" h="420" w="681">
                    <a:moveTo>
                      <a:pt x="1" y="0"/>
                    </a:moveTo>
                    <a:lnTo>
                      <a:pt x="1" y="23"/>
                    </a:lnTo>
                    <a:lnTo>
                      <a:pt x="680" y="419"/>
                    </a:lnTo>
                    <a:lnTo>
                      <a:pt x="680" y="395"/>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37"/>
              <p:cNvSpPr/>
              <p:nvPr/>
            </p:nvSpPr>
            <p:spPr>
              <a:xfrm rot="39010">
                <a:off x="7751807" y="4101016"/>
                <a:ext cx="180138" cy="115551"/>
              </a:xfrm>
              <a:custGeom>
                <a:rect b="b" l="l" r="r" t="t"/>
                <a:pathLst>
                  <a:path extrusionOk="0" h="492" w="767">
                    <a:moveTo>
                      <a:pt x="85" y="1"/>
                    </a:moveTo>
                    <a:lnTo>
                      <a:pt x="42" y="27"/>
                    </a:lnTo>
                    <a:cubicBezTo>
                      <a:pt x="19" y="50"/>
                      <a:pt x="15" y="50"/>
                      <a:pt x="15" y="52"/>
                    </a:cubicBezTo>
                    <a:cubicBezTo>
                      <a:pt x="1" y="99"/>
                      <a:pt x="680" y="492"/>
                      <a:pt x="680" y="492"/>
                    </a:cubicBezTo>
                    <a:cubicBezTo>
                      <a:pt x="680" y="484"/>
                      <a:pt x="684" y="480"/>
                      <a:pt x="684" y="471"/>
                    </a:cubicBezTo>
                    <a:cubicBezTo>
                      <a:pt x="686" y="467"/>
                      <a:pt x="688" y="461"/>
                      <a:pt x="695" y="453"/>
                    </a:cubicBezTo>
                    <a:cubicBezTo>
                      <a:pt x="699" y="447"/>
                      <a:pt x="701" y="441"/>
                      <a:pt x="707" y="437"/>
                    </a:cubicBezTo>
                    <a:cubicBezTo>
                      <a:pt x="711" y="430"/>
                      <a:pt x="717" y="426"/>
                      <a:pt x="721" y="422"/>
                    </a:cubicBezTo>
                    <a:lnTo>
                      <a:pt x="766" y="398"/>
                    </a:lnTo>
                    <a:lnTo>
                      <a:pt x="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37"/>
              <p:cNvSpPr/>
              <p:nvPr/>
            </p:nvSpPr>
            <p:spPr>
              <a:xfrm rot="39010">
                <a:off x="7732055" y="4129208"/>
                <a:ext cx="179433" cy="104513"/>
              </a:xfrm>
              <a:custGeom>
                <a:rect b="b" l="l" r="r" t="t"/>
                <a:pathLst>
                  <a:path extrusionOk="0" h="445" w="764">
                    <a:moveTo>
                      <a:pt x="84" y="1"/>
                    </a:moveTo>
                    <a:lnTo>
                      <a:pt x="41" y="25"/>
                    </a:lnTo>
                    <a:lnTo>
                      <a:pt x="0" y="52"/>
                    </a:lnTo>
                    <a:lnTo>
                      <a:pt x="677" y="445"/>
                    </a:lnTo>
                    <a:lnTo>
                      <a:pt x="720" y="422"/>
                    </a:lnTo>
                    <a:lnTo>
                      <a:pt x="763" y="397"/>
                    </a:lnTo>
                    <a:lnTo>
                      <a:pt x="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37"/>
              <p:cNvSpPr/>
              <p:nvPr/>
            </p:nvSpPr>
            <p:spPr>
              <a:xfrm rot="39010">
                <a:off x="7721553" y="4128546"/>
                <a:ext cx="166751" cy="93944"/>
              </a:xfrm>
              <a:custGeom>
                <a:rect b="b" l="l" r="r" t="t"/>
                <a:pathLst>
                  <a:path extrusionOk="0" h="400" w="710">
                    <a:moveTo>
                      <a:pt x="25" y="1"/>
                    </a:moveTo>
                    <a:cubicBezTo>
                      <a:pt x="0" y="5"/>
                      <a:pt x="681" y="399"/>
                      <a:pt x="681" y="399"/>
                    </a:cubicBezTo>
                    <a:cubicBezTo>
                      <a:pt x="690" y="399"/>
                      <a:pt x="694" y="395"/>
                      <a:pt x="696" y="395"/>
                    </a:cubicBezTo>
                    <a:cubicBezTo>
                      <a:pt x="699" y="395"/>
                      <a:pt x="702" y="395"/>
                      <a:pt x="704" y="396"/>
                    </a:cubicBezTo>
                    <a:lnTo>
                      <a:pt x="704" y="396"/>
                    </a:lnTo>
                    <a:lnTo>
                      <a:pt x="29" y="3"/>
                    </a:lnTo>
                    <a:cubicBezTo>
                      <a:pt x="27" y="1"/>
                      <a:pt x="25" y="1"/>
                      <a:pt x="25" y="1"/>
                    </a:cubicBezTo>
                    <a:close/>
                    <a:moveTo>
                      <a:pt x="704" y="396"/>
                    </a:moveTo>
                    <a:lnTo>
                      <a:pt x="710" y="399"/>
                    </a:lnTo>
                    <a:cubicBezTo>
                      <a:pt x="708" y="398"/>
                      <a:pt x="706" y="397"/>
                      <a:pt x="704" y="396"/>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37"/>
              <p:cNvSpPr/>
              <p:nvPr/>
            </p:nvSpPr>
            <p:spPr>
              <a:xfrm rot="39010">
                <a:off x="7701532" y="4152239"/>
                <a:ext cx="160175" cy="97937"/>
              </a:xfrm>
              <a:custGeom>
                <a:rect b="b" l="l" r="r" t="t"/>
                <a:pathLst>
                  <a:path extrusionOk="0" h="417" w="682">
                    <a:moveTo>
                      <a:pt x="0" y="1"/>
                    </a:moveTo>
                    <a:lnTo>
                      <a:pt x="0" y="23"/>
                    </a:lnTo>
                    <a:lnTo>
                      <a:pt x="681" y="416"/>
                    </a:lnTo>
                    <a:lnTo>
                      <a:pt x="681" y="396"/>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37"/>
              <p:cNvSpPr/>
              <p:nvPr/>
            </p:nvSpPr>
            <p:spPr>
              <a:xfrm rot="39010">
                <a:off x="7701212" y="4129803"/>
                <a:ext cx="180373" cy="116491"/>
              </a:xfrm>
              <a:custGeom>
                <a:rect b="b" l="l" r="r" t="t"/>
                <a:pathLst>
                  <a:path extrusionOk="0" h="496" w="768">
                    <a:moveTo>
                      <a:pt x="86" y="1"/>
                    </a:moveTo>
                    <a:lnTo>
                      <a:pt x="41" y="27"/>
                    </a:lnTo>
                    <a:cubicBezTo>
                      <a:pt x="19" y="50"/>
                      <a:pt x="14" y="50"/>
                      <a:pt x="14" y="52"/>
                    </a:cubicBezTo>
                    <a:cubicBezTo>
                      <a:pt x="12" y="56"/>
                      <a:pt x="12" y="56"/>
                      <a:pt x="12" y="58"/>
                    </a:cubicBezTo>
                    <a:cubicBezTo>
                      <a:pt x="0" y="99"/>
                      <a:pt x="679" y="496"/>
                      <a:pt x="679" y="496"/>
                    </a:cubicBezTo>
                    <a:cubicBezTo>
                      <a:pt x="679" y="488"/>
                      <a:pt x="683" y="481"/>
                      <a:pt x="683" y="475"/>
                    </a:cubicBezTo>
                    <a:cubicBezTo>
                      <a:pt x="686" y="467"/>
                      <a:pt x="688" y="461"/>
                      <a:pt x="694" y="455"/>
                    </a:cubicBezTo>
                    <a:cubicBezTo>
                      <a:pt x="700" y="441"/>
                      <a:pt x="710" y="430"/>
                      <a:pt x="720" y="424"/>
                    </a:cubicBezTo>
                    <a:lnTo>
                      <a:pt x="767" y="398"/>
                    </a:lnTo>
                    <a:lnTo>
                      <a:pt x="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37"/>
              <p:cNvSpPr/>
              <p:nvPr/>
            </p:nvSpPr>
            <p:spPr>
              <a:xfrm rot="39010">
                <a:off x="7681706" y="4157529"/>
                <a:ext cx="179903" cy="104513"/>
              </a:xfrm>
              <a:custGeom>
                <a:rect b="b" l="l" r="r" t="t"/>
                <a:pathLst>
                  <a:path extrusionOk="0" h="445" w="766">
                    <a:moveTo>
                      <a:pt x="84" y="0"/>
                    </a:moveTo>
                    <a:lnTo>
                      <a:pt x="41" y="25"/>
                    </a:lnTo>
                    <a:lnTo>
                      <a:pt x="0" y="51"/>
                    </a:lnTo>
                    <a:lnTo>
                      <a:pt x="677" y="444"/>
                    </a:lnTo>
                    <a:lnTo>
                      <a:pt x="720" y="422"/>
                    </a:lnTo>
                    <a:lnTo>
                      <a:pt x="765" y="393"/>
                    </a:lnTo>
                    <a:lnTo>
                      <a:pt x="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37"/>
              <p:cNvSpPr/>
              <p:nvPr/>
            </p:nvSpPr>
            <p:spPr>
              <a:xfrm rot="39010">
                <a:off x="7671674" y="4156869"/>
                <a:ext cx="166516" cy="93944"/>
              </a:xfrm>
              <a:custGeom>
                <a:rect b="b" l="l" r="r" t="t"/>
                <a:pathLst>
                  <a:path extrusionOk="0" h="400" w="709">
                    <a:moveTo>
                      <a:pt x="23" y="0"/>
                    </a:moveTo>
                    <a:lnTo>
                      <a:pt x="23" y="0"/>
                    </a:lnTo>
                    <a:cubicBezTo>
                      <a:pt x="0" y="4"/>
                      <a:pt x="680" y="399"/>
                      <a:pt x="680" y="399"/>
                    </a:cubicBezTo>
                    <a:cubicBezTo>
                      <a:pt x="688" y="399"/>
                      <a:pt x="692" y="395"/>
                      <a:pt x="696" y="395"/>
                    </a:cubicBezTo>
                    <a:cubicBezTo>
                      <a:pt x="698" y="395"/>
                      <a:pt x="700" y="395"/>
                      <a:pt x="702" y="395"/>
                    </a:cubicBezTo>
                    <a:lnTo>
                      <a:pt x="702" y="395"/>
                    </a:lnTo>
                    <a:lnTo>
                      <a:pt x="27" y="2"/>
                    </a:lnTo>
                    <a:cubicBezTo>
                      <a:pt x="25" y="0"/>
                      <a:pt x="23" y="0"/>
                      <a:pt x="23" y="0"/>
                    </a:cubicBezTo>
                    <a:close/>
                    <a:moveTo>
                      <a:pt x="702" y="395"/>
                    </a:moveTo>
                    <a:lnTo>
                      <a:pt x="708" y="399"/>
                    </a:lnTo>
                    <a:cubicBezTo>
                      <a:pt x="707" y="397"/>
                      <a:pt x="704" y="396"/>
                      <a:pt x="702" y="395"/>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37"/>
              <p:cNvSpPr/>
              <p:nvPr/>
            </p:nvSpPr>
            <p:spPr>
              <a:xfrm rot="39010">
                <a:off x="7652124" y="4180563"/>
                <a:ext cx="159235" cy="97702"/>
              </a:xfrm>
              <a:custGeom>
                <a:rect b="b" l="l" r="r" t="t"/>
                <a:pathLst>
                  <a:path extrusionOk="0" h="416" w="678">
                    <a:moveTo>
                      <a:pt x="0" y="1"/>
                    </a:moveTo>
                    <a:lnTo>
                      <a:pt x="0" y="23"/>
                    </a:lnTo>
                    <a:lnTo>
                      <a:pt x="678" y="416"/>
                    </a:lnTo>
                    <a:lnTo>
                      <a:pt x="678" y="393"/>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37"/>
              <p:cNvSpPr/>
              <p:nvPr/>
            </p:nvSpPr>
            <p:spPr>
              <a:xfrm rot="39010">
                <a:off x="7652272" y="4158137"/>
                <a:ext cx="180373" cy="116491"/>
              </a:xfrm>
              <a:custGeom>
                <a:rect b="b" l="l" r="r" t="t"/>
                <a:pathLst>
                  <a:path extrusionOk="0" h="496" w="768">
                    <a:moveTo>
                      <a:pt x="84" y="0"/>
                    </a:moveTo>
                    <a:lnTo>
                      <a:pt x="41" y="27"/>
                    </a:lnTo>
                    <a:cubicBezTo>
                      <a:pt x="17" y="50"/>
                      <a:pt x="15" y="50"/>
                      <a:pt x="15" y="52"/>
                    </a:cubicBezTo>
                    <a:cubicBezTo>
                      <a:pt x="13" y="56"/>
                      <a:pt x="13" y="56"/>
                      <a:pt x="13" y="58"/>
                    </a:cubicBezTo>
                    <a:cubicBezTo>
                      <a:pt x="0" y="99"/>
                      <a:pt x="680" y="496"/>
                      <a:pt x="680" y="496"/>
                    </a:cubicBezTo>
                    <a:cubicBezTo>
                      <a:pt x="680" y="487"/>
                      <a:pt x="682" y="481"/>
                      <a:pt x="682" y="475"/>
                    </a:cubicBezTo>
                    <a:cubicBezTo>
                      <a:pt x="686" y="467"/>
                      <a:pt x="688" y="461"/>
                      <a:pt x="692" y="455"/>
                    </a:cubicBezTo>
                    <a:cubicBezTo>
                      <a:pt x="700" y="440"/>
                      <a:pt x="710" y="430"/>
                      <a:pt x="721" y="424"/>
                    </a:cubicBezTo>
                    <a:lnTo>
                      <a:pt x="768" y="397"/>
                    </a:lnTo>
                    <a:lnTo>
                      <a:pt x="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37"/>
              <p:cNvSpPr/>
              <p:nvPr/>
            </p:nvSpPr>
            <p:spPr>
              <a:xfrm rot="39010">
                <a:off x="7631357" y="4185847"/>
                <a:ext cx="179903" cy="104513"/>
              </a:xfrm>
              <a:custGeom>
                <a:rect b="b" l="l" r="r" t="t"/>
                <a:pathLst>
                  <a:path extrusionOk="0" h="445" w="766">
                    <a:moveTo>
                      <a:pt x="88" y="0"/>
                    </a:moveTo>
                    <a:lnTo>
                      <a:pt x="41" y="25"/>
                    </a:lnTo>
                    <a:lnTo>
                      <a:pt x="1" y="51"/>
                    </a:lnTo>
                    <a:lnTo>
                      <a:pt x="682" y="444"/>
                    </a:lnTo>
                    <a:lnTo>
                      <a:pt x="723" y="419"/>
                    </a:lnTo>
                    <a:lnTo>
                      <a:pt x="766" y="393"/>
                    </a:lnTo>
                    <a:lnTo>
                      <a:pt x="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37"/>
              <p:cNvSpPr/>
              <p:nvPr/>
            </p:nvSpPr>
            <p:spPr>
              <a:xfrm rot="39010">
                <a:off x="7621796" y="4185192"/>
                <a:ext cx="166516" cy="93709"/>
              </a:xfrm>
              <a:custGeom>
                <a:rect b="b" l="l" r="r" t="t"/>
                <a:pathLst>
                  <a:path extrusionOk="0" h="399" w="709">
                    <a:moveTo>
                      <a:pt x="23" y="0"/>
                    </a:moveTo>
                    <a:lnTo>
                      <a:pt x="23" y="0"/>
                    </a:lnTo>
                    <a:cubicBezTo>
                      <a:pt x="1" y="4"/>
                      <a:pt x="682" y="399"/>
                      <a:pt x="682" y="399"/>
                    </a:cubicBezTo>
                    <a:cubicBezTo>
                      <a:pt x="686" y="395"/>
                      <a:pt x="692" y="395"/>
                      <a:pt x="696" y="395"/>
                    </a:cubicBezTo>
                    <a:cubicBezTo>
                      <a:pt x="698" y="395"/>
                      <a:pt x="700" y="395"/>
                      <a:pt x="702" y="395"/>
                    </a:cubicBezTo>
                    <a:lnTo>
                      <a:pt x="702" y="395"/>
                    </a:lnTo>
                    <a:lnTo>
                      <a:pt x="29" y="2"/>
                    </a:lnTo>
                    <a:cubicBezTo>
                      <a:pt x="25" y="0"/>
                      <a:pt x="23" y="0"/>
                      <a:pt x="23" y="0"/>
                    </a:cubicBezTo>
                    <a:close/>
                    <a:moveTo>
                      <a:pt x="702" y="395"/>
                    </a:moveTo>
                    <a:lnTo>
                      <a:pt x="708" y="399"/>
                    </a:lnTo>
                    <a:cubicBezTo>
                      <a:pt x="707" y="396"/>
                      <a:pt x="705" y="395"/>
                      <a:pt x="702" y="395"/>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37"/>
              <p:cNvSpPr/>
              <p:nvPr/>
            </p:nvSpPr>
            <p:spPr>
              <a:xfrm rot="39010">
                <a:off x="7601769" y="4208884"/>
                <a:ext cx="159705" cy="98641"/>
              </a:xfrm>
              <a:custGeom>
                <a:rect b="b" l="l" r="r" t="t"/>
                <a:pathLst>
                  <a:path extrusionOk="0" h="420" w="680">
                    <a:moveTo>
                      <a:pt x="1" y="0"/>
                    </a:moveTo>
                    <a:lnTo>
                      <a:pt x="1" y="23"/>
                    </a:lnTo>
                    <a:lnTo>
                      <a:pt x="680" y="420"/>
                    </a:lnTo>
                    <a:lnTo>
                      <a:pt x="680" y="393"/>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37"/>
              <p:cNvSpPr/>
              <p:nvPr/>
            </p:nvSpPr>
            <p:spPr>
              <a:xfrm rot="39010">
                <a:off x="7600522" y="4185970"/>
                <a:ext cx="180373" cy="116021"/>
              </a:xfrm>
              <a:custGeom>
                <a:rect b="b" l="l" r="r" t="t"/>
                <a:pathLst>
                  <a:path extrusionOk="0" h="494" w="768">
                    <a:moveTo>
                      <a:pt x="89" y="0"/>
                    </a:moveTo>
                    <a:lnTo>
                      <a:pt x="42" y="27"/>
                    </a:lnTo>
                    <a:cubicBezTo>
                      <a:pt x="19" y="49"/>
                      <a:pt x="17" y="49"/>
                      <a:pt x="17" y="51"/>
                    </a:cubicBezTo>
                    <a:cubicBezTo>
                      <a:pt x="13" y="53"/>
                      <a:pt x="13" y="53"/>
                      <a:pt x="13" y="57"/>
                    </a:cubicBezTo>
                    <a:cubicBezTo>
                      <a:pt x="1" y="98"/>
                      <a:pt x="682" y="493"/>
                      <a:pt x="682" y="493"/>
                    </a:cubicBezTo>
                    <a:cubicBezTo>
                      <a:pt x="682" y="487"/>
                      <a:pt x="684" y="481"/>
                      <a:pt x="684" y="473"/>
                    </a:cubicBezTo>
                    <a:cubicBezTo>
                      <a:pt x="692" y="467"/>
                      <a:pt x="694" y="458"/>
                      <a:pt x="696" y="452"/>
                    </a:cubicBezTo>
                    <a:cubicBezTo>
                      <a:pt x="702" y="446"/>
                      <a:pt x="704" y="440"/>
                      <a:pt x="711" y="436"/>
                    </a:cubicBezTo>
                    <a:cubicBezTo>
                      <a:pt x="715" y="430"/>
                      <a:pt x="721" y="426"/>
                      <a:pt x="725" y="422"/>
                    </a:cubicBezTo>
                    <a:lnTo>
                      <a:pt x="768" y="397"/>
                    </a:lnTo>
                    <a:lnTo>
                      <a:pt x="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37"/>
              <p:cNvSpPr/>
              <p:nvPr/>
            </p:nvSpPr>
            <p:spPr>
              <a:xfrm rot="39010">
                <a:off x="7581011" y="4213933"/>
                <a:ext cx="180373" cy="104513"/>
              </a:xfrm>
              <a:custGeom>
                <a:rect b="b" l="l" r="r" t="t"/>
                <a:pathLst>
                  <a:path extrusionOk="0" h="445" w="768">
                    <a:moveTo>
                      <a:pt x="89" y="1"/>
                    </a:moveTo>
                    <a:lnTo>
                      <a:pt x="46" y="23"/>
                    </a:lnTo>
                    <a:lnTo>
                      <a:pt x="1" y="52"/>
                    </a:lnTo>
                    <a:lnTo>
                      <a:pt x="682" y="445"/>
                    </a:lnTo>
                    <a:lnTo>
                      <a:pt x="723" y="420"/>
                    </a:lnTo>
                    <a:lnTo>
                      <a:pt x="768" y="398"/>
                    </a:lnTo>
                    <a:lnTo>
                      <a:pt x="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37"/>
              <p:cNvSpPr/>
              <p:nvPr/>
            </p:nvSpPr>
            <p:spPr>
              <a:xfrm rot="39010">
                <a:off x="7571444" y="4213513"/>
                <a:ext cx="166986" cy="94179"/>
              </a:xfrm>
              <a:custGeom>
                <a:rect b="b" l="l" r="r" t="t"/>
                <a:pathLst>
                  <a:path extrusionOk="0" h="401" w="711">
                    <a:moveTo>
                      <a:pt x="706" y="396"/>
                    </a:moveTo>
                    <a:lnTo>
                      <a:pt x="711" y="399"/>
                    </a:lnTo>
                    <a:cubicBezTo>
                      <a:pt x="709" y="398"/>
                      <a:pt x="708" y="397"/>
                      <a:pt x="706" y="396"/>
                    </a:cubicBezTo>
                    <a:close/>
                    <a:moveTo>
                      <a:pt x="20" y="1"/>
                    </a:moveTo>
                    <a:cubicBezTo>
                      <a:pt x="14" y="1"/>
                      <a:pt x="7" y="2"/>
                      <a:pt x="1" y="6"/>
                    </a:cubicBezTo>
                    <a:lnTo>
                      <a:pt x="682" y="401"/>
                    </a:lnTo>
                    <a:cubicBezTo>
                      <a:pt x="688" y="396"/>
                      <a:pt x="693" y="394"/>
                      <a:pt x="698" y="394"/>
                    </a:cubicBezTo>
                    <a:cubicBezTo>
                      <a:pt x="701" y="394"/>
                      <a:pt x="704" y="395"/>
                      <a:pt x="706" y="396"/>
                    </a:cubicBezTo>
                    <a:lnTo>
                      <a:pt x="706" y="396"/>
                    </a:lnTo>
                    <a:lnTo>
                      <a:pt x="29" y="2"/>
                    </a:lnTo>
                    <a:cubicBezTo>
                      <a:pt x="26" y="1"/>
                      <a:pt x="23" y="1"/>
                      <a:pt x="2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37"/>
              <p:cNvSpPr/>
              <p:nvPr/>
            </p:nvSpPr>
            <p:spPr>
              <a:xfrm rot="39010">
                <a:off x="7571437" y="4214650"/>
                <a:ext cx="160409" cy="93005"/>
              </a:xfrm>
              <a:custGeom>
                <a:rect b="b" l="l" r="r" t="t"/>
                <a:pathLst>
                  <a:path extrusionOk="0" h="396" w="683">
                    <a:moveTo>
                      <a:pt x="1" y="1"/>
                    </a:moveTo>
                    <a:cubicBezTo>
                      <a:pt x="1" y="1"/>
                      <a:pt x="1" y="1"/>
                      <a:pt x="1" y="1"/>
                    </a:cubicBezTo>
                    <a:lnTo>
                      <a:pt x="682" y="396"/>
                    </a:lnTo>
                    <a:cubicBezTo>
                      <a:pt x="682" y="396"/>
                      <a:pt x="8"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37"/>
              <p:cNvSpPr/>
              <p:nvPr/>
            </p:nvSpPr>
            <p:spPr>
              <a:xfrm rot="39010">
                <a:off x="7571437" y="4214653"/>
                <a:ext cx="160879" cy="93005"/>
              </a:xfrm>
              <a:custGeom>
                <a:rect b="b" l="l" r="r" t="t"/>
                <a:pathLst>
                  <a:path extrusionOk="0" h="396" w="685">
                    <a:moveTo>
                      <a:pt x="1" y="1"/>
                    </a:moveTo>
                    <a:cubicBezTo>
                      <a:pt x="1" y="1"/>
                      <a:pt x="1" y="1"/>
                      <a:pt x="1" y="1"/>
                    </a:cubicBezTo>
                    <a:lnTo>
                      <a:pt x="682" y="396"/>
                    </a:lnTo>
                    <a:cubicBezTo>
                      <a:pt x="684" y="396"/>
                      <a:pt x="8"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37"/>
              <p:cNvSpPr/>
              <p:nvPr/>
            </p:nvSpPr>
            <p:spPr>
              <a:xfrm rot="39010">
                <a:off x="7572382" y="4214191"/>
                <a:ext cx="160409" cy="93005"/>
              </a:xfrm>
              <a:custGeom>
                <a:rect b="b" l="l" r="r" t="t"/>
                <a:pathLst>
                  <a:path extrusionOk="0" h="396" w="683">
                    <a:moveTo>
                      <a:pt x="1" y="1"/>
                    </a:moveTo>
                    <a:cubicBezTo>
                      <a:pt x="1" y="1"/>
                      <a:pt x="1" y="1"/>
                      <a:pt x="1" y="1"/>
                    </a:cubicBezTo>
                    <a:lnTo>
                      <a:pt x="680" y="396"/>
                    </a:lnTo>
                    <a:cubicBezTo>
                      <a:pt x="682" y="396"/>
                      <a:pt x="6"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37"/>
              <p:cNvSpPr/>
              <p:nvPr/>
            </p:nvSpPr>
            <p:spPr>
              <a:xfrm rot="39010">
                <a:off x="7572854" y="4213724"/>
                <a:ext cx="159940" cy="93474"/>
              </a:xfrm>
              <a:custGeom>
                <a:rect b="b" l="l" r="r" t="t"/>
                <a:pathLst>
                  <a:path extrusionOk="0" h="398" w="681">
                    <a:moveTo>
                      <a:pt x="680" y="398"/>
                    </a:moveTo>
                    <a:lnTo>
                      <a:pt x="1" y="1"/>
                    </a:lnTo>
                    <a:lnTo>
                      <a:pt x="680" y="398"/>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37"/>
              <p:cNvSpPr/>
              <p:nvPr/>
            </p:nvSpPr>
            <p:spPr>
              <a:xfrm rot="39010">
                <a:off x="7572854" y="4213730"/>
                <a:ext cx="160879" cy="93474"/>
              </a:xfrm>
              <a:custGeom>
                <a:rect b="b" l="l" r="r" t="t"/>
                <a:pathLst>
                  <a:path extrusionOk="0" h="398" w="685">
                    <a:moveTo>
                      <a:pt x="1" y="1"/>
                    </a:moveTo>
                    <a:lnTo>
                      <a:pt x="680" y="398"/>
                    </a:lnTo>
                    <a:cubicBezTo>
                      <a:pt x="684" y="394"/>
                      <a:pt x="3"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37"/>
              <p:cNvSpPr/>
              <p:nvPr/>
            </p:nvSpPr>
            <p:spPr>
              <a:xfrm rot="39010">
                <a:off x="7573559" y="4213734"/>
                <a:ext cx="160175" cy="93474"/>
              </a:xfrm>
              <a:custGeom>
                <a:rect b="b" l="l" r="r" t="t"/>
                <a:pathLst>
                  <a:path extrusionOk="0" h="398" w="682">
                    <a:moveTo>
                      <a:pt x="0" y="1"/>
                    </a:moveTo>
                    <a:lnTo>
                      <a:pt x="681" y="398"/>
                    </a:lnTo>
                    <a:cubicBezTo>
                      <a:pt x="681" y="394"/>
                      <a:pt x="1" y="2"/>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37"/>
              <p:cNvSpPr/>
              <p:nvPr/>
            </p:nvSpPr>
            <p:spPr>
              <a:xfrm rot="39010">
                <a:off x="7574034" y="4213739"/>
                <a:ext cx="160175" cy="92535"/>
              </a:xfrm>
              <a:custGeom>
                <a:rect b="b" l="l" r="r" t="t"/>
                <a:pathLst>
                  <a:path extrusionOk="0" h="394" w="682">
                    <a:moveTo>
                      <a:pt x="681" y="394"/>
                    </a:moveTo>
                    <a:lnTo>
                      <a:pt x="0" y="1"/>
                    </a:lnTo>
                    <a:lnTo>
                      <a:pt x="681" y="394"/>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37"/>
              <p:cNvSpPr/>
              <p:nvPr/>
            </p:nvSpPr>
            <p:spPr>
              <a:xfrm rot="39010">
                <a:off x="7574034" y="4213742"/>
                <a:ext cx="160644" cy="92535"/>
              </a:xfrm>
              <a:custGeom>
                <a:rect b="b" l="l" r="r" t="t"/>
                <a:pathLst>
                  <a:path extrusionOk="0" h="394" w="684">
                    <a:moveTo>
                      <a:pt x="0" y="1"/>
                    </a:moveTo>
                    <a:lnTo>
                      <a:pt x="681" y="394"/>
                    </a:lnTo>
                    <a:cubicBezTo>
                      <a:pt x="683" y="394"/>
                      <a:pt x="4" y="1"/>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37"/>
              <p:cNvSpPr/>
              <p:nvPr/>
            </p:nvSpPr>
            <p:spPr>
              <a:xfrm rot="39010">
                <a:off x="7574976" y="4213277"/>
                <a:ext cx="159705" cy="93005"/>
              </a:xfrm>
              <a:custGeom>
                <a:rect b="b" l="l" r="r" t="t"/>
                <a:pathLst>
                  <a:path extrusionOk="0" h="396" w="680">
                    <a:moveTo>
                      <a:pt x="679" y="396"/>
                    </a:moveTo>
                    <a:lnTo>
                      <a:pt x="0" y="1"/>
                    </a:lnTo>
                    <a:lnTo>
                      <a:pt x="679" y="396"/>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37"/>
              <p:cNvSpPr/>
              <p:nvPr/>
            </p:nvSpPr>
            <p:spPr>
              <a:xfrm rot="39010">
                <a:off x="7574976" y="4213280"/>
                <a:ext cx="160175" cy="93005"/>
              </a:xfrm>
              <a:custGeom>
                <a:rect b="b" l="l" r="r" t="t"/>
                <a:pathLst>
                  <a:path extrusionOk="0" h="396" w="682">
                    <a:moveTo>
                      <a:pt x="0" y="1"/>
                    </a:moveTo>
                    <a:lnTo>
                      <a:pt x="679" y="396"/>
                    </a:lnTo>
                    <a:cubicBezTo>
                      <a:pt x="681" y="396"/>
                      <a:pt x="2" y="1"/>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37"/>
              <p:cNvSpPr/>
              <p:nvPr/>
            </p:nvSpPr>
            <p:spPr>
              <a:xfrm rot="39010">
                <a:off x="7575454" y="4212346"/>
                <a:ext cx="160175" cy="93474"/>
              </a:xfrm>
              <a:custGeom>
                <a:rect b="b" l="l" r="r" t="t"/>
                <a:pathLst>
                  <a:path extrusionOk="0" h="398" w="682">
                    <a:moveTo>
                      <a:pt x="0" y="1"/>
                    </a:moveTo>
                    <a:cubicBezTo>
                      <a:pt x="1" y="3"/>
                      <a:pt x="206" y="122"/>
                      <a:pt x="391" y="229"/>
                    </a:cubicBezTo>
                    <a:lnTo>
                      <a:pt x="391" y="229"/>
                    </a:lnTo>
                    <a:lnTo>
                      <a:pt x="0" y="1"/>
                    </a:lnTo>
                    <a:close/>
                    <a:moveTo>
                      <a:pt x="391" y="229"/>
                    </a:moveTo>
                    <a:lnTo>
                      <a:pt x="679" y="398"/>
                    </a:lnTo>
                    <a:cubicBezTo>
                      <a:pt x="681" y="398"/>
                      <a:pt x="543" y="317"/>
                      <a:pt x="391" y="229"/>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37"/>
              <p:cNvSpPr/>
              <p:nvPr/>
            </p:nvSpPr>
            <p:spPr>
              <a:xfrm rot="39010">
                <a:off x="7575923" y="4212351"/>
                <a:ext cx="160175" cy="93474"/>
              </a:xfrm>
              <a:custGeom>
                <a:rect b="b" l="l" r="r" t="t"/>
                <a:pathLst>
                  <a:path extrusionOk="0" h="398" w="682">
                    <a:moveTo>
                      <a:pt x="0" y="1"/>
                    </a:moveTo>
                    <a:cubicBezTo>
                      <a:pt x="0" y="5"/>
                      <a:pt x="682" y="398"/>
                      <a:pt x="682" y="398"/>
                    </a:cubicBez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37"/>
              <p:cNvSpPr/>
              <p:nvPr/>
            </p:nvSpPr>
            <p:spPr>
              <a:xfrm rot="39010">
                <a:off x="7576393" y="4212357"/>
                <a:ext cx="160175" cy="93474"/>
              </a:xfrm>
              <a:custGeom>
                <a:rect b="b" l="l" r="r" t="t"/>
                <a:pathLst>
                  <a:path extrusionOk="0" h="398" w="682">
                    <a:moveTo>
                      <a:pt x="0" y="1"/>
                    </a:moveTo>
                    <a:cubicBezTo>
                      <a:pt x="0" y="5"/>
                      <a:pt x="682" y="398"/>
                      <a:pt x="682" y="398"/>
                    </a:cubicBez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37"/>
              <p:cNvSpPr/>
              <p:nvPr/>
            </p:nvSpPr>
            <p:spPr>
              <a:xfrm rot="39010">
                <a:off x="7576393" y="4212359"/>
                <a:ext cx="160644" cy="93474"/>
              </a:xfrm>
              <a:custGeom>
                <a:rect b="b" l="l" r="r" t="t"/>
                <a:pathLst>
                  <a:path extrusionOk="0" h="398" w="684">
                    <a:moveTo>
                      <a:pt x="0" y="1"/>
                    </a:moveTo>
                    <a:lnTo>
                      <a:pt x="682" y="398"/>
                    </a:lnTo>
                    <a:lnTo>
                      <a:pt x="684" y="398"/>
                    </a:lnTo>
                    <a:cubicBezTo>
                      <a:pt x="684" y="398"/>
                      <a:pt x="4" y="1"/>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37"/>
              <p:cNvSpPr/>
              <p:nvPr/>
            </p:nvSpPr>
            <p:spPr>
              <a:xfrm rot="39010">
                <a:off x="7577316" y="4213776"/>
                <a:ext cx="160175" cy="93474"/>
              </a:xfrm>
              <a:custGeom>
                <a:rect b="b" l="l" r="r" t="t"/>
                <a:pathLst>
                  <a:path extrusionOk="0" h="398" w="682">
                    <a:moveTo>
                      <a:pt x="0" y="1"/>
                    </a:moveTo>
                    <a:cubicBezTo>
                      <a:pt x="2" y="3"/>
                      <a:pt x="682" y="398"/>
                      <a:pt x="682" y="398"/>
                    </a:cubicBezTo>
                    <a:lnTo>
                      <a:pt x="680" y="394"/>
                    </a:ln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37"/>
              <p:cNvSpPr/>
              <p:nvPr/>
            </p:nvSpPr>
            <p:spPr>
              <a:xfrm rot="39010">
                <a:off x="7577786" y="4213784"/>
                <a:ext cx="160644" cy="93474"/>
              </a:xfrm>
              <a:custGeom>
                <a:rect b="b" l="l" r="r" t="t"/>
                <a:pathLst>
                  <a:path extrusionOk="0" h="398" w="684">
                    <a:moveTo>
                      <a:pt x="0" y="1"/>
                    </a:moveTo>
                    <a:lnTo>
                      <a:pt x="0" y="1"/>
                    </a:lnTo>
                    <a:cubicBezTo>
                      <a:pt x="2" y="3"/>
                      <a:pt x="684" y="398"/>
                      <a:pt x="684" y="398"/>
                    </a:cubicBezTo>
                    <a:lnTo>
                      <a:pt x="680" y="394"/>
                    </a:ln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37"/>
              <p:cNvSpPr/>
              <p:nvPr/>
            </p:nvSpPr>
            <p:spPr>
              <a:xfrm rot="39010">
                <a:off x="7551425" y="4237206"/>
                <a:ext cx="160409" cy="97702"/>
              </a:xfrm>
              <a:custGeom>
                <a:rect b="b" l="l" r="r" t="t"/>
                <a:pathLst>
                  <a:path extrusionOk="0" h="416" w="683">
                    <a:moveTo>
                      <a:pt x="1" y="0"/>
                    </a:moveTo>
                    <a:lnTo>
                      <a:pt x="1" y="21"/>
                    </a:lnTo>
                    <a:lnTo>
                      <a:pt x="682" y="415"/>
                    </a:lnTo>
                    <a:lnTo>
                      <a:pt x="682" y="393"/>
                    </a:ln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37"/>
              <p:cNvSpPr/>
              <p:nvPr/>
            </p:nvSpPr>
            <p:spPr>
              <a:xfrm rot="39010">
                <a:off x="7551105" y="4214535"/>
                <a:ext cx="180607" cy="116725"/>
              </a:xfrm>
              <a:custGeom>
                <a:rect b="b" l="l" r="r" t="t"/>
                <a:pathLst>
                  <a:path extrusionOk="0" h="497" w="769">
                    <a:moveTo>
                      <a:pt x="87" y="1"/>
                    </a:moveTo>
                    <a:lnTo>
                      <a:pt x="42" y="28"/>
                    </a:lnTo>
                    <a:cubicBezTo>
                      <a:pt x="19" y="50"/>
                      <a:pt x="15" y="50"/>
                      <a:pt x="15" y="52"/>
                    </a:cubicBezTo>
                    <a:cubicBezTo>
                      <a:pt x="13" y="56"/>
                      <a:pt x="13" y="56"/>
                      <a:pt x="13" y="58"/>
                    </a:cubicBezTo>
                    <a:cubicBezTo>
                      <a:pt x="1" y="99"/>
                      <a:pt x="680" y="496"/>
                      <a:pt x="680" y="496"/>
                    </a:cubicBezTo>
                    <a:cubicBezTo>
                      <a:pt x="680" y="488"/>
                      <a:pt x="684" y="482"/>
                      <a:pt x="684" y="476"/>
                    </a:cubicBezTo>
                    <a:cubicBezTo>
                      <a:pt x="688" y="465"/>
                      <a:pt x="690" y="457"/>
                      <a:pt x="694" y="451"/>
                    </a:cubicBezTo>
                    <a:cubicBezTo>
                      <a:pt x="699" y="445"/>
                      <a:pt x="701" y="439"/>
                      <a:pt x="707" y="435"/>
                    </a:cubicBezTo>
                    <a:cubicBezTo>
                      <a:pt x="711" y="429"/>
                      <a:pt x="717" y="424"/>
                      <a:pt x="721" y="420"/>
                    </a:cubicBezTo>
                    <a:lnTo>
                      <a:pt x="768" y="396"/>
                    </a:lnTo>
                    <a:lnTo>
                      <a:pt x="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37"/>
              <p:cNvSpPr/>
              <p:nvPr/>
            </p:nvSpPr>
            <p:spPr>
              <a:xfrm rot="39010">
                <a:off x="7531369" y="4241790"/>
                <a:ext cx="180373" cy="104982"/>
              </a:xfrm>
              <a:custGeom>
                <a:rect b="b" l="l" r="r" t="t"/>
                <a:pathLst>
                  <a:path extrusionOk="0" h="447" w="768">
                    <a:moveTo>
                      <a:pt x="86" y="1"/>
                    </a:moveTo>
                    <a:lnTo>
                      <a:pt x="43" y="25"/>
                    </a:lnTo>
                    <a:lnTo>
                      <a:pt x="0" y="52"/>
                    </a:lnTo>
                    <a:lnTo>
                      <a:pt x="679" y="447"/>
                    </a:lnTo>
                    <a:lnTo>
                      <a:pt x="720" y="422"/>
                    </a:lnTo>
                    <a:lnTo>
                      <a:pt x="767" y="395"/>
                    </a:lnTo>
                    <a:lnTo>
                      <a:pt x="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37"/>
              <p:cNvSpPr/>
              <p:nvPr/>
            </p:nvSpPr>
            <p:spPr>
              <a:xfrm rot="39010">
                <a:off x="7521323" y="4242538"/>
                <a:ext cx="166751" cy="93944"/>
              </a:xfrm>
              <a:custGeom>
                <a:rect b="b" l="l" r="r" t="t"/>
                <a:pathLst>
                  <a:path extrusionOk="0" h="400" w="710">
                    <a:moveTo>
                      <a:pt x="704" y="392"/>
                    </a:moveTo>
                    <a:lnTo>
                      <a:pt x="710" y="395"/>
                    </a:lnTo>
                    <a:cubicBezTo>
                      <a:pt x="708" y="393"/>
                      <a:pt x="706" y="392"/>
                      <a:pt x="704" y="392"/>
                    </a:cubicBezTo>
                    <a:close/>
                    <a:moveTo>
                      <a:pt x="29" y="1"/>
                    </a:moveTo>
                    <a:cubicBezTo>
                      <a:pt x="0" y="3"/>
                      <a:pt x="681" y="400"/>
                      <a:pt x="681" y="400"/>
                    </a:cubicBezTo>
                    <a:cubicBezTo>
                      <a:pt x="687" y="395"/>
                      <a:pt x="692" y="391"/>
                      <a:pt x="698" y="391"/>
                    </a:cubicBezTo>
                    <a:cubicBezTo>
                      <a:pt x="700" y="391"/>
                      <a:pt x="702" y="391"/>
                      <a:pt x="704" y="392"/>
                    </a:cubicBezTo>
                    <a:lnTo>
                      <a:pt x="704" y="392"/>
                    </a:lnTo>
                    <a:lnTo>
                      <a:pt x="29"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37"/>
              <p:cNvSpPr/>
              <p:nvPr/>
            </p:nvSpPr>
            <p:spPr>
              <a:xfrm rot="39010">
                <a:off x="7501318" y="4264352"/>
                <a:ext cx="160175" cy="98876"/>
              </a:xfrm>
              <a:custGeom>
                <a:rect b="b" l="l" r="r" t="t"/>
                <a:pathLst>
                  <a:path extrusionOk="0" h="421" w="682">
                    <a:moveTo>
                      <a:pt x="0" y="1"/>
                    </a:moveTo>
                    <a:lnTo>
                      <a:pt x="0" y="25"/>
                    </a:lnTo>
                    <a:lnTo>
                      <a:pt x="681" y="420"/>
                    </a:lnTo>
                    <a:lnTo>
                      <a:pt x="681" y="398"/>
                    </a:ln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37"/>
              <p:cNvSpPr/>
              <p:nvPr/>
            </p:nvSpPr>
            <p:spPr>
              <a:xfrm rot="39010">
                <a:off x="7501000" y="4242385"/>
                <a:ext cx="180373" cy="116021"/>
              </a:xfrm>
              <a:custGeom>
                <a:rect b="b" l="l" r="r" t="t"/>
                <a:pathLst>
                  <a:path extrusionOk="0" h="494" w="768">
                    <a:moveTo>
                      <a:pt x="88" y="1"/>
                    </a:moveTo>
                    <a:lnTo>
                      <a:pt x="41" y="27"/>
                    </a:lnTo>
                    <a:cubicBezTo>
                      <a:pt x="19" y="50"/>
                      <a:pt x="16" y="50"/>
                      <a:pt x="16" y="52"/>
                    </a:cubicBezTo>
                    <a:cubicBezTo>
                      <a:pt x="12" y="54"/>
                      <a:pt x="12" y="54"/>
                      <a:pt x="12" y="58"/>
                    </a:cubicBezTo>
                    <a:cubicBezTo>
                      <a:pt x="0" y="99"/>
                      <a:pt x="681" y="494"/>
                      <a:pt x="681" y="494"/>
                    </a:cubicBezTo>
                    <a:cubicBezTo>
                      <a:pt x="681" y="488"/>
                      <a:pt x="683" y="481"/>
                      <a:pt x="683" y="473"/>
                    </a:cubicBezTo>
                    <a:cubicBezTo>
                      <a:pt x="688" y="463"/>
                      <a:pt x="692" y="459"/>
                      <a:pt x="694" y="451"/>
                    </a:cubicBezTo>
                    <a:cubicBezTo>
                      <a:pt x="698" y="443"/>
                      <a:pt x="702" y="438"/>
                      <a:pt x="706" y="432"/>
                    </a:cubicBezTo>
                    <a:cubicBezTo>
                      <a:pt x="712" y="428"/>
                      <a:pt x="716" y="422"/>
                      <a:pt x="722" y="420"/>
                    </a:cubicBezTo>
                    <a:lnTo>
                      <a:pt x="767" y="395"/>
                    </a:lnTo>
                    <a:lnTo>
                      <a:pt x="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37"/>
              <p:cNvSpPr/>
              <p:nvPr/>
            </p:nvSpPr>
            <p:spPr>
              <a:xfrm rot="39010">
                <a:off x="7481022" y="4270108"/>
                <a:ext cx="180373" cy="104513"/>
              </a:xfrm>
              <a:custGeom>
                <a:rect b="b" l="l" r="r" t="t"/>
                <a:pathLst>
                  <a:path extrusionOk="0" h="445" w="768">
                    <a:moveTo>
                      <a:pt x="86" y="0"/>
                    </a:moveTo>
                    <a:lnTo>
                      <a:pt x="43" y="25"/>
                    </a:lnTo>
                    <a:lnTo>
                      <a:pt x="0" y="51"/>
                    </a:lnTo>
                    <a:lnTo>
                      <a:pt x="679" y="444"/>
                    </a:lnTo>
                    <a:lnTo>
                      <a:pt x="724" y="422"/>
                    </a:lnTo>
                    <a:lnTo>
                      <a:pt x="767" y="395"/>
                    </a:lnTo>
                    <a:lnTo>
                      <a:pt x="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37"/>
              <p:cNvSpPr/>
              <p:nvPr/>
            </p:nvSpPr>
            <p:spPr>
              <a:xfrm rot="39010">
                <a:off x="7471454" y="4269921"/>
                <a:ext cx="166516" cy="93944"/>
              </a:xfrm>
              <a:custGeom>
                <a:rect b="b" l="l" r="r" t="t"/>
                <a:pathLst>
                  <a:path extrusionOk="0" h="400" w="709">
                    <a:moveTo>
                      <a:pt x="23" y="0"/>
                    </a:moveTo>
                    <a:cubicBezTo>
                      <a:pt x="0" y="4"/>
                      <a:pt x="680" y="399"/>
                      <a:pt x="680" y="399"/>
                    </a:cubicBezTo>
                    <a:cubicBezTo>
                      <a:pt x="686" y="395"/>
                      <a:pt x="690" y="395"/>
                      <a:pt x="696" y="395"/>
                    </a:cubicBezTo>
                    <a:cubicBezTo>
                      <a:pt x="698" y="395"/>
                      <a:pt x="700" y="395"/>
                      <a:pt x="702" y="395"/>
                    </a:cubicBezTo>
                    <a:lnTo>
                      <a:pt x="702" y="395"/>
                    </a:lnTo>
                    <a:lnTo>
                      <a:pt x="29" y="2"/>
                    </a:lnTo>
                    <a:cubicBezTo>
                      <a:pt x="25" y="0"/>
                      <a:pt x="23" y="0"/>
                      <a:pt x="23" y="0"/>
                    </a:cubicBezTo>
                    <a:close/>
                    <a:moveTo>
                      <a:pt x="702" y="395"/>
                    </a:moveTo>
                    <a:lnTo>
                      <a:pt x="708" y="399"/>
                    </a:lnTo>
                    <a:cubicBezTo>
                      <a:pt x="707" y="397"/>
                      <a:pt x="704" y="396"/>
                      <a:pt x="702" y="395"/>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37"/>
              <p:cNvSpPr/>
              <p:nvPr/>
            </p:nvSpPr>
            <p:spPr>
              <a:xfrm rot="39010">
                <a:off x="7451909" y="4292675"/>
                <a:ext cx="159235" cy="98641"/>
              </a:xfrm>
              <a:custGeom>
                <a:rect b="b" l="l" r="r" t="t"/>
                <a:pathLst>
                  <a:path extrusionOk="0" h="420" w="678">
                    <a:moveTo>
                      <a:pt x="0" y="0"/>
                    </a:moveTo>
                    <a:lnTo>
                      <a:pt x="0" y="25"/>
                    </a:lnTo>
                    <a:lnTo>
                      <a:pt x="678" y="420"/>
                    </a:lnTo>
                    <a:lnTo>
                      <a:pt x="678" y="395"/>
                    </a:lnTo>
                    <a:lnTo>
                      <a:pt x="0"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37"/>
              <p:cNvSpPr/>
              <p:nvPr/>
            </p:nvSpPr>
            <p:spPr>
              <a:xfrm rot="39010">
                <a:off x="7450651" y="4270701"/>
                <a:ext cx="179903" cy="116021"/>
              </a:xfrm>
              <a:custGeom>
                <a:rect b="b" l="l" r="r" t="t"/>
                <a:pathLst>
                  <a:path extrusionOk="0" h="494" w="766">
                    <a:moveTo>
                      <a:pt x="88" y="0"/>
                    </a:moveTo>
                    <a:lnTo>
                      <a:pt x="41" y="27"/>
                    </a:lnTo>
                    <a:cubicBezTo>
                      <a:pt x="19" y="49"/>
                      <a:pt x="17" y="49"/>
                      <a:pt x="17" y="52"/>
                    </a:cubicBezTo>
                    <a:cubicBezTo>
                      <a:pt x="13" y="54"/>
                      <a:pt x="13" y="54"/>
                      <a:pt x="13" y="58"/>
                    </a:cubicBezTo>
                    <a:cubicBezTo>
                      <a:pt x="0" y="99"/>
                      <a:pt x="682" y="493"/>
                      <a:pt x="682" y="493"/>
                    </a:cubicBezTo>
                    <a:cubicBezTo>
                      <a:pt x="682" y="487"/>
                      <a:pt x="684" y="481"/>
                      <a:pt x="684" y="473"/>
                    </a:cubicBezTo>
                    <a:cubicBezTo>
                      <a:pt x="686" y="467"/>
                      <a:pt x="690" y="461"/>
                      <a:pt x="692" y="453"/>
                    </a:cubicBezTo>
                    <a:cubicBezTo>
                      <a:pt x="700" y="440"/>
                      <a:pt x="710" y="430"/>
                      <a:pt x="721" y="422"/>
                    </a:cubicBezTo>
                    <a:lnTo>
                      <a:pt x="766" y="397"/>
                    </a:lnTo>
                    <a:lnTo>
                      <a:pt x="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37"/>
              <p:cNvSpPr/>
              <p:nvPr/>
            </p:nvSpPr>
            <p:spPr>
              <a:xfrm rot="39010">
                <a:off x="7430674" y="4298427"/>
                <a:ext cx="180373" cy="104278"/>
              </a:xfrm>
              <a:custGeom>
                <a:rect b="b" l="l" r="r" t="t"/>
                <a:pathLst>
                  <a:path extrusionOk="0" h="444" w="768">
                    <a:moveTo>
                      <a:pt x="90" y="0"/>
                    </a:moveTo>
                    <a:lnTo>
                      <a:pt x="43" y="25"/>
                    </a:lnTo>
                    <a:lnTo>
                      <a:pt x="0" y="51"/>
                    </a:lnTo>
                    <a:lnTo>
                      <a:pt x="682" y="444"/>
                    </a:lnTo>
                    <a:lnTo>
                      <a:pt x="725" y="422"/>
                    </a:lnTo>
                    <a:lnTo>
                      <a:pt x="768" y="395"/>
                    </a:lnTo>
                    <a:lnTo>
                      <a:pt x="9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37"/>
              <p:cNvSpPr/>
              <p:nvPr/>
            </p:nvSpPr>
            <p:spPr>
              <a:xfrm rot="39010">
                <a:off x="7421588" y="4297073"/>
                <a:ext cx="166986" cy="93944"/>
              </a:xfrm>
              <a:custGeom>
                <a:rect b="b" l="l" r="r" t="t"/>
                <a:pathLst>
                  <a:path extrusionOk="0" h="400" w="711">
                    <a:moveTo>
                      <a:pt x="25" y="1"/>
                    </a:moveTo>
                    <a:lnTo>
                      <a:pt x="25" y="1"/>
                    </a:lnTo>
                    <a:cubicBezTo>
                      <a:pt x="1" y="7"/>
                      <a:pt x="682" y="400"/>
                      <a:pt x="682" y="400"/>
                    </a:cubicBezTo>
                    <a:cubicBezTo>
                      <a:pt x="686" y="398"/>
                      <a:pt x="692" y="396"/>
                      <a:pt x="696" y="396"/>
                    </a:cubicBezTo>
                    <a:cubicBezTo>
                      <a:pt x="700" y="398"/>
                      <a:pt x="704" y="400"/>
                      <a:pt x="711" y="400"/>
                    </a:cubicBezTo>
                    <a:lnTo>
                      <a:pt x="29" y="5"/>
                    </a:lnTo>
                    <a:cubicBezTo>
                      <a:pt x="27" y="1"/>
                      <a:pt x="25" y="1"/>
                      <a:pt x="25"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37"/>
              <p:cNvSpPr/>
              <p:nvPr/>
            </p:nvSpPr>
            <p:spPr>
              <a:xfrm rot="39010">
                <a:off x="7401560" y="4320999"/>
                <a:ext cx="160175" cy="98641"/>
              </a:xfrm>
              <a:custGeom>
                <a:rect b="b" l="l" r="r" t="t"/>
                <a:pathLst>
                  <a:path extrusionOk="0" h="420" w="682">
                    <a:moveTo>
                      <a:pt x="1" y="0"/>
                    </a:moveTo>
                    <a:lnTo>
                      <a:pt x="1" y="25"/>
                    </a:lnTo>
                    <a:lnTo>
                      <a:pt x="682" y="420"/>
                    </a:lnTo>
                    <a:lnTo>
                      <a:pt x="682" y="395"/>
                    </a:lnTo>
                    <a:lnTo>
                      <a:pt x="1"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37"/>
              <p:cNvSpPr/>
              <p:nvPr/>
            </p:nvSpPr>
            <p:spPr>
              <a:xfrm rot="39010">
                <a:off x="7401717" y="4298566"/>
                <a:ext cx="179903" cy="116021"/>
              </a:xfrm>
              <a:custGeom>
                <a:rect b="b" l="l" r="r" t="t"/>
                <a:pathLst>
                  <a:path extrusionOk="0" h="494" w="766">
                    <a:moveTo>
                      <a:pt x="85" y="0"/>
                    </a:moveTo>
                    <a:lnTo>
                      <a:pt x="42" y="25"/>
                    </a:lnTo>
                    <a:cubicBezTo>
                      <a:pt x="19" y="49"/>
                      <a:pt x="17" y="49"/>
                      <a:pt x="17" y="51"/>
                    </a:cubicBezTo>
                    <a:cubicBezTo>
                      <a:pt x="13" y="53"/>
                      <a:pt x="13" y="53"/>
                      <a:pt x="13" y="55"/>
                    </a:cubicBezTo>
                    <a:cubicBezTo>
                      <a:pt x="1" y="96"/>
                      <a:pt x="682" y="493"/>
                      <a:pt x="682" y="493"/>
                    </a:cubicBezTo>
                    <a:cubicBezTo>
                      <a:pt x="682" y="485"/>
                      <a:pt x="684" y="481"/>
                      <a:pt x="684" y="473"/>
                    </a:cubicBezTo>
                    <a:cubicBezTo>
                      <a:pt x="686" y="465"/>
                      <a:pt x="688" y="458"/>
                      <a:pt x="692" y="452"/>
                    </a:cubicBezTo>
                    <a:cubicBezTo>
                      <a:pt x="696" y="444"/>
                      <a:pt x="698" y="440"/>
                      <a:pt x="705" y="434"/>
                    </a:cubicBezTo>
                    <a:cubicBezTo>
                      <a:pt x="709" y="430"/>
                      <a:pt x="715" y="424"/>
                      <a:pt x="719" y="422"/>
                    </a:cubicBezTo>
                    <a:lnTo>
                      <a:pt x="766" y="397"/>
                    </a:lnTo>
                    <a:lnTo>
                      <a:pt x="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37"/>
              <p:cNvSpPr/>
              <p:nvPr/>
            </p:nvSpPr>
            <p:spPr>
              <a:xfrm rot="39010">
                <a:off x="7381266" y="4326521"/>
                <a:ext cx="180373" cy="104513"/>
              </a:xfrm>
              <a:custGeom>
                <a:rect b="b" l="l" r="r" t="t"/>
                <a:pathLst>
                  <a:path extrusionOk="0" h="445" w="768">
                    <a:moveTo>
                      <a:pt x="87" y="1"/>
                    </a:moveTo>
                    <a:lnTo>
                      <a:pt x="44" y="25"/>
                    </a:lnTo>
                    <a:lnTo>
                      <a:pt x="1" y="52"/>
                    </a:lnTo>
                    <a:lnTo>
                      <a:pt x="678" y="445"/>
                    </a:lnTo>
                    <a:lnTo>
                      <a:pt x="721" y="420"/>
                    </a:lnTo>
                    <a:lnTo>
                      <a:pt x="768" y="396"/>
                    </a:lnTo>
                    <a:lnTo>
                      <a:pt x="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37"/>
              <p:cNvSpPr/>
              <p:nvPr/>
            </p:nvSpPr>
            <p:spPr>
              <a:xfrm rot="39010">
                <a:off x="7371708" y="4325394"/>
                <a:ext cx="166516" cy="93944"/>
              </a:xfrm>
              <a:custGeom>
                <a:rect b="b" l="l" r="r" t="t"/>
                <a:pathLst>
                  <a:path extrusionOk="0" h="400" w="709">
                    <a:moveTo>
                      <a:pt x="23" y="1"/>
                    </a:moveTo>
                    <a:lnTo>
                      <a:pt x="23" y="1"/>
                    </a:lnTo>
                    <a:cubicBezTo>
                      <a:pt x="1" y="7"/>
                      <a:pt x="680" y="400"/>
                      <a:pt x="680" y="400"/>
                    </a:cubicBezTo>
                    <a:cubicBezTo>
                      <a:pt x="686" y="400"/>
                      <a:pt x="690" y="398"/>
                      <a:pt x="696" y="398"/>
                    </a:cubicBezTo>
                    <a:cubicBezTo>
                      <a:pt x="700" y="398"/>
                      <a:pt x="704" y="398"/>
                      <a:pt x="707" y="399"/>
                    </a:cubicBezTo>
                    <a:lnTo>
                      <a:pt x="707" y="399"/>
                    </a:lnTo>
                    <a:lnTo>
                      <a:pt x="27" y="5"/>
                    </a:lnTo>
                    <a:cubicBezTo>
                      <a:pt x="25" y="1"/>
                      <a:pt x="23" y="1"/>
                      <a:pt x="23" y="1"/>
                    </a:cubicBezTo>
                    <a:close/>
                    <a:moveTo>
                      <a:pt x="707" y="399"/>
                    </a:moveTo>
                    <a:lnTo>
                      <a:pt x="709" y="400"/>
                    </a:lnTo>
                    <a:cubicBezTo>
                      <a:pt x="708" y="399"/>
                      <a:pt x="708" y="399"/>
                      <a:pt x="707" y="399"/>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37"/>
              <p:cNvSpPr/>
              <p:nvPr/>
            </p:nvSpPr>
            <p:spPr>
              <a:xfrm rot="39010">
                <a:off x="7351214" y="4349319"/>
                <a:ext cx="160409" cy="98172"/>
              </a:xfrm>
              <a:custGeom>
                <a:rect b="b" l="l" r="r" t="t"/>
                <a:pathLst>
                  <a:path extrusionOk="0" h="418" w="683">
                    <a:moveTo>
                      <a:pt x="1" y="0"/>
                    </a:moveTo>
                    <a:lnTo>
                      <a:pt x="1" y="25"/>
                    </a:lnTo>
                    <a:lnTo>
                      <a:pt x="682" y="417"/>
                    </a:lnTo>
                    <a:lnTo>
                      <a:pt x="682" y="395"/>
                    </a:ln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37"/>
              <p:cNvSpPr/>
              <p:nvPr/>
            </p:nvSpPr>
            <p:spPr>
              <a:xfrm rot="39010">
                <a:off x="7350900" y="4326648"/>
                <a:ext cx="180607" cy="116021"/>
              </a:xfrm>
              <a:custGeom>
                <a:rect b="b" l="l" r="r" t="t"/>
                <a:pathLst>
                  <a:path extrusionOk="0" h="494" w="769">
                    <a:moveTo>
                      <a:pt x="89" y="1"/>
                    </a:moveTo>
                    <a:lnTo>
                      <a:pt x="42" y="25"/>
                    </a:lnTo>
                    <a:cubicBezTo>
                      <a:pt x="19" y="50"/>
                      <a:pt x="17" y="50"/>
                      <a:pt x="17" y="52"/>
                    </a:cubicBezTo>
                    <a:cubicBezTo>
                      <a:pt x="13" y="54"/>
                      <a:pt x="13" y="54"/>
                      <a:pt x="13" y="56"/>
                    </a:cubicBezTo>
                    <a:cubicBezTo>
                      <a:pt x="1" y="97"/>
                      <a:pt x="682" y="494"/>
                      <a:pt x="682" y="494"/>
                    </a:cubicBezTo>
                    <a:cubicBezTo>
                      <a:pt x="682" y="486"/>
                      <a:pt x="684" y="482"/>
                      <a:pt x="684" y="473"/>
                    </a:cubicBezTo>
                    <a:cubicBezTo>
                      <a:pt x="688" y="465"/>
                      <a:pt x="692" y="459"/>
                      <a:pt x="694" y="453"/>
                    </a:cubicBezTo>
                    <a:cubicBezTo>
                      <a:pt x="699" y="445"/>
                      <a:pt x="703" y="441"/>
                      <a:pt x="707" y="435"/>
                    </a:cubicBezTo>
                    <a:cubicBezTo>
                      <a:pt x="713" y="430"/>
                      <a:pt x="717" y="424"/>
                      <a:pt x="723" y="422"/>
                    </a:cubicBezTo>
                    <a:lnTo>
                      <a:pt x="768" y="398"/>
                    </a:lnTo>
                    <a:lnTo>
                      <a:pt x="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37"/>
              <p:cNvSpPr/>
              <p:nvPr/>
            </p:nvSpPr>
            <p:spPr>
              <a:xfrm rot="39010">
                <a:off x="7331151" y="4354842"/>
                <a:ext cx="180373" cy="104513"/>
              </a:xfrm>
              <a:custGeom>
                <a:rect b="b" l="l" r="r" t="t"/>
                <a:pathLst>
                  <a:path extrusionOk="0" h="445" w="768">
                    <a:moveTo>
                      <a:pt x="86" y="1"/>
                    </a:moveTo>
                    <a:lnTo>
                      <a:pt x="43" y="25"/>
                    </a:lnTo>
                    <a:lnTo>
                      <a:pt x="0" y="52"/>
                    </a:lnTo>
                    <a:lnTo>
                      <a:pt x="679" y="445"/>
                    </a:lnTo>
                    <a:lnTo>
                      <a:pt x="720" y="420"/>
                    </a:lnTo>
                    <a:lnTo>
                      <a:pt x="767" y="393"/>
                    </a:lnTo>
                    <a:lnTo>
                      <a:pt x="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37"/>
              <p:cNvSpPr/>
              <p:nvPr/>
            </p:nvSpPr>
            <p:spPr>
              <a:xfrm rot="39010">
                <a:off x="7321594" y="4353714"/>
                <a:ext cx="166281" cy="93944"/>
              </a:xfrm>
              <a:custGeom>
                <a:rect b="b" l="l" r="r" t="t"/>
                <a:pathLst>
                  <a:path extrusionOk="0" h="400" w="708">
                    <a:moveTo>
                      <a:pt x="23" y="0"/>
                    </a:moveTo>
                    <a:lnTo>
                      <a:pt x="23" y="0"/>
                    </a:lnTo>
                    <a:cubicBezTo>
                      <a:pt x="0" y="7"/>
                      <a:pt x="679" y="399"/>
                      <a:pt x="679" y="399"/>
                    </a:cubicBezTo>
                    <a:cubicBezTo>
                      <a:pt x="685" y="399"/>
                      <a:pt x="690" y="397"/>
                      <a:pt x="696" y="397"/>
                    </a:cubicBezTo>
                    <a:cubicBezTo>
                      <a:pt x="699" y="397"/>
                      <a:pt x="703" y="397"/>
                      <a:pt x="706" y="398"/>
                    </a:cubicBezTo>
                    <a:lnTo>
                      <a:pt x="706" y="398"/>
                    </a:lnTo>
                    <a:lnTo>
                      <a:pt x="29" y="5"/>
                    </a:lnTo>
                    <a:cubicBezTo>
                      <a:pt x="25" y="0"/>
                      <a:pt x="23" y="0"/>
                      <a:pt x="23" y="0"/>
                    </a:cubicBezTo>
                    <a:close/>
                    <a:moveTo>
                      <a:pt x="706" y="398"/>
                    </a:moveTo>
                    <a:lnTo>
                      <a:pt x="708" y="399"/>
                    </a:lnTo>
                    <a:cubicBezTo>
                      <a:pt x="708" y="399"/>
                      <a:pt x="707" y="399"/>
                      <a:pt x="706" y="398"/>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37"/>
              <p:cNvSpPr/>
              <p:nvPr/>
            </p:nvSpPr>
            <p:spPr>
              <a:xfrm rot="39010">
                <a:off x="7301570" y="4377406"/>
                <a:ext cx="159705" cy="98406"/>
              </a:xfrm>
              <a:custGeom>
                <a:rect b="b" l="l" r="r" t="t"/>
                <a:pathLst>
                  <a:path extrusionOk="0" h="419" w="680">
                    <a:moveTo>
                      <a:pt x="0" y="1"/>
                    </a:moveTo>
                    <a:lnTo>
                      <a:pt x="0" y="21"/>
                    </a:lnTo>
                    <a:lnTo>
                      <a:pt x="679" y="418"/>
                    </a:lnTo>
                    <a:lnTo>
                      <a:pt x="679" y="396"/>
                    </a:ln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37"/>
              <p:cNvSpPr/>
              <p:nvPr/>
            </p:nvSpPr>
            <p:spPr>
              <a:xfrm rot="39010">
                <a:off x="7300786" y="4354967"/>
                <a:ext cx="180373" cy="116021"/>
              </a:xfrm>
              <a:custGeom>
                <a:rect b="b" l="l" r="r" t="t"/>
                <a:pathLst>
                  <a:path extrusionOk="0" h="494" w="768">
                    <a:moveTo>
                      <a:pt x="88" y="1"/>
                    </a:moveTo>
                    <a:lnTo>
                      <a:pt x="41" y="25"/>
                    </a:lnTo>
                    <a:cubicBezTo>
                      <a:pt x="19" y="50"/>
                      <a:pt x="16" y="50"/>
                      <a:pt x="16" y="52"/>
                    </a:cubicBezTo>
                    <a:cubicBezTo>
                      <a:pt x="14" y="54"/>
                      <a:pt x="14" y="54"/>
                      <a:pt x="14" y="56"/>
                    </a:cubicBezTo>
                    <a:cubicBezTo>
                      <a:pt x="0" y="97"/>
                      <a:pt x="681" y="494"/>
                      <a:pt x="681" y="494"/>
                    </a:cubicBezTo>
                    <a:cubicBezTo>
                      <a:pt x="681" y="485"/>
                      <a:pt x="683" y="481"/>
                      <a:pt x="683" y="473"/>
                    </a:cubicBezTo>
                    <a:cubicBezTo>
                      <a:pt x="690" y="465"/>
                      <a:pt x="692" y="459"/>
                      <a:pt x="694" y="453"/>
                    </a:cubicBezTo>
                    <a:cubicBezTo>
                      <a:pt x="700" y="445"/>
                      <a:pt x="702" y="440"/>
                      <a:pt x="706" y="434"/>
                    </a:cubicBezTo>
                    <a:cubicBezTo>
                      <a:pt x="712" y="430"/>
                      <a:pt x="716" y="424"/>
                      <a:pt x="722" y="422"/>
                    </a:cubicBezTo>
                    <a:lnTo>
                      <a:pt x="767" y="398"/>
                    </a:lnTo>
                    <a:lnTo>
                      <a:pt x="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37"/>
              <p:cNvSpPr/>
              <p:nvPr/>
            </p:nvSpPr>
            <p:spPr>
              <a:xfrm rot="39010">
                <a:off x="7280807" y="4382221"/>
                <a:ext cx="180373" cy="105452"/>
              </a:xfrm>
              <a:custGeom>
                <a:rect b="b" l="l" r="r" t="t"/>
                <a:pathLst>
                  <a:path extrusionOk="0" h="449" w="768">
                    <a:moveTo>
                      <a:pt x="88" y="0"/>
                    </a:moveTo>
                    <a:lnTo>
                      <a:pt x="43" y="29"/>
                    </a:lnTo>
                    <a:lnTo>
                      <a:pt x="0" y="51"/>
                    </a:lnTo>
                    <a:lnTo>
                      <a:pt x="682" y="448"/>
                    </a:lnTo>
                    <a:lnTo>
                      <a:pt x="724" y="424"/>
                    </a:lnTo>
                    <a:lnTo>
                      <a:pt x="767" y="397"/>
                    </a:lnTo>
                    <a:lnTo>
                      <a:pt x="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37"/>
              <p:cNvSpPr/>
              <p:nvPr/>
            </p:nvSpPr>
            <p:spPr>
              <a:xfrm rot="39010">
                <a:off x="7271234" y="4382973"/>
                <a:ext cx="166516" cy="93944"/>
              </a:xfrm>
              <a:custGeom>
                <a:rect b="b" l="l" r="r" t="t"/>
                <a:pathLst>
                  <a:path extrusionOk="0" h="400" w="709">
                    <a:moveTo>
                      <a:pt x="23" y="0"/>
                    </a:moveTo>
                    <a:lnTo>
                      <a:pt x="23" y="0"/>
                    </a:lnTo>
                    <a:cubicBezTo>
                      <a:pt x="0" y="4"/>
                      <a:pt x="682" y="399"/>
                      <a:pt x="682" y="399"/>
                    </a:cubicBezTo>
                    <a:cubicBezTo>
                      <a:pt x="686" y="395"/>
                      <a:pt x="692" y="393"/>
                      <a:pt x="696" y="393"/>
                    </a:cubicBezTo>
                    <a:cubicBezTo>
                      <a:pt x="702" y="393"/>
                      <a:pt x="706" y="395"/>
                      <a:pt x="708" y="395"/>
                    </a:cubicBezTo>
                    <a:lnTo>
                      <a:pt x="29" y="2"/>
                    </a:lnTo>
                    <a:cubicBezTo>
                      <a:pt x="25" y="0"/>
                      <a:pt x="23" y="0"/>
                      <a:pt x="23"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37"/>
              <p:cNvSpPr/>
              <p:nvPr/>
            </p:nvSpPr>
            <p:spPr>
              <a:xfrm rot="39010">
                <a:off x="7251225" y="4405255"/>
                <a:ext cx="159705" cy="98641"/>
              </a:xfrm>
              <a:custGeom>
                <a:rect b="b" l="l" r="r" t="t"/>
                <a:pathLst>
                  <a:path extrusionOk="0" h="420" w="680">
                    <a:moveTo>
                      <a:pt x="0" y="0"/>
                    </a:moveTo>
                    <a:lnTo>
                      <a:pt x="0" y="23"/>
                    </a:lnTo>
                    <a:lnTo>
                      <a:pt x="680" y="420"/>
                    </a:lnTo>
                    <a:lnTo>
                      <a:pt x="680" y="397"/>
                    </a:lnTo>
                    <a:lnTo>
                      <a:pt x="0"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37"/>
              <p:cNvSpPr/>
              <p:nvPr/>
            </p:nvSpPr>
            <p:spPr>
              <a:xfrm rot="39010">
                <a:off x="7250909" y="4383291"/>
                <a:ext cx="180373" cy="115551"/>
              </a:xfrm>
              <a:custGeom>
                <a:rect b="b" l="l" r="r" t="t"/>
                <a:pathLst>
                  <a:path extrusionOk="0" h="492" w="768">
                    <a:moveTo>
                      <a:pt x="86" y="0"/>
                    </a:moveTo>
                    <a:lnTo>
                      <a:pt x="41" y="25"/>
                    </a:lnTo>
                    <a:cubicBezTo>
                      <a:pt x="17" y="49"/>
                      <a:pt x="17" y="49"/>
                      <a:pt x="15" y="49"/>
                    </a:cubicBezTo>
                    <a:cubicBezTo>
                      <a:pt x="13" y="52"/>
                      <a:pt x="13" y="52"/>
                      <a:pt x="13" y="54"/>
                    </a:cubicBezTo>
                    <a:cubicBezTo>
                      <a:pt x="0" y="94"/>
                      <a:pt x="680" y="491"/>
                      <a:pt x="680" y="491"/>
                    </a:cubicBezTo>
                    <a:cubicBezTo>
                      <a:pt x="680" y="483"/>
                      <a:pt x="682" y="479"/>
                      <a:pt x="682" y="471"/>
                    </a:cubicBezTo>
                    <a:cubicBezTo>
                      <a:pt x="688" y="463"/>
                      <a:pt x="690" y="459"/>
                      <a:pt x="692" y="450"/>
                    </a:cubicBezTo>
                    <a:cubicBezTo>
                      <a:pt x="698" y="442"/>
                      <a:pt x="700" y="438"/>
                      <a:pt x="706" y="432"/>
                    </a:cubicBezTo>
                    <a:cubicBezTo>
                      <a:pt x="710" y="428"/>
                      <a:pt x="716" y="422"/>
                      <a:pt x="721" y="420"/>
                    </a:cubicBezTo>
                    <a:lnTo>
                      <a:pt x="768" y="393"/>
                    </a:lnTo>
                    <a:lnTo>
                      <a:pt x="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37"/>
              <p:cNvSpPr/>
              <p:nvPr/>
            </p:nvSpPr>
            <p:spPr>
              <a:xfrm rot="39010">
                <a:off x="7230460" y="4410304"/>
                <a:ext cx="180373" cy="105687"/>
              </a:xfrm>
              <a:custGeom>
                <a:rect b="b" l="l" r="r" t="t"/>
                <a:pathLst>
                  <a:path extrusionOk="0" h="450" w="768">
                    <a:moveTo>
                      <a:pt x="88" y="1"/>
                    </a:moveTo>
                    <a:lnTo>
                      <a:pt x="45" y="28"/>
                    </a:lnTo>
                    <a:lnTo>
                      <a:pt x="0" y="52"/>
                    </a:lnTo>
                    <a:lnTo>
                      <a:pt x="682" y="449"/>
                    </a:lnTo>
                    <a:lnTo>
                      <a:pt x="725" y="424"/>
                    </a:lnTo>
                    <a:lnTo>
                      <a:pt x="768" y="398"/>
                    </a:lnTo>
                    <a:lnTo>
                      <a:pt x="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37"/>
              <p:cNvSpPr/>
              <p:nvPr/>
            </p:nvSpPr>
            <p:spPr>
              <a:xfrm rot="39010">
                <a:off x="7221831" y="4410127"/>
                <a:ext cx="166516" cy="95118"/>
              </a:xfrm>
              <a:custGeom>
                <a:rect b="b" l="l" r="r" t="t"/>
                <a:pathLst>
                  <a:path extrusionOk="0" h="405" w="709">
                    <a:moveTo>
                      <a:pt x="16" y="1"/>
                    </a:moveTo>
                    <a:cubicBezTo>
                      <a:pt x="12" y="1"/>
                      <a:pt x="6" y="3"/>
                      <a:pt x="1" y="7"/>
                    </a:cubicBezTo>
                    <a:lnTo>
                      <a:pt x="680" y="404"/>
                    </a:lnTo>
                    <a:cubicBezTo>
                      <a:pt x="686" y="399"/>
                      <a:pt x="692" y="397"/>
                      <a:pt x="697" y="397"/>
                    </a:cubicBezTo>
                    <a:cubicBezTo>
                      <a:pt x="701" y="397"/>
                      <a:pt x="705" y="398"/>
                      <a:pt x="709" y="400"/>
                    </a:cubicBezTo>
                    <a:lnTo>
                      <a:pt x="27" y="5"/>
                    </a:lnTo>
                    <a:cubicBezTo>
                      <a:pt x="24" y="2"/>
                      <a:pt x="21" y="1"/>
                      <a:pt x="16"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37"/>
              <p:cNvSpPr/>
              <p:nvPr/>
            </p:nvSpPr>
            <p:spPr>
              <a:xfrm rot="39010">
                <a:off x="7220882" y="4411725"/>
                <a:ext cx="160175" cy="93474"/>
              </a:xfrm>
              <a:custGeom>
                <a:rect b="b" l="l" r="r" t="t"/>
                <a:pathLst>
                  <a:path extrusionOk="0" h="398" w="682">
                    <a:moveTo>
                      <a:pt x="1" y="0"/>
                    </a:moveTo>
                    <a:lnTo>
                      <a:pt x="682" y="397"/>
                    </a:lnTo>
                    <a:cubicBezTo>
                      <a:pt x="682" y="393"/>
                      <a:pt x="5"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37"/>
              <p:cNvSpPr/>
              <p:nvPr/>
            </p:nvSpPr>
            <p:spPr>
              <a:xfrm rot="39010">
                <a:off x="7220892" y="4411258"/>
                <a:ext cx="160644" cy="92770"/>
              </a:xfrm>
              <a:custGeom>
                <a:rect b="b" l="l" r="r" t="t"/>
                <a:pathLst>
                  <a:path extrusionOk="0" h="395" w="684">
                    <a:moveTo>
                      <a:pt x="1" y="0"/>
                    </a:moveTo>
                    <a:lnTo>
                      <a:pt x="682" y="395"/>
                    </a:lnTo>
                    <a:cubicBezTo>
                      <a:pt x="684" y="395"/>
                      <a:pt x="5"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37"/>
              <p:cNvSpPr/>
              <p:nvPr/>
            </p:nvSpPr>
            <p:spPr>
              <a:xfrm rot="39010">
                <a:off x="7221831" y="4411266"/>
                <a:ext cx="160175" cy="92770"/>
              </a:xfrm>
              <a:custGeom>
                <a:rect b="b" l="l" r="r" t="t"/>
                <a:pathLst>
                  <a:path extrusionOk="0" h="395" w="682">
                    <a:moveTo>
                      <a:pt x="1" y="0"/>
                    </a:moveTo>
                    <a:lnTo>
                      <a:pt x="680" y="395"/>
                    </a:lnTo>
                    <a:cubicBezTo>
                      <a:pt x="682" y="395"/>
                      <a:pt x="3"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37"/>
              <p:cNvSpPr/>
              <p:nvPr/>
            </p:nvSpPr>
            <p:spPr>
              <a:xfrm rot="39010">
                <a:off x="7222298" y="4411738"/>
                <a:ext cx="159705" cy="92300"/>
              </a:xfrm>
              <a:custGeom>
                <a:rect b="b" l="l" r="r" t="t"/>
                <a:pathLst>
                  <a:path extrusionOk="0" h="393" w="680">
                    <a:moveTo>
                      <a:pt x="1" y="0"/>
                    </a:moveTo>
                    <a:cubicBezTo>
                      <a:pt x="1" y="0"/>
                      <a:pt x="1" y="0"/>
                      <a:pt x="1" y="0"/>
                    </a:cubicBezTo>
                    <a:lnTo>
                      <a:pt x="680" y="393"/>
                    </a:lnTo>
                    <a:cubicBezTo>
                      <a:pt x="680" y="393"/>
                      <a:pt x="6"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37"/>
              <p:cNvSpPr/>
              <p:nvPr/>
            </p:nvSpPr>
            <p:spPr>
              <a:xfrm rot="39010">
                <a:off x="7222310" y="4410099"/>
                <a:ext cx="160644" cy="93474"/>
              </a:xfrm>
              <a:custGeom>
                <a:rect b="b" l="l" r="r" t="t"/>
                <a:pathLst>
                  <a:path extrusionOk="0" h="398" w="684">
                    <a:moveTo>
                      <a:pt x="1" y="1"/>
                    </a:moveTo>
                    <a:lnTo>
                      <a:pt x="680" y="398"/>
                    </a:lnTo>
                    <a:cubicBezTo>
                      <a:pt x="684" y="398"/>
                      <a:pt x="3"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37"/>
              <p:cNvSpPr/>
              <p:nvPr/>
            </p:nvSpPr>
            <p:spPr>
              <a:xfrm rot="39010">
                <a:off x="7222780" y="4410106"/>
                <a:ext cx="160879" cy="93474"/>
              </a:xfrm>
              <a:custGeom>
                <a:rect b="b" l="l" r="r" t="t"/>
                <a:pathLst>
                  <a:path extrusionOk="0" h="398" w="685">
                    <a:moveTo>
                      <a:pt x="1" y="1"/>
                    </a:moveTo>
                    <a:lnTo>
                      <a:pt x="682" y="398"/>
                    </a:lnTo>
                    <a:cubicBezTo>
                      <a:pt x="684" y="398"/>
                      <a:pt x="3"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37"/>
              <p:cNvSpPr/>
              <p:nvPr/>
            </p:nvSpPr>
            <p:spPr>
              <a:xfrm rot="39010">
                <a:off x="7223249" y="4410109"/>
                <a:ext cx="160409" cy="93474"/>
              </a:xfrm>
              <a:custGeom>
                <a:rect b="b" l="l" r="r" t="t"/>
                <a:pathLst>
                  <a:path extrusionOk="0" h="398" w="683">
                    <a:moveTo>
                      <a:pt x="1" y="1"/>
                    </a:moveTo>
                    <a:lnTo>
                      <a:pt x="682" y="398"/>
                    </a:lnTo>
                    <a:cubicBezTo>
                      <a:pt x="682" y="398"/>
                      <a:pt x="5"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37"/>
              <p:cNvSpPr/>
              <p:nvPr/>
            </p:nvSpPr>
            <p:spPr>
              <a:xfrm rot="39010">
                <a:off x="7223249" y="4410111"/>
                <a:ext cx="160879" cy="93474"/>
              </a:xfrm>
              <a:custGeom>
                <a:rect b="b" l="l" r="r" t="t"/>
                <a:pathLst>
                  <a:path extrusionOk="0" h="398" w="685">
                    <a:moveTo>
                      <a:pt x="1" y="1"/>
                    </a:moveTo>
                    <a:lnTo>
                      <a:pt x="682" y="398"/>
                    </a:lnTo>
                    <a:cubicBezTo>
                      <a:pt x="684" y="396"/>
                      <a:pt x="5"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37"/>
              <p:cNvSpPr/>
              <p:nvPr/>
            </p:nvSpPr>
            <p:spPr>
              <a:xfrm rot="39010">
                <a:off x="7224182" y="4411291"/>
                <a:ext cx="159940" cy="92300"/>
              </a:xfrm>
              <a:custGeom>
                <a:rect b="b" l="l" r="r" t="t"/>
                <a:pathLst>
                  <a:path extrusionOk="0" h="393" w="681">
                    <a:moveTo>
                      <a:pt x="1" y="0"/>
                    </a:moveTo>
                    <a:cubicBezTo>
                      <a:pt x="1" y="0"/>
                      <a:pt x="1" y="0"/>
                      <a:pt x="1" y="0"/>
                    </a:cubicBezTo>
                    <a:lnTo>
                      <a:pt x="680" y="393"/>
                    </a:lnTo>
                    <a:cubicBezTo>
                      <a:pt x="680" y="393"/>
                      <a:pt x="10"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37"/>
              <p:cNvSpPr/>
              <p:nvPr/>
            </p:nvSpPr>
            <p:spPr>
              <a:xfrm rot="39010">
                <a:off x="7224189" y="4410119"/>
                <a:ext cx="160409" cy="93474"/>
              </a:xfrm>
              <a:custGeom>
                <a:rect b="b" l="l" r="r" t="t"/>
                <a:pathLst>
                  <a:path extrusionOk="0" h="398" w="683">
                    <a:moveTo>
                      <a:pt x="1" y="1"/>
                    </a:moveTo>
                    <a:lnTo>
                      <a:pt x="680" y="398"/>
                    </a:lnTo>
                    <a:cubicBezTo>
                      <a:pt x="682" y="396"/>
                      <a:pt x="3"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37"/>
              <p:cNvSpPr/>
              <p:nvPr/>
            </p:nvSpPr>
            <p:spPr>
              <a:xfrm rot="39010">
                <a:off x="7224658" y="4410127"/>
                <a:ext cx="160879" cy="93474"/>
              </a:xfrm>
              <a:custGeom>
                <a:rect b="b" l="l" r="r" t="t"/>
                <a:pathLst>
                  <a:path extrusionOk="0" h="398" w="685">
                    <a:moveTo>
                      <a:pt x="1" y="1"/>
                    </a:moveTo>
                    <a:lnTo>
                      <a:pt x="680" y="398"/>
                    </a:lnTo>
                    <a:cubicBezTo>
                      <a:pt x="684" y="398"/>
                      <a:pt x="3"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37"/>
              <p:cNvSpPr/>
              <p:nvPr/>
            </p:nvSpPr>
            <p:spPr>
              <a:xfrm rot="39010">
                <a:off x="7225128" y="4410130"/>
                <a:ext cx="160409" cy="93474"/>
              </a:xfrm>
              <a:custGeom>
                <a:rect b="b" l="l" r="r" t="t"/>
                <a:pathLst>
                  <a:path extrusionOk="0" h="398" w="683">
                    <a:moveTo>
                      <a:pt x="1" y="1"/>
                    </a:moveTo>
                    <a:lnTo>
                      <a:pt x="682" y="398"/>
                    </a:lnTo>
                    <a:cubicBezTo>
                      <a:pt x="682" y="398"/>
                      <a:pt x="3"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37"/>
              <p:cNvSpPr/>
              <p:nvPr/>
            </p:nvSpPr>
            <p:spPr>
              <a:xfrm rot="39010">
                <a:off x="7225128" y="4410133"/>
                <a:ext cx="160879" cy="93474"/>
              </a:xfrm>
              <a:custGeom>
                <a:rect b="b" l="l" r="r" t="t"/>
                <a:pathLst>
                  <a:path extrusionOk="0" h="398" w="685">
                    <a:moveTo>
                      <a:pt x="1" y="1"/>
                    </a:moveTo>
                    <a:lnTo>
                      <a:pt x="682" y="398"/>
                    </a:lnTo>
                    <a:cubicBezTo>
                      <a:pt x="684" y="398"/>
                      <a:pt x="3"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37"/>
              <p:cNvSpPr/>
              <p:nvPr/>
            </p:nvSpPr>
            <p:spPr>
              <a:xfrm rot="39010">
                <a:off x="7225598" y="4410138"/>
                <a:ext cx="160879" cy="93474"/>
              </a:xfrm>
              <a:custGeom>
                <a:rect b="b" l="l" r="r" t="t"/>
                <a:pathLst>
                  <a:path extrusionOk="0" h="398" w="685">
                    <a:moveTo>
                      <a:pt x="1" y="1"/>
                    </a:moveTo>
                    <a:lnTo>
                      <a:pt x="682" y="398"/>
                    </a:lnTo>
                    <a:lnTo>
                      <a:pt x="684" y="398"/>
                    </a:lnTo>
                    <a:cubicBezTo>
                      <a:pt x="684" y="398"/>
                      <a:pt x="5"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37"/>
              <p:cNvSpPr/>
              <p:nvPr/>
            </p:nvSpPr>
            <p:spPr>
              <a:xfrm rot="39010">
                <a:off x="7226772" y="4410147"/>
                <a:ext cx="160175" cy="93474"/>
              </a:xfrm>
              <a:custGeom>
                <a:rect b="b" l="l" r="r" t="t"/>
                <a:pathLst>
                  <a:path extrusionOk="0" h="398" w="682">
                    <a:moveTo>
                      <a:pt x="0" y="1"/>
                    </a:moveTo>
                    <a:cubicBezTo>
                      <a:pt x="1" y="3"/>
                      <a:pt x="257" y="152"/>
                      <a:pt x="455" y="267"/>
                    </a:cubicBezTo>
                    <a:lnTo>
                      <a:pt x="455" y="267"/>
                    </a:lnTo>
                    <a:lnTo>
                      <a:pt x="0" y="1"/>
                    </a:lnTo>
                    <a:close/>
                    <a:moveTo>
                      <a:pt x="455" y="267"/>
                    </a:moveTo>
                    <a:lnTo>
                      <a:pt x="679" y="398"/>
                    </a:lnTo>
                    <a:lnTo>
                      <a:pt x="681" y="398"/>
                    </a:lnTo>
                    <a:cubicBezTo>
                      <a:pt x="681" y="398"/>
                      <a:pt x="580" y="339"/>
                      <a:pt x="455" y="267"/>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37"/>
              <p:cNvSpPr/>
              <p:nvPr/>
            </p:nvSpPr>
            <p:spPr>
              <a:xfrm rot="39010">
                <a:off x="7227235" y="4411324"/>
                <a:ext cx="159705" cy="92300"/>
              </a:xfrm>
              <a:custGeom>
                <a:rect b="b" l="l" r="r" t="t"/>
                <a:pathLst>
                  <a:path extrusionOk="0" h="393" w="680">
                    <a:moveTo>
                      <a:pt x="0" y="0"/>
                    </a:moveTo>
                    <a:lnTo>
                      <a:pt x="679" y="393"/>
                    </a:lnTo>
                    <a:cubicBezTo>
                      <a:pt x="679" y="393"/>
                      <a:pt x="679" y="393"/>
                      <a:pt x="679" y="393"/>
                    </a:cubicBezTo>
                    <a:cubicBezTo>
                      <a:pt x="680" y="393"/>
                      <a:pt x="4" y="0"/>
                      <a:pt x="0"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37"/>
              <p:cNvSpPr/>
              <p:nvPr/>
            </p:nvSpPr>
            <p:spPr>
              <a:xfrm rot="39010">
                <a:off x="7200876" y="4433576"/>
                <a:ext cx="160175" cy="98641"/>
              </a:xfrm>
              <a:custGeom>
                <a:rect b="b" l="l" r="r" t="t"/>
                <a:pathLst>
                  <a:path extrusionOk="0" h="420" w="682">
                    <a:moveTo>
                      <a:pt x="1" y="0"/>
                    </a:moveTo>
                    <a:lnTo>
                      <a:pt x="1" y="23"/>
                    </a:lnTo>
                    <a:lnTo>
                      <a:pt x="682" y="420"/>
                    </a:lnTo>
                    <a:lnTo>
                      <a:pt x="682" y="395"/>
                    </a:ln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37"/>
              <p:cNvSpPr/>
              <p:nvPr/>
            </p:nvSpPr>
            <p:spPr>
              <a:xfrm rot="39010">
                <a:off x="7201032" y="4411145"/>
                <a:ext cx="180373" cy="116021"/>
              </a:xfrm>
              <a:custGeom>
                <a:rect b="b" l="l" r="r" t="t"/>
                <a:pathLst>
                  <a:path extrusionOk="0" h="494" w="768">
                    <a:moveTo>
                      <a:pt x="89" y="0"/>
                    </a:moveTo>
                    <a:lnTo>
                      <a:pt x="42" y="25"/>
                    </a:lnTo>
                    <a:cubicBezTo>
                      <a:pt x="19" y="47"/>
                      <a:pt x="17" y="47"/>
                      <a:pt x="17" y="51"/>
                    </a:cubicBezTo>
                    <a:cubicBezTo>
                      <a:pt x="13" y="53"/>
                      <a:pt x="13" y="53"/>
                      <a:pt x="13" y="55"/>
                    </a:cubicBezTo>
                    <a:cubicBezTo>
                      <a:pt x="1" y="96"/>
                      <a:pt x="682" y="493"/>
                      <a:pt x="682" y="493"/>
                    </a:cubicBezTo>
                    <a:cubicBezTo>
                      <a:pt x="682" y="485"/>
                      <a:pt x="684" y="481"/>
                      <a:pt x="684" y="473"/>
                    </a:cubicBezTo>
                    <a:cubicBezTo>
                      <a:pt x="686" y="464"/>
                      <a:pt x="688" y="460"/>
                      <a:pt x="694" y="452"/>
                    </a:cubicBezTo>
                    <a:cubicBezTo>
                      <a:pt x="698" y="444"/>
                      <a:pt x="702" y="440"/>
                      <a:pt x="706" y="434"/>
                    </a:cubicBezTo>
                    <a:cubicBezTo>
                      <a:pt x="713" y="430"/>
                      <a:pt x="717" y="424"/>
                      <a:pt x="723" y="422"/>
                    </a:cubicBezTo>
                    <a:lnTo>
                      <a:pt x="768" y="395"/>
                    </a:lnTo>
                    <a:lnTo>
                      <a:pt x="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37"/>
              <p:cNvSpPr/>
              <p:nvPr/>
            </p:nvSpPr>
            <p:spPr>
              <a:xfrm rot="39010">
                <a:off x="7180584" y="4438628"/>
                <a:ext cx="180373" cy="104982"/>
              </a:xfrm>
              <a:custGeom>
                <a:rect b="b" l="l" r="r" t="t"/>
                <a:pathLst>
                  <a:path extrusionOk="0" h="447" w="768">
                    <a:moveTo>
                      <a:pt x="87" y="1"/>
                    </a:moveTo>
                    <a:lnTo>
                      <a:pt x="46" y="27"/>
                    </a:lnTo>
                    <a:lnTo>
                      <a:pt x="1" y="52"/>
                    </a:lnTo>
                    <a:lnTo>
                      <a:pt x="680" y="447"/>
                    </a:lnTo>
                    <a:lnTo>
                      <a:pt x="723" y="424"/>
                    </a:lnTo>
                    <a:lnTo>
                      <a:pt x="768" y="398"/>
                    </a:lnTo>
                    <a:lnTo>
                      <a:pt x="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37"/>
              <p:cNvSpPr/>
              <p:nvPr/>
            </p:nvSpPr>
            <p:spPr>
              <a:xfrm rot="39010">
                <a:off x="7171483" y="4438446"/>
                <a:ext cx="166516" cy="94883"/>
              </a:xfrm>
              <a:custGeom>
                <a:rect b="b" l="l" r="r" t="t"/>
                <a:pathLst>
                  <a:path extrusionOk="0" h="404" w="709">
                    <a:moveTo>
                      <a:pt x="17" y="0"/>
                    </a:moveTo>
                    <a:cubicBezTo>
                      <a:pt x="12" y="0"/>
                      <a:pt x="6" y="2"/>
                      <a:pt x="1" y="7"/>
                    </a:cubicBezTo>
                    <a:lnTo>
                      <a:pt x="680" y="404"/>
                    </a:lnTo>
                    <a:cubicBezTo>
                      <a:pt x="686" y="399"/>
                      <a:pt x="692" y="397"/>
                      <a:pt x="698" y="397"/>
                    </a:cubicBezTo>
                    <a:cubicBezTo>
                      <a:pt x="702" y="397"/>
                      <a:pt x="705" y="398"/>
                      <a:pt x="709" y="400"/>
                    </a:cubicBezTo>
                    <a:lnTo>
                      <a:pt x="29" y="5"/>
                    </a:lnTo>
                    <a:cubicBezTo>
                      <a:pt x="26" y="2"/>
                      <a:pt x="21" y="0"/>
                      <a:pt x="17"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37"/>
              <p:cNvSpPr/>
              <p:nvPr/>
            </p:nvSpPr>
            <p:spPr>
              <a:xfrm rot="39010">
                <a:off x="7171014" y="4439345"/>
                <a:ext cx="160409" cy="93005"/>
              </a:xfrm>
              <a:custGeom>
                <a:rect b="b" l="l" r="r" t="t"/>
                <a:pathLst>
                  <a:path extrusionOk="0" h="396" w="683">
                    <a:moveTo>
                      <a:pt x="1" y="1"/>
                    </a:moveTo>
                    <a:lnTo>
                      <a:pt x="680" y="396"/>
                    </a:lnTo>
                    <a:cubicBezTo>
                      <a:pt x="682" y="396"/>
                      <a:pt x="3"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37"/>
              <p:cNvSpPr/>
              <p:nvPr/>
            </p:nvSpPr>
            <p:spPr>
              <a:xfrm rot="39010">
                <a:off x="7171483" y="4439348"/>
                <a:ext cx="159940" cy="93005"/>
              </a:xfrm>
              <a:custGeom>
                <a:rect b="b" l="l" r="r" t="t"/>
                <a:pathLst>
                  <a:path extrusionOk="0" h="396" w="681">
                    <a:moveTo>
                      <a:pt x="1" y="1"/>
                    </a:moveTo>
                    <a:lnTo>
                      <a:pt x="680" y="396"/>
                    </a:lnTo>
                    <a:cubicBezTo>
                      <a:pt x="680" y="396"/>
                      <a:pt x="3"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37"/>
              <p:cNvSpPr/>
              <p:nvPr/>
            </p:nvSpPr>
            <p:spPr>
              <a:xfrm rot="39010">
                <a:off x="7171481" y="4439823"/>
                <a:ext cx="160879" cy="92535"/>
              </a:xfrm>
              <a:custGeom>
                <a:rect b="b" l="l" r="r" t="t"/>
                <a:pathLst>
                  <a:path extrusionOk="0" h="394" w="685">
                    <a:moveTo>
                      <a:pt x="1" y="1"/>
                    </a:moveTo>
                    <a:cubicBezTo>
                      <a:pt x="1" y="1"/>
                      <a:pt x="1" y="1"/>
                      <a:pt x="1" y="1"/>
                    </a:cubicBezTo>
                    <a:lnTo>
                      <a:pt x="680" y="394"/>
                    </a:lnTo>
                    <a:cubicBezTo>
                      <a:pt x="684" y="394"/>
                      <a:pt x="6"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37"/>
              <p:cNvSpPr/>
              <p:nvPr/>
            </p:nvSpPr>
            <p:spPr>
              <a:xfrm rot="39010">
                <a:off x="7171953" y="4439358"/>
                <a:ext cx="160879" cy="93005"/>
              </a:xfrm>
              <a:custGeom>
                <a:rect b="b" l="l" r="r" t="t"/>
                <a:pathLst>
                  <a:path extrusionOk="0" h="396" w="685">
                    <a:moveTo>
                      <a:pt x="1" y="1"/>
                    </a:moveTo>
                    <a:cubicBezTo>
                      <a:pt x="1" y="1"/>
                      <a:pt x="1" y="1"/>
                      <a:pt x="1" y="1"/>
                    </a:cubicBezTo>
                    <a:lnTo>
                      <a:pt x="682" y="396"/>
                    </a:lnTo>
                    <a:cubicBezTo>
                      <a:pt x="684" y="394"/>
                      <a:pt x="10"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37"/>
              <p:cNvSpPr/>
              <p:nvPr/>
            </p:nvSpPr>
            <p:spPr>
              <a:xfrm rot="39010">
                <a:off x="7172431" y="4438422"/>
                <a:ext cx="160409" cy="93474"/>
              </a:xfrm>
              <a:custGeom>
                <a:rect b="b" l="l" r="r" t="t"/>
                <a:pathLst>
                  <a:path extrusionOk="0" h="398" w="683">
                    <a:moveTo>
                      <a:pt x="682" y="398"/>
                    </a:moveTo>
                    <a:lnTo>
                      <a:pt x="1" y="1"/>
                    </a:lnTo>
                    <a:lnTo>
                      <a:pt x="682" y="398"/>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37"/>
              <p:cNvSpPr/>
              <p:nvPr/>
            </p:nvSpPr>
            <p:spPr>
              <a:xfrm rot="39010">
                <a:off x="7173599" y="4439370"/>
                <a:ext cx="159705" cy="92535"/>
              </a:xfrm>
              <a:custGeom>
                <a:rect b="b" l="l" r="r" t="t"/>
                <a:pathLst>
                  <a:path extrusionOk="0" h="394" w="680">
                    <a:moveTo>
                      <a:pt x="679" y="394"/>
                    </a:moveTo>
                    <a:lnTo>
                      <a:pt x="0" y="1"/>
                    </a:lnTo>
                    <a:lnTo>
                      <a:pt x="679" y="394"/>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37"/>
              <p:cNvSpPr/>
              <p:nvPr/>
            </p:nvSpPr>
            <p:spPr>
              <a:xfrm rot="39010">
                <a:off x="7173605" y="4438434"/>
                <a:ext cx="160175" cy="93474"/>
              </a:xfrm>
              <a:custGeom>
                <a:rect b="b" l="l" r="r" t="t"/>
                <a:pathLst>
                  <a:path extrusionOk="0" h="398" w="682">
                    <a:moveTo>
                      <a:pt x="0" y="1"/>
                    </a:moveTo>
                    <a:lnTo>
                      <a:pt x="679" y="398"/>
                    </a:lnTo>
                    <a:cubicBezTo>
                      <a:pt x="681" y="396"/>
                      <a:pt x="2" y="1"/>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37"/>
              <p:cNvSpPr/>
              <p:nvPr/>
            </p:nvSpPr>
            <p:spPr>
              <a:xfrm rot="39010">
                <a:off x="7174074" y="4438436"/>
                <a:ext cx="159705" cy="93474"/>
              </a:xfrm>
              <a:custGeom>
                <a:rect b="b" l="l" r="r" t="t"/>
                <a:pathLst>
                  <a:path extrusionOk="0" h="398" w="680">
                    <a:moveTo>
                      <a:pt x="0" y="1"/>
                    </a:moveTo>
                    <a:lnTo>
                      <a:pt x="679" y="398"/>
                    </a:lnTo>
                    <a:cubicBezTo>
                      <a:pt x="679" y="396"/>
                      <a:pt x="2" y="2"/>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37"/>
              <p:cNvSpPr/>
              <p:nvPr/>
            </p:nvSpPr>
            <p:spPr>
              <a:xfrm rot="39010">
                <a:off x="7174074" y="4438442"/>
                <a:ext cx="160644" cy="93474"/>
              </a:xfrm>
              <a:custGeom>
                <a:rect b="b" l="l" r="r" t="t"/>
                <a:pathLst>
                  <a:path extrusionOk="0" h="398" w="684">
                    <a:moveTo>
                      <a:pt x="0" y="1"/>
                    </a:moveTo>
                    <a:lnTo>
                      <a:pt x="679" y="398"/>
                    </a:lnTo>
                    <a:cubicBezTo>
                      <a:pt x="683" y="396"/>
                      <a:pt x="2" y="1"/>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37"/>
              <p:cNvSpPr/>
              <p:nvPr/>
            </p:nvSpPr>
            <p:spPr>
              <a:xfrm rot="39010">
                <a:off x="7174549" y="4437977"/>
                <a:ext cx="160644" cy="93474"/>
              </a:xfrm>
              <a:custGeom>
                <a:rect b="b" l="l" r="r" t="t"/>
                <a:pathLst>
                  <a:path extrusionOk="0" h="398" w="684">
                    <a:moveTo>
                      <a:pt x="0" y="1"/>
                    </a:moveTo>
                    <a:lnTo>
                      <a:pt x="681" y="398"/>
                    </a:lnTo>
                    <a:cubicBezTo>
                      <a:pt x="683" y="398"/>
                      <a:pt x="2" y="1"/>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37"/>
              <p:cNvSpPr/>
              <p:nvPr/>
            </p:nvSpPr>
            <p:spPr>
              <a:xfrm rot="39010">
                <a:off x="7175019" y="4437980"/>
                <a:ext cx="160175" cy="93474"/>
              </a:xfrm>
              <a:custGeom>
                <a:rect b="b" l="l" r="r" t="t"/>
                <a:pathLst>
                  <a:path extrusionOk="0" h="398" w="682">
                    <a:moveTo>
                      <a:pt x="681" y="398"/>
                    </a:moveTo>
                    <a:lnTo>
                      <a:pt x="0" y="1"/>
                    </a:lnTo>
                    <a:lnTo>
                      <a:pt x="681" y="398"/>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37"/>
              <p:cNvSpPr/>
              <p:nvPr/>
            </p:nvSpPr>
            <p:spPr>
              <a:xfrm rot="39010">
                <a:off x="7175016" y="4438452"/>
                <a:ext cx="160644" cy="93005"/>
              </a:xfrm>
              <a:custGeom>
                <a:rect b="b" l="l" r="r" t="t"/>
                <a:pathLst>
                  <a:path extrusionOk="0" h="396" w="684">
                    <a:moveTo>
                      <a:pt x="0" y="1"/>
                    </a:moveTo>
                    <a:lnTo>
                      <a:pt x="681" y="396"/>
                    </a:lnTo>
                    <a:cubicBezTo>
                      <a:pt x="684" y="396"/>
                      <a:pt x="4" y="1"/>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37"/>
              <p:cNvSpPr/>
              <p:nvPr/>
            </p:nvSpPr>
            <p:spPr>
              <a:xfrm rot="39010">
                <a:off x="7175956" y="4438458"/>
                <a:ext cx="159705" cy="93005"/>
              </a:xfrm>
              <a:custGeom>
                <a:rect b="b" l="l" r="r" t="t"/>
                <a:pathLst>
                  <a:path extrusionOk="0" h="396" w="680">
                    <a:moveTo>
                      <a:pt x="0" y="1"/>
                    </a:moveTo>
                    <a:lnTo>
                      <a:pt x="424" y="247"/>
                    </a:lnTo>
                    <a:lnTo>
                      <a:pt x="424" y="247"/>
                    </a:lnTo>
                    <a:cubicBezTo>
                      <a:pt x="231" y="135"/>
                      <a:pt x="1" y="1"/>
                      <a:pt x="0" y="1"/>
                    </a:cubicBezTo>
                    <a:close/>
                    <a:moveTo>
                      <a:pt x="424" y="247"/>
                    </a:moveTo>
                    <a:cubicBezTo>
                      <a:pt x="561" y="327"/>
                      <a:pt x="679" y="396"/>
                      <a:pt x="680" y="396"/>
                    </a:cubicBezTo>
                    <a:cubicBezTo>
                      <a:pt x="680" y="396"/>
                      <a:pt x="680" y="396"/>
                      <a:pt x="680" y="396"/>
                    </a:cubicBezTo>
                    <a:lnTo>
                      <a:pt x="424" y="247"/>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37"/>
              <p:cNvSpPr/>
              <p:nvPr/>
            </p:nvSpPr>
            <p:spPr>
              <a:xfrm rot="39010">
                <a:off x="7176428" y="4437996"/>
                <a:ext cx="160175" cy="93474"/>
              </a:xfrm>
              <a:custGeom>
                <a:rect b="b" l="l" r="r" t="t"/>
                <a:pathLst>
                  <a:path extrusionOk="0" h="398" w="682">
                    <a:moveTo>
                      <a:pt x="0" y="1"/>
                    </a:moveTo>
                    <a:lnTo>
                      <a:pt x="680" y="398"/>
                    </a:lnTo>
                    <a:lnTo>
                      <a:pt x="682" y="398"/>
                    </a:lnTo>
                    <a:cubicBezTo>
                      <a:pt x="682" y="398"/>
                      <a:pt x="2" y="1"/>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37"/>
              <p:cNvSpPr/>
              <p:nvPr/>
            </p:nvSpPr>
            <p:spPr>
              <a:xfrm rot="39010">
                <a:off x="7176893" y="4438474"/>
                <a:ext cx="160644" cy="93474"/>
              </a:xfrm>
              <a:custGeom>
                <a:rect b="b" l="l" r="r" t="t"/>
                <a:pathLst>
                  <a:path extrusionOk="0" h="398" w="684">
                    <a:moveTo>
                      <a:pt x="0" y="1"/>
                    </a:moveTo>
                    <a:lnTo>
                      <a:pt x="0" y="1"/>
                    </a:lnTo>
                    <a:cubicBezTo>
                      <a:pt x="2" y="3"/>
                      <a:pt x="259" y="152"/>
                      <a:pt x="457" y="267"/>
                    </a:cubicBezTo>
                    <a:lnTo>
                      <a:pt x="457" y="267"/>
                    </a:lnTo>
                    <a:lnTo>
                      <a:pt x="0" y="1"/>
                    </a:lnTo>
                    <a:close/>
                    <a:moveTo>
                      <a:pt x="457" y="267"/>
                    </a:moveTo>
                    <a:lnTo>
                      <a:pt x="682" y="398"/>
                    </a:lnTo>
                    <a:lnTo>
                      <a:pt x="684" y="398"/>
                    </a:lnTo>
                    <a:cubicBezTo>
                      <a:pt x="684" y="398"/>
                      <a:pt x="582" y="339"/>
                      <a:pt x="457" y="267"/>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37"/>
              <p:cNvSpPr/>
              <p:nvPr/>
            </p:nvSpPr>
            <p:spPr>
              <a:xfrm rot="39010">
                <a:off x="7177362" y="4438479"/>
                <a:ext cx="160644" cy="93474"/>
              </a:xfrm>
              <a:custGeom>
                <a:rect b="b" l="l" r="r" t="t"/>
                <a:pathLst>
                  <a:path extrusionOk="0" h="398" w="684">
                    <a:moveTo>
                      <a:pt x="0" y="1"/>
                    </a:moveTo>
                    <a:cubicBezTo>
                      <a:pt x="3" y="3"/>
                      <a:pt x="183" y="108"/>
                      <a:pt x="358" y="209"/>
                    </a:cubicBezTo>
                    <a:lnTo>
                      <a:pt x="358" y="209"/>
                    </a:lnTo>
                    <a:lnTo>
                      <a:pt x="0" y="1"/>
                    </a:lnTo>
                    <a:close/>
                    <a:moveTo>
                      <a:pt x="358" y="209"/>
                    </a:moveTo>
                    <a:lnTo>
                      <a:pt x="682" y="398"/>
                    </a:lnTo>
                    <a:lnTo>
                      <a:pt x="684" y="398"/>
                    </a:lnTo>
                    <a:cubicBezTo>
                      <a:pt x="684" y="398"/>
                      <a:pt x="524" y="305"/>
                      <a:pt x="358" y="209"/>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37"/>
              <p:cNvSpPr/>
              <p:nvPr/>
            </p:nvSpPr>
            <p:spPr>
              <a:xfrm rot="39010">
                <a:off x="7151467" y="4461669"/>
                <a:ext cx="159940" cy="98876"/>
              </a:xfrm>
              <a:custGeom>
                <a:rect b="b" l="l" r="r" t="t"/>
                <a:pathLst>
                  <a:path extrusionOk="0" h="421" w="681">
                    <a:moveTo>
                      <a:pt x="1" y="1"/>
                    </a:moveTo>
                    <a:lnTo>
                      <a:pt x="1" y="23"/>
                    </a:lnTo>
                    <a:lnTo>
                      <a:pt x="680" y="420"/>
                    </a:lnTo>
                    <a:lnTo>
                      <a:pt x="680" y="420"/>
                    </a:lnTo>
                    <a:lnTo>
                      <a:pt x="678" y="396"/>
                    </a:lnTo>
                    <a:lnTo>
                      <a:pt x="1"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37"/>
              <p:cNvSpPr/>
              <p:nvPr/>
            </p:nvSpPr>
            <p:spPr>
              <a:xfrm rot="39010">
                <a:off x="7150686" y="4439230"/>
                <a:ext cx="180607" cy="116021"/>
              </a:xfrm>
              <a:custGeom>
                <a:rect b="b" l="l" r="r" t="t"/>
                <a:pathLst>
                  <a:path extrusionOk="0" h="494" w="769">
                    <a:moveTo>
                      <a:pt x="89" y="1"/>
                    </a:moveTo>
                    <a:lnTo>
                      <a:pt x="42" y="25"/>
                    </a:lnTo>
                    <a:cubicBezTo>
                      <a:pt x="19" y="48"/>
                      <a:pt x="17" y="48"/>
                      <a:pt x="17" y="52"/>
                    </a:cubicBezTo>
                    <a:cubicBezTo>
                      <a:pt x="15" y="54"/>
                      <a:pt x="15" y="54"/>
                      <a:pt x="15" y="56"/>
                    </a:cubicBezTo>
                    <a:cubicBezTo>
                      <a:pt x="1" y="97"/>
                      <a:pt x="682" y="494"/>
                      <a:pt x="682" y="494"/>
                    </a:cubicBezTo>
                    <a:cubicBezTo>
                      <a:pt x="682" y="486"/>
                      <a:pt x="684" y="482"/>
                      <a:pt x="684" y="473"/>
                    </a:cubicBezTo>
                    <a:cubicBezTo>
                      <a:pt x="686" y="465"/>
                      <a:pt x="692" y="457"/>
                      <a:pt x="694" y="453"/>
                    </a:cubicBezTo>
                    <a:cubicBezTo>
                      <a:pt x="701" y="445"/>
                      <a:pt x="703" y="441"/>
                      <a:pt x="707" y="435"/>
                    </a:cubicBezTo>
                    <a:cubicBezTo>
                      <a:pt x="713" y="430"/>
                      <a:pt x="717" y="424"/>
                      <a:pt x="723" y="422"/>
                    </a:cubicBezTo>
                    <a:lnTo>
                      <a:pt x="768" y="396"/>
                    </a:lnTo>
                    <a:lnTo>
                      <a:pt x="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37"/>
              <p:cNvSpPr/>
              <p:nvPr/>
            </p:nvSpPr>
            <p:spPr>
              <a:xfrm rot="39010">
                <a:off x="7130705" y="4466953"/>
                <a:ext cx="180607" cy="104982"/>
              </a:xfrm>
              <a:custGeom>
                <a:rect b="b" l="l" r="r" t="t"/>
                <a:pathLst>
                  <a:path extrusionOk="0" h="447" w="769">
                    <a:moveTo>
                      <a:pt x="89" y="0"/>
                    </a:moveTo>
                    <a:lnTo>
                      <a:pt x="44" y="27"/>
                    </a:lnTo>
                    <a:lnTo>
                      <a:pt x="1" y="52"/>
                    </a:lnTo>
                    <a:lnTo>
                      <a:pt x="678" y="447"/>
                    </a:lnTo>
                    <a:lnTo>
                      <a:pt x="723" y="420"/>
                    </a:lnTo>
                    <a:lnTo>
                      <a:pt x="768" y="397"/>
                    </a:lnTo>
                    <a:lnTo>
                      <a:pt x="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37"/>
              <p:cNvSpPr/>
              <p:nvPr/>
            </p:nvSpPr>
            <p:spPr>
              <a:xfrm rot="39010">
                <a:off x="7121379" y="4466296"/>
                <a:ext cx="166281" cy="93944"/>
              </a:xfrm>
              <a:custGeom>
                <a:rect b="b" l="l" r="r" t="t"/>
                <a:pathLst>
                  <a:path extrusionOk="0" h="400" w="708">
                    <a:moveTo>
                      <a:pt x="23" y="0"/>
                    </a:moveTo>
                    <a:lnTo>
                      <a:pt x="23" y="0"/>
                    </a:lnTo>
                    <a:cubicBezTo>
                      <a:pt x="0" y="7"/>
                      <a:pt x="681" y="399"/>
                      <a:pt x="681" y="399"/>
                    </a:cubicBezTo>
                    <a:cubicBezTo>
                      <a:pt x="685" y="399"/>
                      <a:pt x="692" y="397"/>
                      <a:pt x="696" y="397"/>
                    </a:cubicBezTo>
                    <a:cubicBezTo>
                      <a:pt x="700" y="397"/>
                      <a:pt x="703" y="397"/>
                      <a:pt x="706" y="398"/>
                    </a:cubicBezTo>
                    <a:lnTo>
                      <a:pt x="706" y="398"/>
                    </a:lnTo>
                    <a:lnTo>
                      <a:pt x="29" y="2"/>
                    </a:lnTo>
                    <a:cubicBezTo>
                      <a:pt x="25" y="0"/>
                      <a:pt x="23" y="0"/>
                      <a:pt x="23" y="0"/>
                    </a:cubicBezTo>
                    <a:close/>
                    <a:moveTo>
                      <a:pt x="706" y="398"/>
                    </a:moveTo>
                    <a:lnTo>
                      <a:pt x="708" y="399"/>
                    </a:lnTo>
                    <a:cubicBezTo>
                      <a:pt x="707" y="399"/>
                      <a:pt x="707" y="398"/>
                      <a:pt x="706" y="398"/>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37"/>
              <p:cNvSpPr/>
              <p:nvPr/>
            </p:nvSpPr>
            <p:spPr>
              <a:xfrm rot="39010">
                <a:off x="7101356" y="4489988"/>
                <a:ext cx="159705" cy="98406"/>
              </a:xfrm>
              <a:custGeom>
                <a:rect b="b" l="l" r="r" t="t"/>
                <a:pathLst>
                  <a:path extrusionOk="0" h="419" w="680">
                    <a:moveTo>
                      <a:pt x="0" y="1"/>
                    </a:moveTo>
                    <a:lnTo>
                      <a:pt x="0" y="23"/>
                    </a:lnTo>
                    <a:lnTo>
                      <a:pt x="679" y="418"/>
                    </a:lnTo>
                    <a:lnTo>
                      <a:pt x="677" y="396"/>
                    </a:ln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37"/>
              <p:cNvSpPr/>
              <p:nvPr/>
            </p:nvSpPr>
            <p:spPr>
              <a:xfrm rot="39010">
                <a:off x="7101036" y="4468025"/>
                <a:ext cx="180373" cy="116021"/>
              </a:xfrm>
              <a:custGeom>
                <a:rect b="b" l="l" r="r" t="t"/>
                <a:pathLst>
                  <a:path extrusionOk="0" h="494" w="768">
                    <a:moveTo>
                      <a:pt x="86" y="1"/>
                    </a:moveTo>
                    <a:lnTo>
                      <a:pt x="41" y="25"/>
                    </a:lnTo>
                    <a:cubicBezTo>
                      <a:pt x="17" y="50"/>
                      <a:pt x="14" y="50"/>
                      <a:pt x="14" y="52"/>
                    </a:cubicBezTo>
                    <a:cubicBezTo>
                      <a:pt x="12" y="54"/>
                      <a:pt x="12" y="54"/>
                      <a:pt x="12" y="56"/>
                    </a:cubicBezTo>
                    <a:cubicBezTo>
                      <a:pt x="0" y="97"/>
                      <a:pt x="679" y="494"/>
                      <a:pt x="679" y="494"/>
                    </a:cubicBezTo>
                    <a:cubicBezTo>
                      <a:pt x="679" y="486"/>
                      <a:pt x="681" y="481"/>
                      <a:pt x="681" y="473"/>
                    </a:cubicBezTo>
                    <a:cubicBezTo>
                      <a:pt x="688" y="463"/>
                      <a:pt x="690" y="455"/>
                      <a:pt x="692" y="451"/>
                    </a:cubicBezTo>
                    <a:cubicBezTo>
                      <a:pt x="698" y="443"/>
                      <a:pt x="700" y="438"/>
                      <a:pt x="706" y="432"/>
                    </a:cubicBezTo>
                    <a:cubicBezTo>
                      <a:pt x="710" y="428"/>
                      <a:pt x="716" y="422"/>
                      <a:pt x="720" y="420"/>
                    </a:cubicBezTo>
                    <a:lnTo>
                      <a:pt x="767" y="393"/>
                    </a:lnTo>
                    <a:lnTo>
                      <a:pt x="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37"/>
              <p:cNvSpPr/>
              <p:nvPr/>
            </p:nvSpPr>
            <p:spPr>
              <a:xfrm rot="39010">
                <a:off x="7080590" y="4495273"/>
                <a:ext cx="180373" cy="104982"/>
              </a:xfrm>
              <a:custGeom>
                <a:rect b="b" l="l" r="r" t="t"/>
                <a:pathLst>
                  <a:path extrusionOk="0" h="447" w="768">
                    <a:moveTo>
                      <a:pt x="88" y="0"/>
                    </a:moveTo>
                    <a:lnTo>
                      <a:pt x="45" y="27"/>
                    </a:lnTo>
                    <a:lnTo>
                      <a:pt x="0" y="51"/>
                    </a:lnTo>
                    <a:lnTo>
                      <a:pt x="679" y="446"/>
                    </a:lnTo>
                    <a:lnTo>
                      <a:pt x="724" y="420"/>
                    </a:lnTo>
                    <a:lnTo>
                      <a:pt x="767" y="395"/>
                    </a:lnTo>
                    <a:lnTo>
                      <a:pt x="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37"/>
              <p:cNvSpPr/>
              <p:nvPr/>
            </p:nvSpPr>
            <p:spPr>
              <a:xfrm rot="39010">
                <a:off x="7071030" y="4494618"/>
                <a:ext cx="166986" cy="93944"/>
              </a:xfrm>
              <a:custGeom>
                <a:rect b="b" l="l" r="r" t="t"/>
                <a:pathLst>
                  <a:path extrusionOk="0" h="400" w="711">
                    <a:moveTo>
                      <a:pt x="25" y="0"/>
                    </a:moveTo>
                    <a:cubicBezTo>
                      <a:pt x="0" y="6"/>
                      <a:pt x="682" y="399"/>
                      <a:pt x="682" y="399"/>
                    </a:cubicBezTo>
                    <a:cubicBezTo>
                      <a:pt x="686" y="399"/>
                      <a:pt x="692" y="397"/>
                      <a:pt x="696" y="397"/>
                    </a:cubicBezTo>
                    <a:cubicBezTo>
                      <a:pt x="702" y="397"/>
                      <a:pt x="706" y="397"/>
                      <a:pt x="710" y="399"/>
                    </a:cubicBezTo>
                    <a:lnTo>
                      <a:pt x="29" y="2"/>
                    </a:lnTo>
                    <a:lnTo>
                      <a:pt x="25"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37"/>
              <p:cNvSpPr/>
              <p:nvPr/>
            </p:nvSpPr>
            <p:spPr>
              <a:xfrm rot="39010">
                <a:off x="7051008" y="4518309"/>
                <a:ext cx="160175" cy="98172"/>
              </a:xfrm>
              <a:custGeom>
                <a:rect b="b" l="l" r="r" t="t"/>
                <a:pathLst>
                  <a:path extrusionOk="0" h="418" w="682">
                    <a:moveTo>
                      <a:pt x="0" y="0"/>
                    </a:moveTo>
                    <a:lnTo>
                      <a:pt x="0" y="23"/>
                    </a:lnTo>
                    <a:lnTo>
                      <a:pt x="682" y="418"/>
                    </a:lnTo>
                    <a:lnTo>
                      <a:pt x="682" y="395"/>
                    </a:lnTo>
                    <a:lnTo>
                      <a:pt x="0"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37"/>
              <p:cNvSpPr/>
              <p:nvPr/>
            </p:nvSpPr>
            <p:spPr>
              <a:xfrm rot="39010">
                <a:off x="7051162" y="4495876"/>
                <a:ext cx="179903" cy="116021"/>
              </a:xfrm>
              <a:custGeom>
                <a:rect b="b" l="l" r="r" t="t"/>
                <a:pathLst>
                  <a:path extrusionOk="0" h="494" w="766">
                    <a:moveTo>
                      <a:pt x="84" y="0"/>
                    </a:moveTo>
                    <a:lnTo>
                      <a:pt x="41" y="25"/>
                    </a:lnTo>
                    <a:cubicBezTo>
                      <a:pt x="19" y="47"/>
                      <a:pt x="17" y="47"/>
                      <a:pt x="17" y="51"/>
                    </a:cubicBezTo>
                    <a:cubicBezTo>
                      <a:pt x="13" y="54"/>
                      <a:pt x="13" y="54"/>
                      <a:pt x="13" y="56"/>
                    </a:cubicBezTo>
                    <a:cubicBezTo>
                      <a:pt x="0" y="96"/>
                      <a:pt x="682" y="493"/>
                      <a:pt x="682" y="493"/>
                    </a:cubicBezTo>
                    <a:cubicBezTo>
                      <a:pt x="682" y="485"/>
                      <a:pt x="684" y="481"/>
                      <a:pt x="684" y="473"/>
                    </a:cubicBezTo>
                    <a:cubicBezTo>
                      <a:pt x="686" y="465"/>
                      <a:pt x="688" y="457"/>
                      <a:pt x="692" y="452"/>
                    </a:cubicBezTo>
                    <a:cubicBezTo>
                      <a:pt x="696" y="444"/>
                      <a:pt x="698" y="440"/>
                      <a:pt x="704" y="434"/>
                    </a:cubicBezTo>
                    <a:cubicBezTo>
                      <a:pt x="708" y="430"/>
                      <a:pt x="714" y="424"/>
                      <a:pt x="719" y="422"/>
                    </a:cubicBezTo>
                    <a:lnTo>
                      <a:pt x="766" y="395"/>
                    </a:lnTo>
                    <a:lnTo>
                      <a:pt x="84"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37"/>
              <p:cNvSpPr/>
              <p:nvPr/>
            </p:nvSpPr>
            <p:spPr>
              <a:xfrm rot="39010">
                <a:off x="7030712" y="4523596"/>
                <a:ext cx="180373" cy="104748"/>
              </a:xfrm>
              <a:custGeom>
                <a:rect b="b" l="l" r="r" t="t"/>
                <a:pathLst>
                  <a:path extrusionOk="0" h="446" w="768">
                    <a:moveTo>
                      <a:pt x="86" y="0"/>
                    </a:moveTo>
                    <a:lnTo>
                      <a:pt x="43" y="27"/>
                    </a:lnTo>
                    <a:lnTo>
                      <a:pt x="0" y="49"/>
                    </a:lnTo>
                    <a:lnTo>
                      <a:pt x="680" y="446"/>
                    </a:lnTo>
                    <a:lnTo>
                      <a:pt x="723" y="419"/>
                    </a:lnTo>
                    <a:lnTo>
                      <a:pt x="768" y="395"/>
                    </a:lnTo>
                    <a:lnTo>
                      <a:pt x="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37"/>
              <p:cNvSpPr/>
              <p:nvPr/>
            </p:nvSpPr>
            <p:spPr>
              <a:xfrm rot="39010">
                <a:off x="7021623" y="4522710"/>
                <a:ext cx="166516" cy="93944"/>
              </a:xfrm>
              <a:custGeom>
                <a:rect b="b" l="l" r="r" t="t"/>
                <a:pathLst>
                  <a:path extrusionOk="0" h="400" w="709">
                    <a:moveTo>
                      <a:pt x="701" y="394"/>
                    </a:moveTo>
                    <a:lnTo>
                      <a:pt x="709" y="398"/>
                    </a:lnTo>
                    <a:cubicBezTo>
                      <a:pt x="707" y="396"/>
                      <a:pt x="704" y="394"/>
                      <a:pt x="701" y="394"/>
                    </a:cubicBezTo>
                    <a:close/>
                    <a:moveTo>
                      <a:pt x="23" y="1"/>
                    </a:moveTo>
                    <a:lnTo>
                      <a:pt x="23" y="1"/>
                    </a:lnTo>
                    <a:cubicBezTo>
                      <a:pt x="1" y="7"/>
                      <a:pt x="680" y="400"/>
                      <a:pt x="680" y="400"/>
                    </a:cubicBezTo>
                    <a:cubicBezTo>
                      <a:pt x="688" y="396"/>
                      <a:pt x="694" y="393"/>
                      <a:pt x="699" y="393"/>
                    </a:cubicBezTo>
                    <a:cubicBezTo>
                      <a:pt x="700" y="393"/>
                      <a:pt x="701" y="394"/>
                      <a:pt x="701" y="394"/>
                    </a:cubicBezTo>
                    <a:lnTo>
                      <a:pt x="701" y="394"/>
                    </a:lnTo>
                    <a:lnTo>
                      <a:pt x="29" y="3"/>
                    </a:lnTo>
                    <a:cubicBezTo>
                      <a:pt x="25" y="1"/>
                      <a:pt x="23" y="1"/>
                      <a:pt x="23"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37"/>
              <p:cNvSpPr/>
              <p:nvPr/>
            </p:nvSpPr>
            <p:spPr>
              <a:xfrm rot="39010">
                <a:off x="7000661" y="4546158"/>
                <a:ext cx="160175" cy="98641"/>
              </a:xfrm>
              <a:custGeom>
                <a:rect b="b" l="l" r="r" t="t"/>
                <a:pathLst>
                  <a:path extrusionOk="0" h="420" w="682">
                    <a:moveTo>
                      <a:pt x="1" y="0"/>
                    </a:moveTo>
                    <a:lnTo>
                      <a:pt x="1" y="23"/>
                    </a:lnTo>
                    <a:lnTo>
                      <a:pt x="682" y="420"/>
                    </a:lnTo>
                    <a:lnTo>
                      <a:pt x="682" y="397"/>
                    </a:ln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37"/>
              <p:cNvSpPr/>
              <p:nvPr/>
            </p:nvSpPr>
            <p:spPr>
              <a:xfrm rot="39010">
                <a:off x="7000820" y="4523255"/>
                <a:ext cx="179903" cy="116491"/>
              </a:xfrm>
              <a:custGeom>
                <a:rect b="b" l="l" r="r" t="t"/>
                <a:pathLst>
                  <a:path extrusionOk="0" h="496" w="766">
                    <a:moveTo>
                      <a:pt x="87" y="0"/>
                    </a:moveTo>
                    <a:lnTo>
                      <a:pt x="42" y="27"/>
                    </a:lnTo>
                    <a:cubicBezTo>
                      <a:pt x="19" y="49"/>
                      <a:pt x="17" y="49"/>
                      <a:pt x="17" y="51"/>
                    </a:cubicBezTo>
                    <a:cubicBezTo>
                      <a:pt x="15" y="55"/>
                      <a:pt x="15" y="55"/>
                      <a:pt x="15" y="57"/>
                    </a:cubicBezTo>
                    <a:cubicBezTo>
                      <a:pt x="1" y="98"/>
                      <a:pt x="682" y="495"/>
                      <a:pt x="682" y="495"/>
                    </a:cubicBezTo>
                    <a:cubicBezTo>
                      <a:pt x="682" y="487"/>
                      <a:pt x="684" y="481"/>
                      <a:pt x="684" y="475"/>
                    </a:cubicBezTo>
                    <a:cubicBezTo>
                      <a:pt x="686" y="466"/>
                      <a:pt x="690" y="460"/>
                      <a:pt x="694" y="454"/>
                    </a:cubicBezTo>
                    <a:cubicBezTo>
                      <a:pt x="700" y="446"/>
                      <a:pt x="702" y="440"/>
                      <a:pt x="706" y="436"/>
                    </a:cubicBezTo>
                    <a:cubicBezTo>
                      <a:pt x="713" y="430"/>
                      <a:pt x="717" y="426"/>
                      <a:pt x="723" y="424"/>
                    </a:cubicBezTo>
                    <a:lnTo>
                      <a:pt x="766" y="397"/>
                    </a:lnTo>
                    <a:lnTo>
                      <a:pt x="87"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37"/>
              <p:cNvSpPr/>
              <p:nvPr/>
            </p:nvSpPr>
            <p:spPr>
              <a:xfrm rot="39010">
                <a:off x="6980370" y="4551210"/>
                <a:ext cx="180373" cy="104982"/>
              </a:xfrm>
              <a:custGeom>
                <a:rect b="b" l="l" r="r" t="t"/>
                <a:pathLst>
                  <a:path extrusionOk="0" h="447" w="768">
                    <a:moveTo>
                      <a:pt x="87" y="1"/>
                    </a:moveTo>
                    <a:lnTo>
                      <a:pt x="44" y="27"/>
                    </a:lnTo>
                    <a:lnTo>
                      <a:pt x="1" y="52"/>
                    </a:lnTo>
                    <a:lnTo>
                      <a:pt x="680" y="447"/>
                    </a:lnTo>
                    <a:lnTo>
                      <a:pt x="725" y="422"/>
                    </a:lnTo>
                    <a:lnTo>
                      <a:pt x="768" y="398"/>
                    </a:lnTo>
                    <a:lnTo>
                      <a:pt x="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37"/>
              <p:cNvSpPr/>
              <p:nvPr/>
            </p:nvSpPr>
            <p:spPr>
              <a:xfrm rot="39010">
                <a:off x="6971268" y="4551498"/>
                <a:ext cx="166516" cy="93944"/>
              </a:xfrm>
              <a:custGeom>
                <a:rect b="b" l="l" r="r" t="t"/>
                <a:pathLst>
                  <a:path extrusionOk="0" h="400" w="709">
                    <a:moveTo>
                      <a:pt x="706" y="396"/>
                    </a:moveTo>
                    <a:lnTo>
                      <a:pt x="709" y="398"/>
                    </a:lnTo>
                    <a:cubicBezTo>
                      <a:pt x="708" y="397"/>
                      <a:pt x="707" y="397"/>
                      <a:pt x="706" y="396"/>
                    </a:cubicBezTo>
                    <a:close/>
                    <a:moveTo>
                      <a:pt x="23" y="1"/>
                    </a:moveTo>
                    <a:lnTo>
                      <a:pt x="23" y="1"/>
                    </a:lnTo>
                    <a:cubicBezTo>
                      <a:pt x="1" y="7"/>
                      <a:pt x="680" y="400"/>
                      <a:pt x="680" y="400"/>
                    </a:cubicBezTo>
                    <a:cubicBezTo>
                      <a:pt x="684" y="396"/>
                      <a:pt x="692" y="396"/>
                      <a:pt x="696" y="396"/>
                    </a:cubicBezTo>
                    <a:cubicBezTo>
                      <a:pt x="701" y="396"/>
                      <a:pt x="704" y="396"/>
                      <a:pt x="706" y="396"/>
                    </a:cubicBezTo>
                    <a:lnTo>
                      <a:pt x="706" y="396"/>
                    </a:lnTo>
                    <a:lnTo>
                      <a:pt x="29" y="5"/>
                    </a:lnTo>
                    <a:cubicBezTo>
                      <a:pt x="25" y="1"/>
                      <a:pt x="23" y="1"/>
                      <a:pt x="23"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37"/>
              <p:cNvSpPr/>
              <p:nvPr/>
            </p:nvSpPr>
            <p:spPr>
              <a:xfrm rot="39010">
                <a:off x="6950783" y="4574246"/>
                <a:ext cx="159940" cy="98876"/>
              </a:xfrm>
              <a:custGeom>
                <a:rect b="b" l="l" r="r" t="t"/>
                <a:pathLst>
                  <a:path extrusionOk="0" h="421" w="681">
                    <a:moveTo>
                      <a:pt x="1" y="1"/>
                    </a:moveTo>
                    <a:lnTo>
                      <a:pt x="1" y="23"/>
                    </a:lnTo>
                    <a:lnTo>
                      <a:pt x="680" y="420"/>
                    </a:lnTo>
                    <a:lnTo>
                      <a:pt x="680" y="398"/>
                    </a:lnTo>
                    <a:lnTo>
                      <a:pt x="1"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37"/>
              <p:cNvSpPr/>
              <p:nvPr/>
            </p:nvSpPr>
            <p:spPr>
              <a:xfrm rot="39010">
                <a:off x="6950466" y="4552279"/>
                <a:ext cx="180138" cy="116021"/>
              </a:xfrm>
              <a:custGeom>
                <a:rect b="b" l="l" r="r" t="t"/>
                <a:pathLst>
                  <a:path extrusionOk="0" h="494" w="767">
                    <a:moveTo>
                      <a:pt x="87" y="1"/>
                    </a:moveTo>
                    <a:lnTo>
                      <a:pt x="44" y="25"/>
                    </a:lnTo>
                    <a:cubicBezTo>
                      <a:pt x="19" y="48"/>
                      <a:pt x="17" y="48"/>
                      <a:pt x="17" y="52"/>
                    </a:cubicBezTo>
                    <a:cubicBezTo>
                      <a:pt x="15" y="54"/>
                      <a:pt x="15" y="54"/>
                      <a:pt x="15" y="56"/>
                    </a:cubicBezTo>
                    <a:cubicBezTo>
                      <a:pt x="1" y="97"/>
                      <a:pt x="682" y="494"/>
                      <a:pt x="682" y="494"/>
                    </a:cubicBezTo>
                    <a:cubicBezTo>
                      <a:pt x="682" y="486"/>
                      <a:pt x="684" y="482"/>
                      <a:pt x="684" y="473"/>
                    </a:cubicBezTo>
                    <a:cubicBezTo>
                      <a:pt x="688" y="463"/>
                      <a:pt x="690" y="457"/>
                      <a:pt x="694" y="451"/>
                    </a:cubicBezTo>
                    <a:cubicBezTo>
                      <a:pt x="701" y="443"/>
                      <a:pt x="703" y="437"/>
                      <a:pt x="709" y="433"/>
                    </a:cubicBezTo>
                    <a:cubicBezTo>
                      <a:pt x="713" y="426"/>
                      <a:pt x="717" y="422"/>
                      <a:pt x="723" y="420"/>
                    </a:cubicBezTo>
                    <a:lnTo>
                      <a:pt x="766" y="394"/>
                    </a:lnTo>
                    <a:lnTo>
                      <a:pt x="87"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37"/>
              <p:cNvSpPr/>
              <p:nvPr/>
            </p:nvSpPr>
            <p:spPr>
              <a:xfrm rot="39010">
                <a:off x="6930020" y="4579530"/>
                <a:ext cx="180607" cy="104982"/>
              </a:xfrm>
              <a:custGeom>
                <a:rect b="b" l="l" r="r" t="t"/>
                <a:pathLst>
                  <a:path extrusionOk="0" h="447" w="769">
                    <a:moveTo>
                      <a:pt x="89" y="0"/>
                    </a:moveTo>
                    <a:lnTo>
                      <a:pt x="48" y="27"/>
                    </a:lnTo>
                    <a:lnTo>
                      <a:pt x="1" y="52"/>
                    </a:lnTo>
                    <a:lnTo>
                      <a:pt x="682" y="446"/>
                    </a:lnTo>
                    <a:lnTo>
                      <a:pt x="725" y="422"/>
                    </a:lnTo>
                    <a:lnTo>
                      <a:pt x="768" y="397"/>
                    </a:lnTo>
                    <a:lnTo>
                      <a:pt x="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37"/>
              <p:cNvSpPr/>
              <p:nvPr/>
            </p:nvSpPr>
            <p:spPr>
              <a:xfrm rot="39010">
                <a:off x="6921161" y="4579115"/>
                <a:ext cx="166751" cy="94179"/>
              </a:xfrm>
              <a:custGeom>
                <a:rect b="b" l="l" r="r" t="t"/>
                <a:pathLst>
                  <a:path extrusionOk="0" h="401" w="710">
                    <a:moveTo>
                      <a:pt x="705" y="396"/>
                    </a:moveTo>
                    <a:lnTo>
                      <a:pt x="710" y="398"/>
                    </a:lnTo>
                    <a:cubicBezTo>
                      <a:pt x="708" y="397"/>
                      <a:pt x="707" y="396"/>
                      <a:pt x="705" y="396"/>
                    </a:cubicBezTo>
                    <a:close/>
                    <a:moveTo>
                      <a:pt x="18" y="0"/>
                    </a:moveTo>
                    <a:cubicBezTo>
                      <a:pt x="12" y="0"/>
                      <a:pt x="6" y="1"/>
                      <a:pt x="0" y="4"/>
                    </a:cubicBezTo>
                    <a:lnTo>
                      <a:pt x="681" y="400"/>
                    </a:lnTo>
                    <a:cubicBezTo>
                      <a:pt x="687" y="396"/>
                      <a:pt x="692" y="394"/>
                      <a:pt x="697" y="394"/>
                    </a:cubicBezTo>
                    <a:cubicBezTo>
                      <a:pt x="700" y="394"/>
                      <a:pt x="703" y="395"/>
                      <a:pt x="705" y="396"/>
                    </a:cubicBezTo>
                    <a:lnTo>
                      <a:pt x="705" y="396"/>
                    </a:lnTo>
                    <a:lnTo>
                      <a:pt x="29" y="1"/>
                    </a:lnTo>
                    <a:cubicBezTo>
                      <a:pt x="25" y="1"/>
                      <a:pt x="22" y="0"/>
                      <a:pt x="18"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37"/>
              <p:cNvSpPr/>
              <p:nvPr/>
            </p:nvSpPr>
            <p:spPr>
              <a:xfrm rot="39010">
                <a:off x="6921157" y="4579783"/>
                <a:ext cx="160175" cy="93474"/>
              </a:xfrm>
              <a:custGeom>
                <a:rect b="b" l="l" r="r" t="t"/>
                <a:pathLst>
                  <a:path extrusionOk="0" h="398" w="682">
                    <a:moveTo>
                      <a:pt x="681" y="397"/>
                    </a:move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37"/>
              <p:cNvSpPr/>
              <p:nvPr/>
            </p:nvSpPr>
            <p:spPr>
              <a:xfrm rot="39010">
                <a:off x="6921157" y="4579783"/>
                <a:ext cx="160175" cy="93474"/>
              </a:xfrm>
              <a:custGeom>
                <a:rect b="b" l="l" r="r" t="t"/>
                <a:pathLst>
                  <a:path extrusionOk="0" h="398" w="682">
                    <a:moveTo>
                      <a:pt x="681" y="397"/>
                    </a:moveTo>
                    <a:lnTo>
                      <a:pt x="0" y="1"/>
                    </a:lnTo>
                    <a:lnTo>
                      <a:pt x="681" y="397"/>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37"/>
              <p:cNvSpPr/>
              <p:nvPr/>
            </p:nvSpPr>
            <p:spPr>
              <a:xfrm rot="39010">
                <a:off x="6922091" y="4580730"/>
                <a:ext cx="159705" cy="92535"/>
              </a:xfrm>
              <a:custGeom>
                <a:rect b="b" l="l" r="r" t="t"/>
                <a:pathLst>
                  <a:path extrusionOk="0" h="394" w="680">
                    <a:moveTo>
                      <a:pt x="0" y="1"/>
                    </a:moveTo>
                    <a:cubicBezTo>
                      <a:pt x="0" y="1"/>
                      <a:pt x="0" y="1"/>
                      <a:pt x="0" y="1"/>
                    </a:cubicBezTo>
                    <a:lnTo>
                      <a:pt x="679" y="393"/>
                    </a:lnTo>
                    <a:cubicBezTo>
                      <a:pt x="679" y="393"/>
                      <a:pt x="7" y="1"/>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37"/>
              <p:cNvSpPr/>
              <p:nvPr/>
            </p:nvSpPr>
            <p:spPr>
              <a:xfrm rot="39010">
                <a:off x="6922096" y="4579793"/>
                <a:ext cx="160175" cy="93474"/>
              </a:xfrm>
              <a:custGeom>
                <a:rect b="b" l="l" r="r" t="t"/>
                <a:pathLst>
                  <a:path extrusionOk="0" h="398" w="682">
                    <a:moveTo>
                      <a:pt x="0" y="1"/>
                    </a:moveTo>
                    <a:cubicBezTo>
                      <a:pt x="0" y="1"/>
                      <a:pt x="0" y="1"/>
                      <a:pt x="0" y="1"/>
                    </a:cubicBezTo>
                    <a:lnTo>
                      <a:pt x="679" y="397"/>
                    </a:lnTo>
                    <a:cubicBezTo>
                      <a:pt x="681" y="395"/>
                      <a:pt x="6" y="1"/>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37"/>
              <p:cNvSpPr/>
              <p:nvPr/>
            </p:nvSpPr>
            <p:spPr>
              <a:xfrm rot="39010">
                <a:off x="6922571" y="4579326"/>
                <a:ext cx="159705" cy="93474"/>
              </a:xfrm>
              <a:custGeom>
                <a:rect b="b" l="l" r="r" t="t"/>
                <a:pathLst>
                  <a:path extrusionOk="0" h="398" w="680">
                    <a:moveTo>
                      <a:pt x="679" y="397"/>
                    </a:moveTo>
                    <a:lnTo>
                      <a:pt x="0" y="0"/>
                    </a:lnTo>
                    <a:lnTo>
                      <a:pt x="679" y="397"/>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37"/>
              <p:cNvSpPr/>
              <p:nvPr/>
            </p:nvSpPr>
            <p:spPr>
              <a:xfrm rot="39010">
                <a:off x="6922569" y="4579801"/>
                <a:ext cx="160644" cy="93005"/>
              </a:xfrm>
              <a:custGeom>
                <a:rect b="b" l="l" r="r" t="t"/>
                <a:pathLst>
                  <a:path extrusionOk="0" h="396" w="684">
                    <a:moveTo>
                      <a:pt x="0" y="1"/>
                    </a:moveTo>
                    <a:cubicBezTo>
                      <a:pt x="0" y="1"/>
                      <a:pt x="0" y="1"/>
                      <a:pt x="0" y="1"/>
                    </a:cubicBezTo>
                    <a:lnTo>
                      <a:pt x="679" y="395"/>
                    </a:lnTo>
                    <a:cubicBezTo>
                      <a:pt x="684" y="395"/>
                      <a:pt x="6" y="1"/>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37"/>
              <p:cNvSpPr/>
              <p:nvPr/>
            </p:nvSpPr>
            <p:spPr>
              <a:xfrm rot="39010">
                <a:off x="6923041" y="4579337"/>
                <a:ext cx="160644" cy="93474"/>
              </a:xfrm>
              <a:custGeom>
                <a:rect b="b" l="l" r="r" t="t"/>
                <a:pathLst>
                  <a:path extrusionOk="0" h="398" w="684">
                    <a:moveTo>
                      <a:pt x="0" y="0"/>
                    </a:moveTo>
                    <a:lnTo>
                      <a:pt x="682" y="397"/>
                    </a:lnTo>
                    <a:cubicBezTo>
                      <a:pt x="684" y="395"/>
                      <a:pt x="2" y="0"/>
                      <a:pt x="0"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37"/>
              <p:cNvSpPr/>
              <p:nvPr/>
            </p:nvSpPr>
            <p:spPr>
              <a:xfrm rot="39010">
                <a:off x="6923511" y="4579340"/>
                <a:ext cx="160175" cy="93474"/>
              </a:xfrm>
              <a:custGeom>
                <a:rect b="b" l="l" r="r" t="t"/>
                <a:pathLst>
                  <a:path extrusionOk="0" h="398" w="682">
                    <a:moveTo>
                      <a:pt x="0" y="0"/>
                    </a:moveTo>
                    <a:lnTo>
                      <a:pt x="682" y="397"/>
                    </a:lnTo>
                    <a:cubicBezTo>
                      <a:pt x="682" y="395"/>
                      <a:pt x="2" y="2"/>
                      <a:pt x="0"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37"/>
              <p:cNvSpPr/>
              <p:nvPr/>
            </p:nvSpPr>
            <p:spPr>
              <a:xfrm rot="39010">
                <a:off x="6923511" y="4579342"/>
                <a:ext cx="160644" cy="93474"/>
              </a:xfrm>
              <a:custGeom>
                <a:rect b="b" l="l" r="r" t="t"/>
                <a:pathLst>
                  <a:path extrusionOk="0" h="398" w="684">
                    <a:moveTo>
                      <a:pt x="0" y="0"/>
                    </a:moveTo>
                    <a:lnTo>
                      <a:pt x="682" y="397"/>
                    </a:lnTo>
                    <a:cubicBezTo>
                      <a:pt x="684" y="395"/>
                      <a:pt x="4" y="0"/>
                      <a:pt x="0"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37"/>
              <p:cNvSpPr/>
              <p:nvPr/>
            </p:nvSpPr>
            <p:spPr>
              <a:xfrm rot="39010">
                <a:off x="6924453" y="4579348"/>
                <a:ext cx="159705" cy="93005"/>
              </a:xfrm>
              <a:custGeom>
                <a:rect b="b" l="l" r="r" t="t"/>
                <a:pathLst>
                  <a:path extrusionOk="0" h="396" w="680">
                    <a:moveTo>
                      <a:pt x="680" y="395"/>
                    </a:moveTo>
                    <a:lnTo>
                      <a:pt x="0" y="0"/>
                    </a:lnTo>
                    <a:lnTo>
                      <a:pt x="680" y="395"/>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37"/>
              <p:cNvSpPr/>
              <p:nvPr/>
            </p:nvSpPr>
            <p:spPr>
              <a:xfrm rot="39010">
                <a:off x="6924925" y="4578883"/>
                <a:ext cx="159705" cy="93474"/>
              </a:xfrm>
              <a:custGeom>
                <a:rect b="b" l="l" r="r" t="t"/>
                <a:pathLst>
                  <a:path extrusionOk="0" h="398" w="680">
                    <a:moveTo>
                      <a:pt x="680" y="397"/>
                    </a:moveTo>
                    <a:lnTo>
                      <a:pt x="0" y="0"/>
                    </a:lnTo>
                    <a:lnTo>
                      <a:pt x="680" y="397"/>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37"/>
              <p:cNvSpPr/>
              <p:nvPr/>
            </p:nvSpPr>
            <p:spPr>
              <a:xfrm rot="39010">
                <a:off x="6924922" y="4579358"/>
                <a:ext cx="160644" cy="93005"/>
              </a:xfrm>
              <a:custGeom>
                <a:rect b="b" l="l" r="r" t="t"/>
                <a:pathLst>
                  <a:path extrusionOk="0" h="396" w="684">
                    <a:moveTo>
                      <a:pt x="0" y="0"/>
                    </a:moveTo>
                    <a:lnTo>
                      <a:pt x="680" y="395"/>
                    </a:lnTo>
                    <a:cubicBezTo>
                      <a:pt x="684" y="395"/>
                      <a:pt x="2" y="0"/>
                      <a:pt x="0"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37"/>
              <p:cNvSpPr/>
              <p:nvPr/>
            </p:nvSpPr>
            <p:spPr>
              <a:xfrm rot="39010">
                <a:off x="6925392" y="4579361"/>
                <a:ext cx="160175" cy="93005"/>
              </a:xfrm>
              <a:custGeom>
                <a:rect b="b" l="l" r="r" t="t"/>
                <a:pathLst>
                  <a:path extrusionOk="0" h="396" w="682">
                    <a:moveTo>
                      <a:pt x="0" y="0"/>
                    </a:moveTo>
                    <a:lnTo>
                      <a:pt x="423" y="246"/>
                    </a:lnTo>
                    <a:lnTo>
                      <a:pt x="423" y="246"/>
                    </a:lnTo>
                    <a:cubicBezTo>
                      <a:pt x="231" y="134"/>
                      <a:pt x="2" y="0"/>
                      <a:pt x="0" y="0"/>
                    </a:cubicBezTo>
                    <a:close/>
                    <a:moveTo>
                      <a:pt x="423" y="246"/>
                    </a:moveTo>
                    <a:cubicBezTo>
                      <a:pt x="562" y="326"/>
                      <a:pt x="681" y="395"/>
                      <a:pt x="682" y="395"/>
                    </a:cubicBezTo>
                    <a:cubicBezTo>
                      <a:pt x="682" y="395"/>
                      <a:pt x="682" y="395"/>
                      <a:pt x="682" y="395"/>
                    </a:cubicBezTo>
                    <a:lnTo>
                      <a:pt x="423" y="246"/>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37"/>
              <p:cNvSpPr/>
              <p:nvPr/>
            </p:nvSpPr>
            <p:spPr>
              <a:xfrm rot="39010">
                <a:off x="6925859" y="4579369"/>
                <a:ext cx="160644" cy="93474"/>
              </a:xfrm>
              <a:custGeom>
                <a:rect b="b" l="l" r="r" t="t"/>
                <a:pathLst>
                  <a:path extrusionOk="0" h="398" w="684">
                    <a:moveTo>
                      <a:pt x="1" y="0"/>
                    </a:moveTo>
                    <a:lnTo>
                      <a:pt x="479" y="278"/>
                    </a:lnTo>
                    <a:lnTo>
                      <a:pt x="479" y="278"/>
                    </a:lnTo>
                    <a:cubicBezTo>
                      <a:pt x="278" y="161"/>
                      <a:pt x="3" y="0"/>
                      <a:pt x="1" y="0"/>
                    </a:cubicBezTo>
                    <a:close/>
                    <a:moveTo>
                      <a:pt x="479" y="278"/>
                    </a:moveTo>
                    <a:lnTo>
                      <a:pt x="479" y="278"/>
                    </a:lnTo>
                    <a:cubicBezTo>
                      <a:pt x="594" y="345"/>
                      <a:pt x="684" y="397"/>
                      <a:pt x="684" y="397"/>
                    </a:cubicBezTo>
                    <a:lnTo>
                      <a:pt x="682" y="395"/>
                    </a:lnTo>
                    <a:lnTo>
                      <a:pt x="479" y="278"/>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37"/>
              <p:cNvSpPr/>
              <p:nvPr/>
            </p:nvSpPr>
            <p:spPr>
              <a:xfrm rot="39010">
                <a:off x="6926329" y="4579374"/>
                <a:ext cx="160644" cy="93474"/>
              </a:xfrm>
              <a:custGeom>
                <a:rect b="b" l="l" r="r" t="t"/>
                <a:pathLst>
                  <a:path extrusionOk="0" h="398" w="684">
                    <a:moveTo>
                      <a:pt x="1" y="0"/>
                    </a:moveTo>
                    <a:lnTo>
                      <a:pt x="682" y="397"/>
                    </a:lnTo>
                    <a:lnTo>
                      <a:pt x="684" y="397"/>
                    </a:lnTo>
                    <a:cubicBezTo>
                      <a:pt x="684" y="397"/>
                      <a:pt x="5" y="3"/>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37"/>
              <p:cNvSpPr/>
              <p:nvPr/>
            </p:nvSpPr>
            <p:spPr>
              <a:xfrm rot="39010">
                <a:off x="6927268" y="4579385"/>
                <a:ext cx="160644" cy="93474"/>
              </a:xfrm>
              <a:custGeom>
                <a:rect b="b" l="l" r="r" t="t"/>
                <a:pathLst>
                  <a:path extrusionOk="0" h="398" w="684">
                    <a:moveTo>
                      <a:pt x="1" y="0"/>
                    </a:moveTo>
                    <a:cubicBezTo>
                      <a:pt x="1" y="1"/>
                      <a:pt x="42" y="25"/>
                      <a:pt x="103" y="60"/>
                    </a:cubicBezTo>
                    <a:lnTo>
                      <a:pt x="103" y="60"/>
                    </a:lnTo>
                    <a:lnTo>
                      <a:pt x="1" y="0"/>
                    </a:lnTo>
                    <a:close/>
                    <a:moveTo>
                      <a:pt x="103" y="60"/>
                    </a:moveTo>
                    <a:lnTo>
                      <a:pt x="680" y="397"/>
                    </a:lnTo>
                    <a:lnTo>
                      <a:pt x="684" y="397"/>
                    </a:lnTo>
                    <a:cubicBezTo>
                      <a:pt x="684" y="397"/>
                      <a:pt x="294" y="171"/>
                      <a:pt x="103" y="6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37"/>
              <p:cNvSpPr/>
              <p:nvPr/>
            </p:nvSpPr>
            <p:spPr>
              <a:xfrm rot="39010">
                <a:off x="6900669" y="4602565"/>
                <a:ext cx="159705" cy="98876"/>
              </a:xfrm>
              <a:custGeom>
                <a:rect b="b" l="l" r="r" t="t"/>
                <a:pathLst>
                  <a:path extrusionOk="0" h="421" w="680">
                    <a:moveTo>
                      <a:pt x="0" y="1"/>
                    </a:moveTo>
                    <a:lnTo>
                      <a:pt x="0" y="23"/>
                    </a:lnTo>
                    <a:lnTo>
                      <a:pt x="679" y="420"/>
                    </a:lnTo>
                    <a:lnTo>
                      <a:pt x="679" y="398"/>
                    </a:ln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37"/>
              <p:cNvSpPr/>
              <p:nvPr/>
            </p:nvSpPr>
            <p:spPr>
              <a:xfrm rot="39010">
                <a:off x="6900829" y="4579665"/>
                <a:ext cx="179903" cy="116491"/>
              </a:xfrm>
              <a:custGeom>
                <a:rect b="b" l="l" r="r" t="t"/>
                <a:pathLst>
                  <a:path extrusionOk="0" h="496" w="766">
                    <a:moveTo>
                      <a:pt x="84" y="1"/>
                    </a:moveTo>
                    <a:lnTo>
                      <a:pt x="41" y="27"/>
                    </a:lnTo>
                    <a:cubicBezTo>
                      <a:pt x="19" y="50"/>
                      <a:pt x="14" y="50"/>
                      <a:pt x="14" y="52"/>
                    </a:cubicBezTo>
                    <a:cubicBezTo>
                      <a:pt x="12" y="56"/>
                      <a:pt x="12" y="56"/>
                      <a:pt x="12" y="58"/>
                    </a:cubicBezTo>
                    <a:cubicBezTo>
                      <a:pt x="0" y="99"/>
                      <a:pt x="679" y="496"/>
                      <a:pt x="679" y="496"/>
                    </a:cubicBezTo>
                    <a:cubicBezTo>
                      <a:pt x="679" y="487"/>
                      <a:pt x="683" y="481"/>
                      <a:pt x="683" y="475"/>
                    </a:cubicBezTo>
                    <a:cubicBezTo>
                      <a:pt x="686" y="467"/>
                      <a:pt x="688" y="459"/>
                      <a:pt x="694" y="455"/>
                    </a:cubicBezTo>
                    <a:cubicBezTo>
                      <a:pt x="698" y="447"/>
                      <a:pt x="700" y="440"/>
                      <a:pt x="706" y="436"/>
                    </a:cubicBezTo>
                    <a:cubicBezTo>
                      <a:pt x="710" y="430"/>
                      <a:pt x="716" y="426"/>
                      <a:pt x="720" y="424"/>
                    </a:cubicBezTo>
                    <a:lnTo>
                      <a:pt x="765" y="397"/>
                    </a:lnTo>
                    <a:lnTo>
                      <a:pt x="84"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37"/>
              <p:cNvSpPr/>
              <p:nvPr/>
            </p:nvSpPr>
            <p:spPr>
              <a:xfrm rot="39010">
                <a:off x="6880845" y="4607855"/>
                <a:ext cx="179433" cy="104982"/>
              </a:xfrm>
              <a:custGeom>
                <a:rect b="b" l="l" r="r" t="t"/>
                <a:pathLst>
                  <a:path extrusionOk="0" h="447" w="764">
                    <a:moveTo>
                      <a:pt x="84" y="0"/>
                    </a:moveTo>
                    <a:lnTo>
                      <a:pt x="43" y="27"/>
                    </a:lnTo>
                    <a:lnTo>
                      <a:pt x="0" y="51"/>
                    </a:lnTo>
                    <a:lnTo>
                      <a:pt x="677" y="446"/>
                    </a:lnTo>
                    <a:lnTo>
                      <a:pt x="722" y="420"/>
                    </a:lnTo>
                    <a:lnTo>
                      <a:pt x="763" y="397"/>
                    </a:lnTo>
                    <a:lnTo>
                      <a:pt x="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37"/>
              <p:cNvSpPr/>
              <p:nvPr/>
            </p:nvSpPr>
            <p:spPr>
              <a:xfrm rot="39010">
                <a:off x="6850793" y="4630889"/>
                <a:ext cx="159705" cy="98172"/>
              </a:xfrm>
              <a:custGeom>
                <a:rect b="b" l="l" r="r" t="t"/>
                <a:pathLst>
                  <a:path extrusionOk="0" h="418" w="680">
                    <a:moveTo>
                      <a:pt x="0" y="0"/>
                    </a:moveTo>
                    <a:lnTo>
                      <a:pt x="0" y="23"/>
                    </a:lnTo>
                    <a:lnTo>
                      <a:pt x="680" y="418"/>
                    </a:lnTo>
                    <a:lnTo>
                      <a:pt x="680" y="397"/>
                    </a:lnTo>
                    <a:lnTo>
                      <a:pt x="0"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37"/>
              <p:cNvSpPr/>
              <p:nvPr/>
            </p:nvSpPr>
            <p:spPr>
              <a:xfrm rot="39010">
                <a:off x="6850480" y="4607555"/>
                <a:ext cx="187184" cy="117430"/>
              </a:xfrm>
              <a:custGeom>
                <a:rect b="b" l="l" r="r" t="t"/>
                <a:pathLst>
                  <a:path extrusionOk="0" h="500" w="797">
                    <a:moveTo>
                      <a:pt x="794" y="396"/>
                    </a:moveTo>
                    <a:lnTo>
                      <a:pt x="796" y="397"/>
                    </a:lnTo>
                    <a:cubicBezTo>
                      <a:pt x="796" y="397"/>
                      <a:pt x="795" y="396"/>
                      <a:pt x="794" y="396"/>
                    </a:cubicBezTo>
                    <a:close/>
                    <a:moveTo>
                      <a:pt x="111" y="0"/>
                    </a:moveTo>
                    <a:cubicBezTo>
                      <a:pt x="88" y="6"/>
                      <a:pt x="41" y="31"/>
                      <a:pt x="41" y="31"/>
                    </a:cubicBezTo>
                    <a:cubicBezTo>
                      <a:pt x="19" y="53"/>
                      <a:pt x="17" y="53"/>
                      <a:pt x="17" y="58"/>
                    </a:cubicBezTo>
                    <a:cubicBezTo>
                      <a:pt x="13" y="60"/>
                      <a:pt x="13" y="60"/>
                      <a:pt x="13" y="62"/>
                    </a:cubicBezTo>
                    <a:cubicBezTo>
                      <a:pt x="0" y="103"/>
                      <a:pt x="682" y="499"/>
                      <a:pt x="682" y="499"/>
                    </a:cubicBezTo>
                    <a:cubicBezTo>
                      <a:pt x="682" y="491"/>
                      <a:pt x="684" y="487"/>
                      <a:pt x="684" y="479"/>
                    </a:cubicBezTo>
                    <a:cubicBezTo>
                      <a:pt x="686" y="471"/>
                      <a:pt x="688" y="467"/>
                      <a:pt x="694" y="459"/>
                    </a:cubicBezTo>
                    <a:cubicBezTo>
                      <a:pt x="698" y="450"/>
                      <a:pt x="702" y="446"/>
                      <a:pt x="706" y="440"/>
                    </a:cubicBezTo>
                    <a:cubicBezTo>
                      <a:pt x="712" y="436"/>
                      <a:pt x="716" y="430"/>
                      <a:pt x="723" y="428"/>
                    </a:cubicBezTo>
                    <a:lnTo>
                      <a:pt x="766" y="401"/>
                    </a:lnTo>
                    <a:cubicBezTo>
                      <a:pt x="774" y="397"/>
                      <a:pt x="778" y="395"/>
                      <a:pt x="784" y="395"/>
                    </a:cubicBezTo>
                    <a:cubicBezTo>
                      <a:pt x="787" y="395"/>
                      <a:pt x="792" y="395"/>
                      <a:pt x="794" y="396"/>
                    </a:cubicBezTo>
                    <a:lnTo>
                      <a:pt x="794" y="396"/>
                    </a:lnTo>
                    <a:lnTo>
                      <a:pt x="115" y="2"/>
                    </a:lnTo>
                    <a:lnTo>
                      <a:pt x="1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37"/>
              <p:cNvSpPr/>
              <p:nvPr/>
            </p:nvSpPr>
            <p:spPr>
              <a:xfrm rot="39010">
                <a:off x="6830499" y="4635941"/>
                <a:ext cx="179903" cy="104982"/>
              </a:xfrm>
              <a:custGeom>
                <a:rect b="b" l="l" r="r" t="t"/>
                <a:pathLst>
                  <a:path extrusionOk="0" h="447" w="766">
                    <a:moveTo>
                      <a:pt x="86" y="1"/>
                    </a:moveTo>
                    <a:lnTo>
                      <a:pt x="43" y="28"/>
                    </a:lnTo>
                    <a:lnTo>
                      <a:pt x="0" y="52"/>
                    </a:lnTo>
                    <a:lnTo>
                      <a:pt x="678" y="447"/>
                    </a:lnTo>
                    <a:lnTo>
                      <a:pt x="725" y="420"/>
                    </a:lnTo>
                    <a:lnTo>
                      <a:pt x="766" y="396"/>
                    </a:lnTo>
                    <a:lnTo>
                      <a:pt x="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37"/>
              <p:cNvSpPr/>
              <p:nvPr/>
            </p:nvSpPr>
            <p:spPr>
              <a:xfrm rot="39010">
                <a:off x="6820939" y="4635286"/>
                <a:ext cx="166516" cy="93944"/>
              </a:xfrm>
              <a:custGeom>
                <a:rect b="b" l="l" r="r" t="t"/>
                <a:pathLst>
                  <a:path extrusionOk="0" h="400" w="709">
                    <a:moveTo>
                      <a:pt x="23" y="1"/>
                    </a:moveTo>
                    <a:lnTo>
                      <a:pt x="23" y="1"/>
                    </a:lnTo>
                    <a:cubicBezTo>
                      <a:pt x="1" y="5"/>
                      <a:pt x="680" y="400"/>
                      <a:pt x="680" y="400"/>
                    </a:cubicBezTo>
                    <a:cubicBezTo>
                      <a:pt x="686" y="400"/>
                      <a:pt x="690" y="398"/>
                      <a:pt x="696" y="398"/>
                    </a:cubicBezTo>
                    <a:cubicBezTo>
                      <a:pt x="699" y="398"/>
                      <a:pt x="704" y="398"/>
                      <a:pt x="707" y="399"/>
                    </a:cubicBezTo>
                    <a:lnTo>
                      <a:pt x="707" y="399"/>
                    </a:lnTo>
                    <a:lnTo>
                      <a:pt x="29" y="3"/>
                    </a:lnTo>
                    <a:cubicBezTo>
                      <a:pt x="25" y="1"/>
                      <a:pt x="23" y="1"/>
                      <a:pt x="23" y="1"/>
                    </a:cubicBezTo>
                    <a:close/>
                    <a:moveTo>
                      <a:pt x="707" y="399"/>
                    </a:moveTo>
                    <a:lnTo>
                      <a:pt x="708" y="400"/>
                    </a:lnTo>
                    <a:cubicBezTo>
                      <a:pt x="708" y="399"/>
                      <a:pt x="707" y="399"/>
                      <a:pt x="707" y="399"/>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37"/>
              <p:cNvSpPr/>
              <p:nvPr/>
            </p:nvSpPr>
            <p:spPr>
              <a:xfrm rot="39010">
                <a:off x="6800914" y="4659213"/>
                <a:ext cx="159705" cy="98172"/>
              </a:xfrm>
              <a:custGeom>
                <a:rect b="b" l="l" r="r" t="t"/>
                <a:pathLst>
                  <a:path extrusionOk="0" h="418" w="680">
                    <a:moveTo>
                      <a:pt x="1" y="0"/>
                    </a:moveTo>
                    <a:lnTo>
                      <a:pt x="1" y="21"/>
                    </a:lnTo>
                    <a:lnTo>
                      <a:pt x="680" y="418"/>
                    </a:lnTo>
                    <a:lnTo>
                      <a:pt x="680" y="418"/>
                    </a:lnTo>
                    <a:lnTo>
                      <a:pt x="678" y="393"/>
                    </a:ln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37"/>
              <p:cNvSpPr/>
              <p:nvPr/>
            </p:nvSpPr>
            <p:spPr>
              <a:xfrm rot="39010">
                <a:off x="6810790" y="4637304"/>
                <a:ext cx="169804" cy="98641"/>
              </a:xfrm>
              <a:custGeom>
                <a:rect b="b" l="l" r="r" t="t"/>
                <a:pathLst>
                  <a:path extrusionOk="0" h="420" w="723">
                    <a:moveTo>
                      <a:pt x="44" y="0"/>
                    </a:moveTo>
                    <a:lnTo>
                      <a:pt x="1" y="25"/>
                    </a:lnTo>
                    <a:lnTo>
                      <a:pt x="680" y="420"/>
                    </a:lnTo>
                    <a:lnTo>
                      <a:pt x="723" y="393"/>
                    </a:lnTo>
                    <a:lnTo>
                      <a:pt x="44"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37"/>
              <p:cNvSpPr/>
              <p:nvPr/>
            </p:nvSpPr>
            <p:spPr>
              <a:xfrm rot="39010">
                <a:off x="6800105" y="4641881"/>
                <a:ext cx="169804" cy="109915"/>
              </a:xfrm>
              <a:custGeom>
                <a:rect b="b" l="l" r="r" t="t"/>
                <a:pathLst>
                  <a:path extrusionOk="0" h="468" w="723">
                    <a:moveTo>
                      <a:pt x="41" y="1"/>
                    </a:moveTo>
                    <a:cubicBezTo>
                      <a:pt x="19" y="23"/>
                      <a:pt x="17" y="23"/>
                      <a:pt x="17" y="25"/>
                    </a:cubicBezTo>
                    <a:cubicBezTo>
                      <a:pt x="15" y="27"/>
                      <a:pt x="15" y="27"/>
                      <a:pt x="15" y="31"/>
                    </a:cubicBezTo>
                    <a:cubicBezTo>
                      <a:pt x="1" y="72"/>
                      <a:pt x="682" y="467"/>
                      <a:pt x="682" y="467"/>
                    </a:cubicBezTo>
                    <a:cubicBezTo>
                      <a:pt x="682" y="461"/>
                      <a:pt x="684" y="455"/>
                      <a:pt x="684" y="447"/>
                    </a:cubicBezTo>
                    <a:cubicBezTo>
                      <a:pt x="690" y="442"/>
                      <a:pt x="692" y="434"/>
                      <a:pt x="694" y="426"/>
                    </a:cubicBezTo>
                    <a:cubicBezTo>
                      <a:pt x="702" y="414"/>
                      <a:pt x="713" y="404"/>
                      <a:pt x="723" y="395"/>
                    </a:cubicBezTo>
                    <a:lnTo>
                      <a:pt x="41"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37"/>
              <p:cNvSpPr/>
              <p:nvPr/>
            </p:nvSpPr>
            <p:spPr>
              <a:xfrm rot="39010">
                <a:off x="6780152" y="4663792"/>
                <a:ext cx="180373" cy="105452"/>
              </a:xfrm>
              <a:custGeom>
                <a:rect b="b" l="l" r="r" t="t"/>
                <a:pathLst>
                  <a:path extrusionOk="0" h="449" w="768">
                    <a:moveTo>
                      <a:pt x="89" y="1"/>
                    </a:moveTo>
                    <a:lnTo>
                      <a:pt x="44" y="29"/>
                    </a:lnTo>
                    <a:lnTo>
                      <a:pt x="1" y="52"/>
                    </a:lnTo>
                    <a:lnTo>
                      <a:pt x="682" y="449"/>
                    </a:lnTo>
                    <a:lnTo>
                      <a:pt x="725" y="422"/>
                    </a:lnTo>
                    <a:lnTo>
                      <a:pt x="768" y="398"/>
                    </a:lnTo>
                    <a:lnTo>
                      <a:pt x="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37"/>
              <p:cNvSpPr/>
              <p:nvPr/>
            </p:nvSpPr>
            <p:spPr>
              <a:xfrm rot="39010">
                <a:off x="6699828" y="4802751"/>
                <a:ext cx="160175" cy="116960"/>
              </a:xfrm>
              <a:custGeom>
                <a:rect b="b" l="l" r="r" t="t"/>
                <a:pathLst>
                  <a:path extrusionOk="0" h="498" w="682">
                    <a:moveTo>
                      <a:pt x="0" y="0"/>
                    </a:moveTo>
                    <a:lnTo>
                      <a:pt x="0" y="49"/>
                    </a:lnTo>
                    <a:lnTo>
                      <a:pt x="4" y="100"/>
                    </a:lnTo>
                    <a:lnTo>
                      <a:pt x="681" y="497"/>
                    </a:lnTo>
                    <a:lnTo>
                      <a:pt x="681" y="446"/>
                    </a:lnTo>
                    <a:lnTo>
                      <a:pt x="681" y="395"/>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37"/>
              <p:cNvSpPr/>
              <p:nvPr/>
            </p:nvSpPr>
            <p:spPr>
              <a:xfrm rot="39010">
                <a:off x="6770590" y="4663605"/>
                <a:ext cx="166516" cy="93944"/>
              </a:xfrm>
              <a:custGeom>
                <a:rect b="b" l="l" r="r" t="t"/>
                <a:pathLst>
                  <a:path extrusionOk="0" h="400" w="709">
                    <a:moveTo>
                      <a:pt x="23" y="1"/>
                    </a:moveTo>
                    <a:lnTo>
                      <a:pt x="23" y="1"/>
                    </a:lnTo>
                    <a:cubicBezTo>
                      <a:pt x="1" y="5"/>
                      <a:pt x="682" y="400"/>
                      <a:pt x="682" y="400"/>
                    </a:cubicBezTo>
                    <a:cubicBezTo>
                      <a:pt x="686" y="400"/>
                      <a:pt x="692" y="398"/>
                      <a:pt x="696" y="398"/>
                    </a:cubicBezTo>
                    <a:cubicBezTo>
                      <a:pt x="701" y="398"/>
                      <a:pt x="704" y="398"/>
                      <a:pt x="706" y="398"/>
                    </a:cubicBezTo>
                    <a:lnTo>
                      <a:pt x="706" y="398"/>
                    </a:lnTo>
                    <a:lnTo>
                      <a:pt x="29" y="3"/>
                    </a:lnTo>
                    <a:cubicBezTo>
                      <a:pt x="25" y="1"/>
                      <a:pt x="23" y="1"/>
                      <a:pt x="23" y="1"/>
                    </a:cubicBezTo>
                    <a:close/>
                    <a:moveTo>
                      <a:pt x="706" y="398"/>
                    </a:moveTo>
                    <a:lnTo>
                      <a:pt x="709" y="400"/>
                    </a:lnTo>
                    <a:cubicBezTo>
                      <a:pt x="708" y="399"/>
                      <a:pt x="707" y="399"/>
                      <a:pt x="706" y="398"/>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37"/>
              <p:cNvSpPr/>
              <p:nvPr/>
            </p:nvSpPr>
            <p:spPr>
              <a:xfrm rot="39010">
                <a:off x="6685402" y="4799551"/>
                <a:ext cx="163228" cy="99346"/>
              </a:xfrm>
              <a:custGeom>
                <a:rect b="b" l="l" r="r" t="t"/>
                <a:pathLst>
                  <a:path extrusionOk="0" h="423" w="695">
                    <a:moveTo>
                      <a:pt x="1" y="1"/>
                    </a:moveTo>
                    <a:cubicBezTo>
                      <a:pt x="1" y="13"/>
                      <a:pt x="7" y="21"/>
                      <a:pt x="15" y="25"/>
                    </a:cubicBezTo>
                    <a:lnTo>
                      <a:pt x="692" y="421"/>
                    </a:lnTo>
                    <a:lnTo>
                      <a:pt x="692" y="421"/>
                    </a:lnTo>
                    <a:cubicBezTo>
                      <a:pt x="685" y="416"/>
                      <a:pt x="682" y="408"/>
                      <a:pt x="682" y="394"/>
                    </a:cubicBezTo>
                    <a:lnTo>
                      <a:pt x="1" y="1"/>
                    </a:lnTo>
                    <a:close/>
                    <a:moveTo>
                      <a:pt x="692" y="421"/>
                    </a:moveTo>
                    <a:lnTo>
                      <a:pt x="692" y="421"/>
                    </a:lnTo>
                    <a:cubicBezTo>
                      <a:pt x="693" y="421"/>
                      <a:pt x="694" y="422"/>
                      <a:pt x="694" y="422"/>
                    </a:cubicBezTo>
                    <a:lnTo>
                      <a:pt x="692" y="4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37"/>
              <p:cNvSpPr/>
              <p:nvPr/>
            </p:nvSpPr>
            <p:spPr>
              <a:xfrm rot="39010">
                <a:off x="6686356" y="4801422"/>
                <a:ext cx="159940" cy="93005"/>
              </a:xfrm>
              <a:custGeom>
                <a:rect b="b" l="l" r="r" t="t"/>
                <a:pathLst>
                  <a:path extrusionOk="0" h="396" w="681">
                    <a:moveTo>
                      <a:pt x="1" y="1"/>
                    </a:moveTo>
                    <a:cubicBezTo>
                      <a:pt x="1" y="1"/>
                      <a:pt x="1" y="1"/>
                      <a:pt x="1" y="1"/>
                    </a:cubicBezTo>
                    <a:lnTo>
                      <a:pt x="680" y="396"/>
                    </a:lnTo>
                    <a:lnTo>
                      <a:pt x="680" y="394"/>
                    </a:lnTo>
                    <a:cubicBezTo>
                      <a:pt x="680" y="394"/>
                      <a:pt x="8"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37"/>
              <p:cNvSpPr/>
              <p:nvPr/>
            </p:nvSpPr>
            <p:spPr>
              <a:xfrm rot="39010">
                <a:off x="6686356" y="4801422"/>
                <a:ext cx="159940" cy="93005"/>
              </a:xfrm>
              <a:custGeom>
                <a:rect b="b" l="l" r="r" t="t"/>
                <a:pathLst>
                  <a:path extrusionOk="0" h="396" w="681">
                    <a:moveTo>
                      <a:pt x="1" y="1"/>
                    </a:moveTo>
                    <a:cubicBezTo>
                      <a:pt x="1" y="1"/>
                      <a:pt x="1" y="1"/>
                      <a:pt x="1" y="1"/>
                    </a:cubicBezTo>
                    <a:lnTo>
                      <a:pt x="680" y="396"/>
                    </a:lnTo>
                    <a:lnTo>
                      <a:pt x="680" y="394"/>
                    </a:lnTo>
                    <a:cubicBezTo>
                      <a:pt x="680" y="394"/>
                      <a:pt x="8"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37"/>
              <p:cNvSpPr/>
              <p:nvPr/>
            </p:nvSpPr>
            <p:spPr>
              <a:xfrm rot="39010">
                <a:off x="6685436" y="4799535"/>
                <a:ext cx="160409" cy="93474"/>
              </a:xfrm>
              <a:custGeom>
                <a:rect b="b" l="l" r="r" t="t"/>
                <a:pathLst>
                  <a:path extrusionOk="0" h="398" w="683">
                    <a:moveTo>
                      <a:pt x="1" y="1"/>
                    </a:moveTo>
                    <a:lnTo>
                      <a:pt x="682" y="398"/>
                    </a:lnTo>
                    <a:cubicBezTo>
                      <a:pt x="682" y="398"/>
                      <a:pt x="5"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37"/>
              <p:cNvSpPr/>
              <p:nvPr/>
            </p:nvSpPr>
            <p:spPr>
              <a:xfrm rot="39010">
                <a:off x="6750554" y="4688477"/>
                <a:ext cx="160879" cy="98172"/>
              </a:xfrm>
              <a:custGeom>
                <a:rect b="b" l="l" r="r" t="t"/>
                <a:pathLst>
                  <a:path extrusionOk="0" h="418" w="685">
                    <a:moveTo>
                      <a:pt x="1" y="0"/>
                    </a:moveTo>
                    <a:lnTo>
                      <a:pt x="3" y="25"/>
                    </a:lnTo>
                    <a:lnTo>
                      <a:pt x="684" y="417"/>
                    </a:lnTo>
                    <a:lnTo>
                      <a:pt x="684" y="417"/>
                    </a:lnTo>
                    <a:lnTo>
                      <a:pt x="680" y="397"/>
                    </a:ln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37"/>
              <p:cNvSpPr/>
              <p:nvPr/>
            </p:nvSpPr>
            <p:spPr>
              <a:xfrm rot="39010">
                <a:off x="6697759" y="4768933"/>
                <a:ext cx="165107" cy="93944"/>
              </a:xfrm>
              <a:custGeom>
                <a:rect b="b" l="l" r="r" t="t"/>
                <a:pathLst>
                  <a:path extrusionOk="0" h="400" w="703">
                    <a:moveTo>
                      <a:pt x="21" y="1"/>
                    </a:moveTo>
                    <a:lnTo>
                      <a:pt x="1" y="3"/>
                    </a:lnTo>
                    <a:lnTo>
                      <a:pt x="682" y="400"/>
                    </a:lnTo>
                    <a:lnTo>
                      <a:pt x="703" y="396"/>
                    </a:lnTo>
                    <a:lnTo>
                      <a:pt x="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37"/>
              <p:cNvSpPr/>
              <p:nvPr/>
            </p:nvSpPr>
            <p:spPr>
              <a:xfrm rot="39010">
                <a:off x="6732337" y="4693068"/>
                <a:ext cx="178494" cy="112263"/>
              </a:xfrm>
              <a:custGeom>
                <a:rect b="b" l="l" r="r" t="t"/>
                <a:pathLst>
                  <a:path extrusionOk="0" h="478" w="760">
                    <a:moveTo>
                      <a:pt x="80" y="1"/>
                    </a:moveTo>
                    <a:cubicBezTo>
                      <a:pt x="72" y="9"/>
                      <a:pt x="68" y="11"/>
                      <a:pt x="64" y="15"/>
                    </a:cubicBezTo>
                    <a:lnTo>
                      <a:pt x="59" y="19"/>
                    </a:lnTo>
                    <a:lnTo>
                      <a:pt x="49" y="29"/>
                    </a:lnTo>
                    <a:lnTo>
                      <a:pt x="41" y="37"/>
                    </a:lnTo>
                    <a:lnTo>
                      <a:pt x="39" y="39"/>
                    </a:lnTo>
                    <a:lnTo>
                      <a:pt x="0" y="80"/>
                    </a:lnTo>
                    <a:lnTo>
                      <a:pt x="681" y="477"/>
                    </a:lnTo>
                    <a:lnTo>
                      <a:pt x="718" y="436"/>
                    </a:lnTo>
                    <a:cubicBezTo>
                      <a:pt x="724" y="430"/>
                      <a:pt x="726" y="428"/>
                      <a:pt x="728" y="428"/>
                    </a:cubicBezTo>
                    <a:lnTo>
                      <a:pt x="731" y="424"/>
                    </a:lnTo>
                    <a:cubicBezTo>
                      <a:pt x="733" y="420"/>
                      <a:pt x="737" y="418"/>
                      <a:pt x="741" y="414"/>
                    </a:cubicBezTo>
                    <a:cubicBezTo>
                      <a:pt x="743" y="410"/>
                      <a:pt x="745" y="410"/>
                      <a:pt x="745" y="408"/>
                    </a:cubicBezTo>
                    <a:cubicBezTo>
                      <a:pt x="749" y="406"/>
                      <a:pt x="753" y="404"/>
                      <a:pt x="755" y="399"/>
                    </a:cubicBezTo>
                    <a:lnTo>
                      <a:pt x="759" y="395"/>
                    </a:lnTo>
                    <a:lnTo>
                      <a:pt x="8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37"/>
              <p:cNvSpPr/>
              <p:nvPr/>
            </p:nvSpPr>
            <p:spPr>
              <a:xfrm rot="39010">
                <a:off x="6749309" y="4664382"/>
                <a:ext cx="180373" cy="117430"/>
              </a:xfrm>
              <a:custGeom>
                <a:rect b="b" l="l" r="r" t="t"/>
                <a:pathLst>
                  <a:path extrusionOk="0" h="500" w="768">
                    <a:moveTo>
                      <a:pt x="91" y="1"/>
                    </a:moveTo>
                    <a:cubicBezTo>
                      <a:pt x="89" y="1"/>
                      <a:pt x="78" y="9"/>
                      <a:pt x="68" y="15"/>
                    </a:cubicBezTo>
                    <a:lnTo>
                      <a:pt x="42" y="29"/>
                    </a:lnTo>
                    <a:lnTo>
                      <a:pt x="17" y="56"/>
                    </a:lnTo>
                    <a:cubicBezTo>
                      <a:pt x="15" y="58"/>
                      <a:pt x="15" y="58"/>
                      <a:pt x="15" y="60"/>
                    </a:cubicBezTo>
                    <a:cubicBezTo>
                      <a:pt x="1" y="107"/>
                      <a:pt x="682" y="500"/>
                      <a:pt x="682" y="500"/>
                    </a:cubicBezTo>
                    <a:cubicBezTo>
                      <a:pt x="680" y="496"/>
                      <a:pt x="680" y="488"/>
                      <a:pt x="682" y="482"/>
                    </a:cubicBezTo>
                    <a:cubicBezTo>
                      <a:pt x="684" y="475"/>
                      <a:pt x="686" y="467"/>
                      <a:pt x="690" y="461"/>
                    </a:cubicBezTo>
                    <a:cubicBezTo>
                      <a:pt x="694" y="455"/>
                      <a:pt x="696" y="449"/>
                      <a:pt x="703" y="441"/>
                    </a:cubicBezTo>
                    <a:cubicBezTo>
                      <a:pt x="707" y="435"/>
                      <a:pt x="713" y="428"/>
                      <a:pt x="721" y="426"/>
                    </a:cubicBezTo>
                    <a:lnTo>
                      <a:pt x="745" y="410"/>
                    </a:lnTo>
                    <a:cubicBezTo>
                      <a:pt x="758" y="402"/>
                      <a:pt x="768" y="398"/>
                      <a:pt x="768" y="398"/>
                    </a:cubicBezTo>
                    <a:lnTo>
                      <a:pt x="91"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37"/>
              <p:cNvSpPr/>
              <p:nvPr/>
            </p:nvSpPr>
            <p:spPr>
              <a:xfrm rot="39010">
                <a:off x="6702356" y="4744581"/>
                <a:ext cx="168864" cy="118839"/>
              </a:xfrm>
              <a:custGeom>
                <a:rect b="b" l="l" r="r" t="t"/>
                <a:pathLst>
                  <a:path extrusionOk="0" h="506" w="719">
                    <a:moveTo>
                      <a:pt x="39" y="0"/>
                    </a:moveTo>
                    <a:cubicBezTo>
                      <a:pt x="39" y="0"/>
                      <a:pt x="37" y="3"/>
                      <a:pt x="37" y="5"/>
                    </a:cubicBezTo>
                    <a:cubicBezTo>
                      <a:pt x="33" y="11"/>
                      <a:pt x="31" y="13"/>
                      <a:pt x="31" y="19"/>
                    </a:cubicBezTo>
                    <a:cubicBezTo>
                      <a:pt x="29" y="21"/>
                      <a:pt x="29" y="25"/>
                      <a:pt x="27" y="29"/>
                    </a:cubicBezTo>
                    <a:cubicBezTo>
                      <a:pt x="23" y="31"/>
                      <a:pt x="23" y="33"/>
                      <a:pt x="23" y="35"/>
                    </a:cubicBezTo>
                    <a:cubicBezTo>
                      <a:pt x="21" y="41"/>
                      <a:pt x="19" y="46"/>
                      <a:pt x="19" y="50"/>
                    </a:cubicBezTo>
                    <a:cubicBezTo>
                      <a:pt x="17" y="52"/>
                      <a:pt x="17" y="54"/>
                      <a:pt x="17" y="54"/>
                    </a:cubicBezTo>
                    <a:cubicBezTo>
                      <a:pt x="13" y="58"/>
                      <a:pt x="0" y="109"/>
                      <a:pt x="0" y="109"/>
                    </a:cubicBezTo>
                    <a:lnTo>
                      <a:pt x="682" y="506"/>
                    </a:lnTo>
                    <a:lnTo>
                      <a:pt x="696" y="455"/>
                    </a:lnTo>
                    <a:cubicBezTo>
                      <a:pt x="696" y="455"/>
                      <a:pt x="698" y="451"/>
                      <a:pt x="698" y="447"/>
                    </a:cubicBezTo>
                    <a:cubicBezTo>
                      <a:pt x="702" y="444"/>
                      <a:pt x="702" y="440"/>
                      <a:pt x="704" y="438"/>
                    </a:cubicBezTo>
                    <a:cubicBezTo>
                      <a:pt x="706" y="434"/>
                      <a:pt x="706" y="432"/>
                      <a:pt x="706" y="430"/>
                    </a:cubicBezTo>
                    <a:cubicBezTo>
                      <a:pt x="708" y="426"/>
                      <a:pt x="708" y="424"/>
                      <a:pt x="712" y="422"/>
                    </a:cubicBezTo>
                    <a:cubicBezTo>
                      <a:pt x="712" y="408"/>
                      <a:pt x="714" y="404"/>
                      <a:pt x="716" y="401"/>
                    </a:cubicBezTo>
                    <a:cubicBezTo>
                      <a:pt x="718" y="393"/>
                      <a:pt x="39" y="0"/>
                      <a:pt x="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37"/>
              <p:cNvSpPr/>
              <p:nvPr/>
            </p:nvSpPr>
            <p:spPr>
              <a:xfrm rot="39010">
                <a:off x="6686074" y="4769313"/>
                <a:ext cx="172387" cy="124241"/>
              </a:xfrm>
              <a:custGeom>
                <a:rect b="b" l="l" r="r" t="t"/>
                <a:pathLst>
                  <a:path extrusionOk="0" h="529" w="734">
                    <a:moveTo>
                      <a:pt x="52" y="1"/>
                    </a:moveTo>
                    <a:cubicBezTo>
                      <a:pt x="21" y="27"/>
                      <a:pt x="21" y="27"/>
                      <a:pt x="19" y="27"/>
                    </a:cubicBezTo>
                    <a:cubicBezTo>
                      <a:pt x="17" y="27"/>
                      <a:pt x="17" y="30"/>
                      <a:pt x="17" y="32"/>
                    </a:cubicBezTo>
                    <a:cubicBezTo>
                      <a:pt x="5" y="68"/>
                      <a:pt x="5" y="70"/>
                      <a:pt x="5" y="70"/>
                    </a:cubicBezTo>
                    <a:cubicBezTo>
                      <a:pt x="5" y="70"/>
                      <a:pt x="5" y="89"/>
                      <a:pt x="1" y="103"/>
                    </a:cubicBezTo>
                    <a:lnTo>
                      <a:pt x="1" y="109"/>
                    </a:lnTo>
                    <a:lnTo>
                      <a:pt x="1" y="130"/>
                    </a:lnTo>
                    <a:cubicBezTo>
                      <a:pt x="1" y="132"/>
                      <a:pt x="682" y="529"/>
                      <a:pt x="682" y="529"/>
                    </a:cubicBezTo>
                    <a:lnTo>
                      <a:pt x="682" y="521"/>
                    </a:lnTo>
                    <a:lnTo>
                      <a:pt x="682" y="508"/>
                    </a:lnTo>
                    <a:lnTo>
                      <a:pt x="682" y="500"/>
                    </a:lnTo>
                    <a:cubicBezTo>
                      <a:pt x="684" y="486"/>
                      <a:pt x="684" y="469"/>
                      <a:pt x="684" y="469"/>
                    </a:cubicBezTo>
                    <a:cubicBezTo>
                      <a:pt x="686" y="461"/>
                      <a:pt x="686" y="455"/>
                      <a:pt x="690" y="449"/>
                    </a:cubicBezTo>
                    <a:cubicBezTo>
                      <a:pt x="690" y="441"/>
                      <a:pt x="694" y="435"/>
                      <a:pt x="698" y="428"/>
                    </a:cubicBezTo>
                    <a:cubicBezTo>
                      <a:pt x="703" y="424"/>
                      <a:pt x="705" y="418"/>
                      <a:pt x="711" y="412"/>
                    </a:cubicBezTo>
                    <a:cubicBezTo>
                      <a:pt x="715" y="408"/>
                      <a:pt x="721" y="406"/>
                      <a:pt x="723" y="404"/>
                    </a:cubicBezTo>
                    <a:cubicBezTo>
                      <a:pt x="725" y="400"/>
                      <a:pt x="731" y="398"/>
                      <a:pt x="733" y="398"/>
                    </a:cubicBezTo>
                    <a:lnTo>
                      <a:pt x="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37"/>
              <p:cNvSpPr/>
              <p:nvPr/>
            </p:nvSpPr>
            <p:spPr>
              <a:xfrm rot="39010">
                <a:off x="6707478" y="4712931"/>
                <a:ext cx="168864" cy="107331"/>
              </a:xfrm>
              <a:custGeom>
                <a:rect b="b" l="l" r="r" t="t"/>
                <a:pathLst>
                  <a:path extrusionOk="0" h="457" w="719">
                    <a:moveTo>
                      <a:pt x="40" y="0"/>
                    </a:moveTo>
                    <a:lnTo>
                      <a:pt x="1" y="64"/>
                    </a:lnTo>
                    <a:lnTo>
                      <a:pt x="682" y="457"/>
                    </a:lnTo>
                    <a:lnTo>
                      <a:pt x="719" y="395"/>
                    </a:lnTo>
                    <a:lnTo>
                      <a:pt x="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37"/>
              <p:cNvSpPr/>
              <p:nvPr/>
            </p:nvSpPr>
            <p:spPr>
              <a:xfrm rot="39010">
                <a:off x="6717224" y="4706719"/>
                <a:ext cx="172387" cy="99346"/>
              </a:xfrm>
              <a:custGeom>
                <a:rect b="b" l="l" r="r" t="t"/>
                <a:pathLst>
                  <a:path extrusionOk="0" h="423" w="734">
                    <a:moveTo>
                      <a:pt x="727" y="392"/>
                    </a:moveTo>
                    <a:lnTo>
                      <a:pt x="733" y="396"/>
                    </a:lnTo>
                    <a:cubicBezTo>
                      <a:pt x="731" y="394"/>
                      <a:pt x="729" y="393"/>
                      <a:pt x="727" y="392"/>
                    </a:cubicBezTo>
                    <a:close/>
                    <a:moveTo>
                      <a:pt x="52" y="1"/>
                    </a:moveTo>
                    <a:lnTo>
                      <a:pt x="52" y="1"/>
                    </a:lnTo>
                    <a:cubicBezTo>
                      <a:pt x="1" y="30"/>
                      <a:pt x="678" y="422"/>
                      <a:pt x="678" y="422"/>
                    </a:cubicBezTo>
                    <a:cubicBezTo>
                      <a:pt x="684" y="416"/>
                      <a:pt x="686" y="412"/>
                      <a:pt x="692" y="408"/>
                    </a:cubicBezTo>
                    <a:cubicBezTo>
                      <a:pt x="696" y="402"/>
                      <a:pt x="702" y="400"/>
                      <a:pt x="705" y="398"/>
                    </a:cubicBezTo>
                    <a:cubicBezTo>
                      <a:pt x="709" y="396"/>
                      <a:pt x="715" y="392"/>
                      <a:pt x="719" y="392"/>
                    </a:cubicBezTo>
                    <a:cubicBezTo>
                      <a:pt x="722" y="392"/>
                      <a:pt x="725" y="392"/>
                      <a:pt x="727" y="392"/>
                    </a:cubicBezTo>
                    <a:lnTo>
                      <a:pt x="727" y="392"/>
                    </a:lnTo>
                    <a:lnTo>
                      <a:pt x="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37"/>
              <p:cNvSpPr/>
              <p:nvPr/>
            </p:nvSpPr>
            <p:spPr>
              <a:xfrm rot="39010">
                <a:off x="6705436" y="4726261"/>
                <a:ext cx="162758" cy="109445"/>
              </a:xfrm>
              <a:custGeom>
                <a:rect b="b" l="l" r="r" t="t"/>
                <a:pathLst>
                  <a:path extrusionOk="0" h="466" w="693">
                    <a:moveTo>
                      <a:pt x="11" y="1"/>
                    </a:moveTo>
                    <a:lnTo>
                      <a:pt x="1" y="60"/>
                    </a:lnTo>
                    <a:lnTo>
                      <a:pt x="9" y="68"/>
                    </a:lnTo>
                    <a:lnTo>
                      <a:pt x="690" y="465"/>
                    </a:lnTo>
                    <a:cubicBezTo>
                      <a:pt x="684" y="461"/>
                      <a:pt x="682" y="459"/>
                      <a:pt x="682" y="455"/>
                    </a:cubicBezTo>
                    <a:cubicBezTo>
                      <a:pt x="676" y="451"/>
                      <a:pt x="674" y="447"/>
                      <a:pt x="676" y="441"/>
                    </a:cubicBezTo>
                    <a:cubicBezTo>
                      <a:pt x="676" y="434"/>
                      <a:pt x="680" y="428"/>
                      <a:pt x="682" y="420"/>
                    </a:cubicBezTo>
                    <a:cubicBezTo>
                      <a:pt x="684" y="414"/>
                      <a:pt x="686" y="406"/>
                      <a:pt x="692" y="398"/>
                    </a:cubicBezTo>
                    <a:lnTo>
                      <a:pt x="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37"/>
              <p:cNvSpPr/>
              <p:nvPr/>
            </p:nvSpPr>
            <p:spPr>
              <a:xfrm rot="39010">
                <a:off x="6833253" y="4139847"/>
                <a:ext cx="1238887" cy="865460"/>
              </a:xfrm>
              <a:custGeom>
                <a:rect b="b" l="l" r="r" t="t"/>
                <a:pathLst>
                  <a:path extrusionOk="0" h="3685" w="5275">
                    <a:moveTo>
                      <a:pt x="5044" y="131"/>
                    </a:moveTo>
                    <a:cubicBezTo>
                      <a:pt x="5058" y="131"/>
                      <a:pt x="5072" y="133"/>
                      <a:pt x="5081" y="136"/>
                    </a:cubicBezTo>
                    <a:cubicBezTo>
                      <a:pt x="5093" y="142"/>
                      <a:pt x="5101" y="144"/>
                      <a:pt x="5101" y="144"/>
                    </a:cubicBezTo>
                    <a:lnTo>
                      <a:pt x="5107" y="150"/>
                    </a:lnTo>
                    <a:cubicBezTo>
                      <a:pt x="5111" y="152"/>
                      <a:pt x="5117" y="154"/>
                      <a:pt x="5120" y="159"/>
                    </a:cubicBezTo>
                    <a:cubicBezTo>
                      <a:pt x="5132" y="167"/>
                      <a:pt x="5142" y="183"/>
                      <a:pt x="5150" y="201"/>
                    </a:cubicBezTo>
                    <a:cubicBezTo>
                      <a:pt x="5160" y="218"/>
                      <a:pt x="5162" y="242"/>
                      <a:pt x="5165" y="257"/>
                    </a:cubicBezTo>
                    <a:cubicBezTo>
                      <a:pt x="5169" y="267"/>
                      <a:pt x="5169" y="273"/>
                      <a:pt x="5169" y="277"/>
                    </a:cubicBezTo>
                    <a:lnTo>
                      <a:pt x="5169" y="287"/>
                    </a:lnTo>
                    <a:lnTo>
                      <a:pt x="5169" y="531"/>
                    </a:lnTo>
                    <a:cubicBezTo>
                      <a:pt x="5170" y="530"/>
                      <a:pt x="5170" y="530"/>
                      <a:pt x="5171" y="530"/>
                    </a:cubicBezTo>
                    <a:lnTo>
                      <a:pt x="5171" y="530"/>
                    </a:lnTo>
                    <a:cubicBezTo>
                      <a:pt x="5179" y="530"/>
                      <a:pt x="5177" y="575"/>
                      <a:pt x="5158" y="625"/>
                    </a:cubicBezTo>
                    <a:cubicBezTo>
                      <a:pt x="5148" y="654"/>
                      <a:pt x="5134" y="682"/>
                      <a:pt x="5124" y="703"/>
                    </a:cubicBezTo>
                    <a:cubicBezTo>
                      <a:pt x="5120" y="713"/>
                      <a:pt x="5113" y="719"/>
                      <a:pt x="5109" y="725"/>
                    </a:cubicBezTo>
                    <a:cubicBezTo>
                      <a:pt x="5103" y="733"/>
                      <a:pt x="5103" y="735"/>
                      <a:pt x="5101" y="735"/>
                    </a:cubicBezTo>
                    <a:cubicBezTo>
                      <a:pt x="5099" y="738"/>
                      <a:pt x="5068" y="789"/>
                      <a:pt x="5025" y="830"/>
                    </a:cubicBezTo>
                    <a:cubicBezTo>
                      <a:pt x="5003" y="852"/>
                      <a:pt x="4980" y="868"/>
                      <a:pt x="4966" y="881"/>
                    </a:cubicBezTo>
                    <a:cubicBezTo>
                      <a:pt x="4948" y="893"/>
                      <a:pt x="4937" y="899"/>
                      <a:pt x="4937" y="899"/>
                    </a:cubicBezTo>
                    <a:lnTo>
                      <a:pt x="4725" y="1022"/>
                    </a:lnTo>
                    <a:lnTo>
                      <a:pt x="4512" y="1145"/>
                    </a:lnTo>
                    <a:lnTo>
                      <a:pt x="4301" y="1267"/>
                    </a:lnTo>
                    <a:lnTo>
                      <a:pt x="4088" y="1390"/>
                    </a:lnTo>
                    <a:lnTo>
                      <a:pt x="3876" y="1513"/>
                    </a:lnTo>
                    <a:lnTo>
                      <a:pt x="3663" y="1636"/>
                    </a:lnTo>
                    <a:lnTo>
                      <a:pt x="3452" y="1758"/>
                    </a:lnTo>
                    <a:lnTo>
                      <a:pt x="3239" y="1881"/>
                    </a:lnTo>
                    <a:lnTo>
                      <a:pt x="3027" y="2004"/>
                    </a:lnTo>
                    <a:lnTo>
                      <a:pt x="2814" y="2127"/>
                    </a:lnTo>
                    <a:lnTo>
                      <a:pt x="2603" y="2249"/>
                    </a:lnTo>
                    <a:lnTo>
                      <a:pt x="2390" y="2372"/>
                    </a:lnTo>
                    <a:lnTo>
                      <a:pt x="2177" y="2495"/>
                    </a:lnTo>
                    <a:lnTo>
                      <a:pt x="1965" y="2618"/>
                    </a:lnTo>
                    <a:lnTo>
                      <a:pt x="1754" y="2740"/>
                    </a:lnTo>
                    <a:lnTo>
                      <a:pt x="1541" y="2863"/>
                    </a:lnTo>
                    <a:lnTo>
                      <a:pt x="1328" y="2986"/>
                    </a:lnTo>
                    <a:lnTo>
                      <a:pt x="1116" y="3109"/>
                    </a:lnTo>
                    <a:lnTo>
                      <a:pt x="905" y="3232"/>
                    </a:lnTo>
                    <a:lnTo>
                      <a:pt x="692" y="3354"/>
                    </a:lnTo>
                    <a:lnTo>
                      <a:pt x="479" y="3477"/>
                    </a:lnTo>
                    <a:cubicBezTo>
                      <a:pt x="477" y="3477"/>
                      <a:pt x="467" y="3485"/>
                      <a:pt x="447" y="3497"/>
                    </a:cubicBezTo>
                    <a:cubicBezTo>
                      <a:pt x="438" y="3502"/>
                      <a:pt x="430" y="3508"/>
                      <a:pt x="420" y="3512"/>
                    </a:cubicBezTo>
                    <a:cubicBezTo>
                      <a:pt x="406" y="3522"/>
                      <a:pt x="387" y="3530"/>
                      <a:pt x="375" y="3538"/>
                    </a:cubicBezTo>
                    <a:cubicBezTo>
                      <a:pt x="353" y="3551"/>
                      <a:pt x="332" y="3559"/>
                      <a:pt x="314" y="3563"/>
                    </a:cubicBezTo>
                    <a:cubicBezTo>
                      <a:pt x="305" y="3567"/>
                      <a:pt x="297" y="3567"/>
                      <a:pt x="293" y="3569"/>
                    </a:cubicBezTo>
                    <a:cubicBezTo>
                      <a:pt x="287" y="3571"/>
                      <a:pt x="285" y="3571"/>
                      <a:pt x="285" y="3571"/>
                    </a:cubicBezTo>
                    <a:cubicBezTo>
                      <a:pt x="284" y="3571"/>
                      <a:pt x="277" y="3572"/>
                      <a:pt x="267" y="3572"/>
                    </a:cubicBezTo>
                    <a:cubicBezTo>
                      <a:pt x="252" y="3572"/>
                      <a:pt x="230" y="3570"/>
                      <a:pt x="211" y="3559"/>
                    </a:cubicBezTo>
                    <a:cubicBezTo>
                      <a:pt x="193" y="3551"/>
                      <a:pt x="183" y="3538"/>
                      <a:pt x="172" y="3528"/>
                    </a:cubicBezTo>
                    <a:cubicBezTo>
                      <a:pt x="168" y="3520"/>
                      <a:pt x="164" y="3516"/>
                      <a:pt x="162" y="3512"/>
                    </a:cubicBezTo>
                    <a:cubicBezTo>
                      <a:pt x="160" y="3510"/>
                      <a:pt x="160" y="3506"/>
                      <a:pt x="160" y="3506"/>
                    </a:cubicBezTo>
                    <a:cubicBezTo>
                      <a:pt x="160" y="3506"/>
                      <a:pt x="154" y="3497"/>
                      <a:pt x="150" y="3481"/>
                    </a:cubicBezTo>
                    <a:cubicBezTo>
                      <a:pt x="144" y="3467"/>
                      <a:pt x="142" y="3446"/>
                      <a:pt x="142" y="3418"/>
                    </a:cubicBezTo>
                    <a:lnTo>
                      <a:pt x="142" y="3295"/>
                    </a:lnTo>
                    <a:lnTo>
                      <a:pt x="142" y="3174"/>
                    </a:lnTo>
                    <a:cubicBezTo>
                      <a:pt x="142" y="3150"/>
                      <a:pt x="148" y="3123"/>
                      <a:pt x="152" y="3103"/>
                    </a:cubicBezTo>
                    <a:cubicBezTo>
                      <a:pt x="154" y="3092"/>
                      <a:pt x="158" y="3086"/>
                      <a:pt x="160" y="3078"/>
                    </a:cubicBezTo>
                    <a:cubicBezTo>
                      <a:pt x="162" y="3070"/>
                      <a:pt x="162" y="3068"/>
                      <a:pt x="162" y="3068"/>
                    </a:cubicBezTo>
                    <a:cubicBezTo>
                      <a:pt x="164" y="3066"/>
                      <a:pt x="181" y="3011"/>
                      <a:pt x="215" y="2959"/>
                    </a:cubicBezTo>
                    <a:cubicBezTo>
                      <a:pt x="234" y="2935"/>
                      <a:pt x="252" y="2908"/>
                      <a:pt x="267" y="2894"/>
                    </a:cubicBezTo>
                    <a:cubicBezTo>
                      <a:pt x="275" y="2886"/>
                      <a:pt x="283" y="2878"/>
                      <a:pt x="285" y="2873"/>
                    </a:cubicBezTo>
                    <a:lnTo>
                      <a:pt x="293" y="2865"/>
                    </a:lnTo>
                    <a:lnTo>
                      <a:pt x="301" y="2857"/>
                    </a:lnTo>
                    <a:cubicBezTo>
                      <a:pt x="305" y="2853"/>
                      <a:pt x="314" y="2847"/>
                      <a:pt x="322" y="2841"/>
                    </a:cubicBezTo>
                    <a:cubicBezTo>
                      <a:pt x="336" y="2824"/>
                      <a:pt x="359" y="2810"/>
                      <a:pt x="383" y="2796"/>
                    </a:cubicBezTo>
                    <a:cubicBezTo>
                      <a:pt x="436" y="2765"/>
                      <a:pt x="485" y="2738"/>
                      <a:pt x="488" y="2734"/>
                    </a:cubicBezTo>
                    <a:lnTo>
                      <a:pt x="700" y="2612"/>
                    </a:lnTo>
                    <a:lnTo>
                      <a:pt x="911" y="2489"/>
                    </a:lnTo>
                    <a:lnTo>
                      <a:pt x="1124" y="2366"/>
                    </a:lnTo>
                    <a:lnTo>
                      <a:pt x="1337" y="2243"/>
                    </a:lnTo>
                    <a:lnTo>
                      <a:pt x="1549" y="2121"/>
                    </a:lnTo>
                    <a:lnTo>
                      <a:pt x="1760" y="1998"/>
                    </a:lnTo>
                    <a:lnTo>
                      <a:pt x="1973" y="1875"/>
                    </a:lnTo>
                    <a:lnTo>
                      <a:pt x="2186" y="1752"/>
                    </a:lnTo>
                    <a:lnTo>
                      <a:pt x="2398" y="1630"/>
                    </a:lnTo>
                    <a:lnTo>
                      <a:pt x="2609" y="1507"/>
                    </a:lnTo>
                    <a:lnTo>
                      <a:pt x="2822" y="1384"/>
                    </a:lnTo>
                    <a:lnTo>
                      <a:pt x="3035" y="1261"/>
                    </a:lnTo>
                    <a:lnTo>
                      <a:pt x="3247" y="1139"/>
                    </a:lnTo>
                    <a:lnTo>
                      <a:pt x="3458" y="1016"/>
                    </a:lnTo>
                    <a:lnTo>
                      <a:pt x="3671" y="893"/>
                    </a:lnTo>
                    <a:lnTo>
                      <a:pt x="3884" y="770"/>
                    </a:lnTo>
                    <a:lnTo>
                      <a:pt x="4097" y="647"/>
                    </a:lnTo>
                    <a:lnTo>
                      <a:pt x="4309" y="525"/>
                    </a:lnTo>
                    <a:lnTo>
                      <a:pt x="4520" y="402"/>
                    </a:lnTo>
                    <a:lnTo>
                      <a:pt x="4733" y="279"/>
                    </a:lnTo>
                    <a:cubicBezTo>
                      <a:pt x="4735" y="277"/>
                      <a:pt x="4786" y="249"/>
                      <a:pt x="4837" y="218"/>
                    </a:cubicBezTo>
                    <a:cubicBezTo>
                      <a:pt x="4889" y="189"/>
                      <a:pt x="4937" y="160"/>
                      <a:pt x="4940" y="160"/>
                    </a:cubicBezTo>
                    <a:lnTo>
                      <a:pt x="4940" y="160"/>
                    </a:lnTo>
                    <a:cubicBezTo>
                      <a:pt x="4940" y="160"/>
                      <a:pt x="4940" y="160"/>
                      <a:pt x="4939" y="161"/>
                    </a:cubicBezTo>
                    <a:cubicBezTo>
                      <a:pt x="4944" y="156"/>
                      <a:pt x="4987" y="134"/>
                      <a:pt x="5027" y="132"/>
                    </a:cubicBezTo>
                    <a:cubicBezTo>
                      <a:pt x="5033" y="131"/>
                      <a:pt x="5038" y="131"/>
                      <a:pt x="5044" y="131"/>
                    </a:cubicBezTo>
                    <a:close/>
                    <a:moveTo>
                      <a:pt x="5093" y="1"/>
                    </a:moveTo>
                    <a:cubicBezTo>
                      <a:pt x="5093" y="1"/>
                      <a:pt x="5081" y="3"/>
                      <a:pt x="5070" y="3"/>
                    </a:cubicBezTo>
                    <a:cubicBezTo>
                      <a:pt x="5058" y="7"/>
                      <a:pt x="5048" y="9"/>
                      <a:pt x="5046" y="9"/>
                    </a:cubicBezTo>
                    <a:cubicBezTo>
                      <a:pt x="5040" y="11"/>
                      <a:pt x="5036" y="11"/>
                      <a:pt x="5029" y="13"/>
                    </a:cubicBezTo>
                    <a:cubicBezTo>
                      <a:pt x="5009" y="28"/>
                      <a:pt x="4995" y="50"/>
                      <a:pt x="4991" y="71"/>
                    </a:cubicBezTo>
                    <a:lnTo>
                      <a:pt x="4987" y="95"/>
                    </a:lnTo>
                    <a:cubicBezTo>
                      <a:pt x="4987" y="95"/>
                      <a:pt x="4976" y="101"/>
                      <a:pt x="4966" y="103"/>
                    </a:cubicBezTo>
                    <a:lnTo>
                      <a:pt x="4946" y="114"/>
                    </a:lnTo>
                    <a:cubicBezTo>
                      <a:pt x="4946" y="114"/>
                      <a:pt x="4937" y="120"/>
                      <a:pt x="4927" y="124"/>
                    </a:cubicBezTo>
                    <a:cubicBezTo>
                      <a:pt x="4925" y="126"/>
                      <a:pt x="4925" y="126"/>
                      <a:pt x="4923" y="126"/>
                    </a:cubicBezTo>
                    <a:cubicBezTo>
                      <a:pt x="4913" y="134"/>
                      <a:pt x="4903" y="140"/>
                      <a:pt x="4899" y="140"/>
                    </a:cubicBezTo>
                    <a:lnTo>
                      <a:pt x="4899" y="116"/>
                    </a:lnTo>
                    <a:cubicBezTo>
                      <a:pt x="4899" y="98"/>
                      <a:pt x="4890" y="88"/>
                      <a:pt x="4877" y="88"/>
                    </a:cubicBezTo>
                    <a:cubicBezTo>
                      <a:pt x="4871" y="88"/>
                      <a:pt x="4865" y="90"/>
                      <a:pt x="4858" y="93"/>
                    </a:cubicBezTo>
                    <a:lnTo>
                      <a:pt x="4815" y="120"/>
                    </a:lnTo>
                    <a:cubicBezTo>
                      <a:pt x="4792" y="132"/>
                      <a:pt x="4774" y="163"/>
                      <a:pt x="4774" y="187"/>
                    </a:cubicBezTo>
                    <a:lnTo>
                      <a:pt x="4774" y="212"/>
                    </a:lnTo>
                    <a:lnTo>
                      <a:pt x="4731" y="236"/>
                    </a:lnTo>
                    <a:lnTo>
                      <a:pt x="4688" y="263"/>
                    </a:lnTo>
                    <a:lnTo>
                      <a:pt x="4688" y="238"/>
                    </a:lnTo>
                    <a:cubicBezTo>
                      <a:pt x="4688" y="221"/>
                      <a:pt x="4678" y="211"/>
                      <a:pt x="4665" y="211"/>
                    </a:cubicBezTo>
                    <a:cubicBezTo>
                      <a:pt x="4660" y="211"/>
                      <a:pt x="4653" y="212"/>
                      <a:pt x="4647" y="216"/>
                    </a:cubicBezTo>
                    <a:lnTo>
                      <a:pt x="4602" y="242"/>
                    </a:lnTo>
                    <a:cubicBezTo>
                      <a:pt x="4579" y="255"/>
                      <a:pt x="4561" y="285"/>
                      <a:pt x="4561" y="310"/>
                    </a:cubicBezTo>
                    <a:lnTo>
                      <a:pt x="4561" y="334"/>
                    </a:lnTo>
                    <a:lnTo>
                      <a:pt x="4518" y="359"/>
                    </a:lnTo>
                    <a:lnTo>
                      <a:pt x="4475" y="386"/>
                    </a:lnTo>
                    <a:lnTo>
                      <a:pt x="4475" y="361"/>
                    </a:lnTo>
                    <a:cubicBezTo>
                      <a:pt x="4475" y="344"/>
                      <a:pt x="4466" y="333"/>
                      <a:pt x="4452" y="333"/>
                    </a:cubicBezTo>
                    <a:cubicBezTo>
                      <a:pt x="4447" y="333"/>
                      <a:pt x="4441" y="335"/>
                      <a:pt x="4434" y="339"/>
                    </a:cubicBezTo>
                    <a:lnTo>
                      <a:pt x="4387" y="365"/>
                    </a:lnTo>
                    <a:cubicBezTo>
                      <a:pt x="4365" y="377"/>
                      <a:pt x="4346" y="408"/>
                      <a:pt x="4346" y="433"/>
                    </a:cubicBezTo>
                    <a:lnTo>
                      <a:pt x="4346" y="457"/>
                    </a:lnTo>
                    <a:lnTo>
                      <a:pt x="4303" y="482"/>
                    </a:lnTo>
                    <a:lnTo>
                      <a:pt x="4260" y="508"/>
                    </a:lnTo>
                    <a:lnTo>
                      <a:pt x="4260" y="484"/>
                    </a:lnTo>
                    <a:cubicBezTo>
                      <a:pt x="4260" y="466"/>
                      <a:pt x="4251" y="456"/>
                      <a:pt x="4237" y="456"/>
                    </a:cubicBezTo>
                    <a:cubicBezTo>
                      <a:pt x="4232" y="456"/>
                      <a:pt x="4226" y="458"/>
                      <a:pt x="4219" y="461"/>
                    </a:cubicBezTo>
                    <a:lnTo>
                      <a:pt x="4172" y="488"/>
                    </a:lnTo>
                    <a:cubicBezTo>
                      <a:pt x="4150" y="500"/>
                      <a:pt x="4131" y="531"/>
                      <a:pt x="4131" y="555"/>
                    </a:cubicBezTo>
                    <a:lnTo>
                      <a:pt x="4131" y="580"/>
                    </a:lnTo>
                    <a:lnTo>
                      <a:pt x="4088" y="605"/>
                    </a:lnTo>
                    <a:lnTo>
                      <a:pt x="4045" y="631"/>
                    </a:lnTo>
                    <a:lnTo>
                      <a:pt x="4045" y="607"/>
                    </a:lnTo>
                    <a:cubicBezTo>
                      <a:pt x="4045" y="589"/>
                      <a:pt x="4036" y="579"/>
                      <a:pt x="4023" y="579"/>
                    </a:cubicBezTo>
                    <a:cubicBezTo>
                      <a:pt x="4017" y="579"/>
                      <a:pt x="4011" y="581"/>
                      <a:pt x="4004" y="584"/>
                    </a:cubicBezTo>
                    <a:lnTo>
                      <a:pt x="3962" y="611"/>
                    </a:lnTo>
                    <a:cubicBezTo>
                      <a:pt x="3937" y="623"/>
                      <a:pt x="3921" y="654"/>
                      <a:pt x="3921" y="678"/>
                    </a:cubicBezTo>
                    <a:lnTo>
                      <a:pt x="3921" y="703"/>
                    </a:lnTo>
                    <a:lnTo>
                      <a:pt x="3876" y="727"/>
                    </a:lnTo>
                    <a:lnTo>
                      <a:pt x="3833" y="754"/>
                    </a:lnTo>
                    <a:lnTo>
                      <a:pt x="3833" y="729"/>
                    </a:lnTo>
                    <a:cubicBezTo>
                      <a:pt x="3833" y="712"/>
                      <a:pt x="3823" y="702"/>
                      <a:pt x="3810" y="702"/>
                    </a:cubicBezTo>
                    <a:cubicBezTo>
                      <a:pt x="3804" y="702"/>
                      <a:pt x="3798" y="703"/>
                      <a:pt x="3792" y="707"/>
                    </a:cubicBezTo>
                    <a:lnTo>
                      <a:pt x="3747" y="733"/>
                    </a:lnTo>
                    <a:cubicBezTo>
                      <a:pt x="3722" y="746"/>
                      <a:pt x="3704" y="776"/>
                      <a:pt x="3704" y="801"/>
                    </a:cubicBezTo>
                    <a:lnTo>
                      <a:pt x="3704" y="825"/>
                    </a:lnTo>
                    <a:lnTo>
                      <a:pt x="3661" y="850"/>
                    </a:lnTo>
                    <a:lnTo>
                      <a:pt x="3618" y="877"/>
                    </a:lnTo>
                    <a:lnTo>
                      <a:pt x="3618" y="852"/>
                    </a:lnTo>
                    <a:cubicBezTo>
                      <a:pt x="3618" y="835"/>
                      <a:pt x="3608" y="824"/>
                      <a:pt x="3595" y="824"/>
                    </a:cubicBezTo>
                    <a:cubicBezTo>
                      <a:pt x="3589" y="824"/>
                      <a:pt x="3583" y="826"/>
                      <a:pt x="3577" y="830"/>
                    </a:cubicBezTo>
                    <a:lnTo>
                      <a:pt x="3530" y="856"/>
                    </a:lnTo>
                    <a:cubicBezTo>
                      <a:pt x="3507" y="868"/>
                      <a:pt x="3489" y="899"/>
                      <a:pt x="3489" y="924"/>
                    </a:cubicBezTo>
                    <a:lnTo>
                      <a:pt x="3489" y="948"/>
                    </a:lnTo>
                    <a:lnTo>
                      <a:pt x="3446" y="973"/>
                    </a:lnTo>
                    <a:lnTo>
                      <a:pt x="3403" y="999"/>
                    </a:lnTo>
                    <a:lnTo>
                      <a:pt x="3403" y="975"/>
                    </a:lnTo>
                    <a:cubicBezTo>
                      <a:pt x="3403" y="957"/>
                      <a:pt x="3394" y="947"/>
                      <a:pt x="3380" y="947"/>
                    </a:cubicBezTo>
                    <a:cubicBezTo>
                      <a:pt x="3375" y="947"/>
                      <a:pt x="3369" y="949"/>
                      <a:pt x="3362" y="952"/>
                    </a:cubicBezTo>
                    <a:lnTo>
                      <a:pt x="3315" y="979"/>
                    </a:lnTo>
                    <a:cubicBezTo>
                      <a:pt x="3293" y="991"/>
                      <a:pt x="3274" y="1022"/>
                      <a:pt x="3274" y="1046"/>
                    </a:cubicBezTo>
                    <a:lnTo>
                      <a:pt x="3274" y="1071"/>
                    </a:lnTo>
                    <a:lnTo>
                      <a:pt x="3231" y="1096"/>
                    </a:lnTo>
                    <a:lnTo>
                      <a:pt x="3188" y="1122"/>
                    </a:lnTo>
                    <a:lnTo>
                      <a:pt x="3188" y="1098"/>
                    </a:lnTo>
                    <a:cubicBezTo>
                      <a:pt x="3188" y="1080"/>
                      <a:pt x="3179" y="1070"/>
                      <a:pt x="3165" y="1070"/>
                    </a:cubicBezTo>
                    <a:cubicBezTo>
                      <a:pt x="3160" y="1070"/>
                      <a:pt x="3154" y="1072"/>
                      <a:pt x="3147" y="1075"/>
                    </a:cubicBezTo>
                    <a:lnTo>
                      <a:pt x="3100" y="1102"/>
                    </a:lnTo>
                    <a:cubicBezTo>
                      <a:pt x="3078" y="1114"/>
                      <a:pt x="3059" y="1145"/>
                      <a:pt x="3059" y="1169"/>
                    </a:cubicBezTo>
                    <a:lnTo>
                      <a:pt x="3059" y="1194"/>
                    </a:lnTo>
                    <a:lnTo>
                      <a:pt x="3016" y="1218"/>
                    </a:lnTo>
                    <a:lnTo>
                      <a:pt x="2973" y="1245"/>
                    </a:lnTo>
                    <a:lnTo>
                      <a:pt x="2973" y="1220"/>
                    </a:lnTo>
                    <a:cubicBezTo>
                      <a:pt x="2973" y="1203"/>
                      <a:pt x="2964" y="1193"/>
                      <a:pt x="2950" y="1193"/>
                    </a:cubicBezTo>
                    <a:cubicBezTo>
                      <a:pt x="2945" y="1193"/>
                      <a:pt x="2939" y="1194"/>
                      <a:pt x="2932" y="1198"/>
                    </a:cubicBezTo>
                    <a:lnTo>
                      <a:pt x="2885" y="1224"/>
                    </a:lnTo>
                    <a:cubicBezTo>
                      <a:pt x="2863" y="1237"/>
                      <a:pt x="2844" y="1267"/>
                      <a:pt x="2844" y="1292"/>
                    </a:cubicBezTo>
                    <a:lnTo>
                      <a:pt x="2844" y="1317"/>
                    </a:lnTo>
                    <a:lnTo>
                      <a:pt x="2801" y="1341"/>
                    </a:lnTo>
                    <a:lnTo>
                      <a:pt x="2759" y="1368"/>
                    </a:lnTo>
                    <a:lnTo>
                      <a:pt x="2759" y="1343"/>
                    </a:lnTo>
                    <a:cubicBezTo>
                      <a:pt x="2759" y="1326"/>
                      <a:pt x="2749" y="1315"/>
                      <a:pt x="2736" y="1315"/>
                    </a:cubicBezTo>
                    <a:cubicBezTo>
                      <a:pt x="2730" y="1315"/>
                      <a:pt x="2724" y="1317"/>
                      <a:pt x="2718" y="1321"/>
                    </a:cubicBezTo>
                    <a:lnTo>
                      <a:pt x="2671" y="1347"/>
                    </a:lnTo>
                    <a:cubicBezTo>
                      <a:pt x="2648" y="1359"/>
                      <a:pt x="2630" y="1390"/>
                      <a:pt x="2630" y="1415"/>
                    </a:cubicBezTo>
                    <a:lnTo>
                      <a:pt x="2630" y="1439"/>
                    </a:lnTo>
                    <a:lnTo>
                      <a:pt x="2587" y="1464"/>
                    </a:lnTo>
                    <a:lnTo>
                      <a:pt x="2544" y="1490"/>
                    </a:lnTo>
                    <a:lnTo>
                      <a:pt x="2544" y="1466"/>
                    </a:lnTo>
                    <a:cubicBezTo>
                      <a:pt x="2544" y="1448"/>
                      <a:pt x="2534" y="1438"/>
                      <a:pt x="2521" y="1438"/>
                    </a:cubicBezTo>
                    <a:cubicBezTo>
                      <a:pt x="2515" y="1438"/>
                      <a:pt x="2509" y="1440"/>
                      <a:pt x="2503" y="1443"/>
                    </a:cubicBezTo>
                    <a:lnTo>
                      <a:pt x="2456" y="1470"/>
                    </a:lnTo>
                    <a:cubicBezTo>
                      <a:pt x="2433" y="1482"/>
                      <a:pt x="2415" y="1513"/>
                      <a:pt x="2415" y="1537"/>
                    </a:cubicBezTo>
                    <a:lnTo>
                      <a:pt x="2415" y="1562"/>
                    </a:lnTo>
                    <a:lnTo>
                      <a:pt x="2372" y="1587"/>
                    </a:lnTo>
                    <a:lnTo>
                      <a:pt x="2329" y="1613"/>
                    </a:lnTo>
                    <a:lnTo>
                      <a:pt x="2329" y="1589"/>
                    </a:lnTo>
                    <a:cubicBezTo>
                      <a:pt x="2329" y="1571"/>
                      <a:pt x="2320" y="1561"/>
                      <a:pt x="2306" y="1561"/>
                    </a:cubicBezTo>
                    <a:cubicBezTo>
                      <a:pt x="2301" y="1561"/>
                      <a:pt x="2294" y="1563"/>
                      <a:pt x="2288" y="1566"/>
                    </a:cubicBezTo>
                    <a:lnTo>
                      <a:pt x="2241" y="1593"/>
                    </a:lnTo>
                    <a:cubicBezTo>
                      <a:pt x="2218" y="1605"/>
                      <a:pt x="2200" y="1636"/>
                      <a:pt x="2200" y="1660"/>
                    </a:cubicBezTo>
                    <a:lnTo>
                      <a:pt x="2200" y="1685"/>
                    </a:lnTo>
                    <a:lnTo>
                      <a:pt x="2157" y="1709"/>
                    </a:lnTo>
                    <a:lnTo>
                      <a:pt x="2114" y="1736"/>
                    </a:lnTo>
                    <a:lnTo>
                      <a:pt x="2114" y="1711"/>
                    </a:lnTo>
                    <a:cubicBezTo>
                      <a:pt x="2114" y="1694"/>
                      <a:pt x="2105" y="1684"/>
                      <a:pt x="2091" y="1684"/>
                    </a:cubicBezTo>
                    <a:cubicBezTo>
                      <a:pt x="2086" y="1684"/>
                      <a:pt x="2080" y="1685"/>
                      <a:pt x="2073" y="1689"/>
                    </a:cubicBezTo>
                    <a:lnTo>
                      <a:pt x="2026" y="1715"/>
                    </a:lnTo>
                    <a:cubicBezTo>
                      <a:pt x="2004" y="1728"/>
                      <a:pt x="1985" y="1758"/>
                      <a:pt x="1985" y="1783"/>
                    </a:cubicBezTo>
                    <a:lnTo>
                      <a:pt x="1985" y="1808"/>
                    </a:lnTo>
                    <a:lnTo>
                      <a:pt x="1942" y="1832"/>
                    </a:lnTo>
                    <a:lnTo>
                      <a:pt x="1899" y="1859"/>
                    </a:lnTo>
                    <a:lnTo>
                      <a:pt x="1899" y="1834"/>
                    </a:lnTo>
                    <a:cubicBezTo>
                      <a:pt x="1899" y="1817"/>
                      <a:pt x="1890" y="1806"/>
                      <a:pt x="1876" y="1806"/>
                    </a:cubicBezTo>
                    <a:cubicBezTo>
                      <a:pt x="1871" y="1806"/>
                      <a:pt x="1865" y="1808"/>
                      <a:pt x="1858" y="1812"/>
                    </a:cubicBezTo>
                    <a:lnTo>
                      <a:pt x="1811" y="1838"/>
                    </a:lnTo>
                    <a:cubicBezTo>
                      <a:pt x="1789" y="1851"/>
                      <a:pt x="1770" y="1881"/>
                      <a:pt x="1770" y="1906"/>
                    </a:cubicBezTo>
                    <a:lnTo>
                      <a:pt x="1770" y="1930"/>
                    </a:lnTo>
                    <a:lnTo>
                      <a:pt x="1727" y="1955"/>
                    </a:lnTo>
                    <a:lnTo>
                      <a:pt x="1684" y="1981"/>
                    </a:lnTo>
                    <a:lnTo>
                      <a:pt x="1684" y="1957"/>
                    </a:lnTo>
                    <a:cubicBezTo>
                      <a:pt x="1684" y="1939"/>
                      <a:pt x="1675" y="1929"/>
                      <a:pt x="1662" y="1929"/>
                    </a:cubicBezTo>
                    <a:cubicBezTo>
                      <a:pt x="1656" y="1929"/>
                      <a:pt x="1650" y="1931"/>
                      <a:pt x="1643" y="1934"/>
                    </a:cubicBezTo>
                    <a:lnTo>
                      <a:pt x="1596" y="1961"/>
                    </a:lnTo>
                    <a:cubicBezTo>
                      <a:pt x="1574" y="1973"/>
                      <a:pt x="1556" y="2004"/>
                      <a:pt x="1556" y="2028"/>
                    </a:cubicBezTo>
                    <a:lnTo>
                      <a:pt x="1556" y="2053"/>
                    </a:lnTo>
                    <a:lnTo>
                      <a:pt x="1513" y="2078"/>
                    </a:lnTo>
                    <a:lnTo>
                      <a:pt x="1470" y="2104"/>
                    </a:lnTo>
                    <a:lnTo>
                      <a:pt x="1470" y="2080"/>
                    </a:lnTo>
                    <a:cubicBezTo>
                      <a:pt x="1470" y="2062"/>
                      <a:pt x="1460" y="2052"/>
                      <a:pt x="1447" y="2052"/>
                    </a:cubicBezTo>
                    <a:cubicBezTo>
                      <a:pt x="1441" y="2052"/>
                      <a:pt x="1435" y="2054"/>
                      <a:pt x="1429" y="2057"/>
                    </a:cubicBezTo>
                    <a:lnTo>
                      <a:pt x="1386" y="2084"/>
                    </a:lnTo>
                    <a:cubicBezTo>
                      <a:pt x="1361" y="2096"/>
                      <a:pt x="1345" y="2127"/>
                      <a:pt x="1345" y="2151"/>
                    </a:cubicBezTo>
                    <a:lnTo>
                      <a:pt x="1345" y="2176"/>
                    </a:lnTo>
                    <a:lnTo>
                      <a:pt x="1300" y="2200"/>
                    </a:lnTo>
                    <a:lnTo>
                      <a:pt x="1257" y="2227"/>
                    </a:lnTo>
                    <a:lnTo>
                      <a:pt x="1257" y="2202"/>
                    </a:lnTo>
                    <a:cubicBezTo>
                      <a:pt x="1257" y="2185"/>
                      <a:pt x="1247" y="2175"/>
                      <a:pt x="1234" y="2175"/>
                    </a:cubicBezTo>
                    <a:cubicBezTo>
                      <a:pt x="1229" y="2175"/>
                      <a:pt x="1222" y="2176"/>
                      <a:pt x="1216" y="2180"/>
                    </a:cubicBezTo>
                    <a:lnTo>
                      <a:pt x="1173" y="2206"/>
                    </a:lnTo>
                    <a:cubicBezTo>
                      <a:pt x="1150" y="2219"/>
                      <a:pt x="1132" y="2249"/>
                      <a:pt x="1132" y="2274"/>
                    </a:cubicBezTo>
                    <a:lnTo>
                      <a:pt x="1132" y="2299"/>
                    </a:lnTo>
                    <a:lnTo>
                      <a:pt x="1089" y="2323"/>
                    </a:lnTo>
                    <a:lnTo>
                      <a:pt x="1044" y="2350"/>
                    </a:lnTo>
                    <a:lnTo>
                      <a:pt x="1044" y="2325"/>
                    </a:lnTo>
                    <a:cubicBezTo>
                      <a:pt x="1044" y="2308"/>
                      <a:pt x="1036" y="2297"/>
                      <a:pt x="1022" y="2297"/>
                    </a:cubicBezTo>
                    <a:cubicBezTo>
                      <a:pt x="1017" y="2297"/>
                      <a:pt x="1010" y="2299"/>
                      <a:pt x="1003" y="2303"/>
                    </a:cubicBezTo>
                    <a:lnTo>
                      <a:pt x="960" y="2329"/>
                    </a:lnTo>
                    <a:cubicBezTo>
                      <a:pt x="938" y="2342"/>
                      <a:pt x="919" y="2372"/>
                      <a:pt x="919" y="2397"/>
                    </a:cubicBezTo>
                    <a:lnTo>
                      <a:pt x="919" y="2421"/>
                    </a:lnTo>
                    <a:lnTo>
                      <a:pt x="876" y="2446"/>
                    </a:lnTo>
                    <a:lnTo>
                      <a:pt x="833" y="2472"/>
                    </a:lnTo>
                    <a:lnTo>
                      <a:pt x="833" y="2448"/>
                    </a:lnTo>
                    <a:cubicBezTo>
                      <a:pt x="833" y="2430"/>
                      <a:pt x="824" y="2420"/>
                      <a:pt x="810" y="2420"/>
                    </a:cubicBezTo>
                    <a:cubicBezTo>
                      <a:pt x="805" y="2420"/>
                      <a:pt x="799" y="2422"/>
                      <a:pt x="792" y="2425"/>
                    </a:cubicBezTo>
                    <a:lnTo>
                      <a:pt x="747" y="2452"/>
                    </a:lnTo>
                    <a:cubicBezTo>
                      <a:pt x="725" y="2464"/>
                      <a:pt x="706" y="2495"/>
                      <a:pt x="706" y="2520"/>
                    </a:cubicBezTo>
                    <a:lnTo>
                      <a:pt x="706" y="2544"/>
                    </a:lnTo>
                    <a:lnTo>
                      <a:pt x="663" y="2569"/>
                    </a:lnTo>
                    <a:lnTo>
                      <a:pt x="621" y="2595"/>
                    </a:lnTo>
                    <a:lnTo>
                      <a:pt x="621" y="2571"/>
                    </a:lnTo>
                    <a:cubicBezTo>
                      <a:pt x="621" y="2553"/>
                      <a:pt x="611" y="2543"/>
                      <a:pt x="598" y="2543"/>
                    </a:cubicBezTo>
                    <a:cubicBezTo>
                      <a:pt x="592" y="2543"/>
                      <a:pt x="586" y="2545"/>
                      <a:pt x="580" y="2548"/>
                    </a:cubicBezTo>
                    <a:lnTo>
                      <a:pt x="533" y="2575"/>
                    </a:lnTo>
                    <a:cubicBezTo>
                      <a:pt x="510" y="2587"/>
                      <a:pt x="492" y="2618"/>
                      <a:pt x="492" y="2642"/>
                    </a:cubicBezTo>
                    <a:lnTo>
                      <a:pt x="492" y="2667"/>
                    </a:lnTo>
                    <a:lnTo>
                      <a:pt x="449" y="2691"/>
                    </a:lnTo>
                    <a:lnTo>
                      <a:pt x="406" y="2718"/>
                    </a:lnTo>
                    <a:lnTo>
                      <a:pt x="406" y="2693"/>
                    </a:lnTo>
                    <a:cubicBezTo>
                      <a:pt x="406" y="2676"/>
                      <a:pt x="396" y="2666"/>
                      <a:pt x="383" y="2666"/>
                    </a:cubicBezTo>
                    <a:cubicBezTo>
                      <a:pt x="377" y="2666"/>
                      <a:pt x="371" y="2667"/>
                      <a:pt x="365" y="2671"/>
                    </a:cubicBezTo>
                    <a:cubicBezTo>
                      <a:pt x="365" y="2671"/>
                      <a:pt x="353" y="2679"/>
                      <a:pt x="342" y="2683"/>
                    </a:cubicBezTo>
                    <a:lnTo>
                      <a:pt x="316" y="2700"/>
                    </a:lnTo>
                    <a:cubicBezTo>
                      <a:pt x="291" y="2718"/>
                      <a:pt x="273" y="2751"/>
                      <a:pt x="277" y="2773"/>
                    </a:cubicBezTo>
                    <a:lnTo>
                      <a:pt x="283" y="2794"/>
                    </a:lnTo>
                    <a:cubicBezTo>
                      <a:pt x="283" y="2794"/>
                      <a:pt x="273" y="2804"/>
                      <a:pt x="262" y="2812"/>
                    </a:cubicBezTo>
                    <a:cubicBezTo>
                      <a:pt x="252" y="2822"/>
                      <a:pt x="242" y="2831"/>
                      <a:pt x="242" y="2833"/>
                    </a:cubicBezTo>
                    <a:lnTo>
                      <a:pt x="203" y="2873"/>
                    </a:lnTo>
                    <a:lnTo>
                      <a:pt x="193" y="2857"/>
                    </a:lnTo>
                    <a:cubicBezTo>
                      <a:pt x="188" y="2851"/>
                      <a:pt x="182" y="2848"/>
                      <a:pt x="175" y="2848"/>
                    </a:cubicBezTo>
                    <a:cubicBezTo>
                      <a:pt x="170" y="2848"/>
                      <a:pt x="165" y="2850"/>
                      <a:pt x="160" y="2853"/>
                    </a:cubicBezTo>
                    <a:cubicBezTo>
                      <a:pt x="150" y="2857"/>
                      <a:pt x="142" y="2865"/>
                      <a:pt x="134" y="2878"/>
                    </a:cubicBezTo>
                    <a:lnTo>
                      <a:pt x="93" y="2939"/>
                    </a:lnTo>
                    <a:cubicBezTo>
                      <a:pt x="72" y="2974"/>
                      <a:pt x="76" y="3004"/>
                      <a:pt x="97" y="3006"/>
                    </a:cubicBezTo>
                    <a:lnTo>
                      <a:pt x="113" y="3011"/>
                    </a:lnTo>
                    <a:cubicBezTo>
                      <a:pt x="113" y="3015"/>
                      <a:pt x="109" y="3025"/>
                      <a:pt x="101" y="3037"/>
                    </a:cubicBezTo>
                    <a:cubicBezTo>
                      <a:pt x="97" y="3049"/>
                      <a:pt x="91" y="3062"/>
                      <a:pt x="91" y="3066"/>
                    </a:cubicBezTo>
                    <a:lnTo>
                      <a:pt x="76" y="3117"/>
                    </a:lnTo>
                    <a:lnTo>
                      <a:pt x="56" y="3121"/>
                    </a:lnTo>
                    <a:cubicBezTo>
                      <a:pt x="50" y="3123"/>
                      <a:pt x="48" y="3123"/>
                      <a:pt x="46" y="3127"/>
                    </a:cubicBezTo>
                    <a:cubicBezTo>
                      <a:pt x="27" y="3137"/>
                      <a:pt x="9" y="3164"/>
                      <a:pt x="7" y="3193"/>
                    </a:cubicBezTo>
                    <a:cubicBezTo>
                      <a:pt x="7" y="3195"/>
                      <a:pt x="7" y="3209"/>
                      <a:pt x="5" y="3223"/>
                    </a:cubicBezTo>
                    <a:cubicBezTo>
                      <a:pt x="1" y="3240"/>
                      <a:pt x="5" y="3250"/>
                      <a:pt x="5" y="3252"/>
                    </a:cubicBezTo>
                    <a:cubicBezTo>
                      <a:pt x="5" y="3269"/>
                      <a:pt x="13" y="3280"/>
                      <a:pt x="27" y="3280"/>
                    </a:cubicBezTo>
                    <a:cubicBezTo>
                      <a:pt x="32" y="3280"/>
                      <a:pt x="39" y="3278"/>
                      <a:pt x="46" y="3274"/>
                    </a:cubicBezTo>
                    <a:lnTo>
                      <a:pt x="66" y="3262"/>
                    </a:lnTo>
                    <a:lnTo>
                      <a:pt x="66" y="3313"/>
                    </a:lnTo>
                    <a:lnTo>
                      <a:pt x="66" y="3364"/>
                    </a:lnTo>
                    <a:lnTo>
                      <a:pt x="46" y="3377"/>
                    </a:lnTo>
                    <a:cubicBezTo>
                      <a:pt x="21" y="3389"/>
                      <a:pt x="5" y="3420"/>
                      <a:pt x="5" y="3446"/>
                    </a:cubicBezTo>
                    <a:lnTo>
                      <a:pt x="5" y="3471"/>
                    </a:lnTo>
                    <a:cubicBezTo>
                      <a:pt x="5" y="3485"/>
                      <a:pt x="7" y="3500"/>
                      <a:pt x="7" y="3500"/>
                    </a:cubicBezTo>
                    <a:cubicBezTo>
                      <a:pt x="8" y="3519"/>
                      <a:pt x="19" y="3530"/>
                      <a:pt x="32" y="3530"/>
                    </a:cubicBezTo>
                    <a:cubicBezTo>
                      <a:pt x="36" y="3530"/>
                      <a:pt x="41" y="3529"/>
                      <a:pt x="46" y="3526"/>
                    </a:cubicBezTo>
                    <a:lnTo>
                      <a:pt x="52" y="3518"/>
                    </a:lnTo>
                    <a:lnTo>
                      <a:pt x="72" y="3500"/>
                    </a:lnTo>
                    <a:lnTo>
                      <a:pt x="78" y="3520"/>
                    </a:lnTo>
                    <a:cubicBezTo>
                      <a:pt x="82" y="3530"/>
                      <a:pt x="87" y="3538"/>
                      <a:pt x="87" y="3538"/>
                    </a:cubicBezTo>
                    <a:lnTo>
                      <a:pt x="107" y="3569"/>
                    </a:lnTo>
                    <a:lnTo>
                      <a:pt x="89" y="3592"/>
                    </a:lnTo>
                    <a:cubicBezTo>
                      <a:pt x="68" y="3618"/>
                      <a:pt x="66" y="3651"/>
                      <a:pt x="82" y="3663"/>
                    </a:cubicBezTo>
                    <a:cubicBezTo>
                      <a:pt x="82" y="3663"/>
                      <a:pt x="93" y="3669"/>
                      <a:pt x="101" y="3675"/>
                    </a:cubicBezTo>
                    <a:cubicBezTo>
                      <a:pt x="111" y="3682"/>
                      <a:pt x="121" y="3684"/>
                      <a:pt x="121" y="3684"/>
                    </a:cubicBezTo>
                    <a:cubicBezTo>
                      <a:pt x="125" y="3684"/>
                      <a:pt x="129" y="3685"/>
                      <a:pt x="132" y="3685"/>
                    </a:cubicBezTo>
                    <a:cubicBezTo>
                      <a:pt x="138" y="3685"/>
                      <a:pt x="143" y="3683"/>
                      <a:pt x="150" y="3680"/>
                    </a:cubicBezTo>
                    <a:cubicBezTo>
                      <a:pt x="162" y="3671"/>
                      <a:pt x="175" y="3655"/>
                      <a:pt x="181" y="3641"/>
                    </a:cubicBezTo>
                    <a:lnTo>
                      <a:pt x="191" y="3614"/>
                    </a:lnTo>
                    <a:cubicBezTo>
                      <a:pt x="191" y="3614"/>
                      <a:pt x="201" y="3618"/>
                      <a:pt x="209" y="3618"/>
                    </a:cubicBezTo>
                    <a:cubicBezTo>
                      <a:pt x="215" y="3618"/>
                      <a:pt x="226" y="3614"/>
                      <a:pt x="230" y="3614"/>
                    </a:cubicBezTo>
                    <a:lnTo>
                      <a:pt x="271" y="3608"/>
                    </a:lnTo>
                    <a:lnTo>
                      <a:pt x="271" y="3608"/>
                    </a:lnTo>
                    <a:lnTo>
                      <a:pt x="265" y="3633"/>
                    </a:lnTo>
                    <a:cubicBezTo>
                      <a:pt x="261" y="3654"/>
                      <a:pt x="269" y="3670"/>
                      <a:pt x="285" y="3670"/>
                    </a:cubicBezTo>
                    <a:cubicBezTo>
                      <a:pt x="289" y="3670"/>
                      <a:pt x="295" y="3669"/>
                      <a:pt x="301" y="3665"/>
                    </a:cubicBezTo>
                    <a:lnTo>
                      <a:pt x="348" y="3641"/>
                    </a:lnTo>
                    <a:cubicBezTo>
                      <a:pt x="373" y="3628"/>
                      <a:pt x="389" y="3598"/>
                      <a:pt x="389" y="3571"/>
                    </a:cubicBezTo>
                    <a:lnTo>
                      <a:pt x="389" y="3549"/>
                    </a:lnTo>
                    <a:lnTo>
                      <a:pt x="434" y="3522"/>
                    </a:lnTo>
                    <a:lnTo>
                      <a:pt x="477" y="3497"/>
                    </a:lnTo>
                    <a:lnTo>
                      <a:pt x="477" y="3520"/>
                    </a:lnTo>
                    <a:cubicBezTo>
                      <a:pt x="477" y="3538"/>
                      <a:pt x="486" y="3549"/>
                      <a:pt x="499" y="3549"/>
                    </a:cubicBezTo>
                    <a:cubicBezTo>
                      <a:pt x="505" y="3549"/>
                      <a:pt x="511" y="3547"/>
                      <a:pt x="518" y="3542"/>
                    </a:cubicBezTo>
                    <a:lnTo>
                      <a:pt x="561" y="3518"/>
                    </a:lnTo>
                    <a:cubicBezTo>
                      <a:pt x="584" y="3506"/>
                      <a:pt x="602" y="3475"/>
                      <a:pt x="602" y="3448"/>
                    </a:cubicBezTo>
                    <a:lnTo>
                      <a:pt x="602" y="3426"/>
                    </a:lnTo>
                    <a:lnTo>
                      <a:pt x="645" y="3399"/>
                    </a:lnTo>
                    <a:lnTo>
                      <a:pt x="690" y="3375"/>
                    </a:lnTo>
                    <a:lnTo>
                      <a:pt x="690" y="3397"/>
                    </a:lnTo>
                    <a:cubicBezTo>
                      <a:pt x="690" y="3416"/>
                      <a:pt x="698" y="3426"/>
                      <a:pt x="711" y="3426"/>
                    </a:cubicBezTo>
                    <a:cubicBezTo>
                      <a:pt x="717" y="3426"/>
                      <a:pt x="723" y="3424"/>
                      <a:pt x="731" y="3420"/>
                    </a:cubicBezTo>
                    <a:lnTo>
                      <a:pt x="776" y="3395"/>
                    </a:lnTo>
                    <a:cubicBezTo>
                      <a:pt x="799" y="3383"/>
                      <a:pt x="817" y="3352"/>
                      <a:pt x="817" y="3326"/>
                    </a:cubicBezTo>
                    <a:lnTo>
                      <a:pt x="817" y="3303"/>
                    </a:lnTo>
                    <a:lnTo>
                      <a:pt x="860" y="3277"/>
                    </a:lnTo>
                    <a:lnTo>
                      <a:pt x="905" y="3252"/>
                    </a:lnTo>
                    <a:lnTo>
                      <a:pt x="905" y="3274"/>
                    </a:lnTo>
                    <a:cubicBezTo>
                      <a:pt x="905" y="3293"/>
                      <a:pt x="913" y="3303"/>
                      <a:pt x="926" y="3303"/>
                    </a:cubicBezTo>
                    <a:cubicBezTo>
                      <a:pt x="932" y="3303"/>
                      <a:pt x="938" y="3301"/>
                      <a:pt x="946" y="3297"/>
                    </a:cubicBezTo>
                    <a:lnTo>
                      <a:pt x="989" y="3272"/>
                    </a:lnTo>
                    <a:cubicBezTo>
                      <a:pt x="1011" y="3260"/>
                      <a:pt x="1030" y="3229"/>
                      <a:pt x="1030" y="3203"/>
                    </a:cubicBezTo>
                    <a:lnTo>
                      <a:pt x="1030" y="3180"/>
                    </a:lnTo>
                    <a:lnTo>
                      <a:pt x="1073" y="3154"/>
                    </a:lnTo>
                    <a:lnTo>
                      <a:pt x="1116" y="3129"/>
                    </a:lnTo>
                    <a:lnTo>
                      <a:pt x="1116" y="3152"/>
                    </a:lnTo>
                    <a:cubicBezTo>
                      <a:pt x="1116" y="3170"/>
                      <a:pt x="1124" y="3181"/>
                      <a:pt x="1137" y="3181"/>
                    </a:cubicBezTo>
                    <a:cubicBezTo>
                      <a:pt x="1143" y="3181"/>
                      <a:pt x="1150" y="3179"/>
                      <a:pt x="1157" y="3174"/>
                    </a:cubicBezTo>
                    <a:lnTo>
                      <a:pt x="1204" y="3150"/>
                    </a:lnTo>
                    <a:cubicBezTo>
                      <a:pt x="1226" y="3137"/>
                      <a:pt x="1245" y="3107"/>
                      <a:pt x="1245" y="3080"/>
                    </a:cubicBezTo>
                    <a:lnTo>
                      <a:pt x="1245" y="3058"/>
                    </a:lnTo>
                    <a:lnTo>
                      <a:pt x="1287" y="3031"/>
                    </a:lnTo>
                    <a:lnTo>
                      <a:pt x="1330" y="3006"/>
                    </a:lnTo>
                    <a:lnTo>
                      <a:pt x="1330" y="3029"/>
                    </a:lnTo>
                    <a:cubicBezTo>
                      <a:pt x="1330" y="3047"/>
                      <a:pt x="1339" y="3058"/>
                      <a:pt x="1352" y="3058"/>
                    </a:cubicBezTo>
                    <a:cubicBezTo>
                      <a:pt x="1358" y="3058"/>
                      <a:pt x="1364" y="3056"/>
                      <a:pt x="1371" y="3051"/>
                    </a:cubicBezTo>
                    <a:lnTo>
                      <a:pt x="1418" y="3027"/>
                    </a:lnTo>
                    <a:cubicBezTo>
                      <a:pt x="1441" y="3015"/>
                      <a:pt x="1459" y="2984"/>
                      <a:pt x="1459" y="2957"/>
                    </a:cubicBezTo>
                    <a:lnTo>
                      <a:pt x="1459" y="2935"/>
                    </a:lnTo>
                    <a:lnTo>
                      <a:pt x="1502" y="2908"/>
                    </a:lnTo>
                    <a:lnTo>
                      <a:pt x="1545" y="2884"/>
                    </a:lnTo>
                    <a:lnTo>
                      <a:pt x="1545" y="2906"/>
                    </a:lnTo>
                    <a:cubicBezTo>
                      <a:pt x="1545" y="2925"/>
                      <a:pt x="1554" y="2935"/>
                      <a:pt x="1567" y="2935"/>
                    </a:cubicBezTo>
                    <a:cubicBezTo>
                      <a:pt x="1573" y="2935"/>
                      <a:pt x="1579" y="2933"/>
                      <a:pt x="1586" y="2929"/>
                    </a:cubicBezTo>
                    <a:lnTo>
                      <a:pt x="1633" y="2904"/>
                    </a:lnTo>
                    <a:cubicBezTo>
                      <a:pt x="1656" y="2892"/>
                      <a:pt x="1674" y="2861"/>
                      <a:pt x="1674" y="2835"/>
                    </a:cubicBezTo>
                    <a:lnTo>
                      <a:pt x="1674" y="2812"/>
                    </a:lnTo>
                    <a:lnTo>
                      <a:pt x="1717" y="2785"/>
                    </a:lnTo>
                    <a:lnTo>
                      <a:pt x="1760" y="2761"/>
                    </a:lnTo>
                    <a:lnTo>
                      <a:pt x="1760" y="2783"/>
                    </a:lnTo>
                    <a:cubicBezTo>
                      <a:pt x="1760" y="2802"/>
                      <a:pt x="1769" y="2812"/>
                      <a:pt x="1782" y="2812"/>
                    </a:cubicBezTo>
                    <a:cubicBezTo>
                      <a:pt x="1788" y="2812"/>
                      <a:pt x="1794" y="2810"/>
                      <a:pt x="1801" y="2806"/>
                    </a:cubicBezTo>
                    <a:lnTo>
                      <a:pt x="1848" y="2781"/>
                    </a:lnTo>
                    <a:cubicBezTo>
                      <a:pt x="1871" y="2769"/>
                      <a:pt x="1889" y="2738"/>
                      <a:pt x="1889" y="2712"/>
                    </a:cubicBezTo>
                    <a:lnTo>
                      <a:pt x="1889" y="2689"/>
                    </a:lnTo>
                    <a:lnTo>
                      <a:pt x="1932" y="2663"/>
                    </a:lnTo>
                    <a:lnTo>
                      <a:pt x="1975" y="2638"/>
                    </a:lnTo>
                    <a:lnTo>
                      <a:pt x="1975" y="2661"/>
                    </a:lnTo>
                    <a:cubicBezTo>
                      <a:pt x="1975" y="2679"/>
                      <a:pt x="1984" y="2690"/>
                      <a:pt x="1997" y="2690"/>
                    </a:cubicBezTo>
                    <a:cubicBezTo>
                      <a:pt x="2002" y="2690"/>
                      <a:pt x="2009" y="2688"/>
                      <a:pt x="2016" y="2683"/>
                    </a:cubicBezTo>
                    <a:lnTo>
                      <a:pt x="2063" y="2659"/>
                    </a:lnTo>
                    <a:cubicBezTo>
                      <a:pt x="2085" y="2646"/>
                      <a:pt x="2104" y="2616"/>
                      <a:pt x="2104" y="2589"/>
                    </a:cubicBezTo>
                    <a:lnTo>
                      <a:pt x="2104" y="2567"/>
                    </a:lnTo>
                    <a:lnTo>
                      <a:pt x="2147" y="2540"/>
                    </a:lnTo>
                    <a:lnTo>
                      <a:pt x="2190" y="2515"/>
                    </a:lnTo>
                    <a:lnTo>
                      <a:pt x="2190" y="2538"/>
                    </a:lnTo>
                    <a:cubicBezTo>
                      <a:pt x="2190" y="2556"/>
                      <a:pt x="2199" y="2567"/>
                      <a:pt x="2211" y="2567"/>
                    </a:cubicBezTo>
                    <a:cubicBezTo>
                      <a:pt x="2217" y="2567"/>
                      <a:pt x="2224" y="2565"/>
                      <a:pt x="2231" y="2560"/>
                    </a:cubicBezTo>
                    <a:lnTo>
                      <a:pt x="2278" y="2536"/>
                    </a:lnTo>
                    <a:cubicBezTo>
                      <a:pt x="2300" y="2524"/>
                      <a:pt x="2319" y="2493"/>
                      <a:pt x="2319" y="2466"/>
                    </a:cubicBezTo>
                    <a:lnTo>
                      <a:pt x="2319" y="2444"/>
                    </a:lnTo>
                    <a:lnTo>
                      <a:pt x="2362" y="2417"/>
                    </a:lnTo>
                    <a:lnTo>
                      <a:pt x="2405" y="2393"/>
                    </a:lnTo>
                    <a:lnTo>
                      <a:pt x="2405" y="2415"/>
                    </a:lnTo>
                    <a:cubicBezTo>
                      <a:pt x="2405" y="2434"/>
                      <a:pt x="2413" y="2444"/>
                      <a:pt x="2426" y="2444"/>
                    </a:cubicBezTo>
                    <a:cubicBezTo>
                      <a:pt x="2432" y="2444"/>
                      <a:pt x="2439" y="2442"/>
                      <a:pt x="2445" y="2438"/>
                    </a:cubicBezTo>
                    <a:lnTo>
                      <a:pt x="2493" y="2413"/>
                    </a:lnTo>
                    <a:cubicBezTo>
                      <a:pt x="2515" y="2401"/>
                      <a:pt x="2533" y="2370"/>
                      <a:pt x="2533" y="2344"/>
                    </a:cubicBezTo>
                    <a:lnTo>
                      <a:pt x="2533" y="2321"/>
                    </a:lnTo>
                    <a:lnTo>
                      <a:pt x="2576" y="2294"/>
                    </a:lnTo>
                    <a:lnTo>
                      <a:pt x="2619" y="2270"/>
                    </a:lnTo>
                    <a:lnTo>
                      <a:pt x="2619" y="2292"/>
                    </a:lnTo>
                    <a:cubicBezTo>
                      <a:pt x="2619" y="2311"/>
                      <a:pt x="2628" y="2321"/>
                      <a:pt x="2641" y="2321"/>
                    </a:cubicBezTo>
                    <a:cubicBezTo>
                      <a:pt x="2647" y="2321"/>
                      <a:pt x="2653" y="2319"/>
                      <a:pt x="2660" y="2315"/>
                    </a:cubicBezTo>
                    <a:lnTo>
                      <a:pt x="2707" y="2290"/>
                    </a:lnTo>
                    <a:cubicBezTo>
                      <a:pt x="2730" y="2278"/>
                      <a:pt x="2748" y="2247"/>
                      <a:pt x="2748" y="2221"/>
                    </a:cubicBezTo>
                    <a:lnTo>
                      <a:pt x="2748" y="2198"/>
                    </a:lnTo>
                    <a:lnTo>
                      <a:pt x="2791" y="2172"/>
                    </a:lnTo>
                    <a:lnTo>
                      <a:pt x="2834" y="2147"/>
                    </a:lnTo>
                    <a:lnTo>
                      <a:pt x="2834" y="2170"/>
                    </a:lnTo>
                    <a:cubicBezTo>
                      <a:pt x="2834" y="2188"/>
                      <a:pt x="2843" y="2199"/>
                      <a:pt x="2856" y="2199"/>
                    </a:cubicBezTo>
                    <a:cubicBezTo>
                      <a:pt x="2862" y="2199"/>
                      <a:pt x="2868" y="2197"/>
                      <a:pt x="2875" y="2192"/>
                    </a:cubicBezTo>
                    <a:lnTo>
                      <a:pt x="2922" y="2168"/>
                    </a:lnTo>
                    <a:cubicBezTo>
                      <a:pt x="2945" y="2155"/>
                      <a:pt x="2963" y="2125"/>
                      <a:pt x="2963" y="2098"/>
                    </a:cubicBezTo>
                    <a:lnTo>
                      <a:pt x="2963" y="2076"/>
                    </a:lnTo>
                    <a:lnTo>
                      <a:pt x="3006" y="2049"/>
                    </a:lnTo>
                    <a:lnTo>
                      <a:pt x="3049" y="2024"/>
                    </a:lnTo>
                    <a:lnTo>
                      <a:pt x="3049" y="2047"/>
                    </a:lnTo>
                    <a:cubicBezTo>
                      <a:pt x="3049" y="2065"/>
                      <a:pt x="3058" y="2076"/>
                      <a:pt x="3071" y="2076"/>
                    </a:cubicBezTo>
                    <a:cubicBezTo>
                      <a:pt x="3077" y="2076"/>
                      <a:pt x="3083" y="2074"/>
                      <a:pt x="3090" y="2069"/>
                    </a:cubicBezTo>
                    <a:lnTo>
                      <a:pt x="3137" y="2045"/>
                    </a:lnTo>
                    <a:cubicBezTo>
                      <a:pt x="3160" y="2033"/>
                      <a:pt x="3178" y="2002"/>
                      <a:pt x="3178" y="1975"/>
                    </a:cubicBezTo>
                    <a:lnTo>
                      <a:pt x="3178" y="1953"/>
                    </a:lnTo>
                    <a:lnTo>
                      <a:pt x="3221" y="1926"/>
                    </a:lnTo>
                    <a:lnTo>
                      <a:pt x="3264" y="1902"/>
                    </a:lnTo>
                    <a:lnTo>
                      <a:pt x="3264" y="1924"/>
                    </a:lnTo>
                    <a:cubicBezTo>
                      <a:pt x="3264" y="1943"/>
                      <a:pt x="3273" y="1953"/>
                      <a:pt x="3286" y="1953"/>
                    </a:cubicBezTo>
                    <a:cubicBezTo>
                      <a:pt x="3292" y="1953"/>
                      <a:pt x="3299" y="1951"/>
                      <a:pt x="3307" y="1947"/>
                    </a:cubicBezTo>
                    <a:lnTo>
                      <a:pt x="3352" y="1922"/>
                    </a:lnTo>
                    <a:cubicBezTo>
                      <a:pt x="3374" y="1910"/>
                      <a:pt x="3393" y="1879"/>
                      <a:pt x="3393" y="1853"/>
                    </a:cubicBezTo>
                    <a:lnTo>
                      <a:pt x="3393" y="1830"/>
                    </a:lnTo>
                    <a:lnTo>
                      <a:pt x="3436" y="1803"/>
                    </a:lnTo>
                    <a:lnTo>
                      <a:pt x="3481" y="1779"/>
                    </a:lnTo>
                    <a:lnTo>
                      <a:pt x="3481" y="1801"/>
                    </a:lnTo>
                    <a:cubicBezTo>
                      <a:pt x="3481" y="1820"/>
                      <a:pt x="3489" y="1830"/>
                      <a:pt x="3502" y="1830"/>
                    </a:cubicBezTo>
                    <a:cubicBezTo>
                      <a:pt x="3507" y="1830"/>
                      <a:pt x="3514" y="1828"/>
                      <a:pt x="3522" y="1824"/>
                    </a:cubicBezTo>
                    <a:lnTo>
                      <a:pt x="3567" y="1799"/>
                    </a:lnTo>
                    <a:cubicBezTo>
                      <a:pt x="3589" y="1787"/>
                      <a:pt x="3608" y="1756"/>
                      <a:pt x="3608" y="1730"/>
                    </a:cubicBezTo>
                    <a:lnTo>
                      <a:pt x="3608" y="1707"/>
                    </a:lnTo>
                    <a:lnTo>
                      <a:pt x="3651" y="1681"/>
                    </a:lnTo>
                    <a:lnTo>
                      <a:pt x="3696" y="1656"/>
                    </a:lnTo>
                    <a:lnTo>
                      <a:pt x="3696" y="1679"/>
                    </a:lnTo>
                    <a:cubicBezTo>
                      <a:pt x="3696" y="1697"/>
                      <a:pt x="3703" y="1708"/>
                      <a:pt x="3716" y="1708"/>
                    </a:cubicBezTo>
                    <a:cubicBezTo>
                      <a:pt x="3722" y="1708"/>
                      <a:pt x="3729" y="1706"/>
                      <a:pt x="3736" y="1701"/>
                    </a:cubicBezTo>
                    <a:lnTo>
                      <a:pt x="3779" y="1677"/>
                    </a:lnTo>
                    <a:cubicBezTo>
                      <a:pt x="3802" y="1664"/>
                      <a:pt x="3820" y="1634"/>
                      <a:pt x="3820" y="1607"/>
                    </a:cubicBezTo>
                    <a:lnTo>
                      <a:pt x="3820" y="1585"/>
                    </a:lnTo>
                    <a:lnTo>
                      <a:pt x="3863" y="1558"/>
                    </a:lnTo>
                    <a:lnTo>
                      <a:pt x="3906" y="1533"/>
                    </a:lnTo>
                    <a:lnTo>
                      <a:pt x="3906" y="1556"/>
                    </a:lnTo>
                    <a:cubicBezTo>
                      <a:pt x="3906" y="1574"/>
                      <a:pt x="3915" y="1585"/>
                      <a:pt x="3928" y="1585"/>
                    </a:cubicBezTo>
                    <a:cubicBezTo>
                      <a:pt x="3934" y="1585"/>
                      <a:pt x="3940" y="1583"/>
                      <a:pt x="3947" y="1578"/>
                    </a:cubicBezTo>
                    <a:lnTo>
                      <a:pt x="3992" y="1554"/>
                    </a:lnTo>
                    <a:cubicBezTo>
                      <a:pt x="4015" y="1542"/>
                      <a:pt x="4033" y="1511"/>
                      <a:pt x="4033" y="1484"/>
                    </a:cubicBezTo>
                    <a:lnTo>
                      <a:pt x="4033" y="1462"/>
                    </a:lnTo>
                    <a:lnTo>
                      <a:pt x="4076" y="1435"/>
                    </a:lnTo>
                    <a:lnTo>
                      <a:pt x="4119" y="1411"/>
                    </a:lnTo>
                    <a:lnTo>
                      <a:pt x="4119" y="1433"/>
                    </a:lnTo>
                    <a:cubicBezTo>
                      <a:pt x="4119" y="1452"/>
                      <a:pt x="4128" y="1462"/>
                      <a:pt x="4141" y="1462"/>
                    </a:cubicBezTo>
                    <a:cubicBezTo>
                      <a:pt x="4147" y="1462"/>
                      <a:pt x="4153" y="1460"/>
                      <a:pt x="4160" y="1456"/>
                    </a:cubicBezTo>
                    <a:lnTo>
                      <a:pt x="4203" y="1431"/>
                    </a:lnTo>
                    <a:cubicBezTo>
                      <a:pt x="4227" y="1419"/>
                      <a:pt x="4244" y="1388"/>
                      <a:pt x="4244" y="1362"/>
                    </a:cubicBezTo>
                    <a:lnTo>
                      <a:pt x="4244" y="1339"/>
                    </a:lnTo>
                    <a:lnTo>
                      <a:pt x="4289" y="1312"/>
                    </a:lnTo>
                    <a:lnTo>
                      <a:pt x="4332" y="1288"/>
                    </a:lnTo>
                    <a:lnTo>
                      <a:pt x="4332" y="1310"/>
                    </a:lnTo>
                    <a:cubicBezTo>
                      <a:pt x="4332" y="1329"/>
                      <a:pt x="4341" y="1339"/>
                      <a:pt x="4354" y="1339"/>
                    </a:cubicBezTo>
                    <a:cubicBezTo>
                      <a:pt x="4359" y="1339"/>
                      <a:pt x="4366" y="1337"/>
                      <a:pt x="4373" y="1333"/>
                    </a:cubicBezTo>
                    <a:lnTo>
                      <a:pt x="4418" y="1308"/>
                    </a:lnTo>
                    <a:cubicBezTo>
                      <a:pt x="4442" y="1296"/>
                      <a:pt x="4459" y="1265"/>
                      <a:pt x="4459" y="1239"/>
                    </a:cubicBezTo>
                    <a:lnTo>
                      <a:pt x="4459" y="1216"/>
                    </a:lnTo>
                    <a:lnTo>
                      <a:pt x="4504" y="1190"/>
                    </a:lnTo>
                    <a:lnTo>
                      <a:pt x="4547" y="1165"/>
                    </a:lnTo>
                    <a:lnTo>
                      <a:pt x="4547" y="1188"/>
                    </a:lnTo>
                    <a:cubicBezTo>
                      <a:pt x="4547" y="1206"/>
                      <a:pt x="4555" y="1217"/>
                      <a:pt x="4568" y="1217"/>
                    </a:cubicBezTo>
                    <a:cubicBezTo>
                      <a:pt x="4574" y="1217"/>
                      <a:pt x="4581" y="1215"/>
                      <a:pt x="4588" y="1210"/>
                    </a:cubicBezTo>
                    <a:lnTo>
                      <a:pt x="4633" y="1186"/>
                    </a:lnTo>
                    <a:cubicBezTo>
                      <a:pt x="4657" y="1173"/>
                      <a:pt x="4674" y="1143"/>
                      <a:pt x="4674" y="1116"/>
                    </a:cubicBezTo>
                    <a:lnTo>
                      <a:pt x="4674" y="1094"/>
                    </a:lnTo>
                    <a:lnTo>
                      <a:pt x="4719" y="1067"/>
                    </a:lnTo>
                    <a:lnTo>
                      <a:pt x="4761" y="1042"/>
                    </a:lnTo>
                    <a:lnTo>
                      <a:pt x="4761" y="1065"/>
                    </a:lnTo>
                    <a:cubicBezTo>
                      <a:pt x="4761" y="1083"/>
                      <a:pt x="4770" y="1094"/>
                      <a:pt x="4783" y="1094"/>
                    </a:cubicBezTo>
                    <a:cubicBezTo>
                      <a:pt x="4789" y="1094"/>
                      <a:pt x="4795" y="1092"/>
                      <a:pt x="4802" y="1087"/>
                    </a:cubicBezTo>
                    <a:lnTo>
                      <a:pt x="4847" y="1063"/>
                    </a:lnTo>
                    <a:cubicBezTo>
                      <a:pt x="4872" y="1051"/>
                      <a:pt x="4888" y="1020"/>
                      <a:pt x="4888" y="993"/>
                    </a:cubicBezTo>
                    <a:lnTo>
                      <a:pt x="4888" y="971"/>
                    </a:lnTo>
                    <a:lnTo>
                      <a:pt x="4933" y="944"/>
                    </a:lnTo>
                    <a:cubicBezTo>
                      <a:pt x="4933" y="944"/>
                      <a:pt x="4944" y="938"/>
                      <a:pt x="4954" y="932"/>
                    </a:cubicBezTo>
                    <a:cubicBezTo>
                      <a:pt x="4958" y="930"/>
                      <a:pt x="4964" y="924"/>
                      <a:pt x="4968" y="922"/>
                    </a:cubicBezTo>
                    <a:cubicBezTo>
                      <a:pt x="4974" y="920"/>
                      <a:pt x="4976" y="918"/>
                      <a:pt x="4976" y="918"/>
                    </a:cubicBezTo>
                    <a:lnTo>
                      <a:pt x="4978" y="938"/>
                    </a:lnTo>
                    <a:cubicBezTo>
                      <a:pt x="4980" y="951"/>
                      <a:pt x="4987" y="958"/>
                      <a:pt x="4998" y="958"/>
                    </a:cubicBezTo>
                    <a:cubicBezTo>
                      <a:pt x="5003" y="958"/>
                      <a:pt x="5010" y="956"/>
                      <a:pt x="5017" y="952"/>
                    </a:cubicBezTo>
                    <a:cubicBezTo>
                      <a:pt x="5021" y="950"/>
                      <a:pt x="5025" y="948"/>
                      <a:pt x="5029" y="942"/>
                    </a:cubicBezTo>
                    <a:cubicBezTo>
                      <a:pt x="5029" y="940"/>
                      <a:pt x="5042" y="930"/>
                      <a:pt x="5056" y="920"/>
                    </a:cubicBezTo>
                    <a:cubicBezTo>
                      <a:pt x="5062" y="913"/>
                      <a:pt x="5068" y="907"/>
                      <a:pt x="5072" y="901"/>
                    </a:cubicBezTo>
                    <a:lnTo>
                      <a:pt x="5081" y="893"/>
                    </a:lnTo>
                    <a:cubicBezTo>
                      <a:pt x="5107" y="868"/>
                      <a:pt x="5113" y="832"/>
                      <a:pt x="5101" y="817"/>
                    </a:cubicBezTo>
                    <a:lnTo>
                      <a:pt x="5091" y="805"/>
                    </a:lnTo>
                    <a:cubicBezTo>
                      <a:pt x="5091" y="805"/>
                      <a:pt x="5101" y="791"/>
                      <a:pt x="5109" y="780"/>
                    </a:cubicBezTo>
                    <a:cubicBezTo>
                      <a:pt x="5117" y="768"/>
                      <a:pt x="5124" y="758"/>
                      <a:pt x="5124" y="756"/>
                    </a:cubicBezTo>
                    <a:lnTo>
                      <a:pt x="5154" y="705"/>
                    </a:lnTo>
                    <a:lnTo>
                      <a:pt x="5171" y="713"/>
                    </a:lnTo>
                    <a:cubicBezTo>
                      <a:pt x="5173" y="714"/>
                      <a:pt x="5176" y="714"/>
                      <a:pt x="5178" y="714"/>
                    </a:cubicBezTo>
                    <a:cubicBezTo>
                      <a:pt x="5183" y="714"/>
                      <a:pt x="5188" y="712"/>
                      <a:pt x="5193" y="707"/>
                    </a:cubicBezTo>
                    <a:cubicBezTo>
                      <a:pt x="5205" y="699"/>
                      <a:pt x="5222" y="684"/>
                      <a:pt x="5230" y="662"/>
                    </a:cubicBezTo>
                    <a:cubicBezTo>
                      <a:pt x="5230" y="658"/>
                      <a:pt x="5236" y="643"/>
                      <a:pt x="5242" y="625"/>
                    </a:cubicBezTo>
                    <a:cubicBezTo>
                      <a:pt x="5250" y="607"/>
                      <a:pt x="5252" y="592"/>
                      <a:pt x="5252" y="592"/>
                    </a:cubicBezTo>
                    <a:cubicBezTo>
                      <a:pt x="5263" y="561"/>
                      <a:pt x="5256" y="541"/>
                      <a:pt x="5238" y="541"/>
                    </a:cubicBezTo>
                    <a:cubicBezTo>
                      <a:pt x="5234" y="541"/>
                      <a:pt x="5230" y="541"/>
                      <a:pt x="5226" y="543"/>
                    </a:cubicBezTo>
                    <a:lnTo>
                      <a:pt x="5205" y="551"/>
                    </a:lnTo>
                    <a:cubicBezTo>
                      <a:pt x="5205" y="549"/>
                      <a:pt x="5210" y="539"/>
                      <a:pt x="5212" y="525"/>
                    </a:cubicBezTo>
                    <a:cubicBezTo>
                      <a:pt x="5212" y="512"/>
                      <a:pt x="5214" y="502"/>
                      <a:pt x="5214" y="500"/>
                    </a:cubicBezTo>
                    <a:lnTo>
                      <a:pt x="5214" y="474"/>
                    </a:lnTo>
                    <a:lnTo>
                      <a:pt x="5214" y="449"/>
                    </a:lnTo>
                    <a:lnTo>
                      <a:pt x="5234" y="437"/>
                    </a:lnTo>
                    <a:cubicBezTo>
                      <a:pt x="5257" y="422"/>
                      <a:pt x="5275" y="392"/>
                      <a:pt x="5275" y="367"/>
                    </a:cubicBezTo>
                    <a:lnTo>
                      <a:pt x="5275" y="316"/>
                    </a:lnTo>
                    <a:cubicBezTo>
                      <a:pt x="5275" y="298"/>
                      <a:pt x="5266" y="287"/>
                      <a:pt x="5253" y="287"/>
                    </a:cubicBezTo>
                    <a:cubicBezTo>
                      <a:pt x="5248" y="287"/>
                      <a:pt x="5241" y="289"/>
                      <a:pt x="5234" y="294"/>
                    </a:cubicBezTo>
                    <a:lnTo>
                      <a:pt x="5214" y="306"/>
                    </a:lnTo>
                    <a:lnTo>
                      <a:pt x="5214" y="257"/>
                    </a:lnTo>
                    <a:lnTo>
                      <a:pt x="5210" y="212"/>
                    </a:lnTo>
                    <a:lnTo>
                      <a:pt x="5230" y="195"/>
                    </a:lnTo>
                    <a:cubicBezTo>
                      <a:pt x="5252" y="181"/>
                      <a:pt x="5267" y="144"/>
                      <a:pt x="5257" y="120"/>
                    </a:cubicBezTo>
                    <a:cubicBezTo>
                      <a:pt x="5257" y="116"/>
                      <a:pt x="5252" y="105"/>
                      <a:pt x="5246" y="95"/>
                    </a:cubicBezTo>
                    <a:cubicBezTo>
                      <a:pt x="5242" y="83"/>
                      <a:pt x="5234" y="75"/>
                      <a:pt x="5234" y="75"/>
                    </a:cubicBezTo>
                    <a:cubicBezTo>
                      <a:pt x="5229" y="68"/>
                      <a:pt x="5223" y="64"/>
                      <a:pt x="5216" y="64"/>
                    </a:cubicBezTo>
                    <a:cubicBezTo>
                      <a:pt x="5210" y="64"/>
                      <a:pt x="5205" y="66"/>
                      <a:pt x="5199" y="71"/>
                    </a:cubicBezTo>
                    <a:cubicBezTo>
                      <a:pt x="5191" y="75"/>
                      <a:pt x="5183" y="83"/>
                      <a:pt x="5175" y="91"/>
                    </a:cubicBezTo>
                    <a:lnTo>
                      <a:pt x="5160" y="114"/>
                    </a:lnTo>
                    <a:cubicBezTo>
                      <a:pt x="5160" y="114"/>
                      <a:pt x="5152" y="109"/>
                      <a:pt x="5148" y="103"/>
                    </a:cubicBezTo>
                    <a:cubicBezTo>
                      <a:pt x="5140" y="99"/>
                      <a:pt x="5132" y="95"/>
                      <a:pt x="5132" y="93"/>
                    </a:cubicBezTo>
                    <a:lnTo>
                      <a:pt x="5099" y="83"/>
                    </a:lnTo>
                    <a:lnTo>
                      <a:pt x="5111" y="58"/>
                    </a:lnTo>
                    <a:cubicBezTo>
                      <a:pt x="5124" y="30"/>
                      <a:pt x="5117" y="1"/>
                      <a:pt x="50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37"/>
              <p:cNvSpPr/>
              <p:nvPr/>
            </p:nvSpPr>
            <p:spPr>
              <a:xfrm rot="39010">
                <a:off x="7356366" y="3855253"/>
                <a:ext cx="168864" cy="94883"/>
              </a:xfrm>
              <a:custGeom>
                <a:rect b="b" l="l" r="r" t="t"/>
                <a:pathLst>
                  <a:path extrusionOk="0" h="404" w="719">
                    <a:moveTo>
                      <a:pt x="40" y="1"/>
                    </a:moveTo>
                    <a:cubicBezTo>
                      <a:pt x="21" y="1"/>
                      <a:pt x="1" y="7"/>
                      <a:pt x="1" y="7"/>
                    </a:cubicBezTo>
                    <a:lnTo>
                      <a:pt x="682" y="404"/>
                    </a:lnTo>
                    <a:lnTo>
                      <a:pt x="703" y="396"/>
                    </a:lnTo>
                    <a:cubicBezTo>
                      <a:pt x="705" y="394"/>
                      <a:pt x="709" y="394"/>
                      <a:pt x="713" y="394"/>
                    </a:cubicBezTo>
                    <a:cubicBezTo>
                      <a:pt x="715" y="394"/>
                      <a:pt x="717" y="396"/>
                      <a:pt x="719" y="396"/>
                    </a:cubicBezTo>
                    <a:lnTo>
                      <a:pt x="4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37"/>
              <p:cNvSpPr/>
              <p:nvPr/>
            </p:nvSpPr>
            <p:spPr>
              <a:xfrm rot="39010">
                <a:off x="7302521" y="3939165"/>
                <a:ext cx="163228" cy="103104"/>
              </a:xfrm>
              <a:custGeom>
                <a:rect b="b" l="l" r="r" t="t"/>
                <a:pathLst>
                  <a:path extrusionOk="0" h="439" w="695">
                    <a:moveTo>
                      <a:pt x="1" y="1"/>
                    </a:moveTo>
                    <a:lnTo>
                      <a:pt x="3" y="23"/>
                    </a:lnTo>
                    <a:cubicBezTo>
                      <a:pt x="9" y="40"/>
                      <a:pt x="11" y="42"/>
                      <a:pt x="13" y="42"/>
                    </a:cubicBezTo>
                    <a:lnTo>
                      <a:pt x="691" y="437"/>
                    </a:lnTo>
                    <a:lnTo>
                      <a:pt x="691" y="437"/>
                    </a:lnTo>
                    <a:cubicBezTo>
                      <a:pt x="689" y="435"/>
                      <a:pt x="688" y="434"/>
                      <a:pt x="688" y="433"/>
                    </a:cubicBezTo>
                    <a:cubicBezTo>
                      <a:pt x="686" y="431"/>
                      <a:pt x="686" y="424"/>
                      <a:pt x="684" y="420"/>
                    </a:cubicBezTo>
                    <a:lnTo>
                      <a:pt x="682" y="398"/>
                    </a:lnTo>
                    <a:lnTo>
                      <a:pt x="1" y="1"/>
                    </a:lnTo>
                    <a:close/>
                    <a:moveTo>
                      <a:pt x="691" y="437"/>
                    </a:moveTo>
                    <a:cubicBezTo>
                      <a:pt x="692" y="438"/>
                      <a:pt x="693" y="439"/>
                      <a:pt x="694" y="439"/>
                    </a:cubicBezTo>
                    <a:lnTo>
                      <a:pt x="691" y="437"/>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37"/>
              <p:cNvSpPr/>
              <p:nvPr/>
            </p:nvSpPr>
            <p:spPr>
              <a:xfrm rot="39010">
                <a:off x="7358662" y="3796339"/>
                <a:ext cx="171213" cy="97702"/>
              </a:xfrm>
              <a:custGeom>
                <a:rect b="b" l="l" r="r" t="t"/>
                <a:pathLst>
                  <a:path extrusionOk="0" h="416" w="729">
                    <a:moveTo>
                      <a:pt x="727" y="396"/>
                    </a:moveTo>
                    <a:lnTo>
                      <a:pt x="728" y="397"/>
                    </a:lnTo>
                    <a:cubicBezTo>
                      <a:pt x="728" y="397"/>
                      <a:pt x="727" y="396"/>
                      <a:pt x="727" y="396"/>
                    </a:cubicBezTo>
                    <a:close/>
                    <a:moveTo>
                      <a:pt x="43" y="0"/>
                    </a:moveTo>
                    <a:cubicBezTo>
                      <a:pt x="20" y="6"/>
                      <a:pt x="0" y="19"/>
                      <a:pt x="0" y="19"/>
                    </a:cubicBezTo>
                    <a:lnTo>
                      <a:pt x="679" y="415"/>
                    </a:lnTo>
                    <a:lnTo>
                      <a:pt x="700" y="401"/>
                    </a:lnTo>
                    <a:cubicBezTo>
                      <a:pt x="706" y="395"/>
                      <a:pt x="710" y="395"/>
                      <a:pt x="716" y="395"/>
                    </a:cubicBezTo>
                    <a:cubicBezTo>
                      <a:pt x="719" y="395"/>
                      <a:pt x="724" y="395"/>
                      <a:pt x="727" y="396"/>
                    </a:cubicBezTo>
                    <a:lnTo>
                      <a:pt x="727" y="396"/>
                    </a:lnTo>
                    <a:lnTo>
                      <a:pt x="47" y="2"/>
                    </a:lnTo>
                    <a:cubicBezTo>
                      <a:pt x="45" y="0"/>
                      <a:pt x="43" y="0"/>
                      <a:pt x="43"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37"/>
              <p:cNvSpPr/>
              <p:nvPr/>
            </p:nvSpPr>
            <p:spPr>
              <a:xfrm rot="39010">
                <a:off x="7290960" y="3791878"/>
                <a:ext cx="223117" cy="241436"/>
              </a:xfrm>
              <a:custGeom>
                <a:rect b="b" l="l" r="r" t="t"/>
                <a:pathLst>
                  <a:path extrusionOk="0" h="1028" w="950">
                    <a:moveTo>
                      <a:pt x="250" y="1"/>
                    </a:moveTo>
                    <a:lnTo>
                      <a:pt x="250" y="244"/>
                    </a:lnTo>
                    <a:lnTo>
                      <a:pt x="250" y="254"/>
                    </a:lnTo>
                    <a:lnTo>
                      <a:pt x="250" y="263"/>
                    </a:lnTo>
                    <a:cubicBezTo>
                      <a:pt x="250" y="271"/>
                      <a:pt x="248" y="273"/>
                      <a:pt x="248" y="279"/>
                    </a:cubicBezTo>
                    <a:cubicBezTo>
                      <a:pt x="246" y="285"/>
                      <a:pt x="246" y="287"/>
                      <a:pt x="246" y="293"/>
                    </a:cubicBezTo>
                    <a:cubicBezTo>
                      <a:pt x="242" y="302"/>
                      <a:pt x="242" y="306"/>
                      <a:pt x="240" y="312"/>
                    </a:cubicBezTo>
                    <a:cubicBezTo>
                      <a:pt x="238" y="320"/>
                      <a:pt x="238" y="326"/>
                      <a:pt x="236" y="332"/>
                    </a:cubicBezTo>
                    <a:lnTo>
                      <a:pt x="228" y="355"/>
                    </a:lnTo>
                    <a:cubicBezTo>
                      <a:pt x="222" y="367"/>
                      <a:pt x="218" y="383"/>
                      <a:pt x="211" y="396"/>
                    </a:cubicBezTo>
                    <a:lnTo>
                      <a:pt x="195" y="432"/>
                    </a:lnTo>
                    <a:cubicBezTo>
                      <a:pt x="189" y="441"/>
                      <a:pt x="185" y="449"/>
                      <a:pt x="179" y="457"/>
                    </a:cubicBezTo>
                    <a:cubicBezTo>
                      <a:pt x="175" y="461"/>
                      <a:pt x="175" y="467"/>
                      <a:pt x="170" y="467"/>
                    </a:cubicBezTo>
                    <a:cubicBezTo>
                      <a:pt x="170" y="467"/>
                      <a:pt x="168" y="469"/>
                      <a:pt x="168" y="471"/>
                    </a:cubicBezTo>
                    <a:cubicBezTo>
                      <a:pt x="166" y="477"/>
                      <a:pt x="164" y="480"/>
                      <a:pt x="160" y="482"/>
                    </a:cubicBezTo>
                    <a:cubicBezTo>
                      <a:pt x="158" y="486"/>
                      <a:pt x="158" y="486"/>
                      <a:pt x="158" y="488"/>
                    </a:cubicBezTo>
                    <a:lnTo>
                      <a:pt x="150" y="496"/>
                    </a:lnTo>
                    <a:cubicBezTo>
                      <a:pt x="148" y="498"/>
                      <a:pt x="148" y="500"/>
                      <a:pt x="146" y="500"/>
                    </a:cubicBezTo>
                    <a:cubicBezTo>
                      <a:pt x="140" y="508"/>
                      <a:pt x="138" y="512"/>
                      <a:pt x="134" y="516"/>
                    </a:cubicBezTo>
                    <a:cubicBezTo>
                      <a:pt x="127" y="520"/>
                      <a:pt x="125" y="527"/>
                      <a:pt x="119" y="531"/>
                    </a:cubicBezTo>
                    <a:cubicBezTo>
                      <a:pt x="115" y="539"/>
                      <a:pt x="109" y="543"/>
                      <a:pt x="105" y="547"/>
                    </a:cubicBezTo>
                    <a:cubicBezTo>
                      <a:pt x="99" y="555"/>
                      <a:pt x="95" y="559"/>
                      <a:pt x="89" y="561"/>
                    </a:cubicBezTo>
                    <a:cubicBezTo>
                      <a:pt x="78" y="572"/>
                      <a:pt x="68" y="582"/>
                      <a:pt x="58" y="590"/>
                    </a:cubicBezTo>
                    <a:cubicBezTo>
                      <a:pt x="46" y="600"/>
                      <a:pt x="37" y="608"/>
                      <a:pt x="31" y="613"/>
                    </a:cubicBezTo>
                    <a:cubicBezTo>
                      <a:pt x="25" y="619"/>
                      <a:pt x="21" y="621"/>
                      <a:pt x="15" y="623"/>
                    </a:cubicBezTo>
                    <a:cubicBezTo>
                      <a:pt x="11" y="629"/>
                      <a:pt x="7" y="629"/>
                      <a:pt x="5" y="631"/>
                    </a:cubicBezTo>
                    <a:cubicBezTo>
                      <a:pt x="3" y="633"/>
                      <a:pt x="1" y="633"/>
                      <a:pt x="1" y="633"/>
                    </a:cubicBezTo>
                    <a:lnTo>
                      <a:pt x="680" y="1028"/>
                    </a:lnTo>
                    <a:cubicBezTo>
                      <a:pt x="688" y="1022"/>
                      <a:pt x="690" y="1020"/>
                      <a:pt x="692" y="1020"/>
                    </a:cubicBezTo>
                    <a:cubicBezTo>
                      <a:pt x="700" y="1016"/>
                      <a:pt x="702" y="1011"/>
                      <a:pt x="709" y="1009"/>
                    </a:cubicBezTo>
                    <a:cubicBezTo>
                      <a:pt x="711" y="1007"/>
                      <a:pt x="717" y="1005"/>
                      <a:pt x="719" y="1001"/>
                    </a:cubicBezTo>
                    <a:cubicBezTo>
                      <a:pt x="723" y="997"/>
                      <a:pt x="729" y="995"/>
                      <a:pt x="733" y="989"/>
                    </a:cubicBezTo>
                    <a:cubicBezTo>
                      <a:pt x="741" y="985"/>
                      <a:pt x="743" y="981"/>
                      <a:pt x="743" y="979"/>
                    </a:cubicBezTo>
                    <a:cubicBezTo>
                      <a:pt x="747" y="977"/>
                      <a:pt x="749" y="975"/>
                      <a:pt x="754" y="971"/>
                    </a:cubicBezTo>
                    <a:lnTo>
                      <a:pt x="762" y="964"/>
                    </a:lnTo>
                    <a:lnTo>
                      <a:pt x="768" y="958"/>
                    </a:lnTo>
                    <a:lnTo>
                      <a:pt x="772" y="954"/>
                    </a:lnTo>
                    <a:lnTo>
                      <a:pt x="778" y="948"/>
                    </a:lnTo>
                    <a:lnTo>
                      <a:pt x="782" y="944"/>
                    </a:lnTo>
                    <a:lnTo>
                      <a:pt x="788" y="938"/>
                    </a:lnTo>
                    <a:cubicBezTo>
                      <a:pt x="790" y="936"/>
                      <a:pt x="792" y="934"/>
                      <a:pt x="792" y="930"/>
                    </a:cubicBezTo>
                    <a:cubicBezTo>
                      <a:pt x="794" y="928"/>
                      <a:pt x="799" y="926"/>
                      <a:pt x="799" y="923"/>
                    </a:cubicBezTo>
                    <a:lnTo>
                      <a:pt x="803" y="917"/>
                    </a:lnTo>
                    <a:cubicBezTo>
                      <a:pt x="809" y="913"/>
                      <a:pt x="809" y="909"/>
                      <a:pt x="811" y="907"/>
                    </a:cubicBezTo>
                    <a:lnTo>
                      <a:pt x="819" y="899"/>
                    </a:lnTo>
                    <a:lnTo>
                      <a:pt x="825" y="893"/>
                    </a:lnTo>
                    <a:cubicBezTo>
                      <a:pt x="829" y="889"/>
                      <a:pt x="829" y="887"/>
                      <a:pt x="831" y="887"/>
                    </a:cubicBezTo>
                    <a:cubicBezTo>
                      <a:pt x="835" y="878"/>
                      <a:pt x="835" y="878"/>
                      <a:pt x="839" y="876"/>
                    </a:cubicBezTo>
                    <a:cubicBezTo>
                      <a:pt x="842" y="874"/>
                      <a:pt x="844" y="872"/>
                      <a:pt x="844" y="868"/>
                    </a:cubicBezTo>
                    <a:cubicBezTo>
                      <a:pt x="846" y="866"/>
                      <a:pt x="846" y="864"/>
                      <a:pt x="846" y="864"/>
                    </a:cubicBezTo>
                    <a:cubicBezTo>
                      <a:pt x="850" y="862"/>
                      <a:pt x="852" y="858"/>
                      <a:pt x="852" y="856"/>
                    </a:cubicBezTo>
                    <a:cubicBezTo>
                      <a:pt x="854" y="852"/>
                      <a:pt x="856" y="852"/>
                      <a:pt x="856" y="848"/>
                    </a:cubicBezTo>
                    <a:cubicBezTo>
                      <a:pt x="856" y="846"/>
                      <a:pt x="860" y="844"/>
                      <a:pt x="864" y="838"/>
                    </a:cubicBezTo>
                    <a:cubicBezTo>
                      <a:pt x="870" y="831"/>
                      <a:pt x="872" y="823"/>
                      <a:pt x="880" y="813"/>
                    </a:cubicBezTo>
                    <a:cubicBezTo>
                      <a:pt x="882" y="807"/>
                      <a:pt x="884" y="805"/>
                      <a:pt x="887" y="801"/>
                    </a:cubicBezTo>
                    <a:cubicBezTo>
                      <a:pt x="891" y="795"/>
                      <a:pt x="893" y="793"/>
                      <a:pt x="893" y="786"/>
                    </a:cubicBezTo>
                    <a:cubicBezTo>
                      <a:pt x="895" y="784"/>
                      <a:pt x="895" y="782"/>
                      <a:pt x="897" y="780"/>
                    </a:cubicBezTo>
                    <a:cubicBezTo>
                      <a:pt x="901" y="774"/>
                      <a:pt x="901" y="774"/>
                      <a:pt x="903" y="772"/>
                    </a:cubicBezTo>
                    <a:cubicBezTo>
                      <a:pt x="905" y="770"/>
                      <a:pt x="905" y="766"/>
                      <a:pt x="905" y="764"/>
                    </a:cubicBezTo>
                    <a:cubicBezTo>
                      <a:pt x="907" y="762"/>
                      <a:pt x="907" y="760"/>
                      <a:pt x="907" y="760"/>
                    </a:cubicBezTo>
                    <a:cubicBezTo>
                      <a:pt x="907" y="756"/>
                      <a:pt x="911" y="754"/>
                      <a:pt x="911" y="754"/>
                    </a:cubicBezTo>
                    <a:cubicBezTo>
                      <a:pt x="913" y="752"/>
                      <a:pt x="913" y="750"/>
                      <a:pt x="913" y="750"/>
                    </a:cubicBezTo>
                    <a:cubicBezTo>
                      <a:pt x="915" y="745"/>
                      <a:pt x="915" y="743"/>
                      <a:pt x="915" y="743"/>
                    </a:cubicBezTo>
                    <a:cubicBezTo>
                      <a:pt x="915" y="741"/>
                      <a:pt x="917" y="739"/>
                      <a:pt x="917" y="739"/>
                    </a:cubicBezTo>
                    <a:cubicBezTo>
                      <a:pt x="921" y="733"/>
                      <a:pt x="921" y="731"/>
                      <a:pt x="921" y="731"/>
                    </a:cubicBezTo>
                    <a:cubicBezTo>
                      <a:pt x="923" y="729"/>
                      <a:pt x="923" y="725"/>
                      <a:pt x="923" y="723"/>
                    </a:cubicBezTo>
                    <a:cubicBezTo>
                      <a:pt x="925" y="721"/>
                      <a:pt x="925" y="719"/>
                      <a:pt x="925" y="715"/>
                    </a:cubicBezTo>
                    <a:cubicBezTo>
                      <a:pt x="929" y="711"/>
                      <a:pt x="929" y="709"/>
                      <a:pt x="929" y="709"/>
                    </a:cubicBezTo>
                    <a:cubicBezTo>
                      <a:pt x="932" y="705"/>
                      <a:pt x="932" y="700"/>
                      <a:pt x="932" y="698"/>
                    </a:cubicBezTo>
                    <a:cubicBezTo>
                      <a:pt x="934" y="690"/>
                      <a:pt x="934" y="690"/>
                      <a:pt x="934" y="688"/>
                    </a:cubicBezTo>
                    <a:cubicBezTo>
                      <a:pt x="936" y="682"/>
                      <a:pt x="936" y="680"/>
                      <a:pt x="936" y="678"/>
                    </a:cubicBezTo>
                    <a:cubicBezTo>
                      <a:pt x="936" y="674"/>
                      <a:pt x="940" y="672"/>
                      <a:pt x="940" y="672"/>
                    </a:cubicBezTo>
                    <a:cubicBezTo>
                      <a:pt x="940" y="670"/>
                      <a:pt x="942" y="668"/>
                      <a:pt x="942" y="668"/>
                    </a:cubicBezTo>
                    <a:cubicBezTo>
                      <a:pt x="942" y="664"/>
                      <a:pt x="944" y="662"/>
                      <a:pt x="944" y="660"/>
                    </a:cubicBezTo>
                    <a:cubicBezTo>
                      <a:pt x="946" y="651"/>
                      <a:pt x="946" y="649"/>
                      <a:pt x="946" y="643"/>
                    </a:cubicBezTo>
                    <a:cubicBezTo>
                      <a:pt x="946" y="637"/>
                      <a:pt x="946" y="637"/>
                      <a:pt x="950" y="633"/>
                    </a:cubicBezTo>
                    <a:lnTo>
                      <a:pt x="950" y="629"/>
                    </a:lnTo>
                    <a:lnTo>
                      <a:pt x="932" y="643"/>
                    </a:lnTo>
                    <a:lnTo>
                      <a:pt x="932" y="398"/>
                    </a:lnTo>
                    <a:lnTo>
                      <a:pt x="250" y="1"/>
                    </a:lnTo>
                    <a:close/>
                  </a:path>
                </a:pathLst>
              </a:custGeom>
              <a:solidFill>
                <a:srgbClr val="13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37"/>
              <p:cNvSpPr/>
              <p:nvPr/>
            </p:nvSpPr>
            <p:spPr>
              <a:xfrm rot="39010">
                <a:off x="7252863" y="3967959"/>
                <a:ext cx="162993" cy="104513"/>
              </a:xfrm>
              <a:custGeom>
                <a:rect b="b" l="l" r="r" t="t"/>
                <a:pathLst>
                  <a:path extrusionOk="0" h="445" w="694">
                    <a:moveTo>
                      <a:pt x="0" y="1"/>
                    </a:moveTo>
                    <a:lnTo>
                      <a:pt x="0" y="23"/>
                    </a:lnTo>
                    <a:cubicBezTo>
                      <a:pt x="8" y="48"/>
                      <a:pt x="10" y="50"/>
                      <a:pt x="14" y="50"/>
                    </a:cubicBezTo>
                    <a:lnTo>
                      <a:pt x="683" y="436"/>
                    </a:lnTo>
                    <a:lnTo>
                      <a:pt x="683" y="436"/>
                    </a:lnTo>
                    <a:cubicBezTo>
                      <a:pt x="681" y="431"/>
                      <a:pt x="681" y="427"/>
                      <a:pt x="681" y="420"/>
                    </a:cubicBezTo>
                    <a:lnTo>
                      <a:pt x="681" y="398"/>
                    </a:lnTo>
                    <a:lnTo>
                      <a:pt x="0" y="1"/>
                    </a:lnTo>
                    <a:close/>
                    <a:moveTo>
                      <a:pt x="683" y="436"/>
                    </a:moveTo>
                    <a:cubicBezTo>
                      <a:pt x="683" y="437"/>
                      <a:pt x="683" y="438"/>
                      <a:pt x="683" y="439"/>
                    </a:cubicBezTo>
                    <a:cubicBezTo>
                      <a:pt x="686" y="441"/>
                      <a:pt x="688" y="444"/>
                      <a:pt x="691" y="444"/>
                    </a:cubicBezTo>
                    <a:cubicBezTo>
                      <a:pt x="691" y="444"/>
                      <a:pt x="692" y="444"/>
                      <a:pt x="694" y="443"/>
                    </a:cubicBezTo>
                    <a:lnTo>
                      <a:pt x="683" y="436"/>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37"/>
              <p:cNvSpPr/>
              <p:nvPr/>
            </p:nvSpPr>
            <p:spPr>
              <a:xfrm rot="39010">
                <a:off x="7202967" y="3997692"/>
                <a:ext cx="162993" cy="104513"/>
              </a:xfrm>
              <a:custGeom>
                <a:rect b="b" l="l" r="r" t="t"/>
                <a:pathLst>
                  <a:path extrusionOk="0" h="445" w="694">
                    <a:moveTo>
                      <a:pt x="0" y="1"/>
                    </a:moveTo>
                    <a:lnTo>
                      <a:pt x="0" y="23"/>
                    </a:lnTo>
                    <a:cubicBezTo>
                      <a:pt x="2" y="35"/>
                      <a:pt x="2" y="37"/>
                      <a:pt x="2" y="37"/>
                    </a:cubicBezTo>
                    <a:cubicBezTo>
                      <a:pt x="9" y="46"/>
                      <a:pt x="11" y="48"/>
                      <a:pt x="13" y="48"/>
                    </a:cubicBezTo>
                    <a:lnTo>
                      <a:pt x="694" y="445"/>
                    </a:lnTo>
                    <a:cubicBezTo>
                      <a:pt x="688" y="440"/>
                      <a:pt x="686" y="436"/>
                      <a:pt x="686" y="432"/>
                    </a:cubicBezTo>
                    <a:cubicBezTo>
                      <a:pt x="684" y="426"/>
                      <a:pt x="680" y="422"/>
                      <a:pt x="680" y="416"/>
                    </a:cubicBezTo>
                    <a:lnTo>
                      <a:pt x="680" y="393"/>
                    </a:ln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37"/>
              <p:cNvSpPr/>
              <p:nvPr/>
            </p:nvSpPr>
            <p:spPr>
              <a:xfrm rot="39010">
                <a:off x="7153088" y="4026017"/>
                <a:ext cx="163228" cy="104513"/>
              </a:xfrm>
              <a:custGeom>
                <a:rect b="b" l="l" r="r" t="t"/>
                <a:pathLst>
                  <a:path extrusionOk="0" h="445" w="695">
                    <a:moveTo>
                      <a:pt x="1" y="0"/>
                    </a:moveTo>
                    <a:lnTo>
                      <a:pt x="1" y="23"/>
                    </a:lnTo>
                    <a:cubicBezTo>
                      <a:pt x="9" y="43"/>
                      <a:pt x="11" y="45"/>
                      <a:pt x="13" y="47"/>
                    </a:cubicBezTo>
                    <a:lnTo>
                      <a:pt x="694" y="444"/>
                    </a:lnTo>
                    <a:cubicBezTo>
                      <a:pt x="690" y="440"/>
                      <a:pt x="686" y="436"/>
                      <a:pt x="684" y="432"/>
                    </a:cubicBezTo>
                    <a:cubicBezTo>
                      <a:pt x="682" y="426"/>
                      <a:pt x="682" y="422"/>
                      <a:pt x="682" y="416"/>
                    </a:cubicBezTo>
                    <a:lnTo>
                      <a:pt x="682" y="393"/>
                    </a:lnTo>
                    <a:lnTo>
                      <a:pt x="1"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37"/>
              <p:cNvSpPr/>
              <p:nvPr/>
            </p:nvSpPr>
            <p:spPr>
              <a:xfrm rot="39010">
                <a:off x="7103224" y="4052694"/>
                <a:ext cx="162758" cy="104982"/>
              </a:xfrm>
              <a:custGeom>
                <a:rect b="b" l="l" r="r" t="t"/>
                <a:pathLst>
                  <a:path extrusionOk="0" h="447" w="693">
                    <a:moveTo>
                      <a:pt x="1" y="1"/>
                    </a:moveTo>
                    <a:lnTo>
                      <a:pt x="1" y="28"/>
                    </a:lnTo>
                    <a:cubicBezTo>
                      <a:pt x="7" y="48"/>
                      <a:pt x="11" y="50"/>
                      <a:pt x="13" y="52"/>
                    </a:cubicBezTo>
                    <a:lnTo>
                      <a:pt x="692" y="447"/>
                    </a:lnTo>
                    <a:cubicBezTo>
                      <a:pt x="688" y="443"/>
                      <a:pt x="686" y="441"/>
                      <a:pt x="686" y="437"/>
                    </a:cubicBezTo>
                    <a:cubicBezTo>
                      <a:pt x="682" y="431"/>
                      <a:pt x="680" y="426"/>
                      <a:pt x="680" y="420"/>
                    </a:cubicBezTo>
                    <a:lnTo>
                      <a:pt x="680" y="398"/>
                    </a:lnTo>
                    <a:lnTo>
                      <a:pt x="1"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37"/>
              <p:cNvSpPr/>
              <p:nvPr/>
            </p:nvSpPr>
            <p:spPr>
              <a:xfrm rot="39010">
                <a:off x="7053105" y="4081486"/>
                <a:ext cx="162993" cy="104982"/>
              </a:xfrm>
              <a:custGeom>
                <a:rect b="b" l="l" r="r" t="t"/>
                <a:pathLst>
                  <a:path extrusionOk="0" h="447" w="694">
                    <a:moveTo>
                      <a:pt x="0" y="1"/>
                    </a:moveTo>
                    <a:lnTo>
                      <a:pt x="0" y="25"/>
                    </a:lnTo>
                    <a:cubicBezTo>
                      <a:pt x="8" y="46"/>
                      <a:pt x="10" y="50"/>
                      <a:pt x="12" y="50"/>
                    </a:cubicBezTo>
                    <a:lnTo>
                      <a:pt x="689" y="444"/>
                    </a:lnTo>
                    <a:lnTo>
                      <a:pt x="689" y="444"/>
                    </a:lnTo>
                    <a:cubicBezTo>
                      <a:pt x="686" y="442"/>
                      <a:pt x="685" y="438"/>
                      <a:pt x="683" y="437"/>
                    </a:cubicBezTo>
                    <a:cubicBezTo>
                      <a:pt x="679" y="430"/>
                      <a:pt x="679" y="426"/>
                      <a:pt x="679" y="420"/>
                    </a:cubicBezTo>
                    <a:lnTo>
                      <a:pt x="679" y="398"/>
                    </a:lnTo>
                    <a:lnTo>
                      <a:pt x="0" y="1"/>
                    </a:lnTo>
                    <a:close/>
                    <a:moveTo>
                      <a:pt x="689" y="444"/>
                    </a:moveTo>
                    <a:cubicBezTo>
                      <a:pt x="691" y="445"/>
                      <a:pt x="692" y="446"/>
                      <a:pt x="694" y="447"/>
                    </a:cubicBezTo>
                    <a:lnTo>
                      <a:pt x="689" y="444"/>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37"/>
              <p:cNvSpPr/>
              <p:nvPr/>
            </p:nvSpPr>
            <p:spPr>
              <a:xfrm rot="39010">
                <a:off x="7002761" y="4109335"/>
                <a:ext cx="162993" cy="104982"/>
              </a:xfrm>
              <a:custGeom>
                <a:rect b="b" l="l" r="r" t="t"/>
                <a:pathLst>
                  <a:path extrusionOk="0" h="447" w="694">
                    <a:moveTo>
                      <a:pt x="0" y="0"/>
                    </a:moveTo>
                    <a:lnTo>
                      <a:pt x="0" y="23"/>
                    </a:lnTo>
                    <a:cubicBezTo>
                      <a:pt x="9" y="43"/>
                      <a:pt x="11" y="45"/>
                      <a:pt x="13" y="50"/>
                    </a:cubicBezTo>
                    <a:lnTo>
                      <a:pt x="694" y="446"/>
                    </a:lnTo>
                    <a:cubicBezTo>
                      <a:pt x="688" y="442"/>
                      <a:pt x="686" y="440"/>
                      <a:pt x="684" y="436"/>
                    </a:cubicBezTo>
                    <a:cubicBezTo>
                      <a:pt x="682" y="430"/>
                      <a:pt x="682" y="426"/>
                      <a:pt x="682" y="420"/>
                    </a:cubicBezTo>
                    <a:lnTo>
                      <a:pt x="682" y="397"/>
                    </a:lnTo>
                    <a:lnTo>
                      <a:pt x="0"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37"/>
              <p:cNvSpPr/>
              <p:nvPr/>
            </p:nvSpPr>
            <p:spPr>
              <a:xfrm rot="39010">
                <a:off x="6953340" y="4139072"/>
                <a:ext cx="162758" cy="104043"/>
              </a:xfrm>
              <a:custGeom>
                <a:rect b="b" l="l" r="r" t="t"/>
                <a:pathLst>
                  <a:path extrusionOk="0" h="443" w="693">
                    <a:moveTo>
                      <a:pt x="1" y="0"/>
                    </a:moveTo>
                    <a:lnTo>
                      <a:pt x="1" y="21"/>
                    </a:lnTo>
                    <a:cubicBezTo>
                      <a:pt x="7" y="41"/>
                      <a:pt x="9" y="43"/>
                      <a:pt x="13" y="45"/>
                    </a:cubicBezTo>
                    <a:lnTo>
                      <a:pt x="691" y="442"/>
                    </a:lnTo>
                    <a:lnTo>
                      <a:pt x="691" y="442"/>
                    </a:lnTo>
                    <a:cubicBezTo>
                      <a:pt x="688" y="439"/>
                      <a:pt x="686" y="436"/>
                      <a:pt x="686" y="432"/>
                    </a:cubicBezTo>
                    <a:cubicBezTo>
                      <a:pt x="682" y="426"/>
                      <a:pt x="682" y="422"/>
                      <a:pt x="680" y="416"/>
                    </a:cubicBezTo>
                    <a:lnTo>
                      <a:pt x="680" y="393"/>
                    </a:lnTo>
                    <a:lnTo>
                      <a:pt x="1" y="0"/>
                    </a:lnTo>
                    <a:close/>
                    <a:moveTo>
                      <a:pt x="691" y="442"/>
                    </a:moveTo>
                    <a:lnTo>
                      <a:pt x="691" y="442"/>
                    </a:lnTo>
                    <a:cubicBezTo>
                      <a:pt x="691" y="442"/>
                      <a:pt x="692" y="442"/>
                      <a:pt x="692" y="442"/>
                    </a:cubicBezTo>
                    <a:lnTo>
                      <a:pt x="691" y="442"/>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37"/>
              <p:cNvSpPr/>
              <p:nvPr/>
            </p:nvSpPr>
            <p:spPr>
              <a:xfrm rot="39010">
                <a:off x="6903010" y="4165749"/>
                <a:ext cx="163228" cy="104043"/>
              </a:xfrm>
              <a:custGeom>
                <a:rect b="b" l="l" r="r" t="t"/>
                <a:pathLst>
                  <a:path extrusionOk="0" h="443" w="695">
                    <a:moveTo>
                      <a:pt x="1" y="1"/>
                    </a:moveTo>
                    <a:lnTo>
                      <a:pt x="1" y="23"/>
                    </a:lnTo>
                    <a:cubicBezTo>
                      <a:pt x="9" y="44"/>
                      <a:pt x="11" y="48"/>
                      <a:pt x="13" y="50"/>
                    </a:cubicBezTo>
                    <a:lnTo>
                      <a:pt x="684" y="437"/>
                    </a:lnTo>
                    <a:lnTo>
                      <a:pt x="684" y="437"/>
                    </a:lnTo>
                    <a:cubicBezTo>
                      <a:pt x="684" y="437"/>
                      <a:pt x="684" y="437"/>
                      <a:pt x="684" y="437"/>
                    </a:cubicBezTo>
                    <a:cubicBezTo>
                      <a:pt x="680" y="431"/>
                      <a:pt x="680" y="427"/>
                      <a:pt x="680" y="420"/>
                    </a:cubicBezTo>
                    <a:lnTo>
                      <a:pt x="680" y="398"/>
                    </a:lnTo>
                    <a:lnTo>
                      <a:pt x="1" y="1"/>
                    </a:lnTo>
                    <a:close/>
                    <a:moveTo>
                      <a:pt x="684" y="437"/>
                    </a:moveTo>
                    <a:lnTo>
                      <a:pt x="684" y="437"/>
                    </a:lnTo>
                    <a:cubicBezTo>
                      <a:pt x="686" y="441"/>
                      <a:pt x="689" y="443"/>
                      <a:pt x="694" y="443"/>
                    </a:cubicBezTo>
                    <a:lnTo>
                      <a:pt x="684" y="437"/>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37"/>
              <p:cNvSpPr/>
              <p:nvPr/>
            </p:nvSpPr>
            <p:spPr>
              <a:xfrm rot="39010">
                <a:off x="6852890" y="4194068"/>
                <a:ext cx="162993" cy="104982"/>
              </a:xfrm>
              <a:custGeom>
                <a:rect b="b" l="l" r="r" t="t"/>
                <a:pathLst>
                  <a:path extrusionOk="0" h="447" w="694">
                    <a:moveTo>
                      <a:pt x="0" y="1"/>
                    </a:moveTo>
                    <a:lnTo>
                      <a:pt x="0" y="23"/>
                    </a:lnTo>
                    <a:cubicBezTo>
                      <a:pt x="8" y="44"/>
                      <a:pt x="10" y="48"/>
                      <a:pt x="12" y="50"/>
                    </a:cubicBezTo>
                    <a:lnTo>
                      <a:pt x="694" y="447"/>
                    </a:lnTo>
                    <a:cubicBezTo>
                      <a:pt x="688" y="443"/>
                      <a:pt x="686" y="439"/>
                      <a:pt x="683" y="437"/>
                    </a:cubicBezTo>
                    <a:cubicBezTo>
                      <a:pt x="681" y="430"/>
                      <a:pt x="681" y="426"/>
                      <a:pt x="681" y="420"/>
                    </a:cubicBezTo>
                    <a:lnTo>
                      <a:pt x="681" y="398"/>
                    </a:ln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37"/>
              <p:cNvSpPr/>
              <p:nvPr/>
            </p:nvSpPr>
            <p:spPr>
              <a:xfrm rot="39010">
                <a:off x="6802549" y="4221917"/>
                <a:ext cx="162993" cy="104513"/>
              </a:xfrm>
              <a:custGeom>
                <a:rect b="b" l="l" r="r" t="t"/>
                <a:pathLst>
                  <a:path extrusionOk="0" h="445" w="694">
                    <a:moveTo>
                      <a:pt x="0" y="0"/>
                    </a:moveTo>
                    <a:lnTo>
                      <a:pt x="0" y="23"/>
                    </a:lnTo>
                    <a:cubicBezTo>
                      <a:pt x="9" y="45"/>
                      <a:pt x="11" y="50"/>
                      <a:pt x="13" y="50"/>
                    </a:cubicBezTo>
                    <a:lnTo>
                      <a:pt x="687" y="440"/>
                    </a:lnTo>
                    <a:lnTo>
                      <a:pt x="687" y="440"/>
                    </a:lnTo>
                    <a:cubicBezTo>
                      <a:pt x="686" y="439"/>
                      <a:pt x="684" y="437"/>
                      <a:pt x="684" y="434"/>
                    </a:cubicBezTo>
                    <a:cubicBezTo>
                      <a:pt x="682" y="430"/>
                      <a:pt x="682" y="424"/>
                      <a:pt x="682" y="420"/>
                    </a:cubicBezTo>
                    <a:lnTo>
                      <a:pt x="682" y="397"/>
                    </a:lnTo>
                    <a:lnTo>
                      <a:pt x="0" y="0"/>
                    </a:lnTo>
                    <a:close/>
                    <a:moveTo>
                      <a:pt x="687" y="440"/>
                    </a:moveTo>
                    <a:cubicBezTo>
                      <a:pt x="689" y="443"/>
                      <a:pt x="691" y="444"/>
                      <a:pt x="694" y="444"/>
                    </a:cubicBezTo>
                    <a:lnTo>
                      <a:pt x="687" y="44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37"/>
              <p:cNvSpPr/>
              <p:nvPr/>
            </p:nvSpPr>
            <p:spPr>
              <a:xfrm rot="39010">
                <a:off x="6753139" y="4250247"/>
                <a:ext cx="163228" cy="104513"/>
              </a:xfrm>
              <a:custGeom>
                <a:rect b="b" l="l" r="r" t="t"/>
                <a:pathLst>
                  <a:path extrusionOk="0" h="445" w="695">
                    <a:moveTo>
                      <a:pt x="1" y="0"/>
                    </a:moveTo>
                    <a:lnTo>
                      <a:pt x="1" y="23"/>
                    </a:lnTo>
                    <a:cubicBezTo>
                      <a:pt x="9" y="45"/>
                      <a:pt x="11" y="49"/>
                      <a:pt x="13" y="49"/>
                    </a:cubicBezTo>
                    <a:lnTo>
                      <a:pt x="686" y="440"/>
                    </a:lnTo>
                    <a:lnTo>
                      <a:pt x="686" y="440"/>
                    </a:lnTo>
                    <a:cubicBezTo>
                      <a:pt x="685" y="438"/>
                      <a:pt x="685" y="436"/>
                      <a:pt x="684" y="434"/>
                    </a:cubicBezTo>
                    <a:cubicBezTo>
                      <a:pt x="680" y="430"/>
                      <a:pt x="680" y="424"/>
                      <a:pt x="680" y="420"/>
                    </a:cubicBezTo>
                    <a:lnTo>
                      <a:pt x="680" y="397"/>
                    </a:lnTo>
                    <a:lnTo>
                      <a:pt x="1" y="0"/>
                    </a:lnTo>
                    <a:close/>
                    <a:moveTo>
                      <a:pt x="686" y="440"/>
                    </a:moveTo>
                    <a:cubicBezTo>
                      <a:pt x="688" y="442"/>
                      <a:pt x="690" y="444"/>
                      <a:pt x="694" y="444"/>
                    </a:cubicBezTo>
                    <a:lnTo>
                      <a:pt x="686" y="44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37"/>
              <p:cNvSpPr/>
              <p:nvPr/>
            </p:nvSpPr>
            <p:spPr>
              <a:xfrm rot="39010">
                <a:off x="6702785" y="4278801"/>
                <a:ext cx="163228" cy="104982"/>
              </a:xfrm>
              <a:custGeom>
                <a:rect b="b" l="l" r="r" t="t"/>
                <a:pathLst>
                  <a:path extrusionOk="0" h="447" w="695">
                    <a:moveTo>
                      <a:pt x="1" y="1"/>
                    </a:moveTo>
                    <a:lnTo>
                      <a:pt x="1" y="23"/>
                    </a:lnTo>
                    <a:cubicBezTo>
                      <a:pt x="9" y="44"/>
                      <a:pt x="11" y="50"/>
                      <a:pt x="13" y="50"/>
                    </a:cubicBezTo>
                    <a:lnTo>
                      <a:pt x="694" y="447"/>
                    </a:lnTo>
                    <a:cubicBezTo>
                      <a:pt x="688" y="443"/>
                      <a:pt x="686" y="439"/>
                      <a:pt x="684" y="433"/>
                    </a:cubicBezTo>
                    <a:cubicBezTo>
                      <a:pt x="682" y="429"/>
                      <a:pt x="682" y="422"/>
                      <a:pt x="682" y="418"/>
                    </a:cubicBezTo>
                    <a:lnTo>
                      <a:pt x="682" y="396"/>
                    </a:lnTo>
                    <a:lnTo>
                      <a:pt x="1"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37"/>
              <p:cNvSpPr/>
              <p:nvPr/>
            </p:nvSpPr>
            <p:spPr>
              <a:xfrm rot="39010">
                <a:off x="6652670" y="4307120"/>
                <a:ext cx="162993" cy="104982"/>
              </a:xfrm>
              <a:custGeom>
                <a:rect b="b" l="l" r="r" t="t"/>
                <a:pathLst>
                  <a:path extrusionOk="0" h="447" w="694">
                    <a:moveTo>
                      <a:pt x="0" y="1"/>
                    </a:moveTo>
                    <a:lnTo>
                      <a:pt x="0" y="23"/>
                    </a:lnTo>
                    <a:cubicBezTo>
                      <a:pt x="8" y="44"/>
                      <a:pt x="10" y="48"/>
                      <a:pt x="12" y="50"/>
                    </a:cubicBezTo>
                    <a:lnTo>
                      <a:pt x="694" y="447"/>
                    </a:lnTo>
                    <a:cubicBezTo>
                      <a:pt x="690" y="441"/>
                      <a:pt x="685" y="439"/>
                      <a:pt x="683" y="432"/>
                    </a:cubicBezTo>
                    <a:cubicBezTo>
                      <a:pt x="681" y="428"/>
                      <a:pt x="681" y="422"/>
                      <a:pt x="681" y="418"/>
                    </a:cubicBezTo>
                    <a:lnTo>
                      <a:pt x="681" y="396"/>
                    </a:ln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37"/>
              <p:cNvSpPr/>
              <p:nvPr/>
            </p:nvSpPr>
            <p:spPr>
              <a:xfrm rot="39010">
                <a:off x="6602799" y="4334972"/>
                <a:ext cx="162523" cy="104513"/>
              </a:xfrm>
              <a:custGeom>
                <a:rect b="b" l="l" r="r" t="t"/>
                <a:pathLst>
                  <a:path extrusionOk="0" h="445" w="692">
                    <a:moveTo>
                      <a:pt x="0" y="0"/>
                    </a:moveTo>
                    <a:lnTo>
                      <a:pt x="0" y="23"/>
                    </a:lnTo>
                    <a:cubicBezTo>
                      <a:pt x="7" y="45"/>
                      <a:pt x="9" y="50"/>
                      <a:pt x="13" y="50"/>
                    </a:cubicBezTo>
                    <a:lnTo>
                      <a:pt x="689" y="443"/>
                    </a:lnTo>
                    <a:lnTo>
                      <a:pt x="689" y="443"/>
                    </a:lnTo>
                    <a:cubicBezTo>
                      <a:pt x="687" y="441"/>
                      <a:pt x="685" y="439"/>
                      <a:pt x="682" y="434"/>
                    </a:cubicBezTo>
                    <a:cubicBezTo>
                      <a:pt x="680" y="430"/>
                      <a:pt x="680" y="424"/>
                      <a:pt x="680" y="420"/>
                    </a:cubicBezTo>
                    <a:lnTo>
                      <a:pt x="680" y="397"/>
                    </a:lnTo>
                    <a:lnTo>
                      <a:pt x="0" y="0"/>
                    </a:lnTo>
                    <a:close/>
                    <a:moveTo>
                      <a:pt x="689" y="443"/>
                    </a:moveTo>
                    <a:cubicBezTo>
                      <a:pt x="690" y="443"/>
                      <a:pt x="691" y="444"/>
                      <a:pt x="692" y="444"/>
                    </a:cubicBezTo>
                    <a:lnTo>
                      <a:pt x="689" y="443"/>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37"/>
              <p:cNvSpPr/>
              <p:nvPr/>
            </p:nvSpPr>
            <p:spPr>
              <a:xfrm rot="39010">
                <a:off x="6552919" y="4363299"/>
                <a:ext cx="163228" cy="104513"/>
              </a:xfrm>
              <a:custGeom>
                <a:rect b="b" l="l" r="r" t="t"/>
                <a:pathLst>
                  <a:path extrusionOk="0" h="445" w="695">
                    <a:moveTo>
                      <a:pt x="1" y="0"/>
                    </a:moveTo>
                    <a:lnTo>
                      <a:pt x="1" y="23"/>
                    </a:lnTo>
                    <a:cubicBezTo>
                      <a:pt x="9" y="45"/>
                      <a:pt x="11" y="49"/>
                      <a:pt x="13" y="49"/>
                    </a:cubicBezTo>
                    <a:lnTo>
                      <a:pt x="685" y="439"/>
                    </a:lnTo>
                    <a:lnTo>
                      <a:pt x="685" y="439"/>
                    </a:lnTo>
                    <a:cubicBezTo>
                      <a:pt x="684" y="437"/>
                      <a:pt x="684" y="436"/>
                      <a:pt x="684" y="434"/>
                    </a:cubicBezTo>
                    <a:cubicBezTo>
                      <a:pt x="680" y="430"/>
                      <a:pt x="680" y="424"/>
                      <a:pt x="680" y="420"/>
                    </a:cubicBezTo>
                    <a:lnTo>
                      <a:pt x="680" y="397"/>
                    </a:lnTo>
                    <a:lnTo>
                      <a:pt x="1" y="0"/>
                    </a:lnTo>
                    <a:close/>
                    <a:moveTo>
                      <a:pt x="685" y="439"/>
                    </a:moveTo>
                    <a:cubicBezTo>
                      <a:pt x="686" y="441"/>
                      <a:pt x="689" y="443"/>
                      <a:pt x="694" y="444"/>
                    </a:cubicBezTo>
                    <a:lnTo>
                      <a:pt x="685" y="439"/>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37"/>
              <p:cNvSpPr/>
              <p:nvPr/>
            </p:nvSpPr>
            <p:spPr>
              <a:xfrm rot="39010">
                <a:off x="6502575" y="4391383"/>
                <a:ext cx="163228" cy="104043"/>
              </a:xfrm>
              <a:custGeom>
                <a:rect b="b" l="l" r="r" t="t"/>
                <a:pathLst>
                  <a:path extrusionOk="0" h="443" w="695">
                    <a:moveTo>
                      <a:pt x="1" y="1"/>
                    </a:moveTo>
                    <a:lnTo>
                      <a:pt x="1" y="23"/>
                    </a:lnTo>
                    <a:cubicBezTo>
                      <a:pt x="9" y="44"/>
                      <a:pt x="11" y="50"/>
                      <a:pt x="15" y="50"/>
                    </a:cubicBezTo>
                    <a:lnTo>
                      <a:pt x="685" y="437"/>
                    </a:lnTo>
                    <a:lnTo>
                      <a:pt x="685" y="437"/>
                    </a:lnTo>
                    <a:cubicBezTo>
                      <a:pt x="684" y="436"/>
                      <a:pt x="684" y="436"/>
                      <a:pt x="684" y="435"/>
                    </a:cubicBezTo>
                    <a:cubicBezTo>
                      <a:pt x="682" y="431"/>
                      <a:pt x="682" y="424"/>
                      <a:pt x="682" y="420"/>
                    </a:cubicBezTo>
                    <a:lnTo>
                      <a:pt x="682" y="398"/>
                    </a:lnTo>
                    <a:lnTo>
                      <a:pt x="1" y="1"/>
                    </a:lnTo>
                    <a:close/>
                    <a:moveTo>
                      <a:pt x="685" y="437"/>
                    </a:moveTo>
                    <a:lnTo>
                      <a:pt x="685" y="437"/>
                    </a:lnTo>
                    <a:cubicBezTo>
                      <a:pt x="686" y="441"/>
                      <a:pt x="691" y="443"/>
                      <a:pt x="694" y="443"/>
                    </a:cubicBezTo>
                    <a:lnTo>
                      <a:pt x="685" y="437"/>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37"/>
              <p:cNvSpPr/>
              <p:nvPr/>
            </p:nvSpPr>
            <p:spPr>
              <a:xfrm rot="39010">
                <a:off x="6452931" y="4419705"/>
                <a:ext cx="162523" cy="104043"/>
              </a:xfrm>
              <a:custGeom>
                <a:rect b="b" l="l" r="r" t="t"/>
                <a:pathLst>
                  <a:path extrusionOk="0" h="443" w="692">
                    <a:moveTo>
                      <a:pt x="0" y="1"/>
                    </a:moveTo>
                    <a:lnTo>
                      <a:pt x="0" y="23"/>
                    </a:lnTo>
                    <a:cubicBezTo>
                      <a:pt x="6" y="46"/>
                      <a:pt x="8" y="48"/>
                      <a:pt x="12" y="48"/>
                    </a:cubicBezTo>
                    <a:lnTo>
                      <a:pt x="686" y="439"/>
                    </a:lnTo>
                    <a:lnTo>
                      <a:pt x="686" y="439"/>
                    </a:lnTo>
                    <a:cubicBezTo>
                      <a:pt x="684" y="438"/>
                      <a:pt x="683" y="436"/>
                      <a:pt x="681" y="434"/>
                    </a:cubicBezTo>
                    <a:cubicBezTo>
                      <a:pt x="679" y="430"/>
                      <a:pt x="679" y="424"/>
                      <a:pt x="679" y="420"/>
                    </a:cubicBezTo>
                    <a:lnTo>
                      <a:pt x="679" y="398"/>
                    </a:lnTo>
                    <a:lnTo>
                      <a:pt x="0" y="1"/>
                    </a:lnTo>
                    <a:close/>
                    <a:moveTo>
                      <a:pt x="686" y="439"/>
                    </a:moveTo>
                    <a:cubicBezTo>
                      <a:pt x="688" y="441"/>
                      <a:pt x="689" y="443"/>
                      <a:pt x="692" y="443"/>
                    </a:cubicBezTo>
                    <a:lnTo>
                      <a:pt x="686" y="439"/>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37"/>
              <p:cNvSpPr/>
              <p:nvPr/>
            </p:nvSpPr>
            <p:spPr>
              <a:xfrm rot="39010">
                <a:off x="6402576" y="4448496"/>
                <a:ext cx="162993" cy="104043"/>
              </a:xfrm>
              <a:custGeom>
                <a:rect b="b" l="l" r="r" t="t"/>
                <a:pathLst>
                  <a:path extrusionOk="0" h="443" w="694">
                    <a:moveTo>
                      <a:pt x="0" y="1"/>
                    </a:moveTo>
                    <a:lnTo>
                      <a:pt x="0" y="21"/>
                    </a:lnTo>
                    <a:cubicBezTo>
                      <a:pt x="9" y="41"/>
                      <a:pt x="11" y="43"/>
                      <a:pt x="13" y="48"/>
                    </a:cubicBezTo>
                    <a:lnTo>
                      <a:pt x="687" y="439"/>
                    </a:lnTo>
                    <a:lnTo>
                      <a:pt x="687" y="439"/>
                    </a:lnTo>
                    <a:cubicBezTo>
                      <a:pt x="686" y="437"/>
                      <a:pt x="686" y="435"/>
                      <a:pt x="686" y="432"/>
                    </a:cubicBezTo>
                    <a:cubicBezTo>
                      <a:pt x="684" y="428"/>
                      <a:pt x="680" y="422"/>
                      <a:pt x="680" y="418"/>
                    </a:cubicBezTo>
                    <a:lnTo>
                      <a:pt x="680" y="395"/>
                    </a:lnTo>
                    <a:lnTo>
                      <a:pt x="0" y="1"/>
                    </a:lnTo>
                    <a:close/>
                    <a:moveTo>
                      <a:pt x="687" y="439"/>
                    </a:moveTo>
                    <a:cubicBezTo>
                      <a:pt x="689" y="440"/>
                      <a:pt x="691" y="441"/>
                      <a:pt x="694" y="442"/>
                    </a:cubicBezTo>
                    <a:lnTo>
                      <a:pt x="687" y="439"/>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37"/>
              <p:cNvSpPr/>
              <p:nvPr/>
            </p:nvSpPr>
            <p:spPr>
              <a:xfrm rot="39010">
                <a:off x="6352235" y="4475876"/>
                <a:ext cx="163228" cy="104513"/>
              </a:xfrm>
              <a:custGeom>
                <a:rect b="b" l="l" r="r" t="t"/>
                <a:pathLst>
                  <a:path extrusionOk="0" h="445" w="695">
                    <a:moveTo>
                      <a:pt x="1" y="0"/>
                    </a:moveTo>
                    <a:lnTo>
                      <a:pt x="1" y="23"/>
                    </a:lnTo>
                    <a:cubicBezTo>
                      <a:pt x="9" y="43"/>
                      <a:pt x="11" y="47"/>
                      <a:pt x="13" y="47"/>
                    </a:cubicBezTo>
                    <a:lnTo>
                      <a:pt x="687" y="440"/>
                    </a:lnTo>
                    <a:lnTo>
                      <a:pt x="687" y="440"/>
                    </a:lnTo>
                    <a:cubicBezTo>
                      <a:pt x="686" y="438"/>
                      <a:pt x="685" y="437"/>
                      <a:pt x="684" y="434"/>
                    </a:cubicBezTo>
                    <a:cubicBezTo>
                      <a:pt x="682" y="430"/>
                      <a:pt x="682" y="424"/>
                      <a:pt x="682" y="418"/>
                    </a:cubicBezTo>
                    <a:lnTo>
                      <a:pt x="682" y="395"/>
                    </a:lnTo>
                    <a:lnTo>
                      <a:pt x="1" y="0"/>
                    </a:lnTo>
                    <a:close/>
                    <a:moveTo>
                      <a:pt x="687" y="440"/>
                    </a:moveTo>
                    <a:lnTo>
                      <a:pt x="687" y="440"/>
                    </a:lnTo>
                    <a:cubicBezTo>
                      <a:pt x="689" y="442"/>
                      <a:pt x="691" y="443"/>
                      <a:pt x="694" y="444"/>
                    </a:cubicBezTo>
                    <a:lnTo>
                      <a:pt x="687" y="44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37"/>
              <p:cNvSpPr/>
              <p:nvPr/>
            </p:nvSpPr>
            <p:spPr>
              <a:xfrm rot="39010">
                <a:off x="6301891" y="4503960"/>
                <a:ext cx="163228" cy="104043"/>
              </a:xfrm>
              <a:custGeom>
                <a:rect b="b" l="l" r="r" t="t"/>
                <a:pathLst>
                  <a:path extrusionOk="0" h="443" w="695">
                    <a:moveTo>
                      <a:pt x="1" y="1"/>
                    </a:moveTo>
                    <a:lnTo>
                      <a:pt x="1" y="23"/>
                    </a:lnTo>
                    <a:cubicBezTo>
                      <a:pt x="9" y="44"/>
                      <a:pt x="11" y="46"/>
                      <a:pt x="15" y="48"/>
                    </a:cubicBezTo>
                    <a:lnTo>
                      <a:pt x="692" y="442"/>
                    </a:lnTo>
                    <a:lnTo>
                      <a:pt x="692" y="442"/>
                    </a:lnTo>
                    <a:cubicBezTo>
                      <a:pt x="689" y="440"/>
                      <a:pt x="686" y="436"/>
                      <a:pt x="686" y="433"/>
                    </a:cubicBezTo>
                    <a:cubicBezTo>
                      <a:pt x="684" y="426"/>
                      <a:pt x="682" y="422"/>
                      <a:pt x="682" y="416"/>
                    </a:cubicBezTo>
                    <a:lnTo>
                      <a:pt x="682" y="394"/>
                    </a:lnTo>
                    <a:lnTo>
                      <a:pt x="1" y="1"/>
                    </a:lnTo>
                    <a:close/>
                    <a:moveTo>
                      <a:pt x="692" y="442"/>
                    </a:moveTo>
                    <a:cubicBezTo>
                      <a:pt x="693" y="442"/>
                      <a:pt x="694" y="443"/>
                      <a:pt x="694" y="443"/>
                    </a:cubicBezTo>
                    <a:lnTo>
                      <a:pt x="692" y="44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37"/>
              <p:cNvSpPr/>
              <p:nvPr/>
            </p:nvSpPr>
            <p:spPr>
              <a:xfrm rot="39010">
                <a:off x="6252241" y="4532752"/>
                <a:ext cx="162523" cy="104043"/>
              </a:xfrm>
              <a:custGeom>
                <a:rect b="b" l="l" r="r" t="t"/>
                <a:pathLst>
                  <a:path extrusionOk="0" h="443" w="692">
                    <a:moveTo>
                      <a:pt x="0" y="1"/>
                    </a:moveTo>
                    <a:lnTo>
                      <a:pt x="0" y="23"/>
                    </a:lnTo>
                    <a:cubicBezTo>
                      <a:pt x="6" y="44"/>
                      <a:pt x="8" y="46"/>
                      <a:pt x="12" y="50"/>
                    </a:cubicBezTo>
                    <a:lnTo>
                      <a:pt x="691" y="442"/>
                    </a:lnTo>
                    <a:lnTo>
                      <a:pt x="691" y="442"/>
                    </a:lnTo>
                    <a:cubicBezTo>
                      <a:pt x="687" y="440"/>
                      <a:pt x="685" y="434"/>
                      <a:pt x="681" y="432"/>
                    </a:cubicBezTo>
                    <a:cubicBezTo>
                      <a:pt x="679" y="428"/>
                      <a:pt x="679" y="422"/>
                      <a:pt x="679" y="418"/>
                    </a:cubicBezTo>
                    <a:lnTo>
                      <a:pt x="679" y="394"/>
                    </a:lnTo>
                    <a:lnTo>
                      <a:pt x="0" y="1"/>
                    </a:lnTo>
                    <a:close/>
                    <a:moveTo>
                      <a:pt x="691" y="442"/>
                    </a:moveTo>
                    <a:cubicBezTo>
                      <a:pt x="691" y="442"/>
                      <a:pt x="691" y="443"/>
                      <a:pt x="692" y="443"/>
                    </a:cubicBezTo>
                    <a:lnTo>
                      <a:pt x="691" y="44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37"/>
              <p:cNvSpPr/>
              <p:nvPr/>
            </p:nvSpPr>
            <p:spPr>
              <a:xfrm rot="39010">
                <a:off x="6201924" y="4556370"/>
                <a:ext cx="162053" cy="107801"/>
              </a:xfrm>
              <a:custGeom>
                <a:rect b="b" l="l" r="r" t="t"/>
                <a:pathLst>
                  <a:path extrusionOk="0" h="459" w="690">
                    <a:moveTo>
                      <a:pt x="4" y="0"/>
                    </a:moveTo>
                    <a:lnTo>
                      <a:pt x="0" y="25"/>
                    </a:lnTo>
                    <a:cubicBezTo>
                      <a:pt x="2" y="51"/>
                      <a:pt x="2" y="51"/>
                      <a:pt x="2" y="53"/>
                    </a:cubicBezTo>
                    <a:cubicBezTo>
                      <a:pt x="4" y="59"/>
                      <a:pt x="8" y="61"/>
                      <a:pt x="11" y="61"/>
                    </a:cubicBezTo>
                    <a:lnTo>
                      <a:pt x="688" y="457"/>
                    </a:lnTo>
                    <a:lnTo>
                      <a:pt x="688" y="457"/>
                    </a:lnTo>
                    <a:cubicBezTo>
                      <a:pt x="686" y="456"/>
                      <a:pt x="685" y="454"/>
                      <a:pt x="684" y="452"/>
                    </a:cubicBezTo>
                    <a:cubicBezTo>
                      <a:pt x="680" y="450"/>
                      <a:pt x="680" y="448"/>
                      <a:pt x="680" y="444"/>
                    </a:cubicBezTo>
                    <a:cubicBezTo>
                      <a:pt x="678" y="440"/>
                      <a:pt x="678" y="438"/>
                      <a:pt x="678" y="434"/>
                    </a:cubicBezTo>
                    <a:cubicBezTo>
                      <a:pt x="678" y="430"/>
                      <a:pt x="678" y="428"/>
                      <a:pt x="680" y="422"/>
                    </a:cubicBezTo>
                    <a:lnTo>
                      <a:pt x="686" y="397"/>
                    </a:lnTo>
                    <a:lnTo>
                      <a:pt x="4" y="0"/>
                    </a:lnTo>
                    <a:close/>
                    <a:moveTo>
                      <a:pt x="688" y="457"/>
                    </a:moveTo>
                    <a:lnTo>
                      <a:pt x="688" y="457"/>
                    </a:lnTo>
                    <a:cubicBezTo>
                      <a:pt x="688" y="458"/>
                      <a:pt x="689" y="458"/>
                      <a:pt x="690" y="458"/>
                    </a:cubicBezTo>
                    <a:lnTo>
                      <a:pt x="688" y="4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37"/>
              <p:cNvSpPr/>
              <p:nvPr/>
            </p:nvSpPr>
            <p:spPr>
              <a:xfrm rot="39010">
                <a:off x="6176682" y="3930836"/>
                <a:ext cx="1273177" cy="721490"/>
              </a:xfrm>
              <a:custGeom>
                <a:rect b="b" l="l" r="r" t="t"/>
                <a:pathLst>
                  <a:path extrusionOk="0" h="3072" w="5421">
                    <a:moveTo>
                      <a:pt x="1" y="2656"/>
                    </a:moveTo>
                    <a:lnTo>
                      <a:pt x="1" y="2656"/>
                    </a:lnTo>
                    <a:cubicBezTo>
                      <a:pt x="3" y="2658"/>
                      <a:pt x="5" y="2658"/>
                      <a:pt x="7" y="2660"/>
                    </a:cubicBezTo>
                    <a:cubicBezTo>
                      <a:pt x="8" y="2661"/>
                      <a:pt x="9" y="2662"/>
                      <a:pt x="11" y="2662"/>
                    </a:cubicBezTo>
                    <a:lnTo>
                      <a:pt x="11" y="2662"/>
                    </a:lnTo>
                    <a:lnTo>
                      <a:pt x="1" y="2656"/>
                    </a:lnTo>
                    <a:close/>
                    <a:moveTo>
                      <a:pt x="11" y="2662"/>
                    </a:moveTo>
                    <a:lnTo>
                      <a:pt x="15" y="2665"/>
                    </a:lnTo>
                    <a:lnTo>
                      <a:pt x="15" y="2665"/>
                    </a:lnTo>
                    <a:cubicBezTo>
                      <a:pt x="13" y="2663"/>
                      <a:pt x="12" y="2663"/>
                      <a:pt x="11" y="2662"/>
                    </a:cubicBezTo>
                    <a:close/>
                    <a:moveTo>
                      <a:pt x="15" y="2665"/>
                    </a:moveTo>
                    <a:lnTo>
                      <a:pt x="15" y="2665"/>
                    </a:lnTo>
                    <a:cubicBezTo>
                      <a:pt x="15" y="2665"/>
                      <a:pt x="16" y="2666"/>
                      <a:pt x="17" y="2667"/>
                    </a:cubicBezTo>
                    <a:cubicBezTo>
                      <a:pt x="17" y="2667"/>
                      <a:pt x="18" y="2667"/>
                      <a:pt x="18" y="2667"/>
                    </a:cubicBezTo>
                    <a:lnTo>
                      <a:pt x="18" y="2667"/>
                    </a:lnTo>
                    <a:lnTo>
                      <a:pt x="15" y="2665"/>
                    </a:lnTo>
                    <a:close/>
                    <a:moveTo>
                      <a:pt x="4739" y="1"/>
                    </a:moveTo>
                    <a:lnTo>
                      <a:pt x="4526" y="123"/>
                    </a:lnTo>
                    <a:lnTo>
                      <a:pt x="4315" y="246"/>
                    </a:lnTo>
                    <a:lnTo>
                      <a:pt x="4103" y="369"/>
                    </a:lnTo>
                    <a:lnTo>
                      <a:pt x="3890" y="492"/>
                    </a:lnTo>
                    <a:lnTo>
                      <a:pt x="3677" y="614"/>
                    </a:lnTo>
                    <a:lnTo>
                      <a:pt x="3464" y="737"/>
                    </a:lnTo>
                    <a:lnTo>
                      <a:pt x="3254" y="860"/>
                    </a:lnTo>
                    <a:lnTo>
                      <a:pt x="3041" y="983"/>
                    </a:lnTo>
                    <a:lnTo>
                      <a:pt x="2828" y="1105"/>
                    </a:lnTo>
                    <a:lnTo>
                      <a:pt x="2615" y="1228"/>
                    </a:lnTo>
                    <a:lnTo>
                      <a:pt x="2405" y="1351"/>
                    </a:lnTo>
                    <a:lnTo>
                      <a:pt x="2192" y="1474"/>
                    </a:lnTo>
                    <a:lnTo>
                      <a:pt x="1979" y="1597"/>
                    </a:lnTo>
                    <a:lnTo>
                      <a:pt x="1766" y="1719"/>
                    </a:lnTo>
                    <a:lnTo>
                      <a:pt x="1555" y="1842"/>
                    </a:lnTo>
                    <a:lnTo>
                      <a:pt x="1343" y="1965"/>
                    </a:lnTo>
                    <a:lnTo>
                      <a:pt x="1130" y="2088"/>
                    </a:lnTo>
                    <a:lnTo>
                      <a:pt x="917" y="2210"/>
                    </a:lnTo>
                    <a:lnTo>
                      <a:pt x="706" y="2333"/>
                    </a:lnTo>
                    <a:lnTo>
                      <a:pt x="494" y="2456"/>
                    </a:lnTo>
                    <a:lnTo>
                      <a:pt x="281" y="2579"/>
                    </a:lnTo>
                    <a:cubicBezTo>
                      <a:pt x="279" y="2579"/>
                      <a:pt x="269" y="2587"/>
                      <a:pt x="248" y="2599"/>
                    </a:cubicBezTo>
                    <a:cubicBezTo>
                      <a:pt x="240" y="2605"/>
                      <a:pt x="232" y="2609"/>
                      <a:pt x="222" y="2615"/>
                    </a:cubicBezTo>
                    <a:cubicBezTo>
                      <a:pt x="211" y="2619"/>
                      <a:pt x="201" y="2628"/>
                      <a:pt x="191" y="2632"/>
                    </a:cubicBezTo>
                    <a:cubicBezTo>
                      <a:pt x="187" y="2636"/>
                      <a:pt x="179" y="2640"/>
                      <a:pt x="174" y="2642"/>
                    </a:cubicBezTo>
                    <a:cubicBezTo>
                      <a:pt x="160" y="2650"/>
                      <a:pt x="150" y="2652"/>
                      <a:pt x="140" y="2658"/>
                    </a:cubicBezTo>
                    <a:cubicBezTo>
                      <a:pt x="127" y="2662"/>
                      <a:pt x="119" y="2667"/>
                      <a:pt x="113" y="2669"/>
                    </a:cubicBezTo>
                    <a:cubicBezTo>
                      <a:pt x="105" y="2671"/>
                      <a:pt x="97" y="2671"/>
                      <a:pt x="93" y="2673"/>
                    </a:cubicBezTo>
                    <a:cubicBezTo>
                      <a:pt x="89" y="2677"/>
                      <a:pt x="86" y="2677"/>
                      <a:pt x="86" y="2677"/>
                    </a:cubicBezTo>
                    <a:lnTo>
                      <a:pt x="58" y="2677"/>
                    </a:lnTo>
                    <a:cubicBezTo>
                      <a:pt x="54" y="2677"/>
                      <a:pt x="48" y="2673"/>
                      <a:pt x="46" y="2673"/>
                    </a:cubicBezTo>
                    <a:cubicBezTo>
                      <a:pt x="37" y="2671"/>
                      <a:pt x="35" y="2671"/>
                      <a:pt x="33" y="2671"/>
                    </a:cubicBezTo>
                    <a:cubicBezTo>
                      <a:pt x="31" y="2671"/>
                      <a:pt x="31" y="2669"/>
                      <a:pt x="27" y="2669"/>
                    </a:cubicBezTo>
                    <a:cubicBezTo>
                      <a:pt x="25" y="2667"/>
                      <a:pt x="23" y="2667"/>
                      <a:pt x="18" y="2667"/>
                    </a:cubicBezTo>
                    <a:lnTo>
                      <a:pt x="18" y="2667"/>
                    </a:lnTo>
                    <a:lnTo>
                      <a:pt x="680" y="3051"/>
                    </a:lnTo>
                    <a:cubicBezTo>
                      <a:pt x="682" y="3055"/>
                      <a:pt x="686" y="3055"/>
                      <a:pt x="688" y="3057"/>
                    </a:cubicBezTo>
                    <a:cubicBezTo>
                      <a:pt x="690" y="3059"/>
                      <a:pt x="692" y="3059"/>
                      <a:pt x="696" y="3061"/>
                    </a:cubicBezTo>
                    <a:cubicBezTo>
                      <a:pt x="700" y="3065"/>
                      <a:pt x="702" y="3065"/>
                      <a:pt x="706" y="3068"/>
                    </a:cubicBezTo>
                    <a:cubicBezTo>
                      <a:pt x="713" y="3070"/>
                      <a:pt x="717" y="3070"/>
                      <a:pt x="719" y="3070"/>
                    </a:cubicBezTo>
                    <a:cubicBezTo>
                      <a:pt x="729" y="3072"/>
                      <a:pt x="731" y="3072"/>
                      <a:pt x="737" y="3072"/>
                    </a:cubicBezTo>
                    <a:lnTo>
                      <a:pt x="764" y="3072"/>
                    </a:lnTo>
                    <a:cubicBezTo>
                      <a:pt x="778" y="3070"/>
                      <a:pt x="782" y="3068"/>
                      <a:pt x="790" y="3068"/>
                    </a:cubicBezTo>
                    <a:cubicBezTo>
                      <a:pt x="792" y="3065"/>
                      <a:pt x="794" y="3065"/>
                      <a:pt x="801" y="3065"/>
                    </a:cubicBezTo>
                    <a:cubicBezTo>
                      <a:pt x="805" y="3061"/>
                      <a:pt x="811" y="3061"/>
                      <a:pt x="815" y="3059"/>
                    </a:cubicBezTo>
                    <a:cubicBezTo>
                      <a:pt x="823" y="3057"/>
                      <a:pt x="825" y="3055"/>
                      <a:pt x="829" y="3055"/>
                    </a:cubicBezTo>
                    <a:cubicBezTo>
                      <a:pt x="831" y="3051"/>
                      <a:pt x="835" y="3051"/>
                      <a:pt x="839" y="3049"/>
                    </a:cubicBezTo>
                    <a:cubicBezTo>
                      <a:pt x="841" y="3047"/>
                      <a:pt x="843" y="3047"/>
                      <a:pt x="846" y="3045"/>
                    </a:cubicBezTo>
                    <a:cubicBezTo>
                      <a:pt x="850" y="3041"/>
                      <a:pt x="852" y="3041"/>
                      <a:pt x="854" y="3039"/>
                    </a:cubicBezTo>
                    <a:cubicBezTo>
                      <a:pt x="860" y="3037"/>
                      <a:pt x="864" y="3035"/>
                      <a:pt x="866" y="3031"/>
                    </a:cubicBezTo>
                    <a:cubicBezTo>
                      <a:pt x="870" y="3029"/>
                      <a:pt x="872" y="3029"/>
                      <a:pt x="872" y="3027"/>
                    </a:cubicBezTo>
                    <a:cubicBezTo>
                      <a:pt x="882" y="3020"/>
                      <a:pt x="893" y="3014"/>
                      <a:pt x="903" y="3008"/>
                    </a:cubicBezTo>
                    <a:cubicBezTo>
                      <a:pt x="913" y="3004"/>
                      <a:pt x="921" y="2998"/>
                      <a:pt x="927" y="2994"/>
                    </a:cubicBezTo>
                    <a:cubicBezTo>
                      <a:pt x="938" y="2986"/>
                      <a:pt x="946" y="2984"/>
                      <a:pt x="952" y="2978"/>
                    </a:cubicBezTo>
                    <a:cubicBezTo>
                      <a:pt x="958" y="2973"/>
                      <a:pt x="962" y="2973"/>
                      <a:pt x="962" y="2973"/>
                    </a:cubicBezTo>
                    <a:lnTo>
                      <a:pt x="1173" y="2851"/>
                    </a:lnTo>
                    <a:lnTo>
                      <a:pt x="1386" y="2728"/>
                    </a:lnTo>
                    <a:lnTo>
                      <a:pt x="1598" y="2605"/>
                    </a:lnTo>
                    <a:lnTo>
                      <a:pt x="1811" y="2482"/>
                    </a:lnTo>
                    <a:lnTo>
                      <a:pt x="2022" y="2360"/>
                    </a:lnTo>
                    <a:lnTo>
                      <a:pt x="2235" y="2237"/>
                    </a:lnTo>
                    <a:lnTo>
                      <a:pt x="2447" y="2114"/>
                    </a:lnTo>
                    <a:lnTo>
                      <a:pt x="2660" y="1991"/>
                    </a:lnTo>
                    <a:lnTo>
                      <a:pt x="2871" y="1869"/>
                    </a:lnTo>
                    <a:lnTo>
                      <a:pt x="3084" y="1746"/>
                    </a:lnTo>
                    <a:lnTo>
                      <a:pt x="3297" y="1623"/>
                    </a:lnTo>
                    <a:lnTo>
                      <a:pt x="3509" y="1500"/>
                    </a:lnTo>
                    <a:lnTo>
                      <a:pt x="3720" y="1378"/>
                    </a:lnTo>
                    <a:lnTo>
                      <a:pt x="3933" y="1255"/>
                    </a:lnTo>
                    <a:lnTo>
                      <a:pt x="4146" y="1132"/>
                    </a:lnTo>
                    <a:lnTo>
                      <a:pt x="4358" y="1009"/>
                    </a:lnTo>
                    <a:lnTo>
                      <a:pt x="4569" y="887"/>
                    </a:lnTo>
                    <a:lnTo>
                      <a:pt x="4782" y="764"/>
                    </a:lnTo>
                    <a:lnTo>
                      <a:pt x="4995" y="641"/>
                    </a:lnTo>
                    <a:lnTo>
                      <a:pt x="5207" y="518"/>
                    </a:lnTo>
                    <a:lnTo>
                      <a:pt x="5420" y="396"/>
                    </a:lnTo>
                    <a:lnTo>
                      <a:pt x="47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37"/>
              <p:cNvSpPr/>
              <p:nvPr/>
            </p:nvSpPr>
            <p:spPr>
              <a:xfrm rot="39010">
                <a:off x="6159552" y="4570700"/>
                <a:ext cx="164402" cy="95823"/>
              </a:xfrm>
              <a:custGeom>
                <a:rect b="b" l="l" r="r" t="t"/>
                <a:pathLst>
                  <a:path extrusionOk="0" h="408" w="700">
                    <a:moveTo>
                      <a:pt x="0" y="0"/>
                    </a:moveTo>
                    <a:cubicBezTo>
                      <a:pt x="0" y="0"/>
                      <a:pt x="7" y="5"/>
                      <a:pt x="16" y="9"/>
                    </a:cubicBezTo>
                    <a:lnTo>
                      <a:pt x="16" y="9"/>
                    </a:lnTo>
                    <a:lnTo>
                      <a:pt x="0" y="0"/>
                    </a:lnTo>
                    <a:close/>
                    <a:moveTo>
                      <a:pt x="16" y="9"/>
                    </a:moveTo>
                    <a:lnTo>
                      <a:pt x="166" y="97"/>
                    </a:lnTo>
                    <a:lnTo>
                      <a:pt x="166" y="97"/>
                    </a:lnTo>
                    <a:lnTo>
                      <a:pt x="19" y="11"/>
                    </a:lnTo>
                    <a:cubicBezTo>
                      <a:pt x="18" y="10"/>
                      <a:pt x="17" y="10"/>
                      <a:pt x="16" y="9"/>
                    </a:cubicBezTo>
                    <a:close/>
                    <a:moveTo>
                      <a:pt x="166" y="97"/>
                    </a:moveTo>
                    <a:lnTo>
                      <a:pt x="700" y="408"/>
                    </a:lnTo>
                    <a:cubicBezTo>
                      <a:pt x="692" y="399"/>
                      <a:pt x="682" y="395"/>
                      <a:pt x="682" y="395"/>
                    </a:cubicBezTo>
                    <a:lnTo>
                      <a:pt x="166" y="9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37"/>
              <p:cNvSpPr/>
              <p:nvPr/>
            </p:nvSpPr>
            <p:spPr>
              <a:xfrm rot="39010">
                <a:off x="6157353" y="4548148"/>
                <a:ext cx="167925" cy="114612"/>
              </a:xfrm>
              <a:custGeom>
                <a:rect b="b" l="l" r="r" t="t"/>
                <a:pathLst>
                  <a:path extrusionOk="0" h="488" w="715">
                    <a:moveTo>
                      <a:pt x="35" y="0"/>
                    </a:moveTo>
                    <a:lnTo>
                      <a:pt x="16" y="23"/>
                    </a:lnTo>
                    <a:cubicBezTo>
                      <a:pt x="14" y="25"/>
                      <a:pt x="14" y="27"/>
                      <a:pt x="10" y="27"/>
                    </a:cubicBezTo>
                    <a:cubicBezTo>
                      <a:pt x="0" y="84"/>
                      <a:pt x="0" y="86"/>
                      <a:pt x="0" y="86"/>
                    </a:cubicBezTo>
                    <a:cubicBezTo>
                      <a:pt x="4" y="88"/>
                      <a:pt x="6" y="94"/>
                      <a:pt x="8" y="94"/>
                    </a:cubicBezTo>
                    <a:lnTo>
                      <a:pt x="684" y="484"/>
                    </a:lnTo>
                    <a:lnTo>
                      <a:pt x="684" y="484"/>
                    </a:lnTo>
                    <a:cubicBezTo>
                      <a:pt x="682" y="482"/>
                      <a:pt x="681" y="479"/>
                      <a:pt x="679" y="475"/>
                    </a:cubicBezTo>
                    <a:cubicBezTo>
                      <a:pt x="681" y="473"/>
                      <a:pt x="679" y="465"/>
                      <a:pt x="681" y="461"/>
                    </a:cubicBezTo>
                    <a:cubicBezTo>
                      <a:pt x="683" y="446"/>
                      <a:pt x="690" y="432"/>
                      <a:pt x="696" y="420"/>
                    </a:cubicBezTo>
                    <a:lnTo>
                      <a:pt x="714" y="395"/>
                    </a:lnTo>
                    <a:lnTo>
                      <a:pt x="35" y="0"/>
                    </a:lnTo>
                    <a:close/>
                    <a:moveTo>
                      <a:pt x="684" y="484"/>
                    </a:moveTo>
                    <a:lnTo>
                      <a:pt x="684" y="484"/>
                    </a:lnTo>
                    <a:cubicBezTo>
                      <a:pt x="686" y="485"/>
                      <a:pt x="687" y="486"/>
                      <a:pt x="690" y="487"/>
                    </a:cubicBezTo>
                    <a:lnTo>
                      <a:pt x="684" y="48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37"/>
              <p:cNvSpPr/>
              <p:nvPr/>
            </p:nvSpPr>
            <p:spPr>
              <a:xfrm rot="39010">
                <a:off x="6160797" y="4541354"/>
                <a:ext cx="164167" cy="100755"/>
              </a:xfrm>
              <a:custGeom>
                <a:rect b="b" l="l" r="r" t="t"/>
                <a:pathLst>
                  <a:path extrusionOk="0" h="429" w="699">
                    <a:moveTo>
                      <a:pt x="0" y="1"/>
                    </a:moveTo>
                    <a:lnTo>
                      <a:pt x="17" y="31"/>
                    </a:lnTo>
                    <a:lnTo>
                      <a:pt x="698" y="428"/>
                    </a:lnTo>
                    <a:lnTo>
                      <a:pt x="669" y="348"/>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37"/>
              <p:cNvSpPr/>
              <p:nvPr/>
            </p:nvSpPr>
            <p:spPr>
              <a:xfrm rot="39010">
                <a:off x="6141657" y="4531499"/>
                <a:ext cx="162758" cy="99346"/>
              </a:xfrm>
              <a:custGeom>
                <a:rect b="b" l="l" r="r" t="t"/>
                <a:pathLst>
                  <a:path extrusionOk="0" h="423" w="693">
                    <a:moveTo>
                      <a:pt x="1" y="1"/>
                    </a:moveTo>
                    <a:cubicBezTo>
                      <a:pt x="3" y="13"/>
                      <a:pt x="3" y="15"/>
                      <a:pt x="3" y="15"/>
                    </a:cubicBezTo>
                    <a:cubicBezTo>
                      <a:pt x="7" y="23"/>
                      <a:pt x="11" y="25"/>
                      <a:pt x="13" y="29"/>
                    </a:cubicBezTo>
                    <a:lnTo>
                      <a:pt x="689" y="420"/>
                    </a:lnTo>
                    <a:lnTo>
                      <a:pt x="689" y="420"/>
                    </a:lnTo>
                    <a:cubicBezTo>
                      <a:pt x="688" y="419"/>
                      <a:pt x="687" y="417"/>
                      <a:pt x="686" y="414"/>
                    </a:cubicBezTo>
                    <a:cubicBezTo>
                      <a:pt x="682" y="410"/>
                      <a:pt x="680" y="404"/>
                      <a:pt x="680" y="398"/>
                    </a:cubicBezTo>
                    <a:lnTo>
                      <a:pt x="1" y="1"/>
                    </a:lnTo>
                    <a:close/>
                    <a:moveTo>
                      <a:pt x="689" y="420"/>
                    </a:moveTo>
                    <a:cubicBezTo>
                      <a:pt x="690" y="422"/>
                      <a:pt x="691" y="422"/>
                      <a:pt x="692" y="422"/>
                    </a:cubicBezTo>
                    <a:lnTo>
                      <a:pt x="689" y="42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37"/>
              <p:cNvSpPr/>
              <p:nvPr/>
            </p:nvSpPr>
            <p:spPr>
              <a:xfrm rot="39010">
                <a:off x="6151657" y="4500854"/>
                <a:ext cx="164637" cy="95353"/>
              </a:xfrm>
              <a:custGeom>
                <a:rect b="b" l="l" r="r" t="t"/>
                <a:pathLst>
                  <a:path extrusionOk="0" h="406" w="701">
                    <a:moveTo>
                      <a:pt x="21" y="1"/>
                    </a:moveTo>
                    <a:lnTo>
                      <a:pt x="0" y="11"/>
                    </a:lnTo>
                    <a:lnTo>
                      <a:pt x="680" y="406"/>
                    </a:lnTo>
                    <a:lnTo>
                      <a:pt x="700" y="396"/>
                    </a:lnTo>
                    <a:lnTo>
                      <a:pt x="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37"/>
              <p:cNvSpPr/>
              <p:nvPr/>
            </p:nvSpPr>
            <p:spPr>
              <a:xfrm rot="39010">
                <a:off x="6140927" y="4501233"/>
                <a:ext cx="169804" cy="122832"/>
              </a:xfrm>
              <a:custGeom>
                <a:rect b="b" l="l" r="r" t="t"/>
                <a:pathLst>
                  <a:path extrusionOk="0" h="523" w="723">
                    <a:moveTo>
                      <a:pt x="41" y="1"/>
                    </a:moveTo>
                    <a:cubicBezTo>
                      <a:pt x="19" y="25"/>
                      <a:pt x="17" y="25"/>
                      <a:pt x="17" y="27"/>
                    </a:cubicBezTo>
                    <a:cubicBezTo>
                      <a:pt x="0" y="72"/>
                      <a:pt x="0" y="87"/>
                      <a:pt x="0" y="97"/>
                    </a:cubicBezTo>
                    <a:cubicBezTo>
                      <a:pt x="0" y="103"/>
                      <a:pt x="0" y="109"/>
                      <a:pt x="5" y="113"/>
                    </a:cubicBezTo>
                    <a:lnTo>
                      <a:pt x="5" y="122"/>
                    </a:lnTo>
                    <a:cubicBezTo>
                      <a:pt x="5" y="128"/>
                      <a:pt x="684" y="521"/>
                      <a:pt x="684" y="521"/>
                    </a:cubicBezTo>
                    <a:lnTo>
                      <a:pt x="686" y="523"/>
                    </a:lnTo>
                    <a:lnTo>
                      <a:pt x="686" y="518"/>
                    </a:lnTo>
                    <a:cubicBezTo>
                      <a:pt x="686" y="510"/>
                      <a:pt x="686" y="506"/>
                      <a:pt x="684" y="500"/>
                    </a:cubicBezTo>
                    <a:lnTo>
                      <a:pt x="684" y="469"/>
                    </a:lnTo>
                    <a:cubicBezTo>
                      <a:pt x="684" y="461"/>
                      <a:pt x="686" y="457"/>
                      <a:pt x="686" y="449"/>
                    </a:cubicBezTo>
                    <a:cubicBezTo>
                      <a:pt x="690" y="441"/>
                      <a:pt x="692" y="437"/>
                      <a:pt x="694" y="428"/>
                    </a:cubicBezTo>
                    <a:cubicBezTo>
                      <a:pt x="700" y="420"/>
                      <a:pt x="702" y="416"/>
                      <a:pt x="706" y="410"/>
                    </a:cubicBezTo>
                    <a:cubicBezTo>
                      <a:pt x="712" y="406"/>
                      <a:pt x="717" y="400"/>
                      <a:pt x="723" y="398"/>
                    </a:cubicBezTo>
                    <a:lnTo>
                      <a:pt x="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37"/>
              <p:cNvSpPr/>
              <p:nvPr/>
            </p:nvSpPr>
            <p:spPr>
              <a:xfrm rot="39010">
                <a:off x="6156529" y="4484250"/>
                <a:ext cx="167455" cy="97702"/>
              </a:xfrm>
              <a:custGeom>
                <a:rect b="b" l="l" r="r" t="t"/>
                <a:pathLst>
                  <a:path extrusionOk="0" h="416" w="713">
                    <a:moveTo>
                      <a:pt x="36" y="0"/>
                    </a:moveTo>
                    <a:lnTo>
                      <a:pt x="1" y="21"/>
                    </a:lnTo>
                    <a:lnTo>
                      <a:pt x="680" y="416"/>
                    </a:lnTo>
                    <a:lnTo>
                      <a:pt x="713" y="397"/>
                    </a:lnTo>
                    <a:lnTo>
                      <a:pt x="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37"/>
              <p:cNvSpPr/>
              <p:nvPr/>
            </p:nvSpPr>
            <p:spPr>
              <a:xfrm rot="39010">
                <a:off x="6374200" y="3814381"/>
                <a:ext cx="1093274" cy="624023"/>
              </a:xfrm>
              <a:custGeom>
                <a:rect b="b" l="l" r="r" t="t"/>
                <a:pathLst>
                  <a:path extrusionOk="0" h="2657" w="4655">
                    <a:moveTo>
                      <a:pt x="4641" y="408"/>
                    </a:moveTo>
                    <a:lnTo>
                      <a:pt x="4655" y="416"/>
                    </a:lnTo>
                    <a:cubicBezTo>
                      <a:pt x="4652" y="412"/>
                      <a:pt x="4647" y="409"/>
                      <a:pt x="4641" y="408"/>
                    </a:cubicBezTo>
                    <a:close/>
                    <a:moveTo>
                      <a:pt x="3937" y="0"/>
                    </a:moveTo>
                    <a:cubicBezTo>
                      <a:pt x="3935" y="0"/>
                      <a:pt x="3933" y="0"/>
                      <a:pt x="3928" y="2"/>
                    </a:cubicBezTo>
                    <a:cubicBezTo>
                      <a:pt x="3926" y="2"/>
                      <a:pt x="3924" y="7"/>
                      <a:pt x="3922" y="7"/>
                    </a:cubicBezTo>
                    <a:cubicBezTo>
                      <a:pt x="3918" y="7"/>
                      <a:pt x="3916" y="9"/>
                      <a:pt x="3914" y="9"/>
                    </a:cubicBezTo>
                    <a:cubicBezTo>
                      <a:pt x="3910" y="9"/>
                      <a:pt x="3908" y="11"/>
                      <a:pt x="3906" y="11"/>
                    </a:cubicBezTo>
                    <a:cubicBezTo>
                      <a:pt x="3898" y="13"/>
                      <a:pt x="3896" y="17"/>
                      <a:pt x="3894" y="17"/>
                    </a:cubicBezTo>
                    <a:cubicBezTo>
                      <a:pt x="3890" y="19"/>
                      <a:pt x="3888" y="19"/>
                      <a:pt x="3885" y="19"/>
                    </a:cubicBezTo>
                    <a:cubicBezTo>
                      <a:pt x="3883" y="21"/>
                      <a:pt x="3881" y="21"/>
                      <a:pt x="3877" y="21"/>
                    </a:cubicBezTo>
                    <a:cubicBezTo>
                      <a:pt x="3875" y="23"/>
                      <a:pt x="3873" y="23"/>
                      <a:pt x="3869" y="27"/>
                    </a:cubicBezTo>
                    <a:cubicBezTo>
                      <a:pt x="3865" y="29"/>
                      <a:pt x="0" y="2259"/>
                      <a:pt x="0" y="2259"/>
                    </a:cubicBezTo>
                    <a:lnTo>
                      <a:pt x="682" y="2656"/>
                    </a:lnTo>
                    <a:lnTo>
                      <a:pt x="4546" y="426"/>
                    </a:lnTo>
                    <a:cubicBezTo>
                      <a:pt x="4554" y="418"/>
                      <a:pt x="4567" y="416"/>
                      <a:pt x="4575" y="410"/>
                    </a:cubicBezTo>
                    <a:cubicBezTo>
                      <a:pt x="4585" y="406"/>
                      <a:pt x="4597" y="401"/>
                      <a:pt x="4606" y="401"/>
                    </a:cubicBezTo>
                    <a:cubicBezTo>
                      <a:pt x="4608" y="401"/>
                      <a:pt x="4611" y="401"/>
                      <a:pt x="4613" y="401"/>
                    </a:cubicBezTo>
                    <a:cubicBezTo>
                      <a:pt x="4620" y="401"/>
                      <a:pt x="4626" y="403"/>
                      <a:pt x="4632" y="406"/>
                    </a:cubicBezTo>
                    <a:cubicBezTo>
                      <a:pt x="4635" y="406"/>
                      <a:pt x="4638" y="407"/>
                      <a:pt x="4641" y="408"/>
                    </a:cubicBezTo>
                    <a:lnTo>
                      <a:pt x="4641" y="408"/>
                    </a:lnTo>
                    <a:lnTo>
                      <a:pt x="3990" y="17"/>
                    </a:lnTo>
                    <a:cubicBezTo>
                      <a:pt x="3988" y="13"/>
                      <a:pt x="3986" y="13"/>
                      <a:pt x="3980" y="11"/>
                    </a:cubicBezTo>
                    <a:cubicBezTo>
                      <a:pt x="3975" y="9"/>
                      <a:pt x="3973" y="9"/>
                      <a:pt x="3969" y="7"/>
                    </a:cubicBezTo>
                    <a:cubicBezTo>
                      <a:pt x="3963" y="2"/>
                      <a:pt x="3963" y="2"/>
                      <a:pt x="3959" y="2"/>
                    </a:cubicBezTo>
                    <a:cubicBezTo>
                      <a:pt x="3957" y="2"/>
                      <a:pt x="3955" y="0"/>
                      <a:pt x="3953"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37"/>
              <p:cNvSpPr/>
              <p:nvPr/>
            </p:nvSpPr>
            <p:spPr>
              <a:xfrm rot="39010">
                <a:off x="6331719" y="4338938"/>
                <a:ext cx="202449" cy="186009"/>
              </a:xfrm>
              <a:custGeom>
                <a:rect b="b" l="l" r="r" t="t"/>
                <a:pathLst>
                  <a:path extrusionOk="0" h="792" w="862">
                    <a:moveTo>
                      <a:pt x="183" y="0"/>
                    </a:moveTo>
                    <a:cubicBezTo>
                      <a:pt x="176" y="2"/>
                      <a:pt x="174" y="4"/>
                      <a:pt x="172" y="6"/>
                    </a:cubicBezTo>
                    <a:cubicBezTo>
                      <a:pt x="170" y="10"/>
                      <a:pt x="166" y="10"/>
                      <a:pt x="164" y="12"/>
                    </a:cubicBezTo>
                    <a:cubicBezTo>
                      <a:pt x="162" y="14"/>
                      <a:pt x="160" y="14"/>
                      <a:pt x="156" y="16"/>
                    </a:cubicBezTo>
                    <a:cubicBezTo>
                      <a:pt x="154" y="21"/>
                      <a:pt x="152" y="23"/>
                      <a:pt x="150" y="23"/>
                    </a:cubicBezTo>
                    <a:cubicBezTo>
                      <a:pt x="144" y="25"/>
                      <a:pt x="144" y="27"/>
                      <a:pt x="142" y="27"/>
                    </a:cubicBezTo>
                    <a:lnTo>
                      <a:pt x="136" y="33"/>
                    </a:lnTo>
                    <a:lnTo>
                      <a:pt x="131" y="37"/>
                    </a:lnTo>
                    <a:cubicBezTo>
                      <a:pt x="129" y="41"/>
                      <a:pt x="125" y="41"/>
                      <a:pt x="125" y="43"/>
                    </a:cubicBezTo>
                    <a:lnTo>
                      <a:pt x="121" y="47"/>
                    </a:lnTo>
                    <a:lnTo>
                      <a:pt x="115" y="53"/>
                    </a:lnTo>
                    <a:lnTo>
                      <a:pt x="111" y="57"/>
                    </a:lnTo>
                    <a:lnTo>
                      <a:pt x="105" y="64"/>
                    </a:lnTo>
                    <a:lnTo>
                      <a:pt x="101" y="68"/>
                    </a:lnTo>
                    <a:lnTo>
                      <a:pt x="95" y="74"/>
                    </a:lnTo>
                    <a:lnTo>
                      <a:pt x="91" y="78"/>
                    </a:lnTo>
                    <a:cubicBezTo>
                      <a:pt x="88" y="80"/>
                      <a:pt x="88" y="84"/>
                      <a:pt x="84" y="84"/>
                    </a:cubicBezTo>
                    <a:cubicBezTo>
                      <a:pt x="82" y="86"/>
                      <a:pt x="82" y="86"/>
                      <a:pt x="82" y="88"/>
                    </a:cubicBezTo>
                    <a:cubicBezTo>
                      <a:pt x="78" y="96"/>
                      <a:pt x="74" y="98"/>
                      <a:pt x="72" y="100"/>
                    </a:cubicBezTo>
                    <a:cubicBezTo>
                      <a:pt x="70" y="106"/>
                      <a:pt x="64" y="111"/>
                      <a:pt x="62" y="117"/>
                    </a:cubicBezTo>
                    <a:cubicBezTo>
                      <a:pt x="60" y="119"/>
                      <a:pt x="60" y="121"/>
                      <a:pt x="58" y="125"/>
                    </a:cubicBezTo>
                    <a:cubicBezTo>
                      <a:pt x="54" y="129"/>
                      <a:pt x="52" y="131"/>
                      <a:pt x="52" y="135"/>
                    </a:cubicBezTo>
                    <a:cubicBezTo>
                      <a:pt x="50" y="137"/>
                      <a:pt x="50" y="139"/>
                      <a:pt x="50" y="141"/>
                    </a:cubicBezTo>
                    <a:cubicBezTo>
                      <a:pt x="48" y="145"/>
                      <a:pt x="48" y="145"/>
                      <a:pt x="48" y="147"/>
                    </a:cubicBezTo>
                    <a:cubicBezTo>
                      <a:pt x="43" y="149"/>
                      <a:pt x="43" y="149"/>
                      <a:pt x="43" y="151"/>
                    </a:cubicBezTo>
                    <a:cubicBezTo>
                      <a:pt x="41" y="156"/>
                      <a:pt x="41" y="156"/>
                      <a:pt x="41" y="158"/>
                    </a:cubicBezTo>
                    <a:cubicBezTo>
                      <a:pt x="39" y="160"/>
                      <a:pt x="39" y="162"/>
                      <a:pt x="39" y="162"/>
                    </a:cubicBezTo>
                    <a:cubicBezTo>
                      <a:pt x="37" y="170"/>
                      <a:pt x="33" y="170"/>
                      <a:pt x="33" y="172"/>
                    </a:cubicBezTo>
                    <a:cubicBezTo>
                      <a:pt x="31" y="176"/>
                      <a:pt x="31" y="178"/>
                      <a:pt x="31" y="178"/>
                    </a:cubicBezTo>
                    <a:cubicBezTo>
                      <a:pt x="29" y="180"/>
                      <a:pt x="29" y="182"/>
                      <a:pt x="29" y="182"/>
                    </a:cubicBezTo>
                    <a:cubicBezTo>
                      <a:pt x="27" y="186"/>
                      <a:pt x="27" y="188"/>
                      <a:pt x="27" y="188"/>
                    </a:cubicBezTo>
                    <a:cubicBezTo>
                      <a:pt x="23" y="190"/>
                      <a:pt x="23" y="192"/>
                      <a:pt x="23" y="197"/>
                    </a:cubicBezTo>
                    <a:cubicBezTo>
                      <a:pt x="21" y="199"/>
                      <a:pt x="21" y="201"/>
                      <a:pt x="21" y="203"/>
                    </a:cubicBezTo>
                    <a:cubicBezTo>
                      <a:pt x="19" y="213"/>
                      <a:pt x="15" y="217"/>
                      <a:pt x="15" y="219"/>
                    </a:cubicBezTo>
                    <a:cubicBezTo>
                      <a:pt x="15" y="221"/>
                      <a:pt x="13" y="223"/>
                      <a:pt x="13" y="227"/>
                    </a:cubicBezTo>
                    <a:cubicBezTo>
                      <a:pt x="11" y="229"/>
                      <a:pt x="11" y="231"/>
                      <a:pt x="11" y="233"/>
                    </a:cubicBezTo>
                    <a:cubicBezTo>
                      <a:pt x="11" y="237"/>
                      <a:pt x="9" y="239"/>
                      <a:pt x="9" y="242"/>
                    </a:cubicBezTo>
                    <a:cubicBezTo>
                      <a:pt x="9" y="244"/>
                      <a:pt x="9" y="248"/>
                      <a:pt x="5" y="250"/>
                    </a:cubicBezTo>
                    <a:cubicBezTo>
                      <a:pt x="5" y="254"/>
                      <a:pt x="3" y="258"/>
                      <a:pt x="3" y="260"/>
                    </a:cubicBezTo>
                    <a:cubicBezTo>
                      <a:pt x="3" y="262"/>
                      <a:pt x="3" y="264"/>
                      <a:pt x="1" y="268"/>
                    </a:cubicBezTo>
                    <a:lnTo>
                      <a:pt x="1" y="274"/>
                    </a:lnTo>
                    <a:lnTo>
                      <a:pt x="1" y="282"/>
                    </a:lnTo>
                    <a:lnTo>
                      <a:pt x="1" y="291"/>
                    </a:lnTo>
                    <a:lnTo>
                      <a:pt x="1" y="301"/>
                    </a:lnTo>
                    <a:lnTo>
                      <a:pt x="1" y="309"/>
                    </a:lnTo>
                    <a:cubicBezTo>
                      <a:pt x="1" y="311"/>
                      <a:pt x="1" y="313"/>
                      <a:pt x="3" y="315"/>
                    </a:cubicBezTo>
                    <a:cubicBezTo>
                      <a:pt x="3" y="319"/>
                      <a:pt x="5" y="321"/>
                      <a:pt x="5" y="323"/>
                    </a:cubicBezTo>
                    <a:cubicBezTo>
                      <a:pt x="9" y="329"/>
                      <a:pt x="9" y="332"/>
                      <a:pt x="9" y="332"/>
                    </a:cubicBezTo>
                    <a:cubicBezTo>
                      <a:pt x="11" y="334"/>
                      <a:pt x="11" y="340"/>
                      <a:pt x="11" y="342"/>
                    </a:cubicBezTo>
                    <a:cubicBezTo>
                      <a:pt x="13" y="344"/>
                      <a:pt x="13" y="350"/>
                      <a:pt x="15" y="352"/>
                    </a:cubicBezTo>
                    <a:cubicBezTo>
                      <a:pt x="21" y="360"/>
                      <a:pt x="21" y="362"/>
                      <a:pt x="21" y="362"/>
                    </a:cubicBezTo>
                    <a:cubicBezTo>
                      <a:pt x="23" y="364"/>
                      <a:pt x="25" y="370"/>
                      <a:pt x="29" y="372"/>
                    </a:cubicBezTo>
                    <a:cubicBezTo>
                      <a:pt x="31" y="375"/>
                      <a:pt x="31" y="377"/>
                      <a:pt x="33" y="381"/>
                    </a:cubicBezTo>
                    <a:cubicBezTo>
                      <a:pt x="39" y="385"/>
                      <a:pt x="43" y="391"/>
                      <a:pt x="52" y="395"/>
                    </a:cubicBezTo>
                    <a:lnTo>
                      <a:pt x="731" y="792"/>
                    </a:lnTo>
                    <a:cubicBezTo>
                      <a:pt x="725" y="786"/>
                      <a:pt x="719" y="782"/>
                      <a:pt x="715" y="776"/>
                    </a:cubicBezTo>
                    <a:cubicBezTo>
                      <a:pt x="735" y="747"/>
                      <a:pt x="733" y="743"/>
                      <a:pt x="733" y="741"/>
                    </a:cubicBezTo>
                    <a:cubicBezTo>
                      <a:pt x="727" y="737"/>
                      <a:pt x="725" y="730"/>
                      <a:pt x="723" y="726"/>
                    </a:cubicBezTo>
                    <a:cubicBezTo>
                      <a:pt x="717" y="716"/>
                      <a:pt x="715" y="706"/>
                      <a:pt x="713" y="698"/>
                    </a:cubicBezTo>
                    <a:cubicBezTo>
                      <a:pt x="708" y="688"/>
                      <a:pt x="708" y="675"/>
                      <a:pt x="708" y="665"/>
                    </a:cubicBezTo>
                    <a:cubicBezTo>
                      <a:pt x="708" y="651"/>
                      <a:pt x="713" y="638"/>
                      <a:pt x="713" y="626"/>
                    </a:cubicBezTo>
                    <a:cubicBezTo>
                      <a:pt x="715" y="614"/>
                      <a:pt x="717" y="600"/>
                      <a:pt x="723" y="587"/>
                    </a:cubicBezTo>
                    <a:lnTo>
                      <a:pt x="737" y="548"/>
                    </a:lnTo>
                    <a:cubicBezTo>
                      <a:pt x="743" y="536"/>
                      <a:pt x="749" y="524"/>
                      <a:pt x="755" y="514"/>
                    </a:cubicBezTo>
                    <a:cubicBezTo>
                      <a:pt x="764" y="501"/>
                      <a:pt x="770" y="487"/>
                      <a:pt x="778" y="477"/>
                    </a:cubicBezTo>
                    <a:cubicBezTo>
                      <a:pt x="786" y="465"/>
                      <a:pt x="796" y="454"/>
                      <a:pt x="805" y="446"/>
                    </a:cubicBezTo>
                    <a:cubicBezTo>
                      <a:pt x="815" y="436"/>
                      <a:pt x="821" y="426"/>
                      <a:pt x="831" y="420"/>
                    </a:cubicBezTo>
                    <a:cubicBezTo>
                      <a:pt x="841" y="409"/>
                      <a:pt x="852" y="403"/>
                      <a:pt x="862" y="395"/>
                    </a:cubicBezTo>
                    <a:lnTo>
                      <a:pt x="183"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37"/>
              <p:cNvSpPr/>
              <p:nvPr/>
            </p:nvSpPr>
            <p:spPr>
              <a:xfrm rot="39010">
                <a:off x="6500462" y="3909354"/>
                <a:ext cx="980071" cy="616743"/>
              </a:xfrm>
              <a:custGeom>
                <a:rect b="b" l="l" r="r" t="t"/>
                <a:pathLst>
                  <a:path extrusionOk="0" h="2626" w="4173">
                    <a:moveTo>
                      <a:pt x="4087" y="1"/>
                    </a:moveTo>
                    <a:cubicBezTo>
                      <a:pt x="4066" y="1"/>
                      <a:pt x="4043" y="7"/>
                      <a:pt x="4019" y="21"/>
                    </a:cubicBezTo>
                    <a:lnTo>
                      <a:pt x="154" y="2251"/>
                    </a:lnTo>
                    <a:cubicBezTo>
                      <a:pt x="70" y="2300"/>
                      <a:pt x="0" y="2421"/>
                      <a:pt x="0" y="2517"/>
                    </a:cubicBezTo>
                    <a:cubicBezTo>
                      <a:pt x="0" y="2586"/>
                      <a:pt x="35" y="2625"/>
                      <a:pt x="85" y="2625"/>
                    </a:cubicBezTo>
                    <a:cubicBezTo>
                      <a:pt x="106" y="2625"/>
                      <a:pt x="129" y="2619"/>
                      <a:pt x="154" y="2605"/>
                    </a:cubicBezTo>
                    <a:lnTo>
                      <a:pt x="4019" y="375"/>
                    </a:lnTo>
                    <a:cubicBezTo>
                      <a:pt x="4102" y="326"/>
                      <a:pt x="4172" y="205"/>
                      <a:pt x="4172" y="109"/>
                    </a:cubicBezTo>
                    <a:cubicBezTo>
                      <a:pt x="4172" y="39"/>
                      <a:pt x="4137" y="1"/>
                      <a:pt x="4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37"/>
              <p:cNvSpPr/>
              <p:nvPr/>
            </p:nvSpPr>
            <p:spPr>
              <a:xfrm rot="39010">
                <a:off x="6269564" y="4354407"/>
                <a:ext cx="197283" cy="98406"/>
              </a:xfrm>
              <a:custGeom>
                <a:rect b="b" l="l" r="r" t="t"/>
                <a:pathLst>
                  <a:path extrusionOk="0" h="419" w="840">
                    <a:moveTo>
                      <a:pt x="822" y="386"/>
                    </a:moveTo>
                    <a:lnTo>
                      <a:pt x="839" y="396"/>
                    </a:lnTo>
                    <a:cubicBezTo>
                      <a:pt x="836" y="392"/>
                      <a:pt x="830" y="388"/>
                      <a:pt x="822" y="386"/>
                    </a:cubicBezTo>
                    <a:close/>
                    <a:moveTo>
                      <a:pt x="109" y="1"/>
                    </a:moveTo>
                    <a:cubicBezTo>
                      <a:pt x="103" y="1"/>
                      <a:pt x="99" y="5"/>
                      <a:pt x="95" y="5"/>
                    </a:cubicBezTo>
                    <a:cubicBezTo>
                      <a:pt x="93" y="5"/>
                      <a:pt x="89" y="7"/>
                      <a:pt x="82" y="7"/>
                    </a:cubicBezTo>
                    <a:cubicBezTo>
                      <a:pt x="78" y="9"/>
                      <a:pt x="74" y="9"/>
                      <a:pt x="72" y="9"/>
                    </a:cubicBezTo>
                    <a:cubicBezTo>
                      <a:pt x="68" y="11"/>
                      <a:pt x="64" y="11"/>
                      <a:pt x="62" y="11"/>
                    </a:cubicBezTo>
                    <a:cubicBezTo>
                      <a:pt x="60" y="11"/>
                      <a:pt x="58" y="15"/>
                      <a:pt x="58" y="15"/>
                    </a:cubicBezTo>
                    <a:lnTo>
                      <a:pt x="52" y="17"/>
                    </a:lnTo>
                    <a:cubicBezTo>
                      <a:pt x="48" y="19"/>
                      <a:pt x="44" y="19"/>
                      <a:pt x="41" y="23"/>
                    </a:cubicBezTo>
                    <a:cubicBezTo>
                      <a:pt x="37" y="25"/>
                      <a:pt x="33" y="25"/>
                      <a:pt x="31" y="27"/>
                    </a:cubicBezTo>
                    <a:cubicBezTo>
                      <a:pt x="27" y="29"/>
                      <a:pt x="23" y="33"/>
                      <a:pt x="21" y="33"/>
                    </a:cubicBezTo>
                    <a:cubicBezTo>
                      <a:pt x="17" y="35"/>
                      <a:pt x="13" y="37"/>
                      <a:pt x="9" y="40"/>
                    </a:cubicBezTo>
                    <a:cubicBezTo>
                      <a:pt x="7" y="44"/>
                      <a:pt x="3" y="44"/>
                      <a:pt x="1" y="46"/>
                    </a:cubicBezTo>
                    <a:lnTo>
                      <a:pt x="645" y="418"/>
                    </a:lnTo>
                    <a:cubicBezTo>
                      <a:pt x="655" y="414"/>
                      <a:pt x="663" y="408"/>
                      <a:pt x="674" y="404"/>
                    </a:cubicBezTo>
                    <a:cubicBezTo>
                      <a:pt x="684" y="393"/>
                      <a:pt x="694" y="387"/>
                      <a:pt x="702" y="385"/>
                    </a:cubicBezTo>
                    <a:cubicBezTo>
                      <a:pt x="710" y="381"/>
                      <a:pt x="719" y="381"/>
                      <a:pt x="727" y="377"/>
                    </a:cubicBezTo>
                    <a:cubicBezTo>
                      <a:pt x="737" y="375"/>
                      <a:pt x="745" y="373"/>
                      <a:pt x="753" y="373"/>
                    </a:cubicBezTo>
                    <a:cubicBezTo>
                      <a:pt x="758" y="371"/>
                      <a:pt x="762" y="370"/>
                      <a:pt x="765" y="370"/>
                    </a:cubicBezTo>
                    <a:cubicBezTo>
                      <a:pt x="769" y="370"/>
                      <a:pt x="773" y="371"/>
                      <a:pt x="776" y="373"/>
                    </a:cubicBezTo>
                    <a:cubicBezTo>
                      <a:pt x="784" y="373"/>
                      <a:pt x="788" y="375"/>
                      <a:pt x="796" y="375"/>
                    </a:cubicBezTo>
                    <a:cubicBezTo>
                      <a:pt x="798" y="375"/>
                      <a:pt x="801" y="375"/>
                      <a:pt x="801" y="377"/>
                    </a:cubicBezTo>
                    <a:cubicBezTo>
                      <a:pt x="807" y="381"/>
                      <a:pt x="811" y="381"/>
                      <a:pt x="813" y="383"/>
                    </a:cubicBezTo>
                    <a:cubicBezTo>
                      <a:pt x="817" y="385"/>
                      <a:pt x="819" y="385"/>
                      <a:pt x="821" y="385"/>
                    </a:cubicBezTo>
                    <a:cubicBezTo>
                      <a:pt x="821" y="385"/>
                      <a:pt x="822" y="386"/>
                      <a:pt x="822" y="386"/>
                    </a:cubicBezTo>
                    <a:lnTo>
                      <a:pt x="822" y="386"/>
                    </a:lnTo>
                    <a:lnTo>
                      <a:pt x="195" y="23"/>
                    </a:lnTo>
                    <a:lnTo>
                      <a:pt x="179" y="15"/>
                    </a:lnTo>
                    <a:cubicBezTo>
                      <a:pt x="174" y="11"/>
                      <a:pt x="172" y="11"/>
                      <a:pt x="170" y="11"/>
                    </a:cubicBezTo>
                    <a:cubicBezTo>
                      <a:pt x="166" y="9"/>
                      <a:pt x="164" y="9"/>
                      <a:pt x="160" y="9"/>
                    </a:cubicBezTo>
                    <a:cubicBezTo>
                      <a:pt x="152" y="7"/>
                      <a:pt x="152" y="7"/>
                      <a:pt x="150" y="7"/>
                    </a:cubicBezTo>
                    <a:cubicBezTo>
                      <a:pt x="146" y="7"/>
                      <a:pt x="144" y="5"/>
                      <a:pt x="144" y="5"/>
                    </a:cubicBezTo>
                    <a:cubicBezTo>
                      <a:pt x="140" y="1"/>
                      <a:pt x="134" y="1"/>
                      <a:pt x="13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37"/>
              <p:cNvSpPr/>
              <p:nvPr/>
            </p:nvSpPr>
            <p:spPr>
              <a:xfrm rot="39010">
                <a:off x="6199363" y="4361979"/>
                <a:ext cx="222413" cy="244255"/>
              </a:xfrm>
              <a:custGeom>
                <a:rect b="b" l="l" r="r" t="t"/>
                <a:pathLst>
                  <a:path extrusionOk="0" h="1040" w="947">
                    <a:moveTo>
                      <a:pt x="302" y="0"/>
                    </a:moveTo>
                    <a:cubicBezTo>
                      <a:pt x="298" y="2"/>
                      <a:pt x="296" y="2"/>
                      <a:pt x="296" y="2"/>
                    </a:cubicBezTo>
                    <a:cubicBezTo>
                      <a:pt x="291" y="5"/>
                      <a:pt x="287" y="7"/>
                      <a:pt x="283" y="11"/>
                    </a:cubicBezTo>
                    <a:cubicBezTo>
                      <a:pt x="277" y="13"/>
                      <a:pt x="275" y="15"/>
                      <a:pt x="273" y="19"/>
                    </a:cubicBezTo>
                    <a:cubicBezTo>
                      <a:pt x="267" y="23"/>
                      <a:pt x="263" y="25"/>
                      <a:pt x="261" y="27"/>
                    </a:cubicBezTo>
                    <a:cubicBezTo>
                      <a:pt x="255" y="31"/>
                      <a:pt x="253" y="33"/>
                      <a:pt x="246" y="37"/>
                    </a:cubicBezTo>
                    <a:cubicBezTo>
                      <a:pt x="240" y="43"/>
                      <a:pt x="236" y="45"/>
                      <a:pt x="234" y="47"/>
                    </a:cubicBezTo>
                    <a:cubicBezTo>
                      <a:pt x="230" y="52"/>
                      <a:pt x="226" y="56"/>
                      <a:pt x="224" y="58"/>
                    </a:cubicBezTo>
                    <a:lnTo>
                      <a:pt x="216" y="66"/>
                    </a:lnTo>
                    <a:lnTo>
                      <a:pt x="206" y="76"/>
                    </a:lnTo>
                    <a:lnTo>
                      <a:pt x="199" y="84"/>
                    </a:lnTo>
                    <a:lnTo>
                      <a:pt x="191" y="93"/>
                    </a:lnTo>
                    <a:cubicBezTo>
                      <a:pt x="185" y="97"/>
                      <a:pt x="185" y="99"/>
                      <a:pt x="183" y="103"/>
                    </a:cubicBezTo>
                    <a:lnTo>
                      <a:pt x="175" y="109"/>
                    </a:lnTo>
                    <a:lnTo>
                      <a:pt x="169" y="117"/>
                    </a:lnTo>
                    <a:cubicBezTo>
                      <a:pt x="163" y="123"/>
                      <a:pt x="163" y="125"/>
                      <a:pt x="161" y="125"/>
                    </a:cubicBezTo>
                    <a:lnTo>
                      <a:pt x="152" y="133"/>
                    </a:lnTo>
                    <a:cubicBezTo>
                      <a:pt x="150" y="135"/>
                      <a:pt x="148" y="140"/>
                      <a:pt x="144" y="144"/>
                    </a:cubicBezTo>
                    <a:cubicBezTo>
                      <a:pt x="142" y="146"/>
                      <a:pt x="142" y="148"/>
                      <a:pt x="140" y="150"/>
                    </a:cubicBezTo>
                    <a:cubicBezTo>
                      <a:pt x="136" y="154"/>
                      <a:pt x="136" y="156"/>
                      <a:pt x="134" y="156"/>
                    </a:cubicBezTo>
                    <a:cubicBezTo>
                      <a:pt x="130" y="164"/>
                      <a:pt x="124" y="168"/>
                      <a:pt x="122" y="174"/>
                    </a:cubicBezTo>
                    <a:cubicBezTo>
                      <a:pt x="120" y="176"/>
                      <a:pt x="120" y="176"/>
                      <a:pt x="120" y="178"/>
                    </a:cubicBezTo>
                    <a:cubicBezTo>
                      <a:pt x="116" y="180"/>
                      <a:pt x="113" y="187"/>
                      <a:pt x="113" y="189"/>
                    </a:cubicBezTo>
                    <a:cubicBezTo>
                      <a:pt x="111" y="195"/>
                      <a:pt x="109" y="197"/>
                      <a:pt x="107" y="199"/>
                    </a:cubicBezTo>
                    <a:cubicBezTo>
                      <a:pt x="103" y="205"/>
                      <a:pt x="101" y="207"/>
                      <a:pt x="99" y="211"/>
                    </a:cubicBezTo>
                    <a:cubicBezTo>
                      <a:pt x="95" y="215"/>
                      <a:pt x="95" y="215"/>
                      <a:pt x="95" y="217"/>
                    </a:cubicBezTo>
                    <a:cubicBezTo>
                      <a:pt x="91" y="225"/>
                      <a:pt x="91" y="228"/>
                      <a:pt x="89" y="232"/>
                    </a:cubicBezTo>
                    <a:cubicBezTo>
                      <a:pt x="85" y="238"/>
                      <a:pt x="83" y="240"/>
                      <a:pt x="83" y="242"/>
                    </a:cubicBezTo>
                    <a:cubicBezTo>
                      <a:pt x="81" y="246"/>
                      <a:pt x="81" y="248"/>
                      <a:pt x="81" y="250"/>
                    </a:cubicBezTo>
                    <a:cubicBezTo>
                      <a:pt x="79" y="256"/>
                      <a:pt x="75" y="258"/>
                      <a:pt x="75" y="260"/>
                    </a:cubicBezTo>
                    <a:cubicBezTo>
                      <a:pt x="73" y="262"/>
                      <a:pt x="73" y="266"/>
                      <a:pt x="71" y="271"/>
                    </a:cubicBezTo>
                    <a:cubicBezTo>
                      <a:pt x="68" y="273"/>
                      <a:pt x="68" y="277"/>
                      <a:pt x="64" y="279"/>
                    </a:cubicBezTo>
                    <a:cubicBezTo>
                      <a:pt x="62" y="281"/>
                      <a:pt x="62" y="283"/>
                      <a:pt x="62" y="283"/>
                    </a:cubicBezTo>
                    <a:lnTo>
                      <a:pt x="58" y="293"/>
                    </a:lnTo>
                    <a:cubicBezTo>
                      <a:pt x="54" y="297"/>
                      <a:pt x="54" y="301"/>
                      <a:pt x="52" y="303"/>
                    </a:cubicBezTo>
                    <a:cubicBezTo>
                      <a:pt x="50" y="307"/>
                      <a:pt x="50" y="311"/>
                      <a:pt x="48" y="313"/>
                    </a:cubicBezTo>
                    <a:cubicBezTo>
                      <a:pt x="44" y="322"/>
                      <a:pt x="44" y="322"/>
                      <a:pt x="42" y="324"/>
                    </a:cubicBezTo>
                    <a:cubicBezTo>
                      <a:pt x="40" y="330"/>
                      <a:pt x="40" y="332"/>
                      <a:pt x="38" y="334"/>
                    </a:cubicBezTo>
                    <a:cubicBezTo>
                      <a:pt x="34" y="340"/>
                      <a:pt x="34" y="342"/>
                      <a:pt x="32" y="344"/>
                    </a:cubicBezTo>
                    <a:cubicBezTo>
                      <a:pt x="32" y="348"/>
                      <a:pt x="30" y="350"/>
                      <a:pt x="30" y="352"/>
                    </a:cubicBezTo>
                    <a:cubicBezTo>
                      <a:pt x="28" y="354"/>
                      <a:pt x="28" y="358"/>
                      <a:pt x="28" y="358"/>
                    </a:cubicBezTo>
                    <a:cubicBezTo>
                      <a:pt x="23" y="363"/>
                      <a:pt x="23" y="369"/>
                      <a:pt x="21" y="371"/>
                    </a:cubicBezTo>
                    <a:cubicBezTo>
                      <a:pt x="19" y="375"/>
                      <a:pt x="19" y="381"/>
                      <a:pt x="17" y="383"/>
                    </a:cubicBezTo>
                    <a:cubicBezTo>
                      <a:pt x="13" y="391"/>
                      <a:pt x="13" y="393"/>
                      <a:pt x="13" y="399"/>
                    </a:cubicBezTo>
                    <a:cubicBezTo>
                      <a:pt x="11" y="403"/>
                      <a:pt x="11" y="410"/>
                      <a:pt x="11" y="412"/>
                    </a:cubicBezTo>
                    <a:cubicBezTo>
                      <a:pt x="9" y="414"/>
                      <a:pt x="9" y="420"/>
                      <a:pt x="9" y="422"/>
                    </a:cubicBezTo>
                    <a:cubicBezTo>
                      <a:pt x="7" y="430"/>
                      <a:pt x="7" y="434"/>
                      <a:pt x="7" y="440"/>
                    </a:cubicBezTo>
                    <a:cubicBezTo>
                      <a:pt x="7" y="444"/>
                      <a:pt x="3" y="451"/>
                      <a:pt x="3" y="453"/>
                    </a:cubicBezTo>
                    <a:cubicBezTo>
                      <a:pt x="3" y="461"/>
                      <a:pt x="1" y="463"/>
                      <a:pt x="1" y="465"/>
                    </a:cubicBezTo>
                    <a:lnTo>
                      <a:pt x="1" y="477"/>
                    </a:lnTo>
                    <a:lnTo>
                      <a:pt x="1" y="487"/>
                    </a:lnTo>
                    <a:lnTo>
                      <a:pt x="1" y="506"/>
                    </a:lnTo>
                    <a:cubicBezTo>
                      <a:pt x="1" y="512"/>
                      <a:pt x="1" y="516"/>
                      <a:pt x="3" y="518"/>
                    </a:cubicBezTo>
                    <a:cubicBezTo>
                      <a:pt x="3" y="524"/>
                      <a:pt x="7" y="528"/>
                      <a:pt x="7" y="532"/>
                    </a:cubicBezTo>
                    <a:cubicBezTo>
                      <a:pt x="7" y="536"/>
                      <a:pt x="9" y="543"/>
                      <a:pt x="9" y="547"/>
                    </a:cubicBezTo>
                    <a:cubicBezTo>
                      <a:pt x="11" y="555"/>
                      <a:pt x="11" y="557"/>
                      <a:pt x="11" y="563"/>
                    </a:cubicBezTo>
                    <a:cubicBezTo>
                      <a:pt x="13" y="567"/>
                      <a:pt x="13" y="573"/>
                      <a:pt x="17" y="575"/>
                    </a:cubicBezTo>
                    <a:cubicBezTo>
                      <a:pt x="19" y="584"/>
                      <a:pt x="21" y="588"/>
                      <a:pt x="23" y="594"/>
                    </a:cubicBezTo>
                    <a:cubicBezTo>
                      <a:pt x="28" y="600"/>
                      <a:pt x="30" y="604"/>
                      <a:pt x="30" y="606"/>
                    </a:cubicBezTo>
                    <a:cubicBezTo>
                      <a:pt x="32" y="608"/>
                      <a:pt x="32" y="610"/>
                      <a:pt x="34" y="614"/>
                    </a:cubicBezTo>
                    <a:cubicBezTo>
                      <a:pt x="42" y="626"/>
                      <a:pt x="50" y="635"/>
                      <a:pt x="54" y="641"/>
                    </a:cubicBezTo>
                    <a:lnTo>
                      <a:pt x="60" y="647"/>
                    </a:lnTo>
                    <a:cubicBezTo>
                      <a:pt x="68" y="655"/>
                      <a:pt x="75" y="661"/>
                      <a:pt x="85" y="667"/>
                    </a:cubicBezTo>
                    <a:lnTo>
                      <a:pt x="720" y="1035"/>
                    </a:lnTo>
                    <a:lnTo>
                      <a:pt x="720" y="1035"/>
                    </a:lnTo>
                    <a:cubicBezTo>
                      <a:pt x="715" y="1030"/>
                      <a:pt x="710" y="1025"/>
                      <a:pt x="705" y="1019"/>
                    </a:cubicBezTo>
                    <a:cubicBezTo>
                      <a:pt x="725" y="993"/>
                      <a:pt x="723" y="993"/>
                      <a:pt x="723" y="991"/>
                    </a:cubicBezTo>
                    <a:cubicBezTo>
                      <a:pt x="715" y="982"/>
                      <a:pt x="707" y="972"/>
                      <a:pt x="703" y="964"/>
                    </a:cubicBezTo>
                    <a:cubicBezTo>
                      <a:pt x="699" y="962"/>
                      <a:pt x="697" y="956"/>
                      <a:pt x="697" y="954"/>
                    </a:cubicBezTo>
                    <a:cubicBezTo>
                      <a:pt x="695" y="952"/>
                      <a:pt x="695" y="950"/>
                      <a:pt x="692" y="946"/>
                    </a:cubicBezTo>
                    <a:cubicBezTo>
                      <a:pt x="690" y="940"/>
                      <a:pt x="686" y="933"/>
                      <a:pt x="684" y="925"/>
                    </a:cubicBezTo>
                    <a:cubicBezTo>
                      <a:pt x="682" y="915"/>
                      <a:pt x="680" y="909"/>
                      <a:pt x="676" y="901"/>
                    </a:cubicBezTo>
                    <a:cubicBezTo>
                      <a:pt x="674" y="890"/>
                      <a:pt x="672" y="880"/>
                      <a:pt x="672" y="872"/>
                    </a:cubicBezTo>
                    <a:cubicBezTo>
                      <a:pt x="670" y="862"/>
                      <a:pt x="670" y="852"/>
                      <a:pt x="670" y="841"/>
                    </a:cubicBezTo>
                    <a:cubicBezTo>
                      <a:pt x="670" y="831"/>
                      <a:pt x="670" y="821"/>
                      <a:pt x="672" y="811"/>
                    </a:cubicBezTo>
                    <a:cubicBezTo>
                      <a:pt x="674" y="798"/>
                      <a:pt x="674" y="788"/>
                      <a:pt x="676" y="778"/>
                    </a:cubicBezTo>
                    <a:cubicBezTo>
                      <a:pt x="680" y="766"/>
                      <a:pt x="682" y="755"/>
                      <a:pt x="684" y="743"/>
                    </a:cubicBezTo>
                    <a:cubicBezTo>
                      <a:pt x="686" y="731"/>
                      <a:pt x="692" y="721"/>
                      <a:pt x="695" y="710"/>
                    </a:cubicBezTo>
                    <a:cubicBezTo>
                      <a:pt x="699" y="698"/>
                      <a:pt x="703" y="688"/>
                      <a:pt x="707" y="678"/>
                    </a:cubicBezTo>
                    <a:cubicBezTo>
                      <a:pt x="713" y="665"/>
                      <a:pt x="717" y="655"/>
                      <a:pt x="721" y="645"/>
                    </a:cubicBezTo>
                    <a:cubicBezTo>
                      <a:pt x="725" y="631"/>
                      <a:pt x="729" y="620"/>
                      <a:pt x="735" y="610"/>
                    </a:cubicBezTo>
                    <a:cubicBezTo>
                      <a:pt x="742" y="600"/>
                      <a:pt x="748" y="590"/>
                      <a:pt x="754" y="579"/>
                    </a:cubicBezTo>
                    <a:cubicBezTo>
                      <a:pt x="756" y="577"/>
                      <a:pt x="756" y="577"/>
                      <a:pt x="756" y="575"/>
                    </a:cubicBezTo>
                    <a:cubicBezTo>
                      <a:pt x="762" y="567"/>
                      <a:pt x="766" y="559"/>
                      <a:pt x="768" y="553"/>
                    </a:cubicBezTo>
                    <a:cubicBezTo>
                      <a:pt x="772" y="549"/>
                      <a:pt x="774" y="545"/>
                      <a:pt x="774" y="543"/>
                    </a:cubicBezTo>
                    <a:cubicBezTo>
                      <a:pt x="778" y="532"/>
                      <a:pt x="787" y="524"/>
                      <a:pt x="793" y="516"/>
                    </a:cubicBezTo>
                    <a:cubicBezTo>
                      <a:pt x="799" y="506"/>
                      <a:pt x="807" y="496"/>
                      <a:pt x="815" y="487"/>
                    </a:cubicBezTo>
                    <a:cubicBezTo>
                      <a:pt x="825" y="479"/>
                      <a:pt x="830" y="467"/>
                      <a:pt x="838" y="461"/>
                    </a:cubicBezTo>
                    <a:cubicBezTo>
                      <a:pt x="846" y="451"/>
                      <a:pt x="856" y="442"/>
                      <a:pt x="862" y="434"/>
                    </a:cubicBezTo>
                    <a:cubicBezTo>
                      <a:pt x="873" y="426"/>
                      <a:pt x="881" y="420"/>
                      <a:pt x="889" y="412"/>
                    </a:cubicBezTo>
                    <a:cubicBezTo>
                      <a:pt x="899" y="401"/>
                      <a:pt x="909" y="395"/>
                      <a:pt x="918" y="391"/>
                    </a:cubicBezTo>
                    <a:cubicBezTo>
                      <a:pt x="928" y="383"/>
                      <a:pt x="934" y="379"/>
                      <a:pt x="946" y="373"/>
                    </a:cubicBezTo>
                    <a:lnTo>
                      <a:pt x="302" y="0"/>
                    </a:lnTo>
                    <a:close/>
                    <a:moveTo>
                      <a:pt x="720" y="1035"/>
                    </a:moveTo>
                    <a:cubicBezTo>
                      <a:pt x="723" y="1037"/>
                      <a:pt x="726" y="1038"/>
                      <a:pt x="729" y="1040"/>
                    </a:cubicBezTo>
                    <a:lnTo>
                      <a:pt x="720" y="10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37"/>
              <p:cNvSpPr/>
              <p:nvPr/>
            </p:nvSpPr>
            <p:spPr>
              <a:xfrm rot="39010">
                <a:off x="6356742" y="4442610"/>
                <a:ext cx="127529" cy="162993"/>
              </a:xfrm>
              <a:custGeom>
                <a:rect b="b" l="l" r="r" t="t"/>
                <a:pathLst>
                  <a:path extrusionOk="0" h="694" w="543">
                    <a:moveTo>
                      <a:pt x="393" y="1"/>
                    </a:moveTo>
                    <a:cubicBezTo>
                      <a:pt x="356" y="1"/>
                      <a:pt x="314" y="13"/>
                      <a:pt x="270" y="39"/>
                    </a:cubicBezTo>
                    <a:cubicBezTo>
                      <a:pt x="121" y="125"/>
                      <a:pt x="0" y="331"/>
                      <a:pt x="2" y="503"/>
                    </a:cubicBezTo>
                    <a:cubicBezTo>
                      <a:pt x="2" y="625"/>
                      <a:pt x="63" y="694"/>
                      <a:pt x="152" y="694"/>
                    </a:cubicBezTo>
                    <a:cubicBezTo>
                      <a:pt x="189" y="694"/>
                      <a:pt x="230" y="682"/>
                      <a:pt x="274" y="657"/>
                    </a:cubicBezTo>
                    <a:cubicBezTo>
                      <a:pt x="421" y="573"/>
                      <a:pt x="542" y="362"/>
                      <a:pt x="542" y="192"/>
                    </a:cubicBezTo>
                    <a:cubicBezTo>
                      <a:pt x="542" y="71"/>
                      <a:pt x="481" y="1"/>
                      <a:pt x="3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37"/>
              <p:cNvSpPr/>
              <p:nvPr/>
            </p:nvSpPr>
            <p:spPr>
              <a:xfrm rot="39010">
                <a:off x="7347020" y="3742917"/>
                <a:ext cx="175675" cy="103808"/>
              </a:xfrm>
              <a:custGeom>
                <a:rect b="b" l="l" r="r" t="t"/>
                <a:pathLst>
                  <a:path extrusionOk="0" h="442" w="748">
                    <a:moveTo>
                      <a:pt x="742" y="393"/>
                    </a:moveTo>
                    <a:lnTo>
                      <a:pt x="748" y="397"/>
                    </a:lnTo>
                    <a:cubicBezTo>
                      <a:pt x="746" y="395"/>
                      <a:pt x="744" y="394"/>
                      <a:pt x="742" y="393"/>
                    </a:cubicBezTo>
                    <a:close/>
                    <a:moveTo>
                      <a:pt x="66" y="0"/>
                    </a:moveTo>
                    <a:cubicBezTo>
                      <a:pt x="15" y="23"/>
                      <a:pt x="1" y="45"/>
                      <a:pt x="1" y="45"/>
                    </a:cubicBezTo>
                    <a:lnTo>
                      <a:pt x="680" y="442"/>
                    </a:lnTo>
                    <a:lnTo>
                      <a:pt x="696" y="419"/>
                    </a:lnTo>
                    <a:cubicBezTo>
                      <a:pt x="699" y="413"/>
                      <a:pt x="703" y="409"/>
                      <a:pt x="707" y="407"/>
                    </a:cubicBezTo>
                    <a:cubicBezTo>
                      <a:pt x="711" y="403"/>
                      <a:pt x="717" y="401"/>
                      <a:pt x="719" y="399"/>
                    </a:cubicBezTo>
                    <a:cubicBezTo>
                      <a:pt x="723" y="397"/>
                      <a:pt x="729" y="393"/>
                      <a:pt x="733" y="393"/>
                    </a:cubicBezTo>
                    <a:cubicBezTo>
                      <a:pt x="737" y="393"/>
                      <a:pt x="739" y="393"/>
                      <a:pt x="742" y="393"/>
                    </a:cubicBezTo>
                    <a:lnTo>
                      <a:pt x="742" y="393"/>
                    </a:lnTo>
                    <a:lnTo>
                      <a:pt x="66"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37"/>
              <p:cNvSpPr/>
              <p:nvPr/>
            </p:nvSpPr>
            <p:spPr>
              <a:xfrm rot="39010">
                <a:off x="7338231" y="3762295"/>
                <a:ext cx="172622" cy="123771"/>
              </a:xfrm>
              <a:custGeom>
                <a:rect b="b" l="l" r="r" t="t"/>
                <a:pathLst>
                  <a:path extrusionOk="0" h="527" w="735">
                    <a:moveTo>
                      <a:pt x="0" y="1"/>
                    </a:moveTo>
                    <a:lnTo>
                      <a:pt x="2" y="2"/>
                    </a:lnTo>
                    <a:lnTo>
                      <a:pt x="2" y="2"/>
                    </a:lnTo>
                    <a:cubicBezTo>
                      <a:pt x="1" y="1"/>
                      <a:pt x="1" y="1"/>
                      <a:pt x="0" y="1"/>
                    </a:cubicBezTo>
                    <a:close/>
                    <a:moveTo>
                      <a:pt x="2" y="2"/>
                    </a:moveTo>
                    <a:cubicBezTo>
                      <a:pt x="6" y="4"/>
                      <a:pt x="11" y="10"/>
                      <a:pt x="12" y="13"/>
                    </a:cubicBezTo>
                    <a:cubicBezTo>
                      <a:pt x="21" y="21"/>
                      <a:pt x="23" y="25"/>
                      <a:pt x="25" y="34"/>
                    </a:cubicBezTo>
                    <a:cubicBezTo>
                      <a:pt x="29" y="36"/>
                      <a:pt x="29" y="40"/>
                      <a:pt x="31" y="44"/>
                    </a:cubicBezTo>
                    <a:cubicBezTo>
                      <a:pt x="35" y="52"/>
                      <a:pt x="39" y="62"/>
                      <a:pt x="41" y="73"/>
                    </a:cubicBezTo>
                    <a:cubicBezTo>
                      <a:pt x="43" y="85"/>
                      <a:pt x="45" y="93"/>
                      <a:pt x="45" y="101"/>
                    </a:cubicBezTo>
                    <a:cubicBezTo>
                      <a:pt x="49" y="111"/>
                      <a:pt x="49" y="116"/>
                      <a:pt x="49" y="122"/>
                    </a:cubicBezTo>
                    <a:lnTo>
                      <a:pt x="49" y="132"/>
                    </a:lnTo>
                    <a:lnTo>
                      <a:pt x="728" y="527"/>
                    </a:lnTo>
                    <a:cubicBezTo>
                      <a:pt x="735" y="525"/>
                      <a:pt x="735" y="521"/>
                      <a:pt x="735" y="514"/>
                    </a:cubicBezTo>
                    <a:cubicBezTo>
                      <a:pt x="735" y="510"/>
                      <a:pt x="735" y="502"/>
                      <a:pt x="732" y="494"/>
                    </a:cubicBezTo>
                    <a:cubicBezTo>
                      <a:pt x="728" y="490"/>
                      <a:pt x="728" y="482"/>
                      <a:pt x="728" y="474"/>
                    </a:cubicBezTo>
                    <a:cubicBezTo>
                      <a:pt x="728" y="471"/>
                      <a:pt x="726" y="469"/>
                      <a:pt x="726" y="465"/>
                    </a:cubicBezTo>
                    <a:cubicBezTo>
                      <a:pt x="724" y="459"/>
                      <a:pt x="724" y="457"/>
                      <a:pt x="720" y="453"/>
                    </a:cubicBezTo>
                    <a:cubicBezTo>
                      <a:pt x="718" y="451"/>
                      <a:pt x="718" y="449"/>
                      <a:pt x="718" y="445"/>
                    </a:cubicBezTo>
                    <a:cubicBezTo>
                      <a:pt x="716" y="443"/>
                      <a:pt x="716" y="441"/>
                      <a:pt x="714" y="439"/>
                    </a:cubicBezTo>
                    <a:cubicBezTo>
                      <a:pt x="710" y="435"/>
                      <a:pt x="710" y="433"/>
                      <a:pt x="708" y="431"/>
                    </a:cubicBezTo>
                    <a:cubicBezTo>
                      <a:pt x="704" y="422"/>
                      <a:pt x="698" y="418"/>
                      <a:pt x="696" y="412"/>
                    </a:cubicBezTo>
                    <a:cubicBezTo>
                      <a:pt x="687" y="404"/>
                      <a:pt x="685" y="400"/>
                      <a:pt x="679" y="398"/>
                    </a:cubicBezTo>
                    <a:lnTo>
                      <a:pt x="2" y="2"/>
                    </a:lnTo>
                    <a:close/>
                  </a:path>
                </a:pathLst>
              </a:custGeom>
              <a:solidFill>
                <a:srgbClr val="13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37"/>
              <p:cNvSpPr/>
              <p:nvPr/>
            </p:nvSpPr>
            <p:spPr>
              <a:xfrm rot="39010">
                <a:off x="7337945" y="3760349"/>
                <a:ext cx="161584" cy="95353"/>
              </a:xfrm>
              <a:custGeom>
                <a:rect b="b" l="l" r="r" t="t"/>
                <a:pathLst>
                  <a:path extrusionOk="0" h="406" w="688">
                    <a:moveTo>
                      <a:pt x="0" y="1"/>
                    </a:moveTo>
                    <a:lnTo>
                      <a:pt x="8" y="9"/>
                    </a:lnTo>
                    <a:lnTo>
                      <a:pt x="687" y="406"/>
                    </a:lnTo>
                    <a:cubicBezTo>
                      <a:pt x="685" y="404"/>
                      <a:pt x="679" y="400"/>
                      <a:pt x="679" y="396"/>
                    </a:cubicBezTo>
                    <a:lnTo>
                      <a:pt x="0" y="1"/>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37"/>
              <p:cNvSpPr/>
              <p:nvPr/>
            </p:nvSpPr>
            <p:spPr>
              <a:xfrm rot="39010">
                <a:off x="7334910" y="3759374"/>
                <a:ext cx="161349" cy="93944"/>
              </a:xfrm>
              <a:custGeom>
                <a:rect b="b" l="l" r="r" t="t"/>
                <a:pathLst>
                  <a:path extrusionOk="0" h="400" w="687">
                    <a:moveTo>
                      <a:pt x="1" y="1"/>
                    </a:moveTo>
                    <a:lnTo>
                      <a:pt x="269" y="157"/>
                    </a:lnTo>
                    <a:lnTo>
                      <a:pt x="269" y="157"/>
                    </a:lnTo>
                    <a:lnTo>
                      <a:pt x="5" y="3"/>
                    </a:lnTo>
                    <a:cubicBezTo>
                      <a:pt x="3" y="1"/>
                      <a:pt x="1" y="1"/>
                      <a:pt x="1" y="1"/>
                    </a:cubicBezTo>
                    <a:close/>
                    <a:moveTo>
                      <a:pt x="269" y="157"/>
                    </a:moveTo>
                    <a:lnTo>
                      <a:pt x="680" y="396"/>
                    </a:lnTo>
                    <a:lnTo>
                      <a:pt x="680" y="396"/>
                    </a:lnTo>
                    <a:cubicBezTo>
                      <a:pt x="680" y="396"/>
                      <a:pt x="680" y="396"/>
                      <a:pt x="680" y="396"/>
                    </a:cubicBezTo>
                    <a:lnTo>
                      <a:pt x="269" y="157"/>
                    </a:lnTo>
                    <a:close/>
                    <a:moveTo>
                      <a:pt x="680" y="396"/>
                    </a:moveTo>
                    <a:cubicBezTo>
                      <a:pt x="680" y="398"/>
                      <a:pt x="682" y="400"/>
                      <a:pt x="686" y="400"/>
                    </a:cubicBezTo>
                    <a:lnTo>
                      <a:pt x="680" y="396"/>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37"/>
              <p:cNvSpPr/>
              <p:nvPr/>
            </p:nvSpPr>
            <p:spPr>
              <a:xfrm rot="39010">
                <a:off x="7340888" y="3749824"/>
                <a:ext cx="163463" cy="94414"/>
              </a:xfrm>
              <a:custGeom>
                <a:rect b="b" l="l" r="r" t="t"/>
                <a:pathLst>
                  <a:path extrusionOk="0" h="402" w="696">
                    <a:moveTo>
                      <a:pt x="0" y="1"/>
                    </a:moveTo>
                    <a:lnTo>
                      <a:pt x="682" y="394"/>
                    </a:lnTo>
                    <a:cubicBezTo>
                      <a:pt x="682" y="394"/>
                      <a:pt x="686" y="400"/>
                      <a:pt x="696" y="402"/>
                    </a:cubicBezTo>
                    <a:lnTo>
                      <a:pt x="17" y="9"/>
                    </a:lnTo>
                    <a:cubicBezTo>
                      <a:pt x="8" y="5"/>
                      <a:pt x="0" y="1"/>
                      <a:pt x="0" y="1"/>
                    </a:cubicBez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37"/>
              <p:cNvSpPr/>
              <p:nvPr/>
            </p:nvSpPr>
            <p:spPr>
              <a:xfrm rot="39010">
                <a:off x="7333165" y="3746943"/>
                <a:ext cx="167925" cy="95353"/>
              </a:xfrm>
              <a:custGeom>
                <a:rect b="b" l="l" r="r" t="t"/>
                <a:pathLst>
                  <a:path extrusionOk="0" h="406" w="715">
                    <a:moveTo>
                      <a:pt x="1" y="0"/>
                    </a:moveTo>
                    <a:lnTo>
                      <a:pt x="680" y="395"/>
                    </a:lnTo>
                    <a:lnTo>
                      <a:pt x="715" y="406"/>
                    </a:lnTo>
                    <a:lnTo>
                      <a:pt x="33" y="13"/>
                    </a:lnTo>
                    <a:lnTo>
                      <a:pt x="1"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37"/>
              <p:cNvSpPr/>
              <p:nvPr/>
            </p:nvSpPr>
            <p:spPr>
              <a:xfrm rot="39010">
                <a:off x="7320469" y="3728001"/>
                <a:ext cx="166516" cy="93944"/>
              </a:xfrm>
              <a:custGeom>
                <a:rect b="b" l="l" r="r" t="t"/>
                <a:pathLst>
                  <a:path extrusionOk="0" h="400" w="709">
                    <a:moveTo>
                      <a:pt x="27" y="1"/>
                    </a:moveTo>
                    <a:cubicBezTo>
                      <a:pt x="15" y="3"/>
                      <a:pt x="4" y="5"/>
                      <a:pt x="0" y="5"/>
                    </a:cubicBezTo>
                    <a:lnTo>
                      <a:pt x="682" y="400"/>
                    </a:lnTo>
                    <a:lnTo>
                      <a:pt x="708" y="393"/>
                    </a:lnTo>
                    <a:lnTo>
                      <a:pt x="27"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37"/>
              <p:cNvSpPr/>
              <p:nvPr/>
            </p:nvSpPr>
            <p:spPr>
              <a:xfrm rot="39010">
                <a:off x="7320464" y="3728907"/>
                <a:ext cx="160644" cy="93005"/>
              </a:xfrm>
              <a:custGeom>
                <a:rect b="b" l="l" r="r" t="t"/>
                <a:pathLst>
                  <a:path extrusionOk="0" h="396" w="684">
                    <a:moveTo>
                      <a:pt x="0" y="1"/>
                    </a:moveTo>
                    <a:cubicBezTo>
                      <a:pt x="0" y="1"/>
                      <a:pt x="0" y="1"/>
                      <a:pt x="0" y="1"/>
                    </a:cubicBezTo>
                    <a:lnTo>
                      <a:pt x="682" y="396"/>
                    </a:lnTo>
                    <a:lnTo>
                      <a:pt x="684" y="396"/>
                    </a:lnTo>
                    <a:cubicBezTo>
                      <a:pt x="684" y="396"/>
                      <a:pt x="10"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37"/>
              <p:cNvSpPr/>
              <p:nvPr/>
            </p:nvSpPr>
            <p:spPr>
              <a:xfrm rot="39010">
                <a:off x="7321406" y="3728462"/>
                <a:ext cx="162993" cy="93474"/>
              </a:xfrm>
              <a:custGeom>
                <a:rect b="b" l="l" r="r" t="t"/>
                <a:pathLst>
                  <a:path extrusionOk="0" h="398" w="694">
                    <a:moveTo>
                      <a:pt x="13" y="1"/>
                    </a:moveTo>
                    <a:cubicBezTo>
                      <a:pt x="9" y="1"/>
                      <a:pt x="2" y="1"/>
                      <a:pt x="0" y="3"/>
                    </a:cubicBezTo>
                    <a:lnTo>
                      <a:pt x="680" y="398"/>
                    </a:lnTo>
                    <a:cubicBezTo>
                      <a:pt x="686" y="398"/>
                      <a:pt x="688" y="396"/>
                      <a:pt x="694" y="396"/>
                    </a:cubicBezTo>
                    <a:lnTo>
                      <a:pt x="13"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37"/>
              <p:cNvSpPr/>
              <p:nvPr/>
            </p:nvSpPr>
            <p:spPr>
              <a:xfrm rot="39010">
                <a:off x="7324230" y="3728017"/>
                <a:ext cx="161819" cy="93474"/>
              </a:xfrm>
              <a:custGeom>
                <a:rect b="b" l="l" r="r" t="t"/>
                <a:pathLst>
                  <a:path extrusionOk="0" h="398" w="689">
                    <a:moveTo>
                      <a:pt x="9" y="1"/>
                    </a:moveTo>
                    <a:cubicBezTo>
                      <a:pt x="7" y="1"/>
                      <a:pt x="3" y="3"/>
                      <a:pt x="1" y="3"/>
                    </a:cubicBezTo>
                    <a:lnTo>
                      <a:pt x="682" y="398"/>
                    </a:lnTo>
                    <a:cubicBezTo>
                      <a:pt x="684" y="398"/>
                      <a:pt x="686" y="398"/>
                      <a:pt x="688" y="393"/>
                    </a:cubicBezTo>
                    <a:lnTo>
                      <a:pt x="9"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37"/>
              <p:cNvSpPr/>
              <p:nvPr/>
            </p:nvSpPr>
            <p:spPr>
              <a:xfrm rot="39010">
                <a:off x="7316936" y="3728885"/>
                <a:ext cx="163698" cy="93944"/>
              </a:xfrm>
              <a:custGeom>
                <a:rect b="b" l="l" r="r" t="t"/>
                <a:pathLst>
                  <a:path extrusionOk="0" h="400" w="697">
                    <a:moveTo>
                      <a:pt x="17" y="1"/>
                    </a:moveTo>
                    <a:cubicBezTo>
                      <a:pt x="11" y="1"/>
                      <a:pt x="7" y="5"/>
                      <a:pt x="1" y="7"/>
                    </a:cubicBezTo>
                    <a:lnTo>
                      <a:pt x="682" y="400"/>
                    </a:lnTo>
                    <a:cubicBezTo>
                      <a:pt x="686" y="398"/>
                      <a:pt x="693" y="398"/>
                      <a:pt x="697" y="396"/>
                    </a:cubicBezTo>
                    <a:lnTo>
                      <a:pt x="17"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37"/>
              <p:cNvSpPr/>
              <p:nvPr/>
            </p:nvSpPr>
            <p:spPr>
              <a:xfrm rot="39010">
                <a:off x="7316928" y="3730275"/>
                <a:ext cx="160409" cy="92535"/>
              </a:xfrm>
              <a:custGeom>
                <a:rect b="b" l="l" r="r" t="t"/>
                <a:pathLst>
                  <a:path extrusionOk="0" h="394" w="683">
                    <a:moveTo>
                      <a:pt x="1" y="1"/>
                    </a:moveTo>
                    <a:lnTo>
                      <a:pt x="682" y="394"/>
                    </a:lnTo>
                    <a:cubicBezTo>
                      <a:pt x="682" y="394"/>
                      <a:pt x="3"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37"/>
              <p:cNvSpPr/>
              <p:nvPr/>
            </p:nvSpPr>
            <p:spPr>
              <a:xfrm rot="39010">
                <a:off x="7316931" y="3729808"/>
                <a:ext cx="160879" cy="93005"/>
              </a:xfrm>
              <a:custGeom>
                <a:rect b="b" l="l" r="r" t="t"/>
                <a:pathLst>
                  <a:path extrusionOk="0" h="396" w="685">
                    <a:moveTo>
                      <a:pt x="1" y="1"/>
                    </a:moveTo>
                    <a:lnTo>
                      <a:pt x="682" y="396"/>
                    </a:lnTo>
                    <a:cubicBezTo>
                      <a:pt x="684" y="396"/>
                      <a:pt x="3"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37"/>
              <p:cNvSpPr/>
              <p:nvPr/>
            </p:nvSpPr>
            <p:spPr>
              <a:xfrm rot="39010">
                <a:off x="7317633" y="3730284"/>
                <a:ext cx="160644" cy="92535"/>
              </a:xfrm>
              <a:custGeom>
                <a:rect b="b" l="l" r="r" t="t"/>
                <a:pathLst>
                  <a:path extrusionOk="0" h="394" w="684">
                    <a:moveTo>
                      <a:pt x="0" y="1"/>
                    </a:moveTo>
                    <a:cubicBezTo>
                      <a:pt x="0" y="1"/>
                      <a:pt x="0" y="1"/>
                      <a:pt x="0" y="1"/>
                    </a:cubicBezTo>
                    <a:lnTo>
                      <a:pt x="681" y="394"/>
                    </a:lnTo>
                    <a:cubicBezTo>
                      <a:pt x="683" y="394"/>
                      <a:pt x="8"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37"/>
              <p:cNvSpPr/>
              <p:nvPr/>
            </p:nvSpPr>
            <p:spPr>
              <a:xfrm rot="39010">
                <a:off x="7318583" y="3728881"/>
                <a:ext cx="159705" cy="93474"/>
              </a:xfrm>
              <a:custGeom>
                <a:rect b="b" l="l" r="r" t="t"/>
                <a:pathLst>
                  <a:path extrusionOk="0" h="398" w="680">
                    <a:moveTo>
                      <a:pt x="0" y="1"/>
                    </a:moveTo>
                    <a:lnTo>
                      <a:pt x="679" y="398"/>
                    </a:lnTo>
                    <a:cubicBezTo>
                      <a:pt x="679" y="398"/>
                      <a:pt x="2"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37"/>
              <p:cNvSpPr/>
              <p:nvPr/>
            </p:nvSpPr>
            <p:spPr>
              <a:xfrm rot="39010">
                <a:off x="7319052" y="3728886"/>
                <a:ext cx="159705" cy="93474"/>
              </a:xfrm>
              <a:custGeom>
                <a:rect b="b" l="l" r="r" t="t"/>
                <a:pathLst>
                  <a:path extrusionOk="0" h="398" w="680">
                    <a:moveTo>
                      <a:pt x="0" y="1"/>
                    </a:moveTo>
                    <a:cubicBezTo>
                      <a:pt x="2" y="5"/>
                      <a:pt x="679" y="398"/>
                      <a:pt x="679" y="398"/>
                    </a:cubicBez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37"/>
              <p:cNvSpPr/>
              <p:nvPr/>
            </p:nvSpPr>
            <p:spPr>
              <a:xfrm rot="39010">
                <a:off x="7319052" y="3728891"/>
                <a:ext cx="160644" cy="93474"/>
              </a:xfrm>
              <a:custGeom>
                <a:rect b="b" l="l" r="r" t="t"/>
                <a:pathLst>
                  <a:path extrusionOk="0" h="398" w="684">
                    <a:moveTo>
                      <a:pt x="0" y="1"/>
                    </a:moveTo>
                    <a:lnTo>
                      <a:pt x="679" y="398"/>
                    </a:lnTo>
                    <a:cubicBezTo>
                      <a:pt x="684" y="396"/>
                      <a:pt x="2"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37"/>
              <p:cNvSpPr/>
              <p:nvPr/>
            </p:nvSpPr>
            <p:spPr>
              <a:xfrm rot="39010">
                <a:off x="7319522" y="3728894"/>
                <a:ext cx="160175" cy="93474"/>
              </a:xfrm>
              <a:custGeom>
                <a:rect b="b" l="l" r="r" t="t"/>
                <a:pathLst>
                  <a:path extrusionOk="0" h="398" w="682">
                    <a:moveTo>
                      <a:pt x="0" y="1"/>
                    </a:moveTo>
                    <a:lnTo>
                      <a:pt x="682" y="398"/>
                    </a:lnTo>
                    <a:cubicBezTo>
                      <a:pt x="682" y="396"/>
                      <a:pt x="2"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37"/>
              <p:cNvSpPr/>
              <p:nvPr/>
            </p:nvSpPr>
            <p:spPr>
              <a:xfrm rot="39010">
                <a:off x="7319997" y="3728430"/>
                <a:ext cx="160175" cy="93474"/>
              </a:xfrm>
              <a:custGeom>
                <a:rect b="b" l="l" r="r" t="t"/>
                <a:pathLst>
                  <a:path extrusionOk="0" h="398" w="682">
                    <a:moveTo>
                      <a:pt x="0" y="1"/>
                    </a:moveTo>
                    <a:lnTo>
                      <a:pt x="682" y="398"/>
                    </a:lnTo>
                    <a:cubicBezTo>
                      <a:pt x="682" y="398"/>
                      <a:pt x="4" y="3"/>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37"/>
              <p:cNvSpPr/>
              <p:nvPr/>
            </p:nvSpPr>
            <p:spPr>
              <a:xfrm rot="39010">
                <a:off x="7320467" y="3728435"/>
                <a:ext cx="160175" cy="93474"/>
              </a:xfrm>
              <a:custGeom>
                <a:rect b="b" l="l" r="r" t="t"/>
                <a:pathLst>
                  <a:path extrusionOk="0" h="398" w="682">
                    <a:moveTo>
                      <a:pt x="682" y="398"/>
                    </a:move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37"/>
              <p:cNvSpPr/>
              <p:nvPr/>
            </p:nvSpPr>
            <p:spPr>
              <a:xfrm rot="39010">
                <a:off x="7325638" y="3727601"/>
                <a:ext cx="168395" cy="94414"/>
              </a:xfrm>
              <a:custGeom>
                <a:rect b="b" l="l" r="r" t="t"/>
                <a:pathLst>
                  <a:path extrusionOk="0" h="402" w="717">
                    <a:moveTo>
                      <a:pt x="23" y="1"/>
                    </a:moveTo>
                    <a:cubicBezTo>
                      <a:pt x="17" y="1"/>
                      <a:pt x="9" y="3"/>
                      <a:pt x="1" y="5"/>
                    </a:cubicBezTo>
                    <a:lnTo>
                      <a:pt x="680" y="400"/>
                    </a:lnTo>
                    <a:cubicBezTo>
                      <a:pt x="692" y="395"/>
                      <a:pt x="703" y="395"/>
                      <a:pt x="703" y="395"/>
                    </a:cubicBezTo>
                    <a:cubicBezTo>
                      <a:pt x="705" y="395"/>
                      <a:pt x="707" y="396"/>
                      <a:pt x="709" y="397"/>
                    </a:cubicBezTo>
                    <a:lnTo>
                      <a:pt x="709" y="397"/>
                    </a:lnTo>
                    <a:lnTo>
                      <a:pt x="38" y="5"/>
                    </a:lnTo>
                    <a:cubicBezTo>
                      <a:pt x="34" y="3"/>
                      <a:pt x="34" y="3"/>
                      <a:pt x="31" y="3"/>
                    </a:cubicBezTo>
                    <a:cubicBezTo>
                      <a:pt x="29" y="1"/>
                      <a:pt x="26" y="1"/>
                      <a:pt x="23" y="1"/>
                    </a:cubicBezTo>
                    <a:close/>
                    <a:moveTo>
                      <a:pt x="709" y="397"/>
                    </a:moveTo>
                    <a:lnTo>
                      <a:pt x="714" y="400"/>
                    </a:lnTo>
                    <a:lnTo>
                      <a:pt x="714" y="400"/>
                    </a:lnTo>
                    <a:cubicBezTo>
                      <a:pt x="712" y="399"/>
                      <a:pt x="711" y="398"/>
                      <a:pt x="709" y="397"/>
                    </a:cubicBezTo>
                    <a:close/>
                    <a:moveTo>
                      <a:pt x="714" y="400"/>
                    </a:moveTo>
                    <a:cubicBezTo>
                      <a:pt x="715" y="401"/>
                      <a:pt x="716" y="401"/>
                      <a:pt x="717" y="402"/>
                    </a:cubicBezTo>
                    <a:lnTo>
                      <a:pt x="714" y="40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37"/>
              <p:cNvSpPr/>
              <p:nvPr/>
            </p:nvSpPr>
            <p:spPr>
              <a:xfrm rot="39010">
                <a:off x="7307345" y="3744260"/>
                <a:ext cx="160644" cy="97702"/>
              </a:xfrm>
              <a:custGeom>
                <a:rect b="b" l="l" r="r" t="t"/>
                <a:pathLst>
                  <a:path extrusionOk="0" h="416" w="684">
                    <a:moveTo>
                      <a:pt x="2" y="0"/>
                    </a:moveTo>
                    <a:lnTo>
                      <a:pt x="0" y="23"/>
                    </a:lnTo>
                    <a:lnTo>
                      <a:pt x="681" y="416"/>
                    </a:lnTo>
                    <a:lnTo>
                      <a:pt x="683" y="393"/>
                    </a:lnTo>
                    <a:lnTo>
                      <a:pt x="2"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37"/>
              <p:cNvSpPr/>
              <p:nvPr/>
            </p:nvSpPr>
            <p:spPr>
              <a:xfrm rot="39010">
                <a:off x="7307924" y="3730224"/>
                <a:ext cx="169334" cy="106626"/>
              </a:xfrm>
              <a:custGeom>
                <a:rect b="b" l="l" r="r" t="t"/>
                <a:pathLst>
                  <a:path extrusionOk="0" h="454" w="721">
                    <a:moveTo>
                      <a:pt x="39" y="1"/>
                    </a:moveTo>
                    <a:cubicBezTo>
                      <a:pt x="21" y="11"/>
                      <a:pt x="4" y="34"/>
                      <a:pt x="0" y="56"/>
                    </a:cubicBezTo>
                    <a:lnTo>
                      <a:pt x="681" y="453"/>
                    </a:lnTo>
                    <a:cubicBezTo>
                      <a:pt x="683" y="431"/>
                      <a:pt x="702" y="408"/>
                      <a:pt x="720" y="394"/>
                    </a:cubicBezTo>
                    <a:lnTo>
                      <a:pt x="39"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37"/>
              <p:cNvSpPr/>
              <p:nvPr/>
            </p:nvSpPr>
            <p:spPr>
              <a:xfrm rot="39010">
                <a:off x="7307850" y="3743324"/>
                <a:ext cx="160175" cy="93474"/>
              </a:xfrm>
              <a:custGeom>
                <a:rect b="b" l="l" r="r" t="t"/>
                <a:pathLst>
                  <a:path extrusionOk="0" h="398" w="682">
                    <a:moveTo>
                      <a:pt x="0" y="0"/>
                    </a:moveTo>
                    <a:cubicBezTo>
                      <a:pt x="0" y="0"/>
                      <a:pt x="0" y="0"/>
                      <a:pt x="0" y="0"/>
                    </a:cubicBezTo>
                    <a:lnTo>
                      <a:pt x="681" y="397"/>
                    </a:lnTo>
                    <a:lnTo>
                      <a:pt x="681" y="395"/>
                    </a:lnTo>
                    <a:cubicBezTo>
                      <a:pt x="681" y="395"/>
                      <a:pt x="4" y="0"/>
                      <a:pt x="0"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37"/>
              <p:cNvSpPr/>
              <p:nvPr/>
            </p:nvSpPr>
            <p:spPr>
              <a:xfrm rot="39010">
                <a:off x="7307856" y="3742854"/>
                <a:ext cx="160175" cy="93239"/>
              </a:xfrm>
              <a:custGeom>
                <a:rect b="b" l="l" r="r" t="t"/>
                <a:pathLst>
                  <a:path extrusionOk="0" h="397" w="682">
                    <a:moveTo>
                      <a:pt x="0" y="0"/>
                    </a:moveTo>
                    <a:cubicBezTo>
                      <a:pt x="0" y="0"/>
                      <a:pt x="0" y="0"/>
                      <a:pt x="0" y="0"/>
                    </a:cubicBezTo>
                    <a:lnTo>
                      <a:pt x="681" y="397"/>
                    </a:lnTo>
                    <a:lnTo>
                      <a:pt x="681" y="395"/>
                    </a:lnTo>
                    <a:cubicBezTo>
                      <a:pt x="681" y="395"/>
                      <a:pt x="4" y="0"/>
                      <a:pt x="0"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37"/>
              <p:cNvSpPr/>
              <p:nvPr/>
            </p:nvSpPr>
            <p:spPr>
              <a:xfrm rot="39010">
                <a:off x="7308326" y="3742859"/>
                <a:ext cx="160175" cy="93239"/>
              </a:xfrm>
              <a:custGeom>
                <a:rect b="b" l="l" r="r" t="t"/>
                <a:pathLst>
                  <a:path extrusionOk="0" h="397" w="682">
                    <a:moveTo>
                      <a:pt x="0" y="0"/>
                    </a:moveTo>
                    <a:cubicBezTo>
                      <a:pt x="0" y="0"/>
                      <a:pt x="0" y="0"/>
                      <a:pt x="0" y="0"/>
                    </a:cubicBezTo>
                    <a:lnTo>
                      <a:pt x="681" y="397"/>
                    </a:lnTo>
                    <a:lnTo>
                      <a:pt x="681" y="395"/>
                    </a:lnTo>
                    <a:cubicBezTo>
                      <a:pt x="681" y="395"/>
                      <a:pt x="4" y="0"/>
                      <a:pt x="0"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37"/>
              <p:cNvSpPr/>
              <p:nvPr/>
            </p:nvSpPr>
            <p:spPr>
              <a:xfrm rot="39010">
                <a:off x="7308331" y="3742390"/>
                <a:ext cx="160175" cy="93239"/>
              </a:xfrm>
              <a:custGeom>
                <a:rect b="b" l="l" r="r" t="t"/>
                <a:pathLst>
                  <a:path extrusionOk="0" h="397" w="682">
                    <a:moveTo>
                      <a:pt x="0" y="0"/>
                    </a:moveTo>
                    <a:cubicBezTo>
                      <a:pt x="0" y="0"/>
                      <a:pt x="0" y="0"/>
                      <a:pt x="0" y="0"/>
                    </a:cubicBezTo>
                    <a:lnTo>
                      <a:pt x="681" y="397"/>
                    </a:lnTo>
                    <a:lnTo>
                      <a:pt x="681" y="393"/>
                    </a:lnTo>
                    <a:cubicBezTo>
                      <a:pt x="681" y="393"/>
                      <a:pt x="4" y="0"/>
                      <a:pt x="0"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37"/>
              <p:cNvSpPr/>
              <p:nvPr/>
            </p:nvSpPr>
            <p:spPr>
              <a:xfrm rot="39010">
                <a:off x="7308339" y="3741920"/>
                <a:ext cx="160175" cy="92770"/>
              </a:xfrm>
              <a:custGeom>
                <a:rect b="b" l="l" r="r" t="t"/>
                <a:pathLst>
                  <a:path extrusionOk="0" h="395" w="682">
                    <a:moveTo>
                      <a:pt x="681" y="395"/>
                    </a:moveTo>
                    <a:lnTo>
                      <a:pt x="0" y="0"/>
                    </a:lnTo>
                    <a:lnTo>
                      <a:pt x="681" y="395"/>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37"/>
              <p:cNvSpPr/>
              <p:nvPr/>
            </p:nvSpPr>
            <p:spPr>
              <a:xfrm rot="39010">
                <a:off x="7308341" y="3741685"/>
                <a:ext cx="160175" cy="93005"/>
              </a:xfrm>
              <a:custGeom>
                <a:rect b="b" l="l" r="r" t="t"/>
                <a:pathLst>
                  <a:path extrusionOk="0" h="396" w="682">
                    <a:moveTo>
                      <a:pt x="0" y="1"/>
                    </a:moveTo>
                    <a:cubicBezTo>
                      <a:pt x="0" y="1"/>
                      <a:pt x="0" y="1"/>
                      <a:pt x="0" y="1"/>
                    </a:cubicBezTo>
                    <a:lnTo>
                      <a:pt x="681" y="396"/>
                    </a:lnTo>
                    <a:lnTo>
                      <a:pt x="681" y="394"/>
                    </a:lnTo>
                    <a:cubicBezTo>
                      <a:pt x="681" y="394"/>
                      <a:pt x="7"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37"/>
              <p:cNvSpPr/>
              <p:nvPr/>
            </p:nvSpPr>
            <p:spPr>
              <a:xfrm rot="39010">
                <a:off x="7308343" y="3741685"/>
                <a:ext cx="160175" cy="92535"/>
              </a:xfrm>
              <a:custGeom>
                <a:rect b="b" l="l" r="r" t="t"/>
                <a:pathLst>
                  <a:path extrusionOk="0" h="394" w="682">
                    <a:moveTo>
                      <a:pt x="0" y="1"/>
                    </a:moveTo>
                    <a:cubicBezTo>
                      <a:pt x="0" y="1"/>
                      <a:pt x="0" y="1"/>
                      <a:pt x="0" y="1"/>
                    </a:cubicBezTo>
                    <a:lnTo>
                      <a:pt x="681" y="394"/>
                    </a:lnTo>
                    <a:cubicBezTo>
                      <a:pt x="681" y="392"/>
                      <a:pt x="9"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37"/>
              <p:cNvSpPr/>
              <p:nvPr/>
            </p:nvSpPr>
            <p:spPr>
              <a:xfrm rot="39010">
                <a:off x="7308354" y="3740276"/>
                <a:ext cx="160175" cy="93474"/>
              </a:xfrm>
              <a:custGeom>
                <a:rect b="b" l="l" r="r" t="t"/>
                <a:pathLst>
                  <a:path extrusionOk="0" h="398" w="682">
                    <a:moveTo>
                      <a:pt x="681" y="398"/>
                    </a:moveTo>
                    <a:lnTo>
                      <a:pt x="0" y="1"/>
                    </a:lnTo>
                    <a:lnTo>
                      <a:pt x="681" y="398"/>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37"/>
              <p:cNvSpPr/>
              <p:nvPr/>
            </p:nvSpPr>
            <p:spPr>
              <a:xfrm rot="39010">
                <a:off x="7308354" y="3740276"/>
                <a:ext cx="160175" cy="93474"/>
              </a:xfrm>
              <a:custGeom>
                <a:rect b="b" l="l" r="r" t="t"/>
                <a:pathLst>
                  <a:path extrusionOk="0" h="398" w="682">
                    <a:moveTo>
                      <a:pt x="0" y="1"/>
                    </a:moveTo>
                    <a:cubicBezTo>
                      <a:pt x="0" y="1"/>
                      <a:pt x="0" y="1"/>
                      <a:pt x="0" y="1"/>
                    </a:cubicBezTo>
                    <a:lnTo>
                      <a:pt x="681" y="398"/>
                    </a:lnTo>
                    <a:lnTo>
                      <a:pt x="681" y="396"/>
                    </a:lnTo>
                    <a:cubicBezTo>
                      <a:pt x="681" y="396"/>
                      <a:pt x="4"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37"/>
              <p:cNvSpPr/>
              <p:nvPr/>
            </p:nvSpPr>
            <p:spPr>
              <a:xfrm rot="39010">
                <a:off x="7309296" y="3740284"/>
                <a:ext cx="159705" cy="93005"/>
              </a:xfrm>
              <a:custGeom>
                <a:rect b="b" l="l" r="r" t="t"/>
                <a:pathLst>
                  <a:path extrusionOk="0" h="396" w="680">
                    <a:moveTo>
                      <a:pt x="679" y="396"/>
                    </a:move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37"/>
              <p:cNvSpPr/>
              <p:nvPr/>
            </p:nvSpPr>
            <p:spPr>
              <a:xfrm rot="39010">
                <a:off x="7309296" y="3740284"/>
                <a:ext cx="159705" cy="93005"/>
              </a:xfrm>
              <a:custGeom>
                <a:rect b="b" l="l" r="r" t="t"/>
                <a:pathLst>
                  <a:path extrusionOk="0" h="396" w="680">
                    <a:moveTo>
                      <a:pt x="0" y="1"/>
                    </a:moveTo>
                    <a:cubicBezTo>
                      <a:pt x="0" y="1"/>
                      <a:pt x="0" y="1"/>
                      <a:pt x="0" y="1"/>
                    </a:cubicBezTo>
                    <a:lnTo>
                      <a:pt x="679" y="396"/>
                    </a:lnTo>
                    <a:cubicBezTo>
                      <a:pt x="679" y="392"/>
                      <a:pt x="4"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37"/>
              <p:cNvSpPr/>
              <p:nvPr/>
            </p:nvSpPr>
            <p:spPr>
              <a:xfrm rot="39010">
                <a:off x="7309307" y="3739345"/>
                <a:ext cx="159705" cy="93005"/>
              </a:xfrm>
              <a:custGeom>
                <a:rect b="b" l="l" r="r" t="t"/>
                <a:pathLst>
                  <a:path extrusionOk="0" h="396" w="680">
                    <a:moveTo>
                      <a:pt x="0" y="1"/>
                    </a:moveTo>
                    <a:cubicBezTo>
                      <a:pt x="0" y="3"/>
                      <a:pt x="679" y="396"/>
                      <a:pt x="679" y="396"/>
                    </a:cubicBez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37"/>
              <p:cNvSpPr/>
              <p:nvPr/>
            </p:nvSpPr>
            <p:spPr>
              <a:xfrm rot="39010">
                <a:off x="7309307" y="3739345"/>
                <a:ext cx="159705" cy="93005"/>
              </a:xfrm>
              <a:custGeom>
                <a:rect b="b" l="l" r="r" t="t"/>
                <a:pathLst>
                  <a:path extrusionOk="0" h="396" w="680">
                    <a:moveTo>
                      <a:pt x="679" y="396"/>
                    </a:move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37"/>
              <p:cNvSpPr/>
              <p:nvPr/>
            </p:nvSpPr>
            <p:spPr>
              <a:xfrm rot="39010">
                <a:off x="7309304" y="3739820"/>
                <a:ext cx="160644" cy="92535"/>
              </a:xfrm>
              <a:custGeom>
                <a:rect b="b" l="l" r="r" t="t"/>
                <a:pathLst>
                  <a:path extrusionOk="0" h="394" w="684">
                    <a:moveTo>
                      <a:pt x="0" y="1"/>
                    </a:moveTo>
                    <a:cubicBezTo>
                      <a:pt x="0" y="1"/>
                      <a:pt x="0" y="1"/>
                      <a:pt x="0" y="1"/>
                    </a:cubicBezTo>
                    <a:lnTo>
                      <a:pt x="679" y="394"/>
                    </a:lnTo>
                    <a:cubicBezTo>
                      <a:pt x="684" y="392"/>
                      <a:pt x="6"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37"/>
              <p:cNvSpPr/>
              <p:nvPr/>
            </p:nvSpPr>
            <p:spPr>
              <a:xfrm rot="39010">
                <a:off x="7309779" y="3739353"/>
                <a:ext cx="160175" cy="92535"/>
              </a:xfrm>
              <a:custGeom>
                <a:rect b="b" l="l" r="r" t="t"/>
                <a:pathLst>
                  <a:path extrusionOk="0" h="394" w="682">
                    <a:moveTo>
                      <a:pt x="682" y="394"/>
                    </a:move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37"/>
              <p:cNvSpPr/>
              <p:nvPr/>
            </p:nvSpPr>
            <p:spPr>
              <a:xfrm rot="39010">
                <a:off x="7309779" y="3739353"/>
                <a:ext cx="160175" cy="92535"/>
              </a:xfrm>
              <a:custGeom>
                <a:rect b="b" l="l" r="r" t="t"/>
                <a:pathLst>
                  <a:path extrusionOk="0" h="394" w="682">
                    <a:moveTo>
                      <a:pt x="0" y="1"/>
                    </a:moveTo>
                    <a:cubicBezTo>
                      <a:pt x="0" y="1"/>
                      <a:pt x="0" y="1"/>
                      <a:pt x="0" y="1"/>
                    </a:cubicBezTo>
                    <a:lnTo>
                      <a:pt x="682" y="394"/>
                    </a:lnTo>
                    <a:cubicBezTo>
                      <a:pt x="682" y="392"/>
                      <a:pt x="7"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37"/>
              <p:cNvSpPr/>
              <p:nvPr/>
            </p:nvSpPr>
            <p:spPr>
              <a:xfrm rot="39010">
                <a:off x="7309790" y="3737944"/>
                <a:ext cx="160175" cy="93474"/>
              </a:xfrm>
              <a:custGeom>
                <a:rect b="b" l="l" r="r" t="t"/>
                <a:pathLst>
                  <a:path extrusionOk="0" h="398" w="682">
                    <a:moveTo>
                      <a:pt x="682" y="398"/>
                    </a:move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37"/>
              <p:cNvSpPr/>
              <p:nvPr/>
            </p:nvSpPr>
            <p:spPr>
              <a:xfrm rot="39010">
                <a:off x="7309790" y="3737944"/>
                <a:ext cx="160175" cy="93474"/>
              </a:xfrm>
              <a:custGeom>
                <a:rect b="b" l="l" r="r" t="t"/>
                <a:pathLst>
                  <a:path extrusionOk="0" h="398" w="682">
                    <a:moveTo>
                      <a:pt x="682" y="398"/>
                    </a:move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37"/>
              <p:cNvSpPr/>
              <p:nvPr/>
            </p:nvSpPr>
            <p:spPr>
              <a:xfrm rot="39010">
                <a:off x="7309790" y="3737944"/>
                <a:ext cx="160175" cy="93474"/>
              </a:xfrm>
              <a:custGeom>
                <a:rect b="b" l="l" r="r" t="t"/>
                <a:pathLst>
                  <a:path extrusionOk="0" h="398" w="682">
                    <a:moveTo>
                      <a:pt x="0" y="1"/>
                    </a:moveTo>
                    <a:cubicBezTo>
                      <a:pt x="0" y="1"/>
                      <a:pt x="0" y="1"/>
                      <a:pt x="0" y="1"/>
                    </a:cubicBezTo>
                    <a:lnTo>
                      <a:pt x="682" y="398"/>
                    </a:lnTo>
                    <a:cubicBezTo>
                      <a:pt x="682" y="396"/>
                      <a:pt x="6"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37"/>
              <p:cNvSpPr/>
              <p:nvPr/>
            </p:nvSpPr>
            <p:spPr>
              <a:xfrm rot="39010">
                <a:off x="7310262" y="3737949"/>
                <a:ext cx="160175" cy="93005"/>
              </a:xfrm>
              <a:custGeom>
                <a:rect b="b" l="l" r="r" t="t"/>
                <a:pathLst>
                  <a:path extrusionOk="0" h="396" w="682">
                    <a:moveTo>
                      <a:pt x="0" y="1"/>
                    </a:moveTo>
                    <a:cubicBezTo>
                      <a:pt x="0" y="1"/>
                      <a:pt x="0" y="1"/>
                      <a:pt x="0" y="1"/>
                    </a:cubicBezTo>
                    <a:lnTo>
                      <a:pt x="682" y="395"/>
                    </a:lnTo>
                    <a:cubicBezTo>
                      <a:pt x="682" y="395"/>
                      <a:pt x="4"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37"/>
              <p:cNvSpPr/>
              <p:nvPr/>
            </p:nvSpPr>
            <p:spPr>
              <a:xfrm rot="39010">
                <a:off x="7310265" y="3737479"/>
                <a:ext cx="160175" cy="93474"/>
              </a:xfrm>
              <a:custGeom>
                <a:rect b="b" l="l" r="r" t="t"/>
                <a:pathLst>
                  <a:path extrusionOk="0" h="398" w="682">
                    <a:moveTo>
                      <a:pt x="0" y="1"/>
                    </a:moveTo>
                    <a:cubicBezTo>
                      <a:pt x="0" y="1"/>
                      <a:pt x="0" y="1"/>
                      <a:pt x="0" y="1"/>
                    </a:cubicBezTo>
                    <a:lnTo>
                      <a:pt x="682" y="397"/>
                    </a:lnTo>
                    <a:lnTo>
                      <a:pt x="682" y="393"/>
                    </a:lnTo>
                    <a:cubicBezTo>
                      <a:pt x="682" y="393"/>
                      <a:pt x="8"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37"/>
              <p:cNvSpPr/>
              <p:nvPr/>
            </p:nvSpPr>
            <p:spPr>
              <a:xfrm rot="39010">
                <a:off x="7310281" y="3735603"/>
                <a:ext cx="160644" cy="94414"/>
              </a:xfrm>
              <a:custGeom>
                <a:rect b="b" l="l" r="r" t="t"/>
                <a:pathLst>
                  <a:path extrusionOk="0" h="402" w="684">
                    <a:moveTo>
                      <a:pt x="4" y="0"/>
                    </a:moveTo>
                    <a:cubicBezTo>
                      <a:pt x="4" y="2"/>
                      <a:pt x="4" y="2"/>
                      <a:pt x="0" y="7"/>
                    </a:cubicBezTo>
                    <a:lnTo>
                      <a:pt x="682" y="401"/>
                    </a:lnTo>
                    <a:cubicBezTo>
                      <a:pt x="684" y="399"/>
                      <a:pt x="684" y="399"/>
                      <a:pt x="684" y="397"/>
                    </a:cubicBezTo>
                    <a:lnTo>
                      <a:pt x="4"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37"/>
              <p:cNvSpPr/>
              <p:nvPr/>
            </p:nvSpPr>
            <p:spPr>
              <a:xfrm rot="39010">
                <a:off x="7311225" y="3735609"/>
                <a:ext cx="159705" cy="93474"/>
              </a:xfrm>
              <a:custGeom>
                <a:rect b="b" l="l" r="r" t="t"/>
                <a:pathLst>
                  <a:path extrusionOk="0" h="398" w="680">
                    <a:moveTo>
                      <a:pt x="0" y="0"/>
                    </a:moveTo>
                    <a:cubicBezTo>
                      <a:pt x="0" y="0"/>
                      <a:pt x="0" y="0"/>
                      <a:pt x="0" y="0"/>
                    </a:cubicBezTo>
                    <a:lnTo>
                      <a:pt x="680" y="397"/>
                    </a:lnTo>
                    <a:lnTo>
                      <a:pt x="680" y="393"/>
                    </a:lnTo>
                    <a:cubicBezTo>
                      <a:pt x="680" y="393"/>
                      <a:pt x="6" y="0"/>
                      <a:pt x="0"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37"/>
              <p:cNvSpPr/>
              <p:nvPr/>
            </p:nvSpPr>
            <p:spPr>
              <a:xfrm rot="39010">
                <a:off x="7311700" y="3735144"/>
                <a:ext cx="159705" cy="93474"/>
              </a:xfrm>
              <a:custGeom>
                <a:rect b="b" l="l" r="r" t="t"/>
                <a:pathLst>
                  <a:path extrusionOk="0" h="398" w="680">
                    <a:moveTo>
                      <a:pt x="1" y="0"/>
                    </a:moveTo>
                    <a:cubicBezTo>
                      <a:pt x="0" y="0"/>
                      <a:pt x="0" y="0"/>
                      <a:pt x="0" y="0"/>
                    </a:cubicBezTo>
                    <a:lnTo>
                      <a:pt x="680" y="397"/>
                    </a:lnTo>
                    <a:lnTo>
                      <a:pt x="680" y="393"/>
                    </a:lnTo>
                    <a:cubicBezTo>
                      <a:pt x="680" y="393"/>
                      <a:pt x="6"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37"/>
              <p:cNvSpPr/>
              <p:nvPr/>
            </p:nvSpPr>
            <p:spPr>
              <a:xfrm rot="39010">
                <a:off x="7311698" y="3735619"/>
                <a:ext cx="160644" cy="93005"/>
              </a:xfrm>
              <a:custGeom>
                <a:rect b="b" l="l" r="r" t="t"/>
                <a:pathLst>
                  <a:path extrusionOk="0" h="396" w="684">
                    <a:moveTo>
                      <a:pt x="1" y="0"/>
                    </a:moveTo>
                    <a:cubicBezTo>
                      <a:pt x="0" y="0"/>
                      <a:pt x="0" y="0"/>
                      <a:pt x="0" y="0"/>
                    </a:cubicBezTo>
                    <a:lnTo>
                      <a:pt x="680" y="395"/>
                    </a:lnTo>
                    <a:cubicBezTo>
                      <a:pt x="684" y="391"/>
                      <a:pt x="6"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37"/>
              <p:cNvSpPr/>
              <p:nvPr/>
            </p:nvSpPr>
            <p:spPr>
              <a:xfrm rot="39010">
                <a:off x="7312175" y="3735152"/>
                <a:ext cx="160175" cy="92535"/>
              </a:xfrm>
              <a:custGeom>
                <a:rect b="b" l="l" r="r" t="t"/>
                <a:pathLst>
                  <a:path extrusionOk="0" h="394" w="682">
                    <a:moveTo>
                      <a:pt x="1" y="0"/>
                    </a:moveTo>
                    <a:cubicBezTo>
                      <a:pt x="1" y="0"/>
                      <a:pt x="1" y="0"/>
                      <a:pt x="1" y="0"/>
                    </a:cubicBezTo>
                    <a:lnTo>
                      <a:pt x="682" y="393"/>
                    </a:lnTo>
                    <a:cubicBezTo>
                      <a:pt x="682" y="393"/>
                      <a:pt x="6"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37"/>
              <p:cNvSpPr/>
              <p:nvPr/>
            </p:nvSpPr>
            <p:spPr>
              <a:xfrm rot="39010">
                <a:off x="7312178" y="3734683"/>
                <a:ext cx="160175" cy="93005"/>
              </a:xfrm>
              <a:custGeom>
                <a:rect b="b" l="l" r="r" t="t"/>
                <a:pathLst>
                  <a:path extrusionOk="0" h="396" w="682">
                    <a:moveTo>
                      <a:pt x="1" y="0"/>
                    </a:moveTo>
                    <a:cubicBezTo>
                      <a:pt x="1" y="0"/>
                      <a:pt x="1" y="0"/>
                      <a:pt x="1" y="0"/>
                    </a:cubicBezTo>
                    <a:lnTo>
                      <a:pt x="682" y="395"/>
                    </a:lnTo>
                    <a:cubicBezTo>
                      <a:pt x="682" y="393"/>
                      <a:pt x="10"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37"/>
              <p:cNvSpPr/>
              <p:nvPr/>
            </p:nvSpPr>
            <p:spPr>
              <a:xfrm rot="39010">
                <a:off x="7312650" y="3734688"/>
                <a:ext cx="160175" cy="92535"/>
              </a:xfrm>
              <a:custGeom>
                <a:rect b="b" l="l" r="r" t="t"/>
                <a:pathLst>
                  <a:path extrusionOk="0" h="394" w="682">
                    <a:moveTo>
                      <a:pt x="1" y="0"/>
                    </a:moveTo>
                    <a:cubicBezTo>
                      <a:pt x="1" y="0"/>
                      <a:pt x="1" y="0"/>
                      <a:pt x="1" y="0"/>
                    </a:cubicBezTo>
                    <a:lnTo>
                      <a:pt x="682" y="393"/>
                    </a:lnTo>
                    <a:cubicBezTo>
                      <a:pt x="682" y="393"/>
                      <a:pt x="12"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37"/>
              <p:cNvSpPr/>
              <p:nvPr/>
            </p:nvSpPr>
            <p:spPr>
              <a:xfrm rot="39010">
                <a:off x="7312656" y="3733748"/>
                <a:ext cx="160175" cy="93474"/>
              </a:xfrm>
              <a:custGeom>
                <a:rect b="b" l="l" r="r" t="t"/>
                <a:pathLst>
                  <a:path extrusionOk="0" h="398" w="682">
                    <a:moveTo>
                      <a:pt x="1" y="0"/>
                    </a:moveTo>
                    <a:lnTo>
                      <a:pt x="682" y="397"/>
                    </a:lnTo>
                    <a:cubicBezTo>
                      <a:pt x="682" y="395"/>
                      <a:pt x="5"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37"/>
              <p:cNvSpPr/>
              <p:nvPr/>
            </p:nvSpPr>
            <p:spPr>
              <a:xfrm rot="39010">
                <a:off x="7312661" y="3733281"/>
                <a:ext cx="160644" cy="93474"/>
              </a:xfrm>
              <a:custGeom>
                <a:rect b="b" l="l" r="r" t="t"/>
                <a:pathLst>
                  <a:path extrusionOk="0" h="398" w="684">
                    <a:moveTo>
                      <a:pt x="1" y="0"/>
                    </a:moveTo>
                    <a:lnTo>
                      <a:pt x="682" y="397"/>
                    </a:lnTo>
                    <a:cubicBezTo>
                      <a:pt x="684" y="397"/>
                      <a:pt x="5"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37"/>
              <p:cNvSpPr/>
              <p:nvPr/>
            </p:nvSpPr>
            <p:spPr>
              <a:xfrm rot="39010">
                <a:off x="7313600" y="3733287"/>
                <a:ext cx="159705" cy="93474"/>
              </a:xfrm>
              <a:custGeom>
                <a:rect b="b" l="l" r="r" t="t"/>
                <a:pathLst>
                  <a:path extrusionOk="0" h="398" w="680">
                    <a:moveTo>
                      <a:pt x="1" y="0"/>
                    </a:moveTo>
                    <a:lnTo>
                      <a:pt x="680" y="397"/>
                    </a:lnTo>
                    <a:cubicBezTo>
                      <a:pt x="680" y="397"/>
                      <a:pt x="3"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37"/>
              <p:cNvSpPr/>
              <p:nvPr/>
            </p:nvSpPr>
            <p:spPr>
              <a:xfrm rot="39010">
                <a:off x="7313600" y="3733289"/>
                <a:ext cx="160175" cy="93474"/>
              </a:xfrm>
              <a:custGeom>
                <a:rect b="b" l="l" r="r" t="t"/>
                <a:pathLst>
                  <a:path extrusionOk="0" h="398" w="682">
                    <a:moveTo>
                      <a:pt x="1" y="0"/>
                    </a:moveTo>
                    <a:cubicBezTo>
                      <a:pt x="1" y="0"/>
                      <a:pt x="1" y="0"/>
                      <a:pt x="1" y="0"/>
                    </a:cubicBezTo>
                    <a:lnTo>
                      <a:pt x="680" y="397"/>
                    </a:lnTo>
                    <a:cubicBezTo>
                      <a:pt x="682" y="395"/>
                      <a:pt x="6"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37"/>
              <p:cNvSpPr/>
              <p:nvPr/>
            </p:nvSpPr>
            <p:spPr>
              <a:xfrm rot="39010">
                <a:off x="7314075" y="3732822"/>
                <a:ext cx="159705" cy="93474"/>
              </a:xfrm>
              <a:custGeom>
                <a:rect b="b" l="l" r="r" t="t"/>
                <a:pathLst>
                  <a:path extrusionOk="0" h="398" w="680">
                    <a:moveTo>
                      <a:pt x="1" y="0"/>
                    </a:moveTo>
                    <a:cubicBezTo>
                      <a:pt x="1" y="0"/>
                      <a:pt x="1" y="0"/>
                      <a:pt x="1" y="0"/>
                    </a:cubicBezTo>
                    <a:lnTo>
                      <a:pt x="680" y="397"/>
                    </a:lnTo>
                    <a:lnTo>
                      <a:pt x="680" y="393"/>
                    </a:lnTo>
                    <a:cubicBezTo>
                      <a:pt x="680" y="393"/>
                      <a:pt x="10"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37"/>
              <p:cNvSpPr/>
              <p:nvPr/>
            </p:nvSpPr>
            <p:spPr>
              <a:xfrm rot="39010">
                <a:off x="7314075" y="3732829"/>
                <a:ext cx="160879" cy="93474"/>
              </a:xfrm>
              <a:custGeom>
                <a:rect b="b" l="l" r="r" t="t"/>
                <a:pathLst>
                  <a:path extrusionOk="0" h="398" w="685">
                    <a:moveTo>
                      <a:pt x="1" y="0"/>
                    </a:moveTo>
                    <a:cubicBezTo>
                      <a:pt x="1" y="0"/>
                      <a:pt x="1" y="0"/>
                      <a:pt x="1" y="0"/>
                    </a:cubicBezTo>
                    <a:lnTo>
                      <a:pt x="680" y="397"/>
                    </a:lnTo>
                    <a:cubicBezTo>
                      <a:pt x="684" y="393"/>
                      <a:pt x="6"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37"/>
              <p:cNvSpPr/>
              <p:nvPr/>
            </p:nvSpPr>
            <p:spPr>
              <a:xfrm rot="39010">
                <a:off x="7314554" y="3732362"/>
                <a:ext cx="160409" cy="92770"/>
              </a:xfrm>
              <a:custGeom>
                <a:rect b="b" l="l" r="r" t="t"/>
                <a:pathLst>
                  <a:path extrusionOk="0" h="395" w="683">
                    <a:moveTo>
                      <a:pt x="1" y="0"/>
                    </a:moveTo>
                    <a:cubicBezTo>
                      <a:pt x="1" y="0"/>
                      <a:pt x="1" y="0"/>
                      <a:pt x="1" y="0"/>
                    </a:cubicBezTo>
                    <a:lnTo>
                      <a:pt x="682" y="395"/>
                    </a:lnTo>
                    <a:lnTo>
                      <a:pt x="682" y="393"/>
                    </a:lnTo>
                    <a:cubicBezTo>
                      <a:pt x="682" y="393"/>
                      <a:pt x="10"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37"/>
              <p:cNvSpPr/>
              <p:nvPr/>
            </p:nvSpPr>
            <p:spPr>
              <a:xfrm rot="39010">
                <a:off x="7314564" y="3731190"/>
                <a:ext cx="160879" cy="93474"/>
              </a:xfrm>
              <a:custGeom>
                <a:rect b="b" l="l" r="r" t="t"/>
                <a:pathLst>
                  <a:path extrusionOk="0" h="398" w="685">
                    <a:moveTo>
                      <a:pt x="1" y="1"/>
                    </a:moveTo>
                    <a:lnTo>
                      <a:pt x="682" y="398"/>
                    </a:lnTo>
                    <a:cubicBezTo>
                      <a:pt x="684" y="398"/>
                      <a:pt x="3"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37"/>
              <p:cNvSpPr/>
              <p:nvPr/>
            </p:nvSpPr>
            <p:spPr>
              <a:xfrm rot="39010">
                <a:off x="7315033" y="3731193"/>
                <a:ext cx="160409" cy="93474"/>
              </a:xfrm>
              <a:custGeom>
                <a:rect b="b" l="l" r="r" t="t"/>
                <a:pathLst>
                  <a:path extrusionOk="0" h="398" w="683">
                    <a:moveTo>
                      <a:pt x="1" y="1"/>
                    </a:moveTo>
                    <a:cubicBezTo>
                      <a:pt x="1" y="1"/>
                      <a:pt x="1" y="1"/>
                      <a:pt x="1" y="1"/>
                    </a:cubicBezTo>
                    <a:lnTo>
                      <a:pt x="682" y="398"/>
                    </a:lnTo>
                    <a:cubicBezTo>
                      <a:pt x="682" y="396"/>
                      <a:pt x="8"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37"/>
              <p:cNvSpPr/>
              <p:nvPr/>
            </p:nvSpPr>
            <p:spPr>
              <a:xfrm rot="39010">
                <a:off x="7315978" y="3730731"/>
                <a:ext cx="159940" cy="93474"/>
              </a:xfrm>
              <a:custGeom>
                <a:rect b="b" l="l" r="r" t="t"/>
                <a:pathLst>
                  <a:path extrusionOk="0" h="398" w="681">
                    <a:moveTo>
                      <a:pt x="1" y="1"/>
                    </a:moveTo>
                    <a:cubicBezTo>
                      <a:pt x="1" y="1"/>
                      <a:pt x="1" y="1"/>
                      <a:pt x="1" y="1"/>
                    </a:cubicBezTo>
                    <a:lnTo>
                      <a:pt x="680" y="398"/>
                    </a:lnTo>
                    <a:lnTo>
                      <a:pt x="680" y="396"/>
                    </a:lnTo>
                    <a:cubicBezTo>
                      <a:pt x="680" y="396"/>
                      <a:pt x="6"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37"/>
              <p:cNvSpPr/>
              <p:nvPr/>
            </p:nvSpPr>
            <p:spPr>
              <a:xfrm rot="39010">
                <a:off x="7315981" y="3730734"/>
                <a:ext cx="160409" cy="93005"/>
              </a:xfrm>
              <a:custGeom>
                <a:rect b="b" l="l" r="r" t="t"/>
                <a:pathLst>
                  <a:path extrusionOk="0" h="396" w="683">
                    <a:moveTo>
                      <a:pt x="1" y="1"/>
                    </a:moveTo>
                    <a:lnTo>
                      <a:pt x="680" y="396"/>
                    </a:lnTo>
                    <a:cubicBezTo>
                      <a:pt x="682" y="396"/>
                      <a:pt x="3"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37"/>
              <p:cNvSpPr/>
              <p:nvPr/>
            </p:nvSpPr>
            <p:spPr>
              <a:xfrm rot="39010">
                <a:off x="7316453" y="3730272"/>
                <a:ext cx="160879" cy="93474"/>
              </a:xfrm>
              <a:custGeom>
                <a:rect b="b" l="l" r="r" t="t"/>
                <a:pathLst>
                  <a:path extrusionOk="0" h="398" w="685">
                    <a:moveTo>
                      <a:pt x="1" y="1"/>
                    </a:moveTo>
                    <a:lnTo>
                      <a:pt x="680" y="398"/>
                    </a:lnTo>
                    <a:cubicBezTo>
                      <a:pt x="684" y="394"/>
                      <a:pt x="3"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37"/>
              <p:cNvSpPr/>
              <p:nvPr/>
            </p:nvSpPr>
            <p:spPr>
              <a:xfrm rot="39010">
                <a:off x="7316928" y="3730275"/>
                <a:ext cx="160409" cy="92535"/>
              </a:xfrm>
              <a:custGeom>
                <a:rect b="b" l="l" r="r" t="t"/>
                <a:pathLst>
                  <a:path extrusionOk="0" h="394" w="683">
                    <a:moveTo>
                      <a:pt x="1" y="1"/>
                    </a:moveTo>
                    <a:lnTo>
                      <a:pt x="682" y="394"/>
                    </a:lnTo>
                    <a:cubicBezTo>
                      <a:pt x="682" y="394"/>
                      <a:pt x="3"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37"/>
              <p:cNvSpPr/>
              <p:nvPr/>
            </p:nvSpPr>
            <p:spPr>
              <a:xfrm rot="39010">
                <a:off x="7287051" y="3749310"/>
                <a:ext cx="180373" cy="104513"/>
              </a:xfrm>
              <a:custGeom>
                <a:rect b="b" l="l" r="r" t="t"/>
                <a:pathLst>
                  <a:path extrusionOk="0" h="445" w="768">
                    <a:moveTo>
                      <a:pt x="86" y="1"/>
                    </a:moveTo>
                    <a:lnTo>
                      <a:pt x="66" y="11"/>
                    </a:lnTo>
                    <a:cubicBezTo>
                      <a:pt x="64" y="13"/>
                      <a:pt x="62" y="13"/>
                      <a:pt x="62" y="13"/>
                    </a:cubicBezTo>
                    <a:cubicBezTo>
                      <a:pt x="53" y="17"/>
                      <a:pt x="51" y="17"/>
                      <a:pt x="47" y="21"/>
                    </a:cubicBezTo>
                    <a:cubicBezTo>
                      <a:pt x="45" y="23"/>
                      <a:pt x="43" y="23"/>
                      <a:pt x="43" y="23"/>
                    </a:cubicBezTo>
                    <a:cubicBezTo>
                      <a:pt x="33" y="27"/>
                      <a:pt x="33" y="27"/>
                      <a:pt x="31" y="31"/>
                    </a:cubicBezTo>
                    <a:cubicBezTo>
                      <a:pt x="27" y="33"/>
                      <a:pt x="27" y="33"/>
                      <a:pt x="25" y="33"/>
                    </a:cubicBezTo>
                    <a:cubicBezTo>
                      <a:pt x="10" y="44"/>
                      <a:pt x="0" y="50"/>
                      <a:pt x="0" y="50"/>
                    </a:cubicBezTo>
                    <a:lnTo>
                      <a:pt x="679" y="445"/>
                    </a:lnTo>
                    <a:cubicBezTo>
                      <a:pt x="679" y="445"/>
                      <a:pt x="690" y="439"/>
                      <a:pt x="702" y="432"/>
                    </a:cubicBezTo>
                    <a:cubicBezTo>
                      <a:pt x="706" y="430"/>
                      <a:pt x="706" y="430"/>
                      <a:pt x="708" y="430"/>
                    </a:cubicBezTo>
                    <a:cubicBezTo>
                      <a:pt x="712" y="428"/>
                      <a:pt x="716" y="424"/>
                      <a:pt x="718" y="424"/>
                    </a:cubicBezTo>
                    <a:cubicBezTo>
                      <a:pt x="722" y="422"/>
                      <a:pt x="726" y="420"/>
                      <a:pt x="726" y="420"/>
                    </a:cubicBezTo>
                    <a:cubicBezTo>
                      <a:pt x="731" y="412"/>
                      <a:pt x="733" y="410"/>
                      <a:pt x="737" y="410"/>
                    </a:cubicBezTo>
                    <a:lnTo>
                      <a:pt x="741" y="408"/>
                    </a:lnTo>
                    <a:cubicBezTo>
                      <a:pt x="743" y="404"/>
                      <a:pt x="747" y="404"/>
                      <a:pt x="747" y="404"/>
                    </a:cubicBezTo>
                    <a:cubicBezTo>
                      <a:pt x="755" y="400"/>
                      <a:pt x="767" y="396"/>
                      <a:pt x="767" y="396"/>
                    </a:cubicBezTo>
                    <a:lnTo>
                      <a:pt x="86" y="1"/>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37"/>
              <p:cNvSpPr/>
              <p:nvPr/>
            </p:nvSpPr>
            <p:spPr>
              <a:xfrm rot="39010">
                <a:off x="7277974" y="3747249"/>
                <a:ext cx="166516" cy="93944"/>
              </a:xfrm>
              <a:custGeom>
                <a:rect b="b" l="l" r="r" t="t"/>
                <a:pathLst>
                  <a:path extrusionOk="0" h="400" w="709">
                    <a:moveTo>
                      <a:pt x="706" y="396"/>
                    </a:moveTo>
                    <a:lnTo>
                      <a:pt x="708" y="397"/>
                    </a:lnTo>
                    <a:cubicBezTo>
                      <a:pt x="708" y="397"/>
                      <a:pt x="707" y="397"/>
                      <a:pt x="706" y="396"/>
                    </a:cubicBezTo>
                    <a:close/>
                    <a:moveTo>
                      <a:pt x="23" y="1"/>
                    </a:moveTo>
                    <a:lnTo>
                      <a:pt x="23" y="1"/>
                    </a:lnTo>
                    <a:cubicBezTo>
                      <a:pt x="0" y="7"/>
                      <a:pt x="677" y="400"/>
                      <a:pt x="677" y="400"/>
                    </a:cubicBezTo>
                    <a:cubicBezTo>
                      <a:pt x="686" y="397"/>
                      <a:pt x="690" y="395"/>
                      <a:pt x="696" y="395"/>
                    </a:cubicBezTo>
                    <a:cubicBezTo>
                      <a:pt x="699" y="395"/>
                      <a:pt x="704" y="395"/>
                      <a:pt x="706" y="396"/>
                    </a:cubicBezTo>
                    <a:lnTo>
                      <a:pt x="706" y="396"/>
                    </a:lnTo>
                    <a:lnTo>
                      <a:pt x="27" y="3"/>
                    </a:lnTo>
                    <a:cubicBezTo>
                      <a:pt x="25" y="1"/>
                      <a:pt x="23" y="1"/>
                      <a:pt x="23"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37"/>
              <p:cNvSpPr/>
              <p:nvPr/>
            </p:nvSpPr>
            <p:spPr>
              <a:xfrm rot="39010">
                <a:off x="7258425" y="3770473"/>
                <a:ext cx="159235" cy="98406"/>
              </a:xfrm>
              <a:custGeom>
                <a:rect b="b" l="l" r="r" t="t"/>
                <a:pathLst>
                  <a:path extrusionOk="0" h="419" w="678">
                    <a:moveTo>
                      <a:pt x="0" y="1"/>
                    </a:moveTo>
                    <a:lnTo>
                      <a:pt x="0" y="23"/>
                    </a:lnTo>
                    <a:lnTo>
                      <a:pt x="678" y="418"/>
                    </a:lnTo>
                    <a:lnTo>
                      <a:pt x="678" y="398"/>
                    </a:ln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37"/>
              <p:cNvSpPr/>
              <p:nvPr/>
            </p:nvSpPr>
            <p:spPr>
              <a:xfrm rot="39010">
                <a:off x="7258113" y="3747567"/>
                <a:ext cx="179433" cy="116491"/>
              </a:xfrm>
              <a:custGeom>
                <a:rect b="b" l="l" r="r" t="t"/>
                <a:pathLst>
                  <a:path extrusionOk="0" h="496" w="764">
                    <a:moveTo>
                      <a:pt x="84" y="1"/>
                    </a:moveTo>
                    <a:lnTo>
                      <a:pt x="41" y="27"/>
                    </a:lnTo>
                    <a:cubicBezTo>
                      <a:pt x="17" y="50"/>
                      <a:pt x="15" y="50"/>
                      <a:pt x="15" y="52"/>
                    </a:cubicBezTo>
                    <a:cubicBezTo>
                      <a:pt x="13" y="56"/>
                      <a:pt x="13" y="56"/>
                      <a:pt x="13" y="58"/>
                    </a:cubicBezTo>
                    <a:cubicBezTo>
                      <a:pt x="0" y="99"/>
                      <a:pt x="680" y="496"/>
                      <a:pt x="680" y="496"/>
                    </a:cubicBezTo>
                    <a:cubicBezTo>
                      <a:pt x="680" y="488"/>
                      <a:pt x="682" y="481"/>
                      <a:pt x="686" y="475"/>
                    </a:cubicBezTo>
                    <a:cubicBezTo>
                      <a:pt x="686" y="467"/>
                      <a:pt x="688" y="461"/>
                      <a:pt x="692" y="455"/>
                    </a:cubicBezTo>
                    <a:cubicBezTo>
                      <a:pt x="698" y="447"/>
                      <a:pt x="700" y="440"/>
                      <a:pt x="706" y="436"/>
                    </a:cubicBezTo>
                    <a:cubicBezTo>
                      <a:pt x="710" y="430"/>
                      <a:pt x="716" y="426"/>
                      <a:pt x="721" y="424"/>
                    </a:cubicBezTo>
                    <a:lnTo>
                      <a:pt x="764" y="398"/>
                    </a:lnTo>
                    <a:lnTo>
                      <a:pt x="84"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37"/>
              <p:cNvSpPr/>
              <p:nvPr/>
            </p:nvSpPr>
            <p:spPr>
              <a:xfrm rot="39010">
                <a:off x="7237660" y="3775757"/>
                <a:ext cx="179903" cy="104982"/>
              </a:xfrm>
              <a:custGeom>
                <a:rect b="b" l="l" r="r" t="t"/>
                <a:pathLst>
                  <a:path extrusionOk="0" h="447" w="766">
                    <a:moveTo>
                      <a:pt x="88" y="0"/>
                    </a:moveTo>
                    <a:lnTo>
                      <a:pt x="41" y="27"/>
                    </a:lnTo>
                    <a:lnTo>
                      <a:pt x="0" y="51"/>
                    </a:lnTo>
                    <a:lnTo>
                      <a:pt x="680" y="446"/>
                    </a:lnTo>
                    <a:lnTo>
                      <a:pt x="723" y="420"/>
                    </a:lnTo>
                    <a:lnTo>
                      <a:pt x="766" y="395"/>
                    </a:lnTo>
                    <a:lnTo>
                      <a:pt x="88"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37"/>
              <p:cNvSpPr/>
              <p:nvPr/>
            </p:nvSpPr>
            <p:spPr>
              <a:xfrm rot="39010">
                <a:off x="7228094" y="3775570"/>
                <a:ext cx="166046" cy="93944"/>
              </a:xfrm>
              <a:custGeom>
                <a:rect b="b" l="l" r="r" t="t"/>
                <a:pathLst>
                  <a:path extrusionOk="0" h="400" w="707">
                    <a:moveTo>
                      <a:pt x="699" y="393"/>
                    </a:moveTo>
                    <a:lnTo>
                      <a:pt x="706" y="397"/>
                    </a:lnTo>
                    <a:cubicBezTo>
                      <a:pt x="705" y="395"/>
                      <a:pt x="702" y="393"/>
                      <a:pt x="699" y="393"/>
                    </a:cubicBezTo>
                    <a:close/>
                    <a:moveTo>
                      <a:pt x="25" y="0"/>
                    </a:moveTo>
                    <a:cubicBezTo>
                      <a:pt x="1" y="6"/>
                      <a:pt x="680" y="399"/>
                      <a:pt x="680" y="399"/>
                    </a:cubicBezTo>
                    <a:cubicBezTo>
                      <a:pt x="686" y="395"/>
                      <a:pt x="692" y="393"/>
                      <a:pt x="697" y="393"/>
                    </a:cubicBezTo>
                    <a:cubicBezTo>
                      <a:pt x="698" y="393"/>
                      <a:pt x="698" y="393"/>
                      <a:pt x="699" y="393"/>
                    </a:cubicBezTo>
                    <a:lnTo>
                      <a:pt x="699" y="393"/>
                    </a:lnTo>
                    <a:lnTo>
                      <a:pt x="29" y="2"/>
                    </a:lnTo>
                    <a:lnTo>
                      <a:pt x="25"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37"/>
              <p:cNvSpPr/>
              <p:nvPr/>
            </p:nvSpPr>
            <p:spPr>
              <a:xfrm rot="39010">
                <a:off x="7208077" y="3798797"/>
                <a:ext cx="160175" cy="98172"/>
              </a:xfrm>
              <a:custGeom>
                <a:rect b="b" l="l" r="r" t="t"/>
                <a:pathLst>
                  <a:path extrusionOk="0" h="418" w="682">
                    <a:moveTo>
                      <a:pt x="1" y="1"/>
                    </a:moveTo>
                    <a:lnTo>
                      <a:pt x="1" y="23"/>
                    </a:lnTo>
                    <a:lnTo>
                      <a:pt x="682" y="418"/>
                    </a:lnTo>
                    <a:lnTo>
                      <a:pt x="682" y="393"/>
                    </a:lnTo>
                    <a:lnTo>
                      <a:pt x="1"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37"/>
              <p:cNvSpPr/>
              <p:nvPr/>
            </p:nvSpPr>
            <p:spPr>
              <a:xfrm rot="39010">
                <a:off x="7207764" y="3775888"/>
                <a:ext cx="179903" cy="116491"/>
              </a:xfrm>
              <a:custGeom>
                <a:rect b="b" l="l" r="r" t="t"/>
                <a:pathLst>
                  <a:path extrusionOk="0" h="496" w="766">
                    <a:moveTo>
                      <a:pt x="84" y="0"/>
                    </a:moveTo>
                    <a:lnTo>
                      <a:pt x="42" y="27"/>
                    </a:lnTo>
                    <a:cubicBezTo>
                      <a:pt x="19" y="49"/>
                      <a:pt x="15" y="49"/>
                      <a:pt x="15" y="52"/>
                    </a:cubicBezTo>
                    <a:cubicBezTo>
                      <a:pt x="13" y="56"/>
                      <a:pt x="13" y="56"/>
                      <a:pt x="13" y="58"/>
                    </a:cubicBezTo>
                    <a:cubicBezTo>
                      <a:pt x="1" y="99"/>
                      <a:pt x="680" y="495"/>
                      <a:pt x="680" y="495"/>
                    </a:cubicBezTo>
                    <a:cubicBezTo>
                      <a:pt x="680" y="487"/>
                      <a:pt x="684" y="481"/>
                      <a:pt x="684" y="475"/>
                    </a:cubicBezTo>
                    <a:cubicBezTo>
                      <a:pt x="688" y="467"/>
                      <a:pt x="690" y="461"/>
                      <a:pt x="694" y="455"/>
                    </a:cubicBezTo>
                    <a:cubicBezTo>
                      <a:pt x="698" y="446"/>
                      <a:pt x="700" y="440"/>
                      <a:pt x="706" y="436"/>
                    </a:cubicBezTo>
                    <a:cubicBezTo>
                      <a:pt x="711" y="430"/>
                      <a:pt x="717" y="426"/>
                      <a:pt x="721" y="424"/>
                    </a:cubicBezTo>
                    <a:lnTo>
                      <a:pt x="766" y="397"/>
                    </a:lnTo>
                    <a:lnTo>
                      <a:pt x="84"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37"/>
              <p:cNvSpPr/>
              <p:nvPr/>
            </p:nvSpPr>
            <p:spPr>
              <a:xfrm rot="39010">
                <a:off x="7187780" y="3804083"/>
                <a:ext cx="180373" cy="104982"/>
              </a:xfrm>
              <a:custGeom>
                <a:rect b="b" l="l" r="r" t="t"/>
                <a:pathLst>
                  <a:path extrusionOk="0" h="447" w="768">
                    <a:moveTo>
                      <a:pt x="87" y="0"/>
                    </a:moveTo>
                    <a:lnTo>
                      <a:pt x="42" y="27"/>
                    </a:lnTo>
                    <a:lnTo>
                      <a:pt x="1" y="49"/>
                    </a:lnTo>
                    <a:lnTo>
                      <a:pt x="680" y="446"/>
                    </a:lnTo>
                    <a:lnTo>
                      <a:pt x="721" y="419"/>
                    </a:lnTo>
                    <a:lnTo>
                      <a:pt x="768" y="395"/>
                    </a:lnTo>
                    <a:lnTo>
                      <a:pt x="87"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37"/>
              <p:cNvSpPr/>
              <p:nvPr/>
            </p:nvSpPr>
            <p:spPr>
              <a:xfrm rot="39010">
                <a:off x="7177740" y="3804363"/>
                <a:ext cx="166986" cy="93944"/>
              </a:xfrm>
              <a:custGeom>
                <a:rect b="b" l="l" r="r" t="t"/>
                <a:pathLst>
                  <a:path extrusionOk="0" h="400" w="711">
                    <a:moveTo>
                      <a:pt x="29" y="0"/>
                    </a:moveTo>
                    <a:cubicBezTo>
                      <a:pt x="1" y="4"/>
                      <a:pt x="682" y="399"/>
                      <a:pt x="682" y="399"/>
                    </a:cubicBezTo>
                    <a:cubicBezTo>
                      <a:pt x="688" y="395"/>
                      <a:pt x="692" y="393"/>
                      <a:pt x="698" y="393"/>
                    </a:cubicBezTo>
                    <a:cubicBezTo>
                      <a:pt x="703" y="393"/>
                      <a:pt x="707" y="393"/>
                      <a:pt x="711" y="395"/>
                    </a:cubicBezTo>
                    <a:lnTo>
                      <a:pt x="29"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37"/>
              <p:cNvSpPr/>
              <p:nvPr/>
            </p:nvSpPr>
            <p:spPr>
              <a:xfrm rot="39010">
                <a:off x="7157728" y="3827116"/>
                <a:ext cx="160409" cy="98172"/>
              </a:xfrm>
              <a:custGeom>
                <a:rect b="b" l="l" r="r" t="t"/>
                <a:pathLst>
                  <a:path extrusionOk="0" h="418" w="683">
                    <a:moveTo>
                      <a:pt x="1" y="0"/>
                    </a:moveTo>
                    <a:lnTo>
                      <a:pt x="1" y="23"/>
                    </a:lnTo>
                    <a:lnTo>
                      <a:pt x="682" y="418"/>
                    </a:lnTo>
                    <a:lnTo>
                      <a:pt x="682" y="393"/>
                    </a:ln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37"/>
              <p:cNvSpPr/>
              <p:nvPr/>
            </p:nvSpPr>
            <p:spPr>
              <a:xfrm rot="39010">
                <a:off x="7157407" y="3805150"/>
                <a:ext cx="180607" cy="116021"/>
              </a:xfrm>
              <a:custGeom>
                <a:rect b="b" l="l" r="r" t="t"/>
                <a:pathLst>
                  <a:path extrusionOk="0" h="494" w="769">
                    <a:moveTo>
                      <a:pt x="89" y="0"/>
                    </a:moveTo>
                    <a:lnTo>
                      <a:pt x="42" y="25"/>
                    </a:lnTo>
                    <a:cubicBezTo>
                      <a:pt x="19" y="47"/>
                      <a:pt x="17" y="47"/>
                      <a:pt x="17" y="51"/>
                    </a:cubicBezTo>
                    <a:cubicBezTo>
                      <a:pt x="13" y="53"/>
                      <a:pt x="13" y="53"/>
                      <a:pt x="13" y="55"/>
                    </a:cubicBezTo>
                    <a:cubicBezTo>
                      <a:pt x="1" y="96"/>
                      <a:pt x="682" y="493"/>
                      <a:pt x="682" y="493"/>
                    </a:cubicBezTo>
                    <a:cubicBezTo>
                      <a:pt x="682" y="485"/>
                      <a:pt x="684" y="481"/>
                      <a:pt x="684" y="473"/>
                    </a:cubicBezTo>
                    <a:cubicBezTo>
                      <a:pt x="686" y="465"/>
                      <a:pt x="688" y="461"/>
                      <a:pt x="694" y="452"/>
                    </a:cubicBezTo>
                    <a:cubicBezTo>
                      <a:pt x="703" y="440"/>
                      <a:pt x="713" y="430"/>
                      <a:pt x="723" y="422"/>
                    </a:cubicBezTo>
                    <a:lnTo>
                      <a:pt x="768" y="395"/>
                    </a:lnTo>
                    <a:lnTo>
                      <a:pt x="89"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37"/>
              <p:cNvSpPr/>
              <p:nvPr/>
            </p:nvSpPr>
            <p:spPr>
              <a:xfrm rot="39010">
                <a:off x="7137434" y="3832168"/>
                <a:ext cx="180607" cy="104982"/>
              </a:xfrm>
              <a:custGeom>
                <a:rect b="b" l="l" r="r" t="t"/>
                <a:pathLst>
                  <a:path extrusionOk="0" h="447" w="769">
                    <a:moveTo>
                      <a:pt x="87" y="1"/>
                    </a:moveTo>
                    <a:lnTo>
                      <a:pt x="44" y="27"/>
                    </a:lnTo>
                    <a:lnTo>
                      <a:pt x="1" y="50"/>
                    </a:lnTo>
                    <a:lnTo>
                      <a:pt x="680" y="447"/>
                    </a:lnTo>
                    <a:lnTo>
                      <a:pt x="721" y="420"/>
                    </a:lnTo>
                    <a:lnTo>
                      <a:pt x="768" y="396"/>
                    </a:lnTo>
                    <a:lnTo>
                      <a:pt x="87" y="1"/>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37"/>
              <p:cNvSpPr/>
              <p:nvPr/>
            </p:nvSpPr>
            <p:spPr>
              <a:xfrm rot="39010">
                <a:off x="7128108" y="3831511"/>
                <a:ext cx="166281" cy="93944"/>
              </a:xfrm>
              <a:custGeom>
                <a:rect b="b" l="l" r="r" t="t"/>
                <a:pathLst>
                  <a:path extrusionOk="0" h="400" w="708">
                    <a:moveTo>
                      <a:pt x="23" y="1"/>
                    </a:moveTo>
                    <a:cubicBezTo>
                      <a:pt x="0" y="5"/>
                      <a:pt x="679" y="400"/>
                      <a:pt x="679" y="400"/>
                    </a:cubicBezTo>
                    <a:cubicBezTo>
                      <a:pt x="685" y="398"/>
                      <a:pt x="690" y="398"/>
                      <a:pt x="696" y="398"/>
                    </a:cubicBezTo>
                    <a:cubicBezTo>
                      <a:pt x="699" y="398"/>
                      <a:pt x="703" y="398"/>
                      <a:pt x="706" y="399"/>
                    </a:cubicBezTo>
                    <a:lnTo>
                      <a:pt x="706" y="399"/>
                    </a:lnTo>
                    <a:lnTo>
                      <a:pt x="29" y="3"/>
                    </a:lnTo>
                    <a:cubicBezTo>
                      <a:pt x="25" y="1"/>
                      <a:pt x="23" y="1"/>
                      <a:pt x="23" y="1"/>
                    </a:cubicBezTo>
                    <a:close/>
                    <a:moveTo>
                      <a:pt x="706" y="399"/>
                    </a:moveTo>
                    <a:lnTo>
                      <a:pt x="708" y="400"/>
                    </a:lnTo>
                    <a:cubicBezTo>
                      <a:pt x="707" y="399"/>
                      <a:pt x="707" y="399"/>
                      <a:pt x="706" y="399"/>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37"/>
              <p:cNvSpPr/>
              <p:nvPr/>
            </p:nvSpPr>
            <p:spPr>
              <a:xfrm rot="39010">
                <a:off x="7108084" y="3855439"/>
                <a:ext cx="159705" cy="98172"/>
              </a:xfrm>
              <a:custGeom>
                <a:rect b="b" l="l" r="r" t="t"/>
                <a:pathLst>
                  <a:path extrusionOk="0" h="418" w="680">
                    <a:moveTo>
                      <a:pt x="0" y="0"/>
                    </a:moveTo>
                    <a:lnTo>
                      <a:pt x="0" y="23"/>
                    </a:lnTo>
                    <a:lnTo>
                      <a:pt x="679" y="417"/>
                    </a:lnTo>
                    <a:lnTo>
                      <a:pt x="679" y="393"/>
                    </a:lnTo>
                    <a:lnTo>
                      <a:pt x="0"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37"/>
              <p:cNvSpPr/>
              <p:nvPr/>
            </p:nvSpPr>
            <p:spPr>
              <a:xfrm rot="39010">
                <a:off x="7107309" y="3832295"/>
                <a:ext cx="180373" cy="115551"/>
              </a:xfrm>
              <a:custGeom>
                <a:rect b="b" l="l" r="r" t="t"/>
                <a:pathLst>
                  <a:path extrusionOk="0" h="492" w="768">
                    <a:moveTo>
                      <a:pt x="88" y="1"/>
                    </a:moveTo>
                    <a:lnTo>
                      <a:pt x="41" y="27"/>
                    </a:lnTo>
                    <a:cubicBezTo>
                      <a:pt x="18" y="50"/>
                      <a:pt x="16" y="50"/>
                      <a:pt x="16" y="52"/>
                    </a:cubicBezTo>
                    <a:cubicBezTo>
                      <a:pt x="0" y="99"/>
                      <a:pt x="681" y="492"/>
                      <a:pt x="681" y="492"/>
                    </a:cubicBezTo>
                    <a:cubicBezTo>
                      <a:pt x="681" y="484"/>
                      <a:pt x="683" y="480"/>
                      <a:pt x="683" y="471"/>
                    </a:cubicBezTo>
                    <a:cubicBezTo>
                      <a:pt x="685" y="463"/>
                      <a:pt x="690" y="459"/>
                      <a:pt x="694" y="451"/>
                    </a:cubicBezTo>
                    <a:cubicBezTo>
                      <a:pt x="702" y="439"/>
                      <a:pt x="712" y="428"/>
                      <a:pt x="722" y="420"/>
                    </a:cubicBezTo>
                    <a:lnTo>
                      <a:pt x="767" y="396"/>
                    </a:lnTo>
                    <a:lnTo>
                      <a:pt x="88"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37"/>
              <p:cNvSpPr/>
              <p:nvPr/>
            </p:nvSpPr>
            <p:spPr>
              <a:xfrm rot="39010">
                <a:off x="7087319" y="3860488"/>
                <a:ext cx="180373" cy="104982"/>
              </a:xfrm>
              <a:custGeom>
                <a:rect b="b" l="l" r="r" t="t"/>
                <a:pathLst>
                  <a:path extrusionOk="0" h="447" w="768">
                    <a:moveTo>
                      <a:pt x="88" y="1"/>
                    </a:moveTo>
                    <a:lnTo>
                      <a:pt x="43" y="23"/>
                    </a:lnTo>
                    <a:lnTo>
                      <a:pt x="0" y="50"/>
                    </a:lnTo>
                    <a:lnTo>
                      <a:pt x="681" y="447"/>
                    </a:lnTo>
                    <a:lnTo>
                      <a:pt x="724" y="420"/>
                    </a:lnTo>
                    <a:lnTo>
                      <a:pt x="767" y="395"/>
                    </a:lnTo>
                    <a:lnTo>
                      <a:pt x="88" y="1"/>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37"/>
              <p:cNvSpPr/>
              <p:nvPr/>
            </p:nvSpPr>
            <p:spPr>
              <a:xfrm rot="39010">
                <a:off x="7077765" y="3859361"/>
                <a:ext cx="166516" cy="93944"/>
              </a:xfrm>
              <a:custGeom>
                <a:rect b="b" l="l" r="r" t="t"/>
                <a:pathLst>
                  <a:path extrusionOk="0" h="400" w="709">
                    <a:moveTo>
                      <a:pt x="23" y="0"/>
                    </a:moveTo>
                    <a:lnTo>
                      <a:pt x="23" y="0"/>
                    </a:lnTo>
                    <a:cubicBezTo>
                      <a:pt x="0" y="5"/>
                      <a:pt x="682" y="399"/>
                      <a:pt x="682" y="399"/>
                    </a:cubicBezTo>
                    <a:cubicBezTo>
                      <a:pt x="686" y="399"/>
                      <a:pt x="692" y="395"/>
                      <a:pt x="696" y="395"/>
                    </a:cubicBezTo>
                    <a:cubicBezTo>
                      <a:pt x="698" y="395"/>
                      <a:pt x="700" y="395"/>
                      <a:pt x="701" y="396"/>
                    </a:cubicBezTo>
                    <a:lnTo>
                      <a:pt x="701" y="396"/>
                    </a:lnTo>
                    <a:lnTo>
                      <a:pt x="29" y="3"/>
                    </a:lnTo>
                    <a:cubicBezTo>
                      <a:pt x="27" y="0"/>
                      <a:pt x="23" y="0"/>
                      <a:pt x="23" y="0"/>
                    </a:cubicBezTo>
                    <a:close/>
                    <a:moveTo>
                      <a:pt x="701" y="396"/>
                    </a:moveTo>
                    <a:lnTo>
                      <a:pt x="708" y="399"/>
                    </a:lnTo>
                    <a:cubicBezTo>
                      <a:pt x="707" y="397"/>
                      <a:pt x="705" y="396"/>
                      <a:pt x="701" y="396"/>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37"/>
              <p:cNvSpPr/>
              <p:nvPr/>
            </p:nvSpPr>
            <p:spPr>
              <a:xfrm rot="39010">
                <a:off x="7057738" y="3883053"/>
                <a:ext cx="159705" cy="98876"/>
              </a:xfrm>
              <a:custGeom>
                <a:rect b="b" l="l" r="r" t="t"/>
                <a:pathLst>
                  <a:path extrusionOk="0" h="421" w="680">
                    <a:moveTo>
                      <a:pt x="0" y="1"/>
                    </a:moveTo>
                    <a:lnTo>
                      <a:pt x="0" y="23"/>
                    </a:lnTo>
                    <a:lnTo>
                      <a:pt x="680" y="420"/>
                    </a:lnTo>
                    <a:lnTo>
                      <a:pt x="680" y="396"/>
                    </a:ln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37"/>
              <p:cNvSpPr/>
              <p:nvPr/>
            </p:nvSpPr>
            <p:spPr>
              <a:xfrm rot="39010">
                <a:off x="7057432" y="3860149"/>
                <a:ext cx="180373" cy="116021"/>
              </a:xfrm>
              <a:custGeom>
                <a:rect b="b" l="l" r="r" t="t"/>
                <a:pathLst>
                  <a:path extrusionOk="0" h="494" w="768">
                    <a:moveTo>
                      <a:pt x="86" y="1"/>
                    </a:moveTo>
                    <a:lnTo>
                      <a:pt x="41" y="27"/>
                    </a:lnTo>
                    <a:cubicBezTo>
                      <a:pt x="17" y="50"/>
                      <a:pt x="15" y="50"/>
                      <a:pt x="15" y="52"/>
                    </a:cubicBezTo>
                    <a:cubicBezTo>
                      <a:pt x="13" y="54"/>
                      <a:pt x="13" y="54"/>
                      <a:pt x="13" y="58"/>
                    </a:cubicBezTo>
                    <a:cubicBezTo>
                      <a:pt x="0" y="99"/>
                      <a:pt x="680" y="494"/>
                      <a:pt x="680" y="494"/>
                    </a:cubicBezTo>
                    <a:cubicBezTo>
                      <a:pt x="680" y="488"/>
                      <a:pt x="682" y="481"/>
                      <a:pt x="682" y="473"/>
                    </a:cubicBezTo>
                    <a:cubicBezTo>
                      <a:pt x="688" y="467"/>
                      <a:pt x="690" y="461"/>
                      <a:pt x="692" y="453"/>
                    </a:cubicBezTo>
                    <a:cubicBezTo>
                      <a:pt x="698" y="447"/>
                      <a:pt x="700" y="440"/>
                      <a:pt x="706" y="436"/>
                    </a:cubicBezTo>
                    <a:cubicBezTo>
                      <a:pt x="710" y="430"/>
                      <a:pt x="716" y="426"/>
                      <a:pt x="720" y="422"/>
                    </a:cubicBezTo>
                    <a:lnTo>
                      <a:pt x="768" y="397"/>
                    </a:lnTo>
                    <a:lnTo>
                      <a:pt x="86"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37"/>
              <p:cNvSpPr/>
              <p:nvPr/>
            </p:nvSpPr>
            <p:spPr>
              <a:xfrm rot="39010">
                <a:off x="7036973" y="3888337"/>
                <a:ext cx="180373" cy="105452"/>
              </a:xfrm>
              <a:custGeom>
                <a:rect b="b" l="l" r="r" t="t"/>
                <a:pathLst>
                  <a:path extrusionOk="0" h="449" w="768">
                    <a:moveTo>
                      <a:pt x="88" y="0"/>
                    </a:moveTo>
                    <a:lnTo>
                      <a:pt x="45" y="25"/>
                    </a:lnTo>
                    <a:lnTo>
                      <a:pt x="0" y="51"/>
                    </a:lnTo>
                    <a:lnTo>
                      <a:pt x="682" y="448"/>
                    </a:lnTo>
                    <a:lnTo>
                      <a:pt x="725" y="420"/>
                    </a:lnTo>
                    <a:lnTo>
                      <a:pt x="768" y="397"/>
                    </a:lnTo>
                    <a:lnTo>
                      <a:pt x="88"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37"/>
              <p:cNvSpPr/>
              <p:nvPr/>
            </p:nvSpPr>
            <p:spPr>
              <a:xfrm rot="39010">
                <a:off x="7028348" y="3887925"/>
                <a:ext cx="166516" cy="94649"/>
              </a:xfrm>
              <a:custGeom>
                <a:rect b="b" l="l" r="r" t="t"/>
                <a:pathLst>
                  <a:path extrusionOk="0" h="403" w="709">
                    <a:moveTo>
                      <a:pt x="704" y="397"/>
                    </a:moveTo>
                    <a:lnTo>
                      <a:pt x="708" y="400"/>
                    </a:lnTo>
                    <a:cubicBezTo>
                      <a:pt x="707" y="399"/>
                      <a:pt x="705" y="398"/>
                      <a:pt x="704" y="397"/>
                    </a:cubicBezTo>
                    <a:close/>
                    <a:moveTo>
                      <a:pt x="18" y="1"/>
                    </a:moveTo>
                    <a:cubicBezTo>
                      <a:pt x="13" y="1"/>
                      <a:pt x="7" y="3"/>
                      <a:pt x="1" y="9"/>
                    </a:cubicBezTo>
                    <a:lnTo>
                      <a:pt x="680" y="402"/>
                    </a:lnTo>
                    <a:cubicBezTo>
                      <a:pt x="685" y="398"/>
                      <a:pt x="691" y="396"/>
                      <a:pt x="696" y="396"/>
                    </a:cubicBezTo>
                    <a:cubicBezTo>
                      <a:pt x="699" y="396"/>
                      <a:pt x="701" y="396"/>
                      <a:pt x="704" y="397"/>
                    </a:cubicBezTo>
                    <a:lnTo>
                      <a:pt x="704" y="397"/>
                    </a:lnTo>
                    <a:lnTo>
                      <a:pt x="27" y="3"/>
                    </a:lnTo>
                    <a:cubicBezTo>
                      <a:pt x="25" y="2"/>
                      <a:pt x="22" y="1"/>
                      <a:pt x="18"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37"/>
              <p:cNvSpPr/>
              <p:nvPr/>
            </p:nvSpPr>
            <p:spPr>
              <a:xfrm rot="39010">
                <a:off x="7027405" y="3889055"/>
                <a:ext cx="160644" cy="93005"/>
              </a:xfrm>
              <a:custGeom>
                <a:rect b="b" l="l" r="r" t="t"/>
                <a:pathLst>
                  <a:path extrusionOk="0" h="396" w="684">
                    <a:moveTo>
                      <a:pt x="0" y="0"/>
                    </a:moveTo>
                    <a:lnTo>
                      <a:pt x="682" y="395"/>
                    </a:lnTo>
                    <a:cubicBezTo>
                      <a:pt x="684" y="395"/>
                      <a:pt x="5" y="0"/>
                      <a:pt x="0"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37"/>
              <p:cNvSpPr/>
              <p:nvPr/>
            </p:nvSpPr>
            <p:spPr>
              <a:xfrm rot="39010">
                <a:off x="7028344" y="3889061"/>
                <a:ext cx="159705" cy="93005"/>
              </a:xfrm>
              <a:custGeom>
                <a:rect b="b" l="l" r="r" t="t"/>
                <a:pathLst>
                  <a:path extrusionOk="0" h="396" w="680">
                    <a:moveTo>
                      <a:pt x="1" y="0"/>
                    </a:moveTo>
                    <a:cubicBezTo>
                      <a:pt x="1" y="0"/>
                      <a:pt x="1" y="0"/>
                      <a:pt x="1" y="0"/>
                    </a:cubicBezTo>
                    <a:lnTo>
                      <a:pt x="680" y="395"/>
                    </a:lnTo>
                    <a:cubicBezTo>
                      <a:pt x="680" y="395"/>
                      <a:pt x="6"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37"/>
              <p:cNvSpPr/>
              <p:nvPr/>
            </p:nvSpPr>
            <p:spPr>
              <a:xfrm rot="39010">
                <a:off x="7028347" y="3888594"/>
                <a:ext cx="160175" cy="93474"/>
              </a:xfrm>
              <a:custGeom>
                <a:rect b="b" l="l" r="r" t="t"/>
                <a:pathLst>
                  <a:path extrusionOk="0" h="398" w="682">
                    <a:moveTo>
                      <a:pt x="1" y="0"/>
                    </a:moveTo>
                    <a:lnTo>
                      <a:pt x="680" y="397"/>
                    </a:lnTo>
                    <a:cubicBezTo>
                      <a:pt x="682" y="395"/>
                      <a:pt x="3"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37"/>
              <p:cNvSpPr/>
              <p:nvPr/>
            </p:nvSpPr>
            <p:spPr>
              <a:xfrm rot="39010">
                <a:off x="7028822" y="3888127"/>
                <a:ext cx="159705" cy="93474"/>
              </a:xfrm>
              <a:custGeom>
                <a:rect b="b" l="l" r="r" t="t"/>
                <a:pathLst>
                  <a:path extrusionOk="0" h="398" w="680">
                    <a:moveTo>
                      <a:pt x="1" y="0"/>
                    </a:moveTo>
                    <a:lnTo>
                      <a:pt x="680" y="397"/>
                    </a:lnTo>
                    <a:cubicBezTo>
                      <a:pt x="680" y="397"/>
                      <a:pt x="3"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37"/>
              <p:cNvSpPr/>
              <p:nvPr/>
            </p:nvSpPr>
            <p:spPr>
              <a:xfrm rot="39010">
                <a:off x="7028822" y="3888131"/>
                <a:ext cx="160409" cy="93474"/>
              </a:xfrm>
              <a:custGeom>
                <a:rect b="b" l="l" r="r" t="t"/>
                <a:pathLst>
                  <a:path extrusionOk="0" h="398" w="683">
                    <a:moveTo>
                      <a:pt x="1" y="0"/>
                    </a:moveTo>
                    <a:cubicBezTo>
                      <a:pt x="1" y="1"/>
                      <a:pt x="48" y="28"/>
                      <a:pt x="118" y="69"/>
                    </a:cubicBezTo>
                    <a:lnTo>
                      <a:pt x="118" y="69"/>
                    </a:lnTo>
                    <a:lnTo>
                      <a:pt x="1" y="0"/>
                    </a:lnTo>
                    <a:close/>
                    <a:moveTo>
                      <a:pt x="118" y="69"/>
                    </a:moveTo>
                    <a:lnTo>
                      <a:pt x="680" y="397"/>
                    </a:lnTo>
                    <a:cubicBezTo>
                      <a:pt x="683" y="397"/>
                      <a:pt x="313" y="182"/>
                      <a:pt x="118" y="69"/>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37"/>
              <p:cNvSpPr/>
              <p:nvPr/>
            </p:nvSpPr>
            <p:spPr>
              <a:xfrm rot="39010">
                <a:off x="7029292" y="3888137"/>
                <a:ext cx="160644" cy="93474"/>
              </a:xfrm>
              <a:custGeom>
                <a:rect b="b" l="l" r="r" t="t"/>
                <a:pathLst>
                  <a:path extrusionOk="0" h="398" w="684">
                    <a:moveTo>
                      <a:pt x="1" y="0"/>
                    </a:moveTo>
                    <a:lnTo>
                      <a:pt x="682" y="397"/>
                    </a:lnTo>
                    <a:cubicBezTo>
                      <a:pt x="684" y="393"/>
                      <a:pt x="3"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37"/>
              <p:cNvSpPr/>
              <p:nvPr/>
            </p:nvSpPr>
            <p:spPr>
              <a:xfrm rot="39010">
                <a:off x="7029759" y="3888610"/>
                <a:ext cx="160175" cy="93005"/>
              </a:xfrm>
              <a:custGeom>
                <a:rect b="b" l="l" r="r" t="t"/>
                <a:pathLst>
                  <a:path extrusionOk="0" h="396" w="682">
                    <a:moveTo>
                      <a:pt x="1" y="0"/>
                    </a:moveTo>
                    <a:lnTo>
                      <a:pt x="682" y="395"/>
                    </a:lnTo>
                    <a:cubicBezTo>
                      <a:pt x="682" y="395"/>
                      <a:pt x="5"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37"/>
              <p:cNvSpPr/>
              <p:nvPr/>
            </p:nvSpPr>
            <p:spPr>
              <a:xfrm rot="39010">
                <a:off x="7029767" y="3888144"/>
                <a:ext cx="160879" cy="92535"/>
              </a:xfrm>
              <a:custGeom>
                <a:rect b="b" l="l" r="r" t="t"/>
                <a:pathLst>
                  <a:path extrusionOk="0" h="394" w="685">
                    <a:moveTo>
                      <a:pt x="1" y="0"/>
                    </a:moveTo>
                    <a:lnTo>
                      <a:pt x="682" y="393"/>
                    </a:lnTo>
                    <a:cubicBezTo>
                      <a:pt x="684" y="393"/>
                      <a:pt x="5"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37"/>
              <p:cNvSpPr/>
              <p:nvPr/>
            </p:nvSpPr>
            <p:spPr>
              <a:xfrm rot="39010">
                <a:off x="7030239" y="3887677"/>
                <a:ext cx="160409" cy="93005"/>
              </a:xfrm>
              <a:custGeom>
                <a:rect b="b" l="l" r="r" t="t"/>
                <a:pathLst>
                  <a:path extrusionOk="0" h="396" w="683">
                    <a:moveTo>
                      <a:pt x="1" y="0"/>
                    </a:moveTo>
                    <a:lnTo>
                      <a:pt x="682" y="395"/>
                    </a:lnTo>
                    <a:cubicBezTo>
                      <a:pt x="682" y="395"/>
                      <a:pt x="5" y="2"/>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37"/>
              <p:cNvSpPr/>
              <p:nvPr/>
            </p:nvSpPr>
            <p:spPr>
              <a:xfrm rot="39010">
                <a:off x="7031178" y="3887685"/>
                <a:ext cx="159940" cy="93005"/>
              </a:xfrm>
              <a:custGeom>
                <a:rect b="b" l="l" r="r" t="t"/>
                <a:pathLst>
                  <a:path extrusionOk="0" h="396" w="681">
                    <a:moveTo>
                      <a:pt x="1" y="0"/>
                    </a:moveTo>
                    <a:cubicBezTo>
                      <a:pt x="3" y="2"/>
                      <a:pt x="680" y="395"/>
                      <a:pt x="680" y="395"/>
                    </a:cubicBez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37"/>
              <p:cNvSpPr/>
              <p:nvPr/>
            </p:nvSpPr>
            <p:spPr>
              <a:xfrm rot="39010">
                <a:off x="7031178" y="3887689"/>
                <a:ext cx="160644" cy="93005"/>
              </a:xfrm>
              <a:custGeom>
                <a:rect b="b" l="l" r="r" t="t"/>
                <a:pathLst>
                  <a:path extrusionOk="0" h="396" w="684">
                    <a:moveTo>
                      <a:pt x="1" y="0"/>
                    </a:moveTo>
                    <a:cubicBezTo>
                      <a:pt x="1" y="1"/>
                      <a:pt x="50" y="29"/>
                      <a:pt x="120" y="69"/>
                    </a:cubicBezTo>
                    <a:lnTo>
                      <a:pt x="120" y="69"/>
                    </a:lnTo>
                    <a:lnTo>
                      <a:pt x="1" y="0"/>
                    </a:lnTo>
                    <a:close/>
                    <a:moveTo>
                      <a:pt x="120" y="70"/>
                    </a:moveTo>
                    <a:lnTo>
                      <a:pt x="680" y="395"/>
                    </a:lnTo>
                    <a:cubicBezTo>
                      <a:pt x="683" y="395"/>
                      <a:pt x="316" y="183"/>
                      <a:pt x="120" y="7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37"/>
              <p:cNvSpPr/>
              <p:nvPr/>
            </p:nvSpPr>
            <p:spPr>
              <a:xfrm rot="39010">
                <a:off x="7031648" y="3887693"/>
                <a:ext cx="160409" cy="93005"/>
              </a:xfrm>
              <a:custGeom>
                <a:rect b="b" l="l" r="r" t="t"/>
                <a:pathLst>
                  <a:path extrusionOk="0" h="396" w="683">
                    <a:moveTo>
                      <a:pt x="1" y="0"/>
                    </a:moveTo>
                    <a:cubicBezTo>
                      <a:pt x="3" y="2"/>
                      <a:pt x="682" y="395"/>
                      <a:pt x="682" y="395"/>
                    </a:cubicBez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37"/>
              <p:cNvSpPr/>
              <p:nvPr/>
            </p:nvSpPr>
            <p:spPr>
              <a:xfrm rot="39010">
                <a:off x="7032118" y="3887698"/>
                <a:ext cx="160409" cy="93005"/>
              </a:xfrm>
              <a:custGeom>
                <a:rect b="b" l="l" r="r" t="t"/>
                <a:pathLst>
                  <a:path extrusionOk="0" h="396" w="683">
                    <a:moveTo>
                      <a:pt x="1" y="0"/>
                    </a:moveTo>
                    <a:lnTo>
                      <a:pt x="682" y="395"/>
                    </a:lnTo>
                    <a:cubicBezTo>
                      <a:pt x="682" y="395"/>
                      <a:pt x="5" y="2"/>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37"/>
              <p:cNvSpPr/>
              <p:nvPr/>
            </p:nvSpPr>
            <p:spPr>
              <a:xfrm rot="39010">
                <a:off x="7032118" y="3887701"/>
                <a:ext cx="160879" cy="93005"/>
              </a:xfrm>
              <a:custGeom>
                <a:rect b="b" l="l" r="r" t="t"/>
                <a:pathLst>
                  <a:path extrusionOk="0" h="396" w="685">
                    <a:moveTo>
                      <a:pt x="1" y="0"/>
                    </a:moveTo>
                    <a:lnTo>
                      <a:pt x="682" y="395"/>
                    </a:lnTo>
                    <a:cubicBezTo>
                      <a:pt x="684" y="395"/>
                      <a:pt x="7" y="2"/>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37"/>
              <p:cNvSpPr/>
              <p:nvPr/>
            </p:nvSpPr>
            <p:spPr>
              <a:xfrm rot="39010">
                <a:off x="7033292" y="3887710"/>
                <a:ext cx="160175" cy="93005"/>
              </a:xfrm>
              <a:custGeom>
                <a:rect b="b" l="l" r="r" t="t"/>
                <a:pathLst>
                  <a:path extrusionOk="0" h="396" w="682">
                    <a:moveTo>
                      <a:pt x="0" y="0"/>
                    </a:moveTo>
                    <a:cubicBezTo>
                      <a:pt x="1" y="1"/>
                      <a:pt x="97" y="57"/>
                      <a:pt x="217" y="126"/>
                    </a:cubicBezTo>
                    <a:lnTo>
                      <a:pt x="217" y="126"/>
                    </a:lnTo>
                    <a:lnTo>
                      <a:pt x="0" y="0"/>
                    </a:lnTo>
                    <a:close/>
                    <a:moveTo>
                      <a:pt x="217" y="126"/>
                    </a:moveTo>
                    <a:lnTo>
                      <a:pt x="679" y="395"/>
                    </a:lnTo>
                    <a:lnTo>
                      <a:pt x="681" y="395"/>
                    </a:lnTo>
                    <a:cubicBezTo>
                      <a:pt x="681" y="395"/>
                      <a:pt x="416" y="242"/>
                      <a:pt x="217" y="126"/>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37"/>
              <p:cNvSpPr/>
              <p:nvPr/>
            </p:nvSpPr>
            <p:spPr>
              <a:xfrm rot="39010">
                <a:off x="7033754" y="3888185"/>
                <a:ext cx="160175" cy="93474"/>
              </a:xfrm>
              <a:custGeom>
                <a:rect b="b" l="l" r="r" t="t"/>
                <a:pathLst>
                  <a:path extrusionOk="0" h="398" w="682">
                    <a:moveTo>
                      <a:pt x="0" y="0"/>
                    </a:moveTo>
                    <a:cubicBezTo>
                      <a:pt x="1" y="1"/>
                      <a:pt x="96" y="56"/>
                      <a:pt x="214" y="125"/>
                    </a:cubicBezTo>
                    <a:lnTo>
                      <a:pt x="214" y="125"/>
                    </a:lnTo>
                    <a:lnTo>
                      <a:pt x="0" y="0"/>
                    </a:lnTo>
                    <a:close/>
                    <a:moveTo>
                      <a:pt x="214" y="125"/>
                    </a:moveTo>
                    <a:lnTo>
                      <a:pt x="679" y="397"/>
                    </a:lnTo>
                    <a:lnTo>
                      <a:pt x="681" y="397"/>
                    </a:lnTo>
                    <a:cubicBezTo>
                      <a:pt x="681" y="397"/>
                      <a:pt x="414" y="242"/>
                      <a:pt x="214" y="125"/>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37"/>
              <p:cNvSpPr/>
              <p:nvPr/>
            </p:nvSpPr>
            <p:spPr>
              <a:xfrm rot="39010">
                <a:off x="7007865" y="3911376"/>
                <a:ext cx="159705" cy="97702"/>
              </a:xfrm>
              <a:custGeom>
                <a:rect b="b" l="l" r="r" t="t"/>
                <a:pathLst>
                  <a:path extrusionOk="0" h="416" w="680">
                    <a:moveTo>
                      <a:pt x="1" y="1"/>
                    </a:moveTo>
                    <a:lnTo>
                      <a:pt x="1" y="23"/>
                    </a:lnTo>
                    <a:lnTo>
                      <a:pt x="680" y="416"/>
                    </a:lnTo>
                    <a:lnTo>
                      <a:pt x="680" y="395"/>
                    </a:lnTo>
                    <a:lnTo>
                      <a:pt x="1"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37"/>
              <p:cNvSpPr/>
              <p:nvPr/>
            </p:nvSpPr>
            <p:spPr>
              <a:xfrm rot="39010">
                <a:off x="7007544" y="3888943"/>
                <a:ext cx="180373" cy="116491"/>
              </a:xfrm>
              <a:custGeom>
                <a:rect b="b" l="l" r="r" t="t"/>
                <a:pathLst>
                  <a:path extrusionOk="0" h="496" w="768">
                    <a:moveTo>
                      <a:pt x="89" y="0"/>
                    </a:moveTo>
                    <a:lnTo>
                      <a:pt x="42" y="27"/>
                    </a:lnTo>
                    <a:cubicBezTo>
                      <a:pt x="19" y="49"/>
                      <a:pt x="17" y="49"/>
                      <a:pt x="17" y="52"/>
                    </a:cubicBezTo>
                    <a:cubicBezTo>
                      <a:pt x="13" y="56"/>
                      <a:pt x="13" y="56"/>
                      <a:pt x="13" y="58"/>
                    </a:cubicBezTo>
                    <a:cubicBezTo>
                      <a:pt x="1" y="99"/>
                      <a:pt x="682" y="495"/>
                      <a:pt x="682" y="495"/>
                    </a:cubicBezTo>
                    <a:cubicBezTo>
                      <a:pt x="682" y="487"/>
                      <a:pt x="684" y="481"/>
                      <a:pt x="684" y="475"/>
                    </a:cubicBezTo>
                    <a:cubicBezTo>
                      <a:pt x="686" y="465"/>
                      <a:pt x="692" y="459"/>
                      <a:pt x="694" y="450"/>
                    </a:cubicBezTo>
                    <a:cubicBezTo>
                      <a:pt x="698" y="444"/>
                      <a:pt x="702" y="438"/>
                      <a:pt x="706" y="434"/>
                    </a:cubicBezTo>
                    <a:cubicBezTo>
                      <a:pt x="713" y="428"/>
                      <a:pt x="717" y="424"/>
                      <a:pt x="723" y="420"/>
                    </a:cubicBezTo>
                    <a:lnTo>
                      <a:pt x="768" y="395"/>
                    </a:lnTo>
                    <a:lnTo>
                      <a:pt x="89"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37"/>
              <p:cNvSpPr/>
              <p:nvPr/>
            </p:nvSpPr>
            <p:spPr>
              <a:xfrm rot="39010">
                <a:off x="6987100" y="3916660"/>
                <a:ext cx="180373" cy="104278"/>
              </a:xfrm>
              <a:custGeom>
                <a:rect b="b" l="l" r="r" t="t"/>
                <a:pathLst>
                  <a:path extrusionOk="0" h="444" w="768">
                    <a:moveTo>
                      <a:pt x="89" y="0"/>
                    </a:moveTo>
                    <a:lnTo>
                      <a:pt x="44" y="25"/>
                    </a:lnTo>
                    <a:lnTo>
                      <a:pt x="1" y="51"/>
                    </a:lnTo>
                    <a:lnTo>
                      <a:pt x="680" y="444"/>
                    </a:lnTo>
                    <a:lnTo>
                      <a:pt x="723" y="419"/>
                    </a:lnTo>
                    <a:lnTo>
                      <a:pt x="768" y="393"/>
                    </a:lnTo>
                    <a:lnTo>
                      <a:pt x="89"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37"/>
              <p:cNvSpPr/>
              <p:nvPr/>
            </p:nvSpPr>
            <p:spPr>
              <a:xfrm rot="39010">
                <a:off x="6978002" y="3916478"/>
                <a:ext cx="166516" cy="93709"/>
              </a:xfrm>
              <a:custGeom>
                <a:rect b="b" l="l" r="r" t="t"/>
                <a:pathLst>
                  <a:path extrusionOk="0" h="399" w="709">
                    <a:moveTo>
                      <a:pt x="702" y="393"/>
                    </a:moveTo>
                    <a:lnTo>
                      <a:pt x="709" y="397"/>
                    </a:lnTo>
                    <a:cubicBezTo>
                      <a:pt x="707" y="395"/>
                      <a:pt x="705" y="394"/>
                      <a:pt x="702" y="393"/>
                    </a:cubicBezTo>
                    <a:close/>
                    <a:moveTo>
                      <a:pt x="23" y="0"/>
                    </a:moveTo>
                    <a:lnTo>
                      <a:pt x="23" y="0"/>
                    </a:lnTo>
                    <a:cubicBezTo>
                      <a:pt x="1" y="4"/>
                      <a:pt x="680" y="399"/>
                      <a:pt x="680" y="399"/>
                    </a:cubicBezTo>
                    <a:cubicBezTo>
                      <a:pt x="684" y="397"/>
                      <a:pt x="690" y="393"/>
                      <a:pt x="696" y="393"/>
                    </a:cubicBezTo>
                    <a:cubicBezTo>
                      <a:pt x="698" y="393"/>
                      <a:pt x="700" y="393"/>
                      <a:pt x="702" y="393"/>
                    </a:cubicBezTo>
                    <a:lnTo>
                      <a:pt x="702" y="393"/>
                    </a:lnTo>
                    <a:lnTo>
                      <a:pt x="29" y="2"/>
                    </a:lnTo>
                    <a:cubicBezTo>
                      <a:pt x="25" y="0"/>
                      <a:pt x="23" y="0"/>
                      <a:pt x="23"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37"/>
              <p:cNvSpPr/>
              <p:nvPr/>
            </p:nvSpPr>
            <p:spPr>
              <a:xfrm rot="39010">
                <a:off x="6957986" y="3939701"/>
                <a:ext cx="159940" cy="97702"/>
              </a:xfrm>
              <a:custGeom>
                <a:rect b="b" l="l" r="r" t="t"/>
                <a:pathLst>
                  <a:path extrusionOk="0" h="416" w="681">
                    <a:moveTo>
                      <a:pt x="1" y="0"/>
                    </a:moveTo>
                    <a:lnTo>
                      <a:pt x="1" y="23"/>
                    </a:lnTo>
                    <a:lnTo>
                      <a:pt x="680" y="416"/>
                    </a:lnTo>
                    <a:lnTo>
                      <a:pt x="680" y="393"/>
                    </a:ln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37"/>
              <p:cNvSpPr/>
              <p:nvPr/>
            </p:nvSpPr>
            <p:spPr>
              <a:xfrm rot="39010">
                <a:off x="6957203" y="3916793"/>
                <a:ext cx="180607" cy="116021"/>
              </a:xfrm>
              <a:custGeom>
                <a:rect b="b" l="l" r="r" t="t"/>
                <a:pathLst>
                  <a:path extrusionOk="0" h="494" w="769">
                    <a:moveTo>
                      <a:pt x="89" y="0"/>
                    </a:moveTo>
                    <a:lnTo>
                      <a:pt x="42" y="27"/>
                    </a:lnTo>
                    <a:cubicBezTo>
                      <a:pt x="19" y="49"/>
                      <a:pt x="17" y="49"/>
                      <a:pt x="17" y="51"/>
                    </a:cubicBezTo>
                    <a:cubicBezTo>
                      <a:pt x="15" y="53"/>
                      <a:pt x="15" y="53"/>
                      <a:pt x="15" y="57"/>
                    </a:cubicBezTo>
                    <a:cubicBezTo>
                      <a:pt x="1" y="98"/>
                      <a:pt x="682" y="493"/>
                      <a:pt x="682" y="493"/>
                    </a:cubicBezTo>
                    <a:cubicBezTo>
                      <a:pt x="682" y="487"/>
                      <a:pt x="684" y="481"/>
                      <a:pt x="684" y="473"/>
                    </a:cubicBezTo>
                    <a:cubicBezTo>
                      <a:pt x="690" y="467"/>
                      <a:pt x="692" y="458"/>
                      <a:pt x="694" y="452"/>
                    </a:cubicBezTo>
                    <a:cubicBezTo>
                      <a:pt x="701" y="446"/>
                      <a:pt x="703" y="440"/>
                      <a:pt x="707" y="436"/>
                    </a:cubicBezTo>
                    <a:cubicBezTo>
                      <a:pt x="713" y="430"/>
                      <a:pt x="717" y="426"/>
                      <a:pt x="723" y="422"/>
                    </a:cubicBezTo>
                    <a:lnTo>
                      <a:pt x="768" y="397"/>
                    </a:lnTo>
                    <a:lnTo>
                      <a:pt x="89"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37"/>
              <p:cNvSpPr/>
              <p:nvPr/>
            </p:nvSpPr>
            <p:spPr>
              <a:xfrm rot="39010">
                <a:off x="6936752" y="3944748"/>
                <a:ext cx="181077" cy="104513"/>
              </a:xfrm>
              <a:custGeom>
                <a:rect b="b" l="l" r="r" t="t"/>
                <a:pathLst>
                  <a:path extrusionOk="0" h="445" w="771">
                    <a:moveTo>
                      <a:pt x="91" y="1"/>
                    </a:moveTo>
                    <a:lnTo>
                      <a:pt x="46" y="25"/>
                    </a:lnTo>
                    <a:lnTo>
                      <a:pt x="1" y="50"/>
                    </a:lnTo>
                    <a:lnTo>
                      <a:pt x="680" y="445"/>
                    </a:lnTo>
                    <a:lnTo>
                      <a:pt x="725" y="420"/>
                    </a:lnTo>
                    <a:lnTo>
                      <a:pt x="770" y="394"/>
                    </a:lnTo>
                    <a:lnTo>
                      <a:pt x="91" y="1"/>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37"/>
              <p:cNvSpPr/>
              <p:nvPr/>
            </p:nvSpPr>
            <p:spPr>
              <a:xfrm rot="39010">
                <a:off x="6927894" y="3944093"/>
                <a:ext cx="166281" cy="93944"/>
              </a:xfrm>
              <a:custGeom>
                <a:rect b="b" l="l" r="r" t="t"/>
                <a:pathLst>
                  <a:path extrusionOk="0" h="400" w="708">
                    <a:moveTo>
                      <a:pt x="23" y="1"/>
                    </a:moveTo>
                    <a:cubicBezTo>
                      <a:pt x="0" y="5"/>
                      <a:pt x="681" y="400"/>
                      <a:pt x="681" y="400"/>
                    </a:cubicBezTo>
                    <a:cubicBezTo>
                      <a:pt x="685" y="400"/>
                      <a:pt x="692" y="396"/>
                      <a:pt x="696" y="396"/>
                    </a:cubicBezTo>
                    <a:cubicBezTo>
                      <a:pt x="698" y="396"/>
                      <a:pt x="700" y="396"/>
                      <a:pt x="701" y="396"/>
                    </a:cubicBezTo>
                    <a:lnTo>
                      <a:pt x="701" y="396"/>
                    </a:lnTo>
                    <a:lnTo>
                      <a:pt x="29" y="3"/>
                    </a:lnTo>
                    <a:cubicBezTo>
                      <a:pt x="25" y="1"/>
                      <a:pt x="23" y="1"/>
                      <a:pt x="23" y="1"/>
                    </a:cubicBezTo>
                    <a:close/>
                    <a:moveTo>
                      <a:pt x="701" y="396"/>
                    </a:moveTo>
                    <a:lnTo>
                      <a:pt x="708" y="400"/>
                    </a:lnTo>
                    <a:cubicBezTo>
                      <a:pt x="707" y="397"/>
                      <a:pt x="704" y="396"/>
                      <a:pt x="701" y="396"/>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37"/>
              <p:cNvSpPr/>
              <p:nvPr/>
            </p:nvSpPr>
            <p:spPr>
              <a:xfrm rot="39010">
                <a:off x="6907872" y="3968021"/>
                <a:ext cx="159705" cy="97702"/>
              </a:xfrm>
              <a:custGeom>
                <a:rect b="b" l="l" r="r" t="t"/>
                <a:pathLst>
                  <a:path extrusionOk="0" h="416" w="680">
                    <a:moveTo>
                      <a:pt x="0" y="0"/>
                    </a:moveTo>
                    <a:lnTo>
                      <a:pt x="0" y="23"/>
                    </a:lnTo>
                    <a:lnTo>
                      <a:pt x="679" y="415"/>
                    </a:lnTo>
                    <a:lnTo>
                      <a:pt x="679" y="393"/>
                    </a:lnTo>
                    <a:lnTo>
                      <a:pt x="0"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37"/>
              <p:cNvSpPr/>
              <p:nvPr/>
            </p:nvSpPr>
            <p:spPr>
              <a:xfrm rot="39010">
                <a:off x="6908023" y="3945350"/>
                <a:ext cx="178963" cy="116491"/>
              </a:xfrm>
              <a:custGeom>
                <a:rect b="b" l="l" r="r" t="t"/>
                <a:pathLst>
                  <a:path extrusionOk="0" h="496" w="762">
                    <a:moveTo>
                      <a:pt x="84" y="1"/>
                    </a:moveTo>
                    <a:lnTo>
                      <a:pt x="41" y="27"/>
                    </a:lnTo>
                    <a:cubicBezTo>
                      <a:pt x="19" y="50"/>
                      <a:pt x="14" y="50"/>
                      <a:pt x="14" y="52"/>
                    </a:cubicBezTo>
                    <a:cubicBezTo>
                      <a:pt x="12" y="56"/>
                      <a:pt x="12" y="56"/>
                      <a:pt x="12" y="58"/>
                    </a:cubicBezTo>
                    <a:cubicBezTo>
                      <a:pt x="0" y="99"/>
                      <a:pt x="679" y="496"/>
                      <a:pt x="679" y="496"/>
                    </a:cubicBezTo>
                    <a:cubicBezTo>
                      <a:pt x="679" y="488"/>
                      <a:pt x="683" y="482"/>
                      <a:pt x="683" y="476"/>
                    </a:cubicBezTo>
                    <a:cubicBezTo>
                      <a:pt x="686" y="467"/>
                      <a:pt x="688" y="461"/>
                      <a:pt x="690" y="455"/>
                    </a:cubicBezTo>
                    <a:cubicBezTo>
                      <a:pt x="698" y="441"/>
                      <a:pt x="708" y="431"/>
                      <a:pt x="718" y="424"/>
                    </a:cubicBezTo>
                    <a:lnTo>
                      <a:pt x="761" y="398"/>
                    </a:lnTo>
                    <a:lnTo>
                      <a:pt x="84"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37"/>
              <p:cNvSpPr/>
              <p:nvPr/>
            </p:nvSpPr>
            <p:spPr>
              <a:xfrm rot="39010">
                <a:off x="6887108" y="3973070"/>
                <a:ext cx="180373" cy="104513"/>
              </a:xfrm>
              <a:custGeom>
                <a:rect b="b" l="l" r="r" t="t"/>
                <a:pathLst>
                  <a:path extrusionOk="0" h="445" w="768">
                    <a:moveTo>
                      <a:pt x="88" y="1"/>
                    </a:moveTo>
                    <a:lnTo>
                      <a:pt x="45" y="25"/>
                    </a:lnTo>
                    <a:lnTo>
                      <a:pt x="0" y="50"/>
                    </a:lnTo>
                    <a:lnTo>
                      <a:pt x="679" y="445"/>
                    </a:lnTo>
                    <a:lnTo>
                      <a:pt x="724" y="420"/>
                    </a:lnTo>
                    <a:lnTo>
                      <a:pt x="767" y="393"/>
                    </a:lnTo>
                    <a:lnTo>
                      <a:pt x="88" y="1"/>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37"/>
              <p:cNvSpPr/>
              <p:nvPr/>
            </p:nvSpPr>
            <p:spPr>
              <a:xfrm rot="39010">
                <a:off x="6877555" y="3971476"/>
                <a:ext cx="166986" cy="93944"/>
              </a:xfrm>
              <a:custGeom>
                <a:rect b="b" l="l" r="r" t="t"/>
                <a:pathLst>
                  <a:path extrusionOk="0" h="400" w="711">
                    <a:moveTo>
                      <a:pt x="25" y="0"/>
                    </a:moveTo>
                    <a:cubicBezTo>
                      <a:pt x="0" y="7"/>
                      <a:pt x="682" y="399"/>
                      <a:pt x="682" y="399"/>
                    </a:cubicBezTo>
                    <a:cubicBezTo>
                      <a:pt x="686" y="397"/>
                      <a:pt x="692" y="395"/>
                      <a:pt x="696" y="395"/>
                    </a:cubicBezTo>
                    <a:cubicBezTo>
                      <a:pt x="702" y="397"/>
                      <a:pt x="706" y="399"/>
                      <a:pt x="710" y="399"/>
                    </a:cubicBezTo>
                    <a:lnTo>
                      <a:pt x="29" y="5"/>
                    </a:lnTo>
                    <a:lnTo>
                      <a:pt x="25"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37"/>
              <p:cNvSpPr/>
              <p:nvPr/>
            </p:nvSpPr>
            <p:spPr>
              <a:xfrm rot="39010">
                <a:off x="6857524" y="3996107"/>
                <a:ext cx="160175" cy="97937"/>
              </a:xfrm>
              <a:custGeom>
                <a:rect b="b" l="l" r="r" t="t"/>
                <a:pathLst>
                  <a:path extrusionOk="0" h="417" w="682">
                    <a:moveTo>
                      <a:pt x="0" y="1"/>
                    </a:moveTo>
                    <a:lnTo>
                      <a:pt x="0" y="21"/>
                    </a:lnTo>
                    <a:lnTo>
                      <a:pt x="682" y="416"/>
                    </a:lnTo>
                    <a:lnTo>
                      <a:pt x="682" y="394"/>
                    </a:ln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37"/>
              <p:cNvSpPr/>
              <p:nvPr/>
            </p:nvSpPr>
            <p:spPr>
              <a:xfrm rot="39010">
                <a:off x="6857204" y="3973671"/>
                <a:ext cx="180373" cy="116491"/>
              </a:xfrm>
              <a:custGeom>
                <a:rect b="b" l="l" r="r" t="t"/>
                <a:pathLst>
                  <a:path extrusionOk="0" h="496" w="768">
                    <a:moveTo>
                      <a:pt x="86" y="1"/>
                    </a:moveTo>
                    <a:lnTo>
                      <a:pt x="41" y="27"/>
                    </a:lnTo>
                    <a:cubicBezTo>
                      <a:pt x="19" y="50"/>
                      <a:pt x="15" y="50"/>
                      <a:pt x="15" y="52"/>
                    </a:cubicBezTo>
                    <a:cubicBezTo>
                      <a:pt x="13" y="56"/>
                      <a:pt x="13" y="56"/>
                      <a:pt x="13" y="58"/>
                    </a:cubicBezTo>
                    <a:cubicBezTo>
                      <a:pt x="0" y="99"/>
                      <a:pt x="680" y="496"/>
                      <a:pt x="680" y="496"/>
                    </a:cubicBezTo>
                    <a:cubicBezTo>
                      <a:pt x="680" y="488"/>
                      <a:pt x="684" y="481"/>
                      <a:pt x="684" y="475"/>
                    </a:cubicBezTo>
                    <a:cubicBezTo>
                      <a:pt x="688" y="465"/>
                      <a:pt x="690" y="457"/>
                      <a:pt x="694" y="451"/>
                    </a:cubicBezTo>
                    <a:cubicBezTo>
                      <a:pt x="698" y="445"/>
                      <a:pt x="700" y="438"/>
                      <a:pt x="706" y="434"/>
                    </a:cubicBezTo>
                    <a:cubicBezTo>
                      <a:pt x="710" y="428"/>
                      <a:pt x="716" y="424"/>
                      <a:pt x="720" y="420"/>
                    </a:cubicBezTo>
                    <a:lnTo>
                      <a:pt x="768" y="396"/>
                    </a:lnTo>
                    <a:lnTo>
                      <a:pt x="86"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37"/>
              <p:cNvSpPr/>
              <p:nvPr/>
            </p:nvSpPr>
            <p:spPr>
              <a:xfrm rot="39010">
                <a:off x="6837231" y="4000924"/>
                <a:ext cx="180373" cy="104982"/>
              </a:xfrm>
              <a:custGeom>
                <a:rect b="b" l="l" r="r" t="t"/>
                <a:pathLst>
                  <a:path extrusionOk="0" h="447" w="768">
                    <a:moveTo>
                      <a:pt x="86" y="0"/>
                    </a:moveTo>
                    <a:lnTo>
                      <a:pt x="43" y="25"/>
                    </a:lnTo>
                    <a:lnTo>
                      <a:pt x="0" y="51"/>
                    </a:lnTo>
                    <a:lnTo>
                      <a:pt x="680" y="446"/>
                    </a:lnTo>
                    <a:lnTo>
                      <a:pt x="723" y="422"/>
                    </a:lnTo>
                    <a:lnTo>
                      <a:pt x="768" y="395"/>
                    </a:lnTo>
                    <a:lnTo>
                      <a:pt x="86"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37"/>
              <p:cNvSpPr/>
              <p:nvPr/>
            </p:nvSpPr>
            <p:spPr>
              <a:xfrm rot="39010">
                <a:off x="6827676" y="3999797"/>
                <a:ext cx="166516" cy="93944"/>
              </a:xfrm>
              <a:custGeom>
                <a:rect b="b" l="l" r="r" t="t"/>
                <a:pathLst>
                  <a:path extrusionOk="0" h="400" w="709">
                    <a:moveTo>
                      <a:pt x="23" y="0"/>
                    </a:moveTo>
                    <a:lnTo>
                      <a:pt x="23" y="0"/>
                    </a:lnTo>
                    <a:cubicBezTo>
                      <a:pt x="1" y="6"/>
                      <a:pt x="680" y="399"/>
                      <a:pt x="680" y="399"/>
                    </a:cubicBezTo>
                    <a:cubicBezTo>
                      <a:pt x="686" y="399"/>
                      <a:pt x="690" y="397"/>
                      <a:pt x="696" y="397"/>
                    </a:cubicBezTo>
                    <a:cubicBezTo>
                      <a:pt x="700" y="397"/>
                      <a:pt x="704" y="397"/>
                      <a:pt x="708" y="399"/>
                    </a:cubicBezTo>
                    <a:lnTo>
                      <a:pt x="27" y="4"/>
                    </a:lnTo>
                    <a:cubicBezTo>
                      <a:pt x="25" y="0"/>
                      <a:pt x="23" y="0"/>
                      <a:pt x="23"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37"/>
              <p:cNvSpPr/>
              <p:nvPr/>
            </p:nvSpPr>
            <p:spPr>
              <a:xfrm rot="39010">
                <a:off x="6807181" y="4023486"/>
                <a:ext cx="160175" cy="98641"/>
              </a:xfrm>
              <a:custGeom>
                <a:rect b="b" l="l" r="r" t="t"/>
                <a:pathLst>
                  <a:path extrusionOk="0" h="420" w="682">
                    <a:moveTo>
                      <a:pt x="1" y="0"/>
                    </a:moveTo>
                    <a:lnTo>
                      <a:pt x="1" y="25"/>
                    </a:lnTo>
                    <a:lnTo>
                      <a:pt x="682" y="420"/>
                    </a:lnTo>
                    <a:lnTo>
                      <a:pt x="682" y="397"/>
                    </a:ln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37"/>
              <p:cNvSpPr/>
              <p:nvPr/>
            </p:nvSpPr>
            <p:spPr>
              <a:xfrm rot="39010">
                <a:off x="6808277" y="4001061"/>
                <a:ext cx="179433" cy="116021"/>
              </a:xfrm>
              <a:custGeom>
                <a:rect b="b" l="l" r="r" t="t"/>
                <a:pathLst>
                  <a:path extrusionOk="0" h="494" w="764">
                    <a:moveTo>
                      <a:pt x="85" y="0"/>
                    </a:moveTo>
                    <a:lnTo>
                      <a:pt x="42" y="25"/>
                    </a:lnTo>
                    <a:cubicBezTo>
                      <a:pt x="17" y="49"/>
                      <a:pt x="15" y="49"/>
                      <a:pt x="15" y="51"/>
                    </a:cubicBezTo>
                    <a:cubicBezTo>
                      <a:pt x="13" y="54"/>
                      <a:pt x="13" y="54"/>
                      <a:pt x="13" y="56"/>
                    </a:cubicBezTo>
                    <a:cubicBezTo>
                      <a:pt x="1" y="96"/>
                      <a:pt x="680" y="493"/>
                      <a:pt x="680" y="493"/>
                    </a:cubicBezTo>
                    <a:cubicBezTo>
                      <a:pt x="680" y="485"/>
                      <a:pt x="682" y="481"/>
                      <a:pt x="682" y="473"/>
                    </a:cubicBezTo>
                    <a:cubicBezTo>
                      <a:pt x="682" y="465"/>
                      <a:pt x="686" y="461"/>
                      <a:pt x="690" y="452"/>
                    </a:cubicBezTo>
                    <a:cubicBezTo>
                      <a:pt x="696" y="444"/>
                      <a:pt x="698" y="440"/>
                      <a:pt x="702" y="434"/>
                    </a:cubicBezTo>
                    <a:cubicBezTo>
                      <a:pt x="709" y="430"/>
                      <a:pt x="713" y="424"/>
                      <a:pt x="719" y="422"/>
                    </a:cubicBezTo>
                    <a:lnTo>
                      <a:pt x="764" y="397"/>
                    </a:lnTo>
                    <a:lnTo>
                      <a:pt x="85"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37"/>
              <p:cNvSpPr/>
              <p:nvPr/>
            </p:nvSpPr>
            <p:spPr>
              <a:xfrm rot="39010">
                <a:off x="6786882" y="4029242"/>
                <a:ext cx="180373" cy="104982"/>
              </a:xfrm>
              <a:custGeom>
                <a:rect b="b" l="l" r="r" t="t"/>
                <a:pathLst>
                  <a:path extrusionOk="0" h="447" w="768">
                    <a:moveTo>
                      <a:pt x="87" y="0"/>
                    </a:moveTo>
                    <a:lnTo>
                      <a:pt x="44" y="25"/>
                    </a:lnTo>
                    <a:lnTo>
                      <a:pt x="1" y="51"/>
                    </a:lnTo>
                    <a:lnTo>
                      <a:pt x="680" y="446"/>
                    </a:lnTo>
                    <a:lnTo>
                      <a:pt x="725" y="419"/>
                    </a:lnTo>
                    <a:lnTo>
                      <a:pt x="768" y="395"/>
                    </a:lnTo>
                    <a:lnTo>
                      <a:pt x="87"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37"/>
              <p:cNvSpPr/>
              <p:nvPr/>
            </p:nvSpPr>
            <p:spPr>
              <a:xfrm rot="39010">
                <a:off x="6777317" y="4029055"/>
                <a:ext cx="166516" cy="93709"/>
              </a:xfrm>
              <a:custGeom>
                <a:rect b="b" l="l" r="r" t="t"/>
                <a:pathLst>
                  <a:path extrusionOk="0" h="399" w="709">
                    <a:moveTo>
                      <a:pt x="707" y="394"/>
                    </a:moveTo>
                    <a:lnTo>
                      <a:pt x="709" y="395"/>
                    </a:lnTo>
                    <a:cubicBezTo>
                      <a:pt x="708" y="394"/>
                      <a:pt x="708" y="394"/>
                      <a:pt x="707" y="394"/>
                    </a:cubicBezTo>
                    <a:close/>
                    <a:moveTo>
                      <a:pt x="23" y="0"/>
                    </a:moveTo>
                    <a:lnTo>
                      <a:pt x="23" y="0"/>
                    </a:lnTo>
                    <a:cubicBezTo>
                      <a:pt x="1" y="4"/>
                      <a:pt x="680" y="399"/>
                      <a:pt x="680" y="399"/>
                    </a:cubicBezTo>
                    <a:cubicBezTo>
                      <a:pt x="686" y="395"/>
                      <a:pt x="690" y="393"/>
                      <a:pt x="696" y="393"/>
                    </a:cubicBezTo>
                    <a:cubicBezTo>
                      <a:pt x="700" y="393"/>
                      <a:pt x="704" y="393"/>
                      <a:pt x="707" y="394"/>
                    </a:cubicBezTo>
                    <a:lnTo>
                      <a:pt x="707" y="394"/>
                    </a:lnTo>
                    <a:lnTo>
                      <a:pt x="29" y="2"/>
                    </a:lnTo>
                    <a:cubicBezTo>
                      <a:pt x="25" y="0"/>
                      <a:pt x="23" y="0"/>
                      <a:pt x="23"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37"/>
              <p:cNvSpPr/>
              <p:nvPr/>
            </p:nvSpPr>
            <p:spPr>
              <a:xfrm rot="39010">
                <a:off x="6757304" y="4051808"/>
                <a:ext cx="159940" cy="98172"/>
              </a:xfrm>
              <a:custGeom>
                <a:rect b="b" l="l" r="r" t="t"/>
                <a:pathLst>
                  <a:path extrusionOk="0" h="418" w="681">
                    <a:moveTo>
                      <a:pt x="1" y="0"/>
                    </a:moveTo>
                    <a:lnTo>
                      <a:pt x="3" y="25"/>
                    </a:lnTo>
                    <a:lnTo>
                      <a:pt x="680" y="418"/>
                    </a:lnTo>
                    <a:lnTo>
                      <a:pt x="680" y="397"/>
                    </a:ln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37"/>
              <p:cNvSpPr/>
              <p:nvPr/>
            </p:nvSpPr>
            <p:spPr>
              <a:xfrm rot="39010">
                <a:off x="6757928" y="4029383"/>
                <a:ext cx="180138" cy="116021"/>
              </a:xfrm>
              <a:custGeom>
                <a:rect b="b" l="l" r="r" t="t"/>
                <a:pathLst>
                  <a:path extrusionOk="0" h="494" w="767">
                    <a:moveTo>
                      <a:pt x="85" y="0"/>
                    </a:moveTo>
                    <a:lnTo>
                      <a:pt x="42" y="25"/>
                    </a:lnTo>
                    <a:cubicBezTo>
                      <a:pt x="19" y="49"/>
                      <a:pt x="15" y="49"/>
                      <a:pt x="15" y="51"/>
                    </a:cubicBezTo>
                    <a:cubicBezTo>
                      <a:pt x="13" y="53"/>
                      <a:pt x="13" y="53"/>
                      <a:pt x="13" y="55"/>
                    </a:cubicBezTo>
                    <a:cubicBezTo>
                      <a:pt x="1" y="96"/>
                      <a:pt x="680" y="493"/>
                      <a:pt x="680" y="493"/>
                    </a:cubicBezTo>
                    <a:cubicBezTo>
                      <a:pt x="680" y="485"/>
                      <a:pt x="684" y="481"/>
                      <a:pt x="684" y="473"/>
                    </a:cubicBezTo>
                    <a:cubicBezTo>
                      <a:pt x="684" y="464"/>
                      <a:pt x="686" y="460"/>
                      <a:pt x="690" y="452"/>
                    </a:cubicBezTo>
                    <a:cubicBezTo>
                      <a:pt x="697" y="444"/>
                      <a:pt x="699" y="440"/>
                      <a:pt x="705" y="434"/>
                    </a:cubicBezTo>
                    <a:cubicBezTo>
                      <a:pt x="709" y="430"/>
                      <a:pt x="715" y="424"/>
                      <a:pt x="719" y="422"/>
                    </a:cubicBezTo>
                    <a:lnTo>
                      <a:pt x="766" y="397"/>
                    </a:lnTo>
                    <a:lnTo>
                      <a:pt x="85"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37"/>
              <p:cNvSpPr/>
              <p:nvPr/>
            </p:nvSpPr>
            <p:spPr>
              <a:xfrm rot="39010">
                <a:off x="6736538" y="4057327"/>
                <a:ext cx="180607" cy="104513"/>
              </a:xfrm>
              <a:custGeom>
                <a:rect b="b" l="l" r="r" t="t"/>
                <a:pathLst>
                  <a:path extrusionOk="0" h="445" w="769">
                    <a:moveTo>
                      <a:pt x="91" y="1"/>
                    </a:moveTo>
                    <a:lnTo>
                      <a:pt x="48" y="25"/>
                    </a:lnTo>
                    <a:lnTo>
                      <a:pt x="1" y="52"/>
                    </a:lnTo>
                    <a:lnTo>
                      <a:pt x="682" y="445"/>
                    </a:lnTo>
                    <a:lnTo>
                      <a:pt x="725" y="422"/>
                    </a:lnTo>
                    <a:lnTo>
                      <a:pt x="768" y="394"/>
                    </a:lnTo>
                    <a:lnTo>
                      <a:pt x="91" y="1"/>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37"/>
              <p:cNvSpPr/>
              <p:nvPr/>
            </p:nvSpPr>
            <p:spPr>
              <a:xfrm rot="39010">
                <a:off x="6727439" y="4057147"/>
                <a:ext cx="166986" cy="93944"/>
              </a:xfrm>
              <a:custGeom>
                <a:rect b="b" l="l" r="r" t="t"/>
                <a:pathLst>
                  <a:path extrusionOk="0" h="400" w="711">
                    <a:moveTo>
                      <a:pt x="26" y="1"/>
                    </a:moveTo>
                    <a:cubicBezTo>
                      <a:pt x="1" y="5"/>
                      <a:pt x="682" y="400"/>
                      <a:pt x="682" y="400"/>
                    </a:cubicBezTo>
                    <a:cubicBezTo>
                      <a:pt x="686" y="396"/>
                      <a:pt x="693" y="394"/>
                      <a:pt x="697" y="394"/>
                    </a:cubicBezTo>
                    <a:cubicBezTo>
                      <a:pt x="703" y="394"/>
                      <a:pt x="707" y="394"/>
                      <a:pt x="711" y="396"/>
                    </a:cubicBezTo>
                    <a:lnTo>
                      <a:pt x="30" y="3"/>
                    </a:lnTo>
                    <a:cubicBezTo>
                      <a:pt x="28" y="1"/>
                      <a:pt x="26" y="1"/>
                      <a:pt x="26"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37"/>
              <p:cNvSpPr/>
              <p:nvPr/>
            </p:nvSpPr>
            <p:spPr>
              <a:xfrm rot="39010">
                <a:off x="6707661" y="4079896"/>
                <a:ext cx="159235" cy="98406"/>
              </a:xfrm>
              <a:custGeom>
                <a:rect b="b" l="l" r="r" t="t"/>
                <a:pathLst>
                  <a:path extrusionOk="0" h="419" w="678">
                    <a:moveTo>
                      <a:pt x="0" y="1"/>
                    </a:moveTo>
                    <a:lnTo>
                      <a:pt x="0" y="26"/>
                    </a:lnTo>
                    <a:lnTo>
                      <a:pt x="677" y="418"/>
                    </a:lnTo>
                    <a:lnTo>
                      <a:pt x="677" y="396"/>
                    </a:ln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37"/>
              <p:cNvSpPr/>
              <p:nvPr/>
            </p:nvSpPr>
            <p:spPr>
              <a:xfrm rot="39010">
                <a:off x="6707347" y="4057465"/>
                <a:ext cx="180373" cy="116021"/>
              </a:xfrm>
              <a:custGeom>
                <a:rect b="b" l="l" r="r" t="t"/>
                <a:pathLst>
                  <a:path extrusionOk="0" h="494" w="768">
                    <a:moveTo>
                      <a:pt x="86" y="1"/>
                    </a:moveTo>
                    <a:lnTo>
                      <a:pt x="41" y="25"/>
                    </a:lnTo>
                    <a:lnTo>
                      <a:pt x="14" y="52"/>
                    </a:lnTo>
                    <a:cubicBezTo>
                      <a:pt x="12" y="54"/>
                      <a:pt x="12" y="54"/>
                      <a:pt x="12" y="56"/>
                    </a:cubicBezTo>
                    <a:cubicBezTo>
                      <a:pt x="0" y="97"/>
                      <a:pt x="679" y="494"/>
                      <a:pt x="679" y="494"/>
                    </a:cubicBezTo>
                    <a:cubicBezTo>
                      <a:pt x="679" y="486"/>
                      <a:pt x="683" y="482"/>
                      <a:pt x="683" y="473"/>
                    </a:cubicBezTo>
                    <a:cubicBezTo>
                      <a:pt x="685" y="465"/>
                      <a:pt x="690" y="459"/>
                      <a:pt x="694" y="453"/>
                    </a:cubicBezTo>
                    <a:cubicBezTo>
                      <a:pt x="698" y="445"/>
                      <a:pt x="700" y="441"/>
                      <a:pt x="706" y="435"/>
                    </a:cubicBezTo>
                    <a:cubicBezTo>
                      <a:pt x="710" y="430"/>
                      <a:pt x="716" y="424"/>
                      <a:pt x="720" y="422"/>
                    </a:cubicBezTo>
                    <a:lnTo>
                      <a:pt x="767" y="398"/>
                    </a:lnTo>
                    <a:lnTo>
                      <a:pt x="86"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37"/>
              <p:cNvSpPr/>
              <p:nvPr/>
            </p:nvSpPr>
            <p:spPr>
              <a:xfrm rot="39010">
                <a:off x="6687363" y="4085652"/>
                <a:ext cx="179433" cy="104513"/>
              </a:xfrm>
              <a:custGeom>
                <a:rect b="b" l="l" r="r" t="t"/>
                <a:pathLst>
                  <a:path extrusionOk="0" h="445" w="764">
                    <a:moveTo>
                      <a:pt x="86" y="1"/>
                    </a:moveTo>
                    <a:lnTo>
                      <a:pt x="43" y="25"/>
                    </a:lnTo>
                    <a:lnTo>
                      <a:pt x="0" y="48"/>
                    </a:lnTo>
                    <a:lnTo>
                      <a:pt x="677" y="444"/>
                    </a:lnTo>
                    <a:lnTo>
                      <a:pt x="722" y="420"/>
                    </a:lnTo>
                    <a:lnTo>
                      <a:pt x="763" y="393"/>
                    </a:lnTo>
                    <a:lnTo>
                      <a:pt x="86" y="1"/>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37"/>
              <p:cNvSpPr/>
              <p:nvPr/>
            </p:nvSpPr>
            <p:spPr>
              <a:xfrm rot="39010">
                <a:off x="6677799" y="4084766"/>
                <a:ext cx="166516" cy="94649"/>
              </a:xfrm>
              <a:custGeom>
                <a:rect b="b" l="l" r="r" t="t"/>
                <a:pathLst>
                  <a:path extrusionOk="0" h="403" w="709">
                    <a:moveTo>
                      <a:pt x="16" y="1"/>
                    </a:moveTo>
                    <a:cubicBezTo>
                      <a:pt x="12" y="1"/>
                      <a:pt x="6" y="2"/>
                      <a:pt x="0" y="6"/>
                    </a:cubicBezTo>
                    <a:lnTo>
                      <a:pt x="680" y="402"/>
                    </a:lnTo>
                    <a:cubicBezTo>
                      <a:pt x="686" y="398"/>
                      <a:pt x="692" y="396"/>
                      <a:pt x="697" y="396"/>
                    </a:cubicBezTo>
                    <a:cubicBezTo>
                      <a:pt x="701" y="396"/>
                      <a:pt x="705" y="397"/>
                      <a:pt x="708" y="398"/>
                    </a:cubicBezTo>
                    <a:lnTo>
                      <a:pt x="27" y="4"/>
                    </a:lnTo>
                    <a:cubicBezTo>
                      <a:pt x="24" y="2"/>
                      <a:pt x="21" y="1"/>
                      <a:pt x="16"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37"/>
              <p:cNvSpPr/>
              <p:nvPr/>
            </p:nvSpPr>
            <p:spPr>
              <a:xfrm rot="39010">
                <a:off x="6677792" y="4085901"/>
                <a:ext cx="159705" cy="93474"/>
              </a:xfrm>
              <a:custGeom>
                <a:rect b="b" l="l" r="r" t="t"/>
                <a:pathLst>
                  <a:path extrusionOk="0" h="398" w="680">
                    <a:moveTo>
                      <a:pt x="680" y="397"/>
                    </a:move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37"/>
              <p:cNvSpPr/>
              <p:nvPr/>
            </p:nvSpPr>
            <p:spPr>
              <a:xfrm rot="39010">
                <a:off x="6677792" y="4085904"/>
                <a:ext cx="160175" cy="93474"/>
              </a:xfrm>
              <a:custGeom>
                <a:rect b="b" l="l" r="r" t="t"/>
                <a:pathLst>
                  <a:path extrusionOk="0" h="398" w="682">
                    <a:moveTo>
                      <a:pt x="0" y="1"/>
                    </a:moveTo>
                    <a:lnTo>
                      <a:pt x="680" y="397"/>
                    </a:lnTo>
                    <a:cubicBezTo>
                      <a:pt x="682" y="393"/>
                      <a:pt x="2" y="1"/>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37"/>
              <p:cNvSpPr/>
              <p:nvPr/>
            </p:nvSpPr>
            <p:spPr>
              <a:xfrm rot="39010">
                <a:off x="6678270" y="4085437"/>
                <a:ext cx="159705" cy="93005"/>
              </a:xfrm>
              <a:custGeom>
                <a:rect b="b" l="l" r="r" t="t"/>
                <a:pathLst>
                  <a:path extrusionOk="0" h="396" w="680">
                    <a:moveTo>
                      <a:pt x="680" y="395"/>
                    </a:moveTo>
                    <a:lnTo>
                      <a:pt x="0" y="1"/>
                    </a:lnTo>
                    <a:lnTo>
                      <a:pt x="680" y="395"/>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37"/>
              <p:cNvSpPr/>
              <p:nvPr/>
            </p:nvSpPr>
            <p:spPr>
              <a:xfrm rot="39010">
                <a:off x="6678270" y="4085442"/>
                <a:ext cx="160644" cy="93005"/>
              </a:xfrm>
              <a:custGeom>
                <a:rect b="b" l="l" r="r" t="t"/>
                <a:pathLst>
                  <a:path extrusionOk="0" h="396" w="684">
                    <a:moveTo>
                      <a:pt x="0" y="1"/>
                    </a:moveTo>
                    <a:lnTo>
                      <a:pt x="680" y="395"/>
                    </a:lnTo>
                    <a:cubicBezTo>
                      <a:pt x="684" y="393"/>
                      <a:pt x="2" y="1"/>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37"/>
              <p:cNvSpPr/>
              <p:nvPr/>
            </p:nvSpPr>
            <p:spPr>
              <a:xfrm rot="39010">
                <a:off x="6678739" y="4085445"/>
                <a:ext cx="160175" cy="93005"/>
              </a:xfrm>
              <a:custGeom>
                <a:rect b="b" l="l" r="r" t="t"/>
                <a:pathLst>
                  <a:path extrusionOk="0" h="396" w="682">
                    <a:moveTo>
                      <a:pt x="0" y="1"/>
                    </a:moveTo>
                    <a:lnTo>
                      <a:pt x="682" y="395"/>
                    </a:lnTo>
                    <a:cubicBezTo>
                      <a:pt x="682" y="393"/>
                      <a:pt x="2" y="2"/>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37"/>
              <p:cNvSpPr/>
              <p:nvPr/>
            </p:nvSpPr>
            <p:spPr>
              <a:xfrm rot="39010">
                <a:off x="6679217" y="4084511"/>
                <a:ext cx="160175" cy="93474"/>
              </a:xfrm>
              <a:custGeom>
                <a:rect b="b" l="l" r="r" t="t"/>
                <a:pathLst>
                  <a:path extrusionOk="0" h="398" w="682">
                    <a:moveTo>
                      <a:pt x="682" y="397"/>
                    </a:moveTo>
                    <a:lnTo>
                      <a:pt x="0" y="0"/>
                    </a:lnTo>
                    <a:lnTo>
                      <a:pt x="682" y="397"/>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37"/>
              <p:cNvSpPr/>
              <p:nvPr/>
            </p:nvSpPr>
            <p:spPr>
              <a:xfrm rot="39010">
                <a:off x="6679217" y="4084512"/>
                <a:ext cx="160409" cy="93474"/>
              </a:xfrm>
              <a:custGeom>
                <a:rect b="b" l="l" r="r" t="t"/>
                <a:pathLst>
                  <a:path extrusionOk="0" h="398" w="683">
                    <a:moveTo>
                      <a:pt x="0" y="0"/>
                    </a:moveTo>
                    <a:cubicBezTo>
                      <a:pt x="3" y="3"/>
                      <a:pt x="239" y="140"/>
                      <a:pt x="433" y="253"/>
                    </a:cubicBezTo>
                    <a:lnTo>
                      <a:pt x="433" y="253"/>
                    </a:lnTo>
                    <a:lnTo>
                      <a:pt x="0" y="0"/>
                    </a:lnTo>
                    <a:close/>
                    <a:moveTo>
                      <a:pt x="433" y="253"/>
                    </a:moveTo>
                    <a:lnTo>
                      <a:pt x="682" y="397"/>
                    </a:lnTo>
                    <a:cubicBezTo>
                      <a:pt x="683" y="397"/>
                      <a:pt x="568" y="331"/>
                      <a:pt x="433" y="253"/>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37"/>
              <p:cNvSpPr/>
              <p:nvPr/>
            </p:nvSpPr>
            <p:spPr>
              <a:xfrm rot="39010">
                <a:off x="6679687" y="4084516"/>
                <a:ext cx="160175" cy="93474"/>
              </a:xfrm>
              <a:custGeom>
                <a:rect b="b" l="l" r="r" t="t"/>
                <a:pathLst>
                  <a:path extrusionOk="0" h="398" w="682">
                    <a:moveTo>
                      <a:pt x="0" y="0"/>
                    </a:moveTo>
                    <a:lnTo>
                      <a:pt x="0" y="0"/>
                    </a:lnTo>
                    <a:cubicBezTo>
                      <a:pt x="3" y="5"/>
                      <a:pt x="682" y="397"/>
                      <a:pt x="682" y="397"/>
                    </a:cubicBezTo>
                    <a:lnTo>
                      <a:pt x="0"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37"/>
              <p:cNvSpPr/>
              <p:nvPr/>
            </p:nvSpPr>
            <p:spPr>
              <a:xfrm rot="39010">
                <a:off x="6679687" y="4084519"/>
                <a:ext cx="160644" cy="93474"/>
              </a:xfrm>
              <a:custGeom>
                <a:rect b="b" l="l" r="r" t="t"/>
                <a:pathLst>
                  <a:path extrusionOk="0" h="398" w="684">
                    <a:moveTo>
                      <a:pt x="0" y="0"/>
                    </a:moveTo>
                    <a:lnTo>
                      <a:pt x="682" y="397"/>
                    </a:lnTo>
                    <a:cubicBezTo>
                      <a:pt x="684" y="395"/>
                      <a:pt x="5" y="0"/>
                      <a:pt x="0"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37"/>
              <p:cNvSpPr/>
              <p:nvPr/>
            </p:nvSpPr>
            <p:spPr>
              <a:xfrm rot="39010">
                <a:off x="6680621" y="4085469"/>
                <a:ext cx="160644" cy="92535"/>
              </a:xfrm>
              <a:custGeom>
                <a:rect b="b" l="l" r="r" t="t"/>
                <a:pathLst>
                  <a:path extrusionOk="0" h="394" w="684">
                    <a:moveTo>
                      <a:pt x="1" y="1"/>
                    </a:moveTo>
                    <a:lnTo>
                      <a:pt x="680" y="393"/>
                    </a:lnTo>
                    <a:cubicBezTo>
                      <a:pt x="684" y="393"/>
                      <a:pt x="3"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37"/>
              <p:cNvSpPr/>
              <p:nvPr/>
            </p:nvSpPr>
            <p:spPr>
              <a:xfrm rot="39010">
                <a:off x="6681096" y="4084532"/>
                <a:ext cx="160175" cy="93474"/>
              </a:xfrm>
              <a:custGeom>
                <a:rect b="b" l="l" r="r" t="t"/>
                <a:pathLst>
                  <a:path extrusionOk="0" h="398" w="682">
                    <a:moveTo>
                      <a:pt x="682" y="397"/>
                    </a:moveTo>
                    <a:lnTo>
                      <a:pt x="1" y="0"/>
                    </a:lnTo>
                    <a:lnTo>
                      <a:pt x="682" y="397"/>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37"/>
              <p:cNvSpPr/>
              <p:nvPr/>
            </p:nvSpPr>
            <p:spPr>
              <a:xfrm rot="39010">
                <a:off x="6681096" y="4084535"/>
                <a:ext cx="160644" cy="93474"/>
              </a:xfrm>
              <a:custGeom>
                <a:rect b="b" l="l" r="r" t="t"/>
                <a:pathLst>
                  <a:path extrusionOk="0" h="398" w="684">
                    <a:moveTo>
                      <a:pt x="1" y="0"/>
                    </a:moveTo>
                    <a:lnTo>
                      <a:pt x="682" y="397"/>
                    </a:lnTo>
                    <a:cubicBezTo>
                      <a:pt x="684" y="397"/>
                      <a:pt x="3"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37"/>
              <p:cNvSpPr/>
              <p:nvPr/>
            </p:nvSpPr>
            <p:spPr>
              <a:xfrm rot="39010">
                <a:off x="6681566" y="4084540"/>
                <a:ext cx="160644" cy="93474"/>
              </a:xfrm>
              <a:custGeom>
                <a:rect b="b" l="l" r="r" t="t"/>
                <a:pathLst>
                  <a:path extrusionOk="0" h="398" w="684">
                    <a:moveTo>
                      <a:pt x="1" y="0"/>
                    </a:moveTo>
                    <a:lnTo>
                      <a:pt x="682" y="397"/>
                    </a:lnTo>
                    <a:cubicBezTo>
                      <a:pt x="684" y="397"/>
                      <a:pt x="5"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37"/>
              <p:cNvSpPr/>
              <p:nvPr/>
            </p:nvSpPr>
            <p:spPr>
              <a:xfrm rot="39010">
                <a:off x="6682500" y="4085485"/>
                <a:ext cx="159705" cy="92535"/>
              </a:xfrm>
              <a:custGeom>
                <a:rect b="b" l="l" r="r" t="t"/>
                <a:pathLst>
                  <a:path extrusionOk="0" h="394" w="680">
                    <a:moveTo>
                      <a:pt x="1" y="1"/>
                    </a:moveTo>
                    <a:lnTo>
                      <a:pt x="680" y="393"/>
                    </a:lnTo>
                    <a:cubicBezTo>
                      <a:pt x="680" y="393"/>
                      <a:pt x="3"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37"/>
              <p:cNvSpPr/>
              <p:nvPr/>
            </p:nvSpPr>
            <p:spPr>
              <a:xfrm rot="39010">
                <a:off x="6682975" y="4084555"/>
                <a:ext cx="160409" cy="93474"/>
              </a:xfrm>
              <a:custGeom>
                <a:rect b="b" l="l" r="r" t="t"/>
                <a:pathLst>
                  <a:path extrusionOk="0" h="398" w="683">
                    <a:moveTo>
                      <a:pt x="1" y="0"/>
                    </a:moveTo>
                    <a:cubicBezTo>
                      <a:pt x="2" y="3"/>
                      <a:pt x="258" y="152"/>
                      <a:pt x="456" y="266"/>
                    </a:cubicBezTo>
                    <a:lnTo>
                      <a:pt x="456" y="266"/>
                    </a:lnTo>
                    <a:lnTo>
                      <a:pt x="1" y="0"/>
                    </a:lnTo>
                    <a:close/>
                    <a:moveTo>
                      <a:pt x="456" y="266"/>
                    </a:moveTo>
                    <a:lnTo>
                      <a:pt x="680" y="397"/>
                    </a:lnTo>
                    <a:lnTo>
                      <a:pt x="682" y="397"/>
                    </a:lnTo>
                    <a:cubicBezTo>
                      <a:pt x="682" y="397"/>
                      <a:pt x="580" y="339"/>
                      <a:pt x="456" y="266"/>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37"/>
              <p:cNvSpPr/>
              <p:nvPr/>
            </p:nvSpPr>
            <p:spPr>
              <a:xfrm rot="39010">
                <a:off x="6683436" y="4085502"/>
                <a:ext cx="160879" cy="93005"/>
              </a:xfrm>
              <a:custGeom>
                <a:rect b="b" l="l" r="r" t="t"/>
                <a:pathLst>
                  <a:path extrusionOk="0" h="396" w="685">
                    <a:moveTo>
                      <a:pt x="1" y="1"/>
                    </a:moveTo>
                    <a:lnTo>
                      <a:pt x="1" y="1"/>
                    </a:lnTo>
                    <a:cubicBezTo>
                      <a:pt x="3" y="3"/>
                      <a:pt x="684" y="395"/>
                      <a:pt x="684" y="395"/>
                    </a:cubicBezTo>
                    <a:lnTo>
                      <a:pt x="682" y="393"/>
                    </a:lnTo>
                    <a:lnTo>
                      <a:pt x="1"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37"/>
              <p:cNvSpPr/>
              <p:nvPr/>
            </p:nvSpPr>
            <p:spPr>
              <a:xfrm rot="39010">
                <a:off x="6657312" y="4108220"/>
                <a:ext cx="160175" cy="98406"/>
              </a:xfrm>
              <a:custGeom>
                <a:rect b="b" l="l" r="r" t="t"/>
                <a:pathLst>
                  <a:path extrusionOk="0" h="419" w="682">
                    <a:moveTo>
                      <a:pt x="0" y="1"/>
                    </a:moveTo>
                    <a:lnTo>
                      <a:pt x="0" y="25"/>
                    </a:lnTo>
                    <a:lnTo>
                      <a:pt x="682" y="418"/>
                    </a:lnTo>
                    <a:lnTo>
                      <a:pt x="682" y="396"/>
                    </a:ln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37"/>
              <p:cNvSpPr/>
              <p:nvPr/>
            </p:nvSpPr>
            <p:spPr>
              <a:xfrm rot="39010">
                <a:off x="6657467" y="4085786"/>
                <a:ext cx="179903" cy="116021"/>
              </a:xfrm>
              <a:custGeom>
                <a:rect b="b" l="l" r="r" t="t"/>
                <a:pathLst>
                  <a:path extrusionOk="0" h="494" w="766">
                    <a:moveTo>
                      <a:pt x="86" y="1"/>
                    </a:moveTo>
                    <a:lnTo>
                      <a:pt x="41" y="25"/>
                    </a:lnTo>
                    <a:cubicBezTo>
                      <a:pt x="19" y="50"/>
                      <a:pt x="17" y="50"/>
                      <a:pt x="17" y="52"/>
                    </a:cubicBezTo>
                    <a:cubicBezTo>
                      <a:pt x="15" y="54"/>
                      <a:pt x="15" y="54"/>
                      <a:pt x="15" y="56"/>
                    </a:cubicBezTo>
                    <a:cubicBezTo>
                      <a:pt x="0" y="97"/>
                      <a:pt x="682" y="494"/>
                      <a:pt x="682" y="494"/>
                    </a:cubicBezTo>
                    <a:cubicBezTo>
                      <a:pt x="682" y="485"/>
                      <a:pt x="684" y="481"/>
                      <a:pt x="684" y="473"/>
                    </a:cubicBezTo>
                    <a:cubicBezTo>
                      <a:pt x="686" y="465"/>
                      <a:pt x="690" y="459"/>
                      <a:pt x="692" y="453"/>
                    </a:cubicBezTo>
                    <a:cubicBezTo>
                      <a:pt x="696" y="445"/>
                      <a:pt x="700" y="440"/>
                      <a:pt x="704" y="434"/>
                    </a:cubicBezTo>
                    <a:cubicBezTo>
                      <a:pt x="710" y="430"/>
                      <a:pt x="714" y="424"/>
                      <a:pt x="721" y="422"/>
                    </a:cubicBezTo>
                    <a:lnTo>
                      <a:pt x="766" y="397"/>
                    </a:lnTo>
                    <a:lnTo>
                      <a:pt x="86"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37"/>
              <p:cNvSpPr/>
              <p:nvPr/>
            </p:nvSpPr>
            <p:spPr>
              <a:xfrm rot="39010">
                <a:off x="6637014" y="4113976"/>
                <a:ext cx="180373" cy="104513"/>
              </a:xfrm>
              <a:custGeom>
                <a:rect b="b" l="l" r="r" t="t"/>
                <a:pathLst>
                  <a:path extrusionOk="0" h="445" w="768">
                    <a:moveTo>
                      <a:pt x="86" y="0"/>
                    </a:moveTo>
                    <a:lnTo>
                      <a:pt x="43" y="23"/>
                    </a:lnTo>
                    <a:lnTo>
                      <a:pt x="0" y="47"/>
                    </a:lnTo>
                    <a:lnTo>
                      <a:pt x="678" y="444"/>
                    </a:lnTo>
                    <a:lnTo>
                      <a:pt x="725" y="420"/>
                    </a:lnTo>
                    <a:lnTo>
                      <a:pt x="768" y="393"/>
                    </a:lnTo>
                    <a:lnTo>
                      <a:pt x="86"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37"/>
              <p:cNvSpPr/>
              <p:nvPr/>
            </p:nvSpPr>
            <p:spPr>
              <a:xfrm rot="39010">
                <a:off x="6627449" y="4113084"/>
                <a:ext cx="166516" cy="94649"/>
              </a:xfrm>
              <a:custGeom>
                <a:rect b="b" l="l" r="r" t="t"/>
                <a:pathLst>
                  <a:path extrusionOk="0" h="403" w="709">
                    <a:moveTo>
                      <a:pt x="19" y="0"/>
                    </a:moveTo>
                    <a:cubicBezTo>
                      <a:pt x="13" y="0"/>
                      <a:pt x="7" y="2"/>
                      <a:pt x="0" y="5"/>
                    </a:cubicBezTo>
                    <a:lnTo>
                      <a:pt x="680" y="402"/>
                    </a:lnTo>
                    <a:cubicBezTo>
                      <a:pt x="686" y="397"/>
                      <a:pt x="692" y="395"/>
                      <a:pt x="697" y="395"/>
                    </a:cubicBezTo>
                    <a:cubicBezTo>
                      <a:pt x="701" y="395"/>
                      <a:pt x="705" y="396"/>
                      <a:pt x="708" y="398"/>
                    </a:cubicBezTo>
                    <a:lnTo>
                      <a:pt x="29" y="3"/>
                    </a:lnTo>
                    <a:cubicBezTo>
                      <a:pt x="26" y="1"/>
                      <a:pt x="23" y="0"/>
                      <a:pt x="19"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37"/>
              <p:cNvSpPr/>
              <p:nvPr/>
            </p:nvSpPr>
            <p:spPr>
              <a:xfrm rot="39010">
                <a:off x="6627443" y="4114220"/>
                <a:ext cx="159705" cy="93474"/>
              </a:xfrm>
              <a:custGeom>
                <a:rect b="b" l="l" r="r" t="t"/>
                <a:pathLst>
                  <a:path extrusionOk="0" h="398" w="680">
                    <a:moveTo>
                      <a:pt x="0" y="0"/>
                    </a:moveTo>
                    <a:lnTo>
                      <a:pt x="680" y="397"/>
                    </a:lnTo>
                    <a:cubicBezTo>
                      <a:pt x="680" y="393"/>
                      <a:pt x="2" y="1"/>
                      <a:pt x="0"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37"/>
              <p:cNvSpPr/>
              <p:nvPr/>
            </p:nvSpPr>
            <p:spPr>
              <a:xfrm rot="39010">
                <a:off x="6627451" y="4113755"/>
                <a:ext cx="160644" cy="93005"/>
              </a:xfrm>
              <a:custGeom>
                <a:rect b="b" l="l" r="r" t="t"/>
                <a:pathLst>
                  <a:path extrusionOk="0" h="396" w="684">
                    <a:moveTo>
                      <a:pt x="0" y="0"/>
                    </a:moveTo>
                    <a:lnTo>
                      <a:pt x="680" y="395"/>
                    </a:lnTo>
                    <a:cubicBezTo>
                      <a:pt x="684" y="395"/>
                      <a:pt x="3" y="0"/>
                      <a:pt x="0"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37"/>
              <p:cNvSpPr/>
              <p:nvPr/>
            </p:nvSpPr>
            <p:spPr>
              <a:xfrm rot="39010">
                <a:off x="6627921" y="4113758"/>
                <a:ext cx="160175" cy="93005"/>
              </a:xfrm>
              <a:custGeom>
                <a:rect b="b" l="l" r="r" t="t"/>
                <a:pathLst>
                  <a:path extrusionOk="0" h="396" w="682">
                    <a:moveTo>
                      <a:pt x="682" y="395"/>
                    </a:moveTo>
                    <a:lnTo>
                      <a:pt x="1" y="0"/>
                    </a:lnTo>
                    <a:lnTo>
                      <a:pt x="682" y="395"/>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37"/>
              <p:cNvSpPr/>
              <p:nvPr/>
            </p:nvSpPr>
            <p:spPr>
              <a:xfrm rot="39010">
                <a:off x="6627921" y="4113761"/>
                <a:ext cx="160644" cy="93005"/>
              </a:xfrm>
              <a:custGeom>
                <a:rect b="b" l="l" r="r" t="t"/>
                <a:pathLst>
                  <a:path extrusionOk="0" h="396" w="684">
                    <a:moveTo>
                      <a:pt x="1" y="0"/>
                    </a:moveTo>
                    <a:lnTo>
                      <a:pt x="682" y="395"/>
                    </a:lnTo>
                    <a:cubicBezTo>
                      <a:pt x="684" y="393"/>
                      <a:pt x="3"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37"/>
              <p:cNvSpPr/>
              <p:nvPr/>
            </p:nvSpPr>
            <p:spPr>
              <a:xfrm rot="39010">
                <a:off x="6628390" y="4113766"/>
                <a:ext cx="160644" cy="93005"/>
              </a:xfrm>
              <a:custGeom>
                <a:rect b="b" l="l" r="r" t="t"/>
                <a:pathLst>
                  <a:path extrusionOk="0" h="396" w="684">
                    <a:moveTo>
                      <a:pt x="1" y="0"/>
                    </a:moveTo>
                    <a:lnTo>
                      <a:pt x="682" y="395"/>
                    </a:lnTo>
                    <a:cubicBezTo>
                      <a:pt x="684" y="393"/>
                      <a:pt x="5"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37"/>
              <p:cNvSpPr/>
              <p:nvPr/>
            </p:nvSpPr>
            <p:spPr>
              <a:xfrm rot="39010">
                <a:off x="6629338" y="4112832"/>
                <a:ext cx="159705" cy="93474"/>
              </a:xfrm>
              <a:custGeom>
                <a:rect b="b" l="l" r="r" t="t"/>
                <a:pathLst>
                  <a:path extrusionOk="0" h="398" w="680">
                    <a:moveTo>
                      <a:pt x="1" y="0"/>
                    </a:moveTo>
                    <a:cubicBezTo>
                      <a:pt x="1" y="4"/>
                      <a:pt x="680" y="397"/>
                      <a:pt x="680" y="397"/>
                    </a:cubicBez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37"/>
              <p:cNvSpPr/>
              <p:nvPr/>
            </p:nvSpPr>
            <p:spPr>
              <a:xfrm rot="39010">
                <a:off x="6629332" y="4113774"/>
                <a:ext cx="160175" cy="92535"/>
              </a:xfrm>
              <a:custGeom>
                <a:rect b="b" l="l" r="r" t="t"/>
                <a:pathLst>
                  <a:path extrusionOk="0" h="394" w="682">
                    <a:moveTo>
                      <a:pt x="1" y="0"/>
                    </a:moveTo>
                    <a:lnTo>
                      <a:pt x="680" y="393"/>
                    </a:lnTo>
                    <a:cubicBezTo>
                      <a:pt x="682" y="393"/>
                      <a:pt x="3"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37"/>
              <p:cNvSpPr/>
              <p:nvPr/>
            </p:nvSpPr>
            <p:spPr>
              <a:xfrm rot="39010">
                <a:off x="6629807" y="4112837"/>
                <a:ext cx="159705" cy="93474"/>
              </a:xfrm>
              <a:custGeom>
                <a:rect b="b" l="l" r="r" t="t"/>
                <a:pathLst>
                  <a:path extrusionOk="0" h="398" w="680">
                    <a:moveTo>
                      <a:pt x="1" y="0"/>
                    </a:moveTo>
                    <a:lnTo>
                      <a:pt x="680" y="397"/>
                    </a:lnTo>
                    <a:cubicBezTo>
                      <a:pt x="680" y="395"/>
                      <a:pt x="3"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37"/>
              <p:cNvSpPr/>
              <p:nvPr/>
            </p:nvSpPr>
            <p:spPr>
              <a:xfrm rot="39010">
                <a:off x="6630277" y="4112846"/>
                <a:ext cx="160409" cy="93474"/>
              </a:xfrm>
              <a:custGeom>
                <a:rect b="b" l="l" r="r" t="t"/>
                <a:pathLst>
                  <a:path extrusionOk="0" h="398" w="683">
                    <a:moveTo>
                      <a:pt x="1" y="0"/>
                    </a:moveTo>
                    <a:lnTo>
                      <a:pt x="682" y="397"/>
                    </a:lnTo>
                    <a:cubicBezTo>
                      <a:pt x="682" y="397"/>
                      <a:pt x="3"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37"/>
              <p:cNvSpPr/>
              <p:nvPr/>
            </p:nvSpPr>
            <p:spPr>
              <a:xfrm rot="39010">
                <a:off x="6630277" y="4112849"/>
                <a:ext cx="160879" cy="93474"/>
              </a:xfrm>
              <a:custGeom>
                <a:rect b="b" l="l" r="r" t="t"/>
                <a:pathLst>
                  <a:path extrusionOk="0" h="398" w="685">
                    <a:moveTo>
                      <a:pt x="1" y="0"/>
                    </a:moveTo>
                    <a:lnTo>
                      <a:pt x="682" y="397"/>
                    </a:lnTo>
                    <a:cubicBezTo>
                      <a:pt x="684" y="397"/>
                      <a:pt x="3"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37"/>
              <p:cNvSpPr/>
              <p:nvPr/>
            </p:nvSpPr>
            <p:spPr>
              <a:xfrm rot="39010">
                <a:off x="6630747" y="4112852"/>
                <a:ext cx="160409" cy="93474"/>
              </a:xfrm>
              <a:custGeom>
                <a:rect b="b" l="l" r="r" t="t"/>
                <a:pathLst>
                  <a:path extrusionOk="0" h="398" w="683">
                    <a:moveTo>
                      <a:pt x="1" y="0"/>
                    </a:moveTo>
                    <a:lnTo>
                      <a:pt x="682" y="397"/>
                    </a:lnTo>
                    <a:cubicBezTo>
                      <a:pt x="682" y="397"/>
                      <a:pt x="5"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37"/>
              <p:cNvSpPr/>
              <p:nvPr/>
            </p:nvSpPr>
            <p:spPr>
              <a:xfrm rot="39010">
                <a:off x="6631222" y="4112387"/>
                <a:ext cx="160409" cy="93474"/>
              </a:xfrm>
              <a:custGeom>
                <a:rect b="b" l="l" r="r" t="t"/>
                <a:pathLst>
                  <a:path extrusionOk="0" h="398" w="683">
                    <a:moveTo>
                      <a:pt x="1" y="0"/>
                    </a:moveTo>
                    <a:lnTo>
                      <a:pt x="682" y="397"/>
                    </a:lnTo>
                    <a:cubicBezTo>
                      <a:pt x="682" y="397"/>
                      <a:pt x="5" y="2"/>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37"/>
              <p:cNvSpPr/>
              <p:nvPr/>
            </p:nvSpPr>
            <p:spPr>
              <a:xfrm rot="39010">
                <a:off x="6631216" y="4112860"/>
                <a:ext cx="160879" cy="93474"/>
              </a:xfrm>
              <a:custGeom>
                <a:rect b="b" l="l" r="r" t="t"/>
                <a:pathLst>
                  <a:path extrusionOk="0" h="398" w="685">
                    <a:moveTo>
                      <a:pt x="1" y="0"/>
                    </a:moveTo>
                    <a:lnTo>
                      <a:pt x="682" y="397"/>
                    </a:lnTo>
                    <a:cubicBezTo>
                      <a:pt x="684" y="397"/>
                      <a:pt x="7"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37"/>
              <p:cNvSpPr/>
              <p:nvPr/>
            </p:nvSpPr>
            <p:spPr>
              <a:xfrm rot="39010">
                <a:off x="6632156" y="4112870"/>
                <a:ext cx="160879" cy="93474"/>
              </a:xfrm>
              <a:custGeom>
                <a:rect b="b" l="l" r="r" t="t"/>
                <a:pathLst>
                  <a:path extrusionOk="0" h="398" w="685">
                    <a:moveTo>
                      <a:pt x="1" y="0"/>
                    </a:moveTo>
                    <a:lnTo>
                      <a:pt x="680" y="397"/>
                    </a:lnTo>
                    <a:cubicBezTo>
                      <a:pt x="684" y="397"/>
                      <a:pt x="5"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37"/>
              <p:cNvSpPr/>
              <p:nvPr/>
            </p:nvSpPr>
            <p:spPr>
              <a:xfrm rot="39010">
                <a:off x="6632625" y="4112876"/>
                <a:ext cx="160879" cy="93474"/>
              </a:xfrm>
              <a:custGeom>
                <a:rect b="b" l="l" r="r" t="t"/>
                <a:pathLst>
                  <a:path extrusionOk="0" h="398" w="685">
                    <a:moveTo>
                      <a:pt x="1" y="0"/>
                    </a:moveTo>
                    <a:lnTo>
                      <a:pt x="1" y="0"/>
                    </a:lnTo>
                    <a:cubicBezTo>
                      <a:pt x="2" y="3"/>
                      <a:pt x="260" y="152"/>
                      <a:pt x="458" y="266"/>
                    </a:cubicBezTo>
                    <a:lnTo>
                      <a:pt x="458" y="266"/>
                    </a:lnTo>
                    <a:lnTo>
                      <a:pt x="1" y="0"/>
                    </a:lnTo>
                    <a:close/>
                    <a:moveTo>
                      <a:pt x="458" y="266"/>
                    </a:moveTo>
                    <a:lnTo>
                      <a:pt x="682" y="397"/>
                    </a:lnTo>
                    <a:lnTo>
                      <a:pt x="684" y="397"/>
                    </a:lnTo>
                    <a:cubicBezTo>
                      <a:pt x="684" y="397"/>
                      <a:pt x="583" y="339"/>
                      <a:pt x="458" y="266"/>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37"/>
              <p:cNvSpPr/>
              <p:nvPr/>
            </p:nvSpPr>
            <p:spPr>
              <a:xfrm rot="39010">
                <a:off x="6633330" y="4112882"/>
                <a:ext cx="160644" cy="93474"/>
              </a:xfrm>
              <a:custGeom>
                <a:rect b="b" l="l" r="r" t="t"/>
                <a:pathLst>
                  <a:path extrusionOk="0" h="398" w="684">
                    <a:moveTo>
                      <a:pt x="0" y="0"/>
                    </a:moveTo>
                    <a:cubicBezTo>
                      <a:pt x="2" y="2"/>
                      <a:pt x="183" y="107"/>
                      <a:pt x="358" y="209"/>
                    </a:cubicBezTo>
                    <a:lnTo>
                      <a:pt x="358" y="209"/>
                    </a:lnTo>
                    <a:lnTo>
                      <a:pt x="0" y="0"/>
                    </a:lnTo>
                    <a:close/>
                    <a:moveTo>
                      <a:pt x="358" y="209"/>
                    </a:moveTo>
                    <a:lnTo>
                      <a:pt x="681" y="397"/>
                    </a:lnTo>
                    <a:lnTo>
                      <a:pt x="683" y="397"/>
                    </a:lnTo>
                    <a:cubicBezTo>
                      <a:pt x="683" y="397"/>
                      <a:pt x="523" y="304"/>
                      <a:pt x="358" y="209"/>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37"/>
              <p:cNvSpPr/>
              <p:nvPr/>
            </p:nvSpPr>
            <p:spPr>
              <a:xfrm rot="39010">
                <a:off x="6607434" y="4136541"/>
                <a:ext cx="159705" cy="98172"/>
              </a:xfrm>
              <a:custGeom>
                <a:rect b="b" l="l" r="r" t="t"/>
                <a:pathLst>
                  <a:path extrusionOk="0" h="418" w="680">
                    <a:moveTo>
                      <a:pt x="1" y="0"/>
                    </a:moveTo>
                    <a:lnTo>
                      <a:pt x="1" y="25"/>
                    </a:lnTo>
                    <a:lnTo>
                      <a:pt x="680" y="418"/>
                    </a:lnTo>
                    <a:lnTo>
                      <a:pt x="680" y="395"/>
                    </a:ln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37"/>
              <p:cNvSpPr/>
              <p:nvPr/>
            </p:nvSpPr>
            <p:spPr>
              <a:xfrm rot="39010">
                <a:off x="6607588" y="4114107"/>
                <a:ext cx="179433" cy="116021"/>
              </a:xfrm>
              <a:custGeom>
                <a:rect b="b" l="l" r="r" t="t"/>
                <a:pathLst>
                  <a:path extrusionOk="0" h="494" w="764">
                    <a:moveTo>
                      <a:pt x="84" y="0"/>
                    </a:moveTo>
                    <a:lnTo>
                      <a:pt x="42" y="25"/>
                    </a:lnTo>
                    <a:cubicBezTo>
                      <a:pt x="17" y="49"/>
                      <a:pt x="15" y="49"/>
                      <a:pt x="15" y="51"/>
                    </a:cubicBezTo>
                    <a:cubicBezTo>
                      <a:pt x="13" y="54"/>
                      <a:pt x="13" y="54"/>
                      <a:pt x="13" y="56"/>
                    </a:cubicBezTo>
                    <a:cubicBezTo>
                      <a:pt x="1" y="96"/>
                      <a:pt x="680" y="493"/>
                      <a:pt x="680" y="493"/>
                    </a:cubicBezTo>
                    <a:cubicBezTo>
                      <a:pt x="680" y="485"/>
                      <a:pt x="682" y="481"/>
                      <a:pt x="682" y="473"/>
                    </a:cubicBezTo>
                    <a:cubicBezTo>
                      <a:pt x="686" y="465"/>
                      <a:pt x="688" y="459"/>
                      <a:pt x="690" y="452"/>
                    </a:cubicBezTo>
                    <a:cubicBezTo>
                      <a:pt x="696" y="444"/>
                      <a:pt x="698" y="440"/>
                      <a:pt x="702" y="434"/>
                    </a:cubicBezTo>
                    <a:cubicBezTo>
                      <a:pt x="708" y="430"/>
                      <a:pt x="713" y="424"/>
                      <a:pt x="719" y="422"/>
                    </a:cubicBezTo>
                    <a:lnTo>
                      <a:pt x="764" y="397"/>
                    </a:lnTo>
                    <a:lnTo>
                      <a:pt x="84"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37"/>
              <p:cNvSpPr/>
              <p:nvPr/>
            </p:nvSpPr>
            <p:spPr>
              <a:xfrm rot="39010">
                <a:off x="6586666" y="4142294"/>
                <a:ext cx="180373" cy="104278"/>
              </a:xfrm>
              <a:custGeom>
                <a:rect b="b" l="l" r="r" t="t"/>
                <a:pathLst>
                  <a:path extrusionOk="0" h="444" w="768">
                    <a:moveTo>
                      <a:pt x="89" y="0"/>
                    </a:moveTo>
                    <a:lnTo>
                      <a:pt x="44" y="23"/>
                    </a:lnTo>
                    <a:lnTo>
                      <a:pt x="1" y="47"/>
                    </a:lnTo>
                    <a:lnTo>
                      <a:pt x="682" y="444"/>
                    </a:lnTo>
                    <a:lnTo>
                      <a:pt x="725" y="419"/>
                    </a:lnTo>
                    <a:lnTo>
                      <a:pt x="768" y="393"/>
                    </a:lnTo>
                    <a:lnTo>
                      <a:pt x="89"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37"/>
              <p:cNvSpPr/>
              <p:nvPr/>
            </p:nvSpPr>
            <p:spPr>
              <a:xfrm rot="39010">
                <a:off x="6577109" y="4140933"/>
                <a:ext cx="166516" cy="93944"/>
              </a:xfrm>
              <a:custGeom>
                <a:rect b="b" l="l" r="r" t="t"/>
                <a:pathLst>
                  <a:path extrusionOk="0" h="400" w="709">
                    <a:moveTo>
                      <a:pt x="706" y="397"/>
                    </a:moveTo>
                    <a:lnTo>
                      <a:pt x="709" y="398"/>
                    </a:lnTo>
                    <a:cubicBezTo>
                      <a:pt x="708" y="397"/>
                      <a:pt x="707" y="397"/>
                      <a:pt x="706" y="397"/>
                    </a:cubicBezTo>
                    <a:close/>
                    <a:moveTo>
                      <a:pt x="23" y="1"/>
                    </a:moveTo>
                    <a:cubicBezTo>
                      <a:pt x="1" y="7"/>
                      <a:pt x="678" y="400"/>
                      <a:pt x="678" y="400"/>
                    </a:cubicBezTo>
                    <a:cubicBezTo>
                      <a:pt x="686" y="398"/>
                      <a:pt x="692" y="396"/>
                      <a:pt x="696" y="396"/>
                    </a:cubicBezTo>
                    <a:cubicBezTo>
                      <a:pt x="701" y="396"/>
                      <a:pt x="704" y="396"/>
                      <a:pt x="706" y="397"/>
                    </a:cubicBezTo>
                    <a:lnTo>
                      <a:pt x="706" y="397"/>
                    </a:lnTo>
                    <a:lnTo>
                      <a:pt x="29" y="5"/>
                    </a:lnTo>
                    <a:cubicBezTo>
                      <a:pt x="25" y="1"/>
                      <a:pt x="23" y="1"/>
                      <a:pt x="23"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37"/>
              <p:cNvSpPr/>
              <p:nvPr/>
            </p:nvSpPr>
            <p:spPr>
              <a:xfrm rot="39010">
                <a:off x="6557087" y="4164391"/>
                <a:ext cx="159940" cy="98641"/>
              </a:xfrm>
              <a:custGeom>
                <a:rect b="b" l="l" r="r" t="t"/>
                <a:pathLst>
                  <a:path extrusionOk="0" h="420" w="681">
                    <a:moveTo>
                      <a:pt x="1" y="0"/>
                    </a:moveTo>
                    <a:lnTo>
                      <a:pt x="1" y="23"/>
                    </a:lnTo>
                    <a:lnTo>
                      <a:pt x="680" y="420"/>
                    </a:lnTo>
                    <a:lnTo>
                      <a:pt x="680" y="397"/>
                    </a:ln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37"/>
              <p:cNvSpPr/>
              <p:nvPr/>
            </p:nvSpPr>
            <p:spPr>
              <a:xfrm rot="39010">
                <a:off x="6557244" y="4141962"/>
                <a:ext cx="180607" cy="116021"/>
              </a:xfrm>
              <a:custGeom>
                <a:rect b="b" l="l" r="r" t="t"/>
                <a:pathLst>
                  <a:path extrusionOk="0" h="494" w="769">
                    <a:moveTo>
                      <a:pt x="87" y="0"/>
                    </a:moveTo>
                    <a:lnTo>
                      <a:pt x="42" y="25"/>
                    </a:lnTo>
                    <a:cubicBezTo>
                      <a:pt x="19" y="47"/>
                      <a:pt x="15" y="47"/>
                      <a:pt x="15" y="51"/>
                    </a:cubicBezTo>
                    <a:cubicBezTo>
                      <a:pt x="13" y="53"/>
                      <a:pt x="13" y="53"/>
                      <a:pt x="13" y="55"/>
                    </a:cubicBezTo>
                    <a:cubicBezTo>
                      <a:pt x="1" y="96"/>
                      <a:pt x="680" y="493"/>
                      <a:pt x="680" y="493"/>
                    </a:cubicBezTo>
                    <a:cubicBezTo>
                      <a:pt x="680" y="485"/>
                      <a:pt x="684" y="481"/>
                      <a:pt x="684" y="473"/>
                    </a:cubicBezTo>
                    <a:cubicBezTo>
                      <a:pt x="686" y="464"/>
                      <a:pt x="688" y="460"/>
                      <a:pt x="694" y="452"/>
                    </a:cubicBezTo>
                    <a:cubicBezTo>
                      <a:pt x="698" y="444"/>
                      <a:pt x="701" y="440"/>
                      <a:pt x="707" y="434"/>
                    </a:cubicBezTo>
                    <a:cubicBezTo>
                      <a:pt x="711" y="430"/>
                      <a:pt x="717" y="424"/>
                      <a:pt x="721" y="422"/>
                    </a:cubicBezTo>
                    <a:lnTo>
                      <a:pt x="768" y="395"/>
                    </a:lnTo>
                    <a:lnTo>
                      <a:pt x="87"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37"/>
              <p:cNvSpPr/>
              <p:nvPr/>
            </p:nvSpPr>
            <p:spPr>
              <a:xfrm rot="39010">
                <a:off x="6536323" y="4169440"/>
                <a:ext cx="180607" cy="105452"/>
              </a:xfrm>
              <a:custGeom>
                <a:rect b="b" l="l" r="r" t="t"/>
                <a:pathLst>
                  <a:path extrusionOk="0" h="449" w="769">
                    <a:moveTo>
                      <a:pt x="89" y="1"/>
                    </a:moveTo>
                    <a:lnTo>
                      <a:pt x="48" y="27"/>
                    </a:lnTo>
                    <a:lnTo>
                      <a:pt x="1" y="52"/>
                    </a:lnTo>
                    <a:lnTo>
                      <a:pt x="682" y="449"/>
                    </a:lnTo>
                    <a:lnTo>
                      <a:pt x="725" y="424"/>
                    </a:lnTo>
                    <a:lnTo>
                      <a:pt x="768" y="398"/>
                    </a:lnTo>
                    <a:lnTo>
                      <a:pt x="89" y="1"/>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37"/>
              <p:cNvSpPr/>
              <p:nvPr/>
            </p:nvSpPr>
            <p:spPr>
              <a:xfrm rot="39010">
                <a:off x="6527940" y="4168793"/>
                <a:ext cx="166281" cy="93944"/>
              </a:xfrm>
              <a:custGeom>
                <a:rect b="b" l="l" r="r" t="t"/>
                <a:pathLst>
                  <a:path extrusionOk="0" h="400" w="708">
                    <a:moveTo>
                      <a:pt x="23" y="1"/>
                    </a:moveTo>
                    <a:lnTo>
                      <a:pt x="23" y="1"/>
                    </a:lnTo>
                    <a:cubicBezTo>
                      <a:pt x="0" y="7"/>
                      <a:pt x="679" y="400"/>
                      <a:pt x="679" y="400"/>
                    </a:cubicBezTo>
                    <a:cubicBezTo>
                      <a:pt x="685" y="400"/>
                      <a:pt x="690" y="398"/>
                      <a:pt x="696" y="398"/>
                    </a:cubicBezTo>
                    <a:cubicBezTo>
                      <a:pt x="699" y="398"/>
                      <a:pt x="703" y="398"/>
                      <a:pt x="706" y="399"/>
                    </a:cubicBezTo>
                    <a:lnTo>
                      <a:pt x="706" y="399"/>
                    </a:lnTo>
                    <a:lnTo>
                      <a:pt x="27" y="3"/>
                    </a:lnTo>
                    <a:cubicBezTo>
                      <a:pt x="25" y="1"/>
                      <a:pt x="23" y="1"/>
                      <a:pt x="23" y="1"/>
                    </a:cubicBezTo>
                    <a:close/>
                    <a:moveTo>
                      <a:pt x="706" y="399"/>
                    </a:moveTo>
                    <a:lnTo>
                      <a:pt x="708" y="400"/>
                    </a:lnTo>
                    <a:cubicBezTo>
                      <a:pt x="707" y="399"/>
                      <a:pt x="707" y="399"/>
                      <a:pt x="706" y="399"/>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37"/>
              <p:cNvSpPr/>
              <p:nvPr/>
            </p:nvSpPr>
            <p:spPr>
              <a:xfrm rot="39010">
                <a:off x="6506977" y="4192478"/>
                <a:ext cx="160175" cy="98406"/>
              </a:xfrm>
              <a:custGeom>
                <a:rect b="b" l="l" r="r" t="t"/>
                <a:pathLst>
                  <a:path extrusionOk="0" h="419" w="682">
                    <a:moveTo>
                      <a:pt x="0" y="1"/>
                    </a:moveTo>
                    <a:lnTo>
                      <a:pt x="0" y="23"/>
                    </a:lnTo>
                    <a:lnTo>
                      <a:pt x="681" y="418"/>
                    </a:lnTo>
                    <a:lnTo>
                      <a:pt x="681" y="398"/>
                    </a:ln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37"/>
              <p:cNvSpPr/>
              <p:nvPr/>
            </p:nvSpPr>
            <p:spPr>
              <a:xfrm rot="39010">
                <a:off x="6507127" y="4170517"/>
                <a:ext cx="180373" cy="116021"/>
              </a:xfrm>
              <a:custGeom>
                <a:rect b="b" l="l" r="r" t="t"/>
                <a:pathLst>
                  <a:path extrusionOk="0" h="494" w="768">
                    <a:moveTo>
                      <a:pt x="88" y="1"/>
                    </a:moveTo>
                    <a:lnTo>
                      <a:pt x="41" y="25"/>
                    </a:lnTo>
                    <a:cubicBezTo>
                      <a:pt x="18" y="50"/>
                      <a:pt x="16" y="50"/>
                      <a:pt x="16" y="52"/>
                    </a:cubicBezTo>
                    <a:cubicBezTo>
                      <a:pt x="12" y="54"/>
                      <a:pt x="12" y="54"/>
                      <a:pt x="12" y="56"/>
                    </a:cubicBezTo>
                    <a:cubicBezTo>
                      <a:pt x="0" y="97"/>
                      <a:pt x="681" y="494"/>
                      <a:pt x="681" y="494"/>
                    </a:cubicBezTo>
                    <a:cubicBezTo>
                      <a:pt x="681" y="486"/>
                      <a:pt x="683" y="482"/>
                      <a:pt x="683" y="473"/>
                    </a:cubicBezTo>
                    <a:cubicBezTo>
                      <a:pt x="685" y="463"/>
                      <a:pt x="687" y="459"/>
                      <a:pt x="694" y="451"/>
                    </a:cubicBezTo>
                    <a:cubicBezTo>
                      <a:pt x="698" y="443"/>
                      <a:pt x="702" y="439"/>
                      <a:pt x="706" y="433"/>
                    </a:cubicBezTo>
                    <a:cubicBezTo>
                      <a:pt x="712" y="428"/>
                      <a:pt x="716" y="422"/>
                      <a:pt x="722" y="420"/>
                    </a:cubicBezTo>
                    <a:lnTo>
                      <a:pt x="767" y="394"/>
                    </a:lnTo>
                    <a:lnTo>
                      <a:pt x="88"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37"/>
              <p:cNvSpPr/>
              <p:nvPr/>
            </p:nvSpPr>
            <p:spPr>
              <a:xfrm rot="39010">
                <a:off x="6486681" y="4197765"/>
                <a:ext cx="180373" cy="104982"/>
              </a:xfrm>
              <a:custGeom>
                <a:rect b="b" l="l" r="r" t="t"/>
                <a:pathLst>
                  <a:path extrusionOk="0" h="447" w="768">
                    <a:moveTo>
                      <a:pt x="86" y="0"/>
                    </a:moveTo>
                    <a:lnTo>
                      <a:pt x="45" y="27"/>
                    </a:lnTo>
                    <a:lnTo>
                      <a:pt x="0" y="52"/>
                    </a:lnTo>
                    <a:lnTo>
                      <a:pt x="679" y="446"/>
                    </a:lnTo>
                    <a:lnTo>
                      <a:pt x="722" y="424"/>
                    </a:lnTo>
                    <a:lnTo>
                      <a:pt x="767" y="395"/>
                    </a:lnTo>
                    <a:lnTo>
                      <a:pt x="86"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37"/>
              <p:cNvSpPr/>
              <p:nvPr/>
            </p:nvSpPr>
            <p:spPr>
              <a:xfrm rot="39010">
                <a:off x="6477575" y="4198522"/>
                <a:ext cx="166516" cy="93944"/>
              </a:xfrm>
              <a:custGeom>
                <a:rect b="b" l="l" r="r" t="t"/>
                <a:pathLst>
                  <a:path extrusionOk="0" h="400" w="709">
                    <a:moveTo>
                      <a:pt x="706" y="394"/>
                    </a:moveTo>
                    <a:lnTo>
                      <a:pt x="708" y="395"/>
                    </a:lnTo>
                    <a:cubicBezTo>
                      <a:pt x="708" y="395"/>
                      <a:pt x="707" y="395"/>
                      <a:pt x="706" y="394"/>
                    </a:cubicBezTo>
                    <a:close/>
                    <a:moveTo>
                      <a:pt x="29" y="1"/>
                    </a:moveTo>
                    <a:cubicBezTo>
                      <a:pt x="0" y="3"/>
                      <a:pt x="680" y="400"/>
                      <a:pt x="680" y="400"/>
                    </a:cubicBezTo>
                    <a:cubicBezTo>
                      <a:pt x="688" y="395"/>
                      <a:pt x="694" y="393"/>
                      <a:pt x="699" y="393"/>
                    </a:cubicBezTo>
                    <a:cubicBezTo>
                      <a:pt x="702" y="393"/>
                      <a:pt x="704" y="393"/>
                      <a:pt x="706" y="394"/>
                    </a:cubicBezTo>
                    <a:lnTo>
                      <a:pt x="706" y="394"/>
                    </a:lnTo>
                    <a:lnTo>
                      <a:pt x="29"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37"/>
              <p:cNvSpPr/>
              <p:nvPr/>
            </p:nvSpPr>
            <p:spPr>
              <a:xfrm rot="39010">
                <a:off x="6456628" y="4220796"/>
                <a:ext cx="160175" cy="98406"/>
              </a:xfrm>
              <a:custGeom>
                <a:rect b="b" l="l" r="r" t="t"/>
                <a:pathLst>
                  <a:path extrusionOk="0" h="419" w="682">
                    <a:moveTo>
                      <a:pt x="0" y="1"/>
                    </a:moveTo>
                    <a:lnTo>
                      <a:pt x="0" y="23"/>
                    </a:lnTo>
                    <a:lnTo>
                      <a:pt x="682" y="418"/>
                    </a:lnTo>
                    <a:lnTo>
                      <a:pt x="682" y="396"/>
                    </a:ln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37"/>
              <p:cNvSpPr/>
              <p:nvPr/>
            </p:nvSpPr>
            <p:spPr>
              <a:xfrm rot="39010">
                <a:off x="6456785" y="4198363"/>
                <a:ext cx="179903" cy="115551"/>
              </a:xfrm>
              <a:custGeom>
                <a:rect b="b" l="l" r="r" t="t"/>
                <a:pathLst>
                  <a:path extrusionOk="0" h="492" w="766">
                    <a:moveTo>
                      <a:pt x="86" y="1"/>
                    </a:moveTo>
                    <a:lnTo>
                      <a:pt x="41" y="25"/>
                    </a:lnTo>
                    <a:cubicBezTo>
                      <a:pt x="19" y="48"/>
                      <a:pt x="17" y="48"/>
                      <a:pt x="17" y="52"/>
                    </a:cubicBezTo>
                    <a:cubicBezTo>
                      <a:pt x="0" y="97"/>
                      <a:pt x="682" y="492"/>
                      <a:pt x="682" y="492"/>
                    </a:cubicBezTo>
                    <a:cubicBezTo>
                      <a:pt x="682" y="483"/>
                      <a:pt x="684" y="477"/>
                      <a:pt x="684" y="471"/>
                    </a:cubicBezTo>
                    <a:cubicBezTo>
                      <a:pt x="686" y="465"/>
                      <a:pt x="690" y="457"/>
                      <a:pt x="694" y="453"/>
                    </a:cubicBezTo>
                    <a:cubicBezTo>
                      <a:pt x="700" y="445"/>
                      <a:pt x="702" y="440"/>
                      <a:pt x="706" y="434"/>
                    </a:cubicBezTo>
                    <a:cubicBezTo>
                      <a:pt x="712" y="430"/>
                      <a:pt x="716" y="424"/>
                      <a:pt x="722" y="422"/>
                    </a:cubicBezTo>
                    <a:lnTo>
                      <a:pt x="765" y="395"/>
                    </a:lnTo>
                    <a:lnTo>
                      <a:pt x="86"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37"/>
              <p:cNvSpPr/>
              <p:nvPr/>
            </p:nvSpPr>
            <p:spPr>
              <a:xfrm rot="39010">
                <a:off x="6436802" y="4226086"/>
                <a:ext cx="179903" cy="104982"/>
              </a:xfrm>
              <a:custGeom>
                <a:rect b="b" l="l" r="r" t="t"/>
                <a:pathLst>
                  <a:path extrusionOk="0" h="447" w="766">
                    <a:moveTo>
                      <a:pt x="84" y="0"/>
                    </a:moveTo>
                    <a:lnTo>
                      <a:pt x="43" y="27"/>
                    </a:lnTo>
                    <a:lnTo>
                      <a:pt x="0" y="51"/>
                    </a:lnTo>
                    <a:lnTo>
                      <a:pt x="678" y="446"/>
                    </a:lnTo>
                    <a:lnTo>
                      <a:pt x="725" y="420"/>
                    </a:lnTo>
                    <a:lnTo>
                      <a:pt x="766" y="395"/>
                    </a:lnTo>
                    <a:lnTo>
                      <a:pt x="84"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37"/>
              <p:cNvSpPr/>
              <p:nvPr/>
            </p:nvSpPr>
            <p:spPr>
              <a:xfrm rot="39010">
                <a:off x="6427241" y="4225431"/>
                <a:ext cx="166516" cy="93944"/>
              </a:xfrm>
              <a:custGeom>
                <a:rect b="b" l="l" r="r" t="t"/>
                <a:pathLst>
                  <a:path extrusionOk="0" h="400" w="709">
                    <a:moveTo>
                      <a:pt x="23" y="0"/>
                    </a:moveTo>
                    <a:lnTo>
                      <a:pt x="23" y="0"/>
                    </a:lnTo>
                    <a:cubicBezTo>
                      <a:pt x="0" y="6"/>
                      <a:pt x="682" y="399"/>
                      <a:pt x="682" y="399"/>
                    </a:cubicBezTo>
                    <a:cubicBezTo>
                      <a:pt x="686" y="399"/>
                      <a:pt x="692" y="397"/>
                      <a:pt x="696" y="397"/>
                    </a:cubicBezTo>
                    <a:cubicBezTo>
                      <a:pt x="701" y="397"/>
                      <a:pt x="704" y="397"/>
                      <a:pt x="706" y="398"/>
                    </a:cubicBezTo>
                    <a:lnTo>
                      <a:pt x="706" y="398"/>
                    </a:lnTo>
                    <a:lnTo>
                      <a:pt x="29" y="2"/>
                    </a:lnTo>
                    <a:cubicBezTo>
                      <a:pt x="25" y="0"/>
                      <a:pt x="23" y="0"/>
                      <a:pt x="23" y="0"/>
                    </a:cubicBezTo>
                    <a:close/>
                    <a:moveTo>
                      <a:pt x="706" y="398"/>
                    </a:moveTo>
                    <a:lnTo>
                      <a:pt x="708" y="399"/>
                    </a:lnTo>
                    <a:cubicBezTo>
                      <a:pt x="708" y="399"/>
                      <a:pt x="707" y="398"/>
                      <a:pt x="706" y="398"/>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37"/>
              <p:cNvSpPr/>
              <p:nvPr/>
            </p:nvSpPr>
            <p:spPr>
              <a:xfrm rot="39010">
                <a:off x="6407219" y="4249120"/>
                <a:ext cx="159235" cy="98172"/>
              </a:xfrm>
              <a:custGeom>
                <a:rect b="b" l="l" r="r" t="t"/>
                <a:pathLst>
                  <a:path extrusionOk="0" h="418" w="678">
                    <a:moveTo>
                      <a:pt x="1" y="0"/>
                    </a:moveTo>
                    <a:lnTo>
                      <a:pt x="1" y="23"/>
                    </a:lnTo>
                    <a:lnTo>
                      <a:pt x="678" y="418"/>
                    </a:lnTo>
                    <a:lnTo>
                      <a:pt x="678" y="395"/>
                    </a:ln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37"/>
              <p:cNvSpPr/>
              <p:nvPr/>
            </p:nvSpPr>
            <p:spPr>
              <a:xfrm rot="39010">
                <a:off x="6406903" y="4226684"/>
                <a:ext cx="179433" cy="116021"/>
              </a:xfrm>
              <a:custGeom>
                <a:rect b="b" l="l" r="r" t="t"/>
                <a:pathLst>
                  <a:path extrusionOk="0" h="494" w="764">
                    <a:moveTo>
                      <a:pt x="84" y="0"/>
                    </a:moveTo>
                    <a:lnTo>
                      <a:pt x="41" y="25"/>
                    </a:lnTo>
                    <a:cubicBezTo>
                      <a:pt x="17" y="47"/>
                      <a:pt x="15" y="47"/>
                      <a:pt x="15" y="51"/>
                    </a:cubicBezTo>
                    <a:cubicBezTo>
                      <a:pt x="13" y="54"/>
                      <a:pt x="13" y="54"/>
                      <a:pt x="13" y="56"/>
                    </a:cubicBezTo>
                    <a:cubicBezTo>
                      <a:pt x="1" y="96"/>
                      <a:pt x="680" y="493"/>
                      <a:pt x="680" y="493"/>
                    </a:cubicBezTo>
                    <a:cubicBezTo>
                      <a:pt x="680" y="485"/>
                      <a:pt x="682" y="481"/>
                      <a:pt x="682" y="473"/>
                    </a:cubicBezTo>
                    <a:cubicBezTo>
                      <a:pt x="686" y="465"/>
                      <a:pt x="688" y="457"/>
                      <a:pt x="692" y="452"/>
                    </a:cubicBezTo>
                    <a:cubicBezTo>
                      <a:pt x="698" y="444"/>
                      <a:pt x="700" y="440"/>
                      <a:pt x="706" y="434"/>
                    </a:cubicBezTo>
                    <a:cubicBezTo>
                      <a:pt x="710" y="430"/>
                      <a:pt x="717" y="424"/>
                      <a:pt x="721" y="422"/>
                    </a:cubicBezTo>
                    <a:lnTo>
                      <a:pt x="764" y="395"/>
                    </a:lnTo>
                    <a:lnTo>
                      <a:pt x="84"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37"/>
              <p:cNvSpPr/>
              <p:nvPr/>
            </p:nvSpPr>
            <p:spPr>
              <a:xfrm rot="39010">
                <a:off x="6386455" y="4254169"/>
                <a:ext cx="179903" cy="104982"/>
              </a:xfrm>
              <a:custGeom>
                <a:rect b="b" l="l" r="r" t="t"/>
                <a:pathLst>
                  <a:path extrusionOk="0" h="447" w="766">
                    <a:moveTo>
                      <a:pt x="89" y="1"/>
                    </a:moveTo>
                    <a:lnTo>
                      <a:pt x="46" y="26"/>
                    </a:lnTo>
                    <a:lnTo>
                      <a:pt x="1" y="52"/>
                    </a:lnTo>
                    <a:lnTo>
                      <a:pt x="682" y="447"/>
                    </a:lnTo>
                    <a:lnTo>
                      <a:pt x="725" y="420"/>
                    </a:lnTo>
                    <a:lnTo>
                      <a:pt x="766" y="396"/>
                    </a:lnTo>
                    <a:lnTo>
                      <a:pt x="89" y="1"/>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37"/>
              <p:cNvSpPr/>
              <p:nvPr/>
            </p:nvSpPr>
            <p:spPr>
              <a:xfrm rot="39010">
                <a:off x="6376891" y="4253752"/>
                <a:ext cx="166986" cy="94179"/>
              </a:xfrm>
              <a:custGeom>
                <a:rect b="b" l="l" r="r" t="t"/>
                <a:pathLst>
                  <a:path extrusionOk="0" h="401" w="711">
                    <a:moveTo>
                      <a:pt x="22" y="1"/>
                    </a:moveTo>
                    <a:cubicBezTo>
                      <a:pt x="17" y="1"/>
                      <a:pt x="10" y="2"/>
                      <a:pt x="1" y="6"/>
                    </a:cubicBezTo>
                    <a:lnTo>
                      <a:pt x="682" y="401"/>
                    </a:lnTo>
                    <a:cubicBezTo>
                      <a:pt x="688" y="398"/>
                      <a:pt x="693" y="396"/>
                      <a:pt x="699" y="396"/>
                    </a:cubicBezTo>
                    <a:cubicBezTo>
                      <a:pt x="703" y="396"/>
                      <a:pt x="707" y="397"/>
                      <a:pt x="711" y="399"/>
                    </a:cubicBezTo>
                    <a:lnTo>
                      <a:pt x="29" y="2"/>
                    </a:lnTo>
                    <a:cubicBezTo>
                      <a:pt x="28" y="1"/>
                      <a:pt x="26" y="1"/>
                      <a:pt x="22"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37"/>
              <p:cNvSpPr/>
              <p:nvPr/>
            </p:nvSpPr>
            <p:spPr>
              <a:xfrm rot="39010">
                <a:off x="6376883" y="4255123"/>
                <a:ext cx="160175" cy="92770"/>
              </a:xfrm>
              <a:custGeom>
                <a:rect b="b" l="l" r="r" t="t"/>
                <a:pathLst>
                  <a:path extrusionOk="0" h="395" w="682">
                    <a:moveTo>
                      <a:pt x="1" y="0"/>
                    </a:moveTo>
                    <a:lnTo>
                      <a:pt x="682" y="395"/>
                    </a:lnTo>
                    <a:cubicBezTo>
                      <a:pt x="682" y="393"/>
                      <a:pt x="5"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37"/>
              <p:cNvSpPr/>
              <p:nvPr/>
            </p:nvSpPr>
            <p:spPr>
              <a:xfrm rot="39010">
                <a:off x="6376886" y="4255127"/>
                <a:ext cx="160879" cy="92300"/>
              </a:xfrm>
              <a:custGeom>
                <a:rect b="b" l="l" r="r" t="t"/>
                <a:pathLst>
                  <a:path extrusionOk="0" h="393" w="685">
                    <a:moveTo>
                      <a:pt x="1" y="0"/>
                    </a:moveTo>
                    <a:lnTo>
                      <a:pt x="682" y="393"/>
                    </a:lnTo>
                    <a:cubicBezTo>
                      <a:pt x="684" y="393"/>
                      <a:pt x="5"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37"/>
              <p:cNvSpPr/>
              <p:nvPr/>
            </p:nvSpPr>
            <p:spPr>
              <a:xfrm rot="39010">
                <a:off x="6377362" y="4253955"/>
                <a:ext cx="160409" cy="93474"/>
              </a:xfrm>
              <a:custGeom>
                <a:rect b="b" l="l" r="r" t="t"/>
                <a:pathLst>
                  <a:path extrusionOk="0" h="398" w="683">
                    <a:moveTo>
                      <a:pt x="1" y="1"/>
                    </a:moveTo>
                    <a:lnTo>
                      <a:pt x="682" y="398"/>
                    </a:lnTo>
                    <a:cubicBezTo>
                      <a:pt x="682" y="398"/>
                      <a:pt x="5"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37"/>
              <p:cNvSpPr/>
              <p:nvPr/>
            </p:nvSpPr>
            <p:spPr>
              <a:xfrm rot="39010">
                <a:off x="6377362" y="4253958"/>
                <a:ext cx="160879" cy="93474"/>
              </a:xfrm>
              <a:custGeom>
                <a:rect b="b" l="l" r="r" t="t"/>
                <a:pathLst>
                  <a:path extrusionOk="0" h="398" w="685">
                    <a:moveTo>
                      <a:pt x="1" y="1"/>
                    </a:moveTo>
                    <a:lnTo>
                      <a:pt x="682" y="398"/>
                    </a:lnTo>
                    <a:cubicBezTo>
                      <a:pt x="684" y="396"/>
                      <a:pt x="5"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37"/>
              <p:cNvSpPr/>
              <p:nvPr/>
            </p:nvSpPr>
            <p:spPr>
              <a:xfrm rot="39010">
                <a:off x="6378302" y="4253963"/>
                <a:ext cx="159940" cy="93474"/>
              </a:xfrm>
              <a:custGeom>
                <a:rect b="b" l="l" r="r" t="t"/>
                <a:pathLst>
                  <a:path extrusionOk="0" h="398" w="681">
                    <a:moveTo>
                      <a:pt x="1" y="1"/>
                    </a:moveTo>
                    <a:lnTo>
                      <a:pt x="680" y="398"/>
                    </a:lnTo>
                    <a:cubicBezTo>
                      <a:pt x="680" y="396"/>
                      <a:pt x="3"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37"/>
              <p:cNvSpPr/>
              <p:nvPr/>
            </p:nvSpPr>
            <p:spPr>
              <a:xfrm rot="39010">
                <a:off x="6378777" y="4253502"/>
                <a:ext cx="160409" cy="93474"/>
              </a:xfrm>
              <a:custGeom>
                <a:rect b="b" l="l" r="r" t="t"/>
                <a:pathLst>
                  <a:path extrusionOk="0" h="398" w="683">
                    <a:moveTo>
                      <a:pt x="1" y="1"/>
                    </a:moveTo>
                    <a:cubicBezTo>
                      <a:pt x="3" y="3"/>
                      <a:pt x="682" y="398"/>
                      <a:pt x="682" y="398"/>
                    </a:cubicBezTo>
                    <a:lnTo>
                      <a:pt x="1"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37"/>
              <p:cNvSpPr/>
              <p:nvPr/>
            </p:nvSpPr>
            <p:spPr>
              <a:xfrm rot="39010">
                <a:off x="6378774" y="4253974"/>
                <a:ext cx="160879" cy="93005"/>
              </a:xfrm>
              <a:custGeom>
                <a:rect b="b" l="l" r="r" t="t"/>
                <a:pathLst>
                  <a:path extrusionOk="0" h="396" w="685">
                    <a:moveTo>
                      <a:pt x="1" y="1"/>
                    </a:moveTo>
                    <a:lnTo>
                      <a:pt x="682" y="396"/>
                    </a:lnTo>
                    <a:cubicBezTo>
                      <a:pt x="684" y="396"/>
                      <a:pt x="3"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37"/>
              <p:cNvSpPr/>
              <p:nvPr/>
            </p:nvSpPr>
            <p:spPr>
              <a:xfrm rot="39010">
                <a:off x="6379246" y="4253507"/>
                <a:ext cx="160409" cy="93474"/>
              </a:xfrm>
              <a:custGeom>
                <a:rect b="b" l="l" r="r" t="t"/>
                <a:pathLst>
                  <a:path extrusionOk="0" h="398" w="683">
                    <a:moveTo>
                      <a:pt x="1" y="1"/>
                    </a:moveTo>
                    <a:lnTo>
                      <a:pt x="682" y="398"/>
                    </a:lnTo>
                    <a:cubicBezTo>
                      <a:pt x="682" y="396"/>
                      <a:pt x="5"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37"/>
              <p:cNvSpPr/>
              <p:nvPr/>
            </p:nvSpPr>
            <p:spPr>
              <a:xfrm rot="39010">
                <a:off x="6379246" y="4253510"/>
                <a:ext cx="160879" cy="93474"/>
              </a:xfrm>
              <a:custGeom>
                <a:rect b="b" l="l" r="r" t="t"/>
                <a:pathLst>
                  <a:path extrusionOk="0" h="398" w="685">
                    <a:moveTo>
                      <a:pt x="1" y="1"/>
                    </a:moveTo>
                    <a:lnTo>
                      <a:pt x="682" y="398"/>
                    </a:lnTo>
                    <a:cubicBezTo>
                      <a:pt x="684" y="396"/>
                      <a:pt x="5"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37"/>
              <p:cNvSpPr/>
              <p:nvPr/>
            </p:nvSpPr>
            <p:spPr>
              <a:xfrm rot="39010">
                <a:off x="6380418" y="4253989"/>
                <a:ext cx="160175" cy="93005"/>
              </a:xfrm>
              <a:custGeom>
                <a:rect b="b" l="l" r="r" t="t"/>
                <a:pathLst>
                  <a:path extrusionOk="0" h="396" w="682">
                    <a:moveTo>
                      <a:pt x="0" y="1"/>
                    </a:moveTo>
                    <a:lnTo>
                      <a:pt x="679" y="396"/>
                    </a:lnTo>
                    <a:cubicBezTo>
                      <a:pt x="681" y="396"/>
                      <a:pt x="2" y="1"/>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37"/>
              <p:cNvSpPr/>
              <p:nvPr/>
            </p:nvSpPr>
            <p:spPr>
              <a:xfrm rot="39010">
                <a:off x="6380890" y="4253522"/>
                <a:ext cx="159705" cy="93474"/>
              </a:xfrm>
              <a:custGeom>
                <a:rect b="b" l="l" r="r" t="t"/>
                <a:pathLst>
                  <a:path extrusionOk="0" h="398" w="680">
                    <a:moveTo>
                      <a:pt x="0" y="1"/>
                    </a:moveTo>
                    <a:lnTo>
                      <a:pt x="679" y="398"/>
                    </a:lnTo>
                    <a:cubicBezTo>
                      <a:pt x="679" y="398"/>
                      <a:pt x="2" y="1"/>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37"/>
              <p:cNvSpPr/>
              <p:nvPr/>
            </p:nvSpPr>
            <p:spPr>
              <a:xfrm rot="39010">
                <a:off x="6380895" y="4253056"/>
                <a:ext cx="160409" cy="93474"/>
              </a:xfrm>
              <a:custGeom>
                <a:rect b="b" l="l" r="r" t="t"/>
                <a:pathLst>
                  <a:path extrusionOk="0" h="398" w="683">
                    <a:moveTo>
                      <a:pt x="0" y="1"/>
                    </a:moveTo>
                    <a:cubicBezTo>
                      <a:pt x="1" y="1"/>
                      <a:pt x="48" y="29"/>
                      <a:pt x="117" y="69"/>
                    </a:cubicBezTo>
                    <a:lnTo>
                      <a:pt x="117" y="69"/>
                    </a:lnTo>
                    <a:lnTo>
                      <a:pt x="0" y="1"/>
                    </a:lnTo>
                    <a:close/>
                    <a:moveTo>
                      <a:pt x="117" y="69"/>
                    </a:moveTo>
                    <a:lnTo>
                      <a:pt x="679" y="398"/>
                    </a:lnTo>
                    <a:cubicBezTo>
                      <a:pt x="682" y="398"/>
                      <a:pt x="312" y="183"/>
                      <a:pt x="117" y="69"/>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37"/>
              <p:cNvSpPr/>
              <p:nvPr/>
            </p:nvSpPr>
            <p:spPr>
              <a:xfrm rot="39010">
                <a:off x="6381365" y="4253062"/>
                <a:ext cx="160644" cy="93474"/>
              </a:xfrm>
              <a:custGeom>
                <a:rect b="b" l="l" r="r" t="t"/>
                <a:pathLst>
                  <a:path extrusionOk="0" h="398" w="684">
                    <a:moveTo>
                      <a:pt x="0" y="1"/>
                    </a:moveTo>
                    <a:lnTo>
                      <a:pt x="681" y="398"/>
                    </a:lnTo>
                    <a:cubicBezTo>
                      <a:pt x="683" y="398"/>
                      <a:pt x="6" y="3"/>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37"/>
              <p:cNvSpPr/>
              <p:nvPr/>
            </p:nvSpPr>
            <p:spPr>
              <a:xfrm rot="39010">
                <a:off x="6381824" y="4254007"/>
                <a:ext cx="160644" cy="93474"/>
              </a:xfrm>
              <a:custGeom>
                <a:rect b="b" l="l" r="r" t="t"/>
                <a:pathLst>
                  <a:path extrusionOk="0" h="398" w="684">
                    <a:moveTo>
                      <a:pt x="0" y="1"/>
                    </a:moveTo>
                    <a:lnTo>
                      <a:pt x="478" y="278"/>
                    </a:lnTo>
                    <a:lnTo>
                      <a:pt x="478" y="278"/>
                    </a:lnTo>
                    <a:cubicBezTo>
                      <a:pt x="278" y="161"/>
                      <a:pt x="3" y="1"/>
                      <a:pt x="0" y="1"/>
                    </a:cubicBezTo>
                    <a:close/>
                    <a:moveTo>
                      <a:pt x="478" y="278"/>
                    </a:moveTo>
                    <a:cubicBezTo>
                      <a:pt x="593" y="345"/>
                      <a:pt x="684" y="398"/>
                      <a:pt x="684" y="398"/>
                    </a:cubicBezTo>
                    <a:lnTo>
                      <a:pt x="681" y="396"/>
                    </a:lnTo>
                    <a:lnTo>
                      <a:pt x="478" y="278"/>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37"/>
              <p:cNvSpPr/>
              <p:nvPr/>
            </p:nvSpPr>
            <p:spPr>
              <a:xfrm rot="39010">
                <a:off x="6382769" y="4253545"/>
                <a:ext cx="160175" cy="93474"/>
              </a:xfrm>
              <a:custGeom>
                <a:rect b="b" l="l" r="r" t="t"/>
                <a:pathLst>
                  <a:path extrusionOk="0" h="398" w="682">
                    <a:moveTo>
                      <a:pt x="0" y="1"/>
                    </a:moveTo>
                    <a:cubicBezTo>
                      <a:pt x="1" y="2"/>
                      <a:pt x="96" y="57"/>
                      <a:pt x="214" y="126"/>
                    </a:cubicBezTo>
                    <a:lnTo>
                      <a:pt x="214" y="126"/>
                    </a:lnTo>
                    <a:lnTo>
                      <a:pt x="0" y="1"/>
                    </a:lnTo>
                    <a:close/>
                    <a:moveTo>
                      <a:pt x="214" y="126"/>
                    </a:moveTo>
                    <a:lnTo>
                      <a:pt x="680" y="398"/>
                    </a:lnTo>
                    <a:lnTo>
                      <a:pt x="682" y="398"/>
                    </a:lnTo>
                    <a:cubicBezTo>
                      <a:pt x="682" y="398"/>
                      <a:pt x="414" y="242"/>
                      <a:pt x="214" y="126"/>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37"/>
              <p:cNvSpPr/>
              <p:nvPr/>
            </p:nvSpPr>
            <p:spPr>
              <a:xfrm rot="39010">
                <a:off x="6383233" y="4254023"/>
                <a:ext cx="160644" cy="93474"/>
              </a:xfrm>
              <a:custGeom>
                <a:rect b="b" l="l" r="r" t="t"/>
                <a:pathLst>
                  <a:path extrusionOk="0" h="398" w="684">
                    <a:moveTo>
                      <a:pt x="0" y="1"/>
                    </a:moveTo>
                    <a:lnTo>
                      <a:pt x="0" y="1"/>
                    </a:lnTo>
                    <a:cubicBezTo>
                      <a:pt x="2" y="4"/>
                      <a:pt x="431" y="252"/>
                      <a:pt x="608" y="354"/>
                    </a:cubicBezTo>
                    <a:lnTo>
                      <a:pt x="608" y="354"/>
                    </a:lnTo>
                    <a:lnTo>
                      <a:pt x="0" y="1"/>
                    </a:lnTo>
                    <a:close/>
                    <a:moveTo>
                      <a:pt x="608" y="354"/>
                    </a:moveTo>
                    <a:lnTo>
                      <a:pt x="680" y="396"/>
                    </a:lnTo>
                    <a:lnTo>
                      <a:pt x="684" y="398"/>
                    </a:lnTo>
                    <a:cubicBezTo>
                      <a:pt x="684" y="398"/>
                      <a:pt x="654" y="381"/>
                      <a:pt x="608" y="354"/>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37"/>
              <p:cNvSpPr/>
              <p:nvPr/>
            </p:nvSpPr>
            <p:spPr>
              <a:xfrm rot="39010">
                <a:off x="6356870" y="4277445"/>
                <a:ext cx="160409" cy="98172"/>
              </a:xfrm>
              <a:custGeom>
                <a:rect b="b" l="l" r="r" t="t"/>
                <a:pathLst>
                  <a:path extrusionOk="0" h="418" w="683">
                    <a:moveTo>
                      <a:pt x="1" y="0"/>
                    </a:moveTo>
                    <a:lnTo>
                      <a:pt x="1" y="23"/>
                    </a:lnTo>
                    <a:lnTo>
                      <a:pt x="682" y="418"/>
                    </a:lnTo>
                    <a:lnTo>
                      <a:pt x="682" y="395"/>
                    </a:ln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37"/>
              <p:cNvSpPr/>
              <p:nvPr/>
            </p:nvSpPr>
            <p:spPr>
              <a:xfrm rot="39010">
                <a:off x="6356554" y="4255005"/>
                <a:ext cx="179903" cy="116021"/>
              </a:xfrm>
              <a:custGeom>
                <a:rect b="b" l="l" r="r" t="t"/>
                <a:pathLst>
                  <a:path extrusionOk="0" h="494" w="766">
                    <a:moveTo>
                      <a:pt x="85" y="0"/>
                    </a:moveTo>
                    <a:lnTo>
                      <a:pt x="42" y="25"/>
                    </a:lnTo>
                    <a:cubicBezTo>
                      <a:pt x="19" y="47"/>
                      <a:pt x="15" y="47"/>
                      <a:pt x="15" y="51"/>
                    </a:cubicBezTo>
                    <a:cubicBezTo>
                      <a:pt x="13" y="53"/>
                      <a:pt x="13" y="53"/>
                      <a:pt x="13" y="55"/>
                    </a:cubicBezTo>
                    <a:cubicBezTo>
                      <a:pt x="1" y="96"/>
                      <a:pt x="680" y="493"/>
                      <a:pt x="680" y="493"/>
                    </a:cubicBezTo>
                    <a:cubicBezTo>
                      <a:pt x="680" y="485"/>
                      <a:pt x="684" y="481"/>
                      <a:pt x="684" y="473"/>
                    </a:cubicBezTo>
                    <a:cubicBezTo>
                      <a:pt x="688" y="464"/>
                      <a:pt x="690" y="456"/>
                      <a:pt x="694" y="452"/>
                    </a:cubicBezTo>
                    <a:cubicBezTo>
                      <a:pt x="698" y="444"/>
                      <a:pt x="700" y="440"/>
                      <a:pt x="707" y="434"/>
                    </a:cubicBezTo>
                    <a:cubicBezTo>
                      <a:pt x="711" y="430"/>
                      <a:pt x="717" y="424"/>
                      <a:pt x="721" y="422"/>
                    </a:cubicBezTo>
                    <a:lnTo>
                      <a:pt x="766" y="395"/>
                    </a:lnTo>
                    <a:lnTo>
                      <a:pt x="85"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37"/>
              <p:cNvSpPr/>
              <p:nvPr/>
            </p:nvSpPr>
            <p:spPr>
              <a:xfrm rot="39010">
                <a:off x="6336576" y="4282497"/>
                <a:ext cx="180607" cy="104982"/>
              </a:xfrm>
              <a:custGeom>
                <a:rect b="b" l="l" r="r" t="t"/>
                <a:pathLst>
                  <a:path extrusionOk="0" h="447" w="769">
                    <a:moveTo>
                      <a:pt x="87" y="1"/>
                    </a:moveTo>
                    <a:lnTo>
                      <a:pt x="44" y="25"/>
                    </a:lnTo>
                    <a:lnTo>
                      <a:pt x="1" y="50"/>
                    </a:lnTo>
                    <a:lnTo>
                      <a:pt x="680" y="447"/>
                    </a:lnTo>
                    <a:lnTo>
                      <a:pt x="723" y="420"/>
                    </a:lnTo>
                    <a:lnTo>
                      <a:pt x="768" y="396"/>
                    </a:lnTo>
                    <a:lnTo>
                      <a:pt x="87" y="1"/>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37"/>
              <p:cNvSpPr/>
              <p:nvPr/>
            </p:nvSpPr>
            <p:spPr>
              <a:xfrm rot="39010">
                <a:off x="6306760" y="4305060"/>
                <a:ext cx="160175" cy="98876"/>
              </a:xfrm>
              <a:custGeom>
                <a:rect b="b" l="l" r="r" t="t"/>
                <a:pathLst>
                  <a:path extrusionOk="0" h="421" w="682">
                    <a:moveTo>
                      <a:pt x="0" y="1"/>
                    </a:moveTo>
                    <a:lnTo>
                      <a:pt x="0" y="23"/>
                    </a:lnTo>
                    <a:lnTo>
                      <a:pt x="681" y="420"/>
                    </a:lnTo>
                    <a:lnTo>
                      <a:pt x="681" y="398"/>
                    </a:ln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37"/>
              <p:cNvSpPr/>
              <p:nvPr/>
            </p:nvSpPr>
            <p:spPr>
              <a:xfrm rot="39010">
                <a:off x="6306226" y="4281251"/>
                <a:ext cx="187184" cy="116491"/>
              </a:xfrm>
              <a:custGeom>
                <a:rect b="b" l="l" r="r" t="t"/>
                <a:pathLst>
                  <a:path extrusionOk="0" h="496" w="797">
                    <a:moveTo>
                      <a:pt x="795" y="399"/>
                    </a:moveTo>
                    <a:lnTo>
                      <a:pt x="797" y="400"/>
                    </a:lnTo>
                    <a:cubicBezTo>
                      <a:pt x="796" y="399"/>
                      <a:pt x="796" y="399"/>
                      <a:pt x="795" y="399"/>
                    </a:cubicBezTo>
                    <a:close/>
                    <a:moveTo>
                      <a:pt x="111" y="1"/>
                    </a:moveTo>
                    <a:cubicBezTo>
                      <a:pt x="89" y="5"/>
                      <a:pt x="42" y="31"/>
                      <a:pt x="42" y="31"/>
                    </a:cubicBezTo>
                    <a:cubicBezTo>
                      <a:pt x="19" y="54"/>
                      <a:pt x="17" y="54"/>
                      <a:pt x="17" y="56"/>
                    </a:cubicBezTo>
                    <a:cubicBezTo>
                      <a:pt x="1" y="103"/>
                      <a:pt x="682" y="496"/>
                      <a:pt x="682" y="496"/>
                    </a:cubicBezTo>
                    <a:cubicBezTo>
                      <a:pt x="682" y="490"/>
                      <a:pt x="684" y="483"/>
                      <a:pt x="684" y="475"/>
                    </a:cubicBezTo>
                    <a:cubicBezTo>
                      <a:pt x="686" y="469"/>
                      <a:pt x="688" y="463"/>
                      <a:pt x="695" y="455"/>
                    </a:cubicBezTo>
                    <a:cubicBezTo>
                      <a:pt x="699" y="449"/>
                      <a:pt x="703" y="443"/>
                      <a:pt x="707" y="438"/>
                    </a:cubicBezTo>
                    <a:cubicBezTo>
                      <a:pt x="713" y="432"/>
                      <a:pt x="717" y="428"/>
                      <a:pt x="723" y="424"/>
                    </a:cubicBezTo>
                    <a:lnTo>
                      <a:pt x="768" y="400"/>
                    </a:lnTo>
                    <a:cubicBezTo>
                      <a:pt x="774" y="400"/>
                      <a:pt x="780" y="398"/>
                      <a:pt x="785" y="398"/>
                    </a:cubicBezTo>
                    <a:cubicBezTo>
                      <a:pt x="788" y="398"/>
                      <a:pt x="792" y="398"/>
                      <a:pt x="795" y="399"/>
                    </a:cubicBezTo>
                    <a:lnTo>
                      <a:pt x="795" y="399"/>
                    </a:lnTo>
                    <a:lnTo>
                      <a:pt x="116" y="3"/>
                    </a:lnTo>
                    <a:cubicBezTo>
                      <a:pt x="114" y="1"/>
                      <a:pt x="111" y="1"/>
                      <a:pt x="11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37"/>
              <p:cNvSpPr/>
              <p:nvPr/>
            </p:nvSpPr>
            <p:spPr>
              <a:xfrm rot="39010">
                <a:off x="6286467" y="4310347"/>
                <a:ext cx="180373" cy="104982"/>
              </a:xfrm>
              <a:custGeom>
                <a:rect b="b" l="l" r="r" t="t"/>
                <a:pathLst>
                  <a:path extrusionOk="0" h="447" w="768">
                    <a:moveTo>
                      <a:pt x="86" y="0"/>
                    </a:moveTo>
                    <a:lnTo>
                      <a:pt x="43" y="27"/>
                    </a:lnTo>
                    <a:lnTo>
                      <a:pt x="0" y="52"/>
                    </a:lnTo>
                    <a:lnTo>
                      <a:pt x="679" y="446"/>
                    </a:lnTo>
                    <a:lnTo>
                      <a:pt x="724" y="422"/>
                    </a:lnTo>
                    <a:lnTo>
                      <a:pt x="767" y="397"/>
                    </a:lnTo>
                    <a:lnTo>
                      <a:pt x="86"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37"/>
              <p:cNvSpPr/>
              <p:nvPr/>
            </p:nvSpPr>
            <p:spPr>
              <a:xfrm rot="39010">
                <a:off x="6276901" y="4310160"/>
                <a:ext cx="166516" cy="93944"/>
              </a:xfrm>
              <a:custGeom>
                <a:rect b="b" l="l" r="r" t="t"/>
                <a:pathLst>
                  <a:path extrusionOk="0" h="400" w="709">
                    <a:moveTo>
                      <a:pt x="706" y="396"/>
                    </a:moveTo>
                    <a:lnTo>
                      <a:pt x="708" y="397"/>
                    </a:lnTo>
                    <a:cubicBezTo>
                      <a:pt x="708" y="397"/>
                      <a:pt x="707" y="397"/>
                      <a:pt x="706" y="396"/>
                    </a:cubicBezTo>
                    <a:close/>
                    <a:moveTo>
                      <a:pt x="29" y="0"/>
                    </a:moveTo>
                    <a:cubicBezTo>
                      <a:pt x="0" y="2"/>
                      <a:pt x="679" y="399"/>
                      <a:pt x="679" y="399"/>
                    </a:cubicBezTo>
                    <a:cubicBezTo>
                      <a:pt x="688" y="397"/>
                      <a:pt x="694" y="395"/>
                      <a:pt x="696" y="395"/>
                    </a:cubicBezTo>
                    <a:cubicBezTo>
                      <a:pt x="699" y="395"/>
                      <a:pt x="704" y="395"/>
                      <a:pt x="706" y="396"/>
                    </a:cubicBezTo>
                    <a:lnTo>
                      <a:pt x="706" y="396"/>
                    </a:lnTo>
                    <a:lnTo>
                      <a:pt x="29"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37"/>
              <p:cNvSpPr/>
              <p:nvPr/>
            </p:nvSpPr>
            <p:spPr>
              <a:xfrm rot="39010">
                <a:off x="6256883" y="4333381"/>
                <a:ext cx="159705" cy="98406"/>
              </a:xfrm>
              <a:custGeom>
                <a:rect b="b" l="l" r="r" t="t"/>
                <a:pathLst>
                  <a:path extrusionOk="0" h="419" w="680">
                    <a:moveTo>
                      <a:pt x="0" y="1"/>
                    </a:moveTo>
                    <a:lnTo>
                      <a:pt x="0" y="23"/>
                    </a:lnTo>
                    <a:lnTo>
                      <a:pt x="680" y="418"/>
                    </a:lnTo>
                    <a:lnTo>
                      <a:pt x="680" y="398"/>
                    </a:ln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37"/>
              <p:cNvSpPr/>
              <p:nvPr/>
            </p:nvSpPr>
            <p:spPr>
              <a:xfrm rot="39010">
                <a:off x="6266756" y="4311473"/>
                <a:ext cx="169804" cy="99346"/>
              </a:xfrm>
              <a:custGeom>
                <a:rect b="b" l="l" r="r" t="t"/>
                <a:pathLst>
                  <a:path extrusionOk="0" h="423" w="723">
                    <a:moveTo>
                      <a:pt x="45" y="1"/>
                    </a:moveTo>
                    <a:lnTo>
                      <a:pt x="0" y="25"/>
                    </a:lnTo>
                    <a:lnTo>
                      <a:pt x="679" y="422"/>
                    </a:lnTo>
                    <a:lnTo>
                      <a:pt x="722" y="393"/>
                    </a:lnTo>
                    <a:lnTo>
                      <a:pt x="45"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37"/>
              <p:cNvSpPr/>
              <p:nvPr/>
            </p:nvSpPr>
            <p:spPr>
              <a:xfrm rot="39010">
                <a:off x="6256530" y="4317229"/>
                <a:ext cx="169804" cy="110149"/>
              </a:xfrm>
              <a:custGeom>
                <a:rect b="b" l="l" r="r" t="t"/>
                <a:pathLst>
                  <a:path extrusionOk="0" h="469" w="723">
                    <a:moveTo>
                      <a:pt x="43" y="0"/>
                    </a:moveTo>
                    <a:cubicBezTo>
                      <a:pt x="19" y="23"/>
                      <a:pt x="17" y="23"/>
                      <a:pt x="17" y="27"/>
                    </a:cubicBezTo>
                    <a:cubicBezTo>
                      <a:pt x="17" y="29"/>
                      <a:pt x="15" y="29"/>
                      <a:pt x="15" y="31"/>
                    </a:cubicBezTo>
                    <a:cubicBezTo>
                      <a:pt x="0" y="72"/>
                      <a:pt x="682" y="469"/>
                      <a:pt x="682" y="469"/>
                    </a:cubicBezTo>
                    <a:cubicBezTo>
                      <a:pt x="682" y="460"/>
                      <a:pt x="684" y="456"/>
                      <a:pt x="684" y="448"/>
                    </a:cubicBezTo>
                    <a:cubicBezTo>
                      <a:pt x="688" y="438"/>
                      <a:pt x="690" y="432"/>
                      <a:pt x="694" y="426"/>
                    </a:cubicBezTo>
                    <a:cubicBezTo>
                      <a:pt x="702" y="411"/>
                      <a:pt x="712" y="401"/>
                      <a:pt x="722" y="395"/>
                    </a:cubicBezTo>
                    <a:lnTo>
                      <a:pt x="43"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37"/>
              <p:cNvSpPr/>
              <p:nvPr/>
            </p:nvSpPr>
            <p:spPr>
              <a:xfrm rot="39010">
                <a:off x="6236587" y="4338668"/>
                <a:ext cx="179903" cy="104982"/>
              </a:xfrm>
              <a:custGeom>
                <a:rect b="b" l="l" r="r" t="t"/>
                <a:pathLst>
                  <a:path extrusionOk="0" h="447" w="766">
                    <a:moveTo>
                      <a:pt x="86" y="0"/>
                    </a:moveTo>
                    <a:lnTo>
                      <a:pt x="41" y="27"/>
                    </a:lnTo>
                    <a:lnTo>
                      <a:pt x="0" y="51"/>
                    </a:lnTo>
                    <a:lnTo>
                      <a:pt x="680" y="446"/>
                    </a:lnTo>
                    <a:lnTo>
                      <a:pt x="723" y="422"/>
                    </a:lnTo>
                    <a:lnTo>
                      <a:pt x="766" y="395"/>
                    </a:lnTo>
                    <a:lnTo>
                      <a:pt x="86"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37"/>
              <p:cNvSpPr/>
              <p:nvPr/>
            </p:nvSpPr>
            <p:spPr>
              <a:xfrm rot="39010">
                <a:off x="6156503" y="4476926"/>
                <a:ext cx="159940" cy="116960"/>
              </a:xfrm>
              <a:custGeom>
                <a:rect b="b" l="l" r="r" t="t"/>
                <a:pathLst>
                  <a:path extrusionOk="0" h="498" w="681">
                    <a:moveTo>
                      <a:pt x="1" y="1"/>
                    </a:moveTo>
                    <a:lnTo>
                      <a:pt x="1" y="52"/>
                    </a:lnTo>
                    <a:lnTo>
                      <a:pt x="1" y="103"/>
                    </a:lnTo>
                    <a:lnTo>
                      <a:pt x="680" y="498"/>
                    </a:lnTo>
                    <a:lnTo>
                      <a:pt x="680" y="447"/>
                    </a:lnTo>
                    <a:lnTo>
                      <a:pt x="680" y="397"/>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37"/>
              <p:cNvSpPr/>
              <p:nvPr/>
            </p:nvSpPr>
            <p:spPr>
              <a:xfrm rot="39010">
                <a:off x="6227022" y="4338486"/>
                <a:ext cx="166986" cy="93944"/>
              </a:xfrm>
              <a:custGeom>
                <a:rect b="b" l="l" r="r" t="t"/>
                <a:pathLst>
                  <a:path extrusionOk="0" h="400" w="711">
                    <a:moveTo>
                      <a:pt x="29" y="0"/>
                    </a:moveTo>
                    <a:cubicBezTo>
                      <a:pt x="0" y="2"/>
                      <a:pt x="682" y="399"/>
                      <a:pt x="682" y="399"/>
                    </a:cubicBezTo>
                    <a:cubicBezTo>
                      <a:pt x="686" y="397"/>
                      <a:pt x="692" y="395"/>
                      <a:pt x="696" y="395"/>
                    </a:cubicBezTo>
                    <a:cubicBezTo>
                      <a:pt x="702" y="395"/>
                      <a:pt x="706" y="395"/>
                      <a:pt x="710" y="397"/>
                    </a:cubicBezTo>
                    <a:lnTo>
                      <a:pt x="29"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37"/>
              <p:cNvSpPr/>
              <p:nvPr/>
            </p:nvSpPr>
            <p:spPr>
              <a:xfrm rot="39010">
                <a:off x="6142305" y="4474432"/>
                <a:ext cx="162758" cy="99111"/>
              </a:xfrm>
              <a:custGeom>
                <a:rect b="b" l="l" r="r" t="t"/>
                <a:pathLst>
                  <a:path extrusionOk="0" h="422" w="693">
                    <a:moveTo>
                      <a:pt x="1" y="0"/>
                    </a:moveTo>
                    <a:cubicBezTo>
                      <a:pt x="1" y="13"/>
                      <a:pt x="5" y="21"/>
                      <a:pt x="13" y="27"/>
                    </a:cubicBezTo>
                    <a:lnTo>
                      <a:pt x="692" y="422"/>
                    </a:lnTo>
                    <a:cubicBezTo>
                      <a:pt x="686" y="418"/>
                      <a:pt x="680" y="407"/>
                      <a:pt x="680" y="397"/>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37"/>
              <p:cNvSpPr/>
              <p:nvPr/>
            </p:nvSpPr>
            <p:spPr>
              <a:xfrm rot="39010">
                <a:off x="6142313" y="4476763"/>
                <a:ext cx="159705" cy="93005"/>
              </a:xfrm>
              <a:custGeom>
                <a:rect b="b" l="l" r="r" t="t"/>
                <a:pathLst>
                  <a:path extrusionOk="0" h="396" w="680">
                    <a:moveTo>
                      <a:pt x="1" y="1"/>
                    </a:moveTo>
                    <a:cubicBezTo>
                      <a:pt x="1" y="1"/>
                      <a:pt x="1" y="1"/>
                      <a:pt x="1" y="1"/>
                    </a:cubicBezTo>
                    <a:lnTo>
                      <a:pt x="680" y="395"/>
                    </a:lnTo>
                    <a:cubicBezTo>
                      <a:pt x="680" y="391"/>
                      <a:pt x="4"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37"/>
              <p:cNvSpPr/>
              <p:nvPr/>
            </p:nvSpPr>
            <p:spPr>
              <a:xfrm rot="39010">
                <a:off x="6142321" y="4476294"/>
                <a:ext cx="159705" cy="92535"/>
              </a:xfrm>
              <a:custGeom>
                <a:rect b="b" l="l" r="r" t="t"/>
                <a:pathLst>
                  <a:path extrusionOk="0" h="394" w="680">
                    <a:moveTo>
                      <a:pt x="1" y="0"/>
                    </a:moveTo>
                    <a:cubicBezTo>
                      <a:pt x="1" y="0"/>
                      <a:pt x="1" y="0"/>
                      <a:pt x="1" y="0"/>
                    </a:cubicBezTo>
                    <a:lnTo>
                      <a:pt x="680" y="393"/>
                    </a:lnTo>
                    <a:cubicBezTo>
                      <a:pt x="680" y="391"/>
                      <a:pt x="4"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37"/>
              <p:cNvSpPr/>
              <p:nvPr/>
            </p:nvSpPr>
            <p:spPr>
              <a:xfrm rot="39010">
                <a:off x="6142335" y="4474885"/>
                <a:ext cx="159705" cy="93005"/>
              </a:xfrm>
              <a:custGeom>
                <a:rect b="b" l="l" r="r" t="t"/>
                <a:pathLst>
                  <a:path extrusionOk="0" h="396" w="680">
                    <a:moveTo>
                      <a:pt x="1" y="0"/>
                    </a:moveTo>
                    <a:cubicBezTo>
                      <a:pt x="1" y="0"/>
                      <a:pt x="1" y="0"/>
                      <a:pt x="1" y="0"/>
                    </a:cubicBezTo>
                    <a:lnTo>
                      <a:pt x="680" y="395"/>
                    </a:lnTo>
                    <a:cubicBezTo>
                      <a:pt x="680" y="393"/>
                      <a:pt x="4"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37"/>
              <p:cNvSpPr/>
              <p:nvPr/>
            </p:nvSpPr>
            <p:spPr>
              <a:xfrm rot="39010">
                <a:off x="6206516" y="4363584"/>
                <a:ext cx="160644" cy="97702"/>
              </a:xfrm>
              <a:custGeom>
                <a:rect b="b" l="l" r="r" t="t"/>
                <a:pathLst>
                  <a:path extrusionOk="0" h="416" w="684">
                    <a:moveTo>
                      <a:pt x="1" y="1"/>
                    </a:moveTo>
                    <a:lnTo>
                      <a:pt x="5" y="21"/>
                    </a:lnTo>
                    <a:lnTo>
                      <a:pt x="684" y="416"/>
                    </a:lnTo>
                    <a:lnTo>
                      <a:pt x="680" y="393"/>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37"/>
              <p:cNvSpPr/>
              <p:nvPr/>
            </p:nvSpPr>
            <p:spPr>
              <a:xfrm rot="39010">
                <a:off x="6154666" y="4443342"/>
                <a:ext cx="164167" cy="93944"/>
              </a:xfrm>
              <a:custGeom>
                <a:rect b="b" l="l" r="r" t="t"/>
                <a:pathLst>
                  <a:path extrusionOk="0" h="400" w="699">
                    <a:moveTo>
                      <a:pt x="21" y="0"/>
                    </a:moveTo>
                    <a:lnTo>
                      <a:pt x="1" y="6"/>
                    </a:lnTo>
                    <a:lnTo>
                      <a:pt x="678" y="399"/>
                    </a:lnTo>
                    <a:lnTo>
                      <a:pt x="698" y="397"/>
                    </a:lnTo>
                    <a:lnTo>
                      <a:pt x="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37"/>
              <p:cNvSpPr/>
              <p:nvPr/>
            </p:nvSpPr>
            <p:spPr>
              <a:xfrm rot="39010">
                <a:off x="6188542" y="4367242"/>
                <a:ext cx="178963" cy="112263"/>
              </a:xfrm>
              <a:custGeom>
                <a:rect b="b" l="l" r="r" t="t"/>
                <a:pathLst>
                  <a:path extrusionOk="0" h="478" w="762">
                    <a:moveTo>
                      <a:pt x="81" y="1"/>
                    </a:moveTo>
                    <a:cubicBezTo>
                      <a:pt x="72" y="9"/>
                      <a:pt x="68" y="11"/>
                      <a:pt x="66" y="15"/>
                    </a:cubicBezTo>
                    <a:lnTo>
                      <a:pt x="60" y="19"/>
                    </a:lnTo>
                    <a:cubicBezTo>
                      <a:pt x="56" y="21"/>
                      <a:pt x="52" y="28"/>
                      <a:pt x="50" y="30"/>
                    </a:cubicBezTo>
                    <a:lnTo>
                      <a:pt x="42" y="38"/>
                    </a:lnTo>
                    <a:lnTo>
                      <a:pt x="40" y="40"/>
                    </a:lnTo>
                    <a:lnTo>
                      <a:pt x="1" y="81"/>
                    </a:lnTo>
                    <a:lnTo>
                      <a:pt x="682" y="478"/>
                    </a:lnTo>
                    <a:lnTo>
                      <a:pt x="721" y="437"/>
                    </a:lnTo>
                    <a:cubicBezTo>
                      <a:pt x="725" y="431"/>
                      <a:pt x="727" y="429"/>
                      <a:pt x="731" y="429"/>
                    </a:cubicBezTo>
                    <a:lnTo>
                      <a:pt x="731" y="427"/>
                    </a:lnTo>
                    <a:cubicBezTo>
                      <a:pt x="733" y="425"/>
                      <a:pt x="739" y="420"/>
                      <a:pt x="741" y="416"/>
                    </a:cubicBezTo>
                    <a:cubicBezTo>
                      <a:pt x="744" y="414"/>
                      <a:pt x="746" y="414"/>
                      <a:pt x="746" y="410"/>
                    </a:cubicBezTo>
                    <a:cubicBezTo>
                      <a:pt x="752" y="408"/>
                      <a:pt x="754" y="406"/>
                      <a:pt x="756" y="404"/>
                    </a:cubicBezTo>
                    <a:cubicBezTo>
                      <a:pt x="762" y="400"/>
                      <a:pt x="762" y="398"/>
                      <a:pt x="762" y="398"/>
                    </a:cubicBezTo>
                    <a:lnTo>
                      <a:pt x="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37"/>
              <p:cNvSpPr/>
              <p:nvPr/>
            </p:nvSpPr>
            <p:spPr>
              <a:xfrm rot="39010">
                <a:off x="6206208" y="4339736"/>
                <a:ext cx="180373" cy="116960"/>
              </a:xfrm>
              <a:custGeom>
                <a:rect b="b" l="l" r="r" t="t"/>
                <a:pathLst>
                  <a:path extrusionOk="0" h="498" w="768">
                    <a:moveTo>
                      <a:pt x="88" y="0"/>
                    </a:moveTo>
                    <a:cubicBezTo>
                      <a:pt x="88" y="0"/>
                      <a:pt x="76" y="6"/>
                      <a:pt x="66" y="13"/>
                    </a:cubicBezTo>
                    <a:lnTo>
                      <a:pt x="41" y="27"/>
                    </a:lnTo>
                    <a:lnTo>
                      <a:pt x="15" y="54"/>
                    </a:lnTo>
                    <a:cubicBezTo>
                      <a:pt x="13" y="56"/>
                      <a:pt x="13" y="56"/>
                      <a:pt x="13" y="58"/>
                    </a:cubicBezTo>
                    <a:cubicBezTo>
                      <a:pt x="0" y="105"/>
                      <a:pt x="680" y="497"/>
                      <a:pt x="680" y="497"/>
                    </a:cubicBezTo>
                    <a:cubicBezTo>
                      <a:pt x="678" y="493"/>
                      <a:pt x="678" y="485"/>
                      <a:pt x="680" y="481"/>
                    </a:cubicBezTo>
                    <a:cubicBezTo>
                      <a:pt x="682" y="473"/>
                      <a:pt x="686" y="465"/>
                      <a:pt x="688" y="461"/>
                    </a:cubicBezTo>
                    <a:cubicBezTo>
                      <a:pt x="692" y="452"/>
                      <a:pt x="696" y="446"/>
                      <a:pt x="700" y="440"/>
                    </a:cubicBezTo>
                    <a:cubicBezTo>
                      <a:pt x="706" y="432"/>
                      <a:pt x="710" y="426"/>
                      <a:pt x="719" y="424"/>
                    </a:cubicBezTo>
                    <a:cubicBezTo>
                      <a:pt x="719" y="424"/>
                      <a:pt x="731" y="416"/>
                      <a:pt x="743" y="405"/>
                    </a:cubicBezTo>
                    <a:cubicBezTo>
                      <a:pt x="757" y="399"/>
                      <a:pt x="768" y="393"/>
                      <a:pt x="768" y="393"/>
                    </a:cubicBezTo>
                    <a:lnTo>
                      <a:pt x="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37"/>
              <p:cNvSpPr/>
              <p:nvPr/>
            </p:nvSpPr>
            <p:spPr>
              <a:xfrm rot="39010">
                <a:off x="6158098" y="4418278"/>
                <a:ext cx="169099" cy="118604"/>
              </a:xfrm>
              <a:custGeom>
                <a:rect b="b" l="l" r="r" t="t"/>
                <a:pathLst>
                  <a:path extrusionOk="0" h="505" w="720">
                    <a:moveTo>
                      <a:pt x="40" y="1"/>
                    </a:moveTo>
                    <a:cubicBezTo>
                      <a:pt x="40" y="1"/>
                      <a:pt x="38" y="3"/>
                      <a:pt x="38" y="5"/>
                    </a:cubicBezTo>
                    <a:cubicBezTo>
                      <a:pt x="34" y="11"/>
                      <a:pt x="32" y="13"/>
                      <a:pt x="32" y="17"/>
                    </a:cubicBezTo>
                    <a:cubicBezTo>
                      <a:pt x="30" y="21"/>
                      <a:pt x="30" y="25"/>
                      <a:pt x="28" y="28"/>
                    </a:cubicBezTo>
                    <a:cubicBezTo>
                      <a:pt x="23" y="30"/>
                      <a:pt x="23" y="34"/>
                      <a:pt x="23" y="36"/>
                    </a:cubicBezTo>
                    <a:cubicBezTo>
                      <a:pt x="21" y="40"/>
                      <a:pt x="19" y="46"/>
                      <a:pt x="19" y="48"/>
                    </a:cubicBezTo>
                    <a:cubicBezTo>
                      <a:pt x="17" y="52"/>
                      <a:pt x="17" y="52"/>
                      <a:pt x="17" y="54"/>
                    </a:cubicBezTo>
                    <a:cubicBezTo>
                      <a:pt x="13" y="58"/>
                      <a:pt x="1" y="109"/>
                      <a:pt x="1" y="109"/>
                    </a:cubicBezTo>
                    <a:lnTo>
                      <a:pt x="682" y="504"/>
                    </a:lnTo>
                    <a:lnTo>
                      <a:pt x="697" y="453"/>
                    </a:lnTo>
                    <a:cubicBezTo>
                      <a:pt x="697" y="453"/>
                      <a:pt x="699" y="447"/>
                      <a:pt x="699" y="445"/>
                    </a:cubicBezTo>
                    <a:cubicBezTo>
                      <a:pt x="703" y="443"/>
                      <a:pt x="703" y="437"/>
                      <a:pt x="705" y="433"/>
                    </a:cubicBezTo>
                    <a:cubicBezTo>
                      <a:pt x="707" y="429"/>
                      <a:pt x="707" y="426"/>
                      <a:pt x="707" y="424"/>
                    </a:cubicBezTo>
                    <a:cubicBezTo>
                      <a:pt x="709" y="422"/>
                      <a:pt x="709" y="416"/>
                      <a:pt x="713" y="416"/>
                    </a:cubicBezTo>
                    <a:cubicBezTo>
                      <a:pt x="715" y="410"/>
                      <a:pt x="717" y="406"/>
                      <a:pt x="717" y="404"/>
                    </a:cubicBezTo>
                    <a:cubicBezTo>
                      <a:pt x="719" y="400"/>
                      <a:pt x="719" y="396"/>
                      <a:pt x="719" y="396"/>
                    </a:cubicBezTo>
                    <a:lnTo>
                      <a:pt x="4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37"/>
              <p:cNvSpPr/>
              <p:nvPr/>
            </p:nvSpPr>
            <p:spPr>
              <a:xfrm rot="39010">
                <a:off x="6142034" y="4444654"/>
                <a:ext cx="172152" cy="123771"/>
              </a:xfrm>
              <a:custGeom>
                <a:rect b="b" l="l" r="r" t="t"/>
                <a:pathLst>
                  <a:path extrusionOk="0" h="527" w="733">
                    <a:moveTo>
                      <a:pt x="52" y="0"/>
                    </a:moveTo>
                    <a:cubicBezTo>
                      <a:pt x="21" y="25"/>
                      <a:pt x="21" y="25"/>
                      <a:pt x="19" y="25"/>
                    </a:cubicBezTo>
                    <a:cubicBezTo>
                      <a:pt x="17" y="25"/>
                      <a:pt x="17" y="27"/>
                      <a:pt x="17" y="31"/>
                    </a:cubicBezTo>
                    <a:cubicBezTo>
                      <a:pt x="5" y="72"/>
                      <a:pt x="0" y="84"/>
                      <a:pt x="0" y="103"/>
                    </a:cubicBezTo>
                    <a:lnTo>
                      <a:pt x="0" y="107"/>
                    </a:lnTo>
                    <a:lnTo>
                      <a:pt x="0" y="127"/>
                    </a:lnTo>
                    <a:cubicBezTo>
                      <a:pt x="0" y="129"/>
                      <a:pt x="682" y="526"/>
                      <a:pt x="682" y="526"/>
                    </a:cubicBezTo>
                    <a:lnTo>
                      <a:pt x="682" y="518"/>
                    </a:lnTo>
                    <a:lnTo>
                      <a:pt x="682" y="506"/>
                    </a:lnTo>
                    <a:lnTo>
                      <a:pt x="682" y="498"/>
                    </a:lnTo>
                    <a:cubicBezTo>
                      <a:pt x="684" y="483"/>
                      <a:pt x="684" y="467"/>
                      <a:pt x="684" y="467"/>
                    </a:cubicBezTo>
                    <a:cubicBezTo>
                      <a:pt x="686" y="461"/>
                      <a:pt x="686" y="453"/>
                      <a:pt x="690" y="446"/>
                    </a:cubicBezTo>
                    <a:cubicBezTo>
                      <a:pt x="692" y="436"/>
                      <a:pt x="694" y="432"/>
                      <a:pt x="698" y="424"/>
                    </a:cubicBezTo>
                    <a:cubicBezTo>
                      <a:pt x="702" y="416"/>
                      <a:pt x="704" y="412"/>
                      <a:pt x="710" y="410"/>
                    </a:cubicBezTo>
                    <a:cubicBezTo>
                      <a:pt x="715" y="403"/>
                      <a:pt x="721" y="401"/>
                      <a:pt x="723" y="399"/>
                    </a:cubicBezTo>
                    <a:cubicBezTo>
                      <a:pt x="729" y="395"/>
                      <a:pt x="731" y="393"/>
                      <a:pt x="733" y="393"/>
                    </a:cubicBezTo>
                    <a:lnTo>
                      <a:pt x="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37"/>
              <p:cNvSpPr/>
              <p:nvPr/>
            </p:nvSpPr>
            <p:spPr>
              <a:xfrm rot="39010">
                <a:off x="6163439" y="4387569"/>
                <a:ext cx="168864" cy="108036"/>
              </a:xfrm>
              <a:custGeom>
                <a:rect b="b" l="l" r="r" t="t"/>
                <a:pathLst>
                  <a:path extrusionOk="0" h="460" w="719">
                    <a:moveTo>
                      <a:pt x="39" y="1"/>
                    </a:moveTo>
                    <a:lnTo>
                      <a:pt x="0" y="62"/>
                    </a:lnTo>
                    <a:lnTo>
                      <a:pt x="682" y="459"/>
                    </a:lnTo>
                    <a:lnTo>
                      <a:pt x="719" y="394"/>
                    </a:lnTo>
                    <a:lnTo>
                      <a:pt x="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37"/>
              <p:cNvSpPr/>
              <p:nvPr/>
            </p:nvSpPr>
            <p:spPr>
              <a:xfrm rot="39010">
                <a:off x="6172723" y="4381119"/>
                <a:ext cx="172622" cy="99111"/>
              </a:xfrm>
              <a:custGeom>
                <a:rect b="b" l="l" r="r" t="t"/>
                <a:pathLst>
                  <a:path extrusionOk="0" h="422" w="735">
                    <a:moveTo>
                      <a:pt x="54" y="0"/>
                    </a:moveTo>
                    <a:cubicBezTo>
                      <a:pt x="0" y="29"/>
                      <a:pt x="680" y="422"/>
                      <a:pt x="680" y="422"/>
                    </a:cubicBezTo>
                    <a:cubicBezTo>
                      <a:pt x="686" y="416"/>
                      <a:pt x="688" y="412"/>
                      <a:pt x="694" y="407"/>
                    </a:cubicBezTo>
                    <a:cubicBezTo>
                      <a:pt x="698" y="405"/>
                      <a:pt x="704" y="401"/>
                      <a:pt x="706" y="399"/>
                    </a:cubicBezTo>
                    <a:cubicBezTo>
                      <a:pt x="710" y="397"/>
                      <a:pt x="716" y="395"/>
                      <a:pt x="720" y="395"/>
                    </a:cubicBezTo>
                    <a:cubicBezTo>
                      <a:pt x="727" y="395"/>
                      <a:pt x="731" y="395"/>
                      <a:pt x="735" y="397"/>
                    </a:cubicBezTo>
                    <a:lnTo>
                      <a:pt x="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37"/>
              <p:cNvSpPr/>
              <p:nvPr/>
            </p:nvSpPr>
            <p:spPr>
              <a:xfrm rot="39010">
                <a:off x="6161397" y="4401602"/>
                <a:ext cx="162523" cy="108740"/>
              </a:xfrm>
              <a:custGeom>
                <a:rect b="b" l="l" r="r" t="t"/>
                <a:pathLst>
                  <a:path extrusionOk="0" h="463" w="692">
                    <a:moveTo>
                      <a:pt x="10" y="0"/>
                    </a:moveTo>
                    <a:cubicBezTo>
                      <a:pt x="0" y="56"/>
                      <a:pt x="0" y="58"/>
                      <a:pt x="0" y="58"/>
                    </a:cubicBezTo>
                    <a:lnTo>
                      <a:pt x="8" y="66"/>
                    </a:lnTo>
                    <a:lnTo>
                      <a:pt x="684" y="460"/>
                    </a:lnTo>
                    <a:lnTo>
                      <a:pt x="684" y="460"/>
                    </a:lnTo>
                    <a:cubicBezTo>
                      <a:pt x="682" y="458"/>
                      <a:pt x="682" y="455"/>
                      <a:pt x="682" y="452"/>
                    </a:cubicBezTo>
                    <a:cubicBezTo>
                      <a:pt x="675" y="450"/>
                      <a:pt x="675" y="444"/>
                      <a:pt x="675" y="436"/>
                    </a:cubicBezTo>
                    <a:cubicBezTo>
                      <a:pt x="675" y="430"/>
                      <a:pt x="680" y="424"/>
                      <a:pt x="682" y="416"/>
                    </a:cubicBezTo>
                    <a:cubicBezTo>
                      <a:pt x="684" y="409"/>
                      <a:pt x="686" y="401"/>
                      <a:pt x="692" y="393"/>
                    </a:cubicBezTo>
                    <a:lnTo>
                      <a:pt x="10" y="0"/>
                    </a:lnTo>
                    <a:close/>
                    <a:moveTo>
                      <a:pt x="684" y="460"/>
                    </a:moveTo>
                    <a:cubicBezTo>
                      <a:pt x="686" y="461"/>
                      <a:pt x="687" y="462"/>
                      <a:pt x="690" y="463"/>
                    </a:cubicBezTo>
                    <a:lnTo>
                      <a:pt x="684" y="46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37"/>
              <p:cNvSpPr/>
              <p:nvPr/>
            </p:nvSpPr>
            <p:spPr>
              <a:xfrm rot="39010">
                <a:off x="6290633" y="3813792"/>
                <a:ext cx="1237948" cy="865929"/>
              </a:xfrm>
              <a:custGeom>
                <a:rect b="b" l="l" r="r" t="t"/>
                <a:pathLst>
                  <a:path extrusionOk="0" h="3687" w="5271">
                    <a:moveTo>
                      <a:pt x="5038" y="135"/>
                    </a:moveTo>
                    <a:cubicBezTo>
                      <a:pt x="5053" y="135"/>
                      <a:pt x="5067" y="137"/>
                      <a:pt x="5076" y="142"/>
                    </a:cubicBezTo>
                    <a:cubicBezTo>
                      <a:pt x="5091" y="146"/>
                      <a:pt x="5097" y="148"/>
                      <a:pt x="5097" y="148"/>
                    </a:cubicBezTo>
                    <a:lnTo>
                      <a:pt x="5103" y="154"/>
                    </a:lnTo>
                    <a:cubicBezTo>
                      <a:pt x="5107" y="156"/>
                      <a:pt x="5113" y="158"/>
                      <a:pt x="5115" y="164"/>
                    </a:cubicBezTo>
                    <a:cubicBezTo>
                      <a:pt x="5127" y="172"/>
                      <a:pt x="5138" y="187"/>
                      <a:pt x="5146" y="205"/>
                    </a:cubicBezTo>
                    <a:cubicBezTo>
                      <a:pt x="5156" y="223"/>
                      <a:pt x="5158" y="244"/>
                      <a:pt x="5162" y="260"/>
                    </a:cubicBezTo>
                    <a:cubicBezTo>
                      <a:pt x="5164" y="270"/>
                      <a:pt x="5164" y="277"/>
                      <a:pt x="5164" y="281"/>
                    </a:cubicBezTo>
                    <a:lnTo>
                      <a:pt x="5164" y="291"/>
                    </a:lnTo>
                    <a:lnTo>
                      <a:pt x="5164" y="534"/>
                    </a:lnTo>
                    <a:cubicBezTo>
                      <a:pt x="5165" y="533"/>
                      <a:pt x="5166" y="533"/>
                      <a:pt x="5167" y="533"/>
                    </a:cubicBezTo>
                    <a:lnTo>
                      <a:pt x="5167" y="533"/>
                    </a:lnTo>
                    <a:cubicBezTo>
                      <a:pt x="5174" y="533"/>
                      <a:pt x="5173" y="578"/>
                      <a:pt x="5154" y="628"/>
                    </a:cubicBezTo>
                    <a:cubicBezTo>
                      <a:pt x="5144" y="657"/>
                      <a:pt x="5132" y="686"/>
                      <a:pt x="5121" y="706"/>
                    </a:cubicBezTo>
                    <a:cubicBezTo>
                      <a:pt x="5115" y="716"/>
                      <a:pt x="5111" y="725"/>
                      <a:pt x="5105" y="731"/>
                    </a:cubicBezTo>
                    <a:cubicBezTo>
                      <a:pt x="5101" y="737"/>
                      <a:pt x="5101" y="741"/>
                      <a:pt x="5097" y="741"/>
                    </a:cubicBezTo>
                    <a:cubicBezTo>
                      <a:pt x="5095" y="745"/>
                      <a:pt x="5064" y="796"/>
                      <a:pt x="5021" y="835"/>
                    </a:cubicBezTo>
                    <a:cubicBezTo>
                      <a:pt x="5001" y="860"/>
                      <a:pt x="4976" y="874"/>
                      <a:pt x="4962" y="886"/>
                    </a:cubicBezTo>
                    <a:cubicBezTo>
                      <a:pt x="4943" y="897"/>
                      <a:pt x="4933" y="905"/>
                      <a:pt x="4933" y="905"/>
                    </a:cubicBezTo>
                    <a:lnTo>
                      <a:pt x="4720" y="1027"/>
                    </a:lnTo>
                    <a:lnTo>
                      <a:pt x="4510" y="1150"/>
                    </a:lnTo>
                    <a:lnTo>
                      <a:pt x="4297" y="1273"/>
                    </a:lnTo>
                    <a:lnTo>
                      <a:pt x="4084" y="1396"/>
                    </a:lnTo>
                    <a:lnTo>
                      <a:pt x="3871" y="1518"/>
                    </a:lnTo>
                    <a:lnTo>
                      <a:pt x="3661" y="1641"/>
                    </a:lnTo>
                    <a:lnTo>
                      <a:pt x="3448" y="1764"/>
                    </a:lnTo>
                    <a:lnTo>
                      <a:pt x="3235" y="1887"/>
                    </a:lnTo>
                    <a:lnTo>
                      <a:pt x="3022" y="2009"/>
                    </a:lnTo>
                    <a:lnTo>
                      <a:pt x="2811" y="2132"/>
                    </a:lnTo>
                    <a:lnTo>
                      <a:pt x="2599" y="2255"/>
                    </a:lnTo>
                    <a:lnTo>
                      <a:pt x="2386" y="2378"/>
                    </a:lnTo>
                    <a:lnTo>
                      <a:pt x="2173" y="2501"/>
                    </a:lnTo>
                    <a:lnTo>
                      <a:pt x="1962" y="2623"/>
                    </a:lnTo>
                    <a:lnTo>
                      <a:pt x="1750" y="2746"/>
                    </a:lnTo>
                    <a:lnTo>
                      <a:pt x="1537" y="2869"/>
                    </a:lnTo>
                    <a:lnTo>
                      <a:pt x="1324" y="2992"/>
                    </a:lnTo>
                    <a:lnTo>
                      <a:pt x="1113" y="3114"/>
                    </a:lnTo>
                    <a:lnTo>
                      <a:pt x="901" y="3237"/>
                    </a:lnTo>
                    <a:lnTo>
                      <a:pt x="688" y="3360"/>
                    </a:lnTo>
                    <a:lnTo>
                      <a:pt x="475" y="3483"/>
                    </a:lnTo>
                    <a:cubicBezTo>
                      <a:pt x="473" y="3483"/>
                      <a:pt x="463" y="3491"/>
                      <a:pt x="442" y="3503"/>
                    </a:cubicBezTo>
                    <a:cubicBezTo>
                      <a:pt x="434" y="3509"/>
                      <a:pt x="428" y="3513"/>
                      <a:pt x="418" y="3519"/>
                    </a:cubicBezTo>
                    <a:cubicBezTo>
                      <a:pt x="401" y="3530"/>
                      <a:pt x="383" y="3538"/>
                      <a:pt x="371" y="3544"/>
                    </a:cubicBezTo>
                    <a:cubicBezTo>
                      <a:pt x="348" y="3558"/>
                      <a:pt x="328" y="3564"/>
                      <a:pt x="309" y="3571"/>
                    </a:cubicBezTo>
                    <a:cubicBezTo>
                      <a:pt x="301" y="3573"/>
                      <a:pt x="295" y="3573"/>
                      <a:pt x="289" y="3575"/>
                    </a:cubicBezTo>
                    <a:cubicBezTo>
                      <a:pt x="285" y="3579"/>
                      <a:pt x="281" y="3579"/>
                      <a:pt x="281" y="3579"/>
                    </a:cubicBezTo>
                    <a:cubicBezTo>
                      <a:pt x="280" y="3579"/>
                      <a:pt x="276" y="3579"/>
                      <a:pt x="270" y="3579"/>
                    </a:cubicBezTo>
                    <a:cubicBezTo>
                      <a:pt x="255" y="3579"/>
                      <a:pt x="230" y="3577"/>
                      <a:pt x="207" y="3564"/>
                    </a:cubicBezTo>
                    <a:cubicBezTo>
                      <a:pt x="189" y="3558"/>
                      <a:pt x="176" y="3544"/>
                      <a:pt x="168" y="3534"/>
                    </a:cubicBezTo>
                    <a:cubicBezTo>
                      <a:pt x="164" y="3528"/>
                      <a:pt x="162" y="3521"/>
                      <a:pt x="158" y="3519"/>
                    </a:cubicBezTo>
                    <a:cubicBezTo>
                      <a:pt x="156" y="3517"/>
                      <a:pt x="156" y="3513"/>
                      <a:pt x="156" y="3511"/>
                    </a:cubicBezTo>
                    <a:cubicBezTo>
                      <a:pt x="156" y="3511"/>
                      <a:pt x="152" y="3503"/>
                      <a:pt x="146" y="3489"/>
                    </a:cubicBezTo>
                    <a:cubicBezTo>
                      <a:pt x="142" y="3472"/>
                      <a:pt x="137" y="3452"/>
                      <a:pt x="137" y="3425"/>
                    </a:cubicBezTo>
                    <a:lnTo>
                      <a:pt x="137" y="3303"/>
                    </a:lnTo>
                    <a:lnTo>
                      <a:pt x="137" y="3182"/>
                    </a:lnTo>
                    <a:cubicBezTo>
                      <a:pt x="137" y="3155"/>
                      <a:pt x="144" y="3131"/>
                      <a:pt x="148" y="3110"/>
                    </a:cubicBezTo>
                    <a:cubicBezTo>
                      <a:pt x="152" y="3100"/>
                      <a:pt x="154" y="3092"/>
                      <a:pt x="156" y="3084"/>
                    </a:cubicBezTo>
                    <a:cubicBezTo>
                      <a:pt x="158" y="3077"/>
                      <a:pt x="158" y="3073"/>
                      <a:pt x="158" y="3073"/>
                    </a:cubicBezTo>
                    <a:cubicBezTo>
                      <a:pt x="162" y="3071"/>
                      <a:pt x="176" y="3018"/>
                      <a:pt x="213" y="2967"/>
                    </a:cubicBezTo>
                    <a:cubicBezTo>
                      <a:pt x="227" y="2938"/>
                      <a:pt x="248" y="2916"/>
                      <a:pt x="264" y="2899"/>
                    </a:cubicBezTo>
                    <a:cubicBezTo>
                      <a:pt x="270" y="2889"/>
                      <a:pt x="279" y="2885"/>
                      <a:pt x="281" y="2879"/>
                    </a:cubicBezTo>
                    <a:lnTo>
                      <a:pt x="289" y="2873"/>
                    </a:lnTo>
                    <a:lnTo>
                      <a:pt x="297" y="2865"/>
                    </a:lnTo>
                    <a:cubicBezTo>
                      <a:pt x="301" y="2859"/>
                      <a:pt x="309" y="2854"/>
                      <a:pt x="318" y="2846"/>
                    </a:cubicBezTo>
                    <a:cubicBezTo>
                      <a:pt x="332" y="2832"/>
                      <a:pt x="356" y="2816"/>
                      <a:pt x="379" y="2803"/>
                    </a:cubicBezTo>
                    <a:cubicBezTo>
                      <a:pt x="432" y="2773"/>
                      <a:pt x="481" y="2744"/>
                      <a:pt x="483" y="2742"/>
                    </a:cubicBezTo>
                    <a:lnTo>
                      <a:pt x="696" y="2619"/>
                    </a:lnTo>
                    <a:lnTo>
                      <a:pt x="909" y="2496"/>
                    </a:lnTo>
                    <a:lnTo>
                      <a:pt x="1120" y="2374"/>
                    </a:lnTo>
                    <a:lnTo>
                      <a:pt x="1332" y="2251"/>
                    </a:lnTo>
                    <a:lnTo>
                      <a:pt x="1545" y="2128"/>
                    </a:lnTo>
                    <a:lnTo>
                      <a:pt x="1758" y="2005"/>
                    </a:lnTo>
                    <a:lnTo>
                      <a:pt x="1969" y="1883"/>
                    </a:lnTo>
                    <a:lnTo>
                      <a:pt x="2181" y="1760"/>
                    </a:lnTo>
                    <a:lnTo>
                      <a:pt x="2394" y="1637"/>
                    </a:lnTo>
                    <a:lnTo>
                      <a:pt x="2607" y="1514"/>
                    </a:lnTo>
                    <a:lnTo>
                      <a:pt x="2818" y="1392"/>
                    </a:lnTo>
                    <a:lnTo>
                      <a:pt x="3030" y="1269"/>
                    </a:lnTo>
                    <a:lnTo>
                      <a:pt x="3243" y="1146"/>
                    </a:lnTo>
                    <a:lnTo>
                      <a:pt x="3456" y="1023"/>
                    </a:lnTo>
                    <a:lnTo>
                      <a:pt x="3667" y="901"/>
                    </a:lnTo>
                    <a:lnTo>
                      <a:pt x="3879" y="778"/>
                    </a:lnTo>
                    <a:lnTo>
                      <a:pt x="4092" y="655"/>
                    </a:lnTo>
                    <a:lnTo>
                      <a:pt x="4305" y="532"/>
                    </a:lnTo>
                    <a:lnTo>
                      <a:pt x="4516" y="410"/>
                    </a:lnTo>
                    <a:lnTo>
                      <a:pt x="4729" y="287"/>
                    </a:lnTo>
                    <a:cubicBezTo>
                      <a:pt x="4733" y="285"/>
                      <a:pt x="4784" y="256"/>
                      <a:pt x="4835" y="225"/>
                    </a:cubicBezTo>
                    <a:cubicBezTo>
                      <a:pt x="4886" y="196"/>
                      <a:pt x="4936" y="166"/>
                      <a:pt x="4937" y="166"/>
                    </a:cubicBezTo>
                    <a:lnTo>
                      <a:pt x="4937" y="166"/>
                    </a:lnTo>
                    <a:cubicBezTo>
                      <a:pt x="4937" y="166"/>
                      <a:pt x="4937" y="166"/>
                      <a:pt x="4937" y="166"/>
                    </a:cubicBezTo>
                    <a:cubicBezTo>
                      <a:pt x="4939" y="164"/>
                      <a:pt x="4982" y="142"/>
                      <a:pt x="5023" y="135"/>
                    </a:cubicBezTo>
                    <a:cubicBezTo>
                      <a:pt x="5028" y="135"/>
                      <a:pt x="5033" y="135"/>
                      <a:pt x="5038" y="135"/>
                    </a:cubicBezTo>
                    <a:close/>
                    <a:moveTo>
                      <a:pt x="5091" y="0"/>
                    </a:moveTo>
                    <a:cubicBezTo>
                      <a:pt x="5091" y="0"/>
                      <a:pt x="5076" y="2"/>
                      <a:pt x="5066" y="2"/>
                    </a:cubicBezTo>
                    <a:cubicBezTo>
                      <a:pt x="5054" y="4"/>
                      <a:pt x="5044" y="9"/>
                      <a:pt x="5042" y="9"/>
                    </a:cubicBezTo>
                    <a:cubicBezTo>
                      <a:pt x="5035" y="11"/>
                      <a:pt x="5031" y="11"/>
                      <a:pt x="5025" y="13"/>
                    </a:cubicBezTo>
                    <a:cubicBezTo>
                      <a:pt x="5005" y="25"/>
                      <a:pt x="4990" y="49"/>
                      <a:pt x="4988" y="70"/>
                    </a:cubicBezTo>
                    <a:lnTo>
                      <a:pt x="4982" y="95"/>
                    </a:lnTo>
                    <a:cubicBezTo>
                      <a:pt x="4982" y="95"/>
                      <a:pt x="4972" y="101"/>
                      <a:pt x="4962" y="103"/>
                    </a:cubicBezTo>
                    <a:lnTo>
                      <a:pt x="4941" y="113"/>
                    </a:lnTo>
                    <a:cubicBezTo>
                      <a:pt x="4941" y="113"/>
                      <a:pt x="4933" y="117"/>
                      <a:pt x="4923" y="123"/>
                    </a:cubicBezTo>
                    <a:cubicBezTo>
                      <a:pt x="4921" y="125"/>
                      <a:pt x="4921" y="125"/>
                      <a:pt x="4919" y="125"/>
                    </a:cubicBezTo>
                    <a:cubicBezTo>
                      <a:pt x="4909" y="133"/>
                      <a:pt x="4898" y="137"/>
                      <a:pt x="4896" y="137"/>
                    </a:cubicBezTo>
                    <a:lnTo>
                      <a:pt x="4896" y="115"/>
                    </a:lnTo>
                    <a:cubicBezTo>
                      <a:pt x="4896" y="97"/>
                      <a:pt x="4887" y="87"/>
                      <a:pt x="4873" y="87"/>
                    </a:cubicBezTo>
                    <a:cubicBezTo>
                      <a:pt x="4868" y="87"/>
                      <a:pt x="4862" y="89"/>
                      <a:pt x="4855" y="92"/>
                    </a:cubicBezTo>
                    <a:lnTo>
                      <a:pt x="4810" y="117"/>
                    </a:lnTo>
                    <a:cubicBezTo>
                      <a:pt x="4788" y="131"/>
                      <a:pt x="4769" y="162"/>
                      <a:pt x="4769" y="187"/>
                    </a:cubicBezTo>
                    <a:lnTo>
                      <a:pt x="4769" y="209"/>
                    </a:lnTo>
                    <a:lnTo>
                      <a:pt x="4726" y="236"/>
                    </a:lnTo>
                    <a:lnTo>
                      <a:pt x="4684" y="260"/>
                    </a:lnTo>
                    <a:lnTo>
                      <a:pt x="4684" y="238"/>
                    </a:lnTo>
                    <a:cubicBezTo>
                      <a:pt x="4684" y="220"/>
                      <a:pt x="4674" y="210"/>
                      <a:pt x="4661" y="210"/>
                    </a:cubicBezTo>
                    <a:cubicBezTo>
                      <a:pt x="4655" y="210"/>
                      <a:pt x="4649" y="212"/>
                      <a:pt x="4643" y="215"/>
                    </a:cubicBezTo>
                    <a:lnTo>
                      <a:pt x="4600" y="240"/>
                    </a:lnTo>
                    <a:cubicBezTo>
                      <a:pt x="4575" y="254"/>
                      <a:pt x="4559" y="285"/>
                      <a:pt x="4559" y="309"/>
                    </a:cubicBezTo>
                    <a:lnTo>
                      <a:pt x="4559" y="332"/>
                    </a:lnTo>
                    <a:lnTo>
                      <a:pt x="4514" y="358"/>
                    </a:lnTo>
                    <a:lnTo>
                      <a:pt x="4471" y="383"/>
                    </a:lnTo>
                    <a:lnTo>
                      <a:pt x="4471" y="360"/>
                    </a:lnTo>
                    <a:cubicBezTo>
                      <a:pt x="4471" y="343"/>
                      <a:pt x="4461" y="333"/>
                      <a:pt x="4448" y="333"/>
                    </a:cubicBezTo>
                    <a:cubicBezTo>
                      <a:pt x="4442" y="333"/>
                      <a:pt x="4436" y="334"/>
                      <a:pt x="4430" y="338"/>
                    </a:cubicBezTo>
                    <a:lnTo>
                      <a:pt x="4385" y="363"/>
                    </a:lnTo>
                    <a:cubicBezTo>
                      <a:pt x="4360" y="377"/>
                      <a:pt x="4344" y="408"/>
                      <a:pt x="4344" y="432"/>
                    </a:cubicBezTo>
                    <a:lnTo>
                      <a:pt x="4344" y="455"/>
                    </a:lnTo>
                    <a:lnTo>
                      <a:pt x="4299" y="481"/>
                    </a:lnTo>
                    <a:lnTo>
                      <a:pt x="4256" y="506"/>
                    </a:lnTo>
                    <a:lnTo>
                      <a:pt x="4256" y="483"/>
                    </a:lnTo>
                    <a:cubicBezTo>
                      <a:pt x="4256" y="466"/>
                      <a:pt x="4247" y="456"/>
                      <a:pt x="4233" y="456"/>
                    </a:cubicBezTo>
                    <a:cubicBezTo>
                      <a:pt x="4228" y="456"/>
                      <a:pt x="4221" y="457"/>
                      <a:pt x="4215" y="461"/>
                    </a:cubicBezTo>
                    <a:lnTo>
                      <a:pt x="4170" y="485"/>
                    </a:lnTo>
                    <a:cubicBezTo>
                      <a:pt x="4145" y="500"/>
                      <a:pt x="4129" y="530"/>
                      <a:pt x="4129" y="555"/>
                    </a:cubicBezTo>
                    <a:lnTo>
                      <a:pt x="4129" y="577"/>
                    </a:lnTo>
                    <a:lnTo>
                      <a:pt x="4084" y="604"/>
                    </a:lnTo>
                    <a:lnTo>
                      <a:pt x="4041" y="628"/>
                    </a:lnTo>
                    <a:lnTo>
                      <a:pt x="4041" y="606"/>
                    </a:lnTo>
                    <a:cubicBezTo>
                      <a:pt x="4041" y="589"/>
                      <a:pt x="4032" y="578"/>
                      <a:pt x="4018" y="578"/>
                    </a:cubicBezTo>
                    <a:cubicBezTo>
                      <a:pt x="4013" y="578"/>
                      <a:pt x="4007" y="580"/>
                      <a:pt x="4000" y="583"/>
                    </a:cubicBezTo>
                    <a:lnTo>
                      <a:pt x="3953" y="608"/>
                    </a:lnTo>
                    <a:cubicBezTo>
                      <a:pt x="3931" y="622"/>
                      <a:pt x="3912" y="653"/>
                      <a:pt x="3912" y="678"/>
                    </a:cubicBezTo>
                    <a:lnTo>
                      <a:pt x="3912" y="700"/>
                    </a:lnTo>
                    <a:lnTo>
                      <a:pt x="3869" y="727"/>
                    </a:lnTo>
                    <a:lnTo>
                      <a:pt x="3826" y="751"/>
                    </a:lnTo>
                    <a:lnTo>
                      <a:pt x="3826" y="729"/>
                    </a:lnTo>
                    <a:cubicBezTo>
                      <a:pt x="3826" y="711"/>
                      <a:pt x="3817" y="701"/>
                      <a:pt x="3803" y="701"/>
                    </a:cubicBezTo>
                    <a:cubicBezTo>
                      <a:pt x="3798" y="701"/>
                      <a:pt x="3792" y="703"/>
                      <a:pt x="3785" y="706"/>
                    </a:cubicBezTo>
                    <a:lnTo>
                      <a:pt x="3738" y="731"/>
                    </a:lnTo>
                    <a:cubicBezTo>
                      <a:pt x="3716" y="745"/>
                      <a:pt x="3697" y="776"/>
                      <a:pt x="3697" y="800"/>
                    </a:cubicBezTo>
                    <a:lnTo>
                      <a:pt x="3697" y="823"/>
                    </a:lnTo>
                    <a:lnTo>
                      <a:pt x="3654" y="849"/>
                    </a:lnTo>
                    <a:lnTo>
                      <a:pt x="3611" y="874"/>
                    </a:lnTo>
                    <a:lnTo>
                      <a:pt x="3611" y="852"/>
                    </a:lnTo>
                    <a:cubicBezTo>
                      <a:pt x="3611" y="834"/>
                      <a:pt x="3602" y="824"/>
                      <a:pt x="3589" y="824"/>
                    </a:cubicBezTo>
                    <a:cubicBezTo>
                      <a:pt x="3583" y="824"/>
                      <a:pt x="3577" y="825"/>
                      <a:pt x="3571" y="829"/>
                    </a:cubicBezTo>
                    <a:lnTo>
                      <a:pt x="3523" y="854"/>
                    </a:lnTo>
                    <a:cubicBezTo>
                      <a:pt x="3501" y="868"/>
                      <a:pt x="3483" y="899"/>
                      <a:pt x="3483" y="923"/>
                    </a:cubicBezTo>
                    <a:lnTo>
                      <a:pt x="3483" y="946"/>
                    </a:lnTo>
                    <a:lnTo>
                      <a:pt x="3440" y="972"/>
                    </a:lnTo>
                    <a:lnTo>
                      <a:pt x="3397" y="997"/>
                    </a:lnTo>
                    <a:lnTo>
                      <a:pt x="3397" y="974"/>
                    </a:lnTo>
                    <a:cubicBezTo>
                      <a:pt x="3397" y="957"/>
                      <a:pt x="3387" y="947"/>
                      <a:pt x="3374" y="947"/>
                    </a:cubicBezTo>
                    <a:cubicBezTo>
                      <a:pt x="3368" y="947"/>
                      <a:pt x="3362" y="948"/>
                      <a:pt x="3356" y="952"/>
                    </a:cubicBezTo>
                    <a:lnTo>
                      <a:pt x="3313" y="976"/>
                    </a:lnTo>
                    <a:cubicBezTo>
                      <a:pt x="3288" y="991"/>
                      <a:pt x="3272" y="1021"/>
                      <a:pt x="3272" y="1046"/>
                    </a:cubicBezTo>
                    <a:lnTo>
                      <a:pt x="3272" y="1068"/>
                    </a:lnTo>
                    <a:lnTo>
                      <a:pt x="3227" y="1095"/>
                    </a:lnTo>
                    <a:lnTo>
                      <a:pt x="3184" y="1120"/>
                    </a:lnTo>
                    <a:lnTo>
                      <a:pt x="3184" y="1097"/>
                    </a:lnTo>
                    <a:cubicBezTo>
                      <a:pt x="3184" y="1080"/>
                      <a:pt x="3175" y="1069"/>
                      <a:pt x="3161" y="1069"/>
                    </a:cubicBezTo>
                    <a:cubicBezTo>
                      <a:pt x="3156" y="1069"/>
                      <a:pt x="3149" y="1071"/>
                      <a:pt x="3143" y="1075"/>
                    </a:cubicBezTo>
                    <a:lnTo>
                      <a:pt x="3098" y="1099"/>
                    </a:lnTo>
                    <a:cubicBezTo>
                      <a:pt x="3073" y="1113"/>
                      <a:pt x="3057" y="1144"/>
                      <a:pt x="3057" y="1169"/>
                    </a:cubicBezTo>
                    <a:lnTo>
                      <a:pt x="3057" y="1191"/>
                    </a:lnTo>
                    <a:lnTo>
                      <a:pt x="3012" y="1218"/>
                    </a:lnTo>
                    <a:lnTo>
                      <a:pt x="2969" y="1242"/>
                    </a:lnTo>
                    <a:lnTo>
                      <a:pt x="2969" y="1220"/>
                    </a:lnTo>
                    <a:cubicBezTo>
                      <a:pt x="2969" y="1202"/>
                      <a:pt x="2960" y="1192"/>
                      <a:pt x="2946" y="1192"/>
                    </a:cubicBezTo>
                    <a:cubicBezTo>
                      <a:pt x="2941" y="1192"/>
                      <a:pt x="2935" y="1194"/>
                      <a:pt x="2928" y="1197"/>
                    </a:cubicBezTo>
                    <a:lnTo>
                      <a:pt x="2883" y="1222"/>
                    </a:lnTo>
                    <a:cubicBezTo>
                      <a:pt x="2859" y="1236"/>
                      <a:pt x="2842" y="1267"/>
                      <a:pt x="2842" y="1291"/>
                    </a:cubicBezTo>
                    <a:lnTo>
                      <a:pt x="2842" y="1314"/>
                    </a:lnTo>
                    <a:lnTo>
                      <a:pt x="2797" y="1340"/>
                    </a:lnTo>
                    <a:lnTo>
                      <a:pt x="2754" y="1365"/>
                    </a:lnTo>
                    <a:lnTo>
                      <a:pt x="2754" y="1343"/>
                    </a:lnTo>
                    <a:cubicBezTo>
                      <a:pt x="2754" y="1325"/>
                      <a:pt x="2745" y="1315"/>
                      <a:pt x="2731" y="1315"/>
                    </a:cubicBezTo>
                    <a:cubicBezTo>
                      <a:pt x="2726" y="1315"/>
                      <a:pt x="2720" y="1316"/>
                      <a:pt x="2713" y="1320"/>
                    </a:cubicBezTo>
                    <a:lnTo>
                      <a:pt x="2668" y="1345"/>
                    </a:lnTo>
                    <a:cubicBezTo>
                      <a:pt x="2644" y="1359"/>
                      <a:pt x="2627" y="1390"/>
                      <a:pt x="2627" y="1414"/>
                    </a:cubicBezTo>
                    <a:lnTo>
                      <a:pt x="2627" y="1437"/>
                    </a:lnTo>
                    <a:lnTo>
                      <a:pt x="2582" y="1463"/>
                    </a:lnTo>
                    <a:lnTo>
                      <a:pt x="2539" y="1488"/>
                    </a:lnTo>
                    <a:lnTo>
                      <a:pt x="2539" y="1465"/>
                    </a:lnTo>
                    <a:cubicBezTo>
                      <a:pt x="2539" y="1448"/>
                      <a:pt x="2530" y="1438"/>
                      <a:pt x="2517" y="1438"/>
                    </a:cubicBezTo>
                    <a:cubicBezTo>
                      <a:pt x="2511" y="1438"/>
                      <a:pt x="2505" y="1439"/>
                      <a:pt x="2498" y="1443"/>
                    </a:cubicBezTo>
                    <a:lnTo>
                      <a:pt x="2453" y="1467"/>
                    </a:lnTo>
                    <a:cubicBezTo>
                      <a:pt x="2429" y="1482"/>
                      <a:pt x="2413" y="1512"/>
                      <a:pt x="2413" y="1537"/>
                    </a:cubicBezTo>
                    <a:lnTo>
                      <a:pt x="2413" y="1559"/>
                    </a:lnTo>
                    <a:lnTo>
                      <a:pt x="2368" y="1586"/>
                    </a:lnTo>
                    <a:lnTo>
                      <a:pt x="2325" y="1611"/>
                    </a:lnTo>
                    <a:lnTo>
                      <a:pt x="2325" y="1588"/>
                    </a:lnTo>
                    <a:cubicBezTo>
                      <a:pt x="2325" y="1571"/>
                      <a:pt x="2315" y="1560"/>
                      <a:pt x="2302" y="1560"/>
                    </a:cubicBezTo>
                    <a:cubicBezTo>
                      <a:pt x="2296" y="1560"/>
                      <a:pt x="2290" y="1562"/>
                      <a:pt x="2284" y="1566"/>
                    </a:cubicBezTo>
                    <a:lnTo>
                      <a:pt x="2239" y="1590"/>
                    </a:lnTo>
                    <a:cubicBezTo>
                      <a:pt x="2214" y="1604"/>
                      <a:pt x="2198" y="1635"/>
                      <a:pt x="2198" y="1660"/>
                    </a:cubicBezTo>
                    <a:lnTo>
                      <a:pt x="2198" y="1682"/>
                    </a:lnTo>
                    <a:lnTo>
                      <a:pt x="2153" y="1709"/>
                    </a:lnTo>
                    <a:lnTo>
                      <a:pt x="2110" y="1733"/>
                    </a:lnTo>
                    <a:lnTo>
                      <a:pt x="2110" y="1711"/>
                    </a:lnTo>
                    <a:cubicBezTo>
                      <a:pt x="2110" y="1693"/>
                      <a:pt x="2100" y="1683"/>
                      <a:pt x="2087" y="1683"/>
                    </a:cubicBezTo>
                    <a:cubicBezTo>
                      <a:pt x="2081" y="1683"/>
                      <a:pt x="2075" y="1685"/>
                      <a:pt x="2069" y="1688"/>
                    </a:cubicBezTo>
                    <a:lnTo>
                      <a:pt x="2024" y="1713"/>
                    </a:lnTo>
                    <a:cubicBezTo>
                      <a:pt x="1999" y="1727"/>
                      <a:pt x="1983" y="1758"/>
                      <a:pt x="1983" y="1782"/>
                    </a:cubicBezTo>
                    <a:lnTo>
                      <a:pt x="1983" y="1805"/>
                    </a:lnTo>
                    <a:lnTo>
                      <a:pt x="1938" y="1832"/>
                    </a:lnTo>
                    <a:lnTo>
                      <a:pt x="1895" y="1856"/>
                    </a:lnTo>
                    <a:lnTo>
                      <a:pt x="1895" y="1834"/>
                    </a:lnTo>
                    <a:cubicBezTo>
                      <a:pt x="1895" y="1816"/>
                      <a:pt x="1886" y="1806"/>
                      <a:pt x="1872" y="1806"/>
                    </a:cubicBezTo>
                    <a:cubicBezTo>
                      <a:pt x="1867" y="1806"/>
                      <a:pt x="1860" y="1808"/>
                      <a:pt x="1854" y="1811"/>
                    </a:cubicBezTo>
                    <a:lnTo>
                      <a:pt x="1809" y="1836"/>
                    </a:lnTo>
                    <a:cubicBezTo>
                      <a:pt x="1784" y="1850"/>
                      <a:pt x="1768" y="1881"/>
                      <a:pt x="1768" y="1905"/>
                    </a:cubicBezTo>
                    <a:lnTo>
                      <a:pt x="1768" y="1928"/>
                    </a:lnTo>
                    <a:lnTo>
                      <a:pt x="1723" y="1954"/>
                    </a:lnTo>
                    <a:lnTo>
                      <a:pt x="1680" y="1979"/>
                    </a:lnTo>
                    <a:lnTo>
                      <a:pt x="1680" y="1956"/>
                    </a:lnTo>
                    <a:cubicBezTo>
                      <a:pt x="1680" y="1939"/>
                      <a:pt x="1671" y="1929"/>
                      <a:pt x="1657" y="1929"/>
                    </a:cubicBezTo>
                    <a:cubicBezTo>
                      <a:pt x="1652" y="1929"/>
                      <a:pt x="1646" y="1930"/>
                      <a:pt x="1639" y="1934"/>
                    </a:cubicBezTo>
                    <a:lnTo>
                      <a:pt x="1594" y="1958"/>
                    </a:lnTo>
                    <a:cubicBezTo>
                      <a:pt x="1570" y="1973"/>
                      <a:pt x="1553" y="2003"/>
                      <a:pt x="1553" y="2028"/>
                    </a:cubicBezTo>
                    <a:lnTo>
                      <a:pt x="1553" y="2050"/>
                    </a:lnTo>
                    <a:lnTo>
                      <a:pt x="1508" y="2077"/>
                    </a:lnTo>
                    <a:lnTo>
                      <a:pt x="1465" y="2102"/>
                    </a:lnTo>
                    <a:lnTo>
                      <a:pt x="1465" y="2079"/>
                    </a:lnTo>
                    <a:cubicBezTo>
                      <a:pt x="1465" y="2062"/>
                      <a:pt x="1456" y="2051"/>
                      <a:pt x="1442" y="2051"/>
                    </a:cubicBezTo>
                    <a:cubicBezTo>
                      <a:pt x="1437" y="2051"/>
                      <a:pt x="1431" y="2053"/>
                      <a:pt x="1424" y="2057"/>
                    </a:cubicBezTo>
                    <a:lnTo>
                      <a:pt x="1381" y="2081"/>
                    </a:lnTo>
                    <a:cubicBezTo>
                      <a:pt x="1359" y="2095"/>
                      <a:pt x="1340" y="2126"/>
                      <a:pt x="1340" y="2151"/>
                    </a:cubicBezTo>
                    <a:lnTo>
                      <a:pt x="1340" y="2173"/>
                    </a:lnTo>
                    <a:lnTo>
                      <a:pt x="1298" y="2200"/>
                    </a:lnTo>
                    <a:lnTo>
                      <a:pt x="1252" y="2224"/>
                    </a:lnTo>
                    <a:lnTo>
                      <a:pt x="1252" y="2202"/>
                    </a:lnTo>
                    <a:cubicBezTo>
                      <a:pt x="1252" y="2184"/>
                      <a:pt x="1244" y="2174"/>
                      <a:pt x="1231" y="2174"/>
                    </a:cubicBezTo>
                    <a:cubicBezTo>
                      <a:pt x="1225" y="2174"/>
                      <a:pt x="1219" y="2176"/>
                      <a:pt x="1212" y="2179"/>
                    </a:cubicBezTo>
                    <a:lnTo>
                      <a:pt x="1169" y="2204"/>
                    </a:lnTo>
                    <a:cubicBezTo>
                      <a:pt x="1146" y="2218"/>
                      <a:pt x="1128" y="2249"/>
                      <a:pt x="1128" y="2273"/>
                    </a:cubicBezTo>
                    <a:lnTo>
                      <a:pt x="1128" y="2296"/>
                    </a:lnTo>
                    <a:lnTo>
                      <a:pt x="1085" y="2323"/>
                    </a:lnTo>
                    <a:lnTo>
                      <a:pt x="1042" y="2347"/>
                    </a:lnTo>
                    <a:lnTo>
                      <a:pt x="1042" y="2325"/>
                    </a:lnTo>
                    <a:cubicBezTo>
                      <a:pt x="1042" y="2307"/>
                      <a:pt x="1032" y="2297"/>
                      <a:pt x="1019" y="2297"/>
                    </a:cubicBezTo>
                    <a:cubicBezTo>
                      <a:pt x="1013" y="2297"/>
                      <a:pt x="1007" y="2299"/>
                      <a:pt x="1001" y="2302"/>
                    </a:cubicBezTo>
                    <a:lnTo>
                      <a:pt x="956" y="2327"/>
                    </a:lnTo>
                    <a:cubicBezTo>
                      <a:pt x="933" y="2341"/>
                      <a:pt x="915" y="2372"/>
                      <a:pt x="915" y="2396"/>
                    </a:cubicBezTo>
                    <a:lnTo>
                      <a:pt x="915" y="2419"/>
                    </a:lnTo>
                    <a:lnTo>
                      <a:pt x="872" y="2445"/>
                    </a:lnTo>
                    <a:lnTo>
                      <a:pt x="829" y="2470"/>
                    </a:lnTo>
                    <a:lnTo>
                      <a:pt x="829" y="2447"/>
                    </a:lnTo>
                    <a:cubicBezTo>
                      <a:pt x="829" y="2430"/>
                      <a:pt x="820" y="2420"/>
                      <a:pt x="806" y="2420"/>
                    </a:cubicBezTo>
                    <a:cubicBezTo>
                      <a:pt x="801" y="2420"/>
                      <a:pt x="795" y="2421"/>
                      <a:pt x="788" y="2425"/>
                    </a:cubicBezTo>
                    <a:lnTo>
                      <a:pt x="741" y="2449"/>
                    </a:lnTo>
                    <a:cubicBezTo>
                      <a:pt x="719" y="2464"/>
                      <a:pt x="700" y="2494"/>
                      <a:pt x="700" y="2519"/>
                    </a:cubicBezTo>
                    <a:lnTo>
                      <a:pt x="700" y="2541"/>
                    </a:lnTo>
                    <a:lnTo>
                      <a:pt x="657" y="2568"/>
                    </a:lnTo>
                    <a:lnTo>
                      <a:pt x="614" y="2593"/>
                    </a:lnTo>
                    <a:lnTo>
                      <a:pt x="614" y="2570"/>
                    </a:lnTo>
                    <a:cubicBezTo>
                      <a:pt x="614" y="2553"/>
                      <a:pt x="605" y="2542"/>
                      <a:pt x="591" y="2542"/>
                    </a:cubicBezTo>
                    <a:cubicBezTo>
                      <a:pt x="586" y="2542"/>
                      <a:pt x="580" y="2544"/>
                      <a:pt x="573" y="2548"/>
                    </a:cubicBezTo>
                    <a:lnTo>
                      <a:pt x="526" y="2572"/>
                    </a:lnTo>
                    <a:cubicBezTo>
                      <a:pt x="504" y="2586"/>
                      <a:pt x="485" y="2617"/>
                      <a:pt x="485" y="2642"/>
                    </a:cubicBezTo>
                    <a:lnTo>
                      <a:pt x="485" y="2664"/>
                    </a:lnTo>
                    <a:lnTo>
                      <a:pt x="442" y="2691"/>
                    </a:lnTo>
                    <a:lnTo>
                      <a:pt x="399" y="2715"/>
                    </a:lnTo>
                    <a:lnTo>
                      <a:pt x="399" y="2693"/>
                    </a:lnTo>
                    <a:cubicBezTo>
                      <a:pt x="399" y="2675"/>
                      <a:pt x="390" y="2665"/>
                      <a:pt x="376" y="2665"/>
                    </a:cubicBezTo>
                    <a:cubicBezTo>
                      <a:pt x="371" y="2665"/>
                      <a:pt x="365" y="2667"/>
                      <a:pt x="358" y="2670"/>
                    </a:cubicBezTo>
                    <a:cubicBezTo>
                      <a:pt x="358" y="2670"/>
                      <a:pt x="346" y="2679"/>
                      <a:pt x="336" y="2683"/>
                    </a:cubicBezTo>
                    <a:cubicBezTo>
                      <a:pt x="322" y="2691"/>
                      <a:pt x="309" y="2699"/>
                      <a:pt x="309" y="2701"/>
                    </a:cubicBezTo>
                    <a:cubicBezTo>
                      <a:pt x="285" y="2719"/>
                      <a:pt x="266" y="2752"/>
                      <a:pt x="270" y="2775"/>
                    </a:cubicBezTo>
                    <a:lnTo>
                      <a:pt x="277" y="2795"/>
                    </a:lnTo>
                    <a:cubicBezTo>
                      <a:pt x="277" y="2795"/>
                      <a:pt x="266" y="2803"/>
                      <a:pt x="256" y="2814"/>
                    </a:cubicBezTo>
                    <a:cubicBezTo>
                      <a:pt x="246" y="2824"/>
                      <a:pt x="236" y="2832"/>
                      <a:pt x="236" y="2834"/>
                    </a:cubicBezTo>
                    <a:lnTo>
                      <a:pt x="197" y="2875"/>
                    </a:lnTo>
                    <a:lnTo>
                      <a:pt x="187" y="2859"/>
                    </a:lnTo>
                    <a:cubicBezTo>
                      <a:pt x="182" y="2853"/>
                      <a:pt x="176" y="2849"/>
                      <a:pt x="169" y="2849"/>
                    </a:cubicBezTo>
                    <a:cubicBezTo>
                      <a:pt x="164" y="2849"/>
                      <a:pt x="159" y="2851"/>
                      <a:pt x="154" y="2854"/>
                    </a:cubicBezTo>
                    <a:cubicBezTo>
                      <a:pt x="144" y="2859"/>
                      <a:pt x="135" y="2867"/>
                      <a:pt x="127" y="2879"/>
                    </a:cubicBezTo>
                    <a:lnTo>
                      <a:pt x="90" y="2940"/>
                    </a:lnTo>
                    <a:cubicBezTo>
                      <a:pt x="70" y="2975"/>
                      <a:pt x="72" y="3006"/>
                      <a:pt x="92" y="3008"/>
                    </a:cubicBezTo>
                    <a:lnTo>
                      <a:pt x="111" y="3012"/>
                    </a:lnTo>
                    <a:cubicBezTo>
                      <a:pt x="111" y="3016"/>
                      <a:pt x="105" y="3026"/>
                      <a:pt x="97" y="3039"/>
                    </a:cubicBezTo>
                    <a:cubicBezTo>
                      <a:pt x="92" y="3051"/>
                      <a:pt x="86" y="3063"/>
                      <a:pt x="86" y="3067"/>
                    </a:cubicBezTo>
                    <a:lnTo>
                      <a:pt x="72" y="3118"/>
                    </a:lnTo>
                    <a:lnTo>
                      <a:pt x="52" y="3122"/>
                    </a:lnTo>
                    <a:cubicBezTo>
                      <a:pt x="45" y="3125"/>
                      <a:pt x="43" y="3125"/>
                      <a:pt x="41" y="3129"/>
                    </a:cubicBezTo>
                    <a:cubicBezTo>
                      <a:pt x="23" y="3139"/>
                      <a:pt x="4" y="3165"/>
                      <a:pt x="2" y="3194"/>
                    </a:cubicBezTo>
                    <a:cubicBezTo>
                      <a:pt x="2" y="3196"/>
                      <a:pt x="2" y="3210"/>
                      <a:pt x="0" y="3225"/>
                    </a:cubicBezTo>
                    <a:lnTo>
                      <a:pt x="0" y="3253"/>
                    </a:lnTo>
                    <a:cubicBezTo>
                      <a:pt x="0" y="3271"/>
                      <a:pt x="10" y="3281"/>
                      <a:pt x="23" y="3281"/>
                    </a:cubicBezTo>
                    <a:cubicBezTo>
                      <a:pt x="29" y="3281"/>
                      <a:pt x="35" y="3279"/>
                      <a:pt x="41" y="3276"/>
                    </a:cubicBezTo>
                    <a:lnTo>
                      <a:pt x="62" y="3264"/>
                    </a:lnTo>
                    <a:lnTo>
                      <a:pt x="62" y="3315"/>
                    </a:lnTo>
                    <a:lnTo>
                      <a:pt x="62" y="3366"/>
                    </a:lnTo>
                    <a:lnTo>
                      <a:pt x="41" y="3378"/>
                    </a:lnTo>
                    <a:cubicBezTo>
                      <a:pt x="19" y="3390"/>
                      <a:pt x="0" y="3421"/>
                      <a:pt x="0" y="3448"/>
                    </a:cubicBezTo>
                    <a:lnTo>
                      <a:pt x="0" y="3472"/>
                    </a:lnTo>
                    <a:cubicBezTo>
                      <a:pt x="0" y="3487"/>
                      <a:pt x="2" y="3501"/>
                      <a:pt x="2" y="3501"/>
                    </a:cubicBezTo>
                    <a:cubicBezTo>
                      <a:pt x="4" y="3521"/>
                      <a:pt x="15" y="3531"/>
                      <a:pt x="27" y="3531"/>
                    </a:cubicBezTo>
                    <a:cubicBezTo>
                      <a:pt x="32" y="3531"/>
                      <a:pt x="37" y="3530"/>
                      <a:pt x="41" y="3528"/>
                    </a:cubicBezTo>
                    <a:lnTo>
                      <a:pt x="49" y="3519"/>
                    </a:lnTo>
                    <a:lnTo>
                      <a:pt x="70" y="3501"/>
                    </a:lnTo>
                    <a:lnTo>
                      <a:pt x="74" y="3521"/>
                    </a:lnTo>
                    <a:cubicBezTo>
                      <a:pt x="80" y="3532"/>
                      <a:pt x="82" y="3540"/>
                      <a:pt x="82" y="3540"/>
                    </a:cubicBezTo>
                    <a:lnTo>
                      <a:pt x="103" y="3571"/>
                    </a:lnTo>
                    <a:lnTo>
                      <a:pt x="84" y="3593"/>
                    </a:lnTo>
                    <a:cubicBezTo>
                      <a:pt x="64" y="3620"/>
                      <a:pt x="62" y="3652"/>
                      <a:pt x="80" y="3665"/>
                    </a:cubicBezTo>
                    <a:cubicBezTo>
                      <a:pt x="80" y="3665"/>
                      <a:pt x="90" y="3671"/>
                      <a:pt x="97" y="3677"/>
                    </a:cubicBezTo>
                    <a:cubicBezTo>
                      <a:pt x="107" y="3683"/>
                      <a:pt x="117" y="3685"/>
                      <a:pt x="117" y="3685"/>
                    </a:cubicBezTo>
                    <a:cubicBezTo>
                      <a:pt x="121" y="3686"/>
                      <a:pt x="124" y="3686"/>
                      <a:pt x="128" y="3686"/>
                    </a:cubicBezTo>
                    <a:cubicBezTo>
                      <a:pt x="134" y="3686"/>
                      <a:pt x="139" y="3685"/>
                      <a:pt x="146" y="3681"/>
                    </a:cubicBezTo>
                    <a:cubicBezTo>
                      <a:pt x="158" y="3673"/>
                      <a:pt x="172" y="3656"/>
                      <a:pt x="176" y="3642"/>
                    </a:cubicBezTo>
                    <a:lnTo>
                      <a:pt x="187" y="3616"/>
                    </a:lnTo>
                    <a:cubicBezTo>
                      <a:pt x="187" y="3616"/>
                      <a:pt x="197" y="3616"/>
                      <a:pt x="205" y="3620"/>
                    </a:cubicBezTo>
                    <a:cubicBezTo>
                      <a:pt x="215" y="3620"/>
                      <a:pt x="223" y="3616"/>
                      <a:pt x="225" y="3616"/>
                    </a:cubicBezTo>
                    <a:lnTo>
                      <a:pt x="266" y="3609"/>
                    </a:lnTo>
                    <a:lnTo>
                      <a:pt x="260" y="3634"/>
                    </a:lnTo>
                    <a:cubicBezTo>
                      <a:pt x="256" y="3656"/>
                      <a:pt x="264" y="3672"/>
                      <a:pt x="280" y="3672"/>
                    </a:cubicBezTo>
                    <a:cubicBezTo>
                      <a:pt x="285" y="3672"/>
                      <a:pt x="291" y="3670"/>
                      <a:pt x="297" y="3667"/>
                    </a:cubicBezTo>
                    <a:lnTo>
                      <a:pt x="346" y="3642"/>
                    </a:lnTo>
                    <a:cubicBezTo>
                      <a:pt x="369" y="3630"/>
                      <a:pt x="387" y="3599"/>
                      <a:pt x="387" y="3573"/>
                    </a:cubicBezTo>
                    <a:lnTo>
                      <a:pt x="387" y="3550"/>
                    </a:lnTo>
                    <a:lnTo>
                      <a:pt x="430" y="3523"/>
                    </a:lnTo>
                    <a:lnTo>
                      <a:pt x="473" y="3499"/>
                    </a:lnTo>
                    <a:lnTo>
                      <a:pt x="473" y="3521"/>
                    </a:lnTo>
                    <a:cubicBezTo>
                      <a:pt x="473" y="3540"/>
                      <a:pt x="482" y="3550"/>
                      <a:pt x="495" y="3550"/>
                    </a:cubicBezTo>
                    <a:cubicBezTo>
                      <a:pt x="500" y="3550"/>
                      <a:pt x="507" y="3548"/>
                      <a:pt x="514" y="3544"/>
                    </a:cubicBezTo>
                    <a:lnTo>
                      <a:pt x="557" y="3519"/>
                    </a:lnTo>
                    <a:cubicBezTo>
                      <a:pt x="581" y="3507"/>
                      <a:pt x="598" y="3476"/>
                      <a:pt x="598" y="3450"/>
                    </a:cubicBezTo>
                    <a:lnTo>
                      <a:pt x="598" y="3427"/>
                    </a:lnTo>
                    <a:lnTo>
                      <a:pt x="643" y="3401"/>
                    </a:lnTo>
                    <a:lnTo>
                      <a:pt x="686" y="3376"/>
                    </a:lnTo>
                    <a:lnTo>
                      <a:pt x="686" y="3399"/>
                    </a:lnTo>
                    <a:cubicBezTo>
                      <a:pt x="686" y="3417"/>
                      <a:pt x="695" y="3428"/>
                      <a:pt x="708" y="3428"/>
                    </a:cubicBezTo>
                    <a:cubicBezTo>
                      <a:pt x="713" y="3428"/>
                      <a:pt x="720" y="3426"/>
                      <a:pt x="727" y="3421"/>
                    </a:cubicBezTo>
                    <a:lnTo>
                      <a:pt x="772" y="3397"/>
                    </a:lnTo>
                    <a:cubicBezTo>
                      <a:pt x="796" y="3384"/>
                      <a:pt x="813" y="3354"/>
                      <a:pt x="813" y="3327"/>
                    </a:cubicBezTo>
                    <a:lnTo>
                      <a:pt x="813" y="3305"/>
                    </a:lnTo>
                    <a:lnTo>
                      <a:pt x="858" y="3278"/>
                    </a:lnTo>
                    <a:lnTo>
                      <a:pt x="901" y="3253"/>
                    </a:lnTo>
                    <a:lnTo>
                      <a:pt x="901" y="3276"/>
                    </a:lnTo>
                    <a:cubicBezTo>
                      <a:pt x="901" y="3294"/>
                      <a:pt x="909" y="3305"/>
                      <a:pt x="922" y="3305"/>
                    </a:cubicBezTo>
                    <a:cubicBezTo>
                      <a:pt x="928" y="3305"/>
                      <a:pt x="935" y="3303"/>
                      <a:pt x="942" y="3298"/>
                    </a:cubicBezTo>
                    <a:lnTo>
                      <a:pt x="987" y="3274"/>
                    </a:lnTo>
                    <a:cubicBezTo>
                      <a:pt x="1011" y="3262"/>
                      <a:pt x="1027" y="3231"/>
                      <a:pt x="1027" y="3204"/>
                    </a:cubicBezTo>
                    <a:lnTo>
                      <a:pt x="1027" y="3182"/>
                    </a:lnTo>
                    <a:lnTo>
                      <a:pt x="1072" y="3155"/>
                    </a:lnTo>
                    <a:lnTo>
                      <a:pt x="1115" y="3131"/>
                    </a:lnTo>
                    <a:lnTo>
                      <a:pt x="1115" y="3153"/>
                    </a:lnTo>
                    <a:cubicBezTo>
                      <a:pt x="1115" y="3172"/>
                      <a:pt x="1124" y="3182"/>
                      <a:pt x="1137" y="3182"/>
                    </a:cubicBezTo>
                    <a:cubicBezTo>
                      <a:pt x="1143" y="3182"/>
                      <a:pt x="1149" y="3180"/>
                      <a:pt x="1156" y="3176"/>
                    </a:cubicBezTo>
                    <a:lnTo>
                      <a:pt x="1201" y="3151"/>
                    </a:lnTo>
                    <a:cubicBezTo>
                      <a:pt x="1226" y="3139"/>
                      <a:pt x="1242" y="3108"/>
                      <a:pt x="1242" y="3082"/>
                    </a:cubicBezTo>
                    <a:lnTo>
                      <a:pt x="1242" y="3059"/>
                    </a:lnTo>
                    <a:lnTo>
                      <a:pt x="1287" y="3032"/>
                    </a:lnTo>
                    <a:lnTo>
                      <a:pt x="1330" y="3008"/>
                    </a:lnTo>
                    <a:lnTo>
                      <a:pt x="1330" y="3030"/>
                    </a:lnTo>
                    <a:cubicBezTo>
                      <a:pt x="1330" y="3049"/>
                      <a:pt x="1339" y="3059"/>
                      <a:pt x="1352" y="3059"/>
                    </a:cubicBezTo>
                    <a:cubicBezTo>
                      <a:pt x="1358" y="3059"/>
                      <a:pt x="1364" y="3057"/>
                      <a:pt x="1371" y="3053"/>
                    </a:cubicBezTo>
                    <a:lnTo>
                      <a:pt x="1414" y="3028"/>
                    </a:lnTo>
                    <a:cubicBezTo>
                      <a:pt x="1437" y="3016"/>
                      <a:pt x="1455" y="2985"/>
                      <a:pt x="1455" y="2959"/>
                    </a:cubicBezTo>
                    <a:lnTo>
                      <a:pt x="1455" y="2936"/>
                    </a:lnTo>
                    <a:lnTo>
                      <a:pt x="1498" y="2910"/>
                    </a:lnTo>
                    <a:lnTo>
                      <a:pt x="1543" y="2885"/>
                    </a:lnTo>
                    <a:lnTo>
                      <a:pt x="1543" y="2908"/>
                    </a:lnTo>
                    <a:cubicBezTo>
                      <a:pt x="1543" y="2926"/>
                      <a:pt x="1551" y="2937"/>
                      <a:pt x="1564" y="2937"/>
                    </a:cubicBezTo>
                    <a:cubicBezTo>
                      <a:pt x="1570" y="2937"/>
                      <a:pt x="1576" y="2935"/>
                      <a:pt x="1584" y="2930"/>
                    </a:cubicBezTo>
                    <a:lnTo>
                      <a:pt x="1629" y="2906"/>
                    </a:lnTo>
                    <a:cubicBezTo>
                      <a:pt x="1651" y="2893"/>
                      <a:pt x="1670" y="2863"/>
                      <a:pt x="1670" y="2836"/>
                    </a:cubicBezTo>
                    <a:lnTo>
                      <a:pt x="1670" y="2814"/>
                    </a:lnTo>
                    <a:lnTo>
                      <a:pt x="1713" y="2787"/>
                    </a:lnTo>
                    <a:lnTo>
                      <a:pt x="1758" y="2762"/>
                    </a:lnTo>
                    <a:lnTo>
                      <a:pt x="1758" y="2785"/>
                    </a:lnTo>
                    <a:cubicBezTo>
                      <a:pt x="1758" y="2803"/>
                      <a:pt x="1766" y="2814"/>
                      <a:pt x="1779" y="2814"/>
                    </a:cubicBezTo>
                    <a:cubicBezTo>
                      <a:pt x="1784" y="2814"/>
                      <a:pt x="1791" y="2812"/>
                      <a:pt x="1799" y="2807"/>
                    </a:cubicBezTo>
                    <a:lnTo>
                      <a:pt x="1844" y="2783"/>
                    </a:lnTo>
                    <a:cubicBezTo>
                      <a:pt x="1866" y="2771"/>
                      <a:pt x="1885" y="2740"/>
                      <a:pt x="1885" y="2713"/>
                    </a:cubicBezTo>
                    <a:lnTo>
                      <a:pt x="1885" y="2691"/>
                    </a:lnTo>
                    <a:lnTo>
                      <a:pt x="1928" y="2664"/>
                    </a:lnTo>
                    <a:lnTo>
                      <a:pt x="1973" y="2640"/>
                    </a:lnTo>
                    <a:lnTo>
                      <a:pt x="1973" y="2662"/>
                    </a:lnTo>
                    <a:cubicBezTo>
                      <a:pt x="1973" y="2681"/>
                      <a:pt x="1981" y="2691"/>
                      <a:pt x="1993" y="2691"/>
                    </a:cubicBezTo>
                    <a:cubicBezTo>
                      <a:pt x="1999" y="2691"/>
                      <a:pt x="2006" y="2689"/>
                      <a:pt x="2014" y="2685"/>
                    </a:cubicBezTo>
                    <a:lnTo>
                      <a:pt x="2059" y="2660"/>
                    </a:lnTo>
                    <a:cubicBezTo>
                      <a:pt x="2081" y="2648"/>
                      <a:pt x="2100" y="2617"/>
                      <a:pt x="2100" y="2591"/>
                    </a:cubicBezTo>
                    <a:lnTo>
                      <a:pt x="2100" y="2568"/>
                    </a:lnTo>
                    <a:lnTo>
                      <a:pt x="2142" y="2541"/>
                    </a:lnTo>
                    <a:lnTo>
                      <a:pt x="2187" y="2517"/>
                    </a:lnTo>
                    <a:lnTo>
                      <a:pt x="2187" y="2539"/>
                    </a:lnTo>
                    <a:cubicBezTo>
                      <a:pt x="2187" y="2558"/>
                      <a:pt x="2195" y="2568"/>
                      <a:pt x="2208" y="2568"/>
                    </a:cubicBezTo>
                    <a:cubicBezTo>
                      <a:pt x="2214" y="2568"/>
                      <a:pt x="2221" y="2566"/>
                      <a:pt x="2228" y="2562"/>
                    </a:cubicBezTo>
                    <a:lnTo>
                      <a:pt x="2273" y="2537"/>
                    </a:lnTo>
                    <a:cubicBezTo>
                      <a:pt x="2296" y="2525"/>
                      <a:pt x="2314" y="2494"/>
                      <a:pt x="2314" y="2468"/>
                    </a:cubicBezTo>
                    <a:lnTo>
                      <a:pt x="2314" y="2445"/>
                    </a:lnTo>
                    <a:lnTo>
                      <a:pt x="2357" y="2419"/>
                    </a:lnTo>
                    <a:lnTo>
                      <a:pt x="2402" y="2394"/>
                    </a:lnTo>
                    <a:lnTo>
                      <a:pt x="2402" y="2417"/>
                    </a:lnTo>
                    <a:cubicBezTo>
                      <a:pt x="2402" y="2435"/>
                      <a:pt x="2410" y="2446"/>
                      <a:pt x="2423" y="2446"/>
                    </a:cubicBezTo>
                    <a:cubicBezTo>
                      <a:pt x="2429" y="2446"/>
                      <a:pt x="2436" y="2444"/>
                      <a:pt x="2443" y="2439"/>
                    </a:cubicBezTo>
                    <a:lnTo>
                      <a:pt x="2488" y="2415"/>
                    </a:lnTo>
                    <a:cubicBezTo>
                      <a:pt x="2511" y="2402"/>
                      <a:pt x="2529" y="2372"/>
                      <a:pt x="2529" y="2345"/>
                    </a:cubicBezTo>
                    <a:lnTo>
                      <a:pt x="2529" y="2323"/>
                    </a:lnTo>
                    <a:lnTo>
                      <a:pt x="2572" y="2296"/>
                    </a:lnTo>
                    <a:lnTo>
                      <a:pt x="2617" y="2271"/>
                    </a:lnTo>
                    <a:lnTo>
                      <a:pt x="2617" y="2294"/>
                    </a:lnTo>
                    <a:cubicBezTo>
                      <a:pt x="2617" y="2312"/>
                      <a:pt x="2625" y="2323"/>
                      <a:pt x="2638" y="2323"/>
                    </a:cubicBezTo>
                    <a:cubicBezTo>
                      <a:pt x="2644" y="2323"/>
                      <a:pt x="2651" y="2321"/>
                      <a:pt x="2658" y="2316"/>
                    </a:cubicBezTo>
                    <a:lnTo>
                      <a:pt x="2703" y="2292"/>
                    </a:lnTo>
                    <a:cubicBezTo>
                      <a:pt x="2726" y="2280"/>
                      <a:pt x="2744" y="2249"/>
                      <a:pt x="2744" y="2222"/>
                    </a:cubicBezTo>
                    <a:lnTo>
                      <a:pt x="2744" y="2200"/>
                    </a:lnTo>
                    <a:lnTo>
                      <a:pt x="2787" y="2173"/>
                    </a:lnTo>
                    <a:lnTo>
                      <a:pt x="2832" y="2149"/>
                    </a:lnTo>
                    <a:lnTo>
                      <a:pt x="2832" y="2171"/>
                    </a:lnTo>
                    <a:cubicBezTo>
                      <a:pt x="2832" y="2190"/>
                      <a:pt x="2840" y="2200"/>
                      <a:pt x="2853" y="2200"/>
                    </a:cubicBezTo>
                    <a:cubicBezTo>
                      <a:pt x="2859" y="2200"/>
                      <a:pt x="2865" y="2198"/>
                      <a:pt x="2873" y="2194"/>
                    </a:cubicBezTo>
                    <a:lnTo>
                      <a:pt x="2918" y="2169"/>
                    </a:lnTo>
                    <a:cubicBezTo>
                      <a:pt x="2940" y="2157"/>
                      <a:pt x="2959" y="2126"/>
                      <a:pt x="2959" y="2100"/>
                    </a:cubicBezTo>
                    <a:lnTo>
                      <a:pt x="2959" y="2077"/>
                    </a:lnTo>
                    <a:lnTo>
                      <a:pt x="3002" y="2050"/>
                    </a:lnTo>
                    <a:lnTo>
                      <a:pt x="3047" y="2026"/>
                    </a:lnTo>
                    <a:lnTo>
                      <a:pt x="3047" y="2048"/>
                    </a:lnTo>
                    <a:cubicBezTo>
                      <a:pt x="3047" y="2067"/>
                      <a:pt x="3055" y="2077"/>
                      <a:pt x="3068" y="2077"/>
                    </a:cubicBezTo>
                    <a:cubicBezTo>
                      <a:pt x="3073" y="2077"/>
                      <a:pt x="3080" y="2075"/>
                      <a:pt x="3088" y="2071"/>
                    </a:cubicBezTo>
                    <a:lnTo>
                      <a:pt x="3133" y="2046"/>
                    </a:lnTo>
                    <a:cubicBezTo>
                      <a:pt x="3155" y="2034"/>
                      <a:pt x="3174" y="2003"/>
                      <a:pt x="3174" y="1977"/>
                    </a:cubicBezTo>
                    <a:lnTo>
                      <a:pt x="3174" y="1954"/>
                    </a:lnTo>
                    <a:lnTo>
                      <a:pt x="3217" y="1928"/>
                    </a:lnTo>
                    <a:lnTo>
                      <a:pt x="3262" y="1903"/>
                    </a:lnTo>
                    <a:lnTo>
                      <a:pt x="3262" y="1926"/>
                    </a:lnTo>
                    <a:cubicBezTo>
                      <a:pt x="3262" y="1944"/>
                      <a:pt x="3269" y="1955"/>
                      <a:pt x="3282" y="1955"/>
                    </a:cubicBezTo>
                    <a:cubicBezTo>
                      <a:pt x="3288" y="1955"/>
                      <a:pt x="3295" y="1953"/>
                      <a:pt x="3303" y="1948"/>
                    </a:cubicBezTo>
                    <a:lnTo>
                      <a:pt x="3345" y="1924"/>
                    </a:lnTo>
                    <a:cubicBezTo>
                      <a:pt x="3368" y="1911"/>
                      <a:pt x="3386" y="1881"/>
                      <a:pt x="3386" y="1854"/>
                    </a:cubicBezTo>
                    <a:lnTo>
                      <a:pt x="3386" y="1832"/>
                    </a:lnTo>
                    <a:lnTo>
                      <a:pt x="3429" y="1805"/>
                    </a:lnTo>
                    <a:lnTo>
                      <a:pt x="3472" y="1780"/>
                    </a:lnTo>
                    <a:lnTo>
                      <a:pt x="3472" y="1803"/>
                    </a:lnTo>
                    <a:cubicBezTo>
                      <a:pt x="3472" y="1821"/>
                      <a:pt x="3481" y="1832"/>
                      <a:pt x="3495" y="1832"/>
                    </a:cubicBezTo>
                    <a:cubicBezTo>
                      <a:pt x="3501" y="1832"/>
                      <a:pt x="3508" y="1830"/>
                      <a:pt x="3515" y="1825"/>
                    </a:cubicBezTo>
                    <a:lnTo>
                      <a:pt x="3560" y="1801"/>
                    </a:lnTo>
                    <a:cubicBezTo>
                      <a:pt x="3583" y="1789"/>
                      <a:pt x="3601" y="1758"/>
                      <a:pt x="3601" y="1731"/>
                    </a:cubicBezTo>
                    <a:lnTo>
                      <a:pt x="3601" y="1709"/>
                    </a:lnTo>
                    <a:lnTo>
                      <a:pt x="3644" y="1682"/>
                    </a:lnTo>
                    <a:lnTo>
                      <a:pt x="3689" y="1658"/>
                    </a:lnTo>
                    <a:lnTo>
                      <a:pt x="3689" y="1680"/>
                    </a:lnTo>
                    <a:cubicBezTo>
                      <a:pt x="3689" y="1699"/>
                      <a:pt x="3697" y="1709"/>
                      <a:pt x="3710" y="1709"/>
                    </a:cubicBezTo>
                    <a:cubicBezTo>
                      <a:pt x="3716" y="1709"/>
                      <a:pt x="3723" y="1707"/>
                      <a:pt x="3730" y="1703"/>
                    </a:cubicBezTo>
                    <a:lnTo>
                      <a:pt x="3773" y="1678"/>
                    </a:lnTo>
                    <a:cubicBezTo>
                      <a:pt x="3796" y="1666"/>
                      <a:pt x="3814" y="1635"/>
                      <a:pt x="3814" y="1608"/>
                    </a:cubicBezTo>
                    <a:lnTo>
                      <a:pt x="3814" y="1586"/>
                    </a:lnTo>
                    <a:lnTo>
                      <a:pt x="3857" y="1559"/>
                    </a:lnTo>
                    <a:lnTo>
                      <a:pt x="3900" y="1535"/>
                    </a:lnTo>
                    <a:lnTo>
                      <a:pt x="3900" y="1557"/>
                    </a:lnTo>
                    <a:cubicBezTo>
                      <a:pt x="3900" y="1576"/>
                      <a:pt x="3909" y="1586"/>
                      <a:pt x="3922" y="1586"/>
                    </a:cubicBezTo>
                    <a:cubicBezTo>
                      <a:pt x="3927" y="1586"/>
                      <a:pt x="3934" y="1584"/>
                      <a:pt x="3941" y="1580"/>
                    </a:cubicBezTo>
                    <a:lnTo>
                      <a:pt x="3986" y="1555"/>
                    </a:lnTo>
                    <a:cubicBezTo>
                      <a:pt x="4008" y="1543"/>
                      <a:pt x="4027" y="1512"/>
                      <a:pt x="4027" y="1486"/>
                    </a:cubicBezTo>
                    <a:lnTo>
                      <a:pt x="4027" y="1463"/>
                    </a:lnTo>
                    <a:lnTo>
                      <a:pt x="4070" y="1437"/>
                    </a:lnTo>
                    <a:lnTo>
                      <a:pt x="4113" y="1412"/>
                    </a:lnTo>
                    <a:lnTo>
                      <a:pt x="4113" y="1435"/>
                    </a:lnTo>
                    <a:cubicBezTo>
                      <a:pt x="4113" y="1453"/>
                      <a:pt x="4122" y="1464"/>
                      <a:pt x="4134" y="1464"/>
                    </a:cubicBezTo>
                    <a:cubicBezTo>
                      <a:pt x="4140" y="1464"/>
                      <a:pt x="4147" y="1461"/>
                      <a:pt x="4154" y="1457"/>
                    </a:cubicBezTo>
                    <a:lnTo>
                      <a:pt x="4197" y="1433"/>
                    </a:lnTo>
                    <a:cubicBezTo>
                      <a:pt x="4221" y="1420"/>
                      <a:pt x="4238" y="1390"/>
                      <a:pt x="4238" y="1363"/>
                    </a:cubicBezTo>
                    <a:lnTo>
                      <a:pt x="4238" y="1340"/>
                    </a:lnTo>
                    <a:lnTo>
                      <a:pt x="4283" y="1314"/>
                    </a:lnTo>
                    <a:lnTo>
                      <a:pt x="4325" y="1289"/>
                    </a:lnTo>
                    <a:lnTo>
                      <a:pt x="4325" y="1312"/>
                    </a:lnTo>
                    <a:cubicBezTo>
                      <a:pt x="4325" y="1330"/>
                      <a:pt x="4334" y="1341"/>
                      <a:pt x="4347" y="1341"/>
                    </a:cubicBezTo>
                    <a:cubicBezTo>
                      <a:pt x="4353" y="1341"/>
                      <a:pt x="4359" y="1339"/>
                      <a:pt x="4366" y="1334"/>
                    </a:cubicBezTo>
                    <a:lnTo>
                      <a:pt x="4409" y="1310"/>
                    </a:lnTo>
                    <a:cubicBezTo>
                      <a:pt x="4432" y="1298"/>
                      <a:pt x="4450" y="1267"/>
                      <a:pt x="4450" y="1240"/>
                    </a:cubicBezTo>
                    <a:lnTo>
                      <a:pt x="4450" y="1218"/>
                    </a:lnTo>
                    <a:lnTo>
                      <a:pt x="4493" y="1191"/>
                    </a:lnTo>
                    <a:lnTo>
                      <a:pt x="4538" y="1167"/>
                    </a:lnTo>
                    <a:lnTo>
                      <a:pt x="4538" y="1189"/>
                    </a:lnTo>
                    <a:cubicBezTo>
                      <a:pt x="4538" y="1208"/>
                      <a:pt x="4546" y="1218"/>
                      <a:pt x="4559" y="1218"/>
                    </a:cubicBezTo>
                    <a:cubicBezTo>
                      <a:pt x="4565" y="1218"/>
                      <a:pt x="4572" y="1216"/>
                      <a:pt x="4579" y="1212"/>
                    </a:cubicBezTo>
                    <a:lnTo>
                      <a:pt x="4624" y="1187"/>
                    </a:lnTo>
                    <a:cubicBezTo>
                      <a:pt x="4647" y="1175"/>
                      <a:pt x="4665" y="1144"/>
                      <a:pt x="4665" y="1117"/>
                    </a:cubicBezTo>
                    <a:lnTo>
                      <a:pt x="4665" y="1095"/>
                    </a:lnTo>
                    <a:lnTo>
                      <a:pt x="4708" y="1068"/>
                    </a:lnTo>
                    <a:lnTo>
                      <a:pt x="4753" y="1044"/>
                    </a:lnTo>
                    <a:lnTo>
                      <a:pt x="4753" y="1066"/>
                    </a:lnTo>
                    <a:cubicBezTo>
                      <a:pt x="4753" y="1085"/>
                      <a:pt x="4761" y="1095"/>
                      <a:pt x="4774" y="1095"/>
                    </a:cubicBezTo>
                    <a:cubicBezTo>
                      <a:pt x="4780" y="1095"/>
                      <a:pt x="4786" y="1093"/>
                      <a:pt x="4794" y="1089"/>
                    </a:cubicBezTo>
                    <a:lnTo>
                      <a:pt x="4839" y="1064"/>
                    </a:lnTo>
                    <a:cubicBezTo>
                      <a:pt x="4862" y="1052"/>
                      <a:pt x="4880" y="1021"/>
                      <a:pt x="4880" y="995"/>
                    </a:cubicBezTo>
                    <a:lnTo>
                      <a:pt x="4880" y="972"/>
                    </a:lnTo>
                    <a:lnTo>
                      <a:pt x="4923" y="946"/>
                    </a:lnTo>
                    <a:cubicBezTo>
                      <a:pt x="4923" y="946"/>
                      <a:pt x="4933" y="939"/>
                      <a:pt x="4943" y="933"/>
                    </a:cubicBezTo>
                    <a:cubicBezTo>
                      <a:pt x="4949" y="931"/>
                      <a:pt x="4954" y="925"/>
                      <a:pt x="4960" y="923"/>
                    </a:cubicBezTo>
                    <a:cubicBezTo>
                      <a:pt x="4964" y="921"/>
                      <a:pt x="4968" y="919"/>
                      <a:pt x="4968" y="919"/>
                    </a:cubicBezTo>
                    <a:lnTo>
                      <a:pt x="4970" y="942"/>
                    </a:lnTo>
                    <a:cubicBezTo>
                      <a:pt x="4971" y="955"/>
                      <a:pt x="4979" y="961"/>
                      <a:pt x="4989" y="961"/>
                    </a:cubicBezTo>
                    <a:cubicBezTo>
                      <a:pt x="4995" y="961"/>
                      <a:pt x="5002" y="959"/>
                      <a:pt x="5009" y="956"/>
                    </a:cubicBezTo>
                    <a:cubicBezTo>
                      <a:pt x="5013" y="954"/>
                      <a:pt x="5015" y="952"/>
                      <a:pt x="5021" y="946"/>
                    </a:cubicBezTo>
                    <a:cubicBezTo>
                      <a:pt x="5023" y="946"/>
                      <a:pt x="5033" y="933"/>
                      <a:pt x="5046" y="923"/>
                    </a:cubicBezTo>
                    <a:cubicBezTo>
                      <a:pt x="5054" y="919"/>
                      <a:pt x="5060" y="911"/>
                      <a:pt x="5064" y="905"/>
                    </a:cubicBezTo>
                    <a:lnTo>
                      <a:pt x="5072" y="899"/>
                    </a:lnTo>
                    <a:cubicBezTo>
                      <a:pt x="5095" y="872"/>
                      <a:pt x="5105" y="837"/>
                      <a:pt x="5093" y="821"/>
                    </a:cubicBezTo>
                    <a:lnTo>
                      <a:pt x="5082" y="806"/>
                    </a:lnTo>
                    <a:cubicBezTo>
                      <a:pt x="5082" y="806"/>
                      <a:pt x="5093" y="792"/>
                      <a:pt x="5101" y="782"/>
                    </a:cubicBezTo>
                    <a:cubicBezTo>
                      <a:pt x="5107" y="770"/>
                      <a:pt x="5115" y="759"/>
                      <a:pt x="5115" y="759"/>
                    </a:cubicBezTo>
                    <a:lnTo>
                      <a:pt x="5146" y="708"/>
                    </a:lnTo>
                    <a:lnTo>
                      <a:pt x="5162" y="716"/>
                    </a:lnTo>
                    <a:cubicBezTo>
                      <a:pt x="5164" y="717"/>
                      <a:pt x="5167" y="718"/>
                      <a:pt x="5169" y="718"/>
                    </a:cubicBezTo>
                    <a:cubicBezTo>
                      <a:pt x="5174" y="718"/>
                      <a:pt x="5179" y="716"/>
                      <a:pt x="5185" y="710"/>
                    </a:cubicBezTo>
                    <a:cubicBezTo>
                      <a:pt x="5197" y="704"/>
                      <a:pt x="5213" y="688"/>
                      <a:pt x="5220" y="667"/>
                    </a:cubicBezTo>
                    <a:cubicBezTo>
                      <a:pt x="5220" y="665"/>
                      <a:pt x="5228" y="649"/>
                      <a:pt x="5234" y="635"/>
                    </a:cubicBezTo>
                    <a:cubicBezTo>
                      <a:pt x="5240" y="616"/>
                      <a:pt x="5244" y="602"/>
                      <a:pt x="5244" y="602"/>
                    </a:cubicBezTo>
                    <a:cubicBezTo>
                      <a:pt x="5256" y="563"/>
                      <a:pt x="5249" y="543"/>
                      <a:pt x="5233" y="543"/>
                    </a:cubicBezTo>
                    <a:cubicBezTo>
                      <a:pt x="5230" y="543"/>
                      <a:pt x="5227" y="543"/>
                      <a:pt x="5224" y="545"/>
                    </a:cubicBezTo>
                    <a:lnTo>
                      <a:pt x="5203" y="553"/>
                    </a:lnTo>
                    <a:cubicBezTo>
                      <a:pt x="5203" y="551"/>
                      <a:pt x="5205" y="541"/>
                      <a:pt x="5207" y="526"/>
                    </a:cubicBezTo>
                    <a:cubicBezTo>
                      <a:pt x="5207" y="514"/>
                      <a:pt x="5209" y="504"/>
                      <a:pt x="5209" y="502"/>
                    </a:cubicBezTo>
                    <a:lnTo>
                      <a:pt x="5209" y="475"/>
                    </a:lnTo>
                    <a:lnTo>
                      <a:pt x="5209" y="451"/>
                    </a:lnTo>
                    <a:lnTo>
                      <a:pt x="5230" y="438"/>
                    </a:lnTo>
                    <a:cubicBezTo>
                      <a:pt x="5254" y="424"/>
                      <a:pt x="5271" y="393"/>
                      <a:pt x="5271" y="369"/>
                    </a:cubicBezTo>
                    <a:lnTo>
                      <a:pt x="5271" y="318"/>
                    </a:lnTo>
                    <a:cubicBezTo>
                      <a:pt x="5271" y="299"/>
                      <a:pt x="5263" y="289"/>
                      <a:pt x="5250" y="289"/>
                    </a:cubicBezTo>
                    <a:cubicBezTo>
                      <a:pt x="5244" y="289"/>
                      <a:pt x="5237" y="291"/>
                      <a:pt x="5230" y="295"/>
                    </a:cubicBezTo>
                    <a:lnTo>
                      <a:pt x="5209" y="307"/>
                    </a:lnTo>
                    <a:lnTo>
                      <a:pt x="5209" y="258"/>
                    </a:lnTo>
                    <a:lnTo>
                      <a:pt x="5205" y="213"/>
                    </a:lnTo>
                    <a:lnTo>
                      <a:pt x="5226" y="197"/>
                    </a:lnTo>
                    <a:cubicBezTo>
                      <a:pt x="5248" y="182"/>
                      <a:pt x="5265" y="146"/>
                      <a:pt x="5254" y="121"/>
                    </a:cubicBezTo>
                    <a:cubicBezTo>
                      <a:pt x="5254" y="121"/>
                      <a:pt x="5248" y="107"/>
                      <a:pt x="5244" y="97"/>
                    </a:cubicBezTo>
                    <a:cubicBezTo>
                      <a:pt x="5238" y="84"/>
                      <a:pt x="5230" y="76"/>
                      <a:pt x="5230" y="76"/>
                    </a:cubicBezTo>
                    <a:cubicBezTo>
                      <a:pt x="5226" y="69"/>
                      <a:pt x="5220" y="65"/>
                      <a:pt x="5212" y="65"/>
                    </a:cubicBezTo>
                    <a:cubicBezTo>
                      <a:pt x="5206" y="65"/>
                      <a:pt x="5200" y="68"/>
                      <a:pt x="5195" y="72"/>
                    </a:cubicBezTo>
                    <a:cubicBezTo>
                      <a:pt x="5187" y="76"/>
                      <a:pt x="5179" y="84"/>
                      <a:pt x="5172" y="92"/>
                    </a:cubicBezTo>
                    <a:lnTo>
                      <a:pt x="5156" y="115"/>
                    </a:lnTo>
                    <a:cubicBezTo>
                      <a:pt x="5156" y="115"/>
                      <a:pt x="5148" y="111"/>
                      <a:pt x="5144" y="103"/>
                    </a:cubicBezTo>
                    <a:cubicBezTo>
                      <a:pt x="5136" y="97"/>
                      <a:pt x="5127" y="95"/>
                      <a:pt x="5127" y="92"/>
                    </a:cubicBezTo>
                    <a:lnTo>
                      <a:pt x="5095" y="82"/>
                    </a:lnTo>
                    <a:lnTo>
                      <a:pt x="5107" y="56"/>
                    </a:lnTo>
                    <a:cubicBezTo>
                      <a:pt x="5121" y="29"/>
                      <a:pt x="5113" y="0"/>
                      <a:pt x="50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37"/>
              <p:cNvSpPr/>
              <p:nvPr/>
            </p:nvSpPr>
            <p:spPr>
              <a:xfrm rot="39010">
                <a:off x="6781482" y="3978538"/>
                <a:ext cx="1268245" cy="833049"/>
              </a:xfrm>
              <a:custGeom>
                <a:rect b="b" l="l" r="r" t="t"/>
                <a:pathLst>
                  <a:path extrusionOk="0" h="3547" w="5400">
                    <a:moveTo>
                      <a:pt x="5400" y="1"/>
                    </a:moveTo>
                    <a:lnTo>
                      <a:pt x="4829" y="242"/>
                    </a:lnTo>
                    <a:lnTo>
                      <a:pt x="0" y="3088"/>
                    </a:lnTo>
                    <a:lnTo>
                      <a:pt x="0" y="3546"/>
                    </a:lnTo>
                    <a:lnTo>
                      <a:pt x="5289" y="535"/>
                    </a:lnTo>
                    <a:cubicBezTo>
                      <a:pt x="5357" y="498"/>
                      <a:pt x="5400" y="422"/>
                      <a:pt x="5400" y="344"/>
                    </a:cubicBezTo>
                    <a:lnTo>
                      <a:pt x="540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37"/>
              <p:cNvSpPr/>
              <p:nvPr/>
            </p:nvSpPr>
            <p:spPr>
              <a:xfrm rot="39010">
                <a:off x="6385217" y="4031190"/>
                <a:ext cx="1529644" cy="776448"/>
              </a:xfrm>
              <a:custGeom>
                <a:rect b="b" l="l" r="r" t="t"/>
                <a:pathLst>
                  <a:path extrusionOk="0" h="3306" w="6513">
                    <a:moveTo>
                      <a:pt x="6513" y="1"/>
                    </a:moveTo>
                    <a:lnTo>
                      <a:pt x="4047" y="1030"/>
                    </a:lnTo>
                    <a:lnTo>
                      <a:pt x="1695" y="1979"/>
                    </a:lnTo>
                    <a:lnTo>
                      <a:pt x="516" y="2030"/>
                    </a:lnTo>
                    <a:lnTo>
                      <a:pt x="1" y="2024"/>
                    </a:lnTo>
                    <a:lnTo>
                      <a:pt x="1" y="2341"/>
                    </a:lnTo>
                    <a:lnTo>
                      <a:pt x="1684" y="3305"/>
                    </a:lnTo>
                    <a:lnTo>
                      <a:pt x="1684" y="2851"/>
                    </a:lnTo>
                    <a:lnTo>
                      <a:pt x="65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37"/>
              <p:cNvSpPr/>
              <p:nvPr/>
            </p:nvSpPr>
            <p:spPr>
              <a:xfrm rot="39010">
                <a:off x="6042971" y="3724610"/>
                <a:ext cx="503775" cy="810267"/>
              </a:xfrm>
              <a:custGeom>
                <a:rect b="b" l="l" r="r" t="t"/>
                <a:pathLst>
                  <a:path extrusionOk="0" h="3450" w="2145">
                    <a:moveTo>
                      <a:pt x="2145" y="1"/>
                    </a:moveTo>
                    <a:lnTo>
                      <a:pt x="694" y="796"/>
                    </a:lnTo>
                    <a:cubicBezTo>
                      <a:pt x="657" y="821"/>
                      <a:pt x="623" y="848"/>
                      <a:pt x="598" y="882"/>
                    </a:cubicBezTo>
                    <a:cubicBezTo>
                      <a:pt x="549" y="944"/>
                      <a:pt x="524" y="1019"/>
                      <a:pt x="526" y="1097"/>
                    </a:cubicBezTo>
                    <a:lnTo>
                      <a:pt x="543" y="1508"/>
                    </a:lnTo>
                    <a:lnTo>
                      <a:pt x="185" y="1713"/>
                    </a:lnTo>
                    <a:cubicBezTo>
                      <a:pt x="134" y="1742"/>
                      <a:pt x="93" y="1783"/>
                      <a:pt x="62" y="1828"/>
                    </a:cubicBezTo>
                    <a:cubicBezTo>
                      <a:pt x="29" y="1883"/>
                      <a:pt x="9" y="1944"/>
                      <a:pt x="9" y="2008"/>
                    </a:cubicBezTo>
                    <a:lnTo>
                      <a:pt x="1" y="2413"/>
                    </a:lnTo>
                    <a:lnTo>
                      <a:pt x="1783" y="3450"/>
                    </a:lnTo>
                    <a:cubicBezTo>
                      <a:pt x="1860" y="3442"/>
                      <a:pt x="1987" y="3434"/>
                      <a:pt x="2145" y="3421"/>
                    </a:cubicBezTo>
                    <a:lnTo>
                      <a:pt x="214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37"/>
              <p:cNvSpPr/>
              <p:nvPr/>
            </p:nvSpPr>
            <p:spPr>
              <a:xfrm rot="39010">
                <a:off x="6548455" y="3304381"/>
                <a:ext cx="1512029" cy="1235364"/>
              </a:xfrm>
              <a:custGeom>
                <a:rect b="b" l="l" r="r" t="t"/>
                <a:pathLst>
                  <a:path extrusionOk="0" h="5260" w="6438">
                    <a:moveTo>
                      <a:pt x="3379" y="1"/>
                    </a:moveTo>
                    <a:cubicBezTo>
                      <a:pt x="3351" y="1"/>
                      <a:pt x="3323" y="8"/>
                      <a:pt x="3297" y="22"/>
                    </a:cubicBezTo>
                    <a:lnTo>
                      <a:pt x="1" y="1839"/>
                    </a:lnTo>
                    <a:lnTo>
                      <a:pt x="1" y="5259"/>
                    </a:lnTo>
                    <a:cubicBezTo>
                      <a:pt x="919" y="5188"/>
                      <a:pt x="2916" y="5024"/>
                      <a:pt x="2951" y="5004"/>
                    </a:cubicBezTo>
                    <a:lnTo>
                      <a:pt x="6333" y="3111"/>
                    </a:lnTo>
                    <a:cubicBezTo>
                      <a:pt x="6396" y="3072"/>
                      <a:pt x="6437" y="3007"/>
                      <a:pt x="6437" y="2933"/>
                    </a:cubicBezTo>
                    <a:lnTo>
                      <a:pt x="6437" y="1890"/>
                    </a:lnTo>
                    <a:cubicBezTo>
                      <a:pt x="6437" y="1851"/>
                      <a:pt x="6429" y="1814"/>
                      <a:pt x="6415" y="1783"/>
                    </a:cubicBezTo>
                    <a:cubicBezTo>
                      <a:pt x="6394" y="1738"/>
                      <a:pt x="6357" y="1697"/>
                      <a:pt x="6314" y="1671"/>
                    </a:cubicBezTo>
                    <a:lnTo>
                      <a:pt x="3462" y="24"/>
                    </a:lnTo>
                    <a:cubicBezTo>
                      <a:pt x="3436" y="8"/>
                      <a:pt x="3408" y="1"/>
                      <a:pt x="33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37"/>
              <p:cNvSpPr/>
              <p:nvPr/>
            </p:nvSpPr>
            <p:spPr>
              <a:xfrm rot="39010">
                <a:off x="8059281" y="3999666"/>
                <a:ext cx="235" cy="23016"/>
              </a:xfrm>
              <a:custGeom>
                <a:rect b="b" l="l" r="r" t="t"/>
                <a:pathLst>
                  <a:path extrusionOk="0" h="98" w="1">
                    <a:moveTo>
                      <a:pt x="0" y="97"/>
                    </a:moveTo>
                    <a:lnTo>
                      <a:pt x="0" y="9"/>
                    </a:lnTo>
                    <a:lnTo>
                      <a:pt x="0" y="1"/>
                    </a:lnTo>
                    <a:close/>
                  </a:path>
                </a:pathLst>
              </a:custGeom>
              <a:solidFill>
                <a:srgbClr val="E7BC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37"/>
              <p:cNvSpPr/>
              <p:nvPr/>
            </p:nvSpPr>
            <p:spPr>
              <a:xfrm rot="39010">
                <a:off x="6185140" y="3302292"/>
                <a:ext cx="1870896" cy="1070023"/>
              </a:xfrm>
              <a:custGeom>
                <a:rect b="b" l="l" r="r" t="t"/>
                <a:pathLst>
                  <a:path extrusionOk="0" h="4556" w="7966">
                    <a:moveTo>
                      <a:pt x="4927" y="1"/>
                    </a:moveTo>
                    <a:cubicBezTo>
                      <a:pt x="4899" y="1"/>
                      <a:pt x="4871" y="8"/>
                      <a:pt x="4846" y="22"/>
                    </a:cubicBezTo>
                    <a:lnTo>
                      <a:pt x="99" y="2634"/>
                    </a:lnTo>
                    <a:cubicBezTo>
                      <a:pt x="60" y="2659"/>
                      <a:pt x="27" y="2686"/>
                      <a:pt x="1" y="2720"/>
                    </a:cubicBezTo>
                    <a:lnTo>
                      <a:pt x="3160" y="4556"/>
                    </a:lnTo>
                    <a:lnTo>
                      <a:pt x="7966" y="1783"/>
                    </a:lnTo>
                    <a:cubicBezTo>
                      <a:pt x="7945" y="1738"/>
                      <a:pt x="7908" y="1697"/>
                      <a:pt x="7863" y="1671"/>
                    </a:cubicBezTo>
                    <a:lnTo>
                      <a:pt x="5011" y="24"/>
                    </a:lnTo>
                    <a:cubicBezTo>
                      <a:pt x="4985" y="8"/>
                      <a:pt x="4956" y="1"/>
                      <a:pt x="492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37"/>
              <p:cNvSpPr/>
              <p:nvPr/>
            </p:nvSpPr>
            <p:spPr>
              <a:xfrm rot="39010">
                <a:off x="6048561" y="4078950"/>
                <a:ext cx="522094" cy="317296"/>
              </a:xfrm>
              <a:custGeom>
                <a:rect b="b" l="l" r="r" t="t"/>
                <a:pathLst>
                  <a:path extrusionOk="0" h="1351" w="2223">
                    <a:moveTo>
                      <a:pt x="510" y="0"/>
                    </a:moveTo>
                    <a:lnTo>
                      <a:pt x="152" y="205"/>
                    </a:lnTo>
                    <a:cubicBezTo>
                      <a:pt x="148" y="207"/>
                      <a:pt x="143" y="211"/>
                      <a:pt x="141" y="213"/>
                    </a:cubicBezTo>
                    <a:cubicBezTo>
                      <a:pt x="113" y="232"/>
                      <a:pt x="80" y="262"/>
                      <a:pt x="51" y="293"/>
                    </a:cubicBezTo>
                    <a:cubicBezTo>
                      <a:pt x="49" y="293"/>
                      <a:pt x="0" y="377"/>
                      <a:pt x="0" y="377"/>
                    </a:cubicBezTo>
                    <a:lnTo>
                      <a:pt x="1659" y="1351"/>
                    </a:lnTo>
                    <a:lnTo>
                      <a:pt x="2222" y="982"/>
                    </a:lnTo>
                    <a:lnTo>
                      <a:pt x="51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37"/>
              <p:cNvSpPr/>
              <p:nvPr/>
            </p:nvSpPr>
            <p:spPr>
              <a:xfrm rot="39010">
                <a:off x="6097308" y="3634248"/>
                <a:ext cx="283711" cy="561316"/>
              </a:xfrm>
              <a:custGeom>
                <a:rect b="b" l="l" r="r" t="t"/>
                <a:pathLst>
                  <a:path extrusionOk="0" h="2390" w="1208">
                    <a:moveTo>
                      <a:pt x="1074" y="0"/>
                    </a:moveTo>
                    <a:cubicBezTo>
                      <a:pt x="1028" y="0"/>
                      <a:pt x="986" y="25"/>
                      <a:pt x="962" y="65"/>
                    </a:cubicBezTo>
                    <a:cubicBezTo>
                      <a:pt x="923" y="121"/>
                      <a:pt x="1" y="1459"/>
                      <a:pt x="1" y="1852"/>
                    </a:cubicBezTo>
                    <a:lnTo>
                      <a:pt x="1" y="2363"/>
                    </a:lnTo>
                    <a:cubicBezTo>
                      <a:pt x="1" y="2377"/>
                      <a:pt x="11" y="2390"/>
                      <a:pt x="27" y="2390"/>
                    </a:cubicBezTo>
                    <a:cubicBezTo>
                      <a:pt x="41" y="2390"/>
                      <a:pt x="52" y="2379"/>
                      <a:pt x="52" y="2363"/>
                    </a:cubicBezTo>
                    <a:lnTo>
                      <a:pt x="52" y="1852"/>
                    </a:lnTo>
                    <a:cubicBezTo>
                      <a:pt x="52" y="1473"/>
                      <a:pt x="995" y="108"/>
                      <a:pt x="1005" y="92"/>
                    </a:cubicBezTo>
                    <a:cubicBezTo>
                      <a:pt x="1023" y="62"/>
                      <a:pt x="1050" y="52"/>
                      <a:pt x="1074" y="52"/>
                    </a:cubicBezTo>
                    <a:cubicBezTo>
                      <a:pt x="1082" y="52"/>
                      <a:pt x="1090" y="53"/>
                      <a:pt x="1097" y="55"/>
                    </a:cubicBezTo>
                    <a:cubicBezTo>
                      <a:pt x="1124" y="61"/>
                      <a:pt x="1157" y="88"/>
                      <a:pt x="1157" y="133"/>
                    </a:cubicBezTo>
                    <a:lnTo>
                      <a:pt x="1157" y="966"/>
                    </a:lnTo>
                    <a:cubicBezTo>
                      <a:pt x="1157" y="978"/>
                      <a:pt x="1169" y="990"/>
                      <a:pt x="1183" y="990"/>
                    </a:cubicBezTo>
                    <a:cubicBezTo>
                      <a:pt x="1195" y="990"/>
                      <a:pt x="1208" y="980"/>
                      <a:pt x="1208" y="966"/>
                    </a:cubicBezTo>
                    <a:lnTo>
                      <a:pt x="1208" y="133"/>
                    </a:lnTo>
                    <a:cubicBezTo>
                      <a:pt x="1208" y="72"/>
                      <a:pt x="1169" y="20"/>
                      <a:pt x="1111" y="6"/>
                    </a:cubicBezTo>
                    <a:cubicBezTo>
                      <a:pt x="1099" y="2"/>
                      <a:pt x="1086" y="0"/>
                      <a:pt x="10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37"/>
              <p:cNvSpPr/>
              <p:nvPr/>
            </p:nvSpPr>
            <p:spPr>
              <a:xfrm rot="39010">
                <a:off x="6383578" y="4498455"/>
                <a:ext cx="105922" cy="123302"/>
              </a:xfrm>
              <a:custGeom>
                <a:rect b="b" l="l" r="r" t="t"/>
                <a:pathLst>
                  <a:path extrusionOk="0" h="525" w="451">
                    <a:moveTo>
                      <a:pt x="1" y="0"/>
                    </a:moveTo>
                    <a:lnTo>
                      <a:pt x="1" y="317"/>
                    </a:lnTo>
                    <a:lnTo>
                      <a:pt x="359" y="524"/>
                    </a:lnTo>
                    <a:lnTo>
                      <a:pt x="451" y="258"/>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37"/>
              <p:cNvSpPr/>
              <p:nvPr/>
            </p:nvSpPr>
            <p:spPr>
              <a:xfrm rot="39010">
                <a:off x="7282725" y="4151727"/>
                <a:ext cx="202449" cy="228284"/>
              </a:xfrm>
              <a:custGeom>
                <a:rect b="b" l="l" r="r" t="t"/>
                <a:pathLst>
                  <a:path extrusionOk="0" h="972" w="862">
                    <a:moveTo>
                      <a:pt x="835" y="0"/>
                    </a:moveTo>
                    <a:lnTo>
                      <a:pt x="0" y="481"/>
                    </a:lnTo>
                    <a:lnTo>
                      <a:pt x="2" y="972"/>
                    </a:lnTo>
                    <a:lnTo>
                      <a:pt x="862" y="475"/>
                    </a:lnTo>
                    <a:lnTo>
                      <a:pt x="837" y="458"/>
                    </a:lnTo>
                    <a:lnTo>
                      <a:pt x="8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37"/>
              <p:cNvSpPr/>
              <p:nvPr/>
            </p:nvSpPr>
            <p:spPr>
              <a:xfrm rot="39010">
                <a:off x="7479316" y="4141802"/>
                <a:ext cx="6576" cy="122597"/>
              </a:xfrm>
              <a:custGeom>
                <a:rect b="b" l="l" r="r" t="t"/>
                <a:pathLst>
                  <a:path extrusionOk="0" h="522" w="28">
                    <a:moveTo>
                      <a:pt x="1" y="0"/>
                    </a:moveTo>
                    <a:lnTo>
                      <a:pt x="1" y="16"/>
                    </a:lnTo>
                    <a:lnTo>
                      <a:pt x="1" y="47"/>
                    </a:lnTo>
                    <a:lnTo>
                      <a:pt x="3" y="505"/>
                    </a:lnTo>
                    <a:lnTo>
                      <a:pt x="28" y="522"/>
                    </a:lnTo>
                    <a:lnTo>
                      <a:pt x="26" y="33"/>
                    </a:lnTo>
                    <a:lnTo>
                      <a:pt x="26" y="14"/>
                    </a:lnTo>
                    <a:lnTo>
                      <a:pt x="13" y="10"/>
                    </a:lnTo>
                    <a:lnTo>
                      <a:pt x="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37"/>
              <p:cNvSpPr/>
              <p:nvPr/>
            </p:nvSpPr>
            <p:spPr>
              <a:xfrm rot="39010">
                <a:off x="7480011" y="4138317"/>
                <a:ext cx="12448" cy="7046"/>
              </a:xfrm>
              <a:custGeom>
                <a:rect b="b" l="l" r="r" t="t"/>
                <a:pathLst>
                  <a:path extrusionOk="0" h="30" w="53">
                    <a:moveTo>
                      <a:pt x="26" y="1"/>
                    </a:moveTo>
                    <a:lnTo>
                      <a:pt x="1" y="15"/>
                    </a:lnTo>
                    <a:lnTo>
                      <a:pt x="26" y="29"/>
                    </a:lnTo>
                    <a:lnTo>
                      <a:pt x="52" y="15"/>
                    </a:lnTo>
                    <a:lnTo>
                      <a:pt x="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37"/>
              <p:cNvSpPr/>
              <p:nvPr/>
            </p:nvSpPr>
            <p:spPr>
              <a:xfrm rot="39010">
                <a:off x="7275668" y="4365677"/>
                <a:ext cx="7516" cy="8455"/>
              </a:xfrm>
              <a:custGeom>
                <a:rect b="b" l="l" r="r" t="t"/>
                <a:pathLst>
                  <a:path extrusionOk="0" h="36" w="32">
                    <a:moveTo>
                      <a:pt x="3" y="1"/>
                    </a:moveTo>
                    <a:cubicBezTo>
                      <a:pt x="1" y="3"/>
                      <a:pt x="31" y="36"/>
                      <a:pt x="31" y="36"/>
                    </a:cubicBezTo>
                    <a:cubicBezTo>
                      <a:pt x="31" y="33"/>
                      <a:pt x="3" y="1"/>
                      <a:pt x="3" y="1"/>
                    </a:cubicBez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37"/>
              <p:cNvSpPr/>
              <p:nvPr/>
            </p:nvSpPr>
            <p:spPr>
              <a:xfrm rot="39010">
                <a:off x="7283559" y="4258365"/>
                <a:ext cx="202449" cy="116491"/>
              </a:xfrm>
              <a:custGeom>
                <a:rect b="b" l="l" r="r" t="t"/>
                <a:pathLst>
                  <a:path extrusionOk="0" h="496" w="862">
                    <a:moveTo>
                      <a:pt x="862" y="0"/>
                    </a:moveTo>
                    <a:cubicBezTo>
                      <a:pt x="855" y="0"/>
                      <a:pt x="118" y="427"/>
                      <a:pt x="13" y="488"/>
                    </a:cubicBezTo>
                    <a:lnTo>
                      <a:pt x="13" y="488"/>
                    </a:lnTo>
                    <a:cubicBezTo>
                      <a:pt x="119" y="427"/>
                      <a:pt x="862" y="0"/>
                      <a:pt x="862" y="0"/>
                    </a:cubicBezTo>
                    <a:cubicBezTo>
                      <a:pt x="862" y="0"/>
                      <a:pt x="862" y="0"/>
                      <a:pt x="862" y="0"/>
                    </a:cubicBezTo>
                    <a:close/>
                    <a:moveTo>
                      <a:pt x="13" y="488"/>
                    </a:moveTo>
                    <a:cubicBezTo>
                      <a:pt x="5" y="493"/>
                      <a:pt x="0" y="495"/>
                      <a:pt x="0" y="495"/>
                    </a:cubicBezTo>
                    <a:cubicBezTo>
                      <a:pt x="0" y="495"/>
                      <a:pt x="0" y="495"/>
                      <a:pt x="0" y="495"/>
                    </a:cubicBezTo>
                    <a:cubicBezTo>
                      <a:pt x="0" y="495"/>
                      <a:pt x="5" y="493"/>
                      <a:pt x="13" y="488"/>
                    </a:cubicBez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37"/>
              <p:cNvSpPr/>
              <p:nvPr/>
            </p:nvSpPr>
            <p:spPr>
              <a:xfrm rot="39010">
                <a:off x="7276795" y="4250106"/>
                <a:ext cx="209260" cy="124711"/>
              </a:xfrm>
              <a:custGeom>
                <a:rect b="b" l="l" r="r" t="t"/>
                <a:pathLst>
                  <a:path extrusionOk="0" h="531" w="891">
                    <a:moveTo>
                      <a:pt x="862" y="1"/>
                    </a:moveTo>
                    <a:lnTo>
                      <a:pt x="1" y="498"/>
                    </a:lnTo>
                    <a:lnTo>
                      <a:pt x="29" y="530"/>
                    </a:lnTo>
                    <a:lnTo>
                      <a:pt x="891" y="31"/>
                    </a:lnTo>
                    <a:lnTo>
                      <a:pt x="8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37"/>
              <p:cNvSpPr/>
              <p:nvPr/>
            </p:nvSpPr>
            <p:spPr>
              <a:xfrm rot="39010">
                <a:off x="7275892" y="4345950"/>
                <a:ext cx="7516" cy="8455"/>
              </a:xfrm>
              <a:custGeom>
                <a:rect b="b" l="l" r="r" t="t"/>
                <a:pathLst>
                  <a:path extrusionOk="0" h="36" w="32">
                    <a:moveTo>
                      <a:pt x="3" y="1"/>
                    </a:moveTo>
                    <a:cubicBezTo>
                      <a:pt x="1" y="3"/>
                      <a:pt x="31" y="36"/>
                      <a:pt x="31" y="36"/>
                    </a:cubicBezTo>
                    <a:cubicBezTo>
                      <a:pt x="31" y="32"/>
                      <a:pt x="3" y="1"/>
                      <a:pt x="3" y="1"/>
                    </a:cubicBez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37"/>
              <p:cNvSpPr/>
              <p:nvPr/>
            </p:nvSpPr>
            <p:spPr>
              <a:xfrm rot="39010">
                <a:off x="7283556" y="4237697"/>
                <a:ext cx="202684" cy="116960"/>
              </a:xfrm>
              <a:custGeom>
                <a:rect b="b" l="l" r="r" t="t"/>
                <a:pathLst>
                  <a:path extrusionOk="0" h="498" w="863">
                    <a:moveTo>
                      <a:pt x="863" y="0"/>
                    </a:moveTo>
                    <a:lnTo>
                      <a:pt x="863" y="0"/>
                    </a:lnTo>
                    <a:cubicBezTo>
                      <a:pt x="856" y="4"/>
                      <a:pt x="1" y="498"/>
                      <a:pt x="1" y="498"/>
                    </a:cubicBezTo>
                    <a:cubicBezTo>
                      <a:pt x="1" y="498"/>
                      <a:pt x="1" y="498"/>
                      <a:pt x="1" y="498"/>
                    </a:cubicBezTo>
                    <a:lnTo>
                      <a:pt x="863" y="0"/>
                    </a:ln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37"/>
              <p:cNvSpPr/>
              <p:nvPr/>
            </p:nvSpPr>
            <p:spPr>
              <a:xfrm rot="39010">
                <a:off x="7277024" y="4229910"/>
                <a:ext cx="209260" cy="124711"/>
              </a:xfrm>
              <a:custGeom>
                <a:rect b="b" l="l" r="r" t="t"/>
                <a:pathLst>
                  <a:path extrusionOk="0" h="531" w="891">
                    <a:moveTo>
                      <a:pt x="862" y="1"/>
                    </a:moveTo>
                    <a:lnTo>
                      <a:pt x="1" y="500"/>
                    </a:lnTo>
                    <a:lnTo>
                      <a:pt x="29" y="531"/>
                    </a:lnTo>
                    <a:lnTo>
                      <a:pt x="891" y="33"/>
                    </a:lnTo>
                    <a:lnTo>
                      <a:pt x="8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37"/>
              <p:cNvSpPr/>
              <p:nvPr/>
            </p:nvSpPr>
            <p:spPr>
              <a:xfrm rot="39010">
                <a:off x="7276123" y="4325284"/>
                <a:ext cx="7516" cy="8925"/>
              </a:xfrm>
              <a:custGeom>
                <a:rect b="b" l="l" r="r" t="t"/>
                <a:pathLst>
                  <a:path extrusionOk="0" h="38" w="32">
                    <a:moveTo>
                      <a:pt x="3" y="1"/>
                    </a:moveTo>
                    <a:cubicBezTo>
                      <a:pt x="1" y="3"/>
                      <a:pt x="31" y="38"/>
                      <a:pt x="31" y="38"/>
                    </a:cubicBezTo>
                    <a:cubicBezTo>
                      <a:pt x="31" y="34"/>
                      <a:pt x="3" y="1"/>
                      <a:pt x="3" y="1"/>
                    </a:cubicBez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37"/>
              <p:cNvSpPr/>
              <p:nvPr/>
            </p:nvSpPr>
            <p:spPr>
              <a:xfrm rot="39010">
                <a:off x="7284017" y="4217972"/>
                <a:ext cx="202449" cy="116491"/>
              </a:xfrm>
              <a:custGeom>
                <a:rect b="b" l="l" r="r" t="t"/>
                <a:pathLst>
                  <a:path extrusionOk="0" h="496" w="862">
                    <a:moveTo>
                      <a:pt x="862" y="1"/>
                    </a:moveTo>
                    <a:cubicBezTo>
                      <a:pt x="858" y="1"/>
                      <a:pt x="0" y="496"/>
                      <a:pt x="0" y="496"/>
                    </a:cubicBezTo>
                    <a:cubicBezTo>
                      <a:pt x="0" y="496"/>
                      <a:pt x="0" y="496"/>
                      <a:pt x="0" y="496"/>
                    </a:cubicBezTo>
                    <a:cubicBezTo>
                      <a:pt x="3" y="496"/>
                      <a:pt x="862" y="1"/>
                      <a:pt x="862" y="1"/>
                    </a:cubicBezTo>
                    <a:cubicBezTo>
                      <a:pt x="862" y="1"/>
                      <a:pt x="862" y="1"/>
                      <a:pt x="862" y="1"/>
                    </a:cubicBez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37"/>
              <p:cNvSpPr/>
              <p:nvPr/>
            </p:nvSpPr>
            <p:spPr>
              <a:xfrm rot="39010">
                <a:off x="7277251" y="4210183"/>
                <a:ext cx="209260" cy="124241"/>
              </a:xfrm>
              <a:custGeom>
                <a:rect b="b" l="l" r="r" t="t"/>
                <a:pathLst>
                  <a:path extrusionOk="0" h="529" w="891">
                    <a:moveTo>
                      <a:pt x="862" y="1"/>
                    </a:moveTo>
                    <a:lnTo>
                      <a:pt x="1" y="496"/>
                    </a:lnTo>
                    <a:lnTo>
                      <a:pt x="29" y="529"/>
                    </a:lnTo>
                    <a:lnTo>
                      <a:pt x="891" y="31"/>
                    </a:lnTo>
                    <a:lnTo>
                      <a:pt x="8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37"/>
              <p:cNvSpPr/>
              <p:nvPr/>
            </p:nvSpPr>
            <p:spPr>
              <a:xfrm rot="39010">
                <a:off x="7276349" y="4305792"/>
                <a:ext cx="7516" cy="8220"/>
              </a:xfrm>
              <a:custGeom>
                <a:rect b="b" l="l" r="r" t="t"/>
                <a:pathLst>
                  <a:path extrusionOk="0" h="35" w="32">
                    <a:moveTo>
                      <a:pt x="3" y="0"/>
                    </a:moveTo>
                    <a:cubicBezTo>
                      <a:pt x="1" y="2"/>
                      <a:pt x="31" y="35"/>
                      <a:pt x="31" y="35"/>
                    </a:cubicBezTo>
                    <a:cubicBezTo>
                      <a:pt x="31" y="33"/>
                      <a:pt x="3" y="0"/>
                      <a:pt x="3" y="0"/>
                    </a:cubicBez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37"/>
              <p:cNvSpPr/>
              <p:nvPr/>
            </p:nvSpPr>
            <p:spPr>
              <a:xfrm rot="39010">
                <a:off x="7284241" y="4198245"/>
                <a:ext cx="202449" cy="116491"/>
              </a:xfrm>
              <a:custGeom>
                <a:rect b="b" l="l" r="r" t="t"/>
                <a:pathLst>
                  <a:path extrusionOk="0" h="496" w="862">
                    <a:moveTo>
                      <a:pt x="862" y="1"/>
                    </a:moveTo>
                    <a:cubicBezTo>
                      <a:pt x="855" y="1"/>
                      <a:pt x="118" y="427"/>
                      <a:pt x="13" y="488"/>
                    </a:cubicBezTo>
                    <a:lnTo>
                      <a:pt x="13" y="488"/>
                    </a:lnTo>
                    <a:cubicBezTo>
                      <a:pt x="119" y="427"/>
                      <a:pt x="862" y="1"/>
                      <a:pt x="862" y="1"/>
                    </a:cubicBezTo>
                    <a:cubicBezTo>
                      <a:pt x="862" y="1"/>
                      <a:pt x="862" y="1"/>
                      <a:pt x="862" y="1"/>
                    </a:cubicBezTo>
                    <a:close/>
                    <a:moveTo>
                      <a:pt x="13" y="488"/>
                    </a:moveTo>
                    <a:cubicBezTo>
                      <a:pt x="5" y="493"/>
                      <a:pt x="0" y="496"/>
                      <a:pt x="0" y="496"/>
                    </a:cubicBezTo>
                    <a:cubicBezTo>
                      <a:pt x="0" y="496"/>
                      <a:pt x="0" y="496"/>
                      <a:pt x="0" y="496"/>
                    </a:cubicBezTo>
                    <a:cubicBezTo>
                      <a:pt x="0" y="496"/>
                      <a:pt x="5" y="493"/>
                      <a:pt x="13" y="488"/>
                    </a:cubicBez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37"/>
              <p:cNvSpPr/>
              <p:nvPr/>
            </p:nvSpPr>
            <p:spPr>
              <a:xfrm rot="39010">
                <a:off x="7277480" y="4189517"/>
                <a:ext cx="209260" cy="125180"/>
              </a:xfrm>
              <a:custGeom>
                <a:rect b="b" l="l" r="r" t="t"/>
                <a:pathLst>
                  <a:path extrusionOk="0" h="533" w="891">
                    <a:moveTo>
                      <a:pt x="862" y="1"/>
                    </a:moveTo>
                    <a:lnTo>
                      <a:pt x="1" y="500"/>
                    </a:lnTo>
                    <a:lnTo>
                      <a:pt x="29" y="533"/>
                    </a:lnTo>
                    <a:lnTo>
                      <a:pt x="891" y="34"/>
                    </a:lnTo>
                    <a:lnTo>
                      <a:pt x="8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37"/>
              <p:cNvSpPr/>
              <p:nvPr/>
            </p:nvSpPr>
            <p:spPr>
              <a:xfrm rot="39010">
                <a:off x="7276572" y="4286065"/>
                <a:ext cx="7516" cy="8220"/>
              </a:xfrm>
              <a:custGeom>
                <a:rect b="b" l="l" r="r" t="t"/>
                <a:pathLst>
                  <a:path extrusionOk="0" h="35" w="32">
                    <a:moveTo>
                      <a:pt x="3" y="0"/>
                    </a:moveTo>
                    <a:cubicBezTo>
                      <a:pt x="1" y="2"/>
                      <a:pt x="31" y="35"/>
                      <a:pt x="31" y="35"/>
                    </a:cubicBezTo>
                    <a:cubicBezTo>
                      <a:pt x="31" y="31"/>
                      <a:pt x="3" y="0"/>
                      <a:pt x="3" y="0"/>
                    </a:cubicBez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37"/>
              <p:cNvSpPr/>
              <p:nvPr/>
            </p:nvSpPr>
            <p:spPr>
              <a:xfrm rot="39010">
                <a:off x="7284473" y="4177579"/>
                <a:ext cx="202449" cy="116960"/>
              </a:xfrm>
              <a:custGeom>
                <a:rect b="b" l="l" r="r" t="t"/>
                <a:pathLst>
                  <a:path extrusionOk="0" h="498" w="862">
                    <a:moveTo>
                      <a:pt x="862" y="1"/>
                    </a:moveTo>
                    <a:cubicBezTo>
                      <a:pt x="859" y="1"/>
                      <a:pt x="217" y="372"/>
                      <a:pt x="43" y="473"/>
                    </a:cubicBezTo>
                    <a:lnTo>
                      <a:pt x="43" y="473"/>
                    </a:lnTo>
                    <a:cubicBezTo>
                      <a:pt x="217" y="372"/>
                      <a:pt x="862" y="1"/>
                      <a:pt x="862" y="1"/>
                    </a:cubicBezTo>
                    <a:cubicBezTo>
                      <a:pt x="862" y="1"/>
                      <a:pt x="862" y="1"/>
                      <a:pt x="862" y="1"/>
                    </a:cubicBezTo>
                    <a:close/>
                    <a:moveTo>
                      <a:pt x="43" y="473"/>
                    </a:moveTo>
                    <a:cubicBezTo>
                      <a:pt x="16" y="489"/>
                      <a:pt x="0" y="498"/>
                      <a:pt x="0" y="498"/>
                    </a:cubicBezTo>
                    <a:cubicBezTo>
                      <a:pt x="0" y="498"/>
                      <a:pt x="0" y="498"/>
                      <a:pt x="0" y="498"/>
                    </a:cubicBezTo>
                    <a:cubicBezTo>
                      <a:pt x="0" y="498"/>
                      <a:pt x="16" y="489"/>
                      <a:pt x="43" y="473"/>
                    </a:cubicBez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37"/>
              <p:cNvSpPr/>
              <p:nvPr/>
            </p:nvSpPr>
            <p:spPr>
              <a:xfrm rot="39010">
                <a:off x="7277706" y="4169790"/>
                <a:ext cx="209260" cy="124711"/>
              </a:xfrm>
              <a:custGeom>
                <a:rect b="b" l="l" r="r" t="t"/>
                <a:pathLst>
                  <a:path extrusionOk="0" h="531" w="891">
                    <a:moveTo>
                      <a:pt x="862" y="1"/>
                    </a:moveTo>
                    <a:lnTo>
                      <a:pt x="1" y="500"/>
                    </a:lnTo>
                    <a:lnTo>
                      <a:pt x="29" y="531"/>
                    </a:lnTo>
                    <a:lnTo>
                      <a:pt x="891" y="32"/>
                    </a:lnTo>
                    <a:lnTo>
                      <a:pt x="8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37"/>
              <p:cNvSpPr/>
              <p:nvPr/>
            </p:nvSpPr>
            <p:spPr>
              <a:xfrm rot="39010">
                <a:off x="7276804" y="4265399"/>
                <a:ext cx="7516" cy="8690"/>
              </a:xfrm>
              <a:custGeom>
                <a:rect b="b" l="l" r="r" t="t"/>
                <a:pathLst>
                  <a:path extrusionOk="0" h="37" w="32">
                    <a:moveTo>
                      <a:pt x="3" y="0"/>
                    </a:moveTo>
                    <a:cubicBezTo>
                      <a:pt x="1" y="2"/>
                      <a:pt x="31" y="37"/>
                      <a:pt x="31" y="37"/>
                    </a:cubicBezTo>
                    <a:cubicBezTo>
                      <a:pt x="31" y="31"/>
                      <a:pt x="3" y="0"/>
                      <a:pt x="3" y="0"/>
                    </a:cubicBez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37"/>
              <p:cNvSpPr/>
              <p:nvPr/>
            </p:nvSpPr>
            <p:spPr>
              <a:xfrm rot="39010">
                <a:off x="7284470" y="4157381"/>
                <a:ext cx="202684" cy="116491"/>
              </a:xfrm>
              <a:custGeom>
                <a:rect b="b" l="l" r="r" t="t"/>
                <a:pathLst>
                  <a:path extrusionOk="0" h="496" w="863">
                    <a:moveTo>
                      <a:pt x="863" y="1"/>
                    </a:moveTo>
                    <a:cubicBezTo>
                      <a:pt x="856" y="5"/>
                      <a:pt x="1" y="496"/>
                      <a:pt x="1" y="496"/>
                    </a:cubicBezTo>
                    <a:cubicBezTo>
                      <a:pt x="1" y="496"/>
                      <a:pt x="1" y="496"/>
                      <a:pt x="1" y="496"/>
                    </a:cubicBezTo>
                    <a:lnTo>
                      <a:pt x="863" y="1"/>
                    </a:ln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37"/>
              <p:cNvSpPr/>
              <p:nvPr/>
            </p:nvSpPr>
            <p:spPr>
              <a:xfrm rot="39010">
                <a:off x="7277941" y="4149124"/>
                <a:ext cx="209260" cy="124711"/>
              </a:xfrm>
              <a:custGeom>
                <a:rect b="b" l="l" r="r" t="t"/>
                <a:pathLst>
                  <a:path extrusionOk="0" h="531" w="891">
                    <a:moveTo>
                      <a:pt x="862" y="1"/>
                    </a:moveTo>
                    <a:lnTo>
                      <a:pt x="1" y="500"/>
                    </a:lnTo>
                    <a:lnTo>
                      <a:pt x="29" y="531"/>
                    </a:lnTo>
                    <a:lnTo>
                      <a:pt x="891" y="36"/>
                    </a:lnTo>
                    <a:lnTo>
                      <a:pt x="8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37"/>
              <p:cNvSpPr/>
              <p:nvPr/>
            </p:nvSpPr>
            <p:spPr>
              <a:xfrm rot="39010">
                <a:off x="7507772" y="4145494"/>
                <a:ext cx="21372" cy="26069"/>
              </a:xfrm>
              <a:custGeom>
                <a:rect b="b" l="l" r="r" t="t"/>
                <a:pathLst>
                  <a:path extrusionOk="0" h="111" w="91">
                    <a:moveTo>
                      <a:pt x="76" y="0"/>
                    </a:moveTo>
                    <a:cubicBezTo>
                      <a:pt x="75" y="0"/>
                      <a:pt x="69" y="2"/>
                      <a:pt x="27" y="23"/>
                    </a:cubicBezTo>
                    <a:cubicBezTo>
                      <a:pt x="27" y="27"/>
                      <a:pt x="27" y="27"/>
                      <a:pt x="25" y="29"/>
                    </a:cubicBezTo>
                    <a:cubicBezTo>
                      <a:pt x="25" y="29"/>
                      <a:pt x="21" y="29"/>
                      <a:pt x="9" y="70"/>
                    </a:cubicBezTo>
                    <a:cubicBezTo>
                      <a:pt x="9" y="72"/>
                      <a:pt x="9" y="72"/>
                      <a:pt x="1" y="95"/>
                    </a:cubicBezTo>
                    <a:cubicBezTo>
                      <a:pt x="1" y="99"/>
                      <a:pt x="3" y="99"/>
                      <a:pt x="9" y="103"/>
                    </a:cubicBezTo>
                    <a:lnTo>
                      <a:pt x="18" y="108"/>
                    </a:lnTo>
                    <a:lnTo>
                      <a:pt x="18" y="108"/>
                    </a:lnTo>
                    <a:cubicBezTo>
                      <a:pt x="17" y="105"/>
                      <a:pt x="15" y="100"/>
                      <a:pt x="11" y="90"/>
                    </a:cubicBezTo>
                    <a:lnTo>
                      <a:pt x="11" y="84"/>
                    </a:lnTo>
                    <a:lnTo>
                      <a:pt x="11" y="80"/>
                    </a:lnTo>
                    <a:lnTo>
                      <a:pt x="11" y="74"/>
                    </a:lnTo>
                    <a:cubicBezTo>
                      <a:pt x="11" y="74"/>
                      <a:pt x="15" y="72"/>
                      <a:pt x="15" y="70"/>
                    </a:cubicBezTo>
                    <a:cubicBezTo>
                      <a:pt x="15" y="68"/>
                      <a:pt x="17" y="68"/>
                      <a:pt x="17" y="64"/>
                    </a:cubicBezTo>
                    <a:cubicBezTo>
                      <a:pt x="17" y="64"/>
                      <a:pt x="17" y="62"/>
                      <a:pt x="19" y="60"/>
                    </a:cubicBezTo>
                    <a:cubicBezTo>
                      <a:pt x="19" y="58"/>
                      <a:pt x="19" y="58"/>
                      <a:pt x="21" y="54"/>
                    </a:cubicBezTo>
                    <a:cubicBezTo>
                      <a:pt x="21" y="54"/>
                      <a:pt x="21" y="52"/>
                      <a:pt x="25" y="50"/>
                    </a:cubicBezTo>
                    <a:cubicBezTo>
                      <a:pt x="25" y="47"/>
                      <a:pt x="25" y="47"/>
                      <a:pt x="29" y="39"/>
                    </a:cubicBezTo>
                    <a:cubicBezTo>
                      <a:pt x="29" y="37"/>
                      <a:pt x="29" y="37"/>
                      <a:pt x="31" y="33"/>
                    </a:cubicBezTo>
                    <a:cubicBezTo>
                      <a:pt x="31" y="31"/>
                      <a:pt x="31" y="31"/>
                      <a:pt x="35" y="29"/>
                    </a:cubicBezTo>
                    <a:lnTo>
                      <a:pt x="40" y="23"/>
                    </a:lnTo>
                    <a:lnTo>
                      <a:pt x="46" y="19"/>
                    </a:lnTo>
                    <a:cubicBezTo>
                      <a:pt x="48" y="19"/>
                      <a:pt x="48" y="17"/>
                      <a:pt x="50" y="17"/>
                    </a:cubicBezTo>
                    <a:cubicBezTo>
                      <a:pt x="52" y="17"/>
                      <a:pt x="52" y="17"/>
                      <a:pt x="56" y="13"/>
                    </a:cubicBezTo>
                    <a:cubicBezTo>
                      <a:pt x="58" y="13"/>
                      <a:pt x="58" y="13"/>
                      <a:pt x="60" y="11"/>
                    </a:cubicBezTo>
                    <a:cubicBezTo>
                      <a:pt x="62" y="11"/>
                      <a:pt x="62" y="11"/>
                      <a:pt x="66" y="9"/>
                    </a:cubicBezTo>
                    <a:cubicBezTo>
                      <a:pt x="66" y="9"/>
                      <a:pt x="68" y="9"/>
                      <a:pt x="80" y="7"/>
                    </a:cubicBezTo>
                    <a:cubicBezTo>
                      <a:pt x="82" y="7"/>
                      <a:pt x="82" y="7"/>
                      <a:pt x="91" y="9"/>
                    </a:cubicBezTo>
                    <a:lnTo>
                      <a:pt x="76" y="0"/>
                    </a:lnTo>
                    <a:cubicBezTo>
                      <a:pt x="76" y="0"/>
                      <a:pt x="76" y="0"/>
                      <a:pt x="76" y="0"/>
                    </a:cubicBezTo>
                    <a:close/>
                    <a:moveTo>
                      <a:pt x="18" y="108"/>
                    </a:moveTo>
                    <a:cubicBezTo>
                      <a:pt x="19" y="108"/>
                      <a:pt x="19" y="109"/>
                      <a:pt x="19" y="109"/>
                    </a:cubicBezTo>
                    <a:cubicBezTo>
                      <a:pt x="21" y="111"/>
                      <a:pt x="21" y="111"/>
                      <a:pt x="25" y="111"/>
                    </a:cubicBezTo>
                    <a:lnTo>
                      <a:pt x="18" y="10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37"/>
              <p:cNvSpPr/>
              <p:nvPr/>
            </p:nvSpPr>
            <p:spPr>
              <a:xfrm rot="39010">
                <a:off x="7513638" y="4147185"/>
                <a:ext cx="17849" cy="23721"/>
              </a:xfrm>
              <a:custGeom>
                <a:rect b="b" l="l" r="r" t="t"/>
                <a:pathLst>
                  <a:path extrusionOk="0" h="101" w="76">
                    <a:moveTo>
                      <a:pt x="53" y="1"/>
                    </a:moveTo>
                    <a:cubicBezTo>
                      <a:pt x="48" y="1"/>
                      <a:pt x="43" y="2"/>
                      <a:pt x="37" y="6"/>
                    </a:cubicBezTo>
                    <a:cubicBezTo>
                      <a:pt x="15" y="20"/>
                      <a:pt x="0" y="51"/>
                      <a:pt x="0" y="73"/>
                    </a:cubicBezTo>
                    <a:cubicBezTo>
                      <a:pt x="0" y="91"/>
                      <a:pt x="8" y="101"/>
                      <a:pt x="21" y="101"/>
                    </a:cubicBezTo>
                    <a:cubicBezTo>
                      <a:pt x="26" y="101"/>
                      <a:pt x="31" y="99"/>
                      <a:pt x="37" y="96"/>
                    </a:cubicBezTo>
                    <a:cubicBezTo>
                      <a:pt x="62" y="83"/>
                      <a:pt x="76" y="53"/>
                      <a:pt x="76" y="28"/>
                    </a:cubicBezTo>
                    <a:cubicBezTo>
                      <a:pt x="76" y="12"/>
                      <a:pt x="66" y="1"/>
                      <a:pt x="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37"/>
              <p:cNvSpPr/>
              <p:nvPr/>
            </p:nvSpPr>
            <p:spPr>
              <a:xfrm rot="39010">
                <a:off x="7505041" y="4179058"/>
                <a:ext cx="22781" cy="26304"/>
              </a:xfrm>
              <a:custGeom>
                <a:rect b="b" l="l" r="r" t="t"/>
                <a:pathLst>
                  <a:path extrusionOk="0" h="112" w="97">
                    <a:moveTo>
                      <a:pt x="80" y="1"/>
                    </a:moveTo>
                    <a:cubicBezTo>
                      <a:pt x="79" y="1"/>
                      <a:pt x="73" y="2"/>
                      <a:pt x="31" y="23"/>
                    </a:cubicBezTo>
                    <a:cubicBezTo>
                      <a:pt x="31" y="25"/>
                      <a:pt x="31" y="25"/>
                      <a:pt x="29" y="29"/>
                    </a:cubicBezTo>
                    <a:cubicBezTo>
                      <a:pt x="29" y="29"/>
                      <a:pt x="27" y="29"/>
                      <a:pt x="15" y="70"/>
                    </a:cubicBezTo>
                    <a:cubicBezTo>
                      <a:pt x="15" y="72"/>
                      <a:pt x="15" y="72"/>
                      <a:pt x="0" y="95"/>
                    </a:cubicBezTo>
                    <a:lnTo>
                      <a:pt x="7" y="101"/>
                    </a:lnTo>
                    <a:cubicBezTo>
                      <a:pt x="9" y="101"/>
                      <a:pt x="9" y="101"/>
                      <a:pt x="11" y="103"/>
                    </a:cubicBezTo>
                    <a:lnTo>
                      <a:pt x="23" y="109"/>
                    </a:lnTo>
                    <a:lnTo>
                      <a:pt x="23" y="109"/>
                    </a:lnTo>
                    <a:cubicBezTo>
                      <a:pt x="22" y="109"/>
                      <a:pt x="22" y="108"/>
                      <a:pt x="21" y="107"/>
                    </a:cubicBezTo>
                    <a:cubicBezTo>
                      <a:pt x="21" y="107"/>
                      <a:pt x="19" y="105"/>
                      <a:pt x="13" y="91"/>
                    </a:cubicBezTo>
                    <a:lnTo>
                      <a:pt x="13" y="85"/>
                    </a:lnTo>
                    <a:lnTo>
                      <a:pt x="13" y="80"/>
                    </a:lnTo>
                    <a:cubicBezTo>
                      <a:pt x="17" y="80"/>
                      <a:pt x="17" y="78"/>
                      <a:pt x="17" y="74"/>
                    </a:cubicBezTo>
                    <a:cubicBezTo>
                      <a:pt x="17" y="74"/>
                      <a:pt x="19" y="72"/>
                      <a:pt x="19" y="70"/>
                    </a:cubicBezTo>
                    <a:cubicBezTo>
                      <a:pt x="19" y="70"/>
                      <a:pt x="21" y="68"/>
                      <a:pt x="21" y="64"/>
                    </a:cubicBezTo>
                    <a:cubicBezTo>
                      <a:pt x="21" y="64"/>
                      <a:pt x="21" y="62"/>
                      <a:pt x="25" y="60"/>
                    </a:cubicBezTo>
                    <a:cubicBezTo>
                      <a:pt x="25" y="58"/>
                      <a:pt x="25" y="58"/>
                      <a:pt x="27" y="54"/>
                    </a:cubicBezTo>
                    <a:cubicBezTo>
                      <a:pt x="27" y="54"/>
                      <a:pt x="27" y="52"/>
                      <a:pt x="29" y="50"/>
                    </a:cubicBezTo>
                    <a:cubicBezTo>
                      <a:pt x="29" y="48"/>
                      <a:pt x="29" y="48"/>
                      <a:pt x="35" y="40"/>
                    </a:cubicBezTo>
                    <a:cubicBezTo>
                      <a:pt x="35" y="37"/>
                      <a:pt x="35" y="37"/>
                      <a:pt x="37" y="33"/>
                    </a:cubicBezTo>
                    <a:cubicBezTo>
                      <a:pt x="37" y="31"/>
                      <a:pt x="37" y="31"/>
                      <a:pt x="39" y="29"/>
                    </a:cubicBezTo>
                    <a:lnTo>
                      <a:pt x="45" y="23"/>
                    </a:lnTo>
                    <a:lnTo>
                      <a:pt x="50" y="19"/>
                    </a:lnTo>
                    <a:cubicBezTo>
                      <a:pt x="52" y="19"/>
                      <a:pt x="52" y="19"/>
                      <a:pt x="56" y="17"/>
                    </a:cubicBezTo>
                    <a:cubicBezTo>
                      <a:pt x="58" y="17"/>
                      <a:pt x="58" y="17"/>
                      <a:pt x="60" y="13"/>
                    </a:cubicBezTo>
                    <a:cubicBezTo>
                      <a:pt x="62" y="13"/>
                      <a:pt x="62" y="13"/>
                      <a:pt x="66" y="11"/>
                    </a:cubicBezTo>
                    <a:cubicBezTo>
                      <a:pt x="68" y="11"/>
                      <a:pt x="68" y="11"/>
                      <a:pt x="70" y="9"/>
                    </a:cubicBezTo>
                    <a:cubicBezTo>
                      <a:pt x="70" y="9"/>
                      <a:pt x="72" y="9"/>
                      <a:pt x="86" y="7"/>
                    </a:cubicBezTo>
                    <a:cubicBezTo>
                      <a:pt x="88" y="7"/>
                      <a:pt x="88" y="7"/>
                      <a:pt x="97" y="9"/>
                    </a:cubicBezTo>
                    <a:lnTo>
                      <a:pt x="80" y="1"/>
                    </a:lnTo>
                    <a:cubicBezTo>
                      <a:pt x="80" y="1"/>
                      <a:pt x="80" y="1"/>
                      <a:pt x="80" y="1"/>
                    </a:cubicBezTo>
                    <a:close/>
                    <a:moveTo>
                      <a:pt x="23" y="109"/>
                    </a:moveTo>
                    <a:cubicBezTo>
                      <a:pt x="25" y="111"/>
                      <a:pt x="25" y="111"/>
                      <a:pt x="27" y="111"/>
                    </a:cubicBezTo>
                    <a:lnTo>
                      <a:pt x="23" y="1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37"/>
              <p:cNvSpPr/>
              <p:nvPr/>
            </p:nvSpPr>
            <p:spPr>
              <a:xfrm rot="39010">
                <a:off x="7511141" y="4180979"/>
                <a:ext cx="18084" cy="23721"/>
              </a:xfrm>
              <a:custGeom>
                <a:rect b="b" l="l" r="r" t="t"/>
                <a:pathLst>
                  <a:path extrusionOk="0" h="101" w="77">
                    <a:moveTo>
                      <a:pt x="56" y="0"/>
                    </a:moveTo>
                    <a:cubicBezTo>
                      <a:pt x="51" y="0"/>
                      <a:pt x="46" y="2"/>
                      <a:pt x="40" y="5"/>
                    </a:cubicBezTo>
                    <a:cubicBezTo>
                      <a:pt x="15" y="19"/>
                      <a:pt x="1" y="50"/>
                      <a:pt x="1" y="72"/>
                    </a:cubicBezTo>
                    <a:cubicBezTo>
                      <a:pt x="1" y="90"/>
                      <a:pt x="10" y="100"/>
                      <a:pt x="23" y="100"/>
                    </a:cubicBezTo>
                    <a:cubicBezTo>
                      <a:pt x="28" y="100"/>
                      <a:pt x="34" y="98"/>
                      <a:pt x="40" y="95"/>
                    </a:cubicBezTo>
                    <a:cubicBezTo>
                      <a:pt x="62" y="83"/>
                      <a:pt x="77" y="52"/>
                      <a:pt x="77" y="29"/>
                    </a:cubicBezTo>
                    <a:cubicBezTo>
                      <a:pt x="77" y="12"/>
                      <a:pt x="69" y="0"/>
                      <a:pt x="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37"/>
              <p:cNvSpPr/>
              <p:nvPr/>
            </p:nvSpPr>
            <p:spPr>
              <a:xfrm rot="39010">
                <a:off x="7505130" y="4212643"/>
                <a:ext cx="22312" cy="26304"/>
              </a:xfrm>
              <a:custGeom>
                <a:rect b="b" l="l" r="r" t="t"/>
                <a:pathLst>
                  <a:path extrusionOk="0" h="112" w="95">
                    <a:moveTo>
                      <a:pt x="78" y="1"/>
                    </a:moveTo>
                    <a:cubicBezTo>
                      <a:pt x="77" y="1"/>
                      <a:pt x="71" y="2"/>
                      <a:pt x="29" y="23"/>
                    </a:cubicBezTo>
                    <a:cubicBezTo>
                      <a:pt x="29" y="27"/>
                      <a:pt x="29" y="27"/>
                      <a:pt x="27" y="30"/>
                    </a:cubicBezTo>
                    <a:cubicBezTo>
                      <a:pt x="27" y="30"/>
                      <a:pt x="25" y="30"/>
                      <a:pt x="13" y="70"/>
                    </a:cubicBezTo>
                    <a:lnTo>
                      <a:pt x="0" y="95"/>
                    </a:lnTo>
                    <a:cubicBezTo>
                      <a:pt x="0" y="99"/>
                      <a:pt x="5" y="99"/>
                      <a:pt x="9" y="103"/>
                    </a:cubicBezTo>
                    <a:lnTo>
                      <a:pt x="22" y="110"/>
                    </a:lnTo>
                    <a:lnTo>
                      <a:pt x="22" y="110"/>
                    </a:lnTo>
                    <a:cubicBezTo>
                      <a:pt x="20" y="109"/>
                      <a:pt x="19" y="107"/>
                      <a:pt x="19" y="107"/>
                    </a:cubicBezTo>
                    <a:cubicBezTo>
                      <a:pt x="19" y="107"/>
                      <a:pt x="17" y="105"/>
                      <a:pt x="11" y="91"/>
                    </a:cubicBezTo>
                    <a:lnTo>
                      <a:pt x="11" y="85"/>
                    </a:lnTo>
                    <a:lnTo>
                      <a:pt x="11" y="81"/>
                    </a:lnTo>
                    <a:cubicBezTo>
                      <a:pt x="15" y="81"/>
                      <a:pt x="15" y="79"/>
                      <a:pt x="15" y="75"/>
                    </a:cubicBezTo>
                    <a:cubicBezTo>
                      <a:pt x="15" y="75"/>
                      <a:pt x="17" y="72"/>
                      <a:pt x="17" y="70"/>
                    </a:cubicBezTo>
                    <a:cubicBezTo>
                      <a:pt x="17" y="70"/>
                      <a:pt x="19" y="68"/>
                      <a:pt x="19" y="64"/>
                    </a:cubicBezTo>
                    <a:cubicBezTo>
                      <a:pt x="19" y="64"/>
                      <a:pt x="19" y="62"/>
                      <a:pt x="23" y="60"/>
                    </a:cubicBezTo>
                    <a:cubicBezTo>
                      <a:pt x="23" y="58"/>
                      <a:pt x="23" y="58"/>
                      <a:pt x="25" y="54"/>
                    </a:cubicBezTo>
                    <a:cubicBezTo>
                      <a:pt x="25" y="54"/>
                      <a:pt x="25" y="52"/>
                      <a:pt x="27" y="50"/>
                    </a:cubicBezTo>
                    <a:cubicBezTo>
                      <a:pt x="27" y="48"/>
                      <a:pt x="27" y="48"/>
                      <a:pt x="33" y="40"/>
                    </a:cubicBezTo>
                    <a:cubicBezTo>
                      <a:pt x="33" y="38"/>
                      <a:pt x="33" y="38"/>
                      <a:pt x="35" y="34"/>
                    </a:cubicBezTo>
                    <a:cubicBezTo>
                      <a:pt x="35" y="32"/>
                      <a:pt x="35" y="32"/>
                      <a:pt x="37" y="30"/>
                    </a:cubicBezTo>
                    <a:lnTo>
                      <a:pt x="43" y="23"/>
                    </a:lnTo>
                    <a:lnTo>
                      <a:pt x="48" y="19"/>
                    </a:lnTo>
                    <a:cubicBezTo>
                      <a:pt x="50" y="19"/>
                      <a:pt x="50" y="19"/>
                      <a:pt x="54" y="17"/>
                    </a:cubicBezTo>
                    <a:cubicBezTo>
                      <a:pt x="56" y="17"/>
                      <a:pt x="56" y="17"/>
                      <a:pt x="58" y="13"/>
                    </a:cubicBezTo>
                    <a:cubicBezTo>
                      <a:pt x="60" y="13"/>
                      <a:pt x="60" y="13"/>
                      <a:pt x="64" y="11"/>
                    </a:cubicBezTo>
                    <a:cubicBezTo>
                      <a:pt x="66" y="11"/>
                      <a:pt x="66" y="11"/>
                      <a:pt x="68" y="9"/>
                    </a:cubicBezTo>
                    <a:cubicBezTo>
                      <a:pt x="68" y="9"/>
                      <a:pt x="70" y="9"/>
                      <a:pt x="84" y="7"/>
                    </a:cubicBezTo>
                    <a:cubicBezTo>
                      <a:pt x="86" y="7"/>
                      <a:pt x="86" y="7"/>
                      <a:pt x="95" y="9"/>
                    </a:cubicBezTo>
                    <a:lnTo>
                      <a:pt x="78" y="1"/>
                    </a:lnTo>
                    <a:cubicBezTo>
                      <a:pt x="78" y="1"/>
                      <a:pt x="78" y="1"/>
                      <a:pt x="78" y="1"/>
                    </a:cubicBezTo>
                    <a:close/>
                    <a:moveTo>
                      <a:pt x="22" y="110"/>
                    </a:moveTo>
                    <a:cubicBezTo>
                      <a:pt x="23" y="111"/>
                      <a:pt x="24" y="111"/>
                      <a:pt x="25" y="111"/>
                    </a:cubicBezTo>
                    <a:lnTo>
                      <a:pt x="22" y="1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37"/>
              <p:cNvSpPr/>
              <p:nvPr/>
            </p:nvSpPr>
            <p:spPr>
              <a:xfrm rot="39010">
                <a:off x="7510768" y="4213857"/>
                <a:ext cx="18084" cy="23721"/>
              </a:xfrm>
              <a:custGeom>
                <a:rect b="b" l="l" r="r" t="t"/>
                <a:pathLst>
                  <a:path extrusionOk="0" h="101" w="77">
                    <a:moveTo>
                      <a:pt x="57" y="1"/>
                    </a:moveTo>
                    <a:cubicBezTo>
                      <a:pt x="52" y="1"/>
                      <a:pt x="46" y="3"/>
                      <a:pt x="40" y="6"/>
                    </a:cubicBezTo>
                    <a:cubicBezTo>
                      <a:pt x="15" y="18"/>
                      <a:pt x="1" y="49"/>
                      <a:pt x="1" y="74"/>
                    </a:cubicBezTo>
                    <a:cubicBezTo>
                      <a:pt x="1" y="90"/>
                      <a:pt x="11" y="101"/>
                      <a:pt x="24" y="101"/>
                    </a:cubicBezTo>
                    <a:cubicBezTo>
                      <a:pt x="29" y="101"/>
                      <a:pt x="34" y="99"/>
                      <a:pt x="40" y="96"/>
                    </a:cubicBezTo>
                    <a:cubicBezTo>
                      <a:pt x="62" y="84"/>
                      <a:pt x="77" y="53"/>
                      <a:pt x="77" y="27"/>
                    </a:cubicBezTo>
                    <a:cubicBezTo>
                      <a:pt x="77" y="11"/>
                      <a:pt x="70" y="1"/>
                      <a:pt x="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37"/>
              <p:cNvSpPr/>
              <p:nvPr/>
            </p:nvSpPr>
            <p:spPr>
              <a:xfrm rot="39010">
                <a:off x="6948950" y="3705512"/>
                <a:ext cx="339138" cy="213723"/>
              </a:xfrm>
              <a:custGeom>
                <a:rect b="b" l="l" r="r" t="t"/>
                <a:pathLst>
                  <a:path extrusionOk="0" h="910" w="1444">
                    <a:moveTo>
                      <a:pt x="1" y="1"/>
                    </a:moveTo>
                    <a:lnTo>
                      <a:pt x="1" y="70"/>
                    </a:lnTo>
                    <a:lnTo>
                      <a:pt x="1443" y="909"/>
                    </a:lnTo>
                    <a:lnTo>
                      <a:pt x="1443" y="840"/>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37"/>
              <p:cNvSpPr/>
              <p:nvPr/>
            </p:nvSpPr>
            <p:spPr>
              <a:xfrm rot="39010">
                <a:off x="6979488" y="3564657"/>
                <a:ext cx="496729" cy="288408"/>
              </a:xfrm>
              <a:custGeom>
                <a:rect b="b" l="l" r="r" t="t"/>
                <a:pathLst>
                  <a:path extrusionOk="0" h="1228" w="2115">
                    <a:moveTo>
                      <a:pt x="672" y="0"/>
                    </a:moveTo>
                    <a:lnTo>
                      <a:pt x="1" y="389"/>
                    </a:lnTo>
                    <a:lnTo>
                      <a:pt x="1443" y="1228"/>
                    </a:lnTo>
                    <a:lnTo>
                      <a:pt x="2114" y="839"/>
                    </a:lnTo>
                    <a:lnTo>
                      <a:pt x="67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37"/>
              <p:cNvSpPr/>
              <p:nvPr/>
            </p:nvSpPr>
            <p:spPr>
              <a:xfrm rot="39010">
                <a:off x="6946516" y="3653297"/>
                <a:ext cx="372253" cy="250596"/>
              </a:xfrm>
              <a:custGeom>
                <a:rect b="b" l="l" r="r" t="t"/>
                <a:pathLst>
                  <a:path extrusionOk="0" h="1067" w="1585">
                    <a:moveTo>
                      <a:pt x="142" y="1"/>
                    </a:moveTo>
                    <a:cubicBezTo>
                      <a:pt x="134" y="5"/>
                      <a:pt x="125" y="11"/>
                      <a:pt x="117" y="19"/>
                    </a:cubicBezTo>
                    <a:lnTo>
                      <a:pt x="111" y="25"/>
                    </a:lnTo>
                    <a:cubicBezTo>
                      <a:pt x="105" y="29"/>
                      <a:pt x="103" y="34"/>
                      <a:pt x="97" y="36"/>
                    </a:cubicBezTo>
                    <a:cubicBezTo>
                      <a:pt x="95" y="40"/>
                      <a:pt x="95" y="42"/>
                      <a:pt x="93" y="42"/>
                    </a:cubicBezTo>
                    <a:lnTo>
                      <a:pt x="87" y="46"/>
                    </a:lnTo>
                    <a:lnTo>
                      <a:pt x="82" y="52"/>
                    </a:lnTo>
                    <a:cubicBezTo>
                      <a:pt x="76" y="56"/>
                      <a:pt x="74" y="60"/>
                      <a:pt x="72" y="64"/>
                    </a:cubicBezTo>
                    <a:lnTo>
                      <a:pt x="66" y="70"/>
                    </a:lnTo>
                    <a:cubicBezTo>
                      <a:pt x="64" y="74"/>
                      <a:pt x="62" y="74"/>
                      <a:pt x="62" y="77"/>
                    </a:cubicBezTo>
                    <a:cubicBezTo>
                      <a:pt x="60" y="83"/>
                      <a:pt x="56" y="85"/>
                      <a:pt x="54" y="87"/>
                    </a:cubicBezTo>
                    <a:cubicBezTo>
                      <a:pt x="52" y="93"/>
                      <a:pt x="50" y="95"/>
                      <a:pt x="46" y="97"/>
                    </a:cubicBezTo>
                    <a:cubicBezTo>
                      <a:pt x="44" y="103"/>
                      <a:pt x="41" y="105"/>
                      <a:pt x="39" y="107"/>
                    </a:cubicBezTo>
                    <a:cubicBezTo>
                      <a:pt x="35" y="113"/>
                      <a:pt x="33" y="115"/>
                      <a:pt x="33" y="117"/>
                    </a:cubicBezTo>
                    <a:cubicBezTo>
                      <a:pt x="31" y="124"/>
                      <a:pt x="31" y="126"/>
                      <a:pt x="29" y="128"/>
                    </a:cubicBezTo>
                    <a:cubicBezTo>
                      <a:pt x="25" y="134"/>
                      <a:pt x="23" y="138"/>
                      <a:pt x="23" y="142"/>
                    </a:cubicBezTo>
                    <a:cubicBezTo>
                      <a:pt x="21" y="146"/>
                      <a:pt x="21" y="148"/>
                      <a:pt x="19" y="154"/>
                    </a:cubicBezTo>
                    <a:cubicBezTo>
                      <a:pt x="19" y="156"/>
                      <a:pt x="15" y="158"/>
                      <a:pt x="15" y="162"/>
                    </a:cubicBezTo>
                    <a:cubicBezTo>
                      <a:pt x="13" y="167"/>
                      <a:pt x="13" y="167"/>
                      <a:pt x="13" y="169"/>
                    </a:cubicBezTo>
                    <a:cubicBezTo>
                      <a:pt x="11" y="175"/>
                      <a:pt x="11" y="179"/>
                      <a:pt x="9" y="185"/>
                    </a:cubicBezTo>
                    <a:cubicBezTo>
                      <a:pt x="9" y="187"/>
                      <a:pt x="5" y="189"/>
                      <a:pt x="5" y="195"/>
                    </a:cubicBezTo>
                    <a:cubicBezTo>
                      <a:pt x="5" y="197"/>
                      <a:pt x="5" y="197"/>
                      <a:pt x="3" y="199"/>
                    </a:cubicBezTo>
                    <a:cubicBezTo>
                      <a:pt x="1" y="214"/>
                      <a:pt x="1" y="220"/>
                      <a:pt x="1" y="230"/>
                    </a:cubicBezTo>
                    <a:lnTo>
                      <a:pt x="1443" y="1067"/>
                    </a:lnTo>
                    <a:cubicBezTo>
                      <a:pt x="1443" y="1057"/>
                      <a:pt x="1445" y="1046"/>
                      <a:pt x="1445" y="1036"/>
                    </a:cubicBezTo>
                    <a:cubicBezTo>
                      <a:pt x="1457" y="1032"/>
                      <a:pt x="1457" y="1030"/>
                      <a:pt x="1457" y="1030"/>
                    </a:cubicBezTo>
                    <a:cubicBezTo>
                      <a:pt x="1461" y="1020"/>
                      <a:pt x="1463" y="1012"/>
                      <a:pt x="1465" y="1001"/>
                    </a:cubicBezTo>
                    <a:cubicBezTo>
                      <a:pt x="1472" y="987"/>
                      <a:pt x="1474" y="979"/>
                      <a:pt x="1478" y="967"/>
                    </a:cubicBezTo>
                    <a:lnTo>
                      <a:pt x="1494" y="936"/>
                    </a:lnTo>
                    <a:cubicBezTo>
                      <a:pt x="1502" y="928"/>
                      <a:pt x="1506" y="915"/>
                      <a:pt x="1513" y="909"/>
                    </a:cubicBezTo>
                    <a:cubicBezTo>
                      <a:pt x="1519" y="899"/>
                      <a:pt x="1527" y="891"/>
                      <a:pt x="1533" y="883"/>
                    </a:cubicBezTo>
                    <a:lnTo>
                      <a:pt x="1537" y="879"/>
                    </a:lnTo>
                    <a:lnTo>
                      <a:pt x="1553" y="862"/>
                    </a:lnTo>
                    <a:lnTo>
                      <a:pt x="1560" y="854"/>
                    </a:lnTo>
                    <a:cubicBezTo>
                      <a:pt x="1568" y="848"/>
                      <a:pt x="1576" y="842"/>
                      <a:pt x="1584" y="838"/>
                    </a:cubicBezTo>
                    <a:lnTo>
                      <a:pt x="14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37"/>
              <p:cNvSpPr/>
              <p:nvPr/>
            </p:nvSpPr>
            <p:spPr>
              <a:xfrm rot="39010">
                <a:off x="7286588" y="3763445"/>
                <a:ext cx="188593" cy="157826"/>
              </a:xfrm>
              <a:custGeom>
                <a:rect b="b" l="l" r="r" t="t"/>
                <a:pathLst>
                  <a:path extrusionOk="0" h="672" w="803">
                    <a:moveTo>
                      <a:pt x="800" y="0"/>
                    </a:moveTo>
                    <a:cubicBezTo>
                      <a:pt x="798" y="2"/>
                      <a:pt x="352" y="258"/>
                      <a:pt x="352" y="258"/>
                    </a:cubicBezTo>
                    <a:lnTo>
                      <a:pt x="289" y="293"/>
                    </a:lnTo>
                    <a:lnTo>
                      <a:pt x="127" y="385"/>
                    </a:lnTo>
                    <a:cubicBezTo>
                      <a:pt x="57" y="426"/>
                      <a:pt x="0" y="524"/>
                      <a:pt x="0" y="604"/>
                    </a:cubicBezTo>
                    <a:lnTo>
                      <a:pt x="2" y="657"/>
                    </a:lnTo>
                    <a:lnTo>
                      <a:pt x="2" y="671"/>
                    </a:lnTo>
                    <a:lnTo>
                      <a:pt x="452" y="411"/>
                    </a:lnTo>
                    <a:lnTo>
                      <a:pt x="792" y="219"/>
                    </a:lnTo>
                    <a:cubicBezTo>
                      <a:pt x="802" y="211"/>
                      <a:pt x="800" y="0"/>
                      <a:pt x="8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37"/>
              <p:cNvSpPr/>
              <p:nvPr/>
            </p:nvSpPr>
            <p:spPr>
              <a:xfrm rot="39010">
                <a:off x="7007830" y="3576601"/>
                <a:ext cx="186714" cy="110854"/>
              </a:xfrm>
              <a:custGeom>
                <a:rect b="b" l="l" r="r" t="t"/>
                <a:pathLst>
                  <a:path extrusionOk="0" h="472" w="795">
                    <a:moveTo>
                      <a:pt x="579" y="1"/>
                    </a:moveTo>
                    <a:lnTo>
                      <a:pt x="405" y="101"/>
                    </a:lnTo>
                    <a:lnTo>
                      <a:pt x="405" y="113"/>
                    </a:lnTo>
                    <a:lnTo>
                      <a:pt x="444" y="136"/>
                    </a:lnTo>
                    <a:lnTo>
                      <a:pt x="618" y="37"/>
                    </a:lnTo>
                    <a:lnTo>
                      <a:pt x="618" y="25"/>
                    </a:lnTo>
                    <a:lnTo>
                      <a:pt x="579" y="1"/>
                    </a:lnTo>
                    <a:close/>
                    <a:moveTo>
                      <a:pt x="635" y="35"/>
                    </a:moveTo>
                    <a:lnTo>
                      <a:pt x="461" y="134"/>
                    </a:lnTo>
                    <a:lnTo>
                      <a:pt x="461" y="148"/>
                    </a:lnTo>
                    <a:lnTo>
                      <a:pt x="497" y="170"/>
                    </a:lnTo>
                    <a:lnTo>
                      <a:pt x="671" y="70"/>
                    </a:lnTo>
                    <a:lnTo>
                      <a:pt x="671" y="58"/>
                    </a:lnTo>
                    <a:lnTo>
                      <a:pt x="635" y="35"/>
                    </a:lnTo>
                    <a:close/>
                    <a:moveTo>
                      <a:pt x="700" y="70"/>
                    </a:moveTo>
                    <a:lnTo>
                      <a:pt x="526" y="170"/>
                    </a:lnTo>
                    <a:lnTo>
                      <a:pt x="526" y="185"/>
                    </a:lnTo>
                    <a:lnTo>
                      <a:pt x="565" y="205"/>
                    </a:lnTo>
                    <a:lnTo>
                      <a:pt x="739" y="107"/>
                    </a:lnTo>
                    <a:lnTo>
                      <a:pt x="739" y="93"/>
                    </a:lnTo>
                    <a:lnTo>
                      <a:pt x="700" y="70"/>
                    </a:lnTo>
                    <a:close/>
                    <a:moveTo>
                      <a:pt x="757" y="101"/>
                    </a:moveTo>
                    <a:lnTo>
                      <a:pt x="579" y="201"/>
                    </a:lnTo>
                    <a:lnTo>
                      <a:pt x="579" y="213"/>
                    </a:lnTo>
                    <a:lnTo>
                      <a:pt x="618" y="236"/>
                    </a:lnTo>
                    <a:lnTo>
                      <a:pt x="792" y="138"/>
                    </a:lnTo>
                    <a:lnTo>
                      <a:pt x="792" y="125"/>
                    </a:lnTo>
                    <a:lnTo>
                      <a:pt x="792" y="125"/>
                    </a:lnTo>
                    <a:lnTo>
                      <a:pt x="794" y="123"/>
                    </a:lnTo>
                    <a:lnTo>
                      <a:pt x="757" y="101"/>
                    </a:lnTo>
                    <a:close/>
                    <a:moveTo>
                      <a:pt x="379" y="117"/>
                    </a:moveTo>
                    <a:lnTo>
                      <a:pt x="205" y="215"/>
                    </a:lnTo>
                    <a:lnTo>
                      <a:pt x="211" y="221"/>
                    </a:lnTo>
                    <a:lnTo>
                      <a:pt x="201" y="215"/>
                    </a:lnTo>
                    <a:lnTo>
                      <a:pt x="201" y="230"/>
                    </a:lnTo>
                    <a:lnTo>
                      <a:pt x="240" y="252"/>
                    </a:lnTo>
                    <a:lnTo>
                      <a:pt x="416" y="152"/>
                    </a:lnTo>
                    <a:lnTo>
                      <a:pt x="416" y="140"/>
                    </a:lnTo>
                    <a:lnTo>
                      <a:pt x="379" y="117"/>
                    </a:lnTo>
                    <a:close/>
                    <a:moveTo>
                      <a:pt x="432" y="150"/>
                    </a:moveTo>
                    <a:lnTo>
                      <a:pt x="256" y="250"/>
                    </a:lnTo>
                    <a:lnTo>
                      <a:pt x="258" y="250"/>
                    </a:lnTo>
                    <a:lnTo>
                      <a:pt x="258" y="262"/>
                    </a:lnTo>
                    <a:lnTo>
                      <a:pt x="297" y="285"/>
                    </a:lnTo>
                    <a:lnTo>
                      <a:pt x="473" y="185"/>
                    </a:lnTo>
                    <a:lnTo>
                      <a:pt x="469" y="172"/>
                    </a:lnTo>
                    <a:lnTo>
                      <a:pt x="432" y="150"/>
                    </a:lnTo>
                    <a:close/>
                    <a:moveTo>
                      <a:pt x="502" y="185"/>
                    </a:moveTo>
                    <a:lnTo>
                      <a:pt x="324" y="285"/>
                    </a:lnTo>
                    <a:lnTo>
                      <a:pt x="328" y="285"/>
                    </a:lnTo>
                    <a:lnTo>
                      <a:pt x="328" y="297"/>
                    </a:lnTo>
                    <a:lnTo>
                      <a:pt x="362" y="324"/>
                    </a:lnTo>
                    <a:lnTo>
                      <a:pt x="538" y="221"/>
                    </a:lnTo>
                    <a:lnTo>
                      <a:pt x="538" y="209"/>
                    </a:lnTo>
                    <a:lnTo>
                      <a:pt x="502" y="185"/>
                    </a:lnTo>
                    <a:close/>
                    <a:moveTo>
                      <a:pt x="555" y="219"/>
                    </a:moveTo>
                    <a:lnTo>
                      <a:pt x="381" y="318"/>
                    </a:lnTo>
                    <a:lnTo>
                      <a:pt x="381" y="332"/>
                    </a:lnTo>
                    <a:lnTo>
                      <a:pt x="420" y="354"/>
                    </a:lnTo>
                    <a:lnTo>
                      <a:pt x="594" y="254"/>
                    </a:lnTo>
                    <a:lnTo>
                      <a:pt x="594" y="242"/>
                    </a:lnTo>
                    <a:lnTo>
                      <a:pt x="555" y="219"/>
                    </a:lnTo>
                    <a:close/>
                    <a:moveTo>
                      <a:pt x="176" y="234"/>
                    </a:moveTo>
                    <a:lnTo>
                      <a:pt x="2" y="334"/>
                    </a:lnTo>
                    <a:lnTo>
                      <a:pt x="10" y="338"/>
                    </a:lnTo>
                    <a:lnTo>
                      <a:pt x="0" y="334"/>
                    </a:lnTo>
                    <a:lnTo>
                      <a:pt x="0" y="346"/>
                    </a:lnTo>
                    <a:lnTo>
                      <a:pt x="37" y="369"/>
                    </a:lnTo>
                    <a:lnTo>
                      <a:pt x="211" y="271"/>
                    </a:lnTo>
                    <a:lnTo>
                      <a:pt x="211" y="256"/>
                    </a:lnTo>
                    <a:lnTo>
                      <a:pt x="215" y="256"/>
                    </a:lnTo>
                    <a:lnTo>
                      <a:pt x="176" y="234"/>
                    </a:lnTo>
                    <a:close/>
                    <a:moveTo>
                      <a:pt x="231" y="264"/>
                    </a:moveTo>
                    <a:lnTo>
                      <a:pt x="58" y="365"/>
                    </a:lnTo>
                    <a:lnTo>
                      <a:pt x="58" y="377"/>
                    </a:lnTo>
                    <a:lnTo>
                      <a:pt x="96" y="399"/>
                    </a:lnTo>
                    <a:lnTo>
                      <a:pt x="272" y="301"/>
                    </a:lnTo>
                    <a:lnTo>
                      <a:pt x="272" y="287"/>
                    </a:lnTo>
                    <a:lnTo>
                      <a:pt x="270" y="287"/>
                    </a:lnTo>
                    <a:lnTo>
                      <a:pt x="231" y="264"/>
                    </a:lnTo>
                    <a:close/>
                    <a:moveTo>
                      <a:pt x="297" y="303"/>
                    </a:moveTo>
                    <a:lnTo>
                      <a:pt x="123" y="404"/>
                    </a:lnTo>
                    <a:lnTo>
                      <a:pt x="125" y="404"/>
                    </a:lnTo>
                    <a:lnTo>
                      <a:pt x="125" y="416"/>
                    </a:lnTo>
                    <a:lnTo>
                      <a:pt x="164" y="438"/>
                    </a:lnTo>
                    <a:lnTo>
                      <a:pt x="340" y="338"/>
                    </a:lnTo>
                    <a:lnTo>
                      <a:pt x="340" y="326"/>
                    </a:lnTo>
                    <a:lnTo>
                      <a:pt x="338" y="326"/>
                    </a:lnTo>
                    <a:lnTo>
                      <a:pt x="297" y="303"/>
                    </a:lnTo>
                    <a:close/>
                    <a:moveTo>
                      <a:pt x="350" y="336"/>
                    </a:moveTo>
                    <a:lnTo>
                      <a:pt x="178" y="436"/>
                    </a:lnTo>
                    <a:lnTo>
                      <a:pt x="176" y="449"/>
                    </a:lnTo>
                    <a:lnTo>
                      <a:pt x="213" y="471"/>
                    </a:lnTo>
                    <a:lnTo>
                      <a:pt x="389" y="373"/>
                    </a:lnTo>
                    <a:lnTo>
                      <a:pt x="389" y="359"/>
                    </a:lnTo>
                    <a:lnTo>
                      <a:pt x="350" y="33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37"/>
              <p:cNvSpPr/>
              <p:nvPr/>
            </p:nvSpPr>
            <p:spPr>
              <a:xfrm rot="39010">
                <a:off x="7266095" y="3729842"/>
                <a:ext cx="185539" cy="111324"/>
              </a:xfrm>
              <a:custGeom>
                <a:rect b="b" l="l" r="r" t="t"/>
                <a:pathLst>
                  <a:path extrusionOk="0" h="474" w="790">
                    <a:moveTo>
                      <a:pt x="575" y="1"/>
                    </a:moveTo>
                    <a:lnTo>
                      <a:pt x="401" y="101"/>
                    </a:lnTo>
                    <a:lnTo>
                      <a:pt x="401" y="115"/>
                    </a:lnTo>
                    <a:lnTo>
                      <a:pt x="440" y="138"/>
                    </a:lnTo>
                    <a:lnTo>
                      <a:pt x="614" y="40"/>
                    </a:lnTo>
                    <a:lnTo>
                      <a:pt x="614" y="23"/>
                    </a:lnTo>
                    <a:lnTo>
                      <a:pt x="575" y="1"/>
                    </a:lnTo>
                    <a:close/>
                    <a:moveTo>
                      <a:pt x="632" y="36"/>
                    </a:moveTo>
                    <a:lnTo>
                      <a:pt x="458" y="136"/>
                    </a:lnTo>
                    <a:lnTo>
                      <a:pt x="458" y="148"/>
                    </a:lnTo>
                    <a:lnTo>
                      <a:pt x="495" y="173"/>
                    </a:lnTo>
                    <a:lnTo>
                      <a:pt x="673" y="73"/>
                    </a:lnTo>
                    <a:lnTo>
                      <a:pt x="673" y="60"/>
                    </a:lnTo>
                    <a:lnTo>
                      <a:pt x="663" y="64"/>
                    </a:lnTo>
                    <a:lnTo>
                      <a:pt x="669" y="60"/>
                    </a:lnTo>
                    <a:lnTo>
                      <a:pt x="632" y="36"/>
                    </a:lnTo>
                    <a:close/>
                    <a:moveTo>
                      <a:pt x="544" y="177"/>
                    </a:moveTo>
                    <a:lnTo>
                      <a:pt x="561" y="187"/>
                    </a:lnTo>
                    <a:lnTo>
                      <a:pt x="542" y="177"/>
                    </a:lnTo>
                    <a:close/>
                    <a:moveTo>
                      <a:pt x="696" y="73"/>
                    </a:moveTo>
                    <a:lnTo>
                      <a:pt x="522" y="173"/>
                    </a:lnTo>
                    <a:lnTo>
                      <a:pt x="522" y="185"/>
                    </a:lnTo>
                    <a:lnTo>
                      <a:pt x="561" y="208"/>
                    </a:lnTo>
                    <a:lnTo>
                      <a:pt x="575" y="199"/>
                    </a:lnTo>
                    <a:lnTo>
                      <a:pt x="575" y="199"/>
                    </a:lnTo>
                    <a:lnTo>
                      <a:pt x="575" y="214"/>
                    </a:lnTo>
                    <a:lnTo>
                      <a:pt x="614" y="236"/>
                    </a:lnTo>
                    <a:lnTo>
                      <a:pt x="788" y="136"/>
                    </a:lnTo>
                    <a:lnTo>
                      <a:pt x="788" y="124"/>
                    </a:lnTo>
                    <a:lnTo>
                      <a:pt x="788" y="124"/>
                    </a:lnTo>
                    <a:lnTo>
                      <a:pt x="790" y="124"/>
                    </a:lnTo>
                    <a:lnTo>
                      <a:pt x="788" y="122"/>
                    </a:lnTo>
                    <a:lnTo>
                      <a:pt x="788" y="122"/>
                    </a:lnTo>
                    <a:lnTo>
                      <a:pt x="788" y="122"/>
                    </a:lnTo>
                    <a:lnTo>
                      <a:pt x="787" y="122"/>
                    </a:lnTo>
                    <a:lnTo>
                      <a:pt x="787" y="122"/>
                    </a:lnTo>
                    <a:lnTo>
                      <a:pt x="751" y="101"/>
                    </a:lnTo>
                    <a:lnTo>
                      <a:pt x="577" y="199"/>
                    </a:lnTo>
                    <a:lnTo>
                      <a:pt x="585" y="205"/>
                    </a:lnTo>
                    <a:lnTo>
                      <a:pt x="585" y="205"/>
                    </a:lnTo>
                    <a:lnTo>
                      <a:pt x="575" y="199"/>
                    </a:lnTo>
                    <a:lnTo>
                      <a:pt x="575" y="199"/>
                    </a:lnTo>
                    <a:lnTo>
                      <a:pt x="737" y="107"/>
                    </a:lnTo>
                    <a:lnTo>
                      <a:pt x="737" y="95"/>
                    </a:lnTo>
                    <a:lnTo>
                      <a:pt x="726" y="101"/>
                    </a:lnTo>
                    <a:lnTo>
                      <a:pt x="726" y="101"/>
                    </a:lnTo>
                    <a:lnTo>
                      <a:pt x="735" y="95"/>
                    </a:lnTo>
                    <a:lnTo>
                      <a:pt x="696" y="73"/>
                    </a:lnTo>
                    <a:close/>
                    <a:moveTo>
                      <a:pt x="372" y="118"/>
                    </a:moveTo>
                    <a:lnTo>
                      <a:pt x="199" y="218"/>
                    </a:lnTo>
                    <a:lnTo>
                      <a:pt x="199" y="234"/>
                    </a:lnTo>
                    <a:lnTo>
                      <a:pt x="237" y="257"/>
                    </a:lnTo>
                    <a:lnTo>
                      <a:pt x="411" y="154"/>
                    </a:lnTo>
                    <a:lnTo>
                      <a:pt x="411" y="138"/>
                    </a:lnTo>
                    <a:lnTo>
                      <a:pt x="372" y="118"/>
                    </a:lnTo>
                    <a:close/>
                    <a:moveTo>
                      <a:pt x="428" y="148"/>
                    </a:moveTo>
                    <a:lnTo>
                      <a:pt x="254" y="248"/>
                    </a:lnTo>
                    <a:lnTo>
                      <a:pt x="256" y="248"/>
                    </a:lnTo>
                    <a:lnTo>
                      <a:pt x="256" y="261"/>
                    </a:lnTo>
                    <a:lnTo>
                      <a:pt x="291" y="287"/>
                    </a:lnTo>
                    <a:lnTo>
                      <a:pt x="469" y="185"/>
                    </a:lnTo>
                    <a:lnTo>
                      <a:pt x="469" y="173"/>
                    </a:lnTo>
                    <a:lnTo>
                      <a:pt x="458" y="177"/>
                    </a:lnTo>
                    <a:lnTo>
                      <a:pt x="465" y="173"/>
                    </a:lnTo>
                    <a:lnTo>
                      <a:pt x="428" y="148"/>
                    </a:lnTo>
                    <a:close/>
                    <a:moveTo>
                      <a:pt x="342" y="296"/>
                    </a:moveTo>
                    <a:lnTo>
                      <a:pt x="358" y="306"/>
                    </a:lnTo>
                    <a:lnTo>
                      <a:pt x="340" y="296"/>
                    </a:lnTo>
                    <a:close/>
                    <a:moveTo>
                      <a:pt x="495" y="187"/>
                    </a:moveTo>
                    <a:lnTo>
                      <a:pt x="319" y="287"/>
                    </a:lnTo>
                    <a:lnTo>
                      <a:pt x="319" y="300"/>
                    </a:lnTo>
                    <a:lnTo>
                      <a:pt x="358" y="322"/>
                    </a:lnTo>
                    <a:lnTo>
                      <a:pt x="534" y="224"/>
                    </a:lnTo>
                    <a:lnTo>
                      <a:pt x="534" y="210"/>
                    </a:lnTo>
                    <a:lnTo>
                      <a:pt x="495" y="187"/>
                    </a:lnTo>
                    <a:close/>
                    <a:moveTo>
                      <a:pt x="550" y="220"/>
                    </a:moveTo>
                    <a:lnTo>
                      <a:pt x="377" y="320"/>
                    </a:lnTo>
                    <a:lnTo>
                      <a:pt x="377" y="336"/>
                    </a:lnTo>
                    <a:lnTo>
                      <a:pt x="413" y="359"/>
                    </a:lnTo>
                    <a:lnTo>
                      <a:pt x="587" y="259"/>
                    </a:lnTo>
                    <a:lnTo>
                      <a:pt x="587" y="244"/>
                    </a:lnTo>
                    <a:lnTo>
                      <a:pt x="550" y="220"/>
                    </a:lnTo>
                    <a:close/>
                    <a:moveTo>
                      <a:pt x="174" y="236"/>
                    </a:moveTo>
                    <a:lnTo>
                      <a:pt x="0" y="336"/>
                    </a:lnTo>
                    <a:lnTo>
                      <a:pt x="0" y="351"/>
                    </a:lnTo>
                    <a:lnTo>
                      <a:pt x="39" y="373"/>
                    </a:lnTo>
                    <a:lnTo>
                      <a:pt x="213" y="275"/>
                    </a:lnTo>
                    <a:lnTo>
                      <a:pt x="213" y="257"/>
                    </a:lnTo>
                    <a:lnTo>
                      <a:pt x="174" y="236"/>
                    </a:lnTo>
                    <a:close/>
                    <a:moveTo>
                      <a:pt x="227" y="267"/>
                    </a:moveTo>
                    <a:lnTo>
                      <a:pt x="53" y="367"/>
                    </a:lnTo>
                    <a:lnTo>
                      <a:pt x="53" y="379"/>
                    </a:lnTo>
                    <a:lnTo>
                      <a:pt x="92" y="402"/>
                    </a:lnTo>
                    <a:lnTo>
                      <a:pt x="268" y="300"/>
                    </a:lnTo>
                    <a:lnTo>
                      <a:pt x="268" y="289"/>
                    </a:lnTo>
                    <a:lnTo>
                      <a:pt x="266" y="289"/>
                    </a:lnTo>
                    <a:lnTo>
                      <a:pt x="227" y="267"/>
                    </a:lnTo>
                    <a:close/>
                    <a:moveTo>
                      <a:pt x="295" y="302"/>
                    </a:moveTo>
                    <a:lnTo>
                      <a:pt x="121" y="402"/>
                    </a:lnTo>
                    <a:lnTo>
                      <a:pt x="121" y="414"/>
                    </a:lnTo>
                    <a:lnTo>
                      <a:pt x="158" y="439"/>
                    </a:lnTo>
                    <a:lnTo>
                      <a:pt x="332" y="338"/>
                    </a:lnTo>
                    <a:lnTo>
                      <a:pt x="332" y="326"/>
                    </a:lnTo>
                    <a:lnTo>
                      <a:pt x="295" y="302"/>
                    </a:lnTo>
                    <a:close/>
                    <a:moveTo>
                      <a:pt x="350" y="336"/>
                    </a:moveTo>
                    <a:lnTo>
                      <a:pt x="176" y="435"/>
                    </a:lnTo>
                    <a:lnTo>
                      <a:pt x="176" y="439"/>
                    </a:lnTo>
                    <a:lnTo>
                      <a:pt x="176" y="451"/>
                    </a:lnTo>
                    <a:lnTo>
                      <a:pt x="215" y="474"/>
                    </a:lnTo>
                    <a:lnTo>
                      <a:pt x="389" y="373"/>
                    </a:lnTo>
                    <a:lnTo>
                      <a:pt x="389" y="359"/>
                    </a:lnTo>
                    <a:lnTo>
                      <a:pt x="350" y="33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37"/>
              <p:cNvSpPr/>
              <p:nvPr/>
            </p:nvSpPr>
            <p:spPr>
              <a:xfrm rot="39010">
                <a:off x="7211896" y="3512141"/>
                <a:ext cx="339138" cy="247543"/>
              </a:xfrm>
              <a:custGeom>
                <a:rect b="b" l="l" r="r" t="t"/>
                <a:pathLst>
                  <a:path extrusionOk="0" h="1054" w="1444">
                    <a:moveTo>
                      <a:pt x="1" y="0"/>
                    </a:moveTo>
                    <a:lnTo>
                      <a:pt x="1" y="217"/>
                    </a:lnTo>
                    <a:lnTo>
                      <a:pt x="1443" y="1054"/>
                    </a:lnTo>
                    <a:lnTo>
                      <a:pt x="1443" y="839"/>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37"/>
              <p:cNvSpPr/>
              <p:nvPr/>
            </p:nvSpPr>
            <p:spPr>
              <a:xfrm rot="39010">
                <a:off x="7242628" y="3371055"/>
                <a:ext cx="497199" cy="288408"/>
              </a:xfrm>
              <a:custGeom>
                <a:rect b="b" l="l" r="r" t="t"/>
                <a:pathLst>
                  <a:path extrusionOk="0" h="1228" w="2117">
                    <a:moveTo>
                      <a:pt x="674" y="0"/>
                    </a:moveTo>
                    <a:lnTo>
                      <a:pt x="1" y="389"/>
                    </a:lnTo>
                    <a:lnTo>
                      <a:pt x="1443" y="1228"/>
                    </a:lnTo>
                    <a:lnTo>
                      <a:pt x="2116" y="839"/>
                    </a:lnTo>
                    <a:lnTo>
                      <a:pt x="67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37"/>
              <p:cNvSpPr/>
              <p:nvPr/>
            </p:nvSpPr>
            <p:spPr>
              <a:xfrm rot="39010">
                <a:off x="7208715" y="3459918"/>
                <a:ext cx="372488" cy="250361"/>
              </a:xfrm>
              <a:custGeom>
                <a:rect b="b" l="l" r="r" t="t"/>
                <a:pathLst>
                  <a:path extrusionOk="0" h="1066" w="1586">
                    <a:moveTo>
                      <a:pt x="144" y="0"/>
                    </a:moveTo>
                    <a:cubicBezTo>
                      <a:pt x="135" y="6"/>
                      <a:pt x="129" y="10"/>
                      <a:pt x="121" y="18"/>
                    </a:cubicBezTo>
                    <a:lnTo>
                      <a:pt x="113" y="27"/>
                    </a:lnTo>
                    <a:cubicBezTo>
                      <a:pt x="109" y="31"/>
                      <a:pt x="105" y="33"/>
                      <a:pt x="101" y="37"/>
                    </a:cubicBezTo>
                    <a:cubicBezTo>
                      <a:pt x="99" y="39"/>
                      <a:pt x="99" y="41"/>
                      <a:pt x="95" y="41"/>
                    </a:cubicBezTo>
                    <a:lnTo>
                      <a:pt x="90" y="47"/>
                    </a:lnTo>
                    <a:lnTo>
                      <a:pt x="84" y="51"/>
                    </a:lnTo>
                    <a:cubicBezTo>
                      <a:pt x="80" y="57"/>
                      <a:pt x="78" y="59"/>
                      <a:pt x="74" y="63"/>
                    </a:cubicBezTo>
                    <a:lnTo>
                      <a:pt x="70" y="70"/>
                    </a:lnTo>
                    <a:cubicBezTo>
                      <a:pt x="68" y="74"/>
                      <a:pt x="64" y="74"/>
                      <a:pt x="64" y="78"/>
                    </a:cubicBezTo>
                    <a:cubicBezTo>
                      <a:pt x="62" y="82"/>
                      <a:pt x="60" y="84"/>
                      <a:pt x="58" y="88"/>
                    </a:cubicBezTo>
                    <a:cubicBezTo>
                      <a:pt x="54" y="92"/>
                      <a:pt x="52" y="94"/>
                      <a:pt x="50" y="98"/>
                    </a:cubicBezTo>
                    <a:cubicBezTo>
                      <a:pt x="47" y="102"/>
                      <a:pt x="43" y="104"/>
                      <a:pt x="41" y="108"/>
                    </a:cubicBezTo>
                    <a:cubicBezTo>
                      <a:pt x="39" y="113"/>
                      <a:pt x="37" y="115"/>
                      <a:pt x="37" y="119"/>
                    </a:cubicBezTo>
                    <a:cubicBezTo>
                      <a:pt x="33" y="123"/>
                      <a:pt x="33" y="125"/>
                      <a:pt x="31" y="129"/>
                    </a:cubicBezTo>
                    <a:cubicBezTo>
                      <a:pt x="29" y="133"/>
                      <a:pt x="27" y="139"/>
                      <a:pt x="27" y="141"/>
                    </a:cubicBezTo>
                    <a:cubicBezTo>
                      <a:pt x="23" y="145"/>
                      <a:pt x="23" y="149"/>
                      <a:pt x="21" y="153"/>
                    </a:cubicBezTo>
                    <a:cubicBezTo>
                      <a:pt x="19" y="156"/>
                      <a:pt x="19" y="160"/>
                      <a:pt x="19" y="162"/>
                    </a:cubicBezTo>
                    <a:cubicBezTo>
                      <a:pt x="17" y="166"/>
                      <a:pt x="17" y="166"/>
                      <a:pt x="17" y="170"/>
                    </a:cubicBezTo>
                    <a:cubicBezTo>
                      <a:pt x="13" y="174"/>
                      <a:pt x="13" y="180"/>
                      <a:pt x="11" y="184"/>
                    </a:cubicBezTo>
                    <a:cubicBezTo>
                      <a:pt x="9" y="186"/>
                      <a:pt x="9" y="192"/>
                      <a:pt x="9" y="194"/>
                    </a:cubicBezTo>
                    <a:cubicBezTo>
                      <a:pt x="9" y="196"/>
                      <a:pt x="9" y="196"/>
                      <a:pt x="7" y="201"/>
                    </a:cubicBezTo>
                    <a:cubicBezTo>
                      <a:pt x="7" y="203"/>
                      <a:pt x="7" y="203"/>
                      <a:pt x="2" y="205"/>
                    </a:cubicBezTo>
                    <a:cubicBezTo>
                      <a:pt x="0" y="215"/>
                      <a:pt x="0" y="223"/>
                      <a:pt x="0" y="231"/>
                    </a:cubicBezTo>
                    <a:lnTo>
                      <a:pt x="1443" y="1066"/>
                    </a:lnTo>
                    <a:cubicBezTo>
                      <a:pt x="1443" y="1056"/>
                      <a:pt x="1445" y="1046"/>
                      <a:pt x="1445" y="1039"/>
                    </a:cubicBezTo>
                    <a:cubicBezTo>
                      <a:pt x="1461" y="1031"/>
                      <a:pt x="1461" y="1029"/>
                      <a:pt x="1461" y="1029"/>
                    </a:cubicBezTo>
                    <a:cubicBezTo>
                      <a:pt x="1463" y="1019"/>
                      <a:pt x="1465" y="1011"/>
                      <a:pt x="1469" y="1001"/>
                    </a:cubicBezTo>
                    <a:cubicBezTo>
                      <a:pt x="1473" y="988"/>
                      <a:pt x="1476" y="978"/>
                      <a:pt x="1482" y="968"/>
                    </a:cubicBezTo>
                    <a:lnTo>
                      <a:pt x="1496" y="937"/>
                    </a:lnTo>
                    <a:cubicBezTo>
                      <a:pt x="1504" y="927"/>
                      <a:pt x="1510" y="917"/>
                      <a:pt x="1514" y="908"/>
                    </a:cubicBezTo>
                    <a:cubicBezTo>
                      <a:pt x="1523" y="898"/>
                      <a:pt x="1531" y="890"/>
                      <a:pt x="1535" y="882"/>
                    </a:cubicBezTo>
                    <a:lnTo>
                      <a:pt x="1541" y="878"/>
                    </a:lnTo>
                    <a:lnTo>
                      <a:pt x="1555" y="861"/>
                    </a:lnTo>
                    <a:lnTo>
                      <a:pt x="1564" y="855"/>
                    </a:lnTo>
                    <a:cubicBezTo>
                      <a:pt x="1572" y="847"/>
                      <a:pt x="1578" y="841"/>
                      <a:pt x="1586" y="837"/>
                    </a:cubicBezTo>
                    <a:lnTo>
                      <a:pt x="1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37"/>
              <p:cNvSpPr/>
              <p:nvPr/>
            </p:nvSpPr>
            <p:spPr>
              <a:xfrm rot="39010">
                <a:off x="7549530" y="3569840"/>
                <a:ext cx="188593" cy="192820"/>
              </a:xfrm>
              <a:custGeom>
                <a:rect b="b" l="l" r="r" t="t"/>
                <a:pathLst>
                  <a:path extrusionOk="0" h="821" w="803">
                    <a:moveTo>
                      <a:pt x="802" y="0"/>
                    </a:moveTo>
                    <a:cubicBezTo>
                      <a:pt x="798" y="2"/>
                      <a:pt x="354" y="258"/>
                      <a:pt x="354" y="258"/>
                    </a:cubicBezTo>
                    <a:lnTo>
                      <a:pt x="291" y="295"/>
                    </a:lnTo>
                    <a:lnTo>
                      <a:pt x="129" y="387"/>
                    </a:lnTo>
                    <a:cubicBezTo>
                      <a:pt x="59" y="428"/>
                      <a:pt x="0" y="524"/>
                      <a:pt x="0" y="604"/>
                    </a:cubicBezTo>
                    <a:lnTo>
                      <a:pt x="4" y="806"/>
                    </a:lnTo>
                    <a:lnTo>
                      <a:pt x="4" y="821"/>
                    </a:lnTo>
                    <a:lnTo>
                      <a:pt x="454" y="561"/>
                    </a:lnTo>
                    <a:lnTo>
                      <a:pt x="794" y="369"/>
                    </a:lnTo>
                    <a:cubicBezTo>
                      <a:pt x="802" y="358"/>
                      <a:pt x="802" y="0"/>
                      <a:pt x="80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37"/>
              <p:cNvSpPr/>
              <p:nvPr/>
            </p:nvSpPr>
            <p:spPr>
              <a:xfrm rot="39010">
                <a:off x="7270970" y="3383467"/>
                <a:ext cx="186714" cy="109915"/>
              </a:xfrm>
              <a:custGeom>
                <a:rect b="b" l="l" r="r" t="t"/>
                <a:pathLst>
                  <a:path extrusionOk="0" h="468" w="795">
                    <a:moveTo>
                      <a:pt x="579" y="1"/>
                    </a:moveTo>
                    <a:lnTo>
                      <a:pt x="403" y="99"/>
                    </a:lnTo>
                    <a:lnTo>
                      <a:pt x="403" y="113"/>
                    </a:lnTo>
                    <a:lnTo>
                      <a:pt x="440" y="136"/>
                    </a:lnTo>
                    <a:lnTo>
                      <a:pt x="618" y="36"/>
                    </a:lnTo>
                    <a:lnTo>
                      <a:pt x="618" y="23"/>
                    </a:lnTo>
                    <a:lnTo>
                      <a:pt x="579" y="1"/>
                    </a:lnTo>
                    <a:close/>
                    <a:moveTo>
                      <a:pt x="634" y="31"/>
                    </a:moveTo>
                    <a:lnTo>
                      <a:pt x="461" y="130"/>
                    </a:lnTo>
                    <a:lnTo>
                      <a:pt x="469" y="138"/>
                    </a:lnTo>
                    <a:lnTo>
                      <a:pt x="469" y="138"/>
                    </a:lnTo>
                    <a:lnTo>
                      <a:pt x="461" y="134"/>
                    </a:lnTo>
                    <a:lnTo>
                      <a:pt x="461" y="146"/>
                    </a:lnTo>
                    <a:lnTo>
                      <a:pt x="499" y="169"/>
                    </a:lnTo>
                    <a:lnTo>
                      <a:pt x="675" y="68"/>
                    </a:lnTo>
                    <a:lnTo>
                      <a:pt x="675" y="54"/>
                    </a:lnTo>
                    <a:lnTo>
                      <a:pt x="665" y="58"/>
                    </a:lnTo>
                    <a:lnTo>
                      <a:pt x="673" y="54"/>
                    </a:lnTo>
                    <a:lnTo>
                      <a:pt x="634" y="31"/>
                    </a:lnTo>
                    <a:close/>
                    <a:moveTo>
                      <a:pt x="700" y="72"/>
                    </a:moveTo>
                    <a:lnTo>
                      <a:pt x="526" y="171"/>
                    </a:lnTo>
                    <a:lnTo>
                      <a:pt x="526" y="185"/>
                    </a:lnTo>
                    <a:lnTo>
                      <a:pt x="563" y="207"/>
                    </a:lnTo>
                    <a:lnTo>
                      <a:pt x="739" y="107"/>
                    </a:lnTo>
                    <a:lnTo>
                      <a:pt x="739" y="95"/>
                    </a:lnTo>
                    <a:lnTo>
                      <a:pt x="731" y="99"/>
                    </a:lnTo>
                    <a:lnTo>
                      <a:pt x="731" y="99"/>
                    </a:lnTo>
                    <a:lnTo>
                      <a:pt x="737" y="95"/>
                    </a:lnTo>
                    <a:lnTo>
                      <a:pt x="700" y="72"/>
                    </a:lnTo>
                    <a:close/>
                    <a:moveTo>
                      <a:pt x="755" y="99"/>
                    </a:moveTo>
                    <a:lnTo>
                      <a:pt x="579" y="199"/>
                    </a:lnTo>
                    <a:lnTo>
                      <a:pt x="579" y="212"/>
                    </a:lnTo>
                    <a:lnTo>
                      <a:pt x="618" y="236"/>
                    </a:lnTo>
                    <a:lnTo>
                      <a:pt x="792" y="136"/>
                    </a:lnTo>
                    <a:lnTo>
                      <a:pt x="792" y="124"/>
                    </a:lnTo>
                    <a:lnTo>
                      <a:pt x="792" y="124"/>
                    </a:lnTo>
                    <a:lnTo>
                      <a:pt x="794" y="124"/>
                    </a:lnTo>
                    <a:lnTo>
                      <a:pt x="755" y="99"/>
                    </a:lnTo>
                    <a:close/>
                    <a:moveTo>
                      <a:pt x="377" y="115"/>
                    </a:moveTo>
                    <a:lnTo>
                      <a:pt x="203" y="216"/>
                    </a:lnTo>
                    <a:lnTo>
                      <a:pt x="203" y="228"/>
                    </a:lnTo>
                    <a:lnTo>
                      <a:pt x="242" y="250"/>
                    </a:lnTo>
                    <a:lnTo>
                      <a:pt x="416" y="150"/>
                    </a:lnTo>
                    <a:lnTo>
                      <a:pt x="416" y="138"/>
                    </a:lnTo>
                    <a:lnTo>
                      <a:pt x="377" y="115"/>
                    </a:lnTo>
                    <a:close/>
                    <a:moveTo>
                      <a:pt x="434" y="148"/>
                    </a:moveTo>
                    <a:lnTo>
                      <a:pt x="260" y="248"/>
                    </a:lnTo>
                    <a:lnTo>
                      <a:pt x="260" y="263"/>
                    </a:lnTo>
                    <a:lnTo>
                      <a:pt x="297" y="285"/>
                    </a:lnTo>
                    <a:lnTo>
                      <a:pt x="475" y="187"/>
                    </a:lnTo>
                    <a:lnTo>
                      <a:pt x="475" y="169"/>
                    </a:lnTo>
                    <a:lnTo>
                      <a:pt x="471" y="169"/>
                    </a:lnTo>
                    <a:lnTo>
                      <a:pt x="434" y="148"/>
                    </a:lnTo>
                    <a:close/>
                    <a:moveTo>
                      <a:pt x="499" y="185"/>
                    </a:moveTo>
                    <a:lnTo>
                      <a:pt x="326" y="283"/>
                    </a:lnTo>
                    <a:lnTo>
                      <a:pt x="326" y="297"/>
                    </a:lnTo>
                    <a:lnTo>
                      <a:pt x="364" y="320"/>
                    </a:lnTo>
                    <a:lnTo>
                      <a:pt x="538" y="220"/>
                    </a:lnTo>
                    <a:lnTo>
                      <a:pt x="538" y="207"/>
                    </a:lnTo>
                    <a:lnTo>
                      <a:pt x="499" y="185"/>
                    </a:lnTo>
                    <a:close/>
                    <a:moveTo>
                      <a:pt x="553" y="218"/>
                    </a:moveTo>
                    <a:lnTo>
                      <a:pt x="379" y="318"/>
                    </a:lnTo>
                    <a:lnTo>
                      <a:pt x="383" y="330"/>
                    </a:lnTo>
                    <a:lnTo>
                      <a:pt x="420" y="353"/>
                    </a:lnTo>
                    <a:lnTo>
                      <a:pt x="594" y="252"/>
                    </a:lnTo>
                    <a:lnTo>
                      <a:pt x="594" y="240"/>
                    </a:lnTo>
                    <a:lnTo>
                      <a:pt x="583" y="246"/>
                    </a:lnTo>
                    <a:lnTo>
                      <a:pt x="591" y="240"/>
                    </a:lnTo>
                    <a:lnTo>
                      <a:pt x="553" y="218"/>
                    </a:lnTo>
                    <a:close/>
                    <a:moveTo>
                      <a:pt x="178" y="232"/>
                    </a:moveTo>
                    <a:lnTo>
                      <a:pt x="0" y="332"/>
                    </a:lnTo>
                    <a:lnTo>
                      <a:pt x="4" y="345"/>
                    </a:lnTo>
                    <a:lnTo>
                      <a:pt x="41" y="369"/>
                    </a:lnTo>
                    <a:lnTo>
                      <a:pt x="215" y="269"/>
                    </a:lnTo>
                    <a:lnTo>
                      <a:pt x="215" y="257"/>
                    </a:lnTo>
                    <a:lnTo>
                      <a:pt x="178" y="232"/>
                    </a:lnTo>
                    <a:close/>
                    <a:moveTo>
                      <a:pt x="231" y="263"/>
                    </a:moveTo>
                    <a:lnTo>
                      <a:pt x="57" y="363"/>
                    </a:lnTo>
                    <a:lnTo>
                      <a:pt x="57" y="379"/>
                    </a:lnTo>
                    <a:lnTo>
                      <a:pt x="96" y="402"/>
                    </a:lnTo>
                    <a:lnTo>
                      <a:pt x="270" y="302"/>
                    </a:lnTo>
                    <a:lnTo>
                      <a:pt x="270" y="287"/>
                    </a:lnTo>
                    <a:lnTo>
                      <a:pt x="231" y="263"/>
                    </a:lnTo>
                    <a:close/>
                    <a:moveTo>
                      <a:pt x="297" y="302"/>
                    </a:moveTo>
                    <a:lnTo>
                      <a:pt x="123" y="402"/>
                    </a:lnTo>
                    <a:lnTo>
                      <a:pt x="131" y="406"/>
                    </a:lnTo>
                    <a:lnTo>
                      <a:pt x="121" y="402"/>
                    </a:lnTo>
                    <a:lnTo>
                      <a:pt x="121" y="414"/>
                    </a:lnTo>
                    <a:lnTo>
                      <a:pt x="160" y="437"/>
                    </a:lnTo>
                    <a:lnTo>
                      <a:pt x="334" y="338"/>
                    </a:lnTo>
                    <a:lnTo>
                      <a:pt x="334" y="324"/>
                    </a:lnTo>
                    <a:lnTo>
                      <a:pt x="336" y="324"/>
                    </a:lnTo>
                    <a:lnTo>
                      <a:pt x="297" y="302"/>
                    </a:lnTo>
                    <a:close/>
                    <a:moveTo>
                      <a:pt x="354" y="332"/>
                    </a:moveTo>
                    <a:lnTo>
                      <a:pt x="178" y="432"/>
                    </a:lnTo>
                    <a:lnTo>
                      <a:pt x="180" y="432"/>
                    </a:lnTo>
                    <a:lnTo>
                      <a:pt x="180" y="445"/>
                    </a:lnTo>
                    <a:lnTo>
                      <a:pt x="219" y="467"/>
                    </a:lnTo>
                    <a:lnTo>
                      <a:pt x="395" y="369"/>
                    </a:lnTo>
                    <a:lnTo>
                      <a:pt x="393" y="355"/>
                    </a:lnTo>
                    <a:lnTo>
                      <a:pt x="354" y="33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37"/>
              <p:cNvSpPr/>
              <p:nvPr/>
            </p:nvSpPr>
            <p:spPr>
              <a:xfrm rot="39010">
                <a:off x="7528769" y="3536475"/>
                <a:ext cx="186949" cy="110149"/>
              </a:xfrm>
              <a:custGeom>
                <a:rect b="b" l="l" r="r" t="t"/>
                <a:pathLst>
                  <a:path extrusionOk="0" h="469" w="796">
                    <a:moveTo>
                      <a:pt x="579" y="0"/>
                    </a:moveTo>
                    <a:lnTo>
                      <a:pt x="405" y="100"/>
                    </a:lnTo>
                    <a:lnTo>
                      <a:pt x="413" y="109"/>
                    </a:lnTo>
                    <a:lnTo>
                      <a:pt x="403" y="102"/>
                    </a:lnTo>
                    <a:lnTo>
                      <a:pt x="403" y="115"/>
                    </a:lnTo>
                    <a:lnTo>
                      <a:pt x="440" y="139"/>
                    </a:lnTo>
                    <a:lnTo>
                      <a:pt x="618" y="37"/>
                    </a:lnTo>
                    <a:lnTo>
                      <a:pt x="618" y="23"/>
                    </a:lnTo>
                    <a:lnTo>
                      <a:pt x="579" y="0"/>
                    </a:lnTo>
                    <a:close/>
                    <a:moveTo>
                      <a:pt x="630" y="33"/>
                    </a:moveTo>
                    <a:lnTo>
                      <a:pt x="456" y="133"/>
                    </a:lnTo>
                    <a:lnTo>
                      <a:pt x="456" y="145"/>
                    </a:lnTo>
                    <a:lnTo>
                      <a:pt x="495" y="170"/>
                    </a:lnTo>
                    <a:lnTo>
                      <a:pt x="669" y="70"/>
                    </a:lnTo>
                    <a:lnTo>
                      <a:pt x="669" y="57"/>
                    </a:lnTo>
                    <a:lnTo>
                      <a:pt x="630" y="33"/>
                    </a:lnTo>
                    <a:close/>
                    <a:moveTo>
                      <a:pt x="696" y="70"/>
                    </a:moveTo>
                    <a:lnTo>
                      <a:pt x="522" y="170"/>
                    </a:lnTo>
                    <a:lnTo>
                      <a:pt x="522" y="184"/>
                    </a:lnTo>
                    <a:lnTo>
                      <a:pt x="561" y="207"/>
                    </a:lnTo>
                    <a:lnTo>
                      <a:pt x="734" y="109"/>
                    </a:lnTo>
                    <a:lnTo>
                      <a:pt x="734" y="92"/>
                    </a:lnTo>
                    <a:lnTo>
                      <a:pt x="696" y="70"/>
                    </a:lnTo>
                    <a:close/>
                    <a:moveTo>
                      <a:pt x="755" y="102"/>
                    </a:moveTo>
                    <a:lnTo>
                      <a:pt x="581" y="203"/>
                    </a:lnTo>
                    <a:lnTo>
                      <a:pt x="581" y="215"/>
                    </a:lnTo>
                    <a:lnTo>
                      <a:pt x="620" y="237"/>
                    </a:lnTo>
                    <a:lnTo>
                      <a:pt x="796" y="139"/>
                    </a:lnTo>
                    <a:lnTo>
                      <a:pt x="796" y="125"/>
                    </a:lnTo>
                    <a:lnTo>
                      <a:pt x="784" y="131"/>
                    </a:lnTo>
                    <a:lnTo>
                      <a:pt x="794" y="125"/>
                    </a:lnTo>
                    <a:lnTo>
                      <a:pt x="755" y="102"/>
                    </a:lnTo>
                    <a:close/>
                    <a:moveTo>
                      <a:pt x="374" y="119"/>
                    </a:moveTo>
                    <a:lnTo>
                      <a:pt x="201" y="217"/>
                    </a:lnTo>
                    <a:lnTo>
                      <a:pt x="201" y="231"/>
                    </a:lnTo>
                    <a:lnTo>
                      <a:pt x="239" y="254"/>
                    </a:lnTo>
                    <a:lnTo>
                      <a:pt x="415" y="154"/>
                    </a:lnTo>
                    <a:lnTo>
                      <a:pt x="415" y="141"/>
                    </a:lnTo>
                    <a:lnTo>
                      <a:pt x="405" y="145"/>
                    </a:lnTo>
                    <a:lnTo>
                      <a:pt x="405" y="145"/>
                    </a:lnTo>
                    <a:lnTo>
                      <a:pt x="413" y="141"/>
                    </a:lnTo>
                    <a:lnTo>
                      <a:pt x="374" y="119"/>
                    </a:lnTo>
                    <a:close/>
                    <a:moveTo>
                      <a:pt x="430" y="152"/>
                    </a:moveTo>
                    <a:lnTo>
                      <a:pt x="256" y="252"/>
                    </a:lnTo>
                    <a:lnTo>
                      <a:pt x="256" y="264"/>
                    </a:lnTo>
                    <a:lnTo>
                      <a:pt x="295" y="287"/>
                    </a:lnTo>
                    <a:lnTo>
                      <a:pt x="469" y="186"/>
                    </a:lnTo>
                    <a:lnTo>
                      <a:pt x="469" y="174"/>
                    </a:lnTo>
                    <a:lnTo>
                      <a:pt x="430" y="152"/>
                    </a:lnTo>
                    <a:close/>
                    <a:moveTo>
                      <a:pt x="499" y="186"/>
                    </a:moveTo>
                    <a:lnTo>
                      <a:pt x="325" y="287"/>
                    </a:lnTo>
                    <a:lnTo>
                      <a:pt x="323" y="287"/>
                    </a:lnTo>
                    <a:lnTo>
                      <a:pt x="323" y="303"/>
                    </a:lnTo>
                    <a:lnTo>
                      <a:pt x="362" y="325"/>
                    </a:lnTo>
                    <a:lnTo>
                      <a:pt x="536" y="223"/>
                    </a:lnTo>
                    <a:lnTo>
                      <a:pt x="536" y="211"/>
                    </a:lnTo>
                    <a:lnTo>
                      <a:pt x="536" y="207"/>
                    </a:lnTo>
                    <a:lnTo>
                      <a:pt x="499" y="186"/>
                    </a:lnTo>
                    <a:close/>
                    <a:moveTo>
                      <a:pt x="550" y="217"/>
                    </a:moveTo>
                    <a:lnTo>
                      <a:pt x="376" y="317"/>
                    </a:lnTo>
                    <a:lnTo>
                      <a:pt x="376" y="330"/>
                    </a:lnTo>
                    <a:lnTo>
                      <a:pt x="415" y="354"/>
                    </a:lnTo>
                    <a:lnTo>
                      <a:pt x="591" y="252"/>
                    </a:lnTo>
                    <a:lnTo>
                      <a:pt x="591" y="237"/>
                    </a:lnTo>
                    <a:lnTo>
                      <a:pt x="588" y="240"/>
                    </a:lnTo>
                    <a:lnTo>
                      <a:pt x="588" y="240"/>
                    </a:lnTo>
                    <a:lnTo>
                      <a:pt x="550" y="217"/>
                    </a:lnTo>
                    <a:close/>
                    <a:moveTo>
                      <a:pt x="174" y="233"/>
                    </a:moveTo>
                    <a:lnTo>
                      <a:pt x="0" y="334"/>
                    </a:lnTo>
                    <a:lnTo>
                      <a:pt x="0" y="346"/>
                    </a:lnTo>
                    <a:lnTo>
                      <a:pt x="39" y="368"/>
                    </a:lnTo>
                    <a:lnTo>
                      <a:pt x="215" y="266"/>
                    </a:lnTo>
                    <a:lnTo>
                      <a:pt x="215" y="256"/>
                    </a:lnTo>
                    <a:lnTo>
                      <a:pt x="213" y="256"/>
                    </a:lnTo>
                    <a:lnTo>
                      <a:pt x="174" y="233"/>
                    </a:lnTo>
                    <a:close/>
                    <a:moveTo>
                      <a:pt x="229" y="266"/>
                    </a:moveTo>
                    <a:lnTo>
                      <a:pt x="51" y="366"/>
                    </a:lnTo>
                    <a:lnTo>
                      <a:pt x="51" y="379"/>
                    </a:lnTo>
                    <a:lnTo>
                      <a:pt x="90" y="401"/>
                    </a:lnTo>
                    <a:lnTo>
                      <a:pt x="264" y="303"/>
                    </a:lnTo>
                    <a:lnTo>
                      <a:pt x="264" y="289"/>
                    </a:lnTo>
                    <a:lnTo>
                      <a:pt x="266" y="289"/>
                    </a:lnTo>
                    <a:lnTo>
                      <a:pt x="229" y="266"/>
                    </a:lnTo>
                    <a:close/>
                    <a:moveTo>
                      <a:pt x="295" y="305"/>
                    </a:moveTo>
                    <a:lnTo>
                      <a:pt x="121" y="405"/>
                    </a:lnTo>
                    <a:lnTo>
                      <a:pt x="119" y="405"/>
                    </a:lnTo>
                    <a:lnTo>
                      <a:pt x="119" y="420"/>
                    </a:lnTo>
                    <a:lnTo>
                      <a:pt x="158" y="442"/>
                    </a:lnTo>
                    <a:lnTo>
                      <a:pt x="174" y="433"/>
                    </a:lnTo>
                    <a:lnTo>
                      <a:pt x="174" y="446"/>
                    </a:lnTo>
                    <a:lnTo>
                      <a:pt x="213" y="469"/>
                    </a:lnTo>
                    <a:lnTo>
                      <a:pt x="389" y="366"/>
                    </a:lnTo>
                    <a:lnTo>
                      <a:pt x="389" y="354"/>
                    </a:lnTo>
                    <a:lnTo>
                      <a:pt x="386" y="356"/>
                    </a:lnTo>
                    <a:lnTo>
                      <a:pt x="348" y="334"/>
                    </a:lnTo>
                    <a:lnTo>
                      <a:pt x="331" y="343"/>
                    </a:lnTo>
                    <a:lnTo>
                      <a:pt x="331" y="343"/>
                    </a:lnTo>
                    <a:lnTo>
                      <a:pt x="331" y="325"/>
                    </a:lnTo>
                    <a:lnTo>
                      <a:pt x="333" y="325"/>
                    </a:lnTo>
                    <a:lnTo>
                      <a:pt x="295" y="3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37"/>
              <p:cNvSpPr/>
              <p:nvPr/>
            </p:nvSpPr>
            <p:spPr>
              <a:xfrm rot="39010">
                <a:off x="5177345" y="3866431"/>
                <a:ext cx="36403" cy="130817"/>
              </a:xfrm>
              <a:custGeom>
                <a:rect b="b" l="l" r="r" t="t"/>
                <a:pathLst>
                  <a:path extrusionOk="0" h="557" w="155">
                    <a:moveTo>
                      <a:pt x="1" y="0"/>
                    </a:moveTo>
                    <a:lnTo>
                      <a:pt x="1" y="469"/>
                    </a:lnTo>
                    <a:lnTo>
                      <a:pt x="154" y="557"/>
                    </a:lnTo>
                    <a:lnTo>
                      <a:pt x="154" y="9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37"/>
              <p:cNvSpPr/>
              <p:nvPr/>
            </p:nvSpPr>
            <p:spPr>
              <a:xfrm rot="39010">
                <a:off x="5228440" y="3896370"/>
                <a:ext cx="36403" cy="131287"/>
              </a:xfrm>
              <a:custGeom>
                <a:rect b="b" l="l" r="r" t="t"/>
                <a:pathLst>
                  <a:path extrusionOk="0" h="559" w="155">
                    <a:moveTo>
                      <a:pt x="1" y="0"/>
                    </a:moveTo>
                    <a:lnTo>
                      <a:pt x="1" y="469"/>
                    </a:lnTo>
                    <a:lnTo>
                      <a:pt x="154" y="559"/>
                    </a:lnTo>
                    <a:lnTo>
                      <a:pt x="154" y="9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37"/>
              <p:cNvSpPr/>
              <p:nvPr/>
            </p:nvSpPr>
            <p:spPr>
              <a:xfrm rot="39010">
                <a:off x="5278603" y="3926061"/>
                <a:ext cx="36168" cy="131052"/>
              </a:xfrm>
              <a:custGeom>
                <a:rect b="b" l="l" r="r" t="t"/>
                <a:pathLst>
                  <a:path extrusionOk="0" h="558" w="154">
                    <a:moveTo>
                      <a:pt x="0" y="1"/>
                    </a:moveTo>
                    <a:lnTo>
                      <a:pt x="0" y="469"/>
                    </a:lnTo>
                    <a:lnTo>
                      <a:pt x="154" y="557"/>
                    </a:lnTo>
                    <a:lnTo>
                      <a:pt x="154" y="9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37"/>
              <p:cNvSpPr/>
              <p:nvPr/>
            </p:nvSpPr>
            <p:spPr>
              <a:xfrm rot="39010">
                <a:off x="5329228" y="3956464"/>
                <a:ext cx="36168" cy="130582"/>
              </a:xfrm>
              <a:custGeom>
                <a:rect b="b" l="l" r="r" t="t"/>
                <a:pathLst>
                  <a:path extrusionOk="0" h="556" w="154">
                    <a:moveTo>
                      <a:pt x="0" y="1"/>
                    </a:moveTo>
                    <a:lnTo>
                      <a:pt x="0" y="465"/>
                    </a:lnTo>
                    <a:lnTo>
                      <a:pt x="154" y="555"/>
                    </a:lnTo>
                    <a:lnTo>
                      <a:pt x="154" y="87"/>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37"/>
              <p:cNvSpPr/>
              <p:nvPr/>
            </p:nvSpPr>
            <p:spPr>
              <a:xfrm rot="39010">
                <a:off x="5379390" y="3985923"/>
                <a:ext cx="36168" cy="130817"/>
              </a:xfrm>
              <a:custGeom>
                <a:rect b="b" l="l" r="r" t="t"/>
                <a:pathLst>
                  <a:path extrusionOk="0" h="557" w="154">
                    <a:moveTo>
                      <a:pt x="0" y="0"/>
                    </a:moveTo>
                    <a:lnTo>
                      <a:pt x="0" y="467"/>
                    </a:lnTo>
                    <a:lnTo>
                      <a:pt x="154" y="557"/>
                    </a:lnTo>
                    <a:lnTo>
                      <a:pt x="154" y="88"/>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37"/>
              <p:cNvSpPr/>
              <p:nvPr/>
            </p:nvSpPr>
            <p:spPr>
              <a:xfrm rot="39010">
                <a:off x="4972527" y="3878059"/>
                <a:ext cx="464788" cy="484047"/>
              </a:xfrm>
              <a:custGeom>
                <a:rect b="b" l="l" r="r" t="t"/>
                <a:pathLst>
                  <a:path extrusionOk="0" h="2061" w="1979">
                    <a:moveTo>
                      <a:pt x="823" y="0"/>
                    </a:moveTo>
                    <a:cubicBezTo>
                      <a:pt x="823" y="0"/>
                      <a:pt x="96" y="1404"/>
                      <a:pt x="96" y="1426"/>
                    </a:cubicBezTo>
                    <a:cubicBezTo>
                      <a:pt x="101" y="1447"/>
                      <a:pt x="0" y="1827"/>
                      <a:pt x="11" y="1866"/>
                    </a:cubicBezTo>
                    <a:cubicBezTo>
                      <a:pt x="19" y="1893"/>
                      <a:pt x="330" y="1971"/>
                      <a:pt x="544" y="2020"/>
                    </a:cubicBezTo>
                    <a:cubicBezTo>
                      <a:pt x="555" y="2026"/>
                      <a:pt x="567" y="2028"/>
                      <a:pt x="581" y="2030"/>
                    </a:cubicBezTo>
                    <a:cubicBezTo>
                      <a:pt x="665" y="2048"/>
                      <a:pt x="727" y="2061"/>
                      <a:pt x="739" y="2061"/>
                    </a:cubicBezTo>
                    <a:cubicBezTo>
                      <a:pt x="782" y="2059"/>
                      <a:pt x="1126" y="1917"/>
                      <a:pt x="1115" y="1907"/>
                    </a:cubicBezTo>
                    <a:cubicBezTo>
                      <a:pt x="1105" y="1895"/>
                      <a:pt x="1629" y="1549"/>
                      <a:pt x="1651" y="1504"/>
                    </a:cubicBezTo>
                    <a:cubicBezTo>
                      <a:pt x="1672" y="1457"/>
                      <a:pt x="1979" y="688"/>
                      <a:pt x="1979" y="688"/>
                    </a:cubicBezTo>
                    <a:lnTo>
                      <a:pt x="1952" y="669"/>
                    </a:lnTo>
                    <a:lnTo>
                      <a:pt x="8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37"/>
              <p:cNvSpPr/>
              <p:nvPr/>
            </p:nvSpPr>
            <p:spPr>
              <a:xfrm rot="39010">
                <a:off x="4850992" y="3874888"/>
                <a:ext cx="314478" cy="466667"/>
              </a:xfrm>
              <a:custGeom>
                <a:rect b="b" l="l" r="r" t="t"/>
                <a:pathLst>
                  <a:path extrusionOk="0" h="1987" w="1339">
                    <a:moveTo>
                      <a:pt x="1339" y="0"/>
                    </a:moveTo>
                    <a:lnTo>
                      <a:pt x="1298" y="27"/>
                    </a:lnTo>
                    <a:lnTo>
                      <a:pt x="1150" y="111"/>
                    </a:lnTo>
                    <a:lnTo>
                      <a:pt x="936" y="440"/>
                    </a:lnTo>
                    <a:cubicBezTo>
                      <a:pt x="878" y="528"/>
                      <a:pt x="809" y="600"/>
                      <a:pt x="735" y="645"/>
                    </a:cubicBezTo>
                    <a:lnTo>
                      <a:pt x="189" y="1044"/>
                    </a:lnTo>
                    <a:cubicBezTo>
                      <a:pt x="121" y="1085"/>
                      <a:pt x="58" y="1150"/>
                      <a:pt x="7" y="1226"/>
                    </a:cubicBezTo>
                    <a:cubicBezTo>
                      <a:pt x="7" y="1226"/>
                      <a:pt x="7" y="1232"/>
                      <a:pt x="1" y="1236"/>
                    </a:cubicBezTo>
                    <a:cubicBezTo>
                      <a:pt x="1" y="1236"/>
                      <a:pt x="72" y="1960"/>
                      <a:pt x="76" y="1962"/>
                    </a:cubicBezTo>
                    <a:cubicBezTo>
                      <a:pt x="107" y="1979"/>
                      <a:pt x="141" y="1987"/>
                      <a:pt x="178" y="1987"/>
                    </a:cubicBezTo>
                    <a:cubicBezTo>
                      <a:pt x="233" y="1987"/>
                      <a:pt x="295" y="1968"/>
                      <a:pt x="359" y="1932"/>
                    </a:cubicBezTo>
                    <a:lnTo>
                      <a:pt x="702" y="1735"/>
                    </a:lnTo>
                    <a:cubicBezTo>
                      <a:pt x="741" y="1713"/>
                      <a:pt x="776" y="1688"/>
                      <a:pt x="807" y="1662"/>
                    </a:cubicBezTo>
                    <a:cubicBezTo>
                      <a:pt x="1017" y="1482"/>
                      <a:pt x="1048" y="1224"/>
                      <a:pt x="1130" y="886"/>
                    </a:cubicBezTo>
                    <a:lnTo>
                      <a:pt x="133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37"/>
              <p:cNvSpPr/>
              <p:nvPr/>
            </p:nvSpPr>
            <p:spPr>
              <a:xfrm rot="39010">
                <a:off x="4845922" y="3870869"/>
                <a:ext cx="321054" cy="292166"/>
              </a:xfrm>
              <a:custGeom>
                <a:rect b="b" l="l" r="r" t="t"/>
                <a:pathLst>
                  <a:path extrusionOk="0" h="1244" w="1367">
                    <a:moveTo>
                      <a:pt x="1336" y="1"/>
                    </a:moveTo>
                    <a:lnTo>
                      <a:pt x="1140" y="113"/>
                    </a:lnTo>
                    <a:lnTo>
                      <a:pt x="925" y="443"/>
                    </a:lnTo>
                    <a:cubicBezTo>
                      <a:pt x="870" y="529"/>
                      <a:pt x="800" y="600"/>
                      <a:pt x="726" y="647"/>
                    </a:cubicBezTo>
                    <a:lnTo>
                      <a:pt x="178" y="1046"/>
                    </a:lnTo>
                    <a:cubicBezTo>
                      <a:pt x="115" y="1087"/>
                      <a:pt x="51" y="1151"/>
                      <a:pt x="0" y="1228"/>
                    </a:cubicBezTo>
                    <a:cubicBezTo>
                      <a:pt x="0" y="1228"/>
                      <a:pt x="19" y="1244"/>
                      <a:pt x="29" y="1244"/>
                    </a:cubicBezTo>
                    <a:cubicBezTo>
                      <a:pt x="30" y="1244"/>
                      <a:pt x="32" y="1244"/>
                      <a:pt x="33" y="1243"/>
                    </a:cubicBezTo>
                    <a:cubicBezTo>
                      <a:pt x="84" y="1167"/>
                      <a:pt x="147" y="1102"/>
                      <a:pt x="215" y="1061"/>
                    </a:cubicBezTo>
                    <a:lnTo>
                      <a:pt x="761" y="662"/>
                    </a:lnTo>
                    <a:cubicBezTo>
                      <a:pt x="835" y="617"/>
                      <a:pt x="904" y="543"/>
                      <a:pt x="962" y="457"/>
                    </a:cubicBezTo>
                    <a:lnTo>
                      <a:pt x="1176" y="128"/>
                    </a:lnTo>
                    <a:lnTo>
                      <a:pt x="1367" y="17"/>
                    </a:lnTo>
                    <a:lnTo>
                      <a:pt x="13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37"/>
              <p:cNvSpPr/>
              <p:nvPr/>
            </p:nvSpPr>
            <p:spPr>
              <a:xfrm rot="39010">
                <a:off x="4842160" y="4157170"/>
                <a:ext cx="286294" cy="175675"/>
              </a:xfrm>
              <a:custGeom>
                <a:rect b="b" l="l" r="r" t="t"/>
                <a:pathLst>
                  <a:path extrusionOk="0" h="748" w="1219">
                    <a:moveTo>
                      <a:pt x="40" y="0"/>
                    </a:moveTo>
                    <a:lnTo>
                      <a:pt x="1" y="62"/>
                    </a:lnTo>
                    <a:lnTo>
                      <a:pt x="68" y="356"/>
                    </a:lnTo>
                    <a:lnTo>
                      <a:pt x="1130" y="747"/>
                    </a:lnTo>
                    <a:lnTo>
                      <a:pt x="1218" y="632"/>
                    </a:lnTo>
                    <a:lnTo>
                      <a:pt x="4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37"/>
              <p:cNvSpPr/>
              <p:nvPr/>
            </p:nvSpPr>
            <p:spPr>
              <a:xfrm rot="39010">
                <a:off x="4818709" y="4164058"/>
                <a:ext cx="304379" cy="321289"/>
              </a:xfrm>
              <a:custGeom>
                <a:rect b="b" l="l" r="r" t="t"/>
                <a:pathLst>
                  <a:path extrusionOk="0" h="1368" w="1296">
                    <a:moveTo>
                      <a:pt x="128" y="1"/>
                    </a:moveTo>
                    <a:cubicBezTo>
                      <a:pt x="105" y="36"/>
                      <a:pt x="85" y="73"/>
                      <a:pt x="66" y="111"/>
                    </a:cubicBezTo>
                    <a:cubicBezTo>
                      <a:pt x="13" y="226"/>
                      <a:pt x="1" y="345"/>
                      <a:pt x="27" y="431"/>
                    </a:cubicBezTo>
                    <a:cubicBezTo>
                      <a:pt x="27" y="433"/>
                      <a:pt x="32" y="433"/>
                      <a:pt x="32" y="435"/>
                    </a:cubicBezTo>
                    <a:cubicBezTo>
                      <a:pt x="34" y="441"/>
                      <a:pt x="34" y="443"/>
                      <a:pt x="36" y="445"/>
                    </a:cubicBezTo>
                    <a:lnTo>
                      <a:pt x="107" y="619"/>
                    </a:lnTo>
                    <a:cubicBezTo>
                      <a:pt x="119" y="650"/>
                      <a:pt x="138" y="676"/>
                      <a:pt x="158" y="697"/>
                    </a:cubicBezTo>
                    <a:cubicBezTo>
                      <a:pt x="171" y="707"/>
                      <a:pt x="185" y="717"/>
                      <a:pt x="199" y="729"/>
                    </a:cubicBezTo>
                    <a:lnTo>
                      <a:pt x="1282" y="1368"/>
                    </a:lnTo>
                    <a:cubicBezTo>
                      <a:pt x="1261" y="1351"/>
                      <a:pt x="1247" y="1325"/>
                      <a:pt x="1232" y="1294"/>
                    </a:cubicBezTo>
                    <a:lnTo>
                      <a:pt x="1161" y="1120"/>
                    </a:lnTo>
                    <a:cubicBezTo>
                      <a:pt x="1126" y="1036"/>
                      <a:pt x="1138" y="913"/>
                      <a:pt x="1189" y="793"/>
                    </a:cubicBezTo>
                    <a:cubicBezTo>
                      <a:pt x="1208" y="754"/>
                      <a:pt x="1230" y="713"/>
                      <a:pt x="1255" y="676"/>
                    </a:cubicBezTo>
                    <a:lnTo>
                      <a:pt x="1259" y="670"/>
                    </a:lnTo>
                    <a:cubicBezTo>
                      <a:pt x="1271" y="652"/>
                      <a:pt x="1284" y="635"/>
                      <a:pt x="1296" y="619"/>
                    </a:cubicBezTo>
                    <a:lnTo>
                      <a:pt x="934" y="427"/>
                    </a:lnTo>
                    <a:cubicBezTo>
                      <a:pt x="934" y="427"/>
                      <a:pt x="130" y="1"/>
                      <a:pt x="1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37"/>
              <p:cNvSpPr/>
              <p:nvPr/>
            </p:nvSpPr>
            <p:spPr>
              <a:xfrm rot="39010">
                <a:off x="5089267" y="4315777"/>
                <a:ext cx="52609" cy="185070"/>
              </a:xfrm>
              <a:custGeom>
                <a:rect b="b" l="l" r="r" t="t"/>
                <a:pathLst>
                  <a:path extrusionOk="0" h="788" w="224">
                    <a:moveTo>
                      <a:pt x="166" y="0"/>
                    </a:moveTo>
                    <a:cubicBezTo>
                      <a:pt x="154" y="15"/>
                      <a:pt x="144" y="29"/>
                      <a:pt x="134" y="45"/>
                    </a:cubicBezTo>
                    <a:lnTo>
                      <a:pt x="132" y="49"/>
                    </a:lnTo>
                    <a:cubicBezTo>
                      <a:pt x="107" y="86"/>
                      <a:pt x="87" y="123"/>
                      <a:pt x="70" y="162"/>
                    </a:cubicBezTo>
                    <a:cubicBezTo>
                      <a:pt x="13" y="285"/>
                      <a:pt x="1" y="410"/>
                      <a:pt x="36" y="497"/>
                    </a:cubicBezTo>
                    <a:lnTo>
                      <a:pt x="111" y="671"/>
                    </a:lnTo>
                    <a:cubicBezTo>
                      <a:pt x="126" y="706"/>
                      <a:pt x="146" y="737"/>
                      <a:pt x="175" y="761"/>
                    </a:cubicBezTo>
                    <a:lnTo>
                      <a:pt x="224" y="788"/>
                    </a:lnTo>
                    <a:lnTo>
                      <a:pt x="166" y="0"/>
                    </a:lnTo>
                    <a:close/>
                  </a:path>
                </a:pathLst>
              </a:custGeom>
              <a:solidFill>
                <a:srgbClr val="E2A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37"/>
              <p:cNvSpPr/>
              <p:nvPr/>
            </p:nvSpPr>
            <p:spPr>
              <a:xfrm rot="39010">
                <a:off x="5088925" y="4040066"/>
                <a:ext cx="346654" cy="466902"/>
              </a:xfrm>
              <a:custGeom>
                <a:rect b="b" l="l" r="r" t="t"/>
                <a:pathLst>
                  <a:path extrusionOk="0" h="1988" w="1476">
                    <a:moveTo>
                      <a:pt x="1476" y="1"/>
                    </a:moveTo>
                    <a:lnTo>
                      <a:pt x="1435" y="29"/>
                    </a:lnTo>
                    <a:lnTo>
                      <a:pt x="1287" y="113"/>
                    </a:lnTo>
                    <a:lnTo>
                      <a:pt x="1073" y="443"/>
                    </a:lnTo>
                    <a:cubicBezTo>
                      <a:pt x="1015" y="529"/>
                      <a:pt x="946" y="602"/>
                      <a:pt x="872" y="647"/>
                    </a:cubicBezTo>
                    <a:lnTo>
                      <a:pt x="326" y="1046"/>
                    </a:lnTo>
                    <a:cubicBezTo>
                      <a:pt x="258" y="1087"/>
                      <a:pt x="195" y="1151"/>
                      <a:pt x="144" y="1228"/>
                    </a:cubicBezTo>
                    <a:lnTo>
                      <a:pt x="142" y="1232"/>
                    </a:lnTo>
                    <a:cubicBezTo>
                      <a:pt x="37" y="1386"/>
                      <a:pt x="1" y="1568"/>
                      <a:pt x="46" y="1681"/>
                    </a:cubicBezTo>
                    <a:lnTo>
                      <a:pt x="117" y="1854"/>
                    </a:lnTo>
                    <a:cubicBezTo>
                      <a:pt x="140" y="1904"/>
                      <a:pt x="168" y="1938"/>
                      <a:pt x="211" y="1963"/>
                    </a:cubicBezTo>
                    <a:cubicBezTo>
                      <a:pt x="242" y="1979"/>
                      <a:pt x="276" y="1987"/>
                      <a:pt x="313" y="1987"/>
                    </a:cubicBezTo>
                    <a:cubicBezTo>
                      <a:pt x="368" y="1987"/>
                      <a:pt x="430" y="1969"/>
                      <a:pt x="494" y="1932"/>
                    </a:cubicBezTo>
                    <a:lnTo>
                      <a:pt x="837" y="1734"/>
                    </a:lnTo>
                    <a:cubicBezTo>
                      <a:pt x="1144" y="1558"/>
                      <a:pt x="1175" y="1273"/>
                      <a:pt x="1267" y="885"/>
                    </a:cubicBezTo>
                    <a:lnTo>
                      <a:pt x="14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37"/>
              <p:cNvSpPr/>
              <p:nvPr/>
            </p:nvSpPr>
            <p:spPr>
              <a:xfrm rot="39010">
                <a:off x="5081809" y="4311677"/>
                <a:ext cx="48616" cy="182956"/>
              </a:xfrm>
              <a:custGeom>
                <a:rect b="b" l="l" r="r" t="t"/>
                <a:pathLst>
                  <a:path extrusionOk="0" h="779" w="207">
                    <a:moveTo>
                      <a:pt x="170" y="1"/>
                    </a:moveTo>
                    <a:cubicBezTo>
                      <a:pt x="158" y="15"/>
                      <a:pt x="145" y="34"/>
                      <a:pt x="133" y="52"/>
                    </a:cubicBezTo>
                    <a:lnTo>
                      <a:pt x="129" y="56"/>
                    </a:lnTo>
                    <a:cubicBezTo>
                      <a:pt x="102" y="93"/>
                      <a:pt x="82" y="132"/>
                      <a:pt x="63" y="175"/>
                    </a:cubicBezTo>
                    <a:cubicBezTo>
                      <a:pt x="12" y="294"/>
                      <a:pt x="0" y="416"/>
                      <a:pt x="35" y="502"/>
                    </a:cubicBezTo>
                    <a:lnTo>
                      <a:pt x="108" y="676"/>
                    </a:lnTo>
                    <a:cubicBezTo>
                      <a:pt x="123" y="703"/>
                      <a:pt x="137" y="729"/>
                      <a:pt x="158" y="750"/>
                    </a:cubicBezTo>
                    <a:lnTo>
                      <a:pt x="207" y="778"/>
                    </a:lnTo>
                    <a:cubicBezTo>
                      <a:pt x="178" y="754"/>
                      <a:pt x="158" y="727"/>
                      <a:pt x="143" y="692"/>
                    </a:cubicBezTo>
                    <a:lnTo>
                      <a:pt x="68" y="519"/>
                    </a:lnTo>
                    <a:cubicBezTo>
                      <a:pt x="33" y="433"/>
                      <a:pt x="47" y="308"/>
                      <a:pt x="102" y="183"/>
                    </a:cubicBezTo>
                    <a:cubicBezTo>
                      <a:pt x="117" y="146"/>
                      <a:pt x="137" y="107"/>
                      <a:pt x="164" y="73"/>
                    </a:cubicBezTo>
                    <a:lnTo>
                      <a:pt x="166" y="66"/>
                    </a:lnTo>
                    <a:cubicBezTo>
                      <a:pt x="176" y="52"/>
                      <a:pt x="188" y="38"/>
                      <a:pt x="198" y="23"/>
                    </a:cubicBezTo>
                    <a:lnTo>
                      <a:pt x="198" y="15"/>
                    </a:lnTo>
                    <a:lnTo>
                      <a:pt x="17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37"/>
              <p:cNvSpPr/>
              <p:nvPr/>
            </p:nvSpPr>
            <p:spPr>
              <a:xfrm rot="39010">
                <a:off x="5117187" y="4487824"/>
                <a:ext cx="19024" cy="11743"/>
              </a:xfrm>
              <a:custGeom>
                <a:rect b="b" l="l" r="r" t="t"/>
                <a:pathLst>
                  <a:path extrusionOk="0" h="50" w="81">
                    <a:moveTo>
                      <a:pt x="1" y="1"/>
                    </a:moveTo>
                    <a:cubicBezTo>
                      <a:pt x="23" y="23"/>
                      <a:pt x="50" y="40"/>
                      <a:pt x="80" y="50"/>
                    </a:cubicBezTo>
                    <a:cubicBezTo>
                      <a:pt x="70" y="42"/>
                      <a:pt x="62" y="36"/>
                      <a:pt x="52" y="29"/>
                    </a:cubicBezTo>
                    <a:lnTo>
                      <a:pt x="1" y="1"/>
                    </a:lnTo>
                    <a:close/>
                  </a:path>
                </a:pathLst>
              </a:custGeom>
              <a:solidFill>
                <a:srgbClr val="EDD7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37"/>
              <p:cNvSpPr/>
              <p:nvPr/>
            </p:nvSpPr>
            <p:spPr>
              <a:xfrm rot="39010">
                <a:off x="5124076" y="4036038"/>
                <a:ext cx="312599" cy="281832"/>
              </a:xfrm>
              <a:custGeom>
                <a:rect b="b" l="l" r="r" t="t"/>
                <a:pathLst>
                  <a:path extrusionOk="0" h="1200" w="1331">
                    <a:moveTo>
                      <a:pt x="1302" y="0"/>
                    </a:moveTo>
                    <a:lnTo>
                      <a:pt x="1106" y="113"/>
                    </a:lnTo>
                    <a:lnTo>
                      <a:pt x="891" y="442"/>
                    </a:lnTo>
                    <a:cubicBezTo>
                      <a:pt x="836" y="530"/>
                      <a:pt x="766" y="602"/>
                      <a:pt x="692" y="647"/>
                    </a:cubicBezTo>
                    <a:lnTo>
                      <a:pt x="144" y="1046"/>
                    </a:lnTo>
                    <a:cubicBezTo>
                      <a:pt x="93" y="1077"/>
                      <a:pt x="46" y="1124"/>
                      <a:pt x="1" y="1177"/>
                    </a:cubicBezTo>
                    <a:lnTo>
                      <a:pt x="29" y="1193"/>
                    </a:lnTo>
                    <a:lnTo>
                      <a:pt x="29" y="1199"/>
                    </a:lnTo>
                    <a:cubicBezTo>
                      <a:pt x="72" y="1144"/>
                      <a:pt x="124" y="1095"/>
                      <a:pt x="179" y="1062"/>
                    </a:cubicBezTo>
                    <a:lnTo>
                      <a:pt x="725" y="663"/>
                    </a:lnTo>
                    <a:cubicBezTo>
                      <a:pt x="797" y="616"/>
                      <a:pt x="868" y="545"/>
                      <a:pt x="926" y="459"/>
                    </a:cubicBezTo>
                    <a:lnTo>
                      <a:pt x="1140" y="129"/>
                    </a:lnTo>
                    <a:lnTo>
                      <a:pt x="1331" y="19"/>
                    </a:lnTo>
                    <a:lnTo>
                      <a:pt x="130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37"/>
              <p:cNvSpPr/>
              <p:nvPr/>
            </p:nvSpPr>
            <p:spPr>
              <a:xfrm rot="39010">
                <a:off x="6143107" y="3062056"/>
                <a:ext cx="556149" cy="754606"/>
              </a:xfrm>
              <a:custGeom>
                <a:rect b="b" l="l" r="r" t="t"/>
                <a:pathLst>
                  <a:path extrusionOk="0" h="3213" w="2368">
                    <a:moveTo>
                      <a:pt x="0" y="0"/>
                    </a:moveTo>
                    <a:lnTo>
                      <a:pt x="10" y="6"/>
                    </a:lnTo>
                    <a:lnTo>
                      <a:pt x="10" y="6"/>
                    </a:lnTo>
                    <a:cubicBezTo>
                      <a:pt x="7" y="4"/>
                      <a:pt x="4" y="2"/>
                      <a:pt x="0" y="0"/>
                    </a:cubicBezTo>
                    <a:close/>
                    <a:moveTo>
                      <a:pt x="10" y="6"/>
                    </a:moveTo>
                    <a:cubicBezTo>
                      <a:pt x="47" y="29"/>
                      <a:pt x="79" y="54"/>
                      <a:pt x="113" y="88"/>
                    </a:cubicBezTo>
                    <a:cubicBezTo>
                      <a:pt x="733" y="706"/>
                      <a:pt x="2132" y="2993"/>
                      <a:pt x="2212" y="3116"/>
                    </a:cubicBezTo>
                    <a:lnTo>
                      <a:pt x="2368" y="3212"/>
                    </a:lnTo>
                    <a:cubicBezTo>
                      <a:pt x="2290" y="3089"/>
                      <a:pt x="809" y="751"/>
                      <a:pt x="187" y="131"/>
                    </a:cubicBezTo>
                    <a:cubicBezTo>
                      <a:pt x="150" y="96"/>
                      <a:pt x="115" y="68"/>
                      <a:pt x="74" y="45"/>
                    </a:cubicBezTo>
                    <a:lnTo>
                      <a:pt x="10" y="6"/>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37"/>
              <p:cNvSpPr/>
              <p:nvPr/>
            </p:nvSpPr>
            <p:spPr>
              <a:xfrm rot="39010">
                <a:off x="5039165" y="2727261"/>
                <a:ext cx="1213992" cy="606174"/>
              </a:xfrm>
              <a:custGeom>
                <a:rect b="b" l="l" r="r" t="t"/>
                <a:pathLst>
                  <a:path extrusionOk="0" h="2581" w="5169">
                    <a:moveTo>
                      <a:pt x="4391" y="1"/>
                    </a:moveTo>
                    <a:cubicBezTo>
                      <a:pt x="4383" y="1"/>
                      <a:pt x="4375" y="3"/>
                      <a:pt x="4366" y="3"/>
                    </a:cubicBezTo>
                    <a:cubicBezTo>
                      <a:pt x="4352" y="3"/>
                      <a:pt x="4340" y="5"/>
                      <a:pt x="4324" y="5"/>
                    </a:cubicBezTo>
                    <a:cubicBezTo>
                      <a:pt x="4319" y="5"/>
                      <a:pt x="4311" y="5"/>
                      <a:pt x="4305" y="7"/>
                    </a:cubicBezTo>
                    <a:cubicBezTo>
                      <a:pt x="4299" y="11"/>
                      <a:pt x="4289" y="11"/>
                      <a:pt x="4281" y="11"/>
                    </a:cubicBezTo>
                    <a:cubicBezTo>
                      <a:pt x="4268" y="13"/>
                      <a:pt x="4258" y="13"/>
                      <a:pt x="4248" y="15"/>
                    </a:cubicBezTo>
                    <a:cubicBezTo>
                      <a:pt x="4242" y="15"/>
                      <a:pt x="4238" y="17"/>
                      <a:pt x="4231" y="17"/>
                    </a:cubicBezTo>
                    <a:cubicBezTo>
                      <a:pt x="4219" y="21"/>
                      <a:pt x="4209" y="23"/>
                      <a:pt x="4197" y="25"/>
                    </a:cubicBezTo>
                    <a:cubicBezTo>
                      <a:pt x="4188" y="28"/>
                      <a:pt x="4180" y="28"/>
                      <a:pt x="4172" y="32"/>
                    </a:cubicBezTo>
                    <a:cubicBezTo>
                      <a:pt x="4170" y="32"/>
                      <a:pt x="4168" y="34"/>
                      <a:pt x="4166" y="34"/>
                    </a:cubicBezTo>
                    <a:cubicBezTo>
                      <a:pt x="4146" y="38"/>
                      <a:pt x="4127" y="42"/>
                      <a:pt x="4107" y="46"/>
                    </a:cubicBezTo>
                    <a:cubicBezTo>
                      <a:pt x="4105" y="46"/>
                      <a:pt x="4101" y="48"/>
                      <a:pt x="4101" y="48"/>
                    </a:cubicBezTo>
                    <a:cubicBezTo>
                      <a:pt x="4096" y="52"/>
                      <a:pt x="4090" y="52"/>
                      <a:pt x="4088" y="54"/>
                    </a:cubicBezTo>
                    <a:cubicBezTo>
                      <a:pt x="4076" y="58"/>
                      <a:pt x="4064" y="62"/>
                      <a:pt x="4049" y="64"/>
                    </a:cubicBezTo>
                    <a:lnTo>
                      <a:pt x="4027" y="73"/>
                    </a:lnTo>
                    <a:cubicBezTo>
                      <a:pt x="4023" y="75"/>
                      <a:pt x="4017" y="75"/>
                      <a:pt x="4013" y="77"/>
                    </a:cubicBezTo>
                    <a:cubicBezTo>
                      <a:pt x="4006" y="79"/>
                      <a:pt x="4004" y="79"/>
                      <a:pt x="4002" y="83"/>
                    </a:cubicBezTo>
                    <a:cubicBezTo>
                      <a:pt x="3986" y="89"/>
                      <a:pt x="3968" y="95"/>
                      <a:pt x="3953" y="99"/>
                    </a:cubicBezTo>
                    <a:cubicBezTo>
                      <a:pt x="3951" y="103"/>
                      <a:pt x="3945" y="103"/>
                      <a:pt x="3943" y="105"/>
                    </a:cubicBezTo>
                    <a:cubicBezTo>
                      <a:pt x="3937" y="107"/>
                      <a:pt x="3935" y="109"/>
                      <a:pt x="3933" y="109"/>
                    </a:cubicBezTo>
                    <a:cubicBezTo>
                      <a:pt x="3925" y="113"/>
                      <a:pt x="3916" y="118"/>
                      <a:pt x="3910" y="120"/>
                    </a:cubicBezTo>
                    <a:cubicBezTo>
                      <a:pt x="3894" y="128"/>
                      <a:pt x="3882" y="134"/>
                      <a:pt x="3865" y="140"/>
                    </a:cubicBezTo>
                    <a:cubicBezTo>
                      <a:pt x="3863" y="144"/>
                      <a:pt x="3861" y="144"/>
                      <a:pt x="3859" y="146"/>
                    </a:cubicBezTo>
                    <a:lnTo>
                      <a:pt x="232" y="2000"/>
                    </a:lnTo>
                    <a:cubicBezTo>
                      <a:pt x="230" y="2002"/>
                      <a:pt x="230" y="2002"/>
                      <a:pt x="228" y="2002"/>
                    </a:cubicBezTo>
                    <a:cubicBezTo>
                      <a:pt x="223" y="2006"/>
                      <a:pt x="219" y="2008"/>
                      <a:pt x="217" y="2008"/>
                    </a:cubicBezTo>
                    <a:cubicBezTo>
                      <a:pt x="213" y="2010"/>
                      <a:pt x="209" y="2012"/>
                      <a:pt x="207" y="2016"/>
                    </a:cubicBezTo>
                    <a:cubicBezTo>
                      <a:pt x="203" y="2018"/>
                      <a:pt x="199" y="2020"/>
                      <a:pt x="197" y="2022"/>
                    </a:cubicBezTo>
                    <a:cubicBezTo>
                      <a:pt x="193" y="2026"/>
                      <a:pt x="191" y="2028"/>
                      <a:pt x="187" y="2030"/>
                    </a:cubicBezTo>
                    <a:cubicBezTo>
                      <a:pt x="183" y="2033"/>
                      <a:pt x="181" y="2033"/>
                      <a:pt x="181" y="2037"/>
                    </a:cubicBezTo>
                    <a:cubicBezTo>
                      <a:pt x="178" y="2039"/>
                      <a:pt x="178" y="2039"/>
                      <a:pt x="176" y="2039"/>
                    </a:cubicBezTo>
                    <a:lnTo>
                      <a:pt x="168" y="2047"/>
                    </a:lnTo>
                    <a:lnTo>
                      <a:pt x="160" y="2053"/>
                    </a:lnTo>
                    <a:lnTo>
                      <a:pt x="152" y="2061"/>
                    </a:lnTo>
                    <a:lnTo>
                      <a:pt x="146" y="2069"/>
                    </a:lnTo>
                    <a:cubicBezTo>
                      <a:pt x="142" y="2071"/>
                      <a:pt x="140" y="2073"/>
                      <a:pt x="140" y="2078"/>
                    </a:cubicBezTo>
                    <a:lnTo>
                      <a:pt x="135" y="2082"/>
                    </a:lnTo>
                    <a:lnTo>
                      <a:pt x="127" y="2090"/>
                    </a:lnTo>
                    <a:cubicBezTo>
                      <a:pt x="125" y="2092"/>
                      <a:pt x="125" y="2094"/>
                      <a:pt x="121" y="2094"/>
                    </a:cubicBezTo>
                    <a:cubicBezTo>
                      <a:pt x="119" y="2098"/>
                      <a:pt x="119" y="2100"/>
                      <a:pt x="117" y="2102"/>
                    </a:cubicBezTo>
                    <a:cubicBezTo>
                      <a:pt x="115" y="2104"/>
                      <a:pt x="111" y="2108"/>
                      <a:pt x="111" y="2110"/>
                    </a:cubicBezTo>
                    <a:cubicBezTo>
                      <a:pt x="109" y="2112"/>
                      <a:pt x="107" y="2114"/>
                      <a:pt x="107" y="2118"/>
                    </a:cubicBezTo>
                    <a:cubicBezTo>
                      <a:pt x="105" y="2121"/>
                      <a:pt x="101" y="2123"/>
                      <a:pt x="101" y="2125"/>
                    </a:cubicBezTo>
                    <a:cubicBezTo>
                      <a:pt x="99" y="2129"/>
                      <a:pt x="99" y="2131"/>
                      <a:pt x="97" y="2133"/>
                    </a:cubicBezTo>
                    <a:cubicBezTo>
                      <a:pt x="95" y="2139"/>
                      <a:pt x="90" y="2139"/>
                      <a:pt x="90" y="2141"/>
                    </a:cubicBezTo>
                    <a:lnTo>
                      <a:pt x="76" y="2163"/>
                    </a:lnTo>
                    <a:cubicBezTo>
                      <a:pt x="74" y="2170"/>
                      <a:pt x="70" y="2172"/>
                      <a:pt x="68" y="2174"/>
                    </a:cubicBezTo>
                    <a:cubicBezTo>
                      <a:pt x="66" y="2180"/>
                      <a:pt x="64" y="2182"/>
                      <a:pt x="64" y="2184"/>
                    </a:cubicBezTo>
                    <a:cubicBezTo>
                      <a:pt x="60" y="2190"/>
                      <a:pt x="60" y="2190"/>
                      <a:pt x="58" y="2192"/>
                    </a:cubicBezTo>
                    <a:cubicBezTo>
                      <a:pt x="56" y="2194"/>
                      <a:pt x="56" y="2196"/>
                      <a:pt x="54" y="2200"/>
                    </a:cubicBezTo>
                    <a:cubicBezTo>
                      <a:pt x="50" y="2202"/>
                      <a:pt x="50" y="2204"/>
                      <a:pt x="50" y="2206"/>
                    </a:cubicBezTo>
                    <a:cubicBezTo>
                      <a:pt x="48" y="2211"/>
                      <a:pt x="48" y="2213"/>
                      <a:pt x="48" y="2215"/>
                    </a:cubicBezTo>
                    <a:cubicBezTo>
                      <a:pt x="45" y="2217"/>
                      <a:pt x="45" y="2221"/>
                      <a:pt x="45" y="2223"/>
                    </a:cubicBezTo>
                    <a:cubicBezTo>
                      <a:pt x="43" y="2225"/>
                      <a:pt x="43" y="2227"/>
                      <a:pt x="43" y="2231"/>
                    </a:cubicBezTo>
                    <a:cubicBezTo>
                      <a:pt x="39" y="2233"/>
                      <a:pt x="39" y="2235"/>
                      <a:pt x="39" y="2237"/>
                    </a:cubicBezTo>
                    <a:cubicBezTo>
                      <a:pt x="37" y="2241"/>
                      <a:pt x="37" y="2243"/>
                      <a:pt x="37" y="2245"/>
                    </a:cubicBezTo>
                    <a:cubicBezTo>
                      <a:pt x="35" y="2251"/>
                      <a:pt x="35" y="2251"/>
                      <a:pt x="35" y="2253"/>
                    </a:cubicBezTo>
                    <a:cubicBezTo>
                      <a:pt x="33" y="2256"/>
                      <a:pt x="33" y="2258"/>
                      <a:pt x="33" y="2262"/>
                    </a:cubicBezTo>
                    <a:cubicBezTo>
                      <a:pt x="29" y="2264"/>
                      <a:pt x="29" y="2266"/>
                      <a:pt x="29" y="2272"/>
                    </a:cubicBezTo>
                    <a:cubicBezTo>
                      <a:pt x="27" y="2274"/>
                      <a:pt x="27" y="2276"/>
                      <a:pt x="27" y="2282"/>
                    </a:cubicBezTo>
                    <a:cubicBezTo>
                      <a:pt x="25" y="2284"/>
                      <a:pt x="25" y="2288"/>
                      <a:pt x="25" y="2292"/>
                    </a:cubicBezTo>
                    <a:cubicBezTo>
                      <a:pt x="23" y="2296"/>
                      <a:pt x="23" y="2299"/>
                      <a:pt x="23" y="2303"/>
                    </a:cubicBezTo>
                    <a:cubicBezTo>
                      <a:pt x="19" y="2305"/>
                      <a:pt x="19" y="2307"/>
                      <a:pt x="19" y="2309"/>
                    </a:cubicBezTo>
                    <a:cubicBezTo>
                      <a:pt x="17" y="2317"/>
                      <a:pt x="17" y="2319"/>
                      <a:pt x="15" y="2323"/>
                    </a:cubicBezTo>
                    <a:cubicBezTo>
                      <a:pt x="15" y="2327"/>
                      <a:pt x="13" y="2329"/>
                      <a:pt x="13" y="2333"/>
                    </a:cubicBezTo>
                    <a:cubicBezTo>
                      <a:pt x="9" y="2337"/>
                      <a:pt x="9" y="2339"/>
                      <a:pt x="9" y="2346"/>
                    </a:cubicBezTo>
                    <a:cubicBezTo>
                      <a:pt x="9" y="2350"/>
                      <a:pt x="7" y="2354"/>
                      <a:pt x="7" y="2356"/>
                    </a:cubicBezTo>
                    <a:cubicBezTo>
                      <a:pt x="7" y="2358"/>
                      <a:pt x="5" y="2364"/>
                      <a:pt x="5" y="2366"/>
                    </a:cubicBezTo>
                    <a:cubicBezTo>
                      <a:pt x="5" y="2368"/>
                      <a:pt x="5" y="2374"/>
                      <a:pt x="0" y="2378"/>
                    </a:cubicBezTo>
                    <a:lnTo>
                      <a:pt x="0" y="2389"/>
                    </a:lnTo>
                    <a:lnTo>
                      <a:pt x="0" y="2399"/>
                    </a:lnTo>
                    <a:lnTo>
                      <a:pt x="0" y="2411"/>
                    </a:lnTo>
                    <a:cubicBezTo>
                      <a:pt x="0" y="2417"/>
                      <a:pt x="0" y="2419"/>
                      <a:pt x="5" y="2421"/>
                    </a:cubicBezTo>
                    <a:cubicBezTo>
                      <a:pt x="5" y="2427"/>
                      <a:pt x="7" y="2429"/>
                      <a:pt x="7" y="2436"/>
                    </a:cubicBezTo>
                    <a:cubicBezTo>
                      <a:pt x="7" y="2440"/>
                      <a:pt x="9" y="2442"/>
                      <a:pt x="9" y="2446"/>
                    </a:cubicBezTo>
                    <a:cubicBezTo>
                      <a:pt x="13" y="2450"/>
                      <a:pt x="13" y="2452"/>
                      <a:pt x="13" y="2456"/>
                    </a:cubicBezTo>
                    <a:cubicBezTo>
                      <a:pt x="13" y="2458"/>
                      <a:pt x="15" y="2458"/>
                      <a:pt x="15" y="2460"/>
                    </a:cubicBezTo>
                    <a:cubicBezTo>
                      <a:pt x="17" y="2466"/>
                      <a:pt x="17" y="2468"/>
                      <a:pt x="17" y="2468"/>
                    </a:cubicBezTo>
                    <a:cubicBezTo>
                      <a:pt x="19" y="2472"/>
                      <a:pt x="19" y="2479"/>
                      <a:pt x="23" y="2481"/>
                    </a:cubicBezTo>
                    <a:cubicBezTo>
                      <a:pt x="25" y="2487"/>
                      <a:pt x="27" y="2489"/>
                      <a:pt x="27" y="2491"/>
                    </a:cubicBezTo>
                    <a:cubicBezTo>
                      <a:pt x="33" y="2501"/>
                      <a:pt x="37" y="2507"/>
                      <a:pt x="39" y="2511"/>
                    </a:cubicBezTo>
                    <a:cubicBezTo>
                      <a:pt x="43" y="2513"/>
                      <a:pt x="45" y="2519"/>
                      <a:pt x="48" y="2519"/>
                    </a:cubicBezTo>
                    <a:cubicBezTo>
                      <a:pt x="56" y="2528"/>
                      <a:pt x="64" y="2532"/>
                      <a:pt x="70" y="2538"/>
                    </a:cubicBezTo>
                    <a:lnTo>
                      <a:pt x="146" y="2581"/>
                    </a:lnTo>
                    <a:cubicBezTo>
                      <a:pt x="138" y="2575"/>
                      <a:pt x="129" y="2571"/>
                      <a:pt x="121" y="2562"/>
                    </a:cubicBezTo>
                    <a:lnTo>
                      <a:pt x="115" y="2554"/>
                    </a:lnTo>
                    <a:cubicBezTo>
                      <a:pt x="109" y="2550"/>
                      <a:pt x="105" y="2544"/>
                      <a:pt x="101" y="2538"/>
                    </a:cubicBezTo>
                    <a:cubicBezTo>
                      <a:pt x="97" y="2524"/>
                      <a:pt x="90" y="2517"/>
                      <a:pt x="88" y="2507"/>
                    </a:cubicBezTo>
                    <a:cubicBezTo>
                      <a:pt x="84" y="2493"/>
                      <a:pt x="80" y="2481"/>
                      <a:pt x="80" y="2468"/>
                    </a:cubicBezTo>
                    <a:cubicBezTo>
                      <a:pt x="78" y="2450"/>
                      <a:pt x="78" y="2431"/>
                      <a:pt x="80" y="2415"/>
                    </a:cubicBezTo>
                    <a:cubicBezTo>
                      <a:pt x="84" y="2397"/>
                      <a:pt x="86" y="2376"/>
                      <a:pt x="90" y="2358"/>
                    </a:cubicBezTo>
                    <a:cubicBezTo>
                      <a:pt x="97" y="2337"/>
                      <a:pt x="101" y="2319"/>
                      <a:pt x="109" y="2303"/>
                    </a:cubicBezTo>
                    <a:cubicBezTo>
                      <a:pt x="117" y="2282"/>
                      <a:pt x="125" y="2264"/>
                      <a:pt x="133" y="2247"/>
                    </a:cubicBezTo>
                    <a:cubicBezTo>
                      <a:pt x="144" y="2231"/>
                      <a:pt x="156" y="2213"/>
                      <a:pt x="164" y="2196"/>
                    </a:cubicBezTo>
                    <a:cubicBezTo>
                      <a:pt x="178" y="2180"/>
                      <a:pt x="191" y="2163"/>
                      <a:pt x="203" y="2151"/>
                    </a:cubicBezTo>
                    <a:cubicBezTo>
                      <a:pt x="215" y="2139"/>
                      <a:pt x="232" y="2123"/>
                      <a:pt x="244" y="2112"/>
                    </a:cubicBezTo>
                    <a:cubicBezTo>
                      <a:pt x="260" y="2100"/>
                      <a:pt x="275" y="2090"/>
                      <a:pt x="291" y="2082"/>
                    </a:cubicBezTo>
                    <a:lnTo>
                      <a:pt x="3916" y="228"/>
                    </a:lnTo>
                    <a:cubicBezTo>
                      <a:pt x="3941" y="216"/>
                      <a:pt x="3965" y="206"/>
                      <a:pt x="3988" y="195"/>
                    </a:cubicBezTo>
                    <a:cubicBezTo>
                      <a:pt x="3994" y="191"/>
                      <a:pt x="3996" y="191"/>
                      <a:pt x="3998" y="189"/>
                    </a:cubicBezTo>
                    <a:cubicBezTo>
                      <a:pt x="4047" y="134"/>
                      <a:pt x="4074" y="126"/>
                      <a:pt x="4096" y="118"/>
                    </a:cubicBezTo>
                    <a:cubicBezTo>
                      <a:pt x="4101" y="116"/>
                      <a:pt x="4107" y="113"/>
                      <a:pt x="4111" y="113"/>
                    </a:cubicBezTo>
                    <a:cubicBezTo>
                      <a:pt x="4131" y="105"/>
                      <a:pt x="4152" y="99"/>
                      <a:pt x="4172" y="95"/>
                    </a:cubicBezTo>
                    <a:cubicBezTo>
                      <a:pt x="4178" y="93"/>
                      <a:pt x="4182" y="93"/>
                      <a:pt x="4186" y="89"/>
                    </a:cubicBezTo>
                    <a:cubicBezTo>
                      <a:pt x="4209" y="83"/>
                      <a:pt x="4231" y="77"/>
                      <a:pt x="4258" y="73"/>
                    </a:cubicBezTo>
                    <a:cubicBezTo>
                      <a:pt x="4264" y="68"/>
                      <a:pt x="4272" y="68"/>
                      <a:pt x="4281" y="66"/>
                    </a:cubicBezTo>
                    <a:cubicBezTo>
                      <a:pt x="4299" y="64"/>
                      <a:pt x="4313" y="58"/>
                      <a:pt x="4332" y="58"/>
                    </a:cubicBezTo>
                    <a:cubicBezTo>
                      <a:pt x="4344" y="56"/>
                      <a:pt x="4354" y="56"/>
                      <a:pt x="4364" y="54"/>
                    </a:cubicBezTo>
                    <a:cubicBezTo>
                      <a:pt x="4381" y="52"/>
                      <a:pt x="4393" y="52"/>
                      <a:pt x="4405" y="48"/>
                    </a:cubicBezTo>
                    <a:cubicBezTo>
                      <a:pt x="4422" y="46"/>
                      <a:pt x="4434" y="46"/>
                      <a:pt x="4448" y="46"/>
                    </a:cubicBezTo>
                    <a:cubicBezTo>
                      <a:pt x="4463" y="46"/>
                      <a:pt x="4475" y="44"/>
                      <a:pt x="4485" y="44"/>
                    </a:cubicBezTo>
                    <a:cubicBezTo>
                      <a:pt x="4506" y="44"/>
                      <a:pt x="4526" y="44"/>
                      <a:pt x="4547" y="46"/>
                    </a:cubicBezTo>
                    <a:cubicBezTo>
                      <a:pt x="4557" y="46"/>
                      <a:pt x="4563" y="46"/>
                      <a:pt x="4571" y="48"/>
                    </a:cubicBezTo>
                    <a:cubicBezTo>
                      <a:pt x="4606" y="52"/>
                      <a:pt x="4639" y="54"/>
                      <a:pt x="4671" y="58"/>
                    </a:cubicBezTo>
                    <a:cubicBezTo>
                      <a:pt x="4686" y="62"/>
                      <a:pt x="4700" y="64"/>
                      <a:pt x="4712" y="66"/>
                    </a:cubicBezTo>
                    <a:cubicBezTo>
                      <a:pt x="4722" y="68"/>
                      <a:pt x="4733" y="68"/>
                      <a:pt x="4743" y="73"/>
                    </a:cubicBezTo>
                    <a:cubicBezTo>
                      <a:pt x="4759" y="75"/>
                      <a:pt x="4776" y="79"/>
                      <a:pt x="4792" y="83"/>
                    </a:cubicBezTo>
                    <a:cubicBezTo>
                      <a:pt x="4802" y="85"/>
                      <a:pt x="4808" y="87"/>
                      <a:pt x="4817" y="87"/>
                    </a:cubicBezTo>
                    <a:cubicBezTo>
                      <a:pt x="4825" y="89"/>
                      <a:pt x="4829" y="93"/>
                      <a:pt x="4835" y="93"/>
                    </a:cubicBezTo>
                    <a:cubicBezTo>
                      <a:pt x="4857" y="99"/>
                      <a:pt x="4880" y="105"/>
                      <a:pt x="4905" y="113"/>
                    </a:cubicBezTo>
                    <a:cubicBezTo>
                      <a:pt x="4915" y="116"/>
                      <a:pt x="4921" y="120"/>
                      <a:pt x="4931" y="124"/>
                    </a:cubicBezTo>
                    <a:cubicBezTo>
                      <a:pt x="4952" y="130"/>
                      <a:pt x="4970" y="138"/>
                      <a:pt x="4990" y="146"/>
                    </a:cubicBezTo>
                    <a:cubicBezTo>
                      <a:pt x="5001" y="150"/>
                      <a:pt x="5009" y="152"/>
                      <a:pt x="5019" y="158"/>
                    </a:cubicBezTo>
                    <a:cubicBezTo>
                      <a:pt x="5038" y="167"/>
                      <a:pt x="5054" y="175"/>
                      <a:pt x="5070" y="181"/>
                    </a:cubicBezTo>
                    <a:cubicBezTo>
                      <a:pt x="5078" y="187"/>
                      <a:pt x="5089" y="189"/>
                      <a:pt x="5095" y="193"/>
                    </a:cubicBezTo>
                    <a:cubicBezTo>
                      <a:pt x="5121" y="208"/>
                      <a:pt x="5144" y="220"/>
                      <a:pt x="5168" y="232"/>
                    </a:cubicBezTo>
                    <a:lnTo>
                      <a:pt x="5093" y="189"/>
                    </a:lnTo>
                    <a:cubicBezTo>
                      <a:pt x="5070" y="173"/>
                      <a:pt x="5046" y="161"/>
                      <a:pt x="5019" y="150"/>
                    </a:cubicBezTo>
                    <a:cubicBezTo>
                      <a:pt x="5011" y="146"/>
                      <a:pt x="5005" y="142"/>
                      <a:pt x="4995" y="138"/>
                    </a:cubicBezTo>
                    <a:cubicBezTo>
                      <a:pt x="4976" y="130"/>
                      <a:pt x="4958" y="120"/>
                      <a:pt x="4939" y="116"/>
                    </a:cubicBezTo>
                    <a:cubicBezTo>
                      <a:pt x="4935" y="111"/>
                      <a:pt x="4933" y="109"/>
                      <a:pt x="4929" y="109"/>
                    </a:cubicBezTo>
                    <a:cubicBezTo>
                      <a:pt x="4925" y="107"/>
                      <a:pt x="4917" y="105"/>
                      <a:pt x="4913" y="101"/>
                    </a:cubicBezTo>
                    <a:cubicBezTo>
                      <a:pt x="4892" y="95"/>
                      <a:pt x="4874" y="87"/>
                      <a:pt x="4853" y="79"/>
                    </a:cubicBezTo>
                    <a:cubicBezTo>
                      <a:pt x="4843" y="77"/>
                      <a:pt x="4835" y="73"/>
                      <a:pt x="4825" y="68"/>
                    </a:cubicBezTo>
                    <a:cubicBezTo>
                      <a:pt x="4802" y="62"/>
                      <a:pt x="4780" y="54"/>
                      <a:pt x="4755" y="48"/>
                    </a:cubicBezTo>
                    <a:cubicBezTo>
                      <a:pt x="4751" y="46"/>
                      <a:pt x="4745" y="46"/>
                      <a:pt x="4741" y="44"/>
                    </a:cubicBezTo>
                    <a:cubicBezTo>
                      <a:pt x="4729" y="42"/>
                      <a:pt x="4720" y="38"/>
                      <a:pt x="4712" y="36"/>
                    </a:cubicBezTo>
                    <a:cubicBezTo>
                      <a:pt x="4696" y="32"/>
                      <a:pt x="4680" y="28"/>
                      <a:pt x="4663" y="25"/>
                    </a:cubicBezTo>
                    <a:cubicBezTo>
                      <a:pt x="4653" y="23"/>
                      <a:pt x="4643" y="21"/>
                      <a:pt x="4632" y="21"/>
                    </a:cubicBezTo>
                    <a:cubicBezTo>
                      <a:pt x="4620" y="17"/>
                      <a:pt x="4610" y="15"/>
                      <a:pt x="4600" y="15"/>
                    </a:cubicBezTo>
                    <a:cubicBezTo>
                      <a:pt x="4598" y="15"/>
                      <a:pt x="4596" y="15"/>
                      <a:pt x="4592" y="13"/>
                    </a:cubicBezTo>
                    <a:cubicBezTo>
                      <a:pt x="4559" y="7"/>
                      <a:pt x="4526" y="5"/>
                      <a:pt x="4493" y="3"/>
                    </a:cubicBezTo>
                    <a:lnTo>
                      <a:pt x="4465" y="3"/>
                    </a:lnTo>
                    <a:cubicBezTo>
                      <a:pt x="4444" y="1"/>
                      <a:pt x="4424" y="1"/>
                      <a:pt x="44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37"/>
              <p:cNvSpPr/>
              <p:nvPr/>
            </p:nvSpPr>
            <p:spPr>
              <a:xfrm rot="39010">
                <a:off x="5059879" y="2741885"/>
                <a:ext cx="1760277" cy="1068848"/>
              </a:xfrm>
              <a:custGeom>
                <a:rect b="b" l="l" r="r" t="t"/>
                <a:pathLst>
                  <a:path extrusionOk="0" h="4551" w="7495">
                    <a:moveTo>
                      <a:pt x="4397" y="1"/>
                    </a:moveTo>
                    <a:cubicBezTo>
                      <a:pt x="4213" y="1"/>
                      <a:pt x="4024" y="41"/>
                      <a:pt x="3845" y="133"/>
                    </a:cubicBezTo>
                    <a:lnTo>
                      <a:pt x="220" y="1989"/>
                    </a:lnTo>
                    <a:cubicBezTo>
                      <a:pt x="97" y="2060"/>
                      <a:pt x="1" y="2236"/>
                      <a:pt x="15" y="2373"/>
                    </a:cubicBezTo>
                    <a:cubicBezTo>
                      <a:pt x="20" y="2454"/>
                      <a:pt x="65" y="2500"/>
                      <a:pt x="129" y="2500"/>
                    </a:cubicBezTo>
                    <a:cubicBezTo>
                      <a:pt x="143" y="2500"/>
                      <a:pt x="157" y="2498"/>
                      <a:pt x="173" y="2494"/>
                    </a:cubicBezTo>
                    <a:lnTo>
                      <a:pt x="3649" y="1459"/>
                    </a:lnTo>
                    <a:cubicBezTo>
                      <a:pt x="3918" y="1366"/>
                      <a:pt x="4159" y="1299"/>
                      <a:pt x="4365" y="1299"/>
                    </a:cubicBezTo>
                    <a:cubicBezTo>
                      <a:pt x="4537" y="1299"/>
                      <a:pt x="4684" y="1346"/>
                      <a:pt x="4805" y="1465"/>
                    </a:cubicBezTo>
                    <a:cubicBezTo>
                      <a:pt x="5429" y="2087"/>
                      <a:pt x="6912" y="4427"/>
                      <a:pt x="6988" y="4550"/>
                    </a:cubicBezTo>
                    <a:lnTo>
                      <a:pt x="7495" y="4386"/>
                    </a:lnTo>
                    <a:lnTo>
                      <a:pt x="5482" y="581"/>
                    </a:lnTo>
                    <a:cubicBezTo>
                      <a:pt x="5280" y="246"/>
                      <a:pt x="4851" y="1"/>
                      <a:pt x="43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37"/>
              <p:cNvSpPr/>
              <p:nvPr/>
            </p:nvSpPr>
            <p:spPr>
              <a:xfrm rot="39010">
                <a:off x="5105983" y="2844166"/>
                <a:ext cx="782084" cy="184365"/>
              </a:xfrm>
              <a:custGeom>
                <a:rect b="b" l="l" r="r" t="t"/>
                <a:pathLst>
                  <a:path extrusionOk="0" h="785" w="3330">
                    <a:moveTo>
                      <a:pt x="3302" y="1"/>
                    </a:moveTo>
                    <a:cubicBezTo>
                      <a:pt x="3296" y="1"/>
                      <a:pt x="3290" y="3"/>
                      <a:pt x="3284" y="7"/>
                    </a:cubicBezTo>
                    <a:cubicBezTo>
                      <a:pt x="2492" y="610"/>
                      <a:pt x="1464" y="730"/>
                      <a:pt x="778" y="730"/>
                    </a:cubicBezTo>
                    <a:cubicBezTo>
                      <a:pt x="340" y="730"/>
                      <a:pt x="41" y="681"/>
                      <a:pt x="33" y="678"/>
                    </a:cubicBezTo>
                    <a:cubicBezTo>
                      <a:pt x="19" y="678"/>
                      <a:pt x="5" y="687"/>
                      <a:pt x="3" y="703"/>
                    </a:cubicBezTo>
                    <a:cubicBezTo>
                      <a:pt x="1" y="717"/>
                      <a:pt x="9" y="730"/>
                      <a:pt x="23" y="734"/>
                    </a:cubicBezTo>
                    <a:cubicBezTo>
                      <a:pt x="31" y="736"/>
                      <a:pt x="332" y="785"/>
                      <a:pt x="776" y="785"/>
                    </a:cubicBezTo>
                    <a:cubicBezTo>
                      <a:pt x="1472" y="785"/>
                      <a:pt x="2511" y="664"/>
                      <a:pt x="3315" y="48"/>
                    </a:cubicBezTo>
                    <a:cubicBezTo>
                      <a:pt x="3327" y="40"/>
                      <a:pt x="3329" y="24"/>
                      <a:pt x="3319" y="12"/>
                    </a:cubicBezTo>
                    <a:cubicBezTo>
                      <a:pt x="3316" y="5"/>
                      <a:pt x="3309" y="1"/>
                      <a:pt x="33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37"/>
              <p:cNvSpPr/>
              <p:nvPr/>
            </p:nvSpPr>
            <p:spPr>
              <a:xfrm rot="39010">
                <a:off x="5087565" y="4015189"/>
                <a:ext cx="24191" cy="9394"/>
              </a:xfrm>
              <a:custGeom>
                <a:rect b="b" l="l" r="r" t="t"/>
                <a:pathLst>
                  <a:path extrusionOk="0" h="40" w="103">
                    <a:moveTo>
                      <a:pt x="35" y="1"/>
                    </a:moveTo>
                    <a:cubicBezTo>
                      <a:pt x="35" y="1"/>
                      <a:pt x="31" y="1"/>
                      <a:pt x="21" y="5"/>
                    </a:cubicBezTo>
                    <a:cubicBezTo>
                      <a:pt x="19" y="7"/>
                      <a:pt x="19" y="7"/>
                      <a:pt x="6" y="11"/>
                    </a:cubicBezTo>
                    <a:cubicBezTo>
                      <a:pt x="6" y="11"/>
                      <a:pt x="4" y="11"/>
                      <a:pt x="0" y="15"/>
                    </a:cubicBezTo>
                    <a:lnTo>
                      <a:pt x="49" y="39"/>
                    </a:lnTo>
                    <a:cubicBezTo>
                      <a:pt x="51" y="37"/>
                      <a:pt x="57" y="35"/>
                      <a:pt x="62" y="31"/>
                    </a:cubicBezTo>
                    <a:cubicBezTo>
                      <a:pt x="66" y="29"/>
                      <a:pt x="70" y="29"/>
                      <a:pt x="76" y="27"/>
                    </a:cubicBezTo>
                    <a:cubicBezTo>
                      <a:pt x="78" y="26"/>
                      <a:pt x="80" y="26"/>
                      <a:pt x="83" y="26"/>
                    </a:cubicBezTo>
                    <a:cubicBezTo>
                      <a:pt x="86" y="26"/>
                      <a:pt x="88" y="26"/>
                      <a:pt x="90" y="27"/>
                    </a:cubicBezTo>
                    <a:cubicBezTo>
                      <a:pt x="96" y="29"/>
                      <a:pt x="98" y="29"/>
                      <a:pt x="102" y="31"/>
                    </a:cubicBezTo>
                    <a:lnTo>
                      <a:pt x="55" y="7"/>
                    </a:lnTo>
                    <a:cubicBezTo>
                      <a:pt x="51" y="7"/>
                      <a:pt x="49" y="5"/>
                      <a:pt x="47" y="5"/>
                    </a:cubicBezTo>
                    <a:cubicBezTo>
                      <a:pt x="45" y="5"/>
                      <a:pt x="45" y="1"/>
                      <a:pt x="35" y="1"/>
                    </a:cubicBezTo>
                    <a:close/>
                  </a:path>
                </a:pathLst>
              </a:custGeom>
              <a:solidFill>
                <a:srgbClr val="B475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37"/>
              <p:cNvSpPr/>
              <p:nvPr/>
            </p:nvSpPr>
            <p:spPr>
              <a:xfrm rot="39010">
                <a:off x="5081644" y="4018610"/>
                <a:ext cx="18084" cy="11038"/>
              </a:xfrm>
              <a:custGeom>
                <a:rect b="b" l="l" r="r" t="t"/>
                <a:pathLst>
                  <a:path extrusionOk="0" h="47" w="77">
                    <a:moveTo>
                      <a:pt x="27" y="0"/>
                    </a:moveTo>
                    <a:cubicBezTo>
                      <a:pt x="24" y="0"/>
                      <a:pt x="22" y="1"/>
                      <a:pt x="21" y="2"/>
                    </a:cubicBezTo>
                    <a:lnTo>
                      <a:pt x="5" y="16"/>
                    </a:lnTo>
                    <a:cubicBezTo>
                      <a:pt x="3" y="16"/>
                      <a:pt x="3" y="20"/>
                      <a:pt x="1" y="22"/>
                    </a:cubicBezTo>
                    <a:lnTo>
                      <a:pt x="50" y="47"/>
                    </a:lnTo>
                    <a:cubicBezTo>
                      <a:pt x="52" y="43"/>
                      <a:pt x="56" y="37"/>
                      <a:pt x="62" y="29"/>
                    </a:cubicBezTo>
                    <a:cubicBezTo>
                      <a:pt x="66" y="27"/>
                      <a:pt x="72" y="22"/>
                      <a:pt x="76" y="20"/>
                    </a:cubicBezTo>
                    <a:cubicBezTo>
                      <a:pt x="76" y="20"/>
                      <a:pt x="43" y="0"/>
                      <a:pt x="27" y="0"/>
                    </a:cubicBezTo>
                    <a:close/>
                  </a:path>
                </a:pathLst>
              </a:custGeom>
              <a:solidFill>
                <a:srgbClr val="CF95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37"/>
              <p:cNvSpPr/>
              <p:nvPr/>
            </p:nvSpPr>
            <p:spPr>
              <a:xfrm rot="39010">
                <a:off x="4929308" y="4023347"/>
                <a:ext cx="162993" cy="192350"/>
              </a:xfrm>
              <a:custGeom>
                <a:rect b="b" l="l" r="r" t="t"/>
                <a:pathLst>
                  <a:path extrusionOk="0" h="819" w="694">
                    <a:moveTo>
                      <a:pt x="645" y="0"/>
                    </a:moveTo>
                    <a:lnTo>
                      <a:pt x="0" y="794"/>
                    </a:lnTo>
                    <a:lnTo>
                      <a:pt x="51" y="819"/>
                    </a:lnTo>
                    <a:lnTo>
                      <a:pt x="694" y="23"/>
                    </a:lnTo>
                    <a:lnTo>
                      <a:pt x="64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37"/>
              <p:cNvSpPr/>
              <p:nvPr/>
            </p:nvSpPr>
            <p:spPr>
              <a:xfrm rot="39010">
                <a:off x="4920328" y="4207749"/>
                <a:ext cx="20903" cy="39691"/>
              </a:xfrm>
              <a:custGeom>
                <a:rect b="b" l="l" r="r" t="t"/>
                <a:pathLst>
                  <a:path extrusionOk="0" h="169" w="89">
                    <a:moveTo>
                      <a:pt x="37" y="1"/>
                    </a:moveTo>
                    <a:cubicBezTo>
                      <a:pt x="36" y="1"/>
                      <a:pt x="36" y="1"/>
                      <a:pt x="35" y="1"/>
                    </a:cubicBezTo>
                    <a:cubicBezTo>
                      <a:pt x="35" y="5"/>
                      <a:pt x="35" y="5"/>
                      <a:pt x="33" y="7"/>
                    </a:cubicBezTo>
                    <a:cubicBezTo>
                      <a:pt x="33" y="9"/>
                      <a:pt x="33" y="9"/>
                      <a:pt x="29" y="11"/>
                    </a:cubicBezTo>
                    <a:cubicBezTo>
                      <a:pt x="27" y="16"/>
                      <a:pt x="27" y="16"/>
                      <a:pt x="25" y="20"/>
                    </a:cubicBezTo>
                    <a:cubicBezTo>
                      <a:pt x="23" y="22"/>
                      <a:pt x="23" y="28"/>
                      <a:pt x="19" y="30"/>
                    </a:cubicBezTo>
                    <a:cubicBezTo>
                      <a:pt x="17" y="32"/>
                      <a:pt x="17" y="32"/>
                      <a:pt x="15" y="38"/>
                    </a:cubicBezTo>
                    <a:cubicBezTo>
                      <a:pt x="15" y="40"/>
                      <a:pt x="15" y="40"/>
                      <a:pt x="11" y="50"/>
                    </a:cubicBezTo>
                    <a:cubicBezTo>
                      <a:pt x="11" y="50"/>
                      <a:pt x="11" y="52"/>
                      <a:pt x="5" y="69"/>
                    </a:cubicBezTo>
                    <a:cubicBezTo>
                      <a:pt x="5" y="71"/>
                      <a:pt x="5" y="71"/>
                      <a:pt x="0" y="101"/>
                    </a:cubicBezTo>
                    <a:lnTo>
                      <a:pt x="0" y="108"/>
                    </a:lnTo>
                    <a:lnTo>
                      <a:pt x="7" y="120"/>
                    </a:lnTo>
                    <a:cubicBezTo>
                      <a:pt x="7" y="122"/>
                      <a:pt x="7" y="122"/>
                      <a:pt x="13" y="130"/>
                    </a:cubicBezTo>
                    <a:cubicBezTo>
                      <a:pt x="13" y="132"/>
                      <a:pt x="13" y="132"/>
                      <a:pt x="17" y="138"/>
                    </a:cubicBezTo>
                    <a:cubicBezTo>
                      <a:pt x="21" y="138"/>
                      <a:pt x="23" y="140"/>
                      <a:pt x="25" y="142"/>
                    </a:cubicBezTo>
                    <a:lnTo>
                      <a:pt x="70" y="167"/>
                    </a:lnTo>
                    <a:lnTo>
                      <a:pt x="70" y="167"/>
                    </a:lnTo>
                    <a:cubicBezTo>
                      <a:pt x="68" y="165"/>
                      <a:pt x="66" y="163"/>
                      <a:pt x="64" y="161"/>
                    </a:cubicBezTo>
                    <a:cubicBezTo>
                      <a:pt x="64" y="159"/>
                      <a:pt x="62" y="155"/>
                      <a:pt x="58" y="153"/>
                    </a:cubicBezTo>
                    <a:cubicBezTo>
                      <a:pt x="56" y="151"/>
                      <a:pt x="56" y="144"/>
                      <a:pt x="54" y="140"/>
                    </a:cubicBezTo>
                    <a:cubicBezTo>
                      <a:pt x="54" y="134"/>
                      <a:pt x="52" y="130"/>
                      <a:pt x="52" y="124"/>
                    </a:cubicBezTo>
                    <a:lnTo>
                      <a:pt x="52" y="110"/>
                    </a:lnTo>
                    <a:cubicBezTo>
                      <a:pt x="52" y="104"/>
                      <a:pt x="52" y="99"/>
                      <a:pt x="54" y="91"/>
                    </a:cubicBezTo>
                    <a:cubicBezTo>
                      <a:pt x="54" y="87"/>
                      <a:pt x="56" y="81"/>
                      <a:pt x="58" y="73"/>
                    </a:cubicBezTo>
                    <a:cubicBezTo>
                      <a:pt x="62" y="69"/>
                      <a:pt x="64" y="63"/>
                      <a:pt x="66" y="56"/>
                    </a:cubicBezTo>
                    <a:cubicBezTo>
                      <a:pt x="68" y="50"/>
                      <a:pt x="72" y="46"/>
                      <a:pt x="76" y="38"/>
                    </a:cubicBezTo>
                    <a:cubicBezTo>
                      <a:pt x="82" y="32"/>
                      <a:pt x="84" y="28"/>
                      <a:pt x="88" y="22"/>
                    </a:cubicBezTo>
                    <a:cubicBezTo>
                      <a:pt x="88" y="22"/>
                      <a:pt x="48" y="1"/>
                      <a:pt x="37" y="1"/>
                    </a:cubicBezTo>
                    <a:close/>
                    <a:moveTo>
                      <a:pt x="70" y="167"/>
                    </a:moveTo>
                    <a:cubicBezTo>
                      <a:pt x="72" y="168"/>
                      <a:pt x="73" y="169"/>
                      <a:pt x="74" y="169"/>
                    </a:cubicBezTo>
                    <a:lnTo>
                      <a:pt x="70" y="16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37"/>
              <p:cNvSpPr/>
              <p:nvPr/>
            </p:nvSpPr>
            <p:spPr>
              <a:xfrm rot="39010">
                <a:off x="4930068" y="4020209"/>
                <a:ext cx="187653" cy="230398"/>
              </a:xfrm>
              <a:custGeom>
                <a:rect b="b" l="l" r="r" t="t"/>
                <a:pathLst>
                  <a:path extrusionOk="0" h="981" w="799">
                    <a:moveTo>
                      <a:pt x="750" y="0"/>
                    </a:moveTo>
                    <a:cubicBezTo>
                      <a:pt x="739" y="0"/>
                      <a:pt x="728" y="4"/>
                      <a:pt x="716" y="12"/>
                    </a:cubicBezTo>
                    <a:cubicBezTo>
                      <a:pt x="706" y="17"/>
                      <a:pt x="700" y="27"/>
                      <a:pt x="690" y="37"/>
                    </a:cubicBezTo>
                    <a:lnTo>
                      <a:pt x="47" y="833"/>
                    </a:lnTo>
                    <a:cubicBezTo>
                      <a:pt x="10" y="874"/>
                      <a:pt x="0" y="931"/>
                      <a:pt x="19" y="962"/>
                    </a:cubicBezTo>
                    <a:cubicBezTo>
                      <a:pt x="25" y="974"/>
                      <a:pt x="36" y="980"/>
                      <a:pt x="49" y="980"/>
                    </a:cubicBezTo>
                    <a:cubicBezTo>
                      <a:pt x="60" y="980"/>
                      <a:pt x="71" y="976"/>
                      <a:pt x="82" y="968"/>
                    </a:cubicBezTo>
                    <a:cubicBezTo>
                      <a:pt x="92" y="964"/>
                      <a:pt x="100" y="954"/>
                      <a:pt x="111" y="943"/>
                    </a:cubicBezTo>
                    <a:lnTo>
                      <a:pt x="753" y="147"/>
                    </a:lnTo>
                    <a:cubicBezTo>
                      <a:pt x="786" y="107"/>
                      <a:pt x="798" y="51"/>
                      <a:pt x="782" y="21"/>
                    </a:cubicBezTo>
                    <a:cubicBezTo>
                      <a:pt x="774" y="7"/>
                      <a:pt x="763" y="0"/>
                      <a:pt x="7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37"/>
              <p:cNvSpPr/>
              <p:nvPr/>
            </p:nvSpPr>
            <p:spPr>
              <a:xfrm rot="39010">
                <a:off x="6372869" y="3561379"/>
                <a:ext cx="261164" cy="490153"/>
              </a:xfrm>
              <a:custGeom>
                <a:rect b="b" l="l" r="r" t="t"/>
                <a:pathLst>
                  <a:path extrusionOk="0" h="2087" w="1112">
                    <a:moveTo>
                      <a:pt x="255" y="0"/>
                    </a:moveTo>
                    <a:cubicBezTo>
                      <a:pt x="229" y="0"/>
                      <a:pt x="204" y="5"/>
                      <a:pt x="179" y="14"/>
                    </a:cubicBezTo>
                    <a:cubicBezTo>
                      <a:pt x="62" y="55"/>
                      <a:pt x="1" y="186"/>
                      <a:pt x="46" y="300"/>
                    </a:cubicBezTo>
                    <a:lnTo>
                      <a:pt x="649" y="1939"/>
                    </a:lnTo>
                    <a:cubicBezTo>
                      <a:pt x="682" y="2029"/>
                      <a:pt x="768" y="2087"/>
                      <a:pt x="858" y="2087"/>
                    </a:cubicBezTo>
                    <a:cubicBezTo>
                      <a:pt x="885" y="2087"/>
                      <a:pt x="909" y="2080"/>
                      <a:pt x="936" y="2072"/>
                    </a:cubicBezTo>
                    <a:cubicBezTo>
                      <a:pt x="1050" y="2031"/>
                      <a:pt x="1112" y="1902"/>
                      <a:pt x="1069" y="1786"/>
                    </a:cubicBezTo>
                    <a:lnTo>
                      <a:pt x="465" y="147"/>
                    </a:lnTo>
                    <a:cubicBezTo>
                      <a:pt x="433" y="57"/>
                      <a:pt x="346" y="0"/>
                      <a:pt x="2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37"/>
              <p:cNvSpPr/>
              <p:nvPr/>
            </p:nvSpPr>
            <p:spPr>
              <a:xfrm rot="39010">
                <a:off x="6235931" y="3100839"/>
                <a:ext cx="211609" cy="500957"/>
              </a:xfrm>
              <a:custGeom>
                <a:rect b="b" l="l" r="r" t="t"/>
                <a:pathLst>
                  <a:path extrusionOk="0" h="2133" w="901">
                    <a:moveTo>
                      <a:pt x="85" y="0"/>
                    </a:moveTo>
                    <a:cubicBezTo>
                      <a:pt x="77" y="0"/>
                      <a:pt x="68" y="2"/>
                      <a:pt x="60" y="5"/>
                    </a:cubicBezTo>
                    <a:cubicBezTo>
                      <a:pt x="21" y="19"/>
                      <a:pt x="0" y="62"/>
                      <a:pt x="17" y="101"/>
                    </a:cubicBezTo>
                    <a:lnTo>
                      <a:pt x="747" y="2086"/>
                    </a:lnTo>
                    <a:cubicBezTo>
                      <a:pt x="757" y="2116"/>
                      <a:pt x="786" y="2133"/>
                      <a:pt x="817" y="2133"/>
                    </a:cubicBezTo>
                    <a:cubicBezTo>
                      <a:pt x="827" y="2133"/>
                      <a:pt x="835" y="2133"/>
                      <a:pt x="841" y="2129"/>
                    </a:cubicBezTo>
                    <a:cubicBezTo>
                      <a:pt x="880" y="2116"/>
                      <a:pt x="900" y="2071"/>
                      <a:pt x="886" y="2035"/>
                    </a:cubicBezTo>
                    <a:lnTo>
                      <a:pt x="154" y="50"/>
                    </a:lnTo>
                    <a:cubicBezTo>
                      <a:pt x="144" y="20"/>
                      <a:pt x="116" y="0"/>
                      <a:pt x="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37"/>
              <p:cNvSpPr/>
              <p:nvPr/>
            </p:nvSpPr>
            <p:spPr>
              <a:xfrm rot="39010">
                <a:off x="5121505" y="2834424"/>
                <a:ext cx="648919" cy="116725"/>
              </a:xfrm>
              <a:custGeom>
                <a:rect b="b" l="l" r="r" t="t"/>
                <a:pathLst>
                  <a:path extrusionOk="0" h="497" w="2763">
                    <a:moveTo>
                      <a:pt x="2694" y="1"/>
                    </a:moveTo>
                    <a:cubicBezTo>
                      <a:pt x="2692" y="1"/>
                      <a:pt x="2689" y="1"/>
                      <a:pt x="2686" y="1"/>
                    </a:cubicBezTo>
                    <a:lnTo>
                      <a:pt x="60" y="370"/>
                    </a:lnTo>
                    <a:cubicBezTo>
                      <a:pt x="27" y="376"/>
                      <a:pt x="0" y="406"/>
                      <a:pt x="6" y="441"/>
                    </a:cubicBezTo>
                    <a:cubicBezTo>
                      <a:pt x="8" y="472"/>
                      <a:pt x="37" y="497"/>
                      <a:pt x="68" y="497"/>
                    </a:cubicBezTo>
                    <a:lnTo>
                      <a:pt x="78" y="497"/>
                    </a:lnTo>
                    <a:lnTo>
                      <a:pt x="2703" y="128"/>
                    </a:lnTo>
                    <a:cubicBezTo>
                      <a:pt x="2738" y="122"/>
                      <a:pt x="2762" y="91"/>
                      <a:pt x="2758" y="57"/>
                    </a:cubicBezTo>
                    <a:cubicBezTo>
                      <a:pt x="2752" y="24"/>
                      <a:pt x="2726" y="1"/>
                      <a:pt x="26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37"/>
              <p:cNvSpPr/>
              <p:nvPr/>
            </p:nvSpPr>
            <p:spPr>
              <a:xfrm rot="39010">
                <a:off x="5733805" y="2778831"/>
                <a:ext cx="389868" cy="104748"/>
              </a:xfrm>
              <a:custGeom>
                <a:rect b="b" l="l" r="r" t="t"/>
                <a:pathLst>
                  <a:path extrusionOk="0" h="446" w="1660">
                    <a:moveTo>
                      <a:pt x="1527" y="0"/>
                    </a:moveTo>
                    <a:cubicBezTo>
                      <a:pt x="1521" y="0"/>
                      <a:pt x="1515" y="1"/>
                      <a:pt x="1508" y="2"/>
                    </a:cubicBezTo>
                    <a:lnTo>
                      <a:pt x="117" y="196"/>
                    </a:lnTo>
                    <a:cubicBezTo>
                      <a:pt x="48" y="206"/>
                      <a:pt x="1" y="270"/>
                      <a:pt x="11" y="339"/>
                    </a:cubicBezTo>
                    <a:cubicBezTo>
                      <a:pt x="21" y="401"/>
                      <a:pt x="74" y="446"/>
                      <a:pt x="136" y="446"/>
                    </a:cubicBezTo>
                    <a:lnTo>
                      <a:pt x="150" y="446"/>
                    </a:lnTo>
                    <a:lnTo>
                      <a:pt x="1541" y="251"/>
                    </a:lnTo>
                    <a:cubicBezTo>
                      <a:pt x="1611" y="241"/>
                      <a:pt x="1660" y="178"/>
                      <a:pt x="1650" y="108"/>
                    </a:cubicBezTo>
                    <a:cubicBezTo>
                      <a:pt x="1642" y="46"/>
                      <a:pt x="1589" y="0"/>
                      <a:pt x="15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37"/>
              <p:cNvSpPr/>
              <p:nvPr/>
            </p:nvSpPr>
            <p:spPr>
              <a:xfrm rot="39010">
                <a:off x="4945845" y="3408458"/>
                <a:ext cx="169804" cy="700823"/>
              </a:xfrm>
              <a:custGeom>
                <a:rect b="b" l="l" r="r" t="t"/>
                <a:pathLst>
                  <a:path extrusionOk="0" h="2984" w="723">
                    <a:moveTo>
                      <a:pt x="0" y="1"/>
                    </a:moveTo>
                    <a:cubicBezTo>
                      <a:pt x="13" y="9"/>
                      <a:pt x="23" y="13"/>
                      <a:pt x="33" y="21"/>
                    </a:cubicBezTo>
                    <a:cubicBezTo>
                      <a:pt x="45" y="29"/>
                      <a:pt x="56" y="38"/>
                      <a:pt x="66" y="48"/>
                    </a:cubicBezTo>
                    <a:cubicBezTo>
                      <a:pt x="80" y="58"/>
                      <a:pt x="86" y="68"/>
                      <a:pt x="96" y="78"/>
                    </a:cubicBezTo>
                    <a:cubicBezTo>
                      <a:pt x="107" y="91"/>
                      <a:pt x="117" y="103"/>
                      <a:pt x="125" y="115"/>
                    </a:cubicBezTo>
                    <a:cubicBezTo>
                      <a:pt x="127" y="119"/>
                      <a:pt x="127" y="119"/>
                      <a:pt x="127" y="121"/>
                    </a:cubicBezTo>
                    <a:cubicBezTo>
                      <a:pt x="133" y="130"/>
                      <a:pt x="137" y="140"/>
                      <a:pt x="142" y="146"/>
                    </a:cubicBezTo>
                    <a:cubicBezTo>
                      <a:pt x="144" y="150"/>
                      <a:pt x="144" y="154"/>
                      <a:pt x="146" y="156"/>
                    </a:cubicBezTo>
                    <a:cubicBezTo>
                      <a:pt x="148" y="164"/>
                      <a:pt x="152" y="171"/>
                      <a:pt x="154" y="175"/>
                    </a:cubicBezTo>
                    <a:cubicBezTo>
                      <a:pt x="156" y="181"/>
                      <a:pt x="156" y="183"/>
                      <a:pt x="158" y="187"/>
                    </a:cubicBezTo>
                    <a:cubicBezTo>
                      <a:pt x="162" y="193"/>
                      <a:pt x="162" y="195"/>
                      <a:pt x="164" y="201"/>
                    </a:cubicBezTo>
                    <a:cubicBezTo>
                      <a:pt x="166" y="205"/>
                      <a:pt x="166" y="211"/>
                      <a:pt x="168" y="218"/>
                    </a:cubicBezTo>
                    <a:cubicBezTo>
                      <a:pt x="172" y="224"/>
                      <a:pt x="172" y="228"/>
                      <a:pt x="172" y="232"/>
                    </a:cubicBezTo>
                    <a:cubicBezTo>
                      <a:pt x="174" y="238"/>
                      <a:pt x="174" y="244"/>
                      <a:pt x="176" y="252"/>
                    </a:cubicBezTo>
                    <a:cubicBezTo>
                      <a:pt x="178" y="256"/>
                      <a:pt x="178" y="258"/>
                      <a:pt x="178" y="265"/>
                    </a:cubicBezTo>
                    <a:cubicBezTo>
                      <a:pt x="182" y="273"/>
                      <a:pt x="182" y="279"/>
                      <a:pt x="182" y="287"/>
                    </a:cubicBezTo>
                    <a:cubicBezTo>
                      <a:pt x="182" y="291"/>
                      <a:pt x="184" y="295"/>
                      <a:pt x="184" y="299"/>
                    </a:cubicBezTo>
                    <a:cubicBezTo>
                      <a:pt x="187" y="310"/>
                      <a:pt x="187" y="322"/>
                      <a:pt x="187" y="334"/>
                    </a:cubicBezTo>
                    <a:cubicBezTo>
                      <a:pt x="189" y="351"/>
                      <a:pt x="189" y="367"/>
                      <a:pt x="189" y="379"/>
                    </a:cubicBezTo>
                    <a:cubicBezTo>
                      <a:pt x="189" y="420"/>
                      <a:pt x="189" y="461"/>
                      <a:pt x="193" y="502"/>
                    </a:cubicBezTo>
                    <a:cubicBezTo>
                      <a:pt x="193" y="512"/>
                      <a:pt x="193" y="522"/>
                      <a:pt x="195" y="531"/>
                    </a:cubicBezTo>
                    <a:cubicBezTo>
                      <a:pt x="197" y="612"/>
                      <a:pt x="197" y="694"/>
                      <a:pt x="199" y="774"/>
                    </a:cubicBezTo>
                    <a:lnTo>
                      <a:pt x="199" y="786"/>
                    </a:lnTo>
                    <a:cubicBezTo>
                      <a:pt x="203" y="862"/>
                      <a:pt x="205" y="938"/>
                      <a:pt x="209" y="1011"/>
                    </a:cubicBezTo>
                    <a:cubicBezTo>
                      <a:pt x="209" y="1022"/>
                      <a:pt x="213" y="1032"/>
                      <a:pt x="213" y="1042"/>
                    </a:cubicBezTo>
                    <a:cubicBezTo>
                      <a:pt x="215" y="1071"/>
                      <a:pt x="215" y="1095"/>
                      <a:pt x="217" y="1124"/>
                    </a:cubicBezTo>
                    <a:cubicBezTo>
                      <a:pt x="217" y="1134"/>
                      <a:pt x="219" y="1144"/>
                      <a:pt x="219" y="1155"/>
                    </a:cubicBezTo>
                    <a:cubicBezTo>
                      <a:pt x="223" y="1208"/>
                      <a:pt x="227" y="1259"/>
                      <a:pt x="229" y="1310"/>
                    </a:cubicBezTo>
                    <a:cubicBezTo>
                      <a:pt x="234" y="1322"/>
                      <a:pt x="234" y="1337"/>
                      <a:pt x="234" y="1347"/>
                    </a:cubicBezTo>
                    <a:cubicBezTo>
                      <a:pt x="236" y="1388"/>
                      <a:pt x="240" y="1429"/>
                      <a:pt x="244" y="1472"/>
                    </a:cubicBezTo>
                    <a:cubicBezTo>
                      <a:pt x="246" y="1484"/>
                      <a:pt x="246" y="1496"/>
                      <a:pt x="246" y="1507"/>
                    </a:cubicBezTo>
                    <a:cubicBezTo>
                      <a:pt x="246" y="1515"/>
                      <a:pt x="248" y="1519"/>
                      <a:pt x="248" y="1527"/>
                    </a:cubicBezTo>
                    <a:cubicBezTo>
                      <a:pt x="254" y="1568"/>
                      <a:pt x="256" y="1609"/>
                      <a:pt x="260" y="1650"/>
                    </a:cubicBezTo>
                    <a:cubicBezTo>
                      <a:pt x="264" y="1660"/>
                      <a:pt x="264" y="1668"/>
                      <a:pt x="264" y="1678"/>
                    </a:cubicBezTo>
                    <a:cubicBezTo>
                      <a:pt x="268" y="1719"/>
                      <a:pt x="274" y="1760"/>
                      <a:pt x="277" y="1801"/>
                    </a:cubicBezTo>
                    <a:cubicBezTo>
                      <a:pt x="279" y="1811"/>
                      <a:pt x="279" y="1820"/>
                      <a:pt x="279" y="1830"/>
                    </a:cubicBezTo>
                    <a:cubicBezTo>
                      <a:pt x="285" y="1869"/>
                      <a:pt x="289" y="1903"/>
                      <a:pt x="295" y="1942"/>
                    </a:cubicBezTo>
                    <a:cubicBezTo>
                      <a:pt x="295" y="1946"/>
                      <a:pt x="297" y="1953"/>
                      <a:pt x="297" y="1955"/>
                    </a:cubicBezTo>
                    <a:cubicBezTo>
                      <a:pt x="305" y="2004"/>
                      <a:pt x="309" y="2047"/>
                      <a:pt x="317" y="2094"/>
                    </a:cubicBezTo>
                    <a:cubicBezTo>
                      <a:pt x="320" y="2100"/>
                      <a:pt x="320" y="2106"/>
                      <a:pt x="320" y="2110"/>
                    </a:cubicBezTo>
                    <a:cubicBezTo>
                      <a:pt x="328" y="2161"/>
                      <a:pt x="338" y="2210"/>
                      <a:pt x="346" y="2259"/>
                    </a:cubicBezTo>
                    <a:cubicBezTo>
                      <a:pt x="346" y="2261"/>
                      <a:pt x="348" y="2268"/>
                      <a:pt x="348" y="2270"/>
                    </a:cubicBezTo>
                    <a:cubicBezTo>
                      <a:pt x="350" y="2286"/>
                      <a:pt x="356" y="2302"/>
                      <a:pt x="358" y="2317"/>
                    </a:cubicBezTo>
                    <a:cubicBezTo>
                      <a:pt x="362" y="2341"/>
                      <a:pt x="369" y="2366"/>
                      <a:pt x="373" y="2386"/>
                    </a:cubicBezTo>
                    <a:cubicBezTo>
                      <a:pt x="379" y="2405"/>
                      <a:pt x="381" y="2423"/>
                      <a:pt x="387" y="2439"/>
                    </a:cubicBezTo>
                    <a:cubicBezTo>
                      <a:pt x="391" y="2464"/>
                      <a:pt x="397" y="2484"/>
                      <a:pt x="401" y="2505"/>
                    </a:cubicBezTo>
                    <a:cubicBezTo>
                      <a:pt x="405" y="2509"/>
                      <a:pt x="405" y="2513"/>
                      <a:pt x="405" y="2517"/>
                    </a:cubicBezTo>
                    <a:lnTo>
                      <a:pt x="420" y="2570"/>
                    </a:lnTo>
                    <a:cubicBezTo>
                      <a:pt x="422" y="2585"/>
                      <a:pt x="428" y="2597"/>
                      <a:pt x="430" y="2609"/>
                    </a:cubicBezTo>
                    <a:cubicBezTo>
                      <a:pt x="438" y="2636"/>
                      <a:pt x="446" y="2660"/>
                      <a:pt x="452" y="2683"/>
                    </a:cubicBezTo>
                    <a:cubicBezTo>
                      <a:pt x="457" y="2691"/>
                      <a:pt x="459" y="2695"/>
                      <a:pt x="461" y="2703"/>
                    </a:cubicBezTo>
                    <a:cubicBezTo>
                      <a:pt x="471" y="2738"/>
                      <a:pt x="481" y="2765"/>
                      <a:pt x="491" y="2791"/>
                    </a:cubicBezTo>
                    <a:cubicBezTo>
                      <a:pt x="493" y="2795"/>
                      <a:pt x="495" y="2802"/>
                      <a:pt x="495" y="2804"/>
                    </a:cubicBezTo>
                    <a:cubicBezTo>
                      <a:pt x="500" y="2808"/>
                      <a:pt x="502" y="2812"/>
                      <a:pt x="504" y="2816"/>
                    </a:cubicBezTo>
                    <a:lnTo>
                      <a:pt x="512" y="2832"/>
                    </a:lnTo>
                    <a:cubicBezTo>
                      <a:pt x="514" y="2834"/>
                      <a:pt x="514" y="2836"/>
                      <a:pt x="514" y="2836"/>
                    </a:cubicBezTo>
                    <a:cubicBezTo>
                      <a:pt x="520" y="2845"/>
                      <a:pt x="522" y="2849"/>
                      <a:pt x="528" y="2857"/>
                    </a:cubicBezTo>
                    <a:cubicBezTo>
                      <a:pt x="534" y="2867"/>
                      <a:pt x="540" y="2873"/>
                      <a:pt x="545" y="2877"/>
                    </a:cubicBezTo>
                    <a:lnTo>
                      <a:pt x="551" y="2883"/>
                    </a:lnTo>
                    <a:cubicBezTo>
                      <a:pt x="550" y="2883"/>
                      <a:pt x="550" y="2883"/>
                      <a:pt x="550" y="2883"/>
                    </a:cubicBezTo>
                    <a:lnTo>
                      <a:pt x="550" y="2883"/>
                    </a:lnTo>
                    <a:cubicBezTo>
                      <a:pt x="550" y="2883"/>
                      <a:pt x="554" y="2887"/>
                      <a:pt x="561" y="2892"/>
                    </a:cubicBezTo>
                    <a:lnTo>
                      <a:pt x="723" y="2984"/>
                    </a:lnTo>
                    <a:cubicBezTo>
                      <a:pt x="714" y="2978"/>
                      <a:pt x="708" y="2973"/>
                      <a:pt x="704" y="2967"/>
                    </a:cubicBezTo>
                    <a:lnTo>
                      <a:pt x="698" y="2963"/>
                    </a:lnTo>
                    <a:cubicBezTo>
                      <a:pt x="694" y="2957"/>
                      <a:pt x="688" y="2949"/>
                      <a:pt x="684" y="2943"/>
                    </a:cubicBezTo>
                    <a:cubicBezTo>
                      <a:pt x="675" y="2933"/>
                      <a:pt x="671" y="2924"/>
                      <a:pt x="667" y="2916"/>
                    </a:cubicBezTo>
                    <a:lnTo>
                      <a:pt x="661" y="2900"/>
                    </a:lnTo>
                    <a:cubicBezTo>
                      <a:pt x="655" y="2894"/>
                      <a:pt x="653" y="2883"/>
                      <a:pt x="647" y="2875"/>
                    </a:cubicBezTo>
                    <a:cubicBezTo>
                      <a:pt x="637" y="2847"/>
                      <a:pt x="626" y="2820"/>
                      <a:pt x="616" y="2789"/>
                    </a:cubicBezTo>
                    <a:cubicBezTo>
                      <a:pt x="614" y="2781"/>
                      <a:pt x="612" y="2773"/>
                      <a:pt x="610" y="2769"/>
                    </a:cubicBezTo>
                    <a:cubicBezTo>
                      <a:pt x="602" y="2742"/>
                      <a:pt x="594" y="2720"/>
                      <a:pt x="585" y="2693"/>
                    </a:cubicBezTo>
                    <a:cubicBezTo>
                      <a:pt x="581" y="2681"/>
                      <a:pt x="579" y="2669"/>
                      <a:pt x="575" y="2658"/>
                    </a:cubicBezTo>
                    <a:cubicBezTo>
                      <a:pt x="571" y="2636"/>
                      <a:pt x="563" y="2615"/>
                      <a:pt x="559" y="2591"/>
                    </a:cubicBezTo>
                    <a:cubicBezTo>
                      <a:pt x="553" y="2570"/>
                      <a:pt x="549" y="2548"/>
                      <a:pt x="543" y="2527"/>
                    </a:cubicBezTo>
                    <a:cubicBezTo>
                      <a:pt x="538" y="2509"/>
                      <a:pt x="534" y="2493"/>
                      <a:pt x="530" y="2474"/>
                    </a:cubicBezTo>
                    <a:cubicBezTo>
                      <a:pt x="524" y="2452"/>
                      <a:pt x="520" y="2427"/>
                      <a:pt x="514" y="2403"/>
                    </a:cubicBezTo>
                    <a:cubicBezTo>
                      <a:pt x="510" y="2384"/>
                      <a:pt x="508" y="2364"/>
                      <a:pt x="502" y="2345"/>
                    </a:cubicBezTo>
                    <a:cubicBezTo>
                      <a:pt x="491" y="2298"/>
                      <a:pt x="483" y="2251"/>
                      <a:pt x="477" y="2198"/>
                    </a:cubicBezTo>
                    <a:cubicBezTo>
                      <a:pt x="473" y="2190"/>
                      <a:pt x="473" y="2184"/>
                      <a:pt x="473" y="2180"/>
                    </a:cubicBezTo>
                    <a:cubicBezTo>
                      <a:pt x="467" y="2133"/>
                      <a:pt x="459" y="2088"/>
                      <a:pt x="452" y="2043"/>
                    </a:cubicBezTo>
                    <a:cubicBezTo>
                      <a:pt x="448" y="2002"/>
                      <a:pt x="440" y="1961"/>
                      <a:pt x="436" y="1916"/>
                    </a:cubicBezTo>
                    <a:cubicBezTo>
                      <a:pt x="432" y="1905"/>
                      <a:pt x="432" y="1899"/>
                      <a:pt x="432" y="1891"/>
                    </a:cubicBezTo>
                    <a:cubicBezTo>
                      <a:pt x="428" y="1850"/>
                      <a:pt x="422" y="1811"/>
                      <a:pt x="420" y="1768"/>
                    </a:cubicBezTo>
                    <a:cubicBezTo>
                      <a:pt x="418" y="1758"/>
                      <a:pt x="418" y="1750"/>
                      <a:pt x="418" y="1740"/>
                    </a:cubicBezTo>
                    <a:cubicBezTo>
                      <a:pt x="412" y="1695"/>
                      <a:pt x="407" y="1646"/>
                      <a:pt x="401" y="1597"/>
                    </a:cubicBezTo>
                    <a:cubicBezTo>
                      <a:pt x="399" y="1584"/>
                      <a:pt x="399" y="1574"/>
                      <a:pt x="399" y="1562"/>
                    </a:cubicBezTo>
                    <a:cubicBezTo>
                      <a:pt x="393" y="1519"/>
                      <a:pt x="391" y="1480"/>
                      <a:pt x="389" y="1435"/>
                    </a:cubicBezTo>
                    <a:cubicBezTo>
                      <a:pt x="387" y="1423"/>
                      <a:pt x="387" y="1410"/>
                      <a:pt x="387" y="1400"/>
                    </a:cubicBezTo>
                    <a:cubicBezTo>
                      <a:pt x="381" y="1349"/>
                      <a:pt x="379" y="1298"/>
                      <a:pt x="377" y="1245"/>
                    </a:cubicBezTo>
                    <a:cubicBezTo>
                      <a:pt x="373" y="1234"/>
                      <a:pt x="373" y="1224"/>
                      <a:pt x="373" y="1214"/>
                    </a:cubicBezTo>
                    <a:cubicBezTo>
                      <a:pt x="371" y="1177"/>
                      <a:pt x="369" y="1138"/>
                      <a:pt x="369" y="1103"/>
                    </a:cubicBezTo>
                    <a:cubicBezTo>
                      <a:pt x="362" y="1030"/>
                      <a:pt x="360" y="954"/>
                      <a:pt x="358" y="878"/>
                    </a:cubicBezTo>
                    <a:lnTo>
                      <a:pt x="358" y="866"/>
                    </a:lnTo>
                    <a:cubicBezTo>
                      <a:pt x="356" y="786"/>
                      <a:pt x="352" y="704"/>
                      <a:pt x="352" y="621"/>
                    </a:cubicBezTo>
                    <a:cubicBezTo>
                      <a:pt x="350" y="569"/>
                      <a:pt x="350" y="520"/>
                      <a:pt x="350" y="469"/>
                    </a:cubicBezTo>
                    <a:lnTo>
                      <a:pt x="350" y="461"/>
                    </a:lnTo>
                    <a:cubicBezTo>
                      <a:pt x="350" y="449"/>
                      <a:pt x="350" y="436"/>
                      <a:pt x="348" y="426"/>
                    </a:cubicBezTo>
                    <a:cubicBezTo>
                      <a:pt x="346" y="412"/>
                      <a:pt x="346" y="402"/>
                      <a:pt x="346" y="391"/>
                    </a:cubicBezTo>
                    <a:lnTo>
                      <a:pt x="346" y="387"/>
                    </a:lnTo>
                    <a:cubicBezTo>
                      <a:pt x="346" y="381"/>
                      <a:pt x="342" y="379"/>
                      <a:pt x="342" y="375"/>
                    </a:cubicBezTo>
                    <a:cubicBezTo>
                      <a:pt x="342" y="369"/>
                      <a:pt x="340" y="365"/>
                      <a:pt x="340" y="359"/>
                    </a:cubicBezTo>
                    <a:cubicBezTo>
                      <a:pt x="340" y="357"/>
                      <a:pt x="338" y="355"/>
                      <a:pt x="338" y="351"/>
                    </a:cubicBezTo>
                    <a:cubicBezTo>
                      <a:pt x="338" y="346"/>
                      <a:pt x="336" y="342"/>
                      <a:pt x="336" y="338"/>
                    </a:cubicBezTo>
                    <a:cubicBezTo>
                      <a:pt x="336" y="336"/>
                      <a:pt x="332" y="334"/>
                      <a:pt x="332" y="330"/>
                    </a:cubicBezTo>
                    <a:cubicBezTo>
                      <a:pt x="332" y="326"/>
                      <a:pt x="330" y="322"/>
                      <a:pt x="330" y="320"/>
                    </a:cubicBezTo>
                    <a:cubicBezTo>
                      <a:pt x="328" y="316"/>
                      <a:pt x="328" y="310"/>
                      <a:pt x="328" y="308"/>
                    </a:cubicBezTo>
                    <a:cubicBezTo>
                      <a:pt x="328" y="306"/>
                      <a:pt x="326" y="303"/>
                      <a:pt x="326" y="303"/>
                    </a:cubicBezTo>
                    <a:cubicBezTo>
                      <a:pt x="322" y="297"/>
                      <a:pt x="322" y="295"/>
                      <a:pt x="322" y="289"/>
                    </a:cubicBezTo>
                    <a:cubicBezTo>
                      <a:pt x="320" y="285"/>
                      <a:pt x="320" y="283"/>
                      <a:pt x="317" y="277"/>
                    </a:cubicBezTo>
                    <a:cubicBezTo>
                      <a:pt x="315" y="269"/>
                      <a:pt x="315" y="269"/>
                      <a:pt x="311" y="267"/>
                    </a:cubicBezTo>
                    <a:cubicBezTo>
                      <a:pt x="309" y="258"/>
                      <a:pt x="307" y="254"/>
                      <a:pt x="305" y="248"/>
                    </a:cubicBezTo>
                    <a:cubicBezTo>
                      <a:pt x="301" y="246"/>
                      <a:pt x="301" y="246"/>
                      <a:pt x="301" y="244"/>
                    </a:cubicBezTo>
                    <a:cubicBezTo>
                      <a:pt x="299" y="242"/>
                      <a:pt x="299" y="242"/>
                      <a:pt x="299" y="238"/>
                    </a:cubicBezTo>
                    <a:cubicBezTo>
                      <a:pt x="295" y="228"/>
                      <a:pt x="291" y="222"/>
                      <a:pt x="287" y="213"/>
                    </a:cubicBezTo>
                    <a:cubicBezTo>
                      <a:pt x="277" y="195"/>
                      <a:pt x="268" y="183"/>
                      <a:pt x="258" y="173"/>
                    </a:cubicBezTo>
                    <a:cubicBezTo>
                      <a:pt x="248" y="160"/>
                      <a:pt x="238" y="150"/>
                      <a:pt x="227" y="142"/>
                    </a:cubicBezTo>
                    <a:cubicBezTo>
                      <a:pt x="215" y="132"/>
                      <a:pt x="205" y="123"/>
                      <a:pt x="195" y="115"/>
                    </a:cubicBezTo>
                    <a:cubicBezTo>
                      <a:pt x="182" y="109"/>
                      <a:pt x="172" y="101"/>
                      <a:pt x="162" y="93"/>
                    </a:cubicBezTo>
                    <a:lnTo>
                      <a:pt x="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37"/>
              <p:cNvSpPr/>
              <p:nvPr/>
            </p:nvSpPr>
            <p:spPr>
              <a:xfrm rot="39010">
                <a:off x="4902396" y="2839048"/>
                <a:ext cx="243315" cy="597014"/>
              </a:xfrm>
              <a:custGeom>
                <a:rect b="b" l="l" r="r" t="t"/>
                <a:pathLst>
                  <a:path extrusionOk="0" h="2542" w="1036">
                    <a:moveTo>
                      <a:pt x="811" y="0"/>
                    </a:moveTo>
                    <a:cubicBezTo>
                      <a:pt x="807" y="0"/>
                      <a:pt x="805" y="2"/>
                      <a:pt x="805" y="2"/>
                    </a:cubicBezTo>
                    <a:cubicBezTo>
                      <a:pt x="800" y="2"/>
                      <a:pt x="798" y="4"/>
                      <a:pt x="796" y="4"/>
                    </a:cubicBezTo>
                    <a:cubicBezTo>
                      <a:pt x="794" y="4"/>
                      <a:pt x="790" y="8"/>
                      <a:pt x="788" y="8"/>
                    </a:cubicBezTo>
                    <a:cubicBezTo>
                      <a:pt x="786" y="11"/>
                      <a:pt x="784" y="11"/>
                      <a:pt x="780" y="11"/>
                    </a:cubicBezTo>
                    <a:cubicBezTo>
                      <a:pt x="778" y="13"/>
                      <a:pt x="776" y="13"/>
                      <a:pt x="774" y="13"/>
                    </a:cubicBezTo>
                    <a:cubicBezTo>
                      <a:pt x="768" y="17"/>
                      <a:pt x="766" y="17"/>
                      <a:pt x="764" y="19"/>
                    </a:cubicBezTo>
                    <a:cubicBezTo>
                      <a:pt x="760" y="21"/>
                      <a:pt x="758" y="21"/>
                      <a:pt x="755" y="23"/>
                    </a:cubicBezTo>
                    <a:cubicBezTo>
                      <a:pt x="753" y="27"/>
                      <a:pt x="749" y="27"/>
                      <a:pt x="747" y="29"/>
                    </a:cubicBezTo>
                    <a:cubicBezTo>
                      <a:pt x="745" y="31"/>
                      <a:pt x="743" y="31"/>
                      <a:pt x="739" y="33"/>
                    </a:cubicBezTo>
                    <a:cubicBezTo>
                      <a:pt x="737" y="37"/>
                      <a:pt x="737" y="37"/>
                      <a:pt x="735" y="37"/>
                    </a:cubicBezTo>
                    <a:cubicBezTo>
                      <a:pt x="727" y="41"/>
                      <a:pt x="725" y="41"/>
                      <a:pt x="723" y="43"/>
                    </a:cubicBezTo>
                    <a:cubicBezTo>
                      <a:pt x="719" y="47"/>
                      <a:pt x="717" y="49"/>
                      <a:pt x="715" y="49"/>
                    </a:cubicBezTo>
                    <a:cubicBezTo>
                      <a:pt x="710" y="51"/>
                      <a:pt x="708" y="51"/>
                      <a:pt x="708" y="53"/>
                    </a:cubicBezTo>
                    <a:cubicBezTo>
                      <a:pt x="702" y="60"/>
                      <a:pt x="702" y="62"/>
                      <a:pt x="696" y="64"/>
                    </a:cubicBezTo>
                    <a:lnTo>
                      <a:pt x="688" y="72"/>
                    </a:lnTo>
                    <a:lnTo>
                      <a:pt x="682" y="80"/>
                    </a:lnTo>
                    <a:lnTo>
                      <a:pt x="674" y="88"/>
                    </a:lnTo>
                    <a:cubicBezTo>
                      <a:pt x="670" y="90"/>
                      <a:pt x="667" y="92"/>
                      <a:pt x="665" y="92"/>
                    </a:cubicBezTo>
                    <a:lnTo>
                      <a:pt x="659" y="98"/>
                    </a:lnTo>
                    <a:lnTo>
                      <a:pt x="655" y="103"/>
                    </a:lnTo>
                    <a:lnTo>
                      <a:pt x="651" y="107"/>
                    </a:lnTo>
                    <a:cubicBezTo>
                      <a:pt x="647" y="111"/>
                      <a:pt x="647" y="113"/>
                      <a:pt x="645" y="113"/>
                    </a:cubicBezTo>
                    <a:cubicBezTo>
                      <a:pt x="643" y="113"/>
                      <a:pt x="643" y="117"/>
                      <a:pt x="641" y="117"/>
                    </a:cubicBezTo>
                    <a:cubicBezTo>
                      <a:pt x="637" y="121"/>
                      <a:pt x="637" y="123"/>
                      <a:pt x="635" y="123"/>
                    </a:cubicBezTo>
                    <a:cubicBezTo>
                      <a:pt x="633" y="125"/>
                      <a:pt x="633" y="127"/>
                      <a:pt x="631" y="127"/>
                    </a:cubicBezTo>
                    <a:cubicBezTo>
                      <a:pt x="627" y="133"/>
                      <a:pt x="625" y="133"/>
                      <a:pt x="625" y="133"/>
                    </a:cubicBezTo>
                    <a:cubicBezTo>
                      <a:pt x="622" y="135"/>
                      <a:pt x="620" y="137"/>
                      <a:pt x="620" y="141"/>
                    </a:cubicBezTo>
                    <a:cubicBezTo>
                      <a:pt x="616" y="146"/>
                      <a:pt x="614" y="148"/>
                      <a:pt x="612" y="152"/>
                    </a:cubicBezTo>
                    <a:cubicBezTo>
                      <a:pt x="610" y="154"/>
                      <a:pt x="610" y="156"/>
                      <a:pt x="606" y="158"/>
                    </a:cubicBezTo>
                    <a:cubicBezTo>
                      <a:pt x="604" y="162"/>
                      <a:pt x="604" y="164"/>
                      <a:pt x="602" y="166"/>
                    </a:cubicBezTo>
                    <a:cubicBezTo>
                      <a:pt x="600" y="168"/>
                      <a:pt x="600" y="172"/>
                      <a:pt x="596" y="174"/>
                    </a:cubicBezTo>
                    <a:cubicBezTo>
                      <a:pt x="594" y="178"/>
                      <a:pt x="592" y="182"/>
                      <a:pt x="590" y="186"/>
                    </a:cubicBezTo>
                    <a:cubicBezTo>
                      <a:pt x="586" y="189"/>
                      <a:pt x="586" y="193"/>
                      <a:pt x="584" y="195"/>
                    </a:cubicBezTo>
                    <a:cubicBezTo>
                      <a:pt x="582" y="197"/>
                      <a:pt x="582" y="197"/>
                      <a:pt x="582" y="199"/>
                    </a:cubicBezTo>
                    <a:cubicBezTo>
                      <a:pt x="580" y="205"/>
                      <a:pt x="575" y="207"/>
                      <a:pt x="575" y="207"/>
                    </a:cubicBezTo>
                    <a:cubicBezTo>
                      <a:pt x="573" y="209"/>
                      <a:pt x="573" y="213"/>
                      <a:pt x="573" y="215"/>
                    </a:cubicBezTo>
                    <a:cubicBezTo>
                      <a:pt x="571" y="217"/>
                      <a:pt x="571" y="219"/>
                      <a:pt x="571" y="219"/>
                    </a:cubicBezTo>
                    <a:cubicBezTo>
                      <a:pt x="569" y="223"/>
                      <a:pt x="569" y="225"/>
                      <a:pt x="569" y="225"/>
                    </a:cubicBezTo>
                    <a:cubicBezTo>
                      <a:pt x="565" y="227"/>
                      <a:pt x="565" y="229"/>
                      <a:pt x="565" y="229"/>
                    </a:cubicBezTo>
                    <a:cubicBezTo>
                      <a:pt x="563" y="234"/>
                      <a:pt x="563" y="236"/>
                      <a:pt x="563" y="236"/>
                    </a:cubicBezTo>
                    <a:cubicBezTo>
                      <a:pt x="561" y="238"/>
                      <a:pt x="561" y="240"/>
                      <a:pt x="561" y="244"/>
                    </a:cubicBezTo>
                    <a:cubicBezTo>
                      <a:pt x="557" y="246"/>
                      <a:pt x="557" y="248"/>
                      <a:pt x="557" y="250"/>
                    </a:cubicBezTo>
                    <a:cubicBezTo>
                      <a:pt x="555" y="254"/>
                      <a:pt x="555" y="256"/>
                      <a:pt x="555" y="258"/>
                    </a:cubicBezTo>
                    <a:cubicBezTo>
                      <a:pt x="553" y="260"/>
                      <a:pt x="553" y="264"/>
                      <a:pt x="553" y="266"/>
                    </a:cubicBezTo>
                    <a:cubicBezTo>
                      <a:pt x="551" y="268"/>
                      <a:pt x="551" y="270"/>
                      <a:pt x="551" y="274"/>
                    </a:cubicBezTo>
                    <a:cubicBezTo>
                      <a:pt x="545" y="285"/>
                      <a:pt x="543" y="295"/>
                      <a:pt x="541" y="307"/>
                    </a:cubicBezTo>
                    <a:cubicBezTo>
                      <a:pt x="537" y="315"/>
                      <a:pt x="535" y="324"/>
                      <a:pt x="532" y="328"/>
                    </a:cubicBezTo>
                    <a:cubicBezTo>
                      <a:pt x="530" y="336"/>
                      <a:pt x="526" y="340"/>
                      <a:pt x="526" y="346"/>
                    </a:cubicBezTo>
                    <a:cubicBezTo>
                      <a:pt x="522" y="358"/>
                      <a:pt x="520" y="371"/>
                      <a:pt x="514" y="385"/>
                    </a:cubicBezTo>
                    <a:cubicBezTo>
                      <a:pt x="506" y="407"/>
                      <a:pt x="500" y="432"/>
                      <a:pt x="492" y="459"/>
                    </a:cubicBezTo>
                    <a:cubicBezTo>
                      <a:pt x="489" y="463"/>
                      <a:pt x="489" y="469"/>
                      <a:pt x="485" y="473"/>
                    </a:cubicBezTo>
                    <a:cubicBezTo>
                      <a:pt x="483" y="483"/>
                      <a:pt x="479" y="493"/>
                      <a:pt x="475" y="504"/>
                    </a:cubicBezTo>
                    <a:cubicBezTo>
                      <a:pt x="473" y="512"/>
                      <a:pt x="471" y="520"/>
                      <a:pt x="469" y="524"/>
                    </a:cubicBezTo>
                    <a:cubicBezTo>
                      <a:pt x="465" y="534"/>
                      <a:pt x="463" y="542"/>
                      <a:pt x="459" y="553"/>
                    </a:cubicBezTo>
                    <a:cubicBezTo>
                      <a:pt x="455" y="563"/>
                      <a:pt x="453" y="571"/>
                      <a:pt x="451" y="581"/>
                    </a:cubicBezTo>
                    <a:cubicBezTo>
                      <a:pt x="449" y="592"/>
                      <a:pt x="442" y="602"/>
                      <a:pt x="440" y="612"/>
                    </a:cubicBezTo>
                    <a:cubicBezTo>
                      <a:pt x="438" y="622"/>
                      <a:pt x="434" y="630"/>
                      <a:pt x="432" y="637"/>
                    </a:cubicBezTo>
                    <a:cubicBezTo>
                      <a:pt x="428" y="647"/>
                      <a:pt x="424" y="657"/>
                      <a:pt x="422" y="671"/>
                    </a:cubicBezTo>
                    <a:cubicBezTo>
                      <a:pt x="420" y="682"/>
                      <a:pt x="414" y="692"/>
                      <a:pt x="412" y="698"/>
                    </a:cubicBezTo>
                    <a:cubicBezTo>
                      <a:pt x="410" y="708"/>
                      <a:pt x="404" y="718"/>
                      <a:pt x="402" y="729"/>
                    </a:cubicBezTo>
                    <a:cubicBezTo>
                      <a:pt x="397" y="739"/>
                      <a:pt x="395" y="753"/>
                      <a:pt x="391" y="763"/>
                    </a:cubicBezTo>
                    <a:cubicBezTo>
                      <a:pt x="389" y="774"/>
                      <a:pt x="385" y="784"/>
                      <a:pt x="381" y="794"/>
                    </a:cubicBezTo>
                    <a:cubicBezTo>
                      <a:pt x="379" y="804"/>
                      <a:pt x="375" y="815"/>
                      <a:pt x="371" y="825"/>
                    </a:cubicBezTo>
                    <a:cubicBezTo>
                      <a:pt x="369" y="835"/>
                      <a:pt x="365" y="845"/>
                      <a:pt x="361" y="855"/>
                    </a:cubicBezTo>
                    <a:cubicBezTo>
                      <a:pt x="357" y="868"/>
                      <a:pt x="354" y="878"/>
                      <a:pt x="350" y="890"/>
                    </a:cubicBezTo>
                    <a:cubicBezTo>
                      <a:pt x="346" y="900"/>
                      <a:pt x="344" y="911"/>
                      <a:pt x="340" y="921"/>
                    </a:cubicBezTo>
                    <a:cubicBezTo>
                      <a:pt x="336" y="933"/>
                      <a:pt x="334" y="948"/>
                      <a:pt x="330" y="956"/>
                    </a:cubicBezTo>
                    <a:cubicBezTo>
                      <a:pt x="328" y="966"/>
                      <a:pt x="324" y="976"/>
                      <a:pt x="320" y="984"/>
                    </a:cubicBezTo>
                    <a:cubicBezTo>
                      <a:pt x="316" y="999"/>
                      <a:pt x="314" y="1013"/>
                      <a:pt x="307" y="1025"/>
                    </a:cubicBezTo>
                    <a:cubicBezTo>
                      <a:pt x="305" y="1036"/>
                      <a:pt x="303" y="1044"/>
                      <a:pt x="299" y="1054"/>
                    </a:cubicBezTo>
                    <a:cubicBezTo>
                      <a:pt x="295" y="1066"/>
                      <a:pt x="293" y="1081"/>
                      <a:pt x="289" y="1093"/>
                    </a:cubicBezTo>
                    <a:cubicBezTo>
                      <a:pt x="287" y="1105"/>
                      <a:pt x="283" y="1115"/>
                      <a:pt x="279" y="1126"/>
                    </a:cubicBezTo>
                    <a:cubicBezTo>
                      <a:pt x="275" y="1138"/>
                      <a:pt x="273" y="1152"/>
                      <a:pt x="266" y="1164"/>
                    </a:cubicBezTo>
                    <a:cubicBezTo>
                      <a:pt x="264" y="1175"/>
                      <a:pt x="262" y="1183"/>
                      <a:pt x="258" y="1189"/>
                    </a:cubicBezTo>
                    <a:cubicBezTo>
                      <a:pt x="238" y="1256"/>
                      <a:pt x="221" y="1320"/>
                      <a:pt x="203" y="1383"/>
                    </a:cubicBezTo>
                    <a:cubicBezTo>
                      <a:pt x="201" y="1387"/>
                      <a:pt x="201" y="1389"/>
                      <a:pt x="201" y="1392"/>
                    </a:cubicBezTo>
                    <a:cubicBezTo>
                      <a:pt x="183" y="1455"/>
                      <a:pt x="164" y="1520"/>
                      <a:pt x="150" y="1582"/>
                    </a:cubicBezTo>
                    <a:cubicBezTo>
                      <a:pt x="150" y="1584"/>
                      <a:pt x="146" y="1584"/>
                      <a:pt x="146" y="1586"/>
                    </a:cubicBezTo>
                    <a:cubicBezTo>
                      <a:pt x="136" y="1625"/>
                      <a:pt x="125" y="1660"/>
                      <a:pt x="119" y="1694"/>
                    </a:cubicBezTo>
                    <a:cubicBezTo>
                      <a:pt x="115" y="1698"/>
                      <a:pt x="115" y="1705"/>
                      <a:pt x="113" y="1709"/>
                    </a:cubicBezTo>
                    <a:cubicBezTo>
                      <a:pt x="105" y="1741"/>
                      <a:pt x="95" y="1776"/>
                      <a:pt x="88" y="1807"/>
                    </a:cubicBezTo>
                    <a:cubicBezTo>
                      <a:pt x="88" y="1809"/>
                      <a:pt x="84" y="1811"/>
                      <a:pt x="84" y="1813"/>
                    </a:cubicBezTo>
                    <a:cubicBezTo>
                      <a:pt x="82" y="1819"/>
                      <a:pt x="82" y="1821"/>
                      <a:pt x="82" y="1827"/>
                    </a:cubicBezTo>
                    <a:cubicBezTo>
                      <a:pt x="78" y="1844"/>
                      <a:pt x="74" y="1860"/>
                      <a:pt x="70" y="1874"/>
                    </a:cubicBezTo>
                    <a:cubicBezTo>
                      <a:pt x="68" y="1883"/>
                      <a:pt x="68" y="1889"/>
                      <a:pt x="64" y="1895"/>
                    </a:cubicBezTo>
                    <a:cubicBezTo>
                      <a:pt x="60" y="1919"/>
                      <a:pt x="54" y="1940"/>
                      <a:pt x="50" y="1960"/>
                    </a:cubicBezTo>
                    <a:cubicBezTo>
                      <a:pt x="41" y="1993"/>
                      <a:pt x="37" y="2022"/>
                      <a:pt x="31" y="2048"/>
                    </a:cubicBezTo>
                    <a:cubicBezTo>
                      <a:pt x="31" y="2052"/>
                      <a:pt x="31" y="2052"/>
                      <a:pt x="29" y="2054"/>
                    </a:cubicBezTo>
                    <a:cubicBezTo>
                      <a:pt x="27" y="2073"/>
                      <a:pt x="21" y="2089"/>
                      <a:pt x="19" y="2106"/>
                    </a:cubicBezTo>
                    <a:cubicBezTo>
                      <a:pt x="19" y="2108"/>
                      <a:pt x="17" y="2110"/>
                      <a:pt x="17" y="2114"/>
                    </a:cubicBezTo>
                    <a:cubicBezTo>
                      <a:pt x="13" y="2124"/>
                      <a:pt x="13" y="2130"/>
                      <a:pt x="11" y="2138"/>
                    </a:cubicBezTo>
                    <a:lnTo>
                      <a:pt x="11" y="2144"/>
                    </a:lnTo>
                    <a:cubicBezTo>
                      <a:pt x="11" y="2146"/>
                      <a:pt x="11" y="2149"/>
                      <a:pt x="9" y="2151"/>
                    </a:cubicBezTo>
                    <a:cubicBezTo>
                      <a:pt x="9" y="2157"/>
                      <a:pt x="7" y="2161"/>
                      <a:pt x="7" y="2165"/>
                    </a:cubicBezTo>
                    <a:cubicBezTo>
                      <a:pt x="7" y="2171"/>
                      <a:pt x="3" y="2177"/>
                      <a:pt x="3" y="2181"/>
                    </a:cubicBezTo>
                    <a:cubicBezTo>
                      <a:pt x="3" y="2191"/>
                      <a:pt x="1" y="2198"/>
                      <a:pt x="1" y="2206"/>
                    </a:cubicBezTo>
                    <a:lnTo>
                      <a:pt x="1" y="2216"/>
                    </a:lnTo>
                    <a:lnTo>
                      <a:pt x="1" y="2220"/>
                    </a:lnTo>
                    <a:lnTo>
                      <a:pt x="1" y="2241"/>
                    </a:lnTo>
                    <a:lnTo>
                      <a:pt x="1" y="2247"/>
                    </a:lnTo>
                    <a:lnTo>
                      <a:pt x="1" y="2251"/>
                    </a:lnTo>
                    <a:lnTo>
                      <a:pt x="1" y="2259"/>
                    </a:lnTo>
                    <a:cubicBezTo>
                      <a:pt x="1" y="2263"/>
                      <a:pt x="3" y="2269"/>
                      <a:pt x="3" y="2273"/>
                    </a:cubicBezTo>
                    <a:cubicBezTo>
                      <a:pt x="3" y="2277"/>
                      <a:pt x="7" y="2279"/>
                      <a:pt x="7" y="2279"/>
                    </a:cubicBezTo>
                    <a:cubicBezTo>
                      <a:pt x="7" y="2284"/>
                      <a:pt x="9" y="2288"/>
                      <a:pt x="9" y="2290"/>
                    </a:cubicBezTo>
                    <a:cubicBezTo>
                      <a:pt x="11" y="2294"/>
                      <a:pt x="11" y="2298"/>
                      <a:pt x="11" y="2300"/>
                    </a:cubicBezTo>
                    <a:cubicBezTo>
                      <a:pt x="11" y="2302"/>
                      <a:pt x="13" y="2302"/>
                      <a:pt x="13" y="2304"/>
                    </a:cubicBezTo>
                    <a:cubicBezTo>
                      <a:pt x="17" y="2312"/>
                      <a:pt x="17" y="2316"/>
                      <a:pt x="19" y="2322"/>
                    </a:cubicBezTo>
                    <a:cubicBezTo>
                      <a:pt x="21" y="2326"/>
                      <a:pt x="21" y="2331"/>
                      <a:pt x="21" y="2331"/>
                    </a:cubicBezTo>
                    <a:cubicBezTo>
                      <a:pt x="23" y="2333"/>
                      <a:pt x="23" y="2337"/>
                      <a:pt x="27" y="2341"/>
                    </a:cubicBezTo>
                    <a:cubicBezTo>
                      <a:pt x="29" y="2347"/>
                      <a:pt x="31" y="2351"/>
                      <a:pt x="33" y="2353"/>
                    </a:cubicBezTo>
                    <a:cubicBezTo>
                      <a:pt x="37" y="2355"/>
                      <a:pt x="37" y="2357"/>
                      <a:pt x="37" y="2361"/>
                    </a:cubicBezTo>
                    <a:cubicBezTo>
                      <a:pt x="41" y="2372"/>
                      <a:pt x="50" y="2378"/>
                      <a:pt x="54" y="2386"/>
                    </a:cubicBezTo>
                    <a:cubicBezTo>
                      <a:pt x="58" y="2388"/>
                      <a:pt x="58" y="2388"/>
                      <a:pt x="58" y="2392"/>
                    </a:cubicBezTo>
                    <a:cubicBezTo>
                      <a:pt x="64" y="2398"/>
                      <a:pt x="70" y="2406"/>
                      <a:pt x="78" y="2412"/>
                    </a:cubicBezTo>
                    <a:cubicBezTo>
                      <a:pt x="80" y="2414"/>
                      <a:pt x="80" y="2414"/>
                      <a:pt x="82" y="2414"/>
                    </a:cubicBezTo>
                    <a:cubicBezTo>
                      <a:pt x="91" y="2423"/>
                      <a:pt x="99" y="2427"/>
                      <a:pt x="105" y="2433"/>
                    </a:cubicBezTo>
                    <a:cubicBezTo>
                      <a:pt x="119" y="2439"/>
                      <a:pt x="125" y="2445"/>
                      <a:pt x="134" y="2449"/>
                    </a:cubicBezTo>
                    <a:lnTo>
                      <a:pt x="265" y="2524"/>
                    </a:lnTo>
                    <a:lnTo>
                      <a:pt x="265" y="2524"/>
                    </a:lnTo>
                    <a:cubicBezTo>
                      <a:pt x="257" y="2518"/>
                      <a:pt x="251" y="2514"/>
                      <a:pt x="244" y="2507"/>
                    </a:cubicBezTo>
                    <a:cubicBezTo>
                      <a:pt x="242" y="2504"/>
                      <a:pt x="242" y="2504"/>
                      <a:pt x="238" y="2504"/>
                    </a:cubicBezTo>
                    <a:lnTo>
                      <a:pt x="217" y="2484"/>
                    </a:lnTo>
                    <a:cubicBezTo>
                      <a:pt x="215" y="2480"/>
                      <a:pt x="215" y="2480"/>
                      <a:pt x="215" y="2478"/>
                    </a:cubicBezTo>
                    <a:cubicBezTo>
                      <a:pt x="207" y="2470"/>
                      <a:pt x="203" y="2464"/>
                      <a:pt x="197" y="2453"/>
                    </a:cubicBezTo>
                    <a:cubicBezTo>
                      <a:pt x="195" y="2449"/>
                      <a:pt x="195" y="2447"/>
                      <a:pt x="193" y="2445"/>
                    </a:cubicBezTo>
                    <a:cubicBezTo>
                      <a:pt x="191" y="2439"/>
                      <a:pt x="187" y="2437"/>
                      <a:pt x="187" y="2433"/>
                    </a:cubicBezTo>
                    <a:cubicBezTo>
                      <a:pt x="185" y="2427"/>
                      <a:pt x="183" y="2425"/>
                      <a:pt x="183" y="2419"/>
                    </a:cubicBezTo>
                    <a:cubicBezTo>
                      <a:pt x="181" y="2417"/>
                      <a:pt x="181" y="2414"/>
                      <a:pt x="181" y="2412"/>
                    </a:cubicBezTo>
                    <a:cubicBezTo>
                      <a:pt x="176" y="2404"/>
                      <a:pt x="174" y="2398"/>
                      <a:pt x="174" y="2394"/>
                    </a:cubicBezTo>
                    <a:cubicBezTo>
                      <a:pt x="174" y="2392"/>
                      <a:pt x="172" y="2392"/>
                      <a:pt x="172" y="2388"/>
                    </a:cubicBezTo>
                    <a:cubicBezTo>
                      <a:pt x="170" y="2382"/>
                      <a:pt x="170" y="2376"/>
                      <a:pt x="166" y="2372"/>
                    </a:cubicBezTo>
                    <a:cubicBezTo>
                      <a:pt x="164" y="2361"/>
                      <a:pt x="164" y="2353"/>
                      <a:pt x="164" y="2345"/>
                    </a:cubicBezTo>
                    <a:lnTo>
                      <a:pt x="164" y="2341"/>
                    </a:lnTo>
                    <a:cubicBezTo>
                      <a:pt x="164" y="2333"/>
                      <a:pt x="162" y="2322"/>
                      <a:pt x="162" y="2314"/>
                    </a:cubicBezTo>
                    <a:lnTo>
                      <a:pt x="162" y="2310"/>
                    </a:lnTo>
                    <a:cubicBezTo>
                      <a:pt x="162" y="2300"/>
                      <a:pt x="162" y="2292"/>
                      <a:pt x="164" y="2281"/>
                    </a:cubicBezTo>
                    <a:cubicBezTo>
                      <a:pt x="166" y="2269"/>
                      <a:pt x="166" y="2259"/>
                      <a:pt x="166" y="2249"/>
                    </a:cubicBezTo>
                    <a:cubicBezTo>
                      <a:pt x="166" y="2245"/>
                      <a:pt x="166" y="2243"/>
                      <a:pt x="170" y="2241"/>
                    </a:cubicBezTo>
                    <a:cubicBezTo>
                      <a:pt x="172" y="2228"/>
                      <a:pt x="172" y="2218"/>
                      <a:pt x="174" y="2204"/>
                    </a:cubicBezTo>
                    <a:cubicBezTo>
                      <a:pt x="176" y="2189"/>
                      <a:pt x="181" y="2173"/>
                      <a:pt x="185" y="2157"/>
                    </a:cubicBezTo>
                    <a:cubicBezTo>
                      <a:pt x="185" y="2153"/>
                      <a:pt x="187" y="2151"/>
                      <a:pt x="187" y="2149"/>
                    </a:cubicBezTo>
                    <a:cubicBezTo>
                      <a:pt x="193" y="2120"/>
                      <a:pt x="197" y="2091"/>
                      <a:pt x="205" y="2065"/>
                    </a:cubicBezTo>
                    <a:cubicBezTo>
                      <a:pt x="211" y="2038"/>
                      <a:pt x="215" y="2018"/>
                      <a:pt x="221" y="1997"/>
                    </a:cubicBezTo>
                    <a:cubicBezTo>
                      <a:pt x="224" y="1989"/>
                      <a:pt x="224" y="1985"/>
                      <a:pt x="226" y="1977"/>
                    </a:cubicBezTo>
                    <a:cubicBezTo>
                      <a:pt x="232" y="1962"/>
                      <a:pt x="234" y="1944"/>
                      <a:pt x="238" y="1928"/>
                    </a:cubicBezTo>
                    <a:cubicBezTo>
                      <a:pt x="242" y="1921"/>
                      <a:pt x="242" y="1915"/>
                      <a:pt x="244" y="1907"/>
                    </a:cubicBezTo>
                    <a:cubicBezTo>
                      <a:pt x="252" y="1874"/>
                      <a:pt x="258" y="1844"/>
                      <a:pt x="269" y="1811"/>
                    </a:cubicBezTo>
                    <a:cubicBezTo>
                      <a:pt x="273" y="1805"/>
                      <a:pt x="273" y="1801"/>
                      <a:pt x="275" y="1795"/>
                    </a:cubicBezTo>
                    <a:cubicBezTo>
                      <a:pt x="285" y="1762"/>
                      <a:pt x="293" y="1727"/>
                      <a:pt x="303" y="1690"/>
                    </a:cubicBezTo>
                    <a:cubicBezTo>
                      <a:pt x="305" y="1688"/>
                      <a:pt x="305" y="1682"/>
                      <a:pt x="305" y="1680"/>
                    </a:cubicBezTo>
                    <a:cubicBezTo>
                      <a:pt x="324" y="1619"/>
                      <a:pt x="338" y="1555"/>
                      <a:pt x="357" y="1492"/>
                    </a:cubicBezTo>
                    <a:cubicBezTo>
                      <a:pt x="357" y="1488"/>
                      <a:pt x="359" y="1486"/>
                      <a:pt x="359" y="1484"/>
                    </a:cubicBezTo>
                    <a:cubicBezTo>
                      <a:pt x="377" y="1420"/>
                      <a:pt x="395" y="1353"/>
                      <a:pt x="416" y="1289"/>
                    </a:cubicBezTo>
                    <a:cubicBezTo>
                      <a:pt x="418" y="1281"/>
                      <a:pt x="420" y="1271"/>
                      <a:pt x="422" y="1263"/>
                    </a:cubicBezTo>
                    <a:cubicBezTo>
                      <a:pt x="428" y="1248"/>
                      <a:pt x="430" y="1236"/>
                      <a:pt x="436" y="1222"/>
                    </a:cubicBezTo>
                    <a:cubicBezTo>
                      <a:pt x="438" y="1211"/>
                      <a:pt x="442" y="1201"/>
                      <a:pt x="447" y="1191"/>
                    </a:cubicBezTo>
                    <a:cubicBezTo>
                      <a:pt x="451" y="1179"/>
                      <a:pt x="453" y="1166"/>
                      <a:pt x="459" y="1154"/>
                    </a:cubicBezTo>
                    <a:cubicBezTo>
                      <a:pt x="461" y="1144"/>
                      <a:pt x="467" y="1134"/>
                      <a:pt x="469" y="1123"/>
                    </a:cubicBezTo>
                    <a:cubicBezTo>
                      <a:pt x="473" y="1109"/>
                      <a:pt x="477" y="1097"/>
                      <a:pt x="481" y="1085"/>
                    </a:cubicBezTo>
                    <a:cubicBezTo>
                      <a:pt x="483" y="1074"/>
                      <a:pt x="487" y="1064"/>
                      <a:pt x="492" y="1056"/>
                    </a:cubicBezTo>
                    <a:cubicBezTo>
                      <a:pt x="498" y="1044"/>
                      <a:pt x="500" y="1027"/>
                      <a:pt x="504" y="1015"/>
                    </a:cubicBezTo>
                    <a:cubicBezTo>
                      <a:pt x="508" y="1007"/>
                      <a:pt x="510" y="997"/>
                      <a:pt x="512" y="991"/>
                    </a:cubicBezTo>
                    <a:cubicBezTo>
                      <a:pt x="518" y="976"/>
                      <a:pt x="520" y="964"/>
                      <a:pt x="524" y="952"/>
                    </a:cubicBezTo>
                    <a:cubicBezTo>
                      <a:pt x="528" y="941"/>
                      <a:pt x="532" y="931"/>
                      <a:pt x="535" y="923"/>
                    </a:cubicBezTo>
                    <a:cubicBezTo>
                      <a:pt x="541" y="911"/>
                      <a:pt x="543" y="898"/>
                      <a:pt x="545" y="888"/>
                    </a:cubicBezTo>
                    <a:cubicBezTo>
                      <a:pt x="549" y="878"/>
                      <a:pt x="551" y="870"/>
                      <a:pt x="553" y="862"/>
                    </a:cubicBezTo>
                    <a:cubicBezTo>
                      <a:pt x="559" y="849"/>
                      <a:pt x="561" y="837"/>
                      <a:pt x="565" y="827"/>
                    </a:cubicBezTo>
                    <a:cubicBezTo>
                      <a:pt x="569" y="819"/>
                      <a:pt x="571" y="808"/>
                      <a:pt x="573" y="800"/>
                    </a:cubicBezTo>
                    <a:cubicBezTo>
                      <a:pt x="580" y="788"/>
                      <a:pt x="582" y="776"/>
                      <a:pt x="586" y="761"/>
                    </a:cubicBezTo>
                    <a:cubicBezTo>
                      <a:pt x="590" y="755"/>
                      <a:pt x="592" y="747"/>
                      <a:pt x="594" y="741"/>
                    </a:cubicBezTo>
                    <a:cubicBezTo>
                      <a:pt x="600" y="729"/>
                      <a:pt x="602" y="718"/>
                      <a:pt x="604" y="706"/>
                    </a:cubicBezTo>
                    <a:lnTo>
                      <a:pt x="612" y="684"/>
                    </a:lnTo>
                    <a:cubicBezTo>
                      <a:pt x="616" y="669"/>
                      <a:pt x="620" y="659"/>
                      <a:pt x="622" y="649"/>
                    </a:cubicBezTo>
                    <a:cubicBezTo>
                      <a:pt x="625" y="645"/>
                      <a:pt x="627" y="639"/>
                      <a:pt x="627" y="632"/>
                    </a:cubicBezTo>
                    <a:lnTo>
                      <a:pt x="643" y="585"/>
                    </a:lnTo>
                    <a:cubicBezTo>
                      <a:pt x="651" y="565"/>
                      <a:pt x="655" y="551"/>
                      <a:pt x="657" y="534"/>
                    </a:cubicBezTo>
                    <a:cubicBezTo>
                      <a:pt x="667" y="502"/>
                      <a:pt x="678" y="473"/>
                      <a:pt x="686" y="448"/>
                    </a:cubicBezTo>
                    <a:cubicBezTo>
                      <a:pt x="688" y="440"/>
                      <a:pt x="692" y="434"/>
                      <a:pt x="692" y="430"/>
                    </a:cubicBezTo>
                    <a:cubicBezTo>
                      <a:pt x="694" y="422"/>
                      <a:pt x="696" y="414"/>
                      <a:pt x="698" y="409"/>
                    </a:cubicBezTo>
                    <a:cubicBezTo>
                      <a:pt x="704" y="397"/>
                      <a:pt x="706" y="387"/>
                      <a:pt x="708" y="379"/>
                    </a:cubicBezTo>
                    <a:lnTo>
                      <a:pt x="725" y="340"/>
                    </a:lnTo>
                    <a:cubicBezTo>
                      <a:pt x="729" y="328"/>
                      <a:pt x="735" y="315"/>
                      <a:pt x="743" y="305"/>
                    </a:cubicBezTo>
                    <a:cubicBezTo>
                      <a:pt x="747" y="295"/>
                      <a:pt x="755" y="285"/>
                      <a:pt x="760" y="274"/>
                    </a:cubicBezTo>
                    <a:cubicBezTo>
                      <a:pt x="764" y="270"/>
                      <a:pt x="764" y="268"/>
                      <a:pt x="766" y="266"/>
                    </a:cubicBezTo>
                    <a:cubicBezTo>
                      <a:pt x="774" y="256"/>
                      <a:pt x="778" y="248"/>
                      <a:pt x="786" y="238"/>
                    </a:cubicBezTo>
                    <a:cubicBezTo>
                      <a:pt x="794" y="227"/>
                      <a:pt x="800" y="217"/>
                      <a:pt x="809" y="209"/>
                    </a:cubicBezTo>
                    <a:cubicBezTo>
                      <a:pt x="817" y="199"/>
                      <a:pt x="827" y="193"/>
                      <a:pt x="835" y="184"/>
                    </a:cubicBezTo>
                    <a:cubicBezTo>
                      <a:pt x="841" y="176"/>
                      <a:pt x="852" y="168"/>
                      <a:pt x="860" y="164"/>
                    </a:cubicBezTo>
                    <a:cubicBezTo>
                      <a:pt x="870" y="156"/>
                      <a:pt x="878" y="152"/>
                      <a:pt x="886" y="146"/>
                    </a:cubicBezTo>
                    <a:cubicBezTo>
                      <a:pt x="911" y="119"/>
                      <a:pt x="923" y="113"/>
                      <a:pt x="938" y="105"/>
                    </a:cubicBezTo>
                    <a:cubicBezTo>
                      <a:pt x="950" y="101"/>
                      <a:pt x="960" y="98"/>
                      <a:pt x="972" y="98"/>
                    </a:cubicBezTo>
                    <a:cubicBezTo>
                      <a:pt x="981" y="98"/>
                      <a:pt x="988" y="97"/>
                      <a:pt x="995" y="97"/>
                    </a:cubicBezTo>
                    <a:cubicBezTo>
                      <a:pt x="998" y="97"/>
                      <a:pt x="1002" y="97"/>
                      <a:pt x="1005" y="98"/>
                    </a:cubicBezTo>
                    <a:cubicBezTo>
                      <a:pt x="1019" y="101"/>
                      <a:pt x="1026" y="103"/>
                      <a:pt x="1036" y="107"/>
                    </a:cubicBezTo>
                    <a:lnTo>
                      <a:pt x="876" y="15"/>
                    </a:lnTo>
                    <a:cubicBezTo>
                      <a:pt x="870" y="13"/>
                      <a:pt x="868" y="11"/>
                      <a:pt x="866" y="11"/>
                    </a:cubicBezTo>
                    <a:cubicBezTo>
                      <a:pt x="860" y="8"/>
                      <a:pt x="858" y="8"/>
                      <a:pt x="852" y="4"/>
                    </a:cubicBezTo>
                    <a:cubicBezTo>
                      <a:pt x="850" y="4"/>
                      <a:pt x="848" y="2"/>
                      <a:pt x="845" y="2"/>
                    </a:cubicBezTo>
                    <a:cubicBezTo>
                      <a:pt x="837" y="0"/>
                      <a:pt x="835" y="0"/>
                      <a:pt x="831" y="0"/>
                    </a:cubicBezTo>
                    <a:close/>
                    <a:moveTo>
                      <a:pt x="265" y="2524"/>
                    </a:moveTo>
                    <a:cubicBezTo>
                      <a:pt x="266" y="2525"/>
                      <a:pt x="267" y="2526"/>
                      <a:pt x="269" y="2527"/>
                    </a:cubicBezTo>
                    <a:cubicBezTo>
                      <a:pt x="277" y="2533"/>
                      <a:pt x="287" y="2537"/>
                      <a:pt x="295" y="2541"/>
                    </a:cubicBezTo>
                    <a:lnTo>
                      <a:pt x="265" y="2524"/>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37"/>
              <p:cNvSpPr/>
              <p:nvPr/>
            </p:nvSpPr>
            <p:spPr>
              <a:xfrm rot="39010">
                <a:off x="4931546" y="2862909"/>
                <a:ext cx="288643" cy="1248751"/>
              </a:xfrm>
              <a:custGeom>
                <a:rect b="b" l="l" r="r" t="t"/>
                <a:pathLst>
                  <a:path extrusionOk="0" h="5317" w="1229">
                    <a:moveTo>
                      <a:pt x="843" y="1"/>
                    </a:moveTo>
                    <a:cubicBezTo>
                      <a:pt x="816" y="1"/>
                      <a:pt x="787" y="10"/>
                      <a:pt x="758" y="26"/>
                    </a:cubicBezTo>
                    <a:cubicBezTo>
                      <a:pt x="690" y="65"/>
                      <a:pt x="623" y="147"/>
                      <a:pt x="588" y="251"/>
                    </a:cubicBezTo>
                    <a:cubicBezTo>
                      <a:pt x="492" y="558"/>
                      <a:pt x="154" y="1606"/>
                      <a:pt x="80" y="2070"/>
                    </a:cubicBezTo>
                    <a:cubicBezTo>
                      <a:pt x="1" y="2559"/>
                      <a:pt x="430" y="2258"/>
                      <a:pt x="432" y="2804"/>
                    </a:cubicBezTo>
                    <a:cubicBezTo>
                      <a:pt x="434" y="3872"/>
                      <a:pt x="547" y="4760"/>
                      <a:pt x="717" y="5204"/>
                    </a:cubicBezTo>
                    <a:cubicBezTo>
                      <a:pt x="744" y="5275"/>
                      <a:pt x="785" y="5316"/>
                      <a:pt x="826" y="5316"/>
                    </a:cubicBezTo>
                    <a:cubicBezTo>
                      <a:pt x="838" y="5316"/>
                      <a:pt x="849" y="5313"/>
                      <a:pt x="860" y="5307"/>
                    </a:cubicBezTo>
                    <a:cubicBezTo>
                      <a:pt x="891" y="5290"/>
                      <a:pt x="921" y="5241"/>
                      <a:pt x="944" y="5157"/>
                    </a:cubicBezTo>
                    <a:cubicBezTo>
                      <a:pt x="1110" y="4523"/>
                      <a:pt x="1228" y="3508"/>
                      <a:pt x="1226" y="2438"/>
                    </a:cubicBezTo>
                    <a:cubicBezTo>
                      <a:pt x="1222" y="1385"/>
                      <a:pt x="1085" y="536"/>
                      <a:pt x="936" y="75"/>
                    </a:cubicBezTo>
                    <a:cubicBezTo>
                      <a:pt x="921" y="24"/>
                      <a:pt x="885" y="1"/>
                      <a:pt x="8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37"/>
              <p:cNvSpPr/>
              <p:nvPr/>
            </p:nvSpPr>
            <p:spPr>
              <a:xfrm rot="39010">
                <a:off x="5171098" y="3171374"/>
                <a:ext cx="532193" cy="347123"/>
              </a:xfrm>
              <a:custGeom>
                <a:rect b="b" l="l" r="r" t="t"/>
                <a:pathLst>
                  <a:path extrusionOk="0" h="1478" w="2266">
                    <a:moveTo>
                      <a:pt x="2236" y="1"/>
                    </a:moveTo>
                    <a:cubicBezTo>
                      <a:pt x="2226" y="1"/>
                      <a:pt x="2217" y="8"/>
                      <a:pt x="2212" y="17"/>
                    </a:cubicBezTo>
                    <a:cubicBezTo>
                      <a:pt x="1993" y="659"/>
                      <a:pt x="1625" y="1089"/>
                      <a:pt x="1117" y="1296"/>
                    </a:cubicBezTo>
                    <a:cubicBezTo>
                      <a:pt x="881" y="1392"/>
                      <a:pt x="652" y="1423"/>
                      <a:pt x="464" y="1423"/>
                    </a:cubicBezTo>
                    <a:cubicBezTo>
                      <a:pt x="255" y="1423"/>
                      <a:pt x="97" y="1385"/>
                      <a:pt x="41" y="1357"/>
                    </a:cubicBezTo>
                    <a:cubicBezTo>
                      <a:pt x="38" y="1356"/>
                      <a:pt x="35" y="1356"/>
                      <a:pt x="32" y="1356"/>
                    </a:cubicBezTo>
                    <a:cubicBezTo>
                      <a:pt x="21" y="1356"/>
                      <a:pt x="11" y="1360"/>
                      <a:pt x="5" y="1369"/>
                    </a:cubicBezTo>
                    <a:cubicBezTo>
                      <a:pt x="0" y="1384"/>
                      <a:pt x="5" y="1398"/>
                      <a:pt x="19" y="1406"/>
                    </a:cubicBezTo>
                    <a:cubicBezTo>
                      <a:pt x="80" y="1437"/>
                      <a:pt x="244" y="1478"/>
                      <a:pt x="463" y="1478"/>
                    </a:cubicBezTo>
                    <a:cubicBezTo>
                      <a:pt x="657" y="1478"/>
                      <a:pt x="894" y="1445"/>
                      <a:pt x="1136" y="1347"/>
                    </a:cubicBezTo>
                    <a:cubicBezTo>
                      <a:pt x="1658" y="1134"/>
                      <a:pt x="2036" y="692"/>
                      <a:pt x="2261" y="35"/>
                    </a:cubicBezTo>
                    <a:cubicBezTo>
                      <a:pt x="2265" y="23"/>
                      <a:pt x="2259" y="7"/>
                      <a:pt x="2245" y="3"/>
                    </a:cubicBezTo>
                    <a:cubicBezTo>
                      <a:pt x="2242" y="1"/>
                      <a:pt x="2239" y="1"/>
                      <a:pt x="2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37"/>
              <p:cNvSpPr/>
              <p:nvPr/>
            </p:nvSpPr>
            <p:spPr>
              <a:xfrm rot="39010">
                <a:off x="5161991" y="3203213"/>
                <a:ext cx="573528" cy="357222"/>
              </a:xfrm>
              <a:custGeom>
                <a:rect b="b" l="l" r="r" t="t"/>
                <a:pathLst>
                  <a:path extrusionOk="0" h="1521" w="2442">
                    <a:moveTo>
                      <a:pt x="2412" y="1"/>
                    </a:moveTo>
                    <a:cubicBezTo>
                      <a:pt x="2402" y="1"/>
                      <a:pt x="2391" y="8"/>
                      <a:pt x="2388" y="17"/>
                    </a:cubicBezTo>
                    <a:cubicBezTo>
                      <a:pt x="2169" y="655"/>
                      <a:pt x="1781" y="1091"/>
                      <a:pt x="1234" y="1314"/>
                    </a:cubicBezTo>
                    <a:cubicBezTo>
                      <a:pt x="945" y="1433"/>
                      <a:pt x="666" y="1468"/>
                      <a:pt x="450" y="1468"/>
                    </a:cubicBezTo>
                    <a:cubicBezTo>
                      <a:pt x="238" y="1468"/>
                      <a:pt x="86" y="1435"/>
                      <a:pt x="42" y="1412"/>
                    </a:cubicBezTo>
                    <a:cubicBezTo>
                      <a:pt x="38" y="1411"/>
                      <a:pt x="35" y="1410"/>
                      <a:pt x="31" y="1410"/>
                    </a:cubicBezTo>
                    <a:cubicBezTo>
                      <a:pt x="22" y="1410"/>
                      <a:pt x="13" y="1416"/>
                      <a:pt x="7" y="1425"/>
                    </a:cubicBezTo>
                    <a:cubicBezTo>
                      <a:pt x="1" y="1437"/>
                      <a:pt x="7" y="1453"/>
                      <a:pt x="19" y="1459"/>
                    </a:cubicBezTo>
                    <a:cubicBezTo>
                      <a:pt x="80" y="1490"/>
                      <a:pt x="236" y="1521"/>
                      <a:pt x="445" y="1521"/>
                    </a:cubicBezTo>
                    <a:cubicBezTo>
                      <a:pt x="674" y="1521"/>
                      <a:pt x="966" y="1484"/>
                      <a:pt x="1255" y="1363"/>
                    </a:cubicBezTo>
                    <a:cubicBezTo>
                      <a:pt x="1815" y="1136"/>
                      <a:pt x="2216" y="688"/>
                      <a:pt x="2439" y="35"/>
                    </a:cubicBezTo>
                    <a:cubicBezTo>
                      <a:pt x="2441" y="23"/>
                      <a:pt x="2433" y="7"/>
                      <a:pt x="2421" y="3"/>
                    </a:cubicBezTo>
                    <a:cubicBezTo>
                      <a:pt x="2418" y="1"/>
                      <a:pt x="2415" y="1"/>
                      <a:pt x="24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37"/>
              <p:cNvSpPr/>
              <p:nvPr/>
            </p:nvSpPr>
            <p:spPr>
              <a:xfrm rot="39010">
                <a:off x="4969133" y="3710643"/>
                <a:ext cx="24425" cy="545110"/>
              </a:xfrm>
              <a:custGeom>
                <a:rect b="b" l="l" r="r" t="t"/>
                <a:pathLst>
                  <a:path extrusionOk="0" h="2321" w="104">
                    <a:moveTo>
                      <a:pt x="52" y="1"/>
                    </a:moveTo>
                    <a:cubicBezTo>
                      <a:pt x="23" y="1"/>
                      <a:pt x="1" y="23"/>
                      <a:pt x="1" y="52"/>
                    </a:cubicBezTo>
                    <a:lnTo>
                      <a:pt x="1" y="2270"/>
                    </a:lnTo>
                    <a:cubicBezTo>
                      <a:pt x="1" y="2298"/>
                      <a:pt x="23" y="2321"/>
                      <a:pt x="52" y="2321"/>
                    </a:cubicBezTo>
                    <a:cubicBezTo>
                      <a:pt x="81" y="2321"/>
                      <a:pt x="103" y="2298"/>
                      <a:pt x="103" y="2270"/>
                    </a:cubicBezTo>
                    <a:lnTo>
                      <a:pt x="103" y="52"/>
                    </a:lnTo>
                    <a:cubicBezTo>
                      <a:pt x="103" y="23"/>
                      <a:pt x="81" y="1"/>
                      <a:pt x="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37"/>
              <p:cNvSpPr/>
              <p:nvPr/>
            </p:nvSpPr>
            <p:spPr>
              <a:xfrm rot="39010">
                <a:off x="4948840" y="3438232"/>
                <a:ext cx="73276" cy="361215"/>
              </a:xfrm>
              <a:custGeom>
                <a:rect b="b" l="l" r="r" t="t"/>
                <a:pathLst>
                  <a:path extrusionOk="0" h="1538" w="312">
                    <a:moveTo>
                      <a:pt x="156" y="1"/>
                    </a:moveTo>
                    <a:cubicBezTo>
                      <a:pt x="68" y="1"/>
                      <a:pt x="0" y="68"/>
                      <a:pt x="0" y="156"/>
                    </a:cubicBezTo>
                    <a:lnTo>
                      <a:pt x="0" y="1382"/>
                    </a:lnTo>
                    <a:cubicBezTo>
                      <a:pt x="0" y="1468"/>
                      <a:pt x="68" y="1537"/>
                      <a:pt x="156" y="1537"/>
                    </a:cubicBezTo>
                    <a:cubicBezTo>
                      <a:pt x="242" y="1537"/>
                      <a:pt x="311" y="1465"/>
                      <a:pt x="311" y="1382"/>
                    </a:cubicBezTo>
                    <a:lnTo>
                      <a:pt x="311" y="156"/>
                    </a:lnTo>
                    <a:cubicBezTo>
                      <a:pt x="311" y="68"/>
                      <a:pt x="242" y="1"/>
                      <a:pt x="1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37"/>
              <p:cNvSpPr/>
              <p:nvPr/>
            </p:nvSpPr>
            <p:spPr>
              <a:xfrm rot="39010">
                <a:off x="5109864" y="4035228"/>
                <a:ext cx="34290" cy="13152"/>
              </a:xfrm>
              <a:custGeom>
                <a:rect b="b" l="l" r="r" t="t"/>
                <a:pathLst>
                  <a:path extrusionOk="0" h="56" w="146">
                    <a:moveTo>
                      <a:pt x="74" y="0"/>
                    </a:moveTo>
                    <a:cubicBezTo>
                      <a:pt x="74" y="0"/>
                      <a:pt x="70" y="5"/>
                      <a:pt x="66" y="5"/>
                    </a:cubicBezTo>
                    <a:cubicBezTo>
                      <a:pt x="66" y="7"/>
                      <a:pt x="64" y="7"/>
                      <a:pt x="62" y="7"/>
                    </a:cubicBezTo>
                    <a:cubicBezTo>
                      <a:pt x="58" y="7"/>
                      <a:pt x="58" y="7"/>
                      <a:pt x="54" y="9"/>
                    </a:cubicBezTo>
                    <a:cubicBezTo>
                      <a:pt x="49" y="9"/>
                      <a:pt x="47" y="11"/>
                      <a:pt x="45" y="11"/>
                    </a:cubicBezTo>
                    <a:cubicBezTo>
                      <a:pt x="45" y="11"/>
                      <a:pt x="43" y="11"/>
                      <a:pt x="39" y="15"/>
                    </a:cubicBezTo>
                    <a:cubicBezTo>
                      <a:pt x="35" y="15"/>
                      <a:pt x="33" y="15"/>
                      <a:pt x="31" y="17"/>
                    </a:cubicBezTo>
                    <a:cubicBezTo>
                      <a:pt x="31" y="17"/>
                      <a:pt x="27" y="17"/>
                      <a:pt x="25" y="19"/>
                    </a:cubicBezTo>
                    <a:cubicBezTo>
                      <a:pt x="23" y="19"/>
                      <a:pt x="21" y="21"/>
                      <a:pt x="13" y="25"/>
                    </a:cubicBezTo>
                    <a:cubicBezTo>
                      <a:pt x="11" y="25"/>
                      <a:pt x="11" y="27"/>
                      <a:pt x="6" y="27"/>
                    </a:cubicBezTo>
                    <a:cubicBezTo>
                      <a:pt x="4" y="27"/>
                      <a:pt x="4" y="27"/>
                      <a:pt x="0" y="29"/>
                    </a:cubicBezTo>
                    <a:lnTo>
                      <a:pt x="45" y="56"/>
                    </a:lnTo>
                    <a:cubicBezTo>
                      <a:pt x="47" y="56"/>
                      <a:pt x="51" y="56"/>
                      <a:pt x="54" y="54"/>
                    </a:cubicBezTo>
                    <a:cubicBezTo>
                      <a:pt x="56" y="54"/>
                      <a:pt x="56" y="50"/>
                      <a:pt x="58" y="50"/>
                    </a:cubicBezTo>
                    <a:cubicBezTo>
                      <a:pt x="62" y="50"/>
                      <a:pt x="62" y="48"/>
                      <a:pt x="64" y="48"/>
                    </a:cubicBezTo>
                    <a:cubicBezTo>
                      <a:pt x="66" y="48"/>
                      <a:pt x="70" y="48"/>
                      <a:pt x="74" y="46"/>
                    </a:cubicBezTo>
                    <a:cubicBezTo>
                      <a:pt x="74" y="46"/>
                      <a:pt x="76" y="41"/>
                      <a:pt x="78" y="41"/>
                    </a:cubicBezTo>
                    <a:cubicBezTo>
                      <a:pt x="80" y="41"/>
                      <a:pt x="86" y="41"/>
                      <a:pt x="88" y="39"/>
                    </a:cubicBezTo>
                    <a:cubicBezTo>
                      <a:pt x="88" y="39"/>
                      <a:pt x="90" y="37"/>
                      <a:pt x="94" y="37"/>
                    </a:cubicBezTo>
                    <a:cubicBezTo>
                      <a:pt x="96" y="37"/>
                      <a:pt x="99" y="35"/>
                      <a:pt x="101" y="35"/>
                    </a:cubicBezTo>
                    <a:cubicBezTo>
                      <a:pt x="105" y="35"/>
                      <a:pt x="107" y="31"/>
                      <a:pt x="109" y="31"/>
                    </a:cubicBezTo>
                    <a:cubicBezTo>
                      <a:pt x="109" y="29"/>
                      <a:pt x="111" y="29"/>
                      <a:pt x="115" y="29"/>
                    </a:cubicBezTo>
                    <a:cubicBezTo>
                      <a:pt x="117" y="27"/>
                      <a:pt x="119" y="27"/>
                      <a:pt x="125" y="27"/>
                    </a:cubicBezTo>
                    <a:lnTo>
                      <a:pt x="137" y="27"/>
                    </a:lnTo>
                    <a:cubicBezTo>
                      <a:pt x="139" y="27"/>
                      <a:pt x="141" y="29"/>
                      <a:pt x="146" y="29"/>
                    </a:cubicBezTo>
                    <a:lnTo>
                      <a:pt x="96" y="5"/>
                    </a:lnTo>
                    <a:cubicBezTo>
                      <a:pt x="94" y="0"/>
                      <a:pt x="94" y="0"/>
                      <a:pt x="9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37"/>
              <p:cNvSpPr/>
              <p:nvPr/>
            </p:nvSpPr>
            <p:spPr>
              <a:xfrm rot="39010">
                <a:off x="4957757" y="4041047"/>
                <a:ext cx="162288" cy="193290"/>
              </a:xfrm>
              <a:custGeom>
                <a:rect b="b" l="l" r="r" t="t"/>
                <a:pathLst>
                  <a:path extrusionOk="0" h="823" w="691">
                    <a:moveTo>
                      <a:pt x="643" y="0"/>
                    </a:moveTo>
                    <a:lnTo>
                      <a:pt x="1" y="798"/>
                    </a:lnTo>
                    <a:lnTo>
                      <a:pt x="50" y="823"/>
                    </a:lnTo>
                    <a:lnTo>
                      <a:pt x="690" y="27"/>
                    </a:lnTo>
                    <a:lnTo>
                      <a:pt x="6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37"/>
              <p:cNvSpPr/>
              <p:nvPr/>
            </p:nvSpPr>
            <p:spPr>
              <a:xfrm rot="39010">
                <a:off x="4948069" y="4226386"/>
                <a:ext cx="21372" cy="39222"/>
              </a:xfrm>
              <a:custGeom>
                <a:rect b="b" l="l" r="r" t="t"/>
                <a:pathLst>
                  <a:path extrusionOk="0" h="167" w="91">
                    <a:moveTo>
                      <a:pt x="40" y="0"/>
                    </a:moveTo>
                    <a:cubicBezTo>
                      <a:pt x="38" y="0"/>
                      <a:pt x="37" y="0"/>
                      <a:pt x="37" y="1"/>
                    </a:cubicBezTo>
                    <a:cubicBezTo>
                      <a:pt x="37" y="3"/>
                      <a:pt x="37" y="3"/>
                      <a:pt x="33" y="5"/>
                    </a:cubicBezTo>
                    <a:cubicBezTo>
                      <a:pt x="33" y="9"/>
                      <a:pt x="33" y="9"/>
                      <a:pt x="31" y="11"/>
                    </a:cubicBezTo>
                    <a:cubicBezTo>
                      <a:pt x="29" y="13"/>
                      <a:pt x="29" y="13"/>
                      <a:pt x="27" y="19"/>
                    </a:cubicBezTo>
                    <a:cubicBezTo>
                      <a:pt x="25" y="21"/>
                      <a:pt x="25" y="26"/>
                      <a:pt x="21" y="30"/>
                    </a:cubicBezTo>
                    <a:cubicBezTo>
                      <a:pt x="18" y="32"/>
                      <a:pt x="18" y="32"/>
                      <a:pt x="16" y="36"/>
                    </a:cubicBezTo>
                    <a:cubicBezTo>
                      <a:pt x="16" y="40"/>
                      <a:pt x="16" y="42"/>
                      <a:pt x="10" y="50"/>
                    </a:cubicBezTo>
                    <a:cubicBezTo>
                      <a:pt x="10" y="50"/>
                      <a:pt x="10" y="52"/>
                      <a:pt x="6" y="66"/>
                    </a:cubicBezTo>
                    <a:cubicBezTo>
                      <a:pt x="4" y="66"/>
                      <a:pt x="4" y="71"/>
                      <a:pt x="0" y="93"/>
                    </a:cubicBezTo>
                    <a:lnTo>
                      <a:pt x="0" y="101"/>
                    </a:lnTo>
                    <a:lnTo>
                      <a:pt x="0" y="105"/>
                    </a:lnTo>
                    <a:lnTo>
                      <a:pt x="10" y="118"/>
                    </a:lnTo>
                    <a:cubicBezTo>
                      <a:pt x="10" y="118"/>
                      <a:pt x="10" y="122"/>
                      <a:pt x="14" y="124"/>
                    </a:cubicBezTo>
                    <a:cubicBezTo>
                      <a:pt x="14" y="126"/>
                      <a:pt x="14" y="126"/>
                      <a:pt x="16" y="128"/>
                    </a:cubicBezTo>
                    <a:cubicBezTo>
                      <a:pt x="16" y="132"/>
                      <a:pt x="16" y="132"/>
                      <a:pt x="21" y="136"/>
                    </a:cubicBezTo>
                    <a:cubicBezTo>
                      <a:pt x="25" y="136"/>
                      <a:pt x="27" y="138"/>
                      <a:pt x="29" y="142"/>
                    </a:cubicBezTo>
                    <a:lnTo>
                      <a:pt x="72" y="164"/>
                    </a:lnTo>
                    <a:lnTo>
                      <a:pt x="72" y="164"/>
                    </a:lnTo>
                    <a:cubicBezTo>
                      <a:pt x="71" y="163"/>
                      <a:pt x="69" y="161"/>
                      <a:pt x="68" y="158"/>
                    </a:cubicBezTo>
                    <a:cubicBezTo>
                      <a:pt x="68" y="156"/>
                      <a:pt x="66" y="154"/>
                      <a:pt x="61" y="152"/>
                    </a:cubicBezTo>
                    <a:cubicBezTo>
                      <a:pt x="59" y="148"/>
                      <a:pt x="59" y="144"/>
                      <a:pt x="57" y="138"/>
                    </a:cubicBezTo>
                    <a:cubicBezTo>
                      <a:pt x="57" y="134"/>
                      <a:pt x="55" y="128"/>
                      <a:pt x="55" y="124"/>
                    </a:cubicBezTo>
                    <a:lnTo>
                      <a:pt x="55" y="107"/>
                    </a:lnTo>
                    <a:cubicBezTo>
                      <a:pt x="55" y="103"/>
                      <a:pt x="55" y="97"/>
                      <a:pt x="57" y="91"/>
                    </a:cubicBezTo>
                    <a:cubicBezTo>
                      <a:pt x="57" y="85"/>
                      <a:pt x="59" y="81"/>
                      <a:pt x="61" y="73"/>
                    </a:cubicBezTo>
                    <a:cubicBezTo>
                      <a:pt x="66" y="66"/>
                      <a:pt x="68" y="62"/>
                      <a:pt x="70" y="54"/>
                    </a:cubicBezTo>
                    <a:cubicBezTo>
                      <a:pt x="72" y="50"/>
                      <a:pt x="76" y="44"/>
                      <a:pt x="80" y="36"/>
                    </a:cubicBezTo>
                    <a:cubicBezTo>
                      <a:pt x="82" y="32"/>
                      <a:pt x="86" y="26"/>
                      <a:pt x="90" y="21"/>
                    </a:cubicBezTo>
                    <a:cubicBezTo>
                      <a:pt x="90" y="21"/>
                      <a:pt x="51" y="0"/>
                      <a:pt x="40" y="0"/>
                    </a:cubicBezTo>
                    <a:close/>
                    <a:moveTo>
                      <a:pt x="72" y="164"/>
                    </a:moveTo>
                    <a:cubicBezTo>
                      <a:pt x="75" y="166"/>
                      <a:pt x="77" y="167"/>
                      <a:pt x="78" y="167"/>
                    </a:cubicBezTo>
                    <a:lnTo>
                      <a:pt x="72" y="164"/>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37"/>
              <p:cNvSpPr/>
              <p:nvPr/>
            </p:nvSpPr>
            <p:spPr>
              <a:xfrm rot="39010">
                <a:off x="4958020" y="4042839"/>
                <a:ext cx="187653" cy="226170"/>
              </a:xfrm>
              <a:custGeom>
                <a:rect b="b" l="l" r="r" t="t"/>
                <a:pathLst>
                  <a:path extrusionOk="0" h="963" w="799">
                    <a:moveTo>
                      <a:pt x="770" y="0"/>
                    </a:moveTo>
                    <a:cubicBezTo>
                      <a:pt x="748" y="0"/>
                      <a:pt x="714" y="9"/>
                      <a:pt x="688" y="20"/>
                    </a:cubicBezTo>
                    <a:lnTo>
                      <a:pt x="48" y="816"/>
                    </a:lnTo>
                    <a:cubicBezTo>
                      <a:pt x="13" y="857"/>
                      <a:pt x="1" y="912"/>
                      <a:pt x="19" y="942"/>
                    </a:cubicBezTo>
                    <a:cubicBezTo>
                      <a:pt x="26" y="955"/>
                      <a:pt x="38" y="962"/>
                      <a:pt x="52" y="962"/>
                    </a:cubicBezTo>
                    <a:cubicBezTo>
                      <a:pt x="62" y="962"/>
                      <a:pt x="72" y="958"/>
                      <a:pt x="83" y="951"/>
                    </a:cubicBezTo>
                    <a:cubicBezTo>
                      <a:pt x="93" y="944"/>
                      <a:pt x="101" y="934"/>
                      <a:pt x="111" y="924"/>
                    </a:cubicBezTo>
                    <a:lnTo>
                      <a:pt x="754" y="130"/>
                    </a:lnTo>
                    <a:cubicBezTo>
                      <a:pt x="787" y="89"/>
                      <a:pt x="799" y="32"/>
                      <a:pt x="780" y="1"/>
                    </a:cubicBezTo>
                    <a:cubicBezTo>
                      <a:pt x="777" y="1"/>
                      <a:pt x="774" y="0"/>
                      <a:pt x="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37"/>
              <p:cNvSpPr/>
              <p:nvPr/>
            </p:nvSpPr>
            <p:spPr>
              <a:xfrm rot="39010">
                <a:off x="5115253" y="4049544"/>
                <a:ext cx="21372" cy="28183"/>
              </a:xfrm>
              <a:custGeom>
                <a:rect b="b" l="l" r="r" t="t"/>
                <a:pathLst>
                  <a:path extrusionOk="0" h="120" w="91">
                    <a:moveTo>
                      <a:pt x="73" y="1"/>
                    </a:moveTo>
                    <a:cubicBezTo>
                      <a:pt x="70" y="1"/>
                      <a:pt x="60" y="7"/>
                      <a:pt x="27" y="27"/>
                    </a:cubicBezTo>
                    <a:cubicBezTo>
                      <a:pt x="27" y="30"/>
                      <a:pt x="27" y="30"/>
                      <a:pt x="23" y="34"/>
                    </a:cubicBezTo>
                    <a:cubicBezTo>
                      <a:pt x="23" y="34"/>
                      <a:pt x="23" y="36"/>
                      <a:pt x="11" y="77"/>
                    </a:cubicBezTo>
                    <a:lnTo>
                      <a:pt x="1" y="103"/>
                    </a:lnTo>
                    <a:cubicBezTo>
                      <a:pt x="1" y="107"/>
                      <a:pt x="3" y="107"/>
                      <a:pt x="9" y="111"/>
                    </a:cubicBezTo>
                    <a:lnTo>
                      <a:pt x="19" y="117"/>
                    </a:lnTo>
                    <a:lnTo>
                      <a:pt x="19" y="117"/>
                    </a:lnTo>
                    <a:cubicBezTo>
                      <a:pt x="19" y="116"/>
                      <a:pt x="18" y="111"/>
                      <a:pt x="11" y="99"/>
                    </a:cubicBezTo>
                    <a:lnTo>
                      <a:pt x="11" y="93"/>
                    </a:lnTo>
                    <a:lnTo>
                      <a:pt x="11" y="89"/>
                    </a:lnTo>
                    <a:lnTo>
                      <a:pt x="11" y="83"/>
                    </a:lnTo>
                    <a:cubicBezTo>
                      <a:pt x="13" y="83"/>
                      <a:pt x="13" y="81"/>
                      <a:pt x="13" y="79"/>
                    </a:cubicBezTo>
                    <a:cubicBezTo>
                      <a:pt x="13" y="79"/>
                      <a:pt x="17" y="77"/>
                      <a:pt x="17" y="72"/>
                    </a:cubicBezTo>
                    <a:cubicBezTo>
                      <a:pt x="17" y="72"/>
                      <a:pt x="17" y="70"/>
                      <a:pt x="19" y="68"/>
                    </a:cubicBezTo>
                    <a:cubicBezTo>
                      <a:pt x="19" y="68"/>
                      <a:pt x="21" y="66"/>
                      <a:pt x="21" y="62"/>
                    </a:cubicBezTo>
                    <a:cubicBezTo>
                      <a:pt x="21" y="62"/>
                      <a:pt x="21" y="60"/>
                      <a:pt x="23" y="58"/>
                    </a:cubicBezTo>
                    <a:cubicBezTo>
                      <a:pt x="23" y="58"/>
                      <a:pt x="23" y="56"/>
                      <a:pt x="30" y="48"/>
                    </a:cubicBezTo>
                    <a:cubicBezTo>
                      <a:pt x="30" y="46"/>
                      <a:pt x="30" y="46"/>
                      <a:pt x="32" y="44"/>
                    </a:cubicBezTo>
                    <a:cubicBezTo>
                      <a:pt x="32" y="40"/>
                      <a:pt x="32" y="40"/>
                      <a:pt x="34" y="38"/>
                    </a:cubicBezTo>
                    <a:lnTo>
                      <a:pt x="40" y="34"/>
                    </a:lnTo>
                    <a:lnTo>
                      <a:pt x="44" y="27"/>
                    </a:lnTo>
                    <a:lnTo>
                      <a:pt x="50" y="23"/>
                    </a:lnTo>
                    <a:lnTo>
                      <a:pt x="54" y="17"/>
                    </a:lnTo>
                    <a:cubicBezTo>
                      <a:pt x="58" y="17"/>
                      <a:pt x="58" y="17"/>
                      <a:pt x="60" y="15"/>
                    </a:cubicBezTo>
                    <a:cubicBezTo>
                      <a:pt x="62" y="15"/>
                      <a:pt x="62" y="15"/>
                      <a:pt x="64" y="13"/>
                    </a:cubicBezTo>
                    <a:cubicBezTo>
                      <a:pt x="64" y="13"/>
                      <a:pt x="68" y="9"/>
                      <a:pt x="81" y="7"/>
                    </a:cubicBezTo>
                    <a:cubicBezTo>
                      <a:pt x="83" y="7"/>
                      <a:pt x="83" y="7"/>
                      <a:pt x="91" y="9"/>
                    </a:cubicBezTo>
                    <a:lnTo>
                      <a:pt x="75" y="3"/>
                    </a:lnTo>
                    <a:cubicBezTo>
                      <a:pt x="75" y="2"/>
                      <a:pt x="74" y="1"/>
                      <a:pt x="73" y="1"/>
                    </a:cubicBezTo>
                    <a:close/>
                    <a:moveTo>
                      <a:pt x="19" y="117"/>
                    </a:moveTo>
                    <a:cubicBezTo>
                      <a:pt x="19" y="117"/>
                      <a:pt x="19" y="117"/>
                      <a:pt x="19" y="117"/>
                    </a:cubicBezTo>
                    <a:cubicBezTo>
                      <a:pt x="21" y="120"/>
                      <a:pt x="21" y="120"/>
                      <a:pt x="23" y="120"/>
                    </a:cubicBezTo>
                    <a:lnTo>
                      <a:pt x="19" y="1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37"/>
              <p:cNvSpPr/>
              <p:nvPr/>
            </p:nvSpPr>
            <p:spPr>
              <a:xfrm rot="39010">
                <a:off x="5120656" y="4051003"/>
                <a:ext cx="19493" cy="25130"/>
              </a:xfrm>
              <a:custGeom>
                <a:rect b="b" l="l" r="r" t="t"/>
                <a:pathLst>
                  <a:path extrusionOk="0" h="107" w="83">
                    <a:moveTo>
                      <a:pt x="59" y="1"/>
                    </a:moveTo>
                    <a:cubicBezTo>
                      <a:pt x="53" y="1"/>
                      <a:pt x="46" y="4"/>
                      <a:pt x="39" y="9"/>
                    </a:cubicBezTo>
                    <a:cubicBezTo>
                      <a:pt x="19" y="24"/>
                      <a:pt x="0" y="54"/>
                      <a:pt x="4" y="81"/>
                    </a:cubicBezTo>
                    <a:cubicBezTo>
                      <a:pt x="6" y="98"/>
                      <a:pt x="15" y="107"/>
                      <a:pt x="27" y="107"/>
                    </a:cubicBezTo>
                    <a:cubicBezTo>
                      <a:pt x="33" y="107"/>
                      <a:pt x="39" y="105"/>
                      <a:pt x="45" y="101"/>
                    </a:cubicBezTo>
                    <a:cubicBezTo>
                      <a:pt x="66" y="85"/>
                      <a:pt x="82" y="54"/>
                      <a:pt x="80" y="30"/>
                    </a:cubicBezTo>
                    <a:cubicBezTo>
                      <a:pt x="79" y="11"/>
                      <a:pt x="70" y="1"/>
                      <a:pt x="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37"/>
              <p:cNvSpPr/>
              <p:nvPr/>
            </p:nvSpPr>
            <p:spPr>
              <a:xfrm rot="39010">
                <a:off x="4966160" y="4231758"/>
                <a:ext cx="21372" cy="27479"/>
              </a:xfrm>
              <a:custGeom>
                <a:rect b="b" l="l" r="r" t="t"/>
                <a:pathLst>
                  <a:path extrusionOk="0" h="117" w="91">
                    <a:moveTo>
                      <a:pt x="74" y="1"/>
                    </a:moveTo>
                    <a:cubicBezTo>
                      <a:pt x="72" y="1"/>
                      <a:pt x="63" y="5"/>
                      <a:pt x="25" y="28"/>
                    </a:cubicBezTo>
                    <a:cubicBezTo>
                      <a:pt x="25" y="30"/>
                      <a:pt x="25" y="30"/>
                      <a:pt x="23" y="32"/>
                    </a:cubicBezTo>
                    <a:cubicBezTo>
                      <a:pt x="23" y="32"/>
                      <a:pt x="23" y="34"/>
                      <a:pt x="11" y="75"/>
                    </a:cubicBezTo>
                    <a:cubicBezTo>
                      <a:pt x="11" y="79"/>
                      <a:pt x="11" y="79"/>
                      <a:pt x="1" y="102"/>
                    </a:cubicBezTo>
                    <a:lnTo>
                      <a:pt x="5" y="106"/>
                    </a:lnTo>
                    <a:cubicBezTo>
                      <a:pt x="7" y="106"/>
                      <a:pt x="7" y="106"/>
                      <a:pt x="11" y="108"/>
                    </a:cubicBezTo>
                    <a:lnTo>
                      <a:pt x="19" y="113"/>
                    </a:lnTo>
                    <a:lnTo>
                      <a:pt x="19" y="113"/>
                    </a:lnTo>
                    <a:cubicBezTo>
                      <a:pt x="18" y="111"/>
                      <a:pt x="16" y="106"/>
                      <a:pt x="11" y="96"/>
                    </a:cubicBezTo>
                    <a:lnTo>
                      <a:pt x="11" y="91"/>
                    </a:lnTo>
                    <a:lnTo>
                      <a:pt x="11" y="85"/>
                    </a:lnTo>
                    <a:lnTo>
                      <a:pt x="11" y="81"/>
                    </a:lnTo>
                    <a:cubicBezTo>
                      <a:pt x="13" y="81"/>
                      <a:pt x="13" y="79"/>
                      <a:pt x="13" y="75"/>
                    </a:cubicBezTo>
                    <a:cubicBezTo>
                      <a:pt x="13" y="75"/>
                      <a:pt x="15" y="73"/>
                      <a:pt x="15" y="71"/>
                    </a:cubicBezTo>
                    <a:cubicBezTo>
                      <a:pt x="15" y="71"/>
                      <a:pt x="15" y="69"/>
                      <a:pt x="19" y="65"/>
                    </a:cubicBezTo>
                    <a:cubicBezTo>
                      <a:pt x="19" y="65"/>
                      <a:pt x="21" y="63"/>
                      <a:pt x="21" y="61"/>
                    </a:cubicBezTo>
                    <a:cubicBezTo>
                      <a:pt x="21" y="61"/>
                      <a:pt x="21" y="59"/>
                      <a:pt x="23" y="55"/>
                    </a:cubicBezTo>
                    <a:cubicBezTo>
                      <a:pt x="23" y="53"/>
                      <a:pt x="23" y="53"/>
                      <a:pt x="29" y="44"/>
                    </a:cubicBezTo>
                    <a:cubicBezTo>
                      <a:pt x="29" y="42"/>
                      <a:pt x="29" y="42"/>
                      <a:pt x="32" y="40"/>
                    </a:cubicBezTo>
                    <a:cubicBezTo>
                      <a:pt x="32" y="38"/>
                      <a:pt x="32" y="38"/>
                      <a:pt x="34" y="34"/>
                    </a:cubicBezTo>
                    <a:lnTo>
                      <a:pt x="40" y="30"/>
                    </a:lnTo>
                    <a:lnTo>
                      <a:pt x="44" y="24"/>
                    </a:lnTo>
                    <a:lnTo>
                      <a:pt x="50" y="20"/>
                    </a:lnTo>
                    <a:cubicBezTo>
                      <a:pt x="52" y="20"/>
                      <a:pt x="52" y="20"/>
                      <a:pt x="54" y="18"/>
                    </a:cubicBezTo>
                    <a:cubicBezTo>
                      <a:pt x="56" y="18"/>
                      <a:pt x="56" y="18"/>
                      <a:pt x="60" y="14"/>
                    </a:cubicBezTo>
                    <a:cubicBezTo>
                      <a:pt x="62" y="14"/>
                      <a:pt x="62" y="12"/>
                      <a:pt x="81" y="8"/>
                    </a:cubicBezTo>
                    <a:cubicBezTo>
                      <a:pt x="83" y="8"/>
                      <a:pt x="83" y="8"/>
                      <a:pt x="91" y="10"/>
                    </a:cubicBezTo>
                    <a:lnTo>
                      <a:pt x="74" y="1"/>
                    </a:lnTo>
                    <a:cubicBezTo>
                      <a:pt x="74" y="1"/>
                      <a:pt x="74" y="1"/>
                      <a:pt x="74" y="1"/>
                    </a:cubicBezTo>
                    <a:close/>
                    <a:moveTo>
                      <a:pt x="19" y="113"/>
                    </a:moveTo>
                    <a:cubicBezTo>
                      <a:pt x="20" y="114"/>
                      <a:pt x="21" y="114"/>
                      <a:pt x="21" y="114"/>
                    </a:cubicBezTo>
                    <a:cubicBezTo>
                      <a:pt x="23" y="116"/>
                      <a:pt x="23" y="116"/>
                      <a:pt x="25" y="116"/>
                    </a:cubicBezTo>
                    <a:lnTo>
                      <a:pt x="19" y="1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37"/>
              <p:cNvSpPr/>
              <p:nvPr/>
            </p:nvSpPr>
            <p:spPr>
              <a:xfrm rot="39010">
                <a:off x="4971556" y="4233688"/>
                <a:ext cx="19493" cy="24660"/>
              </a:xfrm>
              <a:custGeom>
                <a:rect b="b" l="l" r="r" t="t"/>
                <a:pathLst>
                  <a:path extrusionOk="0" h="105" w="83">
                    <a:moveTo>
                      <a:pt x="57" y="0"/>
                    </a:moveTo>
                    <a:cubicBezTo>
                      <a:pt x="52" y="0"/>
                      <a:pt x="46" y="2"/>
                      <a:pt x="39" y="6"/>
                    </a:cubicBezTo>
                    <a:cubicBezTo>
                      <a:pt x="19" y="22"/>
                      <a:pt x="0" y="53"/>
                      <a:pt x="2" y="77"/>
                    </a:cubicBezTo>
                    <a:cubicBezTo>
                      <a:pt x="5" y="95"/>
                      <a:pt x="13" y="105"/>
                      <a:pt x="25" y="105"/>
                    </a:cubicBezTo>
                    <a:cubicBezTo>
                      <a:pt x="30" y="105"/>
                      <a:pt x="37" y="103"/>
                      <a:pt x="43" y="98"/>
                    </a:cubicBezTo>
                    <a:cubicBezTo>
                      <a:pt x="64" y="83"/>
                      <a:pt x="82" y="53"/>
                      <a:pt x="80" y="26"/>
                    </a:cubicBezTo>
                    <a:cubicBezTo>
                      <a:pt x="79" y="9"/>
                      <a:pt x="69" y="0"/>
                      <a:pt x="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37"/>
              <p:cNvSpPr/>
              <p:nvPr/>
            </p:nvSpPr>
            <p:spPr>
              <a:xfrm rot="39010">
                <a:off x="6218368" y="3115289"/>
                <a:ext cx="556618" cy="754606"/>
              </a:xfrm>
              <a:custGeom>
                <a:rect b="b" l="l" r="r" t="t"/>
                <a:pathLst>
                  <a:path extrusionOk="0" h="3213" w="2370">
                    <a:moveTo>
                      <a:pt x="1" y="0"/>
                    </a:moveTo>
                    <a:lnTo>
                      <a:pt x="11" y="6"/>
                    </a:lnTo>
                    <a:lnTo>
                      <a:pt x="11" y="6"/>
                    </a:lnTo>
                    <a:cubicBezTo>
                      <a:pt x="8" y="4"/>
                      <a:pt x="4" y="2"/>
                      <a:pt x="1" y="0"/>
                    </a:cubicBezTo>
                    <a:close/>
                    <a:moveTo>
                      <a:pt x="11" y="6"/>
                    </a:moveTo>
                    <a:cubicBezTo>
                      <a:pt x="48" y="27"/>
                      <a:pt x="81" y="54"/>
                      <a:pt x="113" y="88"/>
                    </a:cubicBezTo>
                    <a:cubicBezTo>
                      <a:pt x="735" y="706"/>
                      <a:pt x="2137" y="2991"/>
                      <a:pt x="2214" y="3116"/>
                    </a:cubicBezTo>
                    <a:lnTo>
                      <a:pt x="2370" y="3212"/>
                    </a:lnTo>
                    <a:cubicBezTo>
                      <a:pt x="2294" y="3087"/>
                      <a:pt x="811" y="749"/>
                      <a:pt x="189" y="131"/>
                    </a:cubicBezTo>
                    <a:cubicBezTo>
                      <a:pt x="152" y="94"/>
                      <a:pt x="117" y="68"/>
                      <a:pt x="76" y="43"/>
                    </a:cubicBezTo>
                    <a:lnTo>
                      <a:pt x="11" y="6"/>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37"/>
              <p:cNvSpPr/>
              <p:nvPr/>
            </p:nvSpPr>
            <p:spPr>
              <a:xfrm rot="39010">
                <a:off x="5114436" y="2779984"/>
                <a:ext cx="1207416" cy="605235"/>
              </a:xfrm>
              <a:custGeom>
                <a:rect b="b" l="l" r="r" t="t"/>
                <a:pathLst>
                  <a:path extrusionOk="0" h="2577" w="5141">
                    <a:moveTo>
                      <a:pt x="4389" y="1"/>
                    </a:moveTo>
                    <a:cubicBezTo>
                      <a:pt x="4381" y="1"/>
                      <a:pt x="4373" y="5"/>
                      <a:pt x="4367" y="5"/>
                    </a:cubicBezTo>
                    <a:cubicBezTo>
                      <a:pt x="4350" y="5"/>
                      <a:pt x="4338" y="7"/>
                      <a:pt x="4324" y="7"/>
                    </a:cubicBezTo>
                    <a:cubicBezTo>
                      <a:pt x="4318" y="7"/>
                      <a:pt x="4309" y="7"/>
                      <a:pt x="4305" y="9"/>
                    </a:cubicBezTo>
                    <a:cubicBezTo>
                      <a:pt x="4297" y="11"/>
                      <a:pt x="4287" y="11"/>
                      <a:pt x="4279" y="11"/>
                    </a:cubicBezTo>
                    <a:cubicBezTo>
                      <a:pt x="4266" y="15"/>
                      <a:pt x="4256" y="15"/>
                      <a:pt x="4246" y="17"/>
                    </a:cubicBezTo>
                    <a:cubicBezTo>
                      <a:pt x="4242" y="19"/>
                      <a:pt x="4236" y="19"/>
                      <a:pt x="4232" y="19"/>
                    </a:cubicBezTo>
                    <a:cubicBezTo>
                      <a:pt x="4217" y="21"/>
                      <a:pt x="4207" y="25"/>
                      <a:pt x="4195" y="27"/>
                    </a:cubicBezTo>
                    <a:cubicBezTo>
                      <a:pt x="4187" y="30"/>
                      <a:pt x="4181" y="30"/>
                      <a:pt x="4172" y="32"/>
                    </a:cubicBezTo>
                    <a:cubicBezTo>
                      <a:pt x="4170" y="32"/>
                      <a:pt x="4166" y="36"/>
                      <a:pt x="4164" y="36"/>
                    </a:cubicBezTo>
                    <a:cubicBezTo>
                      <a:pt x="4144" y="40"/>
                      <a:pt x="4125" y="42"/>
                      <a:pt x="4105" y="48"/>
                    </a:cubicBezTo>
                    <a:cubicBezTo>
                      <a:pt x="4103" y="48"/>
                      <a:pt x="4101" y="50"/>
                      <a:pt x="4101" y="50"/>
                    </a:cubicBezTo>
                    <a:cubicBezTo>
                      <a:pt x="4095" y="52"/>
                      <a:pt x="4091" y="52"/>
                      <a:pt x="4088" y="56"/>
                    </a:cubicBezTo>
                    <a:cubicBezTo>
                      <a:pt x="4074" y="60"/>
                      <a:pt x="4062" y="62"/>
                      <a:pt x="4050" y="66"/>
                    </a:cubicBezTo>
                    <a:cubicBezTo>
                      <a:pt x="4041" y="68"/>
                      <a:pt x="4033" y="70"/>
                      <a:pt x="4023" y="73"/>
                    </a:cubicBezTo>
                    <a:cubicBezTo>
                      <a:pt x="4019" y="77"/>
                      <a:pt x="4013" y="77"/>
                      <a:pt x="4011" y="79"/>
                    </a:cubicBezTo>
                    <a:cubicBezTo>
                      <a:pt x="4007" y="81"/>
                      <a:pt x="4003" y="81"/>
                      <a:pt x="4001" y="83"/>
                    </a:cubicBezTo>
                    <a:cubicBezTo>
                      <a:pt x="3986" y="91"/>
                      <a:pt x="3968" y="97"/>
                      <a:pt x="3951" y="101"/>
                    </a:cubicBezTo>
                    <a:cubicBezTo>
                      <a:pt x="3947" y="103"/>
                      <a:pt x="3945" y="103"/>
                      <a:pt x="3941" y="107"/>
                    </a:cubicBezTo>
                    <a:cubicBezTo>
                      <a:pt x="3937" y="109"/>
                      <a:pt x="3935" y="109"/>
                      <a:pt x="3931" y="111"/>
                    </a:cubicBezTo>
                    <a:cubicBezTo>
                      <a:pt x="3925" y="113"/>
                      <a:pt x="3917" y="120"/>
                      <a:pt x="3908" y="122"/>
                    </a:cubicBezTo>
                    <a:cubicBezTo>
                      <a:pt x="3894" y="130"/>
                      <a:pt x="3880" y="134"/>
                      <a:pt x="3865" y="142"/>
                    </a:cubicBezTo>
                    <a:cubicBezTo>
                      <a:pt x="3863" y="144"/>
                      <a:pt x="3859" y="144"/>
                      <a:pt x="3857" y="148"/>
                    </a:cubicBezTo>
                    <a:lnTo>
                      <a:pt x="232" y="2002"/>
                    </a:lnTo>
                    <a:cubicBezTo>
                      <a:pt x="228" y="2004"/>
                      <a:pt x="228" y="2004"/>
                      <a:pt x="226" y="2004"/>
                    </a:cubicBezTo>
                    <a:cubicBezTo>
                      <a:pt x="224" y="2006"/>
                      <a:pt x="218" y="2010"/>
                      <a:pt x="216" y="2010"/>
                    </a:cubicBezTo>
                    <a:cubicBezTo>
                      <a:pt x="214" y="2012"/>
                      <a:pt x="207" y="2014"/>
                      <a:pt x="205" y="2016"/>
                    </a:cubicBezTo>
                    <a:cubicBezTo>
                      <a:pt x="203" y="2020"/>
                      <a:pt x="201" y="2022"/>
                      <a:pt x="195" y="2024"/>
                    </a:cubicBezTo>
                    <a:cubicBezTo>
                      <a:pt x="193" y="2026"/>
                      <a:pt x="191" y="2030"/>
                      <a:pt x="185" y="2032"/>
                    </a:cubicBezTo>
                    <a:cubicBezTo>
                      <a:pt x="183" y="2035"/>
                      <a:pt x="181" y="2035"/>
                      <a:pt x="181" y="2037"/>
                    </a:cubicBezTo>
                    <a:cubicBezTo>
                      <a:pt x="173" y="2043"/>
                      <a:pt x="171" y="2045"/>
                      <a:pt x="166" y="2047"/>
                    </a:cubicBezTo>
                    <a:lnTo>
                      <a:pt x="160" y="2055"/>
                    </a:lnTo>
                    <a:lnTo>
                      <a:pt x="152" y="2063"/>
                    </a:lnTo>
                    <a:cubicBezTo>
                      <a:pt x="150" y="2065"/>
                      <a:pt x="146" y="2067"/>
                      <a:pt x="146" y="2071"/>
                    </a:cubicBezTo>
                    <a:cubicBezTo>
                      <a:pt x="144" y="2073"/>
                      <a:pt x="142" y="2075"/>
                      <a:pt x="142" y="2078"/>
                    </a:cubicBezTo>
                    <a:cubicBezTo>
                      <a:pt x="140" y="2082"/>
                      <a:pt x="140" y="2084"/>
                      <a:pt x="136" y="2084"/>
                    </a:cubicBezTo>
                    <a:lnTo>
                      <a:pt x="130" y="2092"/>
                    </a:lnTo>
                    <a:cubicBezTo>
                      <a:pt x="126" y="2094"/>
                      <a:pt x="126" y="2096"/>
                      <a:pt x="123" y="2098"/>
                    </a:cubicBezTo>
                    <a:cubicBezTo>
                      <a:pt x="121" y="2102"/>
                      <a:pt x="121" y="2104"/>
                      <a:pt x="119" y="2104"/>
                    </a:cubicBezTo>
                    <a:cubicBezTo>
                      <a:pt x="115" y="2106"/>
                      <a:pt x="113" y="2108"/>
                      <a:pt x="113" y="2112"/>
                    </a:cubicBezTo>
                    <a:cubicBezTo>
                      <a:pt x="111" y="2114"/>
                      <a:pt x="109" y="2116"/>
                      <a:pt x="109" y="2118"/>
                    </a:cubicBezTo>
                    <a:lnTo>
                      <a:pt x="101" y="2127"/>
                    </a:lnTo>
                    <a:cubicBezTo>
                      <a:pt x="99" y="2129"/>
                      <a:pt x="99" y="2133"/>
                      <a:pt x="95" y="2133"/>
                    </a:cubicBezTo>
                    <a:cubicBezTo>
                      <a:pt x="93" y="2137"/>
                      <a:pt x="91" y="2137"/>
                      <a:pt x="91" y="2139"/>
                    </a:cubicBezTo>
                    <a:lnTo>
                      <a:pt x="74" y="2163"/>
                    </a:lnTo>
                    <a:cubicBezTo>
                      <a:pt x="72" y="2165"/>
                      <a:pt x="70" y="2170"/>
                      <a:pt x="68" y="2174"/>
                    </a:cubicBezTo>
                    <a:cubicBezTo>
                      <a:pt x="64" y="2178"/>
                      <a:pt x="62" y="2180"/>
                      <a:pt x="62" y="2184"/>
                    </a:cubicBezTo>
                    <a:cubicBezTo>
                      <a:pt x="60" y="2188"/>
                      <a:pt x="60" y="2188"/>
                      <a:pt x="58" y="2190"/>
                    </a:cubicBezTo>
                    <a:cubicBezTo>
                      <a:pt x="54" y="2194"/>
                      <a:pt x="54" y="2196"/>
                      <a:pt x="52" y="2198"/>
                    </a:cubicBezTo>
                    <a:cubicBezTo>
                      <a:pt x="50" y="2200"/>
                      <a:pt x="50" y="2204"/>
                      <a:pt x="48" y="2206"/>
                    </a:cubicBezTo>
                    <a:cubicBezTo>
                      <a:pt x="44" y="2208"/>
                      <a:pt x="44" y="2210"/>
                      <a:pt x="44" y="2215"/>
                    </a:cubicBezTo>
                    <a:cubicBezTo>
                      <a:pt x="42" y="2217"/>
                      <a:pt x="42" y="2219"/>
                      <a:pt x="42" y="2221"/>
                    </a:cubicBezTo>
                    <a:cubicBezTo>
                      <a:pt x="40" y="2225"/>
                      <a:pt x="40" y="2227"/>
                      <a:pt x="40" y="2229"/>
                    </a:cubicBezTo>
                    <a:cubicBezTo>
                      <a:pt x="38" y="2231"/>
                      <a:pt x="38" y="2235"/>
                      <a:pt x="38" y="2237"/>
                    </a:cubicBezTo>
                    <a:cubicBezTo>
                      <a:pt x="38" y="2239"/>
                      <a:pt x="33" y="2241"/>
                      <a:pt x="33" y="2245"/>
                    </a:cubicBezTo>
                    <a:cubicBezTo>
                      <a:pt x="31" y="2249"/>
                      <a:pt x="31" y="2251"/>
                      <a:pt x="31" y="2251"/>
                    </a:cubicBezTo>
                    <a:cubicBezTo>
                      <a:pt x="29" y="2256"/>
                      <a:pt x="29" y="2258"/>
                      <a:pt x="29" y="2260"/>
                    </a:cubicBezTo>
                    <a:cubicBezTo>
                      <a:pt x="27" y="2262"/>
                      <a:pt x="27" y="2268"/>
                      <a:pt x="27" y="2270"/>
                    </a:cubicBezTo>
                    <a:cubicBezTo>
                      <a:pt x="23" y="2272"/>
                      <a:pt x="23" y="2276"/>
                      <a:pt x="23" y="2280"/>
                    </a:cubicBezTo>
                    <a:cubicBezTo>
                      <a:pt x="21" y="2282"/>
                      <a:pt x="21" y="2288"/>
                      <a:pt x="21" y="2290"/>
                    </a:cubicBezTo>
                    <a:cubicBezTo>
                      <a:pt x="19" y="2296"/>
                      <a:pt x="19" y="2298"/>
                      <a:pt x="19" y="2301"/>
                    </a:cubicBezTo>
                    <a:cubicBezTo>
                      <a:pt x="19" y="2303"/>
                      <a:pt x="17" y="2307"/>
                      <a:pt x="17" y="2309"/>
                    </a:cubicBezTo>
                    <a:cubicBezTo>
                      <a:pt x="13" y="2317"/>
                      <a:pt x="13" y="2319"/>
                      <a:pt x="13" y="2323"/>
                    </a:cubicBezTo>
                    <a:cubicBezTo>
                      <a:pt x="13" y="2329"/>
                      <a:pt x="11" y="2331"/>
                      <a:pt x="11" y="2333"/>
                    </a:cubicBezTo>
                    <a:cubicBezTo>
                      <a:pt x="11" y="2339"/>
                      <a:pt x="9" y="2341"/>
                      <a:pt x="9" y="2343"/>
                    </a:cubicBezTo>
                    <a:cubicBezTo>
                      <a:pt x="9" y="2350"/>
                      <a:pt x="5" y="2352"/>
                      <a:pt x="5" y="2354"/>
                    </a:cubicBezTo>
                    <a:cubicBezTo>
                      <a:pt x="5" y="2360"/>
                      <a:pt x="3" y="2362"/>
                      <a:pt x="3" y="2364"/>
                    </a:cubicBezTo>
                    <a:cubicBezTo>
                      <a:pt x="3" y="2370"/>
                      <a:pt x="3" y="2372"/>
                      <a:pt x="1" y="2378"/>
                    </a:cubicBezTo>
                    <a:lnTo>
                      <a:pt x="1" y="2388"/>
                    </a:lnTo>
                    <a:lnTo>
                      <a:pt x="1" y="2399"/>
                    </a:lnTo>
                    <a:lnTo>
                      <a:pt x="1" y="2411"/>
                    </a:lnTo>
                    <a:cubicBezTo>
                      <a:pt x="1" y="2415"/>
                      <a:pt x="1" y="2419"/>
                      <a:pt x="3" y="2421"/>
                    </a:cubicBezTo>
                    <a:cubicBezTo>
                      <a:pt x="3" y="2425"/>
                      <a:pt x="5" y="2429"/>
                      <a:pt x="5" y="2431"/>
                    </a:cubicBezTo>
                    <a:cubicBezTo>
                      <a:pt x="5" y="2436"/>
                      <a:pt x="9" y="2440"/>
                      <a:pt x="9" y="2442"/>
                    </a:cubicBezTo>
                    <a:cubicBezTo>
                      <a:pt x="11" y="2446"/>
                      <a:pt x="11" y="2450"/>
                      <a:pt x="11" y="2452"/>
                    </a:cubicBezTo>
                    <a:cubicBezTo>
                      <a:pt x="11" y="2454"/>
                      <a:pt x="13" y="2454"/>
                      <a:pt x="13" y="2456"/>
                    </a:cubicBezTo>
                    <a:cubicBezTo>
                      <a:pt x="17" y="2462"/>
                      <a:pt x="17" y="2462"/>
                      <a:pt x="17" y="2464"/>
                    </a:cubicBezTo>
                    <a:cubicBezTo>
                      <a:pt x="19" y="2468"/>
                      <a:pt x="19" y="2474"/>
                      <a:pt x="21" y="2476"/>
                    </a:cubicBezTo>
                    <a:cubicBezTo>
                      <a:pt x="23" y="2483"/>
                      <a:pt x="27" y="2485"/>
                      <a:pt x="27" y="2487"/>
                    </a:cubicBezTo>
                    <a:cubicBezTo>
                      <a:pt x="31" y="2497"/>
                      <a:pt x="38" y="2503"/>
                      <a:pt x="40" y="2507"/>
                    </a:cubicBezTo>
                    <a:lnTo>
                      <a:pt x="48" y="2515"/>
                    </a:lnTo>
                    <a:cubicBezTo>
                      <a:pt x="54" y="2524"/>
                      <a:pt x="62" y="2528"/>
                      <a:pt x="70" y="2534"/>
                    </a:cubicBezTo>
                    <a:lnTo>
                      <a:pt x="144" y="2577"/>
                    </a:lnTo>
                    <a:cubicBezTo>
                      <a:pt x="136" y="2571"/>
                      <a:pt x="128" y="2566"/>
                      <a:pt x="121" y="2558"/>
                    </a:cubicBezTo>
                    <a:lnTo>
                      <a:pt x="113" y="2550"/>
                    </a:lnTo>
                    <a:cubicBezTo>
                      <a:pt x="109" y="2546"/>
                      <a:pt x="103" y="2540"/>
                      <a:pt x="101" y="2534"/>
                    </a:cubicBezTo>
                    <a:cubicBezTo>
                      <a:pt x="93" y="2519"/>
                      <a:pt x="91" y="2513"/>
                      <a:pt x="89" y="2503"/>
                    </a:cubicBezTo>
                    <a:cubicBezTo>
                      <a:pt x="83" y="2489"/>
                      <a:pt x="81" y="2476"/>
                      <a:pt x="81" y="2464"/>
                    </a:cubicBezTo>
                    <a:cubicBezTo>
                      <a:pt x="76" y="2446"/>
                      <a:pt x="76" y="2429"/>
                      <a:pt x="81" y="2411"/>
                    </a:cubicBezTo>
                    <a:cubicBezTo>
                      <a:pt x="83" y="2393"/>
                      <a:pt x="85" y="2372"/>
                      <a:pt x="91" y="2354"/>
                    </a:cubicBezTo>
                    <a:cubicBezTo>
                      <a:pt x="95" y="2333"/>
                      <a:pt x="101" y="2315"/>
                      <a:pt x="107" y="2298"/>
                    </a:cubicBezTo>
                    <a:cubicBezTo>
                      <a:pt x="115" y="2280"/>
                      <a:pt x="123" y="2262"/>
                      <a:pt x="134" y="2243"/>
                    </a:cubicBezTo>
                    <a:cubicBezTo>
                      <a:pt x="144" y="2227"/>
                      <a:pt x="154" y="2208"/>
                      <a:pt x="164" y="2192"/>
                    </a:cubicBezTo>
                    <a:cubicBezTo>
                      <a:pt x="177" y="2176"/>
                      <a:pt x="189" y="2159"/>
                      <a:pt x="203" y="2147"/>
                    </a:cubicBezTo>
                    <a:cubicBezTo>
                      <a:pt x="216" y="2135"/>
                      <a:pt x="230" y="2118"/>
                      <a:pt x="244" y="2108"/>
                    </a:cubicBezTo>
                    <a:cubicBezTo>
                      <a:pt x="259" y="2096"/>
                      <a:pt x="275" y="2086"/>
                      <a:pt x="289" y="2078"/>
                    </a:cubicBezTo>
                    <a:lnTo>
                      <a:pt x="3917" y="224"/>
                    </a:lnTo>
                    <a:cubicBezTo>
                      <a:pt x="3939" y="212"/>
                      <a:pt x="3964" y="201"/>
                      <a:pt x="3988" y="191"/>
                    </a:cubicBezTo>
                    <a:cubicBezTo>
                      <a:pt x="3992" y="187"/>
                      <a:pt x="3996" y="185"/>
                      <a:pt x="3998" y="185"/>
                    </a:cubicBezTo>
                    <a:cubicBezTo>
                      <a:pt x="4021" y="175"/>
                      <a:pt x="4043" y="167"/>
                      <a:pt x="4066" y="160"/>
                    </a:cubicBezTo>
                    <a:cubicBezTo>
                      <a:pt x="4072" y="156"/>
                      <a:pt x="4076" y="156"/>
                      <a:pt x="4082" y="154"/>
                    </a:cubicBezTo>
                    <a:cubicBezTo>
                      <a:pt x="4103" y="146"/>
                      <a:pt x="4123" y="142"/>
                      <a:pt x="4144" y="134"/>
                    </a:cubicBezTo>
                    <a:cubicBezTo>
                      <a:pt x="4148" y="132"/>
                      <a:pt x="4154" y="132"/>
                      <a:pt x="4156" y="130"/>
                    </a:cubicBezTo>
                    <a:cubicBezTo>
                      <a:pt x="4179" y="122"/>
                      <a:pt x="4203" y="115"/>
                      <a:pt x="4228" y="111"/>
                    </a:cubicBezTo>
                    <a:cubicBezTo>
                      <a:pt x="4236" y="109"/>
                      <a:pt x="4244" y="109"/>
                      <a:pt x="4250" y="107"/>
                    </a:cubicBezTo>
                    <a:cubicBezTo>
                      <a:pt x="4269" y="103"/>
                      <a:pt x="4285" y="99"/>
                      <a:pt x="4301" y="99"/>
                    </a:cubicBezTo>
                    <a:cubicBezTo>
                      <a:pt x="4316" y="95"/>
                      <a:pt x="4326" y="95"/>
                      <a:pt x="4336" y="93"/>
                    </a:cubicBezTo>
                    <a:cubicBezTo>
                      <a:pt x="4350" y="91"/>
                      <a:pt x="4363" y="91"/>
                      <a:pt x="4377" y="89"/>
                    </a:cubicBezTo>
                    <a:cubicBezTo>
                      <a:pt x="4391" y="85"/>
                      <a:pt x="4406" y="85"/>
                      <a:pt x="4420" y="85"/>
                    </a:cubicBezTo>
                    <a:cubicBezTo>
                      <a:pt x="4432" y="85"/>
                      <a:pt x="4444" y="83"/>
                      <a:pt x="4455" y="83"/>
                    </a:cubicBezTo>
                    <a:cubicBezTo>
                      <a:pt x="4475" y="83"/>
                      <a:pt x="4496" y="83"/>
                      <a:pt x="4516" y="85"/>
                    </a:cubicBezTo>
                    <a:cubicBezTo>
                      <a:pt x="4526" y="85"/>
                      <a:pt x="4534" y="85"/>
                      <a:pt x="4543" y="89"/>
                    </a:cubicBezTo>
                    <a:cubicBezTo>
                      <a:pt x="4575" y="91"/>
                      <a:pt x="4608" y="93"/>
                      <a:pt x="4643" y="99"/>
                    </a:cubicBezTo>
                    <a:cubicBezTo>
                      <a:pt x="4657" y="101"/>
                      <a:pt x="4670" y="103"/>
                      <a:pt x="4684" y="107"/>
                    </a:cubicBezTo>
                    <a:cubicBezTo>
                      <a:pt x="4694" y="109"/>
                      <a:pt x="4704" y="109"/>
                      <a:pt x="4715" y="111"/>
                    </a:cubicBezTo>
                    <a:cubicBezTo>
                      <a:pt x="4729" y="113"/>
                      <a:pt x="4747" y="120"/>
                      <a:pt x="4762" y="122"/>
                    </a:cubicBezTo>
                    <a:cubicBezTo>
                      <a:pt x="4770" y="124"/>
                      <a:pt x="4780" y="126"/>
                      <a:pt x="4788" y="126"/>
                    </a:cubicBezTo>
                    <a:cubicBezTo>
                      <a:pt x="4796" y="130"/>
                      <a:pt x="4800" y="132"/>
                      <a:pt x="4807" y="132"/>
                    </a:cubicBezTo>
                    <a:cubicBezTo>
                      <a:pt x="4829" y="140"/>
                      <a:pt x="4852" y="144"/>
                      <a:pt x="4874" y="152"/>
                    </a:cubicBezTo>
                    <a:cubicBezTo>
                      <a:pt x="4884" y="154"/>
                      <a:pt x="4893" y="160"/>
                      <a:pt x="4903" y="163"/>
                    </a:cubicBezTo>
                    <a:cubicBezTo>
                      <a:pt x="4923" y="171"/>
                      <a:pt x="4942" y="177"/>
                      <a:pt x="4962" y="185"/>
                    </a:cubicBezTo>
                    <a:cubicBezTo>
                      <a:pt x="4972" y="191"/>
                      <a:pt x="4981" y="193"/>
                      <a:pt x="4991" y="197"/>
                    </a:cubicBezTo>
                    <a:cubicBezTo>
                      <a:pt x="5007" y="205"/>
                      <a:pt x="5026" y="214"/>
                      <a:pt x="5042" y="222"/>
                    </a:cubicBezTo>
                    <a:cubicBezTo>
                      <a:pt x="5048" y="226"/>
                      <a:pt x="5058" y="228"/>
                      <a:pt x="5066" y="234"/>
                    </a:cubicBezTo>
                    <a:cubicBezTo>
                      <a:pt x="5093" y="246"/>
                      <a:pt x="5116" y="259"/>
                      <a:pt x="5140" y="275"/>
                    </a:cubicBezTo>
                    <a:lnTo>
                      <a:pt x="5095" y="191"/>
                    </a:lnTo>
                    <a:cubicBezTo>
                      <a:pt x="5073" y="175"/>
                      <a:pt x="5046" y="163"/>
                      <a:pt x="5021" y="152"/>
                    </a:cubicBezTo>
                    <a:cubicBezTo>
                      <a:pt x="5013" y="148"/>
                      <a:pt x="5003" y="144"/>
                      <a:pt x="4995" y="140"/>
                    </a:cubicBezTo>
                    <a:cubicBezTo>
                      <a:pt x="4978" y="132"/>
                      <a:pt x="4960" y="124"/>
                      <a:pt x="4944" y="118"/>
                    </a:cubicBezTo>
                    <a:cubicBezTo>
                      <a:pt x="4940" y="113"/>
                      <a:pt x="4938" y="111"/>
                      <a:pt x="4931" y="111"/>
                    </a:cubicBezTo>
                    <a:cubicBezTo>
                      <a:pt x="4927" y="109"/>
                      <a:pt x="4919" y="107"/>
                      <a:pt x="4913" y="103"/>
                    </a:cubicBezTo>
                    <a:cubicBezTo>
                      <a:pt x="4893" y="97"/>
                      <a:pt x="4876" y="89"/>
                      <a:pt x="4856" y="81"/>
                    </a:cubicBezTo>
                    <a:cubicBezTo>
                      <a:pt x="4845" y="79"/>
                      <a:pt x="4837" y="73"/>
                      <a:pt x="4827" y="70"/>
                    </a:cubicBezTo>
                    <a:cubicBezTo>
                      <a:pt x="4805" y="62"/>
                      <a:pt x="4780" y="56"/>
                      <a:pt x="4758" y="50"/>
                    </a:cubicBezTo>
                    <a:cubicBezTo>
                      <a:pt x="4753" y="48"/>
                      <a:pt x="4747" y="48"/>
                      <a:pt x="4743" y="46"/>
                    </a:cubicBezTo>
                    <a:cubicBezTo>
                      <a:pt x="4729" y="42"/>
                      <a:pt x="4721" y="40"/>
                      <a:pt x="4715" y="38"/>
                    </a:cubicBezTo>
                    <a:cubicBezTo>
                      <a:pt x="4698" y="32"/>
                      <a:pt x="4680" y="30"/>
                      <a:pt x="4665" y="27"/>
                    </a:cubicBezTo>
                    <a:cubicBezTo>
                      <a:pt x="4655" y="25"/>
                      <a:pt x="4645" y="21"/>
                      <a:pt x="4635" y="21"/>
                    </a:cubicBezTo>
                    <a:cubicBezTo>
                      <a:pt x="4622" y="19"/>
                      <a:pt x="4612" y="17"/>
                      <a:pt x="4602" y="17"/>
                    </a:cubicBezTo>
                    <a:cubicBezTo>
                      <a:pt x="4598" y="17"/>
                      <a:pt x="4596" y="17"/>
                      <a:pt x="4594" y="15"/>
                    </a:cubicBezTo>
                    <a:cubicBezTo>
                      <a:pt x="4561" y="9"/>
                      <a:pt x="4526" y="7"/>
                      <a:pt x="4494" y="5"/>
                    </a:cubicBezTo>
                    <a:lnTo>
                      <a:pt x="4465" y="5"/>
                    </a:lnTo>
                    <a:cubicBezTo>
                      <a:pt x="4444" y="1"/>
                      <a:pt x="4424" y="1"/>
                      <a:pt x="44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37"/>
              <p:cNvSpPr/>
              <p:nvPr/>
            </p:nvSpPr>
            <p:spPr>
              <a:xfrm rot="39010">
                <a:off x="5135841" y="2795123"/>
                <a:ext cx="1760277" cy="1069318"/>
              </a:xfrm>
              <a:custGeom>
                <a:rect b="b" l="l" r="r" t="t"/>
                <a:pathLst>
                  <a:path extrusionOk="0" h="4553" w="7495">
                    <a:moveTo>
                      <a:pt x="4395" y="1"/>
                    </a:moveTo>
                    <a:cubicBezTo>
                      <a:pt x="4211" y="1"/>
                      <a:pt x="4023" y="41"/>
                      <a:pt x="3844" y="133"/>
                    </a:cubicBezTo>
                    <a:lnTo>
                      <a:pt x="217" y="1987"/>
                    </a:lnTo>
                    <a:cubicBezTo>
                      <a:pt x="98" y="2058"/>
                      <a:pt x="0" y="2236"/>
                      <a:pt x="16" y="2375"/>
                    </a:cubicBezTo>
                    <a:cubicBezTo>
                      <a:pt x="21" y="2456"/>
                      <a:pt x="66" y="2503"/>
                      <a:pt x="129" y="2503"/>
                    </a:cubicBezTo>
                    <a:cubicBezTo>
                      <a:pt x="143" y="2503"/>
                      <a:pt x="158" y="2501"/>
                      <a:pt x="174" y="2496"/>
                    </a:cubicBezTo>
                    <a:lnTo>
                      <a:pt x="3648" y="1461"/>
                    </a:lnTo>
                    <a:cubicBezTo>
                      <a:pt x="3918" y="1368"/>
                      <a:pt x="4158" y="1301"/>
                      <a:pt x="4364" y="1301"/>
                    </a:cubicBezTo>
                    <a:cubicBezTo>
                      <a:pt x="4536" y="1301"/>
                      <a:pt x="4684" y="1348"/>
                      <a:pt x="4804" y="1467"/>
                    </a:cubicBezTo>
                    <a:cubicBezTo>
                      <a:pt x="5428" y="2089"/>
                      <a:pt x="6911" y="4429"/>
                      <a:pt x="6987" y="4552"/>
                    </a:cubicBezTo>
                    <a:lnTo>
                      <a:pt x="7494" y="4389"/>
                    </a:lnTo>
                    <a:lnTo>
                      <a:pt x="5481" y="581"/>
                    </a:lnTo>
                    <a:cubicBezTo>
                      <a:pt x="5279" y="246"/>
                      <a:pt x="4849" y="1"/>
                      <a:pt x="43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37"/>
              <p:cNvSpPr/>
              <p:nvPr/>
            </p:nvSpPr>
            <p:spPr>
              <a:xfrm rot="39010">
                <a:off x="5176813" y="3266623"/>
                <a:ext cx="47911" cy="57541"/>
              </a:xfrm>
              <a:custGeom>
                <a:rect b="b" l="l" r="r" t="t"/>
                <a:pathLst>
                  <a:path extrusionOk="0" h="245" w="204">
                    <a:moveTo>
                      <a:pt x="201" y="26"/>
                    </a:moveTo>
                    <a:lnTo>
                      <a:pt x="203" y="28"/>
                    </a:lnTo>
                    <a:cubicBezTo>
                      <a:pt x="203" y="27"/>
                      <a:pt x="202" y="27"/>
                      <a:pt x="201" y="26"/>
                    </a:cubicBezTo>
                    <a:close/>
                    <a:moveTo>
                      <a:pt x="140" y="1"/>
                    </a:moveTo>
                    <a:cubicBezTo>
                      <a:pt x="140" y="1"/>
                      <a:pt x="136" y="1"/>
                      <a:pt x="132" y="5"/>
                    </a:cubicBezTo>
                    <a:cubicBezTo>
                      <a:pt x="132" y="7"/>
                      <a:pt x="130" y="7"/>
                      <a:pt x="122" y="9"/>
                    </a:cubicBezTo>
                    <a:cubicBezTo>
                      <a:pt x="120" y="9"/>
                      <a:pt x="120" y="11"/>
                      <a:pt x="103" y="19"/>
                    </a:cubicBezTo>
                    <a:cubicBezTo>
                      <a:pt x="103" y="19"/>
                      <a:pt x="101" y="19"/>
                      <a:pt x="95" y="26"/>
                    </a:cubicBezTo>
                    <a:cubicBezTo>
                      <a:pt x="95" y="28"/>
                      <a:pt x="93" y="28"/>
                      <a:pt x="89" y="32"/>
                    </a:cubicBezTo>
                    <a:cubicBezTo>
                      <a:pt x="89" y="36"/>
                      <a:pt x="85" y="36"/>
                      <a:pt x="81" y="40"/>
                    </a:cubicBezTo>
                    <a:lnTo>
                      <a:pt x="75" y="46"/>
                    </a:lnTo>
                    <a:lnTo>
                      <a:pt x="70" y="50"/>
                    </a:lnTo>
                    <a:lnTo>
                      <a:pt x="64" y="56"/>
                    </a:lnTo>
                    <a:lnTo>
                      <a:pt x="60" y="60"/>
                    </a:lnTo>
                    <a:cubicBezTo>
                      <a:pt x="60" y="62"/>
                      <a:pt x="60" y="62"/>
                      <a:pt x="58" y="66"/>
                    </a:cubicBezTo>
                    <a:cubicBezTo>
                      <a:pt x="54" y="66"/>
                      <a:pt x="54" y="68"/>
                      <a:pt x="52" y="71"/>
                    </a:cubicBezTo>
                    <a:cubicBezTo>
                      <a:pt x="50" y="71"/>
                      <a:pt x="48" y="73"/>
                      <a:pt x="44" y="79"/>
                    </a:cubicBezTo>
                    <a:cubicBezTo>
                      <a:pt x="42" y="79"/>
                      <a:pt x="42" y="81"/>
                      <a:pt x="40" y="83"/>
                    </a:cubicBezTo>
                    <a:cubicBezTo>
                      <a:pt x="40" y="87"/>
                      <a:pt x="38" y="87"/>
                      <a:pt x="34" y="91"/>
                    </a:cubicBezTo>
                    <a:cubicBezTo>
                      <a:pt x="34" y="93"/>
                      <a:pt x="34" y="93"/>
                      <a:pt x="32" y="97"/>
                    </a:cubicBezTo>
                    <a:cubicBezTo>
                      <a:pt x="32" y="97"/>
                      <a:pt x="32" y="99"/>
                      <a:pt x="30" y="101"/>
                    </a:cubicBezTo>
                    <a:cubicBezTo>
                      <a:pt x="30" y="103"/>
                      <a:pt x="30" y="107"/>
                      <a:pt x="28" y="107"/>
                    </a:cubicBezTo>
                    <a:cubicBezTo>
                      <a:pt x="23" y="107"/>
                      <a:pt x="23" y="109"/>
                      <a:pt x="21" y="113"/>
                    </a:cubicBezTo>
                    <a:cubicBezTo>
                      <a:pt x="21" y="118"/>
                      <a:pt x="19" y="118"/>
                      <a:pt x="19" y="120"/>
                    </a:cubicBezTo>
                    <a:cubicBezTo>
                      <a:pt x="19" y="120"/>
                      <a:pt x="19" y="122"/>
                      <a:pt x="17" y="124"/>
                    </a:cubicBezTo>
                    <a:cubicBezTo>
                      <a:pt x="17" y="128"/>
                      <a:pt x="13" y="128"/>
                      <a:pt x="13" y="130"/>
                    </a:cubicBezTo>
                    <a:cubicBezTo>
                      <a:pt x="13" y="132"/>
                      <a:pt x="13" y="132"/>
                      <a:pt x="11" y="140"/>
                    </a:cubicBezTo>
                    <a:cubicBezTo>
                      <a:pt x="11" y="142"/>
                      <a:pt x="11" y="142"/>
                      <a:pt x="9" y="150"/>
                    </a:cubicBezTo>
                    <a:cubicBezTo>
                      <a:pt x="7" y="152"/>
                      <a:pt x="7" y="152"/>
                      <a:pt x="7" y="154"/>
                    </a:cubicBezTo>
                    <a:cubicBezTo>
                      <a:pt x="7" y="159"/>
                      <a:pt x="7" y="159"/>
                      <a:pt x="3" y="165"/>
                    </a:cubicBezTo>
                    <a:cubicBezTo>
                      <a:pt x="3" y="169"/>
                      <a:pt x="3" y="169"/>
                      <a:pt x="1" y="179"/>
                    </a:cubicBezTo>
                    <a:cubicBezTo>
                      <a:pt x="1" y="179"/>
                      <a:pt x="1" y="179"/>
                      <a:pt x="2" y="179"/>
                    </a:cubicBezTo>
                    <a:cubicBezTo>
                      <a:pt x="4" y="179"/>
                      <a:pt x="10" y="178"/>
                      <a:pt x="28" y="173"/>
                    </a:cubicBezTo>
                    <a:cubicBezTo>
                      <a:pt x="30" y="173"/>
                      <a:pt x="30" y="175"/>
                      <a:pt x="30" y="181"/>
                    </a:cubicBezTo>
                    <a:cubicBezTo>
                      <a:pt x="30" y="181"/>
                      <a:pt x="30" y="183"/>
                      <a:pt x="32" y="189"/>
                    </a:cubicBezTo>
                    <a:cubicBezTo>
                      <a:pt x="32" y="191"/>
                      <a:pt x="32" y="193"/>
                      <a:pt x="34" y="199"/>
                    </a:cubicBezTo>
                    <a:cubicBezTo>
                      <a:pt x="34" y="199"/>
                      <a:pt x="34" y="201"/>
                      <a:pt x="38" y="204"/>
                    </a:cubicBezTo>
                    <a:cubicBezTo>
                      <a:pt x="38" y="206"/>
                      <a:pt x="38" y="210"/>
                      <a:pt x="40" y="212"/>
                    </a:cubicBezTo>
                    <a:cubicBezTo>
                      <a:pt x="42" y="214"/>
                      <a:pt x="42" y="216"/>
                      <a:pt x="48" y="222"/>
                    </a:cubicBezTo>
                    <a:cubicBezTo>
                      <a:pt x="50" y="224"/>
                      <a:pt x="52" y="224"/>
                      <a:pt x="54" y="226"/>
                    </a:cubicBezTo>
                    <a:lnTo>
                      <a:pt x="85" y="244"/>
                    </a:lnTo>
                    <a:cubicBezTo>
                      <a:pt x="83" y="242"/>
                      <a:pt x="81" y="242"/>
                      <a:pt x="75" y="236"/>
                    </a:cubicBezTo>
                    <a:lnTo>
                      <a:pt x="68" y="228"/>
                    </a:lnTo>
                    <a:cubicBezTo>
                      <a:pt x="64" y="226"/>
                      <a:pt x="64" y="224"/>
                      <a:pt x="62" y="222"/>
                    </a:cubicBezTo>
                    <a:cubicBezTo>
                      <a:pt x="62" y="218"/>
                      <a:pt x="62" y="218"/>
                      <a:pt x="60" y="214"/>
                    </a:cubicBezTo>
                    <a:cubicBezTo>
                      <a:pt x="60" y="214"/>
                      <a:pt x="60" y="212"/>
                      <a:pt x="58" y="206"/>
                    </a:cubicBezTo>
                    <a:cubicBezTo>
                      <a:pt x="54" y="204"/>
                      <a:pt x="54" y="201"/>
                      <a:pt x="54" y="195"/>
                    </a:cubicBezTo>
                    <a:lnTo>
                      <a:pt x="54" y="185"/>
                    </a:lnTo>
                    <a:lnTo>
                      <a:pt x="54" y="175"/>
                    </a:lnTo>
                    <a:cubicBezTo>
                      <a:pt x="54" y="173"/>
                      <a:pt x="58" y="171"/>
                      <a:pt x="58" y="165"/>
                    </a:cubicBezTo>
                    <a:cubicBezTo>
                      <a:pt x="58" y="163"/>
                      <a:pt x="58" y="161"/>
                      <a:pt x="60" y="154"/>
                    </a:cubicBezTo>
                    <a:cubicBezTo>
                      <a:pt x="60" y="152"/>
                      <a:pt x="60" y="150"/>
                      <a:pt x="62" y="144"/>
                    </a:cubicBezTo>
                    <a:cubicBezTo>
                      <a:pt x="64" y="142"/>
                      <a:pt x="64" y="140"/>
                      <a:pt x="68" y="134"/>
                    </a:cubicBezTo>
                    <a:cubicBezTo>
                      <a:pt x="70" y="132"/>
                      <a:pt x="70" y="130"/>
                      <a:pt x="73" y="124"/>
                    </a:cubicBezTo>
                    <a:cubicBezTo>
                      <a:pt x="73" y="122"/>
                      <a:pt x="75" y="120"/>
                      <a:pt x="79" y="113"/>
                    </a:cubicBezTo>
                    <a:cubicBezTo>
                      <a:pt x="79" y="111"/>
                      <a:pt x="81" y="109"/>
                      <a:pt x="83" y="103"/>
                    </a:cubicBezTo>
                    <a:cubicBezTo>
                      <a:pt x="83" y="101"/>
                      <a:pt x="83" y="101"/>
                      <a:pt x="85" y="99"/>
                    </a:cubicBezTo>
                    <a:cubicBezTo>
                      <a:pt x="89" y="99"/>
                      <a:pt x="89" y="97"/>
                      <a:pt x="91" y="93"/>
                    </a:cubicBezTo>
                    <a:cubicBezTo>
                      <a:pt x="91" y="89"/>
                      <a:pt x="93" y="87"/>
                      <a:pt x="95" y="83"/>
                    </a:cubicBezTo>
                    <a:cubicBezTo>
                      <a:pt x="99" y="81"/>
                      <a:pt x="101" y="77"/>
                      <a:pt x="103" y="73"/>
                    </a:cubicBezTo>
                    <a:cubicBezTo>
                      <a:pt x="105" y="71"/>
                      <a:pt x="109" y="66"/>
                      <a:pt x="111" y="62"/>
                    </a:cubicBezTo>
                    <a:lnTo>
                      <a:pt x="120" y="56"/>
                    </a:lnTo>
                    <a:cubicBezTo>
                      <a:pt x="122" y="52"/>
                      <a:pt x="122" y="50"/>
                      <a:pt x="126" y="48"/>
                    </a:cubicBezTo>
                    <a:lnTo>
                      <a:pt x="134" y="40"/>
                    </a:lnTo>
                    <a:cubicBezTo>
                      <a:pt x="136" y="40"/>
                      <a:pt x="140" y="38"/>
                      <a:pt x="142" y="36"/>
                    </a:cubicBezTo>
                    <a:cubicBezTo>
                      <a:pt x="144" y="32"/>
                      <a:pt x="146" y="32"/>
                      <a:pt x="152" y="30"/>
                    </a:cubicBezTo>
                    <a:cubicBezTo>
                      <a:pt x="154" y="28"/>
                      <a:pt x="156" y="28"/>
                      <a:pt x="161" y="26"/>
                    </a:cubicBezTo>
                    <a:cubicBezTo>
                      <a:pt x="163" y="26"/>
                      <a:pt x="165" y="21"/>
                      <a:pt x="167" y="21"/>
                    </a:cubicBezTo>
                    <a:cubicBezTo>
                      <a:pt x="171" y="21"/>
                      <a:pt x="173" y="19"/>
                      <a:pt x="175" y="19"/>
                    </a:cubicBezTo>
                    <a:lnTo>
                      <a:pt x="183" y="19"/>
                    </a:lnTo>
                    <a:cubicBezTo>
                      <a:pt x="185" y="19"/>
                      <a:pt x="187" y="19"/>
                      <a:pt x="191" y="21"/>
                    </a:cubicBezTo>
                    <a:cubicBezTo>
                      <a:pt x="191" y="21"/>
                      <a:pt x="193" y="21"/>
                      <a:pt x="195" y="26"/>
                    </a:cubicBezTo>
                    <a:cubicBezTo>
                      <a:pt x="197" y="26"/>
                      <a:pt x="199" y="26"/>
                      <a:pt x="201" y="26"/>
                    </a:cubicBezTo>
                    <a:lnTo>
                      <a:pt x="201" y="26"/>
                    </a:lnTo>
                    <a:lnTo>
                      <a:pt x="173" y="9"/>
                    </a:lnTo>
                    <a:cubicBezTo>
                      <a:pt x="171" y="9"/>
                      <a:pt x="167" y="9"/>
                      <a:pt x="165" y="7"/>
                    </a:cubicBezTo>
                    <a:cubicBezTo>
                      <a:pt x="163" y="7"/>
                      <a:pt x="161" y="5"/>
                      <a:pt x="156" y="5"/>
                    </a:cubicBezTo>
                    <a:cubicBezTo>
                      <a:pt x="154" y="1"/>
                      <a:pt x="154" y="1"/>
                      <a:pt x="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37"/>
              <p:cNvSpPr/>
              <p:nvPr/>
            </p:nvSpPr>
            <p:spPr>
              <a:xfrm rot="39010">
                <a:off x="5184020" y="3276291"/>
                <a:ext cx="40161" cy="51200"/>
              </a:xfrm>
              <a:custGeom>
                <a:rect b="b" l="l" r="r" t="t"/>
                <a:pathLst>
                  <a:path extrusionOk="0" h="218" w="171">
                    <a:moveTo>
                      <a:pt x="122" y="1"/>
                    </a:moveTo>
                    <a:cubicBezTo>
                      <a:pt x="111" y="1"/>
                      <a:pt x="98" y="4"/>
                      <a:pt x="84" y="11"/>
                    </a:cubicBezTo>
                    <a:cubicBezTo>
                      <a:pt x="39" y="40"/>
                      <a:pt x="1" y="103"/>
                      <a:pt x="1" y="158"/>
                    </a:cubicBezTo>
                    <a:cubicBezTo>
                      <a:pt x="1" y="196"/>
                      <a:pt x="20" y="217"/>
                      <a:pt x="47" y="217"/>
                    </a:cubicBezTo>
                    <a:cubicBezTo>
                      <a:pt x="58" y="217"/>
                      <a:pt x="71" y="213"/>
                      <a:pt x="84" y="205"/>
                    </a:cubicBezTo>
                    <a:cubicBezTo>
                      <a:pt x="132" y="177"/>
                      <a:pt x="170" y="113"/>
                      <a:pt x="170" y="60"/>
                    </a:cubicBezTo>
                    <a:cubicBezTo>
                      <a:pt x="170" y="22"/>
                      <a:pt x="150" y="1"/>
                      <a:pt x="1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37"/>
              <p:cNvSpPr/>
              <p:nvPr/>
            </p:nvSpPr>
            <p:spPr>
              <a:xfrm rot="39010">
                <a:off x="5100580" y="3413658"/>
                <a:ext cx="75390" cy="325516"/>
              </a:xfrm>
              <a:custGeom>
                <a:rect b="b" l="l" r="r" t="t"/>
                <a:pathLst>
                  <a:path extrusionOk="0" h="1386" w="321">
                    <a:moveTo>
                      <a:pt x="283" y="0"/>
                    </a:moveTo>
                    <a:lnTo>
                      <a:pt x="1" y="160"/>
                    </a:lnTo>
                    <a:lnTo>
                      <a:pt x="5" y="1365"/>
                    </a:lnTo>
                    <a:lnTo>
                      <a:pt x="38" y="1385"/>
                    </a:lnTo>
                    <a:lnTo>
                      <a:pt x="36" y="180"/>
                    </a:lnTo>
                    <a:lnTo>
                      <a:pt x="320" y="16"/>
                    </a:lnTo>
                    <a:lnTo>
                      <a:pt x="2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37"/>
              <p:cNvSpPr/>
              <p:nvPr/>
            </p:nvSpPr>
            <p:spPr>
              <a:xfrm rot="39010">
                <a:off x="5108778" y="3417465"/>
                <a:ext cx="67640" cy="321758"/>
              </a:xfrm>
              <a:custGeom>
                <a:rect b="b" l="l" r="r" t="t"/>
                <a:pathLst>
                  <a:path extrusionOk="0" h="1370" w="288">
                    <a:moveTo>
                      <a:pt x="285" y="0"/>
                    </a:moveTo>
                    <a:lnTo>
                      <a:pt x="1" y="164"/>
                    </a:lnTo>
                    <a:lnTo>
                      <a:pt x="3" y="1369"/>
                    </a:lnTo>
                    <a:lnTo>
                      <a:pt x="287" y="1205"/>
                    </a:lnTo>
                    <a:lnTo>
                      <a:pt x="28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37"/>
              <p:cNvSpPr/>
              <p:nvPr/>
            </p:nvSpPr>
            <p:spPr>
              <a:xfrm rot="39010">
                <a:off x="6547377" y="3940978"/>
                <a:ext cx="376950" cy="229458"/>
              </a:xfrm>
              <a:custGeom>
                <a:rect b="b" l="l" r="r" t="t"/>
                <a:pathLst>
                  <a:path extrusionOk="0" h="977" w="1605">
                    <a:moveTo>
                      <a:pt x="1" y="1"/>
                    </a:moveTo>
                    <a:lnTo>
                      <a:pt x="1" y="62"/>
                    </a:lnTo>
                    <a:lnTo>
                      <a:pt x="1605" y="977"/>
                    </a:lnTo>
                    <a:lnTo>
                      <a:pt x="1605" y="913"/>
                    </a:lnTo>
                    <a:lnTo>
                      <a:pt x="1" y="1"/>
                    </a:lnTo>
                    <a:close/>
                  </a:path>
                </a:pathLst>
              </a:custGeom>
              <a:solidFill>
                <a:srgbClr val="1112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37"/>
              <p:cNvSpPr/>
              <p:nvPr/>
            </p:nvSpPr>
            <p:spPr>
              <a:xfrm rot="39010">
                <a:off x="6405756" y="4315212"/>
                <a:ext cx="384701" cy="225231"/>
              </a:xfrm>
              <a:custGeom>
                <a:rect b="b" l="l" r="r" t="t"/>
                <a:pathLst>
                  <a:path extrusionOk="0" h="959" w="1638">
                    <a:moveTo>
                      <a:pt x="50" y="1"/>
                    </a:moveTo>
                    <a:lnTo>
                      <a:pt x="1" y="33"/>
                    </a:lnTo>
                    <a:lnTo>
                      <a:pt x="1601" y="958"/>
                    </a:lnTo>
                    <a:lnTo>
                      <a:pt x="1637" y="917"/>
                    </a:lnTo>
                    <a:lnTo>
                      <a:pt x="50" y="1"/>
                    </a:lnTo>
                    <a:close/>
                  </a:path>
                </a:pathLst>
              </a:custGeom>
              <a:solidFill>
                <a:srgbClr val="1817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37"/>
              <p:cNvSpPr/>
              <p:nvPr/>
            </p:nvSpPr>
            <p:spPr>
              <a:xfrm rot="39010">
                <a:off x="6389149" y="3797849"/>
                <a:ext cx="426036" cy="709278"/>
              </a:xfrm>
              <a:custGeom>
                <a:rect b="b" l="l" r="r" t="t"/>
                <a:pathLst>
                  <a:path extrusionOk="0" h="3020" w="1814">
                    <a:moveTo>
                      <a:pt x="1813" y="0"/>
                    </a:moveTo>
                    <a:lnTo>
                      <a:pt x="1216" y="291"/>
                    </a:lnTo>
                    <a:lnTo>
                      <a:pt x="629" y="634"/>
                    </a:lnTo>
                    <a:lnTo>
                      <a:pt x="623" y="639"/>
                    </a:lnTo>
                    <a:cubicBezTo>
                      <a:pt x="617" y="645"/>
                      <a:pt x="461" y="774"/>
                      <a:pt x="304" y="1140"/>
                    </a:cubicBezTo>
                    <a:cubicBezTo>
                      <a:pt x="115" y="1582"/>
                      <a:pt x="13" y="2153"/>
                      <a:pt x="1" y="2844"/>
                    </a:cubicBezTo>
                    <a:lnTo>
                      <a:pt x="46" y="3020"/>
                    </a:lnTo>
                    <a:lnTo>
                      <a:pt x="1357" y="2302"/>
                    </a:lnTo>
                    <a:lnTo>
                      <a:pt x="1813" y="0"/>
                    </a:lnTo>
                    <a:close/>
                  </a:path>
                </a:pathLst>
              </a:custGeom>
              <a:solidFill>
                <a:srgbClr val="3B5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37"/>
              <p:cNvSpPr/>
              <p:nvPr/>
            </p:nvSpPr>
            <p:spPr>
              <a:xfrm rot="39010">
                <a:off x="6708917" y="3785629"/>
                <a:ext cx="117900" cy="547694"/>
              </a:xfrm>
              <a:custGeom>
                <a:rect b="b" l="l" r="r" t="t"/>
                <a:pathLst>
                  <a:path extrusionOk="0" h="2332" w="502">
                    <a:moveTo>
                      <a:pt x="454" y="1"/>
                    </a:moveTo>
                    <a:lnTo>
                      <a:pt x="0" y="2305"/>
                    </a:lnTo>
                    <a:lnTo>
                      <a:pt x="49" y="2331"/>
                    </a:lnTo>
                    <a:lnTo>
                      <a:pt x="501" y="30"/>
                    </a:lnTo>
                    <a:lnTo>
                      <a:pt x="454" y="1"/>
                    </a:lnTo>
                    <a:close/>
                  </a:path>
                </a:pathLst>
              </a:custGeom>
              <a:solidFill>
                <a:srgbClr val="1112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37"/>
              <p:cNvSpPr/>
              <p:nvPr/>
            </p:nvSpPr>
            <p:spPr>
              <a:xfrm rot="39010">
                <a:off x="6398989" y="3760559"/>
                <a:ext cx="457273" cy="746855"/>
              </a:xfrm>
              <a:custGeom>
                <a:rect b="b" l="l" r="r" t="t"/>
                <a:pathLst>
                  <a:path extrusionOk="0" h="3180" w="1947">
                    <a:moveTo>
                      <a:pt x="1946" y="1"/>
                    </a:moveTo>
                    <a:lnTo>
                      <a:pt x="631" y="766"/>
                    </a:lnTo>
                    <a:lnTo>
                      <a:pt x="627" y="770"/>
                    </a:lnTo>
                    <a:cubicBezTo>
                      <a:pt x="619" y="776"/>
                      <a:pt x="463" y="909"/>
                      <a:pt x="308" y="1271"/>
                    </a:cubicBezTo>
                    <a:cubicBezTo>
                      <a:pt x="103" y="1750"/>
                      <a:pt x="1" y="2382"/>
                      <a:pt x="3" y="3151"/>
                    </a:cubicBezTo>
                    <a:lnTo>
                      <a:pt x="3" y="3180"/>
                    </a:lnTo>
                    <a:lnTo>
                      <a:pt x="52" y="3151"/>
                    </a:lnTo>
                    <a:lnTo>
                      <a:pt x="52" y="3096"/>
                    </a:lnTo>
                    <a:cubicBezTo>
                      <a:pt x="54" y="2175"/>
                      <a:pt x="211" y="1605"/>
                      <a:pt x="344" y="1285"/>
                    </a:cubicBezTo>
                    <a:cubicBezTo>
                      <a:pt x="481" y="964"/>
                      <a:pt x="619" y="835"/>
                      <a:pt x="637" y="817"/>
                    </a:cubicBezTo>
                    <a:lnTo>
                      <a:pt x="1817" y="125"/>
                    </a:lnTo>
                    <a:lnTo>
                      <a:pt x="1363" y="2431"/>
                    </a:lnTo>
                    <a:lnTo>
                      <a:pt x="1494" y="2360"/>
                    </a:lnTo>
                    <a:lnTo>
                      <a:pt x="1946" y="1"/>
                    </a:lnTo>
                    <a:close/>
                  </a:path>
                </a:pathLst>
              </a:custGeom>
              <a:solidFill>
                <a:srgbClr val="1817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37"/>
              <p:cNvSpPr/>
              <p:nvPr/>
            </p:nvSpPr>
            <p:spPr>
              <a:xfrm rot="39010">
                <a:off x="6781446" y="4014149"/>
                <a:ext cx="425567" cy="680625"/>
              </a:xfrm>
              <a:custGeom>
                <a:rect b="b" l="l" r="r" t="t"/>
                <a:pathLst>
                  <a:path extrusionOk="0" h="2898" w="1812">
                    <a:moveTo>
                      <a:pt x="1811" y="0"/>
                    </a:moveTo>
                    <a:lnTo>
                      <a:pt x="1668" y="29"/>
                    </a:lnTo>
                    <a:lnTo>
                      <a:pt x="624" y="635"/>
                    </a:lnTo>
                    <a:lnTo>
                      <a:pt x="618" y="639"/>
                    </a:lnTo>
                    <a:cubicBezTo>
                      <a:pt x="610" y="645"/>
                      <a:pt x="455" y="776"/>
                      <a:pt x="299" y="1140"/>
                    </a:cubicBezTo>
                    <a:cubicBezTo>
                      <a:pt x="123" y="1557"/>
                      <a:pt x="23" y="2091"/>
                      <a:pt x="0" y="2732"/>
                    </a:cubicBezTo>
                    <a:lnTo>
                      <a:pt x="43" y="2897"/>
                    </a:lnTo>
                    <a:lnTo>
                      <a:pt x="1807" y="1913"/>
                    </a:lnTo>
                    <a:lnTo>
                      <a:pt x="18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37"/>
              <p:cNvSpPr/>
              <p:nvPr/>
            </p:nvSpPr>
            <p:spPr>
              <a:xfrm rot="39010">
                <a:off x="7196198" y="4010158"/>
                <a:ext cx="11978" cy="485221"/>
              </a:xfrm>
              <a:custGeom>
                <a:rect b="b" l="l" r="r" t="t"/>
                <a:pathLst>
                  <a:path extrusionOk="0" h="2066" w="51">
                    <a:moveTo>
                      <a:pt x="1" y="1"/>
                    </a:moveTo>
                    <a:lnTo>
                      <a:pt x="1" y="2037"/>
                    </a:lnTo>
                    <a:lnTo>
                      <a:pt x="48" y="2065"/>
                    </a:lnTo>
                    <a:lnTo>
                      <a:pt x="50" y="27"/>
                    </a:lnTo>
                    <a:lnTo>
                      <a:pt x="1" y="1"/>
                    </a:lnTo>
                    <a:close/>
                  </a:path>
                </a:pathLst>
              </a:custGeom>
              <a:solidFill>
                <a:srgbClr val="1112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37"/>
              <p:cNvSpPr/>
              <p:nvPr/>
            </p:nvSpPr>
            <p:spPr>
              <a:xfrm rot="39010">
                <a:off x="6403666" y="3942032"/>
                <a:ext cx="516692" cy="595136"/>
              </a:xfrm>
              <a:custGeom>
                <a:rect b="b" l="l" r="r" t="t"/>
                <a:pathLst>
                  <a:path extrusionOk="0" h="2534" w="2200">
                    <a:moveTo>
                      <a:pt x="594" y="1"/>
                    </a:moveTo>
                    <a:lnTo>
                      <a:pt x="587" y="7"/>
                    </a:lnTo>
                    <a:cubicBezTo>
                      <a:pt x="581" y="13"/>
                      <a:pt x="424" y="142"/>
                      <a:pt x="268" y="508"/>
                    </a:cubicBezTo>
                    <a:cubicBezTo>
                      <a:pt x="135" y="815"/>
                      <a:pt x="45" y="1190"/>
                      <a:pt x="0" y="1621"/>
                    </a:cubicBezTo>
                    <a:lnTo>
                      <a:pt x="117" y="1689"/>
                    </a:lnTo>
                    <a:lnTo>
                      <a:pt x="1588" y="2534"/>
                    </a:lnTo>
                    <a:cubicBezTo>
                      <a:pt x="1588" y="2524"/>
                      <a:pt x="1588" y="2511"/>
                      <a:pt x="1590" y="2501"/>
                    </a:cubicBezTo>
                    <a:cubicBezTo>
                      <a:pt x="1594" y="2491"/>
                      <a:pt x="1594" y="2477"/>
                      <a:pt x="1596" y="2464"/>
                    </a:cubicBezTo>
                    <a:lnTo>
                      <a:pt x="1604" y="2411"/>
                    </a:lnTo>
                    <a:cubicBezTo>
                      <a:pt x="1604" y="2403"/>
                      <a:pt x="1604" y="2395"/>
                      <a:pt x="1606" y="2389"/>
                    </a:cubicBezTo>
                    <a:cubicBezTo>
                      <a:pt x="1606" y="2374"/>
                      <a:pt x="1608" y="2362"/>
                      <a:pt x="1610" y="2350"/>
                    </a:cubicBezTo>
                    <a:cubicBezTo>
                      <a:pt x="1616" y="2323"/>
                      <a:pt x="1619" y="2299"/>
                      <a:pt x="1625" y="2276"/>
                    </a:cubicBezTo>
                    <a:lnTo>
                      <a:pt x="1631" y="2237"/>
                    </a:lnTo>
                    <a:cubicBezTo>
                      <a:pt x="1637" y="2208"/>
                      <a:pt x="1641" y="2184"/>
                      <a:pt x="1647" y="2157"/>
                    </a:cubicBezTo>
                    <a:cubicBezTo>
                      <a:pt x="1647" y="2147"/>
                      <a:pt x="1649" y="2139"/>
                      <a:pt x="1651" y="2129"/>
                    </a:cubicBezTo>
                    <a:cubicBezTo>
                      <a:pt x="1657" y="2096"/>
                      <a:pt x="1666" y="2063"/>
                      <a:pt x="1672" y="2026"/>
                    </a:cubicBezTo>
                    <a:cubicBezTo>
                      <a:pt x="1680" y="1994"/>
                      <a:pt x="1688" y="1963"/>
                      <a:pt x="1696" y="1930"/>
                    </a:cubicBezTo>
                    <a:cubicBezTo>
                      <a:pt x="1696" y="1924"/>
                      <a:pt x="1696" y="1920"/>
                      <a:pt x="1698" y="1914"/>
                    </a:cubicBezTo>
                    <a:cubicBezTo>
                      <a:pt x="1709" y="1879"/>
                      <a:pt x="1719" y="1842"/>
                      <a:pt x="1729" y="1805"/>
                    </a:cubicBezTo>
                    <a:cubicBezTo>
                      <a:pt x="1739" y="1775"/>
                      <a:pt x="1747" y="1746"/>
                      <a:pt x="1758" y="1715"/>
                    </a:cubicBezTo>
                    <a:cubicBezTo>
                      <a:pt x="1760" y="1707"/>
                      <a:pt x="1762" y="1697"/>
                      <a:pt x="1764" y="1689"/>
                    </a:cubicBezTo>
                    <a:lnTo>
                      <a:pt x="1780" y="1644"/>
                    </a:lnTo>
                    <a:lnTo>
                      <a:pt x="1788" y="1621"/>
                    </a:lnTo>
                    <a:lnTo>
                      <a:pt x="1797" y="1597"/>
                    </a:lnTo>
                    <a:lnTo>
                      <a:pt x="1827" y="1513"/>
                    </a:lnTo>
                    <a:lnTo>
                      <a:pt x="1864" y="1421"/>
                    </a:lnTo>
                    <a:cubicBezTo>
                      <a:pt x="1864" y="1417"/>
                      <a:pt x="1866" y="1413"/>
                      <a:pt x="1870" y="1409"/>
                    </a:cubicBezTo>
                    <a:cubicBezTo>
                      <a:pt x="1870" y="1406"/>
                      <a:pt x="1870" y="1402"/>
                      <a:pt x="1872" y="1400"/>
                    </a:cubicBezTo>
                    <a:cubicBezTo>
                      <a:pt x="1874" y="1390"/>
                      <a:pt x="1880" y="1380"/>
                      <a:pt x="1884" y="1370"/>
                    </a:cubicBezTo>
                    <a:cubicBezTo>
                      <a:pt x="1887" y="1368"/>
                      <a:pt x="1887" y="1366"/>
                      <a:pt x="1891" y="1359"/>
                    </a:cubicBezTo>
                    <a:cubicBezTo>
                      <a:pt x="1895" y="1347"/>
                      <a:pt x="1901" y="1335"/>
                      <a:pt x="1909" y="1321"/>
                    </a:cubicBezTo>
                    <a:cubicBezTo>
                      <a:pt x="1909" y="1319"/>
                      <a:pt x="1911" y="1319"/>
                      <a:pt x="1911" y="1316"/>
                    </a:cubicBezTo>
                    <a:cubicBezTo>
                      <a:pt x="1915" y="1308"/>
                      <a:pt x="1921" y="1298"/>
                      <a:pt x="1925" y="1288"/>
                    </a:cubicBezTo>
                    <a:cubicBezTo>
                      <a:pt x="1925" y="1286"/>
                      <a:pt x="1929" y="1284"/>
                      <a:pt x="1932" y="1278"/>
                    </a:cubicBezTo>
                    <a:cubicBezTo>
                      <a:pt x="1936" y="1269"/>
                      <a:pt x="1940" y="1263"/>
                      <a:pt x="1944" y="1255"/>
                    </a:cubicBezTo>
                    <a:cubicBezTo>
                      <a:pt x="1944" y="1253"/>
                      <a:pt x="1946" y="1249"/>
                      <a:pt x="1950" y="1245"/>
                    </a:cubicBezTo>
                    <a:cubicBezTo>
                      <a:pt x="1954" y="1235"/>
                      <a:pt x="1960" y="1224"/>
                      <a:pt x="1966" y="1212"/>
                    </a:cubicBezTo>
                    <a:cubicBezTo>
                      <a:pt x="1972" y="1202"/>
                      <a:pt x="1977" y="1194"/>
                      <a:pt x="1985" y="1181"/>
                    </a:cubicBezTo>
                    <a:cubicBezTo>
                      <a:pt x="1985" y="1181"/>
                      <a:pt x="1985" y="1179"/>
                      <a:pt x="1987" y="1175"/>
                    </a:cubicBezTo>
                    <a:cubicBezTo>
                      <a:pt x="1993" y="1171"/>
                      <a:pt x="1995" y="1163"/>
                      <a:pt x="2001" y="1155"/>
                    </a:cubicBezTo>
                    <a:cubicBezTo>
                      <a:pt x="2003" y="1153"/>
                      <a:pt x="2003" y="1151"/>
                      <a:pt x="2005" y="1147"/>
                    </a:cubicBezTo>
                    <a:cubicBezTo>
                      <a:pt x="2011" y="1141"/>
                      <a:pt x="2015" y="1130"/>
                      <a:pt x="2022" y="1122"/>
                    </a:cubicBezTo>
                    <a:cubicBezTo>
                      <a:pt x="2026" y="1112"/>
                      <a:pt x="2032" y="1104"/>
                      <a:pt x="2036" y="1096"/>
                    </a:cubicBezTo>
                    <a:cubicBezTo>
                      <a:pt x="2038" y="1093"/>
                      <a:pt x="2038" y="1091"/>
                      <a:pt x="2042" y="1089"/>
                    </a:cubicBezTo>
                    <a:cubicBezTo>
                      <a:pt x="2044" y="1083"/>
                      <a:pt x="2048" y="1079"/>
                      <a:pt x="2054" y="1071"/>
                    </a:cubicBezTo>
                    <a:cubicBezTo>
                      <a:pt x="2054" y="1069"/>
                      <a:pt x="2054" y="1069"/>
                      <a:pt x="2056" y="1065"/>
                    </a:cubicBezTo>
                    <a:cubicBezTo>
                      <a:pt x="2065" y="1059"/>
                      <a:pt x="2069" y="1050"/>
                      <a:pt x="2075" y="1042"/>
                    </a:cubicBezTo>
                    <a:lnTo>
                      <a:pt x="2079" y="1038"/>
                    </a:lnTo>
                    <a:cubicBezTo>
                      <a:pt x="2085" y="1032"/>
                      <a:pt x="2089" y="1026"/>
                      <a:pt x="2095" y="1018"/>
                    </a:cubicBezTo>
                    <a:cubicBezTo>
                      <a:pt x="2103" y="1010"/>
                      <a:pt x="2107" y="1001"/>
                      <a:pt x="2116" y="991"/>
                    </a:cubicBezTo>
                    <a:cubicBezTo>
                      <a:pt x="2120" y="987"/>
                      <a:pt x="2126" y="979"/>
                      <a:pt x="2134" y="971"/>
                    </a:cubicBezTo>
                    <a:cubicBezTo>
                      <a:pt x="2136" y="967"/>
                      <a:pt x="2138" y="963"/>
                      <a:pt x="2144" y="958"/>
                    </a:cubicBezTo>
                    <a:cubicBezTo>
                      <a:pt x="2146" y="956"/>
                      <a:pt x="2150" y="954"/>
                      <a:pt x="2157" y="946"/>
                    </a:cubicBezTo>
                    <a:cubicBezTo>
                      <a:pt x="2157" y="944"/>
                      <a:pt x="2159" y="940"/>
                      <a:pt x="2165" y="936"/>
                    </a:cubicBezTo>
                    <a:cubicBezTo>
                      <a:pt x="2167" y="934"/>
                      <a:pt x="2167" y="930"/>
                      <a:pt x="2171" y="928"/>
                    </a:cubicBezTo>
                    <a:cubicBezTo>
                      <a:pt x="2175" y="926"/>
                      <a:pt x="2175" y="924"/>
                      <a:pt x="2179" y="920"/>
                    </a:cubicBezTo>
                    <a:lnTo>
                      <a:pt x="2185" y="915"/>
                    </a:lnTo>
                    <a:lnTo>
                      <a:pt x="2189" y="909"/>
                    </a:lnTo>
                    <a:lnTo>
                      <a:pt x="2195" y="905"/>
                    </a:lnTo>
                    <a:lnTo>
                      <a:pt x="2200" y="903"/>
                    </a:lnTo>
                    <a:lnTo>
                      <a:pt x="1659" y="611"/>
                    </a:lnTo>
                    <a:lnTo>
                      <a:pt x="1344" y="433"/>
                    </a:lnTo>
                    <a:lnTo>
                      <a:pt x="1297" y="404"/>
                    </a:lnTo>
                    <a:lnTo>
                      <a:pt x="1248" y="375"/>
                    </a:lnTo>
                    <a:lnTo>
                      <a:pt x="643" y="30"/>
                    </a:lnTo>
                    <a:lnTo>
                      <a:pt x="59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37"/>
              <p:cNvSpPr/>
              <p:nvPr/>
            </p:nvSpPr>
            <p:spPr>
              <a:xfrm rot="39010">
                <a:off x="6383869" y="3761019"/>
                <a:ext cx="857005" cy="970677"/>
              </a:xfrm>
              <a:custGeom>
                <a:rect b="b" l="l" r="r" t="t"/>
                <a:pathLst>
                  <a:path extrusionOk="0" h="4133" w="3649">
                    <a:moveTo>
                      <a:pt x="688" y="775"/>
                    </a:moveTo>
                    <a:cubicBezTo>
                      <a:pt x="688" y="777"/>
                      <a:pt x="2269" y="1685"/>
                      <a:pt x="2269" y="1685"/>
                    </a:cubicBezTo>
                    <a:lnTo>
                      <a:pt x="2263" y="1691"/>
                    </a:lnTo>
                    <a:lnTo>
                      <a:pt x="2259" y="1696"/>
                    </a:lnTo>
                    <a:lnTo>
                      <a:pt x="2251" y="1704"/>
                    </a:lnTo>
                    <a:lnTo>
                      <a:pt x="2243" y="1712"/>
                    </a:lnTo>
                    <a:cubicBezTo>
                      <a:pt x="2239" y="1716"/>
                      <a:pt x="2234" y="1718"/>
                      <a:pt x="2234" y="1722"/>
                    </a:cubicBezTo>
                    <a:cubicBezTo>
                      <a:pt x="2230" y="1726"/>
                      <a:pt x="2226" y="1732"/>
                      <a:pt x="2222" y="1734"/>
                    </a:cubicBezTo>
                    <a:lnTo>
                      <a:pt x="2212" y="1745"/>
                    </a:lnTo>
                    <a:cubicBezTo>
                      <a:pt x="2204" y="1755"/>
                      <a:pt x="2200" y="1759"/>
                      <a:pt x="2194" y="1765"/>
                    </a:cubicBezTo>
                    <a:cubicBezTo>
                      <a:pt x="2187" y="1775"/>
                      <a:pt x="2181" y="1783"/>
                      <a:pt x="2173" y="1790"/>
                    </a:cubicBezTo>
                    <a:cubicBezTo>
                      <a:pt x="2169" y="1798"/>
                      <a:pt x="2163" y="1804"/>
                      <a:pt x="2159" y="1810"/>
                    </a:cubicBezTo>
                    <a:lnTo>
                      <a:pt x="2153" y="1816"/>
                    </a:lnTo>
                    <a:cubicBezTo>
                      <a:pt x="2149" y="1824"/>
                      <a:pt x="2142" y="1831"/>
                      <a:pt x="2136" y="1839"/>
                    </a:cubicBezTo>
                    <a:cubicBezTo>
                      <a:pt x="2132" y="1841"/>
                      <a:pt x="2132" y="1841"/>
                      <a:pt x="2132" y="1843"/>
                    </a:cubicBezTo>
                    <a:cubicBezTo>
                      <a:pt x="2128" y="1851"/>
                      <a:pt x="2122" y="1857"/>
                      <a:pt x="2120" y="1865"/>
                    </a:cubicBezTo>
                    <a:cubicBezTo>
                      <a:pt x="2118" y="1867"/>
                      <a:pt x="2118" y="1869"/>
                      <a:pt x="2116" y="1871"/>
                    </a:cubicBezTo>
                    <a:cubicBezTo>
                      <a:pt x="2110" y="1880"/>
                      <a:pt x="2106" y="1888"/>
                      <a:pt x="2099" y="1898"/>
                    </a:cubicBezTo>
                    <a:cubicBezTo>
                      <a:pt x="2095" y="1906"/>
                      <a:pt x="2089" y="1916"/>
                      <a:pt x="2083" y="1923"/>
                    </a:cubicBezTo>
                    <a:cubicBezTo>
                      <a:pt x="2081" y="1927"/>
                      <a:pt x="2081" y="1929"/>
                      <a:pt x="2079" y="1931"/>
                    </a:cubicBezTo>
                    <a:cubicBezTo>
                      <a:pt x="2073" y="1939"/>
                      <a:pt x="2071" y="1943"/>
                      <a:pt x="2067" y="1951"/>
                    </a:cubicBezTo>
                    <a:cubicBezTo>
                      <a:pt x="2063" y="1953"/>
                      <a:pt x="2063" y="1957"/>
                      <a:pt x="2063" y="1957"/>
                    </a:cubicBezTo>
                    <a:cubicBezTo>
                      <a:pt x="2056" y="1970"/>
                      <a:pt x="2050" y="1978"/>
                      <a:pt x="2046" y="1988"/>
                    </a:cubicBezTo>
                    <a:cubicBezTo>
                      <a:pt x="2038" y="2000"/>
                      <a:pt x="2032" y="2011"/>
                      <a:pt x="2028" y="2021"/>
                    </a:cubicBezTo>
                    <a:cubicBezTo>
                      <a:pt x="2026" y="2025"/>
                      <a:pt x="2022" y="2029"/>
                      <a:pt x="2022" y="2031"/>
                    </a:cubicBezTo>
                    <a:cubicBezTo>
                      <a:pt x="2018" y="2039"/>
                      <a:pt x="2016" y="2045"/>
                      <a:pt x="2009" y="2056"/>
                    </a:cubicBezTo>
                    <a:cubicBezTo>
                      <a:pt x="2007" y="2062"/>
                      <a:pt x="2005" y="2064"/>
                      <a:pt x="2005" y="2066"/>
                    </a:cubicBezTo>
                    <a:cubicBezTo>
                      <a:pt x="1999" y="2076"/>
                      <a:pt x="1995" y="2086"/>
                      <a:pt x="1989" y="2094"/>
                    </a:cubicBezTo>
                    <a:cubicBezTo>
                      <a:pt x="1987" y="2097"/>
                      <a:pt x="1987" y="2099"/>
                      <a:pt x="1987" y="2099"/>
                    </a:cubicBezTo>
                    <a:cubicBezTo>
                      <a:pt x="1979" y="2113"/>
                      <a:pt x="1975" y="2125"/>
                      <a:pt x="1968" y="2137"/>
                    </a:cubicBezTo>
                    <a:cubicBezTo>
                      <a:pt x="1966" y="2144"/>
                      <a:pt x="1966" y="2146"/>
                      <a:pt x="1964" y="2148"/>
                    </a:cubicBezTo>
                    <a:lnTo>
                      <a:pt x="1948" y="2178"/>
                    </a:lnTo>
                    <a:cubicBezTo>
                      <a:pt x="1946" y="2180"/>
                      <a:pt x="1946" y="2184"/>
                      <a:pt x="1946" y="2187"/>
                    </a:cubicBezTo>
                    <a:cubicBezTo>
                      <a:pt x="1944" y="2191"/>
                      <a:pt x="1940" y="2195"/>
                      <a:pt x="1940" y="2199"/>
                    </a:cubicBezTo>
                    <a:lnTo>
                      <a:pt x="1903" y="2291"/>
                    </a:lnTo>
                    <a:lnTo>
                      <a:pt x="1872" y="2377"/>
                    </a:lnTo>
                    <a:cubicBezTo>
                      <a:pt x="1868" y="2383"/>
                      <a:pt x="1866" y="2391"/>
                      <a:pt x="1864" y="2397"/>
                    </a:cubicBezTo>
                    <a:lnTo>
                      <a:pt x="1856" y="2420"/>
                    </a:lnTo>
                    <a:lnTo>
                      <a:pt x="1842" y="2465"/>
                    </a:lnTo>
                    <a:cubicBezTo>
                      <a:pt x="1838" y="2475"/>
                      <a:pt x="1835" y="2483"/>
                      <a:pt x="1833" y="2491"/>
                    </a:cubicBezTo>
                    <a:cubicBezTo>
                      <a:pt x="1823" y="2522"/>
                      <a:pt x="1815" y="2551"/>
                      <a:pt x="1805" y="2581"/>
                    </a:cubicBezTo>
                    <a:cubicBezTo>
                      <a:pt x="1795" y="2618"/>
                      <a:pt x="1784" y="2655"/>
                      <a:pt x="1776" y="2692"/>
                    </a:cubicBezTo>
                    <a:cubicBezTo>
                      <a:pt x="1774" y="2698"/>
                      <a:pt x="1774" y="2702"/>
                      <a:pt x="1774" y="2706"/>
                    </a:cubicBezTo>
                    <a:lnTo>
                      <a:pt x="1752" y="2804"/>
                    </a:lnTo>
                    <a:cubicBezTo>
                      <a:pt x="1743" y="2841"/>
                      <a:pt x="1735" y="2874"/>
                      <a:pt x="1731" y="2907"/>
                    </a:cubicBezTo>
                    <a:cubicBezTo>
                      <a:pt x="1729" y="2917"/>
                      <a:pt x="1729" y="2925"/>
                      <a:pt x="1725" y="2935"/>
                    </a:cubicBezTo>
                    <a:cubicBezTo>
                      <a:pt x="1721" y="2962"/>
                      <a:pt x="1715" y="2991"/>
                      <a:pt x="1711" y="3015"/>
                    </a:cubicBezTo>
                    <a:lnTo>
                      <a:pt x="1703" y="3054"/>
                    </a:lnTo>
                    <a:cubicBezTo>
                      <a:pt x="1698" y="3079"/>
                      <a:pt x="1694" y="3101"/>
                      <a:pt x="1692" y="3126"/>
                    </a:cubicBezTo>
                    <a:cubicBezTo>
                      <a:pt x="1690" y="3138"/>
                      <a:pt x="1688" y="3154"/>
                      <a:pt x="1688" y="3167"/>
                    </a:cubicBezTo>
                    <a:cubicBezTo>
                      <a:pt x="1684" y="3175"/>
                      <a:pt x="1684" y="3181"/>
                      <a:pt x="1684" y="3189"/>
                    </a:cubicBezTo>
                    <a:lnTo>
                      <a:pt x="1678" y="3242"/>
                    </a:lnTo>
                    <a:cubicBezTo>
                      <a:pt x="1674" y="3257"/>
                      <a:pt x="1674" y="3269"/>
                      <a:pt x="1672" y="3281"/>
                    </a:cubicBezTo>
                    <a:cubicBezTo>
                      <a:pt x="1672" y="3287"/>
                      <a:pt x="1670" y="3293"/>
                      <a:pt x="1670" y="3300"/>
                    </a:cubicBezTo>
                    <a:lnTo>
                      <a:pt x="86" y="2393"/>
                    </a:lnTo>
                    <a:cubicBezTo>
                      <a:pt x="88" y="2387"/>
                      <a:pt x="88" y="2381"/>
                      <a:pt x="88" y="2373"/>
                    </a:cubicBezTo>
                    <a:cubicBezTo>
                      <a:pt x="92" y="2360"/>
                      <a:pt x="92" y="2348"/>
                      <a:pt x="94" y="2338"/>
                    </a:cubicBezTo>
                    <a:cubicBezTo>
                      <a:pt x="96" y="2311"/>
                      <a:pt x="103" y="2285"/>
                      <a:pt x="105" y="2258"/>
                    </a:cubicBezTo>
                    <a:cubicBezTo>
                      <a:pt x="107" y="2246"/>
                      <a:pt x="109" y="2229"/>
                      <a:pt x="109" y="2217"/>
                    </a:cubicBezTo>
                    <a:cubicBezTo>
                      <a:pt x="115" y="2193"/>
                      <a:pt x="117" y="2168"/>
                      <a:pt x="119" y="2144"/>
                    </a:cubicBezTo>
                    <a:lnTo>
                      <a:pt x="127" y="2105"/>
                    </a:lnTo>
                    <a:cubicBezTo>
                      <a:pt x="133" y="2076"/>
                      <a:pt x="137" y="2052"/>
                      <a:pt x="144" y="2025"/>
                    </a:cubicBezTo>
                    <a:cubicBezTo>
                      <a:pt x="146" y="2015"/>
                      <a:pt x="146" y="2009"/>
                      <a:pt x="148" y="1996"/>
                    </a:cubicBezTo>
                    <a:cubicBezTo>
                      <a:pt x="156" y="1961"/>
                      <a:pt x="160" y="1929"/>
                      <a:pt x="168" y="1894"/>
                    </a:cubicBezTo>
                    <a:cubicBezTo>
                      <a:pt x="176" y="1861"/>
                      <a:pt x="184" y="1828"/>
                      <a:pt x="191" y="1798"/>
                    </a:cubicBezTo>
                    <a:cubicBezTo>
                      <a:pt x="195" y="1792"/>
                      <a:pt x="195" y="1788"/>
                      <a:pt x="197" y="1781"/>
                    </a:cubicBezTo>
                    <a:cubicBezTo>
                      <a:pt x="207" y="1745"/>
                      <a:pt x="215" y="1708"/>
                      <a:pt x="225" y="1675"/>
                    </a:cubicBezTo>
                    <a:cubicBezTo>
                      <a:pt x="236" y="1644"/>
                      <a:pt x="242" y="1614"/>
                      <a:pt x="252" y="1583"/>
                    </a:cubicBezTo>
                    <a:cubicBezTo>
                      <a:pt x="256" y="1573"/>
                      <a:pt x="258" y="1565"/>
                      <a:pt x="260" y="1556"/>
                    </a:cubicBezTo>
                    <a:lnTo>
                      <a:pt x="283" y="1489"/>
                    </a:lnTo>
                    <a:lnTo>
                      <a:pt x="291" y="1464"/>
                    </a:lnTo>
                    <a:lnTo>
                      <a:pt x="322" y="1380"/>
                    </a:lnTo>
                    <a:lnTo>
                      <a:pt x="360" y="1288"/>
                    </a:lnTo>
                    <a:cubicBezTo>
                      <a:pt x="362" y="1280"/>
                      <a:pt x="364" y="1274"/>
                      <a:pt x="371" y="1268"/>
                    </a:cubicBezTo>
                    <a:cubicBezTo>
                      <a:pt x="375" y="1258"/>
                      <a:pt x="381" y="1247"/>
                      <a:pt x="383" y="1237"/>
                    </a:cubicBezTo>
                    <a:cubicBezTo>
                      <a:pt x="385" y="1233"/>
                      <a:pt x="389" y="1229"/>
                      <a:pt x="389" y="1227"/>
                    </a:cubicBezTo>
                    <a:cubicBezTo>
                      <a:pt x="395" y="1215"/>
                      <a:pt x="401" y="1202"/>
                      <a:pt x="405" y="1188"/>
                    </a:cubicBezTo>
                    <a:cubicBezTo>
                      <a:pt x="409" y="1186"/>
                      <a:pt x="409" y="1184"/>
                      <a:pt x="409" y="1182"/>
                    </a:cubicBezTo>
                    <a:cubicBezTo>
                      <a:pt x="414" y="1172"/>
                      <a:pt x="420" y="1162"/>
                      <a:pt x="424" y="1153"/>
                    </a:cubicBezTo>
                    <a:cubicBezTo>
                      <a:pt x="426" y="1147"/>
                      <a:pt x="430" y="1145"/>
                      <a:pt x="430" y="1143"/>
                    </a:cubicBezTo>
                    <a:cubicBezTo>
                      <a:pt x="434" y="1135"/>
                      <a:pt x="436" y="1127"/>
                      <a:pt x="442" y="1121"/>
                    </a:cubicBezTo>
                    <a:cubicBezTo>
                      <a:pt x="444" y="1117"/>
                      <a:pt x="446" y="1112"/>
                      <a:pt x="446" y="1110"/>
                    </a:cubicBezTo>
                    <a:cubicBezTo>
                      <a:pt x="452" y="1100"/>
                      <a:pt x="461" y="1090"/>
                      <a:pt x="465" y="1080"/>
                    </a:cubicBezTo>
                    <a:cubicBezTo>
                      <a:pt x="473" y="1067"/>
                      <a:pt x="477" y="1059"/>
                      <a:pt x="483" y="1051"/>
                    </a:cubicBezTo>
                    <a:cubicBezTo>
                      <a:pt x="485" y="1049"/>
                      <a:pt x="485" y="1047"/>
                      <a:pt x="487" y="1041"/>
                    </a:cubicBezTo>
                    <a:cubicBezTo>
                      <a:pt x="493" y="1033"/>
                      <a:pt x="495" y="1024"/>
                      <a:pt x="502" y="1020"/>
                    </a:cubicBezTo>
                    <a:cubicBezTo>
                      <a:pt x="504" y="1018"/>
                      <a:pt x="504" y="1016"/>
                      <a:pt x="506" y="1012"/>
                    </a:cubicBezTo>
                    <a:cubicBezTo>
                      <a:pt x="512" y="1002"/>
                      <a:pt x="516" y="996"/>
                      <a:pt x="522" y="988"/>
                    </a:cubicBezTo>
                    <a:cubicBezTo>
                      <a:pt x="526" y="977"/>
                      <a:pt x="532" y="969"/>
                      <a:pt x="536" y="961"/>
                    </a:cubicBezTo>
                    <a:cubicBezTo>
                      <a:pt x="538" y="959"/>
                      <a:pt x="538" y="957"/>
                      <a:pt x="542" y="953"/>
                    </a:cubicBezTo>
                    <a:cubicBezTo>
                      <a:pt x="547" y="947"/>
                      <a:pt x="553" y="941"/>
                      <a:pt x="555" y="936"/>
                    </a:cubicBezTo>
                    <a:cubicBezTo>
                      <a:pt x="557" y="932"/>
                      <a:pt x="557" y="932"/>
                      <a:pt x="557" y="930"/>
                    </a:cubicBezTo>
                    <a:lnTo>
                      <a:pt x="573" y="908"/>
                    </a:lnTo>
                    <a:cubicBezTo>
                      <a:pt x="575" y="906"/>
                      <a:pt x="575" y="904"/>
                      <a:pt x="577" y="904"/>
                    </a:cubicBezTo>
                    <a:cubicBezTo>
                      <a:pt x="583" y="896"/>
                      <a:pt x="587" y="889"/>
                      <a:pt x="594" y="883"/>
                    </a:cubicBezTo>
                    <a:cubicBezTo>
                      <a:pt x="600" y="873"/>
                      <a:pt x="606" y="867"/>
                      <a:pt x="610" y="859"/>
                    </a:cubicBezTo>
                    <a:cubicBezTo>
                      <a:pt x="618" y="848"/>
                      <a:pt x="624" y="844"/>
                      <a:pt x="628" y="838"/>
                    </a:cubicBezTo>
                    <a:cubicBezTo>
                      <a:pt x="635" y="832"/>
                      <a:pt x="637" y="828"/>
                      <a:pt x="639" y="826"/>
                    </a:cubicBezTo>
                    <a:cubicBezTo>
                      <a:pt x="645" y="822"/>
                      <a:pt x="647" y="818"/>
                      <a:pt x="649" y="814"/>
                    </a:cubicBezTo>
                    <a:cubicBezTo>
                      <a:pt x="655" y="808"/>
                      <a:pt x="657" y="806"/>
                      <a:pt x="657" y="803"/>
                    </a:cubicBezTo>
                    <a:lnTo>
                      <a:pt x="665" y="795"/>
                    </a:lnTo>
                    <a:cubicBezTo>
                      <a:pt x="669" y="791"/>
                      <a:pt x="671" y="787"/>
                      <a:pt x="675" y="787"/>
                    </a:cubicBezTo>
                    <a:lnTo>
                      <a:pt x="682" y="781"/>
                    </a:lnTo>
                    <a:lnTo>
                      <a:pt x="688" y="775"/>
                    </a:lnTo>
                    <a:close/>
                    <a:moveTo>
                      <a:pt x="1960" y="0"/>
                    </a:moveTo>
                    <a:cubicBezTo>
                      <a:pt x="1940" y="0"/>
                      <a:pt x="1920" y="6"/>
                      <a:pt x="1903" y="16"/>
                    </a:cubicBezTo>
                    <a:lnTo>
                      <a:pt x="647" y="746"/>
                    </a:lnTo>
                    <a:lnTo>
                      <a:pt x="643" y="752"/>
                    </a:lnTo>
                    <a:cubicBezTo>
                      <a:pt x="639" y="754"/>
                      <a:pt x="637" y="756"/>
                      <a:pt x="635" y="756"/>
                    </a:cubicBezTo>
                    <a:lnTo>
                      <a:pt x="628" y="763"/>
                    </a:lnTo>
                    <a:lnTo>
                      <a:pt x="622" y="771"/>
                    </a:lnTo>
                    <a:lnTo>
                      <a:pt x="614" y="777"/>
                    </a:lnTo>
                    <a:cubicBezTo>
                      <a:pt x="608" y="783"/>
                      <a:pt x="606" y="785"/>
                      <a:pt x="606" y="787"/>
                    </a:cubicBezTo>
                    <a:cubicBezTo>
                      <a:pt x="602" y="793"/>
                      <a:pt x="598" y="797"/>
                      <a:pt x="594" y="801"/>
                    </a:cubicBezTo>
                    <a:cubicBezTo>
                      <a:pt x="587" y="806"/>
                      <a:pt x="585" y="808"/>
                      <a:pt x="583" y="814"/>
                    </a:cubicBezTo>
                    <a:cubicBezTo>
                      <a:pt x="575" y="822"/>
                      <a:pt x="571" y="828"/>
                      <a:pt x="565" y="834"/>
                    </a:cubicBezTo>
                    <a:cubicBezTo>
                      <a:pt x="557" y="844"/>
                      <a:pt x="553" y="853"/>
                      <a:pt x="545" y="859"/>
                    </a:cubicBezTo>
                    <a:cubicBezTo>
                      <a:pt x="540" y="867"/>
                      <a:pt x="534" y="873"/>
                      <a:pt x="530" y="879"/>
                    </a:cubicBezTo>
                    <a:cubicBezTo>
                      <a:pt x="526" y="883"/>
                      <a:pt x="526" y="885"/>
                      <a:pt x="524" y="885"/>
                    </a:cubicBezTo>
                    <a:lnTo>
                      <a:pt x="510" y="908"/>
                    </a:lnTo>
                    <a:cubicBezTo>
                      <a:pt x="506" y="910"/>
                      <a:pt x="506" y="910"/>
                      <a:pt x="506" y="914"/>
                    </a:cubicBezTo>
                    <a:cubicBezTo>
                      <a:pt x="502" y="920"/>
                      <a:pt x="497" y="926"/>
                      <a:pt x="493" y="934"/>
                    </a:cubicBezTo>
                    <a:cubicBezTo>
                      <a:pt x="491" y="936"/>
                      <a:pt x="491" y="939"/>
                      <a:pt x="487" y="941"/>
                    </a:cubicBezTo>
                    <a:cubicBezTo>
                      <a:pt x="483" y="949"/>
                      <a:pt x="479" y="957"/>
                      <a:pt x="473" y="967"/>
                    </a:cubicBezTo>
                    <a:cubicBezTo>
                      <a:pt x="467" y="977"/>
                      <a:pt x="463" y="986"/>
                      <a:pt x="457" y="992"/>
                    </a:cubicBezTo>
                    <a:cubicBezTo>
                      <a:pt x="454" y="996"/>
                      <a:pt x="454" y="998"/>
                      <a:pt x="452" y="1000"/>
                    </a:cubicBezTo>
                    <a:cubicBezTo>
                      <a:pt x="446" y="1008"/>
                      <a:pt x="444" y="1012"/>
                      <a:pt x="440" y="1020"/>
                    </a:cubicBezTo>
                    <a:cubicBezTo>
                      <a:pt x="436" y="1022"/>
                      <a:pt x="436" y="1026"/>
                      <a:pt x="436" y="1026"/>
                    </a:cubicBezTo>
                    <a:cubicBezTo>
                      <a:pt x="430" y="1039"/>
                      <a:pt x="424" y="1047"/>
                      <a:pt x="420" y="1057"/>
                    </a:cubicBezTo>
                    <a:cubicBezTo>
                      <a:pt x="412" y="1069"/>
                      <a:pt x="405" y="1080"/>
                      <a:pt x="401" y="1090"/>
                    </a:cubicBezTo>
                    <a:cubicBezTo>
                      <a:pt x="399" y="1094"/>
                      <a:pt x="395" y="1098"/>
                      <a:pt x="395" y="1100"/>
                    </a:cubicBezTo>
                    <a:cubicBezTo>
                      <a:pt x="391" y="1108"/>
                      <a:pt x="389" y="1114"/>
                      <a:pt x="383" y="1125"/>
                    </a:cubicBezTo>
                    <a:cubicBezTo>
                      <a:pt x="381" y="1131"/>
                      <a:pt x="379" y="1133"/>
                      <a:pt x="379" y="1135"/>
                    </a:cubicBezTo>
                    <a:cubicBezTo>
                      <a:pt x="373" y="1145"/>
                      <a:pt x="369" y="1155"/>
                      <a:pt x="362" y="1164"/>
                    </a:cubicBezTo>
                    <a:cubicBezTo>
                      <a:pt x="360" y="1166"/>
                      <a:pt x="360" y="1166"/>
                      <a:pt x="360" y="1170"/>
                    </a:cubicBezTo>
                    <a:cubicBezTo>
                      <a:pt x="352" y="1182"/>
                      <a:pt x="348" y="1194"/>
                      <a:pt x="342" y="1207"/>
                    </a:cubicBezTo>
                    <a:cubicBezTo>
                      <a:pt x="340" y="1213"/>
                      <a:pt x="340" y="1215"/>
                      <a:pt x="338" y="1217"/>
                    </a:cubicBezTo>
                    <a:cubicBezTo>
                      <a:pt x="332" y="1227"/>
                      <a:pt x="328" y="1237"/>
                      <a:pt x="324" y="1247"/>
                    </a:cubicBezTo>
                    <a:cubicBezTo>
                      <a:pt x="322" y="1252"/>
                      <a:pt x="322" y="1254"/>
                      <a:pt x="322" y="1256"/>
                    </a:cubicBezTo>
                    <a:cubicBezTo>
                      <a:pt x="319" y="1260"/>
                      <a:pt x="317" y="1264"/>
                      <a:pt x="317" y="1268"/>
                    </a:cubicBezTo>
                    <a:lnTo>
                      <a:pt x="279" y="1360"/>
                    </a:lnTo>
                    <a:lnTo>
                      <a:pt x="248" y="1446"/>
                    </a:lnTo>
                    <a:cubicBezTo>
                      <a:pt x="246" y="1452"/>
                      <a:pt x="242" y="1460"/>
                      <a:pt x="240" y="1466"/>
                    </a:cubicBezTo>
                    <a:lnTo>
                      <a:pt x="231" y="1489"/>
                    </a:lnTo>
                    <a:lnTo>
                      <a:pt x="217" y="1534"/>
                    </a:lnTo>
                    <a:cubicBezTo>
                      <a:pt x="215" y="1544"/>
                      <a:pt x="211" y="1552"/>
                      <a:pt x="209" y="1560"/>
                    </a:cubicBezTo>
                    <a:cubicBezTo>
                      <a:pt x="199" y="1591"/>
                      <a:pt x="191" y="1620"/>
                      <a:pt x="184" y="1650"/>
                    </a:cubicBezTo>
                    <a:cubicBezTo>
                      <a:pt x="174" y="1687"/>
                      <a:pt x="164" y="1724"/>
                      <a:pt x="154" y="1759"/>
                    </a:cubicBezTo>
                    <a:cubicBezTo>
                      <a:pt x="150" y="1765"/>
                      <a:pt x="150" y="1769"/>
                      <a:pt x="150" y="1773"/>
                    </a:cubicBezTo>
                    <a:lnTo>
                      <a:pt x="127" y="1871"/>
                    </a:lnTo>
                    <a:cubicBezTo>
                      <a:pt x="119" y="1908"/>
                      <a:pt x="113" y="1941"/>
                      <a:pt x="107" y="1974"/>
                    </a:cubicBezTo>
                    <a:cubicBezTo>
                      <a:pt x="105" y="1984"/>
                      <a:pt x="103" y="1992"/>
                      <a:pt x="103" y="2002"/>
                    </a:cubicBezTo>
                    <a:cubicBezTo>
                      <a:pt x="96" y="2029"/>
                      <a:pt x="92" y="2056"/>
                      <a:pt x="86" y="2082"/>
                    </a:cubicBezTo>
                    <a:lnTo>
                      <a:pt x="78" y="2121"/>
                    </a:lnTo>
                    <a:cubicBezTo>
                      <a:pt x="74" y="2146"/>
                      <a:pt x="72" y="2168"/>
                      <a:pt x="68" y="2195"/>
                    </a:cubicBezTo>
                    <a:cubicBezTo>
                      <a:pt x="66" y="2207"/>
                      <a:pt x="64" y="2219"/>
                      <a:pt x="64" y="2236"/>
                    </a:cubicBezTo>
                    <a:cubicBezTo>
                      <a:pt x="62" y="2244"/>
                      <a:pt x="62" y="2250"/>
                      <a:pt x="62" y="2258"/>
                    </a:cubicBezTo>
                    <a:lnTo>
                      <a:pt x="53" y="2311"/>
                    </a:lnTo>
                    <a:cubicBezTo>
                      <a:pt x="51" y="2326"/>
                      <a:pt x="51" y="2338"/>
                      <a:pt x="47" y="2350"/>
                    </a:cubicBezTo>
                    <a:cubicBezTo>
                      <a:pt x="43" y="2389"/>
                      <a:pt x="41" y="2428"/>
                      <a:pt x="35" y="2465"/>
                    </a:cubicBezTo>
                    <a:cubicBezTo>
                      <a:pt x="31" y="2506"/>
                      <a:pt x="27" y="2545"/>
                      <a:pt x="25" y="2585"/>
                    </a:cubicBezTo>
                    <a:cubicBezTo>
                      <a:pt x="23" y="2598"/>
                      <a:pt x="23" y="2612"/>
                      <a:pt x="23" y="2624"/>
                    </a:cubicBezTo>
                    <a:cubicBezTo>
                      <a:pt x="21" y="2653"/>
                      <a:pt x="17" y="2680"/>
                      <a:pt x="17" y="2708"/>
                    </a:cubicBezTo>
                    <a:cubicBezTo>
                      <a:pt x="15" y="2725"/>
                      <a:pt x="15" y="2739"/>
                      <a:pt x="15" y="2755"/>
                    </a:cubicBezTo>
                    <a:cubicBezTo>
                      <a:pt x="13" y="2782"/>
                      <a:pt x="13" y="2808"/>
                      <a:pt x="11" y="2837"/>
                    </a:cubicBezTo>
                    <a:cubicBezTo>
                      <a:pt x="11" y="2851"/>
                      <a:pt x="6" y="2868"/>
                      <a:pt x="6" y="2882"/>
                    </a:cubicBezTo>
                    <a:cubicBezTo>
                      <a:pt x="4" y="2913"/>
                      <a:pt x="4" y="2941"/>
                      <a:pt x="4" y="2970"/>
                    </a:cubicBezTo>
                    <a:cubicBezTo>
                      <a:pt x="4" y="2984"/>
                      <a:pt x="2" y="2997"/>
                      <a:pt x="2" y="3011"/>
                    </a:cubicBezTo>
                    <a:cubicBezTo>
                      <a:pt x="2" y="3054"/>
                      <a:pt x="0" y="3097"/>
                      <a:pt x="0" y="3144"/>
                    </a:cubicBezTo>
                    <a:lnTo>
                      <a:pt x="0" y="3171"/>
                    </a:lnTo>
                    <a:lnTo>
                      <a:pt x="1629" y="4106"/>
                    </a:lnTo>
                    <a:cubicBezTo>
                      <a:pt x="1629" y="4108"/>
                      <a:pt x="1678" y="4132"/>
                      <a:pt x="1678" y="4132"/>
                    </a:cubicBezTo>
                    <a:lnTo>
                      <a:pt x="1678" y="4106"/>
                    </a:lnTo>
                    <a:cubicBezTo>
                      <a:pt x="1678" y="4061"/>
                      <a:pt x="1678" y="4018"/>
                      <a:pt x="1680" y="3973"/>
                    </a:cubicBezTo>
                    <a:cubicBezTo>
                      <a:pt x="1680" y="3956"/>
                      <a:pt x="1680" y="3944"/>
                      <a:pt x="1682" y="3932"/>
                    </a:cubicBezTo>
                    <a:cubicBezTo>
                      <a:pt x="1682" y="3901"/>
                      <a:pt x="1684" y="3872"/>
                      <a:pt x="1684" y="3842"/>
                    </a:cubicBezTo>
                    <a:cubicBezTo>
                      <a:pt x="1684" y="3825"/>
                      <a:pt x="1688" y="3811"/>
                      <a:pt x="1688" y="3793"/>
                    </a:cubicBezTo>
                    <a:cubicBezTo>
                      <a:pt x="1690" y="3764"/>
                      <a:pt x="1690" y="3739"/>
                      <a:pt x="1692" y="3711"/>
                    </a:cubicBezTo>
                    <a:cubicBezTo>
                      <a:pt x="1694" y="3696"/>
                      <a:pt x="1694" y="3680"/>
                      <a:pt x="1694" y="3666"/>
                    </a:cubicBezTo>
                    <a:cubicBezTo>
                      <a:pt x="1698" y="3637"/>
                      <a:pt x="1698" y="3608"/>
                      <a:pt x="1700" y="3580"/>
                    </a:cubicBezTo>
                    <a:cubicBezTo>
                      <a:pt x="1703" y="3568"/>
                      <a:pt x="1703" y="3555"/>
                      <a:pt x="1703" y="3543"/>
                    </a:cubicBezTo>
                    <a:cubicBezTo>
                      <a:pt x="1705" y="3502"/>
                      <a:pt x="1711" y="3463"/>
                      <a:pt x="1713" y="3422"/>
                    </a:cubicBezTo>
                    <a:cubicBezTo>
                      <a:pt x="1719" y="3381"/>
                      <a:pt x="1721" y="3342"/>
                      <a:pt x="1725" y="3308"/>
                    </a:cubicBezTo>
                    <a:cubicBezTo>
                      <a:pt x="1729" y="3293"/>
                      <a:pt x="1729" y="3281"/>
                      <a:pt x="1731" y="3271"/>
                    </a:cubicBezTo>
                    <a:cubicBezTo>
                      <a:pt x="1733" y="3246"/>
                      <a:pt x="1739" y="3218"/>
                      <a:pt x="1741" y="3191"/>
                    </a:cubicBezTo>
                    <a:cubicBezTo>
                      <a:pt x="1743" y="3179"/>
                      <a:pt x="1745" y="3164"/>
                      <a:pt x="1745" y="3150"/>
                    </a:cubicBezTo>
                    <a:cubicBezTo>
                      <a:pt x="1752" y="3126"/>
                      <a:pt x="1754" y="3103"/>
                      <a:pt x="1756" y="3077"/>
                    </a:cubicBezTo>
                    <a:lnTo>
                      <a:pt x="1764" y="3038"/>
                    </a:lnTo>
                    <a:cubicBezTo>
                      <a:pt x="1770" y="3011"/>
                      <a:pt x="1774" y="2984"/>
                      <a:pt x="1780" y="2960"/>
                    </a:cubicBezTo>
                    <a:cubicBezTo>
                      <a:pt x="1782" y="2950"/>
                      <a:pt x="1782" y="2941"/>
                      <a:pt x="1784" y="2931"/>
                    </a:cubicBezTo>
                    <a:cubicBezTo>
                      <a:pt x="1793" y="2894"/>
                      <a:pt x="1801" y="2862"/>
                      <a:pt x="1805" y="2829"/>
                    </a:cubicBezTo>
                    <a:cubicBezTo>
                      <a:pt x="1813" y="2796"/>
                      <a:pt x="1821" y="2761"/>
                      <a:pt x="1827" y="2731"/>
                    </a:cubicBezTo>
                    <a:cubicBezTo>
                      <a:pt x="1831" y="2727"/>
                      <a:pt x="1831" y="2721"/>
                      <a:pt x="1831" y="2716"/>
                    </a:cubicBezTo>
                    <a:cubicBezTo>
                      <a:pt x="1842" y="2678"/>
                      <a:pt x="1848" y="2643"/>
                      <a:pt x="1858" y="2608"/>
                    </a:cubicBezTo>
                    <a:cubicBezTo>
                      <a:pt x="1868" y="2577"/>
                      <a:pt x="1876" y="2547"/>
                      <a:pt x="1887" y="2516"/>
                    </a:cubicBezTo>
                    <a:cubicBezTo>
                      <a:pt x="1889" y="2506"/>
                      <a:pt x="1893" y="2500"/>
                      <a:pt x="1895" y="2491"/>
                    </a:cubicBezTo>
                    <a:lnTo>
                      <a:pt x="1917" y="2422"/>
                    </a:lnTo>
                    <a:lnTo>
                      <a:pt x="1926" y="2399"/>
                    </a:lnTo>
                    <a:lnTo>
                      <a:pt x="1956" y="2315"/>
                    </a:lnTo>
                    <a:lnTo>
                      <a:pt x="1995" y="2223"/>
                    </a:lnTo>
                    <a:cubicBezTo>
                      <a:pt x="1997" y="2215"/>
                      <a:pt x="2001" y="2209"/>
                      <a:pt x="2005" y="2201"/>
                    </a:cubicBezTo>
                    <a:cubicBezTo>
                      <a:pt x="2009" y="2193"/>
                      <a:pt x="2016" y="2180"/>
                      <a:pt x="2018" y="2172"/>
                    </a:cubicBezTo>
                    <a:cubicBezTo>
                      <a:pt x="2020" y="2166"/>
                      <a:pt x="2020" y="2164"/>
                      <a:pt x="2022" y="2162"/>
                    </a:cubicBezTo>
                    <a:cubicBezTo>
                      <a:pt x="2030" y="2148"/>
                      <a:pt x="2036" y="2135"/>
                      <a:pt x="2040" y="2123"/>
                    </a:cubicBezTo>
                    <a:cubicBezTo>
                      <a:pt x="2042" y="2121"/>
                      <a:pt x="2042" y="2117"/>
                      <a:pt x="2042" y="2115"/>
                    </a:cubicBezTo>
                    <a:cubicBezTo>
                      <a:pt x="2048" y="2105"/>
                      <a:pt x="2052" y="2094"/>
                      <a:pt x="2059" y="2086"/>
                    </a:cubicBezTo>
                    <a:cubicBezTo>
                      <a:pt x="2061" y="2082"/>
                      <a:pt x="2063" y="2078"/>
                      <a:pt x="2063" y="2076"/>
                    </a:cubicBezTo>
                    <a:cubicBezTo>
                      <a:pt x="2069" y="2070"/>
                      <a:pt x="2071" y="2062"/>
                      <a:pt x="2077" y="2054"/>
                    </a:cubicBezTo>
                    <a:cubicBezTo>
                      <a:pt x="2079" y="2052"/>
                      <a:pt x="2079" y="2045"/>
                      <a:pt x="2081" y="2043"/>
                    </a:cubicBezTo>
                    <a:cubicBezTo>
                      <a:pt x="2087" y="2033"/>
                      <a:pt x="2093" y="2023"/>
                      <a:pt x="2099" y="2013"/>
                    </a:cubicBezTo>
                    <a:cubicBezTo>
                      <a:pt x="2108" y="2000"/>
                      <a:pt x="2112" y="1992"/>
                      <a:pt x="2118" y="1984"/>
                    </a:cubicBezTo>
                    <a:cubicBezTo>
                      <a:pt x="2120" y="1982"/>
                      <a:pt x="2122" y="1980"/>
                      <a:pt x="2122" y="1978"/>
                    </a:cubicBezTo>
                    <a:cubicBezTo>
                      <a:pt x="2128" y="1970"/>
                      <a:pt x="2130" y="1961"/>
                      <a:pt x="2134" y="1957"/>
                    </a:cubicBezTo>
                    <a:cubicBezTo>
                      <a:pt x="2138" y="1953"/>
                      <a:pt x="2138" y="1951"/>
                      <a:pt x="2140" y="1949"/>
                    </a:cubicBezTo>
                    <a:cubicBezTo>
                      <a:pt x="2144" y="1939"/>
                      <a:pt x="2151" y="1931"/>
                      <a:pt x="2155" y="1923"/>
                    </a:cubicBezTo>
                    <a:cubicBezTo>
                      <a:pt x="2161" y="1912"/>
                      <a:pt x="2165" y="1906"/>
                      <a:pt x="2173" y="1898"/>
                    </a:cubicBezTo>
                    <a:cubicBezTo>
                      <a:pt x="2175" y="1894"/>
                      <a:pt x="2175" y="1892"/>
                      <a:pt x="2179" y="1890"/>
                    </a:cubicBezTo>
                    <a:cubicBezTo>
                      <a:pt x="2183" y="1882"/>
                      <a:pt x="2185" y="1878"/>
                      <a:pt x="2191" y="1871"/>
                    </a:cubicBezTo>
                    <a:cubicBezTo>
                      <a:pt x="2194" y="1869"/>
                      <a:pt x="2194" y="1869"/>
                      <a:pt x="2194" y="1867"/>
                    </a:cubicBezTo>
                    <a:lnTo>
                      <a:pt x="2210" y="1845"/>
                    </a:lnTo>
                    <a:lnTo>
                      <a:pt x="2214" y="1839"/>
                    </a:lnTo>
                    <a:cubicBezTo>
                      <a:pt x="2220" y="1831"/>
                      <a:pt x="2224" y="1826"/>
                      <a:pt x="2230" y="1818"/>
                    </a:cubicBezTo>
                    <a:cubicBezTo>
                      <a:pt x="2236" y="1808"/>
                      <a:pt x="2243" y="1800"/>
                      <a:pt x="2247" y="1796"/>
                    </a:cubicBezTo>
                    <a:cubicBezTo>
                      <a:pt x="2255" y="1786"/>
                      <a:pt x="2261" y="1779"/>
                      <a:pt x="2265" y="1775"/>
                    </a:cubicBezTo>
                    <a:cubicBezTo>
                      <a:pt x="2271" y="1767"/>
                      <a:pt x="2273" y="1765"/>
                      <a:pt x="2277" y="1763"/>
                    </a:cubicBezTo>
                    <a:lnTo>
                      <a:pt x="2288" y="1753"/>
                    </a:lnTo>
                    <a:cubicBezTo>
                      <a:pt x="2294" y="1747"/>
                      <a:pt x="2296" y="1745"/>
                      <a:pt x="2296" y="1743"/>
                    </a:cubicBezTo>
                    <a:lnTo>
                      <a:pt x="2304" y="1734"/>
                    </a:lnTo>
                    <a:cubicBezTo>
                      <a:pt x="2308" y="1728"/>
                      <a:pt x="2312" y="1726"/>
                      <a:pt x="2314" y="1726"/>
                    </a:cubicBezTo>
                    <a:lnTo>
                      <a:pt x="2322" y="1718"/>
                    </a:lnTo>
                    <a:lnTo>
                      <a:pt x="2327" y="1714"/>
                    </a:lnTo>
                    <a:cubicBezTo>
                      <a:pt x="2329" y="1712"/>
                      <a:pt x="2335" y="1708"/>
                      <a:pt x="2335" y="1708"/>
                    </a:cubicBezTo>
                    <a:lnTo>
                      <a:pt x="3648" y="945"/>
                    </a:lnTo>
                    <a:lnTo>
                      <a:pt x="3591" y="916"/>
                    </a:lnTo>
                    <a:lnTo>
                      <a:pt x="2018" y="16"/>
                    </a:lnTo>
                    <a:cubicBezTo>
                      <a:pt x="2000" y="6"/>
                      <a:pt x="1980" y="0"/>
                      <a:pt x="19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37"/>
              <p:cNvSpPr/>
              <p:nvPr/>
            </p:nvSpPr>
            <p:spPr>
              <a:xfrm rot="39010">
                <a:off x="6781393" y="3985435"/>
                <a:ext cx="456098" cy="747560"/>
              </a:xfrm>
              <a:custGeom>
                <a:rect b="b" l="l" r="r" t="t"/>
                <a:pathLst>
                  <a:path extrusionOk="0" h="3183" w="1942">
                    <a:moveTo>
                      <a:pt x="1811" y="126"/>
                    </a:moveTo>
                    <a:lnTo>
                      <a:pt x="1811" y="1355"/>
                    </a:lnTo>
                    <a:lnTo>
                      <a:pt x="92" y="2284"/>
                    </a:lnTo>
                    <a:cubicBezTo>
                      <a:pt x="148" y="1820"/>
                      <a:pt x="248" y="1494"/>
                      <a:pt x="338" y="1281"/>
                    </a:cubicBezTo>
                    <a:cubicBezTo>
                      <a:pt x="473" y="960"/>
                      <a:pt x="612" y="831"/>
                      <a:pt x="629" y="813"/>
                    </a:cubicBezTo>
                    <a:lnTo>
                      <a:pt x="1811" y="126"/>
                    </a:lnTo>
                    <a:close/>
                    <a:moveTo>
                      <a:pt x="1942" y="1"/>
                    </a:moveTo>
                    <a:lnTo>
                      <a:pt x="1668" y="154"/>
                    </a:lnTo>
                    <a:lnTo>
                      <a:pt x="624" y="760"/>
                    </a:lnTo>
                    <a:lnTo>
                      <a:pt x="618" y="766"/>
                    </a:lnTo>
                    <a:cubicBezTo>
                      <a:pt x="612" y="770"/>
                      <a:pt x="455" y="903"/>
                      <a:pt x="299" y="1267"/>
                    </a:cubicBezTo>
                    <a:cubicBezTo>
                      <a:pt x="123" y="1682"/>
                      <a:pt x="21" y="2218"/>
                      <a:pt x="0" y="2859"/>
                    </a:cubicBezTo>
                    <a:cubicBezTo>
                      <a:pt x="0" y="2859"/>
                      <a:pt x="2" y="2914"/>
                      <a:pt x="2" y="2949"/>
                    </a:cubicBezTo>
                    <a:cubicBezTo>
                      <a:pt x="0" y="3008"/>
                      <a:pt x="0" y="3061"/>
                      <a:pt x="0" y="3123"/>
                    </a:cubicBezTo>
                    <a:lnTo>
                      <a:pt x="2" y="3182"/>
                    </a:lnTo>
                    <a:lnTo>
                      <a:pt x="43" y="3149"/>
                    </a:lnTo>
                    <a:lnTo>
                      <a:pt x="1809" y="2163"/>
                    </a:lnTo>
                    <a:lnTo>
                      <a:pt x="1809" y="2167"/>
                    </a:lnTo>
                    <a:lnTo>
                      <a:pt x="1938" y="2096"/>
                    </a:lnTo>
                    <a:lnTo>
                      <a:pt x="19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37"/>
              <p:cNvSpPr/>
              <p:nvPr/>
            </p:nvSpPr>
            <p:spPr>
              <a:xfrm rot="39010">
                <a:off x="6634872" y="3890564"/>
                <a:ext cx="10804" cy="58245"/>
              </a:xfrm>
              <a:custGeom>
                <a:rect b="b" l="l" r="r" t="t"/>
                <a:pathLst>
                  <a:path extrusionOk="0" h="248" w="46">
                    <a:moveTo>
                      <a:pt x="46" y="0"/>
                    </a:moveTo>
                    <a:lnTo>
                      <a:pt x="1" y="29"/>
                    </a:lnTo>
                    <a:lnTo>
                      <a:pt x="1" y="248"/>
                    </a:lnTo>
                    <a:lnTo>
                      <a:pt x="46" y="223"/>
                    </a:lnTo>
                    <a:lnTo>
                      <a:pt x="4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37"/>
              <p:cNvSpPr/>
              <p:nvPr/>
            </p:nvSpPr>
            <p:spPr>
              <a:xfrm rot="39010">
                <a:off x="6602156" y="3871590"/>
                <a:ext cx="43919" cy="25600"/>
              </a:xfrm>
              <a:custGeom>
                <a:rect b="b" l="l" r="r" t="t"/>
                <a:pathLst>
                  <a:path extrusionOk="0" h="109" w="187">
                    <a:moveTo>
                      <a:pt x="48" y="0"/>
                    </a:moveTo>
                    <a:lnTo>
                      <a:pt x="1" y="27"/>
                    </a:lnTo>
                    <a:lnTo>
                      <a:pt x="142" y="109"/>
                    </a:lnTo>
                    <a:lnTo>
                      <a:pt x="187" y="80"/>
                    </a:lnTo>
                    <a:lnTo>
                      <a:pt x="48" y="0"/>
                    </a:lnTo>
                    <a:close/>
                  </a:path>
                </a:pathLst>
              </a:custGeom>
              <a:solidFill>
                <a:srgbClr val="1B19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37"/>
              <p:cNvSpPr/>
              <p:nvPr/>
            </p:nvSpPr>
            <p:spPr>
              <a:xfrm rot="39010">
                <a:off x="6601830" y="3877634"/>
                <a:ext cx="33350" cy="70928"/>
              </a:xfrm>
              <a:custGeom>
                <a:rect b="b" l="l" r="r" t="t"/>
                <a:pathLst>
                  <a:path extrusionOk="0" h="302" w="142">
                    <a:moveTo>
                      <a:pt x="1" y="1"/>
                    </a:moveTo>
                    <a:lnTo>
                      <a:pt x="1" y="224"/>
                    </a:lnTo>
                    <a:lnTo>
                      <a:pt x="142" y="302"/>
                    </a:lnTo>
                    <a:lnTo>
                      <a:pt x="142" y="83"/>
                    </a:lnTo>
                    <a:lnTo>
                      <a:pt x="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37"/>
              <p:cNvSpPr/>
              <p:nvPr/>
            </p:nvSpPr>
            <p:spPr>
              <a:xfrm rot="39010">
                <a:off x="6584494" y="3846393"/>
                <a:ext cx="67405" cy="84315"/>
              </a:xfrm>
              <a:custGeom>
                <a:rect b="b" l="l" r="r" t="t"/>
                <a:pathLst>
                  <a:path extrusionOk="0" h="359" w="287">
                    <a:moveTo>
                      <a:pt x="3" y="36"/>
                    </a:moveTo>
                    <a:cubicBezTo>
                      <a:pt x="2" y="37"/>
                      <a:pt x="1" y="37"/>
                      <a:pt x="0" y="38"/>
                    </a:cubicBezTo>
                    <a:lnTo>
                      <a:pt x="3" y="36"/>
                    </a:lnTo>
                    <a:close/>
                    <a:moveTo>
                      <a:pt x="82" y="1"/>
                    </a:moveTo>
                    <a:cubicBezTo>
                      <a:pt x="72" y="1"/>
                      <a:pt x="68" y="3"/>
                      <a:pt x="66" y="3"/>
                    </a:cubicBezTo>
                    <a:cubicBezTo>
                      <a:pt x="59" y="5"/>
                      <a:pt x="57" y="5"/>
                      <a:pt x="55" y="5"/>
                    </a:cubicBezTo>
                    <a:cubicBezTo>
                      <a:pt x="51" y="7"/>
                      <a:pt x="47" y="7"/>
                      <a:pt x="45" y="11"/>
                    </a:cubicBezTo>
                    <a:lnTo>
                      <a:pt x="3" y="36"/>
                    </a:lnTo>
                    <a:lnTo>
                      <a:pt x="3" y="36"/>
                    </a:lnTo>
                    <a:cubicBezTo>
                      <a:pt x="5" y="35"/>
                      <a:pt x="7" y="35"/>
                      <a:pt x="8" y="34"/>
                    </a:cubicBezTo>
                    <a:cubicBezTo>
                      <a:pt x="12" y="32"/>
                      <a:pt x="14" y="32"/>
                      <a:pt x="16" y="32"/>
                    </a:cubicBezTo>
                    <a:cubicBezTo>
                      <a:pt x="23" y="27"/>
                      <a:pt x="25" y="27"/>
                      <a:pt x="31" y="27"/>
                    </a:cubicBezTo>
                    <a:lnTo>
                      <a:pt x="43" y="27"/>
                    </a:lnTo>
                    <a:cubicBezTo>
                      <a:pt x="47" y="27"/>
                      <a:pt x="51" y="32"/>
                      <a:pt x="55" y="32"/>
                    </a:cubicBezTo>
                    <a:cubicBezTo>
                      <a:pt x="59" y="34"/>
                      <a:pt x="66" y="34"/>
                      <a:pt x="68" y="34"/>
                    </a:cubicBezTo>
                    <a:cubicBezTo>
                      <a:pt x="74" y="36"/>
                      <a:pt x="78" y="38"/>
                      <a:pt x="82" y="38"/>
                    </a:cubicBezTo>
                    <a:cubicBezTo>
                      <a:pt x="86" y="42"/>
                      <a:pt x="90" y="44"/>
                      <a:pt x="94" y="46"/>
                    </a:cubicBezTo>
                    <a:cubicBezTo>
                      <a:pt x="98" y="48"/>
                      <a:pt x="104" y="52"/>
                      <a:pt x="106" y="54"/>
                    </a:cubicBezTo>
                    <a:cubicBezTo>
                      <a:pt x="111" y="58"/>
                      <a:pt x="117" y="62"/>
                      <a:pt x="119" y="64"/>
                    </a:cubicBezTo>
                    <a:cubicBezTo>
                      <a:pt x="125" y="68"/>
                      <a:pt x="129" y="72"/>
                      <a:pt x="133" y="74"/>
                    </a:cubicBezTo>
                    <a:cubicBezTo>
                      <a:pt x="137" y="79"/>
                      <a:pt x="141" y="83"/>
                      <a:pt x="145" y="87"/>
                    </a:cubicBezTo>
                    <a:cubicBezTo>
                      <a:pt x="149" y="93"/>
                      <a:pt x="154" y="97"/>
                      <a:pt x="158" y="99"/>
                    </a:cubicBezTo>
                    <a:cubicBezTo>
                      <a:pt x="162" y="105"/>
                      <a:pt x="166" y="109"/>
                      <a:pt x="168" y="115"/>
                    </a:cubicBezTo>
                    <a:cubicBezTo>
                      <a:pt x="170" y="120"/>
                      <a:pt x="176" y="124"/>
                      <a:pt x="178" y="128"/>
                    </a:cubicBezTo>
                    <a:cubicBezTo>
                      <a:pt x="180" y="130"/>
                      <a:pt x="182" y="134"/>
                      <a:pt x="182" y="136"/>
                    </a:cubicBezTo>
                    <a:cubicBezTo>
                      <a:pt x="186" y="138"/>
                      <a:pt x="186" y="140"/>
                      <a:pt x="188" y="144"/>
                    </a:cubicBezTo>
                    <a:cubicBezTo>
                      <a:pt x="192" y="150"/>
                      <a:pt x="196" y="156"/>
                      <a:pt x="196" y="158"/>
                    </a:cubicBezTo>
                    <a:cubicBezTo>
                      <a:pt x="199" y="167"/>
                      <a:pt x="201" y="171"/>
                      <a:pt x="203" y="177"/>
                    </a:cubicBezTo>
                    <a:lnTo>
                      <a:pt x="211" y="191"/>
                    </a:lnTo>
                    <a:cubicBezTo>
                      <a:pt x="213" y="199"/>
                      <a:pt x="217" y="201"/>
                      <a:pt x="217" y="207"/>
                    </a:cubicBezTo>
                    <a:cubicBezTo>
                      <a:pt x="219" y="216"/>
                      <a:pt x="219" y="218"/>
                      <a:pt x="221" y="222"/>
                    </a:cubicBezTo>
                    <a:cubicBezTo>
                      <a:pt x="223" y="230"/>
                      <a:pt x="223" y="236"/>
                      <a:pt x="227" y="240"/>
                    </a:cubicBezTo>
                    <a:cubicBezTo>
                      <a:pt x="227" y="246"/>
                      <a:pt x="229" y="250"/>
                      <a:pt x="229" y="257"/>
                    </a:cubicBezTo>
                    <a:cubicBezTo>
                      <a:pt x="229" y="265"/>
                      <a:pt x="231" y="269"/>
                      <a:pt x="231" y="271"/>
                    </a:cubicBezTo>
                    <a:cubicBezTo>
                      <a:pt x="231" y="277"/>
                      <a:pt x="231" y="281"/>
                      <a:pt x="229" y="287"/>
                    </a:cubicBezTo>
                    <a:cubicBezTo>
                      <a:pt x="229" y="291"/>
                      <a:pt x="227" y="298"/>
                      <a:pt x="227" y="300"/>
                    </a:cubicBezTo>
                    <a:cubicBezTo>
                      <a:pt x="223" y="306"/>
                      <a:pt x="223" y="310"/>
                      <a:pt x="223" y="312"/>
                    </a:cubicBezTo>
                    <a:cubicBezTo>
                      <a:pt x="221" y="318"/>
                      <a:pt x="221" y="320"/>
                      <a:pt x="219" y="326"/>
                    </a:cubicBezTo>
                    <a:cubicBezTo>
                      <a:pt x="217" y="330"/>
                      <a:pt x="213" y="332"/>
                      <a:pt x="213" y="336"/>
                    </a:cubicBezTo>
                    <a:cubicBezTo>
                      <a:pt x="211" y="340"/>
                      <a:pt x="209" y="343"/>
                      <a:pt x="203" y="349"/>
                    </a:cubicBezTo>
                    <a:cubicBezTo>
                      <a:pt x="200" y="351"/>
                      <a:pt x="197" y="354"/>
                      <a:pt x="195" y="356"/>
                    </a:cubicBezTo>
                    <a:lnTo>
                      <a:pt x="195" y="356"/>
                    </a:lnTo>
                    <a:lnTo>
                      <a:pt x="237" y="330"/>
                    </a:lnTo>
                    <a:cubicBezTo>
                      <a:pt x="242" y="328"/>
                      <a:pt x="244" y="324"/>
                      <a:pt x="248" y="322"/>
                    </a:cubicBezTo>
                    <a:lnTo>
                      <a:pt x="260" y="310"/>
                    </a:lnTo>
                    <a:cubicBezTo>
                      <a:pt x="262" y="308"/>
                      <a:pt x="264" y="302"/>
                      <a:pt x="264" y="300"/>
                    </a:cubicBezTo>
                    <a:cubicBezTo>
                      <a:pt x="268" y="293"/>
                      <a:pt x="268" y="293"/>
                      <a:pt x="268" y="291"/>
                    </a:cubicBezTo>
                    <a:cubicBezTo>
                      <a:pt x="270" y="281"/>
                      <a:pt x="272" y="279"/>
                      <a:pt x="272" y="279"/>
                    </a:cubicBezTo>
                    <a:cubicBezTo>
                      <a:pt x="274" y="269"/>
                      <a:pt x="274" y="269"/>
                      <a:pt x="274" y="267"/>
                    </a:cubicBezTo>
                    <a:cubicBezTo>
                      <a:pt x="278" y="259"/>
                      <a:pt x="278" y="257"/>
                      <a:pt x="278" y="252"/>
                    </a:cubicBezTo>
                    <a:lnTo>
                      <a:pt x="278" y="246"/>
                    </a:lnTo>
                    <a:cubicBezTo>
                      <a:pt x="284" y="254"/>
                      <a:pt x="286" y="255"/>
                      <a:pt x="286" y="255"/>
                    </a:cubicBezTo>
                    <a:cubicBezTo>
                      <a:pt x="287" y="255"/>
                      <a:pt x="287" y="255"/>
                      <a:pt x="287" y="255"/>
                    </a:cubicBezTo>
                    <a:lnTo>
                      <a:pt x="287" y="246"/>
                    </a:lnTo>
                    <a:cubicBezTo>
                      <a:pt x="282" y="238"/>
                      <a:pt x="282" y="236"/>
                      <a:pt x="282" y="234"/>
                    </a:cubicBezTo>
                    <a:cubicBezTo>
                      <a:pt x="282" y="230"/>
                      <a:pt x="282" y="228"/>
                      <a:pt x="280" y="226"/>
                    </a:cubicBezTo>
                    <a:cubicBezTo>
                      <a:pt x="280" y="222"/>
                      <a:pt x="278" y="220"/>
                      <a:pt x="278" y="218"/>
                    </a:cubicBezTo>
                    <a:cubicBezTo>
                      <a:pt x="278" y="216"/>
                      <a:pt x="274" y="214"/>
                      <a:pt x="274" y="210"/>
                    </a:cubicBezTo>
                    <a:cubicBezTo>
                      <a:pt x="272" y="205"/>
                      <a:pt x="272" y="201"/>
                      <a:pt x="272" y="201"/>
                    </a:cubicBezTo>
                    <a:cubicBezTo>
                      <a:pt x="270" y="199"/>
                      <a:pt x="270" y="197"/>
                      <a:pt x="270" y="195"/>
                    </a:cubicBezTo>
                    <a:cubicBezTo>
                      <a:pt x="270" y="191"/>
                      <a:pt x="268" y="189"/>
                      <a:pt x="268" y="189"/>
                    </a:cubicBezTo>
                    <a:cubicBezTo>
                      <a:pt x="264" y="185"/>
                      <a:pt x="264" y="181"/>
                      <a:pt x="264" y="181"/>
                    </a:cubicBezTo>
                    <a:cubicBezTo>
                      <a:pt x="262" y="179"/>
                      <a:pt x="262" y="177"/>
                      <a:pt x="262" y="175"/>
                    </a:cubicBezTo>
                    <a:cubicBezTo>
                      <a:pt x="260" y="169"/>
                      <a:pt x="260" y="169"/>
                      <a:pt x="260" y="167"/>
                    </a:cubicBezTo>
                    <a:cubicBezTo>
                      <a:pt x="258" y="165"/>
                      <a:pt x="258" y="160"/>
                      <a:pt x="258" y="158"/>
                    </a:cubicBezTo>
                    <a:cubicBezTo>
                      <a:pt x="254" y="156"/>
                      <a:pt x="254" y="156"/>
                      <a:pt x="254" y="154"/>
                    </a:cubicBezTo>
                    <a:cubicBezTo>
                      <a:pt x="252" y="148"/>
                      <a:pt x="252" y="146"/>
                      <a:pt x="250" y="146"/>
                    </a:cubicBezTo>
                    <a:cubicBezTo>
                      <a:pt x="248" y="144"/>
                      <a:pt x="248" y="140"/>
                      <a:pt x="248" y="138"/>
                    </a:cubicBezTo>
                    <a:cubicBezTo>
                      <a:pt x="244" y="134"/>
                      <a:pt x="244" y="130"/>
                      <a:pt x="242" y="130"/>
                    </a:cubicBezTo>
                    <a:cubicBezTo>
                      <a:pt x="239" y="128"/>
                      <a:pt x="239" y="126"/>
                      <a:pt x="237" y="124"/>
                    </a:cubicBezTo>
                    <a:cubicBezTo>
                      <a:pt x="231" y="115"/>
                      <a:pt x="231" y="113"/>
                      <a:pt x="229" y="113"/>
                    </a:cubicBezTo>
                    <a:cubicBezTo>
                      <a:pt x="227" y="109"/>
                      <a:pt x="223" y="107"/>
                      <a:pt x="223" y="105"/>
                    </a:cubicBezTo>
                    <a:cubicBezTo>
                      <a:pt x="219" y="99"/>
                      <a:pt x="217" y="95"/>
                      <a:pt x="213" y="93"/>
                    </a:cubicBezTo>
                    <a:lnTo>
                      <a:pt x="207" y="85"/>
                    </a:lnTo>
                    <a:cubicBezTo>
                      <a:pt x="203" y="83"/>
                      <a:pt x="203" y="79"/>
                      <a:pt x="201" y="77"/>
                    </a:cubicBezTo>
                    <a:lnTo>
                      <a:pt x="196" y="72"/>
                    </a:lnTo>
                    <a:cubicBezTo>
                      <a:pt x="192" y="68"/>
                      <a:pt x="192" y="66"/>
                      <a:pt x="190" y="66"/>
                    </a:cubicBezTo>
                    <a:lnTo>
                      <a:pt x="186" y="62"/>
                    </a:lnTo>
                    <a:lnTo>
                      <a:pt x="180" y="56"/>
                    </a:lnTo>
                    <a:lnTo>
                      <a:pt x="176" y="52"/>
                    </a:lnTo>
                    <a:lnTo>
                      <a:pt x="170" y="46"/>
                    </a:lnTo>
                    <a:cubicBezTo>
                      <a:pt x="162" y="38"/>
                      <a:pt x="160" y="38"/>
                      <a:pt x="158" y="36"/>
                    </a:cubicBezTo>
                    <a:cubicBezTo>
                      <a:pt x="156" y="34"/>
                      <a:pt x="156" y="34"/>
                      <a:pt x="151" y="34"/>
                    </a:cubicBezTo>
                    <a:cubicBezTo>
                      <a:pt x="149" y="32"/>
                      <a:pt x="147" y="32"/>
                      <a:pt x="145" y="27"/>
                    </a:cubicBezTo>
                    <a:cubicBezTo>
                      <a:pt x="141" y="25"/>
                      <a:pt x="139" y="25"/>
                      <a:pt x="139" y="23"/>
                    </a:cubicBezTo>
                    <a:cubicBezTo>
                      <a:pt x="137" y="21"/>
                      <a:pt x="135" y="21"/>
                      <a:pt x="135" y="21"/>
                    </a:cubicBezTo>
                    <a:cubicBezTo>
                      <a:pt x="131" y="17"/>
                      <a:pt x="129" y="17"/>
                      <a:pt x="129" y="17"/>
                    </a:cubicBezTo>
                    <a:cubicBezTo>
                      <a:pt x="121" y="15"/>
                      <a:pt x="119" y="13"/>
                      <a:pt x="119" y="13"/>
                    </a:cubicBezTo>
                    <a:cubicBezTo>
                      <a:pt x="117" y="13"/>
                      <a:pt x="115" y="11"/>
                      <a:pt x="115" y="11"/>
                    </a:cubicBezTo>
                    <a:cubicBezTo>
                      <a:pt x="111" y="7"/>
                      <a:pt x="109" y="7"/>
                      <a:pt x="109" y="7"/>
                    </a:cubicBezTo>
                    <a:cubicBezTo>
                      <a:pt x="106" y="7"/>
                      <a:pt x="104" y="5"/>
                      <a:pt x="104" y="5"/>
                    </a:cubicBezTo>
                    <a:cubicBezTo>
                      <a:pt x="96" y="3"/>
                      <a:pt x="94" y="3"/>
                      <a:pt x="94" y="3"/>
                    </a:cubicBezTo>
                    <a:cubicBezTo>
                      <a:pt x="86" y="1"/>
                      <a:pt x="84" y="1"/>
                      <a:pt x="82" y="1"/>
                    </a:cubicBezTo>
                    <a:close/>
                    <a:moveTo>
                      <a:pt x="195" y="356"/>
                    </a:moveTo>
                    <a:lnTo>
                      <a:pt x="190" y="359"/>
                    </a:lnTo>
                    <a:cubicBezTo>
                      <a:pt x="191" y="359"/>
                      <a:pt x="193" y="358"/>
                      <a:pt x="195" y="35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37"/>
              <p:cNvSpPr/>
              <p:nvPr/>
            </p:nvSpPr>
            <p:spPr>
              <a:xfrm rot="39010">
                <a:off x="6580888" y="3857116"/>
                <a:ext cx="60359" cy="77504"/>
              </a:xfrm>
              <a:custGeom>
                <a:rect b="b" l="l" r="r" t="t"/>
                <a:pathLst>
                  <a:path extrusionOk="0" h="330" w="257">
                    <a:moveTo>
                      <a:pt x="72" y="1"/>
                    </a:moveTo>
                    <a:cubicBezTo>
                      <a:pt x="29" y="1"/>
                      <a:pt x="1" y="34"/>
                      <a:pt x="1" y="92"/>
                    </a:cubicBezTo>
                    <a:cubicBezTo>
                      <a:pt x="1" y="172"/>
                      <a:pt x="58" y="272"/>
                      <a:pt x="130" y="313"/>
                    </a:cubicBezTo>
                    <a:cubicBezTo>
                      <a:pt x="150" y="324"/>
                      <a:pt x="169" y="330"/>
                      <a:pt x="186" y="330"/>
                    </a:cubicBezTo>
                    <a:cubicBezTo>
                      <a:pt x="228" y="330"/>
                      <a:pt x="257" y="297"/>
                      <a:pt x="257" y="239"/>
                    </a:cubicBezTo>
                    <a:cubicBezTo>
                      <a:pt x="257" y="159"/>
                      <a:pt x="201" y="59"/>
                      <a:pt x="130" y="18"/>
                    </a:cubicBezTo>
                    <a:cubicBezTo>
                      <a:pt x="109" y="6"/>
                      <a:pt x="89" y="1"/>
                      <a:pt x="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37"/>
              <p:cNvSpPr/>
              <p:nvPr/>
            </p:nvSpPr>
            <p:spPr>
              <a:xfrm rot="39010">
                <a:off x="6567911" y="3863810"/>
                <a:ext cx="65526" cy="74451"/>
              </a:xfrm>
              <a:custGeom>
                <a:rect b="b" l="l" r="r" t="t"/>
                <a:pathLst>
                  <a:path extrusionOk="0" h="317" w="279">
                    <a:moveTo>
                      <a:pt x="106" y="0"/>
                    </a:moveTo>
                    <a:cubicBezTo>
                      <a:pt x="102" y="0"/>
                      <a:pt x="98" y="1"/>
                      <a:pt x="95" y="2"/>
                    </a:cubicBezTo>
                    <a:cubicBezTo>
                      <a:pt x="82" y="8"/>
                      <a:pt x="70" y="16"/>
                      <a:pt x="60" y="26"/>
                    </a:cubicBezTo>
                    <a:cubicBezTo>
                      <a:pt x="23" y="57"/>
                      <a:pt x="1" y="102"/>
                      <a:pt x="1" y="153"/>
                    </a:cubicBezTo>
                    <a:cubicBezTo>
                      <a:pt x="1" y="243"/>
                      <a:pt x="72" y="317"/>
                      <a:pt x="156" y="317"/>
                    </a:cubicBezTo>
                    <a:cubicBezTo>
                      <a:pt x="176" y="317"/>
                      <a:pt x="197" y="313"/>
                      <a:pt x="215" y="304"/>
                    </a:cubicBezTo>
                    <a:cubicBezTo>
                      <a:pt x="238" y="294"/>
                      <a:pt x="256" y="282"/>
                      <a:pt x="271" y="263"/>
                    </a:cubicBezTo>
                    <a:cubicBezTo>
                      <a:pt x="277" y="251"/>
                      <a:pt x="279" y="237"/>
                      <a:pt x="279" y="220"/>
                    </a:cubicBezTo>
                    <a:cubicBezTo>
                      <a:pt x="279" y="143"/>
                      <a:pt x="226" y="53"/>
                      <a:pt x="162" y="18"/>
                    </a:cubicBezTo>
                    <a:cubicBezTo>
                      <a:pt x="140" y="8"/>
                      <a:pt x="123" y="0"/>
                      <a:pt x="1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37"/>
              <p:cNvSpPr/>
              <p:nvPr/>
            </p:nvSpPr>
            <p:spPr>
              <a:xfrm rot="39010">
                <a:off x="6924624" y="4063430"/>
                <a:ext cx="11273" cy="58245"/>
              </a:xfrm>
              <a:custGeom>
                <a:rect b="b" l="l" r="r" t="t"/>
                <a:pathLst>
                  <a:path extrusionOk="0" h="248" w="48">
                    <a:moveTo>
                      <a:pt x="48" y="0"/>
                    </a:moveTo>
                    <a:lnTo>
                      <a:pt x="1" y="25"/>
                    </a:lnTo>
                    <a:lnTo>
                      <a:pt x="1" y="248"/>
                    </a:lnTo>
                    <a:lnTo>
                      <a:pt x="48" y="219"/>
                    </a:lnTo>
                    <a:lnTo>
                      <a:pt x="4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37"/>
              <p:cNvSpPr/>
              <p:nvPr/>
            </p:nvSpPr>
            <p:spPr>
              <a:xfrm rot="39010">
                <a:off x="6892856" y="4043992"/>
                <a:ext cx="43449" cy="25130"/>
              </a:xfrm>
              <a:custGeom>
                <a:rect b="b" l="l" r="r" t="t"/>
                <a:pathLst>
                  <a:path extrusionOk="0" h="107" w="185">
                    <a:moveTo>
                      <a:pt x="46" y="0"/>
                    </a:moveTo>
                    <a:lnTo>
                      <a:pt x="1" y="27"/>
                    </a:lnTo>
                    <a:lnTo>
                      <a:pt x="138" y="107"/>
                    </a:lnTo>
                    <a:lnTo>
                      <a:pt x="185" y="82"/>
                    </a:lnTo>
                    <a:lnTo>
                      <a:pt x="46" y="0"/>
                    </a:lnTo>
                    <a:close/>
                  </a:path>
                </a:pathLst>
              </a:custGeom>
              <a:solidFill>
                <a:srgbClr val="1B19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37"/>
              <p:cNvSpPr/>
              <p:nvPr/>
            </p:nvSpPr>
            <p:spPr>
              <a:xfrm rot="39010">
                <a:off x="6892525" y="4050034"/>
                <a:ext cx="32411" cy="71397"/>
              </a:xfrm>
              <a:custGeom>
                <a:rect b="b" l="l" r="r" t="t"/>
                <a:pathLst>
                  <a:path extrusionOk="0" h="304" w="138">
                    <a:moveTo>
                      <a:pt x="1" y="1"/>
                    </a:moveTo>
                    <a:lnTo>
                      <a:pt x="1" y="224"/>
                    </a:lnTo>
                    <a:lnTo>
                      <a:pt x="138" y="304"/>
                    </a:lnTo>
                    <a:lnTo>
                      <a:pt x="138" y="81"/>
                    </a:lnTo>
                    <a:lnTo>
                      <a:pt x="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37"/>
              <p:cNvSpPr/>
              <p:nvPr/>
            </p:nvSpPr>
            <p:spPr>
              <a:xfrm rot="39010">
                <a:off x="6874025" y="4018319"/>
                <a:ext cx="68109" cy="83845"/>
              </a:xfrm>
              <a:custGeom>
                <a:rect b="b" l="l" r="r" t="t"/>
                <a:pathLst>
                  <a:path extrusionOk="0" h="357" w="290">
                    <a:moveTo>
                      <a:pt x="13" y="33"/>
                    </a:moveTo>
                    <a:cubicBezTo>
                      <a:pt x="12" y="33"/>
                      <a:pt x="12" y="33"/>
                      <a:pt x="11" y="33"/>
                    </a:cubicBezTo>
                    <a:lnTo>
                      <a:pt x="11" y="33"/>
                    </a:lnTo>
                    <a:lnTo>
                      <a:pt x="13" y="33"/>
                    </a:lnTo>
                    <a:close/>
                    <a:moveTo>
                      <a:pt x="11" y="33"/>
                    </a:moveTo>
                    <a:lnTo>
                      <a:pt x="11" y="34"/>
                    </a:lnTo>
                    <a:lnTo>
                      <a:pt x="11" y="34"/>
                    </a:lnTo>
                    <a:cubicBezTo>
                      <a:pt x="11" y="34"/>
                      <a:pt x="11" y="34"/>
                      <a:pt x="11" y="34"/>
                    </a:cubicBezTo>
                    <a:cubicBezTo>
                      <a:pt x="11" y="34"/>
                      <a:pt x="11" y="34"/>
                      <a:pt x="11" y="33"/>
                    </a:cubicBezTo>
                    <a:close/>
                    <a:moveTo>
                      <a:pt x="11" y="34"/>
                    </a:moveTo>
                    <a:lnTo>
                      <a:pt x="11" y="34"/>
                    </a:lnTo>
                    <a:cubicBezTo>
                      <a:pt x="9" y="34"/>
                      <a:pt x="3" y="36"/>
                      <a:pt x="1" y="40"/>
                    </a:cubicBezTo>
                    <a:lnTo>
                      <a:pt x="11" y="34"/>
                    </a:lnTo>
                    <a:close/>
                    <a:moveTo>
                      <a:pt x="83" y="1"/>
                    </a:moveTo>
                    <a:cubicBezTo>
                      <a:pt x="73" y="1"/>
                      <a:pt x="71" y="3"/>
                      <a:pt x="68" y="3"/>
                    </a:cubicBezTo>
                    <a:cubicBezTo>
                      <a:pt x="62" y="5"/>
                      <a:pt x="60" y="5"/>
                      <a:pt x="58" y="5"/>
                    </a:cubicBezTo>
                    <a:cubicBezTo>
                      <a:pt x="52" y="9"/>
                      <a:pt x="50" y="9"/>
                      <a:pt x="48" y="11"/>
                    </a:cubicBezTo>
                    <a:lnTo>
                      <a:pt x="13" y="33"/>
                    </a:lnTo>
                    <a:lnTo>
                      <a:pt x="13" y="33"/>
                    </a:lnTo>
                    <a:cubicBezTo>
                      <a:pt x="15" y="32"/>
                      <a:pt x="18" y="32"/>
                      <a:pt x="19" y="32"/>
                    </a:cubicBezTo>
                    <a:cubicBezTo>
                      <a:pt x="23" y="30"/>
                      <a:pt x="28" y="30"/>
                      <a:pt x="32" y="30"/>
                    </a:cubicBezTo>
                    <a:lnTo>
                      <a:pt x="44" y="30"/>
                    </a:lnTo>
                    <a:cubicBezTo>
                      <a:pt x="50" y="30"/>
                      <a:pt x="52" y="32"/>
                      <a:pt x="58" y="32"/>
                    </a:cubicBezTo>
                    <a:cubicBezTo>
                      <a:pt x="62" y="34"/>
                      <a:pt x="68" y="34"/>
                      <a:pt x="71" y="36"/>
                    </a:cubicBezTo>
                    <a:cubicBezTo>
                      <a:pt x="75" y="40"/>
                      <a:pt x="81" y="40"/>
                      <a:pt x="83" y="42"/>
                    </a:cubicBezTo>
                    <a:cubicBezTo>
                      <a:pt x="89" y="44"/>
                      <a:pt x="93" y="46"/>
                      <a:pt x="95" y="50"/>
                    </a:cubicBezTo>
                    <a:cubicBezTo>
                      <a:pt x="101" y="52"/>
                      <a:pt x="105" y="54"/>
                      <a:pt x="109" y="56"/>
                    </a:cubicBezTo>
                    <a:cubicBezTo>
                      <a:pt x="113" y="62"/>
                      <a:pt x="120" y="64"/>
                      <a:pt x="122" y="66"/>
                    </a:cubicBezTo>
                    <a:cubicBezTo>
                      <a:pt x="126" y="73"/>
                      <a:pt x="132" y="75"/>
                      <a:pt x="134" y="77"/>
                    </a:cubicBezTo>
                    <a:lnTo>
                      <a:pt x="146" y="91"/>
                    </a:lnTo>
                    <a:cubicBezTo>
                      <a:pt x="152" y="95"/>
                      <a:pt x="154" y="101"/>
                      <a:pt x="161" y="103"/>
                    </a:cubicBezTo>
                    <a:cubicBezTo>
                      <a:pt x="165" y="105"/>
                      <a:pt x="167" y="113"/>
                      <a:pt x="171" y="116"/>
                    </a:cubicBezTo>
                    <a:cubicBezTo>
                      <a:pt x="173" y="122"/>
                      <a:pt x="177" y="126"/>
                      <a:pt x="179" y="128"/>
                    </a:cubicBezTo>
                    <a:cubicBezTo>
                      <a:pt x="183" y="132"/>
                      <a:pt x="185" y="134"/>
                      <a:pt x="185" y="136"/>
                    </a:cubicBezTo>
                    <a:cubicBezTo>
                      <a:pt x="187" y="138"/>
                      <a:pt x="187" y="142"/>
                      <a:pt x="189" y="144"/>
                    </a:cubicBezTo>
                    <a:cubicBezTo>
                      <a:pt x="195" y="152"/>
                      <a:pt x="197" y="156"/>
                      <a:pt x="197" y="158"/>
                    </a:cubicBezTo>
                    <a:cubicBezTo>
                      <a:pt x="199" y="167"/>
                      <a:pt x="204" y="173"/>
                      <a:pt x="206" y="175"/>
                    </a:cubicBezTo>
                    <a:cubicBezTo>
                      <a:pt x="208" y="183"/>
                      <a:pt x="210" y="185"/>
                      <a:pt x="214" y="189"/>
                    </a:cubicBezTo>
                    <a:cubicBezTo>
                      <a:pt x="216" y="197"/>
                      <a:pt x="218" y="204"/>
                      <a:pt x="218" y="208"/>
                    </a:cubicBezTo>
                    <a:cubicBezTo>
                      <a:pt x="222" y="216"/>
                      <a:pt x="222" y="218"/>
                      <a:pt x="224" y="224"/>
                    </a:cubicBezTo>
                    <a:cubicBezTo>
                      <a:pt x="226" y="230"/>
                      <a:pt x="226" y="236"/>
                      <a:pt x="228" y="240"/>
                    </a:cubicBezTo>
                    <a:cubicBezTo>
                      <a:pt x="230" y="246"/>
                      <a:pt x="230" y="251"/>
                      <a:pt x="230" y="257"/>
                    </a:cubicBezTo>
                    <a:lnTo>
                      <a:pt x="230" y="271"/>
                    </a:lnTo>
                    <a:lnTo>
                      <a:pt x="230" y="287"/>
                    </a:lnTo>
                    <a:cubicBezTo>
                      <a:pt x="230" y="291"/>
                      <a:pt x="228" y="298"/>
                      <a:pt x="228" y="300"/>
                    </a:cubicBezTo>
                    <a:cubicBezTo>
                      <a:pt x="226" y="306"/>
                      <a:pt x="226" y="310"/>
                      <a:pt x="226" y="314"/>
                    </a:cubicBezTo>
                    <a:cubicBezTo>
                      <a:pt x="224" y="318"/>
                      <a:pt x="224" y="320"/>
                      <a:pt x="220" y="322"/>
                    </a:cubicBezTo>
                    <a:cubicBezTo>
                      <a:pt x="218" y="328"/>
                      <a:pt x="216" y="330"/>
                      <a:pt x="216" y="332"/>
                    </a:cubicBezTo>
                    <a:cubicBezTo>
                      <a:pt x="214" y="339"/>
                      <a:pt x="210" y="341"/>
                      <a:pt x="206" y="347"/>
                    </a:cubicBezTo>
                    <a:cubicBezTo>
                      <a:pt x="199" y="351"/>
                      <a:pt x="195" y="353"/>
                      <a:pt x="193" y="357"/>
                    </a:cubicBezTo>
                    <a:lnTo>
                      <a:pt x="238" y="328"/>
                    </a:lnTo>
                    <a:cubicBezTo>
                      <a:pt x="244" y="326"/>
                      <a:pt x="246" y="322"/>
                      <a:pt x="249" y="320"/>
                    </a:cubicBezTo>
                    <a:lnTo>
                      <a:pt x="261" y="308"/>
                    </a:lnTo>
                    <a:cubicBezTo>
                      <a:pt x="265" y="306"/>
                      <a:pt x="267" y="300"/>
                      <a:pt x="267" y="298"/>
                    </a:cubicBezTo>
                    <a:cubicBezTo>
                      <a:pt x="269" y="291"/>
                      <a:pt x="269" y="291"/>
                      <a:pt x="269" y="289"/>
                    </a:cubicBezTo>
                    <a:cubicBezTo>
                      <a:pt x="273" y="279"/>
                      <a:pt x="275" y="277"/>
                      <a:pt x="275" y="277"/>
                    </a:cubicBezTo>
                    <a:cubicBezTo>
                      <a:pt x="277" y="269"/>
                      <a:pt x="277" y="267"/>
                      <a:pt x="277" y="265"/>
                    </a:cubicBezTo>
                    <a:cubicBezTo>
                      <a:pt x="279" y="257"/>
                      <a:pt x="279" y="255"/>
                      <a:pt x="279" y="251"/>
                    </a:cubicBezTo>
                    <a:lnTo>
                      <a:pt x="279" y="244"/>
                    </a:lnTo>
                    <a:cubicBezTo>
                      <a:pt x="286" y="254"/>
                      <a:pt x="288" y="256"/>
                      <a:pt x="289" y="256"/>
                    </a:cubicBezTo>
                    <a:cubicBezTo>
                      <a:pt x="289" y="256"/>
                      <a:pt x="289" y="255"/>
                      <a:pt x="289" y="255"/>
                    </a:cubicBezTo>
                    <a:lnTo>
                      <a:pt x="289" y="246"/>
                    </a:lnTo>
                    <a:cubicBezTo>
                      <a:pt x="287" y="238"/>
                      <a:pt x="287" y="236"/>
                      <a:pt x="287" y="234"/>
                    </a:cubicBezTo>
                    <a:cubicBezTo>
                      <a:pt x="287" y="232"/>
                      <a:pt x="287" y="228"/>
                      <a:pt x="285" y="226"/>
                    </a:cubicBezTo>
                    <a:cubicBezTo>
                      <a:pt x="285" y="224"/>
                      <a:pt x="281" y="222"/>
                      <a:pt x="281" y="218"/>
                    </a:cubicBezTo>
                    <a:cubicBezTo>
                      <a:pt x="281" y="216"/>
                      <a:pt x="279" y="214"/>
                      <a:pt x="279" y="212"/>
                    </a:cubicBezTo>
                    <a:cubicBezTo>
                      <a:pt x="277" y="206"/>
                      <a:pt x="277" y="206"/>
                      <a:pt x="277" y="204"/>
                    </a:cubicBezTo>
                    <a:cubicBezTo>
                      <a:pt x="277" y="199"/>
                      <a:pt x="275" y="197"/>
                      <a:pt x="275" y="195"/>
                    </a:cubicBezTo>
                    <a:cubicBezTo>
                      <a:pt x="275" y="193"/>
                      <a:pt x="271" y="189"/>
                      <a:pt x="271" y="189"/>
                    </a:cubicBezTo>
                    <a:cubicBezTo>
                      <a:pt x="269" y="185"/>
                      <a:pt x="269" y="183"/>
                      <a:pt x="269" y="183"/>
                    </a:cubicBezTo>
                    <a:cubicBezTo>
                      <a:pt x="267" y="179"/>
                      <a:pt x="267" y="177"/>
                      <a:pt x="267" y="175"/>
                    </a:cubicBezTo>
                    <a:cubicBezTo>
                      <a:pt x="265" y="169"/>
                      <a:pt x="265" y="169"/>
                      <a:pt x="265" y="167"/>
                    </a:cubicBezTo>
                    <a:cubicBezTo>
                      <a:pt x="265" y="165"/>
                      <a:pt x="261" y="163"/>
                      <a:pt x="261" y="158"/>
                    </a:cubicBezTo>
                    <a:cubicBezTo>
                      <a:pt x="261" y="156"/>
                      <a:pt x="259" y="156"/>
                      <a:pt x="259" y="154"/>
                    </a:cubicBezTo>
                    <a:cubicBezTo>
                      <a:pt x="257" y="148"/>
                      <a:pt x="257" y="146"/>
                      <a:pt x="255" y="146"/>
                    </a:cubicBezTo>
                    <a:cubicBezTo>
                      <a:pt x="251" y="144"/>
                      <a:pt x="251" y="142"/>
                      <a:pt x="249" y="138"/>
                    </a:cubicBezTo>
                    <a:cubicBezTo>
                      <a:pt x="246" y="134"/>
                      <a:pt x="246" y="132"/>
                      <a:pt x="244" y="132"/>
                    </a:cubicBezTo>
                    <a:cubicBezTo>
                      <a:pt x="240" y="128"/>
                      <a:pt x="240" y="126"/>
                      <a:pt x="238" y="124"/>
                    </a:cubicBezTo>
                    <a:cubicBezTo>
                      <a:pt x="234" y="116"/>
                      <a:pt x="234" y="116"/>
                      <a:pt x="230" y="113"/>
                    </a:cubicBezTo>
                    <a:cubicBezTo>
                      <a:pt x="228" y="111"/>
                      <a:pt x="226" y="107"/>
                      <a:pt x="226" y="105"/>
                    </a:cubicBezTo>
                    <a:cubicBezTo>
                      <a:pt x="220" y="101"/>
                      <a:pt x="218" y="95"/>
                      <a:pt x="216" y="93"/>
                    </a:cubicBezTo>
                    <a:lnTo>
                      <a:pt x="208" y="85"/>
                    </a:lnTo>
                    <a:cubicBezTo>
                      <a:pt x="206" y="83"/>
                      <a:pt x="206" y="81"/>
                      <a:pt x="204" y="81"/>
                    </a:cubicBezTo>
                    <a:cubicBezTo>
                      <a:pt x="199" y="77"/>
                      <a:pt x="197" y="75"/>
                      <a:pt x="197" y="73"/>
                    </a:cubicBezTo>
                    <a:lnTo>
                      <a:pt x="193" y="66"/>
                    </a:lnTo>
                    <a:lnTo>
                      <a:pt x="187" y="62"/>
                    </a:lnTo>
                    <a:lnTo>
                      <a:pt x="183" y="56"/>
                    </a:lnTo>
                    <a:lnTo>
                      <a:pt x="177" y="52"/>
                    </a:lnTo>
                    <a:lnTo>
                      <a:pt x="173" y="46"/>
                    </a:lnTo>
                    <a:cubicBezTo>
                      <a:pt x="165" y="40"/>
                      <a:pt x="163" y="40"/>
                      <a:pt x="158" y="36"/>
                    </a:cubicBezTo>
                    <a:cubicBezTo>
                      <a:pt x="156" y="34"/>
                      <a:pt x="156" y="34"/>
                      <a:pt x="154" y="34"/>
                    </a:cubicBezTo>
                    <a:cubicBezTo>
                      <a:pt x="148" y="32"/>
                      <a:pt x="148" y="30"/>
                      <a:pt x="146" y="30"/>
                    </a:cubicBezTo>
                    <a:cubicBezTo>
                      <a:pt x="144" y="26"/>
                      <a:pt x="142" y="26"/>
                      <a:pt x="142" y="23"/>
                    </a:cubicBezTo>
                    <a:cubicBezTo>
                      <a:pt x="138" y="21"/>
                      <a:pt x="136" y="21"/>
                      <a:pt x="136" y="21"/>
                    </a:cubicBezTo>
                    <a:cubicBezTo>
                      <a:pt x="134" y="19"/>
                      <a:pt x="132" y="19"/>
                      <a:pt x="132" y="19"/>
                    </a:cubicBezTo>
                    <a:cubicBezTo>
                      <a:pt x="124" y="15"/>
                      <a:pt x="122" y="13"/>
                      <a:pt x="122" y="13"/>
                    </a:cubicBezTo>
                    <a:cubicBezTo>
                      <a:pt x="118" y="11"/>
                      <a:pt x="116" y="11"/>
                      <a:pt x="116" y="11"/>
                    </a:cubicBezTo>
                    <a:cubicBezTo>
                      <a:pt x="113" y="9"/>
                      <a:pt x="111" y="9"/>
                      <a:pt x="111" y="9"/>
                    </a:cubicBezTo>
                    <a:cubicBezTo>
                      <a:pt x="107" y="9"/>
                      <a:pt x="105" y="5"/>
                      <a:pt x="105" y="5"/>
                    </a:cubicBezTo>
                    <a:cubicBezTo>
                      <a:pt x="97" y="3"/>
                      <a:pt x="95" y="3"/>
                      <a:pt x="95" y="3"/>
                    </a:cubicBezTo>
                    <a:cubicBezTo>
                      <a:pt x="89" y="1"/>
                      <a:pt x="85" y="1"/>
                      <a:pt x="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37"/>
              <p:cNvSpPr/>
              <p:nvPr/>
            </p:nvSpPr>
            <p:spPr>
              <a:xfrm rot="39010">
                <a:off x="6871119" y="4029281"/>
                <a:ext cx="60359" cy="77269"/>
              </a:xfrm>
              <a:custGeom>
                <a:rect b="b" l="l" r="r" t="t"/>
                <a:pathLst>
                  <a:path extrusionOk="0" h="329" w="257">
                    <a:moveTo>
                      <a:pt x="71" y="0"/>
                    </a:moveTo>
                    <a:cubicBezTo>
                      <a:pt x="29" y="0"/>
                      <a:pt x="1" y="34"/>
                      <a:pt x="1" y="91"/>
                    </a:cubicBezTo>
                    <a:cubicBezTo>
                      <a:pt x="1" y="171"/>
                      <a:pt x="56" y="271"/>
                      <a:pt x="128" y="312"/>
                    </a:cubicBezTo>
                    <a:cubicBezTo>
                      <a:pt x="148" y="323"/>
                      <a:pt x="167" y="329"/>
                      <a:pt x="184" y="329"/>
                    </a:cubicBezTo>
                    <a:cubicBezTo>
                      <a:pt x="227" y="329"/>
                      <a:pt x="256" y="296"/>
                      <a:pt x="256" y="238"/>
                    </a:cubicBezTo>
                    <a:cubicBezTo>
                      <a:pt x="256" y="159"/>
                      <a:pt x="199" y="58"/>
                      <a:pt x="128" y="17"/>
                    </a:cubicBezTo>
                    <a:cubicBezTo>
                      <a:pt x="107" y="6"/>
                      <a:pt x="88" y="0"/>
                      <a:pt x="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37"/>
              <p:cNvSpPr/>
              <p:nvPr/>
            </p:nvSpPr>
            <p:spPr>
              <a:xfrm rot="39010">
                <a:off x="6857673" y="4035972"/>
                <a:ext cx="65996" cy="74216"/>
              </a:xfrm>
              <a:custGeom>
                <a:rect b="b" l="l" r="r" t="t"/>
                <a:pathLst>
                  <a:path extrusionOk="0" h="316" w="281">
                    <a:moveTo>
                      <a:pt x="108" y="1"/>
                    </a:moveTo>
                    <a:cubicBezTo>
                      <a:pt x="103" y="1"/>
                      <a:pt x="99" y="1"/>
                      <a:pt x="95" y="3"/>
                    </a:cubicBezTo>
                    <a:cubicBezTo>
                      <a:pt x="82" y="7"/>
                      <a:pt x="70" y="15"/>
                      <a:pt x="60" y="25"/>
                    </a:cubicBezTo>
                    <a:cubicBezTo>
                      <a:pt x="23" y="56"/>
                      <a:pt x="0" y="101"/>
                      <a:pt x="0" y="152"/>
                    </a:cubicBezTo>
                    <a:cubicBezTo>
                      <a:pt x="0" y="242"/>
                      <a:pt x="72" y="316"/>
                      <a:pt x="158" y="316"/>
                    </a:cubicBezTo>
                    <a:cubicBezTo>
                      <a:pt x="178" y="316"/>
                      <a:pt x="199" y="312"/>
                      <a:pt x="215" y="303"/>
                    </a:cubicBezTo>
                    <a:cubicBezTo>
                      <a:pt x="240" y="293"/>
                      <a:pt x="256" y="281"/>
                      <a:pt x="273" y="263"/>
                    </a:cubicBezTo>
                    <a:cubicBezTo>
                      <a:pt x="277" y="250"/>
                      <a:pt x="281" y="238"/>
                      <a:pt x="281" y="220"/>
                    </a:cubicBezTo>
                    <a:cubicBezTo>
                      <a:pt x="281" y="146"/>
                      <a:pt x="225" y="56"/>
                      <a:pt x="160" y="17"/>
                    </a:cubicBezTo>
                    <a:cubicBezTo>
                      <a:pt x="143" y="8"/>
                      <a:pt x="124" y="1"/>
                      <a:pt x="1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37"/>
              <p:cNvSpPr/>
              <p:nvPr/>
            </p:nvSpPr>
            <p:spPr>
              <a:xfrm rot="39010">
                <a:off x="6850375" y="4336054"/>
                <a:ext cx="65526" cy="98406"/>
              </a:xfrm>
              <a:custGeom>
                <a:rect b="b" l="l" r="r" t="t"/>
                <a:pathLst>
                  <a:path extrusionOk="0" h="419" w="279">
                    <a:moveTo>
                      <a:pt x="2" y="39"/>
                    </a:moveTo>
                    <a:cubicBezTo>
                      <a:pt x="1" y="40"/>
                      <a:pt x="1" y="41"/>
                      <a:pt x="0" y="42"/>
                    </a:cubicBezTo>
                    <a:cubicBezTo>
                      <a:pt x="0" y="42"/>
                      <a:pt x="1" y="41"/>
                      <a:pt x="2" y="39"/>
                    </a:cubicBezTo>
                    <a:close/>
                    <a:moveTo>
                      <a:pt x="64" y="1"/>
                    </a:moveTo>
                    <a:cubicBezTo>
                      <a:pt x="56" y="1"/>
                      <a:pt x="49" y="2"/>
                      <a:pt x="43" y="5"/>
                    </a:cubicBezTo>
                    <a:cubicBezTo>
                      <a:pt x="41" y="8"/>
                      <a:pt x="37" y="8"/>
                      <a:pt x="35" y="8"/>
                    </a:cubicBezTo>
                    <a:cubicBezTo>
                      <a:pt x="33" y="10"/>
                      <a:pt x="33" y="10"/>
                      <a:pt x="31" y="10"/>
                    </a:cubicBezTo>
                    <a:cubicBezTo>
                      <a:pt x="25" y="12"/>
                      <a:pt x="23" y="16"/>
                      <a:pt x="23" y="16"/>
                    </a:cubicBezTo>
                    <a:cubicBezTo>
                      <a:pt x="16" y="20"/>
                      <a:pt x="6" y="33"/>
                      <a:pt x="2" y="39"/>
                    </a:cubicBezTo>
                    <a:lnTo>
                      <a:pt x="2" y="39"/>
                    </a:lnTo>
                    <a:cubicBezTo>
                      <a:pt x="4" y="37"/>
                      <a:pt x="8" y="35"/>
                      <a:pt x="12" y="32"/>
                    </a:cubicBezTo>
                    <a:lnTo>
                      <a:pt x="27" y="26"/>
                    </a:lnTo>
                    <a:cubicBezTo>
                      <a:pt x="35" y="22"/>
                      <a:pt x="45" y="22"/>
                      <a:pt x="55" y="22"/>
                    </a:cubicBezTo>
                    <a:cubicBezTo>
                      <a:pt x="61" y="22"/>
                      <a:pt x="63" y="22"/>
                      <a:pt x="68" y="26"/>
                    </a:cubicBezTo>
                    <a:lnTo>
                      <a:pt x="178" y="53"/>
                    </a:lnTo>
                    <a:cubicBezTo>
                      <a:pt x="188" y="57"/>
                      <a:pt x="198" y="61"/>
                      <a:pt x="207" y="67"/>
                    </a:cubicBezTo>
                    <a:cubicBezTo>
                      <a:pt x="217" y="71"/>
                      <a:pt x="225" y="79"/>
                      <a:pt x="229" y="87"/>
                    </a:cubicBezTo>
                    <a:cubicBezTo>
                      <a:pt x="235" y="93"/>
                      <a:pt x="239" y="102"/>
                      <a:pt x="241" y="108"/>
                    </a:cubicBezTo>
                    <a:cubicBezTo>
                      <a:pt x="246" y="110"/>
                      <a:pt x="246" y="112"/>
                      <a:pt x="246" y="114"/>
                    </a:cubicBezTo>
                    <a:cubicBezTo>
                      <a:pt x="248" y="122"/>
                      <a:pt x="250" y="130"/>
                      <a:pt x="250" y="140"/>
                    </a:cubicBezTo>
                    <a:lnTo>
                      <a:pt x="250" y="355"/>
                    </a:lnTo>
                    <a:cubicBezTo>
                      <a:pt x="250" y="380"/>
                      <a:pt x="241" y="400"/>
                      <a:pt x="229" y="419"/>
                    </a:cubicBezTo>
                    <a:lnTo>
                      <a:pt x="246" y="398"/>
                    </a:lnTo>
                    <a:cubicBezTo>
                      <a:pt x="258" y="380"/>
                      <a:pt x="266" y="359"/>
                      <a:pt x="266" y="335"/>
                    </a:cubicBezTo>
                    <a:lnTo>
                      <a:pt x="266" y="120"/>
                    </a:lnTo>
                    <a:cubicBezTo>
                      <a:pt x="278" y="118"/>
                      <a:pt x="276" y="110"/>
                      <a:pt x="272" y="102"/>
                    </a:cubicBezTo>
                    <a:cubicBezTo>
                      <a:pt x="270" y="100"/>
                      <a:pt x="270" y="98"/>
                      <a:pt x="270" y="95"/>
                    </a:cubicBezTo>
                    <a:cubicBezTo>
                      <a:pt x="268" y="91"/>
                      <a:pt x="268" y="89"/>
                      <a:pt x="266" y="87"/>
                    </a:cubicBezTo>
                    <a:cubicBezTo>
                      <a:pt x="262" y="85"/>
                      <a:pt x="262" y="81"/>
                      <a:pt x="260" y="79"/>
                    </a:cubicBezTo>
                    <a:cubicBezTo>
                      <a:pt x="258" y="77"/>
                      <a:pt x="258" y="75"/>
                      <a:pt x="256" y="75"/>
                    </a:cubicBezTo>
                    <a:cubicBezTo>
                      <a:pt x="252" y="71"/>
                      <a:pt x="252" y="69"/>
                      <a:pt x="250" y="69"/>
                    </a:cubicBezTo>
                    <a:lnTo>
                      <a:pt x="246" y="65"/>
                    </a:lnTo>
                    <a:lnTo>
                      <a:pt x="239" y="59"/>
                    </a:lnTo>
                    <a:cubicBezTo>
                      <a:pt x="237" y="57"/>
                      <a:pt x="237" y="57"/>
                      <a:pt x="235" y="57"/>
                    </a:cubicBezTo>
                    <a:cubicBezTo>
                      <a:pt x="231" y="55"/>
                      <a:pt x="231" y="55"/>
                      <a:pt x="229" y="55"/>
                    </a:cubicBezTo>
                    <a:cubicBezTo>
                      <a:pt x="227" y="50"/>
                      <a:pt x="227" y="50"/>
                      <a:pt x="225" y="50"/>
                    </a:cubicBezTo>
                    <a:cubicBezTo>
                      <a:pt x="219" y="48"/>
                      <a:pt x="217" y="46"/>
                      <a:pt x="217" y="46"/>
                    </a:cubicBezTo>
                    <a:cubicBezTo>
                      <a:pt x="215" y="42"/>
                      <a:pt x="215" y="42"/>
                      <a:pt x="211" y="42"/>
                    </a:cubicBezTo>
                    <a:cubicBezTo>
                      <a:pt x="209" y="42"/>
                      <a:pt x="209" y="40"/>
                      <a:pt x="207" y="40"/>
                    </a:cubicBezTo>
                    <a:cubicBezTo>
                      <a:pt x="205" y="40"/>
                      <a:pt x="205" y="38"/>
                      <a:pt x="201" y="38"/>
                    </a:cubicBezTo>
                    <a:cubicBezTo>
                      <a:pt x="198" y="36"/>
                      <a:pt x="196" y="36"/>
                      <a:pt x="196" y="36"/>
                    </a:cubicBezTo>
                    <a:cubicBezTo>
                      <a:pt x="194" y="32"/>
                      <a:pt x="190" y="32"/>
                      <a:pt x="190" y="32"/>
                    </a:cubicBezTo>
                    <a:lnTo>
                      <a:pt x="82" y="5"/>
                    </a:lnTo>
                    <a:cubicBezTo>
                      <a:pt x="78" y="1"/>
                      <a:pt x="76" y="1"/>
                      <a:pt x="74" y="1"/>
                    </a:cubicBezTo>
                    <a:cubicBezTo>
                      <a:pt x="70" y="1"/>
                      <a:pt x="67" y="1"/>
                      <a:pt x="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37"/>
              <p:cNvSpPr/>
              <p:nvPr/>
            </p:nvSpPr>
            <p:spPr>
              <a:xfrm rot="39010">
                <a:off x="6851672" y="4343795"/>
                <a:ext cx="61064" cy="102634"/>
              </a:xfrm>
              <a:custGeom>
                <a:rect b="b" l="l" r="r" t="t"/>
                <a:pathLst>
                  <a:path extrusionOk="0" h="437" w="260">
                    <a:moveTo>
                      <a:pt x="57" y="1"/>
                    </a:moveTo>
                    <a:cubicBezTo>
                      <a:pt x="27" y="1"/>
                      <a:pt x="4" y="19"/>
                      <a:pt x="4" y="48"/>
                    </a:cubicBezTo>
                    <a:lnTo>
                      <a:pt x="0" y="341"/>
                    </a:lnTo>
                    <a:cubicBezTo>
                      <a:pt x="0" y="376"/>
                      <a:pt x="35" y="414"/>
                      <a:pt x="76" y="425"/>
                    </a:cubicBezTo>
                    <a:lnTo>
                      <a:pt x="98" y="431"/>
                    </a:lnTo>
                    <a:cubicBezTo>
                      <a:pt x="114" y="435"/>
                      <a:pt x="128" y="436"/>
                      <a:pt x="142" y="436"/>
                    </a:cubicBezTo>
                    <a:cubicBezTo>
                      <a:pt x="211" y="436"/>
                      <a:pt x="260" y="393"/>
                      <a:pt x="260" y="328"/>
                    </a:cubicBezTo>
                    <a:lnTo>
                      <a:pt x="260" y="114"/>
                    </a:lnTo>
                    <a:cubicBezTo>
                      <a:pt x="260" y="77"/>
                      <a:pt x="225" y="38"/>
                      <a:pt x="184" y="28"/>
                    </a:cubicBezTo>
                    <a:lnTo>
                      <a:pt x="78" y="3"/>
                    </a:lnTo>
                    <a:cubicBezTo>
                      <a:pt x="71" y="1"/>
                      <a:pt x="64" y="1"/>
                      <a:pt x="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37"/>
              <p:cNvSpPr/>
              <p:nvPr/>
            </p:nvSpPr>
            <p:spPr>
              <a:xfrm rot="39010">
                <a:off x="6807395" y="4393938"/>
                <a:ext cx="87368" cy="65291"/>
              </a:xfrm>
              <a:custGeom>
                <a:rect b="b" l="l" r="r" t="t"/>
                <a:pathLst>
                  <a:path extrusionOk="0" h="278" w="372">
                    <a:moveTo>
                      <a:pt x="345" y="1"/>
                    </a:moveTo>
                    <a:cubicBezTo>
                      <a:pt x="330" y="3"/>
                      <a:pt x="320" y="13"/>
                      <a:pt x="324" y="25"/>
                    </a:cubicBezTo>
                    <a:cubicBezTo>
                      <a:pt x="324" y="25"/>
                      <a:pt x="326" y="93"/>
                      <a:pt x="275" y="148"/>
                    </a:cubicBezTo>
                    <a:cubicBezTo>
                      <a:pt x="224" y="201"/>
                      <a:pt x="140" y="230"/>
                      <a:pt x="23" y="230"/>
                    </a:cubicBezTo>
                    <a:cubicBezTo>
                      <a:pt x="11" y="230"/>
                      <a:pt x="1" y="240"/>
                      <a:pt x="1" y="253"/>
                    </a:cubicBezTo>
                    <a:cubicBezTo>
                      <a:pt x="1" y="267"/>
                      <a:pt x="11" y="277"/>
                      <a:pt x="23" y="277"/>
                    </a:cubicBezTo>
                    <a:cubicBezTo>
                      <a:pt x="154" y="277"/>
                      <a:pt x="253" y="246"/>
                      <a:pt x="308" y="177"/>
                    </a:cubicBezTo>
                    <a:cubicBezTo>
                      <a:pt x="371" y="105"/>
                      <a:pt x="367" y="25"/>
                      <a:pt x="367" y="21"/>
                    </a:cubicBezTo>
                    <a:cubicBezTo>
                      <a:pt x="367" y="11"/>
                      <a:pt x="359" y="1"/>
                      <a:pt x="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37"/>
              <p:cNvSpPr/>
              <p:nvPr/>
            </p:nvSpPr>
            <p:spPr>
              <a:xfrm rot="39010">
                <a:off x="7270359" y="4133374"/>
                <a:ext cx="221238" cy="250596"/>
              </a:xfrm>
              <a:custGeom>
                <a:rect b="b" l="l" r="r" t="t"/>
                <a:pathLst>
                  <a:path extrusionOk="0" h="1067" w="942">
                    <a:moveTo>
                      <a:pt x="915" y="0"/>
                    </a:moveTo>
                    <a:lnTo>
                      <a:pt x="0" y="528"/>
                    </a:lnTo>
                    <a:lnTo>
                      <a:pt x="2" y="1050"/>
                    </a:lnTo>
                    <a:lnTo>
                      <a:pt x="29" y="1066"/>
                    </a:lnTo>
                    <a:lnTo>
                      <a:pt x="55" y="1050"/>
                    </a:lnTo>
                    <a:lnTo>
                      <a:pt x="53" y="559"/>
                    </a:lnTo>
                    <a:lnTo>
                      <a:pt x="913" y="64"/>
                    </a:lnTo>
                    <a:lnTo>
                      <a:pt x="915" y="553"/>
                    </a:lnTo>
                    <a:lnTo>
                      <a:pt x="941" y="536"/>
                    </a:lnTo>
                    <a:lnTo>
                      <a:pt x="941" y="17"/>
                    </a:lnTo>
                    <a:lnTo>
                      <a:pt x="91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2" name="Google Shape;2812;p37"/>
            <p:cNvGrpSpPr/>
            <p:nvPr/>
          </p:nvGrpSpPr>
          <p:grpSpPr>
            <a:xfrm>
              <a:off x="7063696" y="3522271"/>
              <a:ext cx="214699" cy="152726"/>
              <a:chOff x="4876113" y="2636950"/>
              <a:chExt cx="3369400" cy="2396825"/>
            </a:xfrm>
          </p:grpSpPr>
          <p:sp>
            <p:nvSpPr>
              <p:cNvPr id="2813" name="Google Shape;2813;p37"/>
              <p:cNvSpPr/>
              <p:nvPr/>
            </p:nvSpPr>
            <p:spPr>
              <a:xfrm>
                <a:off x="4930272" y="2661149"/>
                <a:ext cx="3254166" cy="2219368"/>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37"/>
              <p:cNvSpPr/>
              <p:nvPr/>
            </p:nvSpPr>
            <p:spPr>
              <a:xfrm>
                <a:off x="4930272" y="2719917"/>
                <a:ext cx="1822978" cy="2160600"/>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37"/>
              <p:cNvSpPr/>
              <p:nvPr/>
            </p:nvSpPr>
            <p:spPr>
              <a:xfrm>
                <a:off x="4911835" y="3419375"/>
                <a:ext cx="1552182" cy="1458837"/>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37"/>
              <p:cNvSpPr/>
              <p:nvPr/>
            </p:nvSpPr>
            <p:spPr>
              <a:xfrm>
                <a:off x="6561965" y="3700541"/>
                <a:ext cx="573858" cy="43903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37"/>
              <p:cNvSpPr/>
              <p:nvPr/>
            </p:nvSpPr>
            <p:spPr>
              <a:xfrm>
                <a:off x="6298082" y="3488514"/>
                <a:ext cx="191286" cy="87576"/>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37"/>
              <p:cNvSpPr/>
              <p:nvPr/>
            </p:nvSpPr>
            <p:spPr>
              <a:xfrm>
                <a:off x="5946623" y="3179693"/>
                <a:ext cx="269644" cy="132517"/>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37"/>
              <p:cNvSpPr/>
              <p:nvPr/>
            </p:nvSpPr>
            <p:spPr>
              <a:xfrm>
                <a:off x="5917815" y="3044871"/>
                <a:ext cx="100252" cy="109470"/>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37"/>
              <p:cNvSpPr/>
              <p:nvPr/>
            </p:nvSpPr>
            <p:spPr>
              <a:xfrm>
                <a:off x="5318606" y="3863018"/>
                <a:ext cx="379115" cy="16132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37"/>
              <p:cNvSpPr/>
              <p:nvPr/>
            </p:nvSpPr>
            <p:spPr>
              <a:xfrm>
                <a:off x="5890159" y="4214476"/>
                <a:ext cx="193591" cy="186676"/>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rgbClr val="CB92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37"/>
              <p:cNvSpPr/>
              <p:nvPr/>
            </p:nvSpPr>
            <p:spPr>
              <a:xfrm>
                <a:off x="5750728" y="3865323"/>
                <a:ext cx="100252" cy="165934"/>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37"/>
              <p:cNvSpPr/>
              <p:nvPr/>
            </p:nvSpPr>
            <p:spPr>
              <a:xfrm>
                <a:off x="7867550" y="3533455"/>
                <a:ext cx="377963" cy="366438"/>
              </a:xfrm>
              <a:custGeom>
                <a:rect b="b" l="l" r="r" t="t"/>
                <a:pathLst>
                  <a:path extrusionOk="0" h="318" w="328">
                    <a:moveTo>
                      <a:pt x="328" y="133"/>
                    </a:moveTo>
                    <a:lnTo>
                      <a:pt x="177" y="0"/>
                    </a:lnTo>
                    <a:lnTo>
                      <a:pt x="1" y="88"/>
                    </a:lnTo>
                    <a:lnTo>
                      <a:pt x="84" y="317"/>
                    </a:lnTo>
                    <a:lnTo>
                      <a:pt x="320" y="29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37"/>
              <p:cNvSpPr/>
              <p:nvPr/>
            </p:nvSpPr>
            <p:spPr>
              <a:xfrm>
                <a:off x="7740794" y="4117681"/>
                <a:ext cx="429817" cy="343391"/>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37"/>
              <p:cNvSpPr/>
              <p:nvPr/>
            </p:nvSpPr>
            <p:spPr>
              <a:xfrm>
                <a:off x="7483825" y="3380196"/>
                <a:ext cx="479367" cy="366438"/>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37"/>
              <p:cNvSpPr/>
              <p:nvPr/>
            </p:nvSpPr>
            <p:spPr>
              <a:xfrm>
                <a:off x="7281016" y="4113072"/>
                <a:ext cx="434427" cy="542743"/>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37"/>
              <p:cNvSpPr/>
              <p:nvPr/>
            </p:nvSpPr>
            <p:spPr>
              <a:xfrm>
                <a:off x="7561031" y="4117681"/>
                <a:ext cx="415989" cy="350305"/>
              </a:xfrm>
              <a:custGeom>
                <a:rect b="b" l="l" r="r" t="t"/>
                <a:pathLst>
                  <a:path extrusionOk="0" h="304" w="361">
                    <a:moveTo>
                      <a:pt x="213" y="303"/>
                    </a:moveTo>
                    <a:lnTo>
                      <a:pt x="9" y="213"/>
                    </a:lnTo>
                    <a:lnTo>
                      <a:pt x="1" y="13"/>
                    </a:lnTo>
                    <a:lnTo>
                      <a:pt x="258" y="0"/>
                    </a:lnTo>
                    <a:lnTo>
                      <a:pt x="361" y="23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37"/>
              <p:cNvSpPr/>
              <p:nvPr/>
            </p:nvSpPr>
            <p:spPr>
              <a:xfrm>
                <a:off x="6535461" y="4654662"/>
                <a:ext cx="392943" cy="379113"/>
              </a:xfrm>
              <a:custGeom>
                <a:rect b="b" l="l" r="r" t="t"/>
                <a:pathLst>
                  <a:path extrusionOk="0" h="329" w="341">
                    <a:moveTo>
                      <a:pt x="142" y="1"/>
                    </a:moveTo>
                    <a:lnTo>
                      <a:pt x="334" y="99"/>
                    </a:lnTo>
                    <a:lnTo>
                      <a:pt x="340" y="316"/>
                    </a:lnTo>
                    <a:lnTo>
                      <a:pt x="99" y="328"/>
                    </a:lnTo>
                    <a:lnTo>
                      <a:pt x="1" y="8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37"/>
              <p:cNvSpPr/>
              <p:nvPr/>
            </p:nvSpPr>
            <p:spPr>
              <a:xfrm>
                <a:off x="6201287" y="4579761"/>
                <a:ext cx="472453" cy="422901"/>
              </a:xfrm>
              <a:custGeom>
                <a:rect b="b" l="l" r="r" t="t"/>
                <a:pathLst>
                  <a:path extrusionOk="0" h="367" w="410">
                    <a:moveTo>
                      <a:pt x="25" y="91"/>
                    </a:moveTo>
                    <a:lnTo>
                      <a:pt x="240" y="0"/>
                    </a:lnTo>
                    <a:lnTo>
                      <a:pt x="409" y="170"/>
                    </a:lnTo>
                    <a:lnTo>
                      <a:pt x="266" y="367"/>
                    </a:lnTo>
                    <a:lnTo>
                      <a:pt x="0" y="21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37"/>
              <p:cNvSpPr/>
              <p:nvPr/>
            </p:nvSpPr>
            <p:spPr>
              <a:xfrm>
                <a:off x="5983497" y="4399999"/>
                <a:ext cx="395247" cy="374504"/>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37"/>
              <p:cNvSpPr/>
              <p:nvPr/>
            </p:nvSpPr>
            <p:spPr>
              <a:xfrm>
                <a:off x="5827933" y="4511774"/>
                <a:ext cx="354916" cy="278861"/>
              </a:xfrm>
              <a:custGeom>
                <a:rect b="b" l="l" r="r" t="t"/>
                <a:pathLst>
                  <a:path extrusionOk="0" h="242" w="308">
                    <a:moveTo>
                      <a:pt x="1" y="90"/>
                    </a:moveTo>
                    <a:lnTo>
                      <a:pt x="85" y="0"/>
                    </a:lnTo>
                    <a:lnTo>
                      <a:pt x="308" y="39"/>
                    </a:lnTo>
                    <a:lnTo>
                      <a:pt x="267" y="24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37"/>
              <p:cNvSpPr/>
              <p:nvPr/>
            </p:nvSpPr>
            <p:spPr>
              <a:xfrm>
                <a:off x="6266969" y="4674251"/>
                <a:ext cx="233922" cy="192437"/>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37"/>
              <p:cNvSpPr/>
              <p:nvPr/>
            </p:nvSpPr>
            <p:spPr>
              <a:xfrm>
                <a:off x="5500673" y="3226938"/>
                <a:ext cx="350307" cy="351458"/>
              </a:xfrm>
              <a:custGeom>
                <a:rect b="b" l="l" r="r" t="t"/>
                <a:pathLst>
                  <a:path extrusionOk="0" h="305" w="304">
                    <a:moveTo>
                      <a:pt x="303" y="145"/>
                    </a:moveTo>
                    <a:lnTo>
                      <a:pt x="178" y="305"/>
                    </a:lnTo>
                    <a:lnTo>
                      <a:pt x="1" y="266"/>
                    </a:lnTo>
                    <a:lnTo>
                      <a:pt x="50" y="37"/>
                    </a:lnTo>
                    <a:lnTo>
                      <a:pt x="2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37"/>
              <p:cNvSpPr/>
              <p:nvPr/>
            </p:nvSpPr>
            <p:spPr>
              <a:xfrm>
                <a:off x="5611296" y="3263812"/>
                <a:ext cx="390638" cy="35030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37"/>
              <p:cNvSpPr/>
              <p:nvPr/>
            </p:nvSpPr>
            <p:spPr>
              <a:xfrm>
                <a:off x="5613601" y="3167017"/>
                <a:ext cx="316889" cy="388332"/>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37"/>
              <p:cNvSpPr/>
              <p:nvPr/>
            </p:nvSpPr>
            <p:spPr>
              <a:xfrm>
                <a:off x="5799117" y="2940016"/>
                <a:ext cx="375658" cy="319193"/>
              </a:xfrm>
              <a:custGeom>
                <a:rect b="b" l="l" r="r" t="t"/>
                <a:pathLst>
                  <a:path extrusionOk="0" h="277" w="326">
                    <a:moveTo>
                      <a:pt x="1" y="111"/>
                    </a:moveTo>
                    <a:lnTo>
                      <a:pt x="154" y="0"/>
                    </a:lnTo>
                    <a:lnTo>
                      <a:pt x="326" y="78"/>
                    </a:lnTo>
                    <a:lnTo>
                      <a:pt x="234" y="276"/>
                    </a:lnTo>
                    <a:lnTo>
                      <a:pt x="3" y="25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37"/>
              <p:cNvSpPr/>
              <p:nvPr/>
            </p:nvSpPr>
            <p:spPr>
              <a:xfrm>
                <a:off x="6490521" y="3175083"/>
                <a:ext cx="217789" cy="353762"/>
              </a:xfrm>
              <a:custGeom>
                <a:rect b="b" l="l" r="r" t="t"/>
                <a:pathLst>
                  <a:path extrusionOk="0" h="307" w="189">
                    <a:moveTo>
                      <a:pt x="93" y="307"/>
                    </a:moveTo>
                    <a:lnTo>
                      <a:pt x="1" y="211"/>
                    </a:lnTo>
                    <a:lnTo>
                      <a:pt x="31" y="6"/>
                    </a:lnTo>
                    <a:lnTo>
                      <a:pt x="175" y="0"/>
                    </a:lnTo>
                    <a:lnTo>
                      <a:pt x="189" y="23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37"/>
              <p:cNvSpPr/>
              <p:nvPr/>
            </p:nvSpPr>
            <p:spPr>
              <a:xfrm>
                <a:off x="5929338" y="3211958"/>
                <a:ext cx="357221" cy="331868"/>
              </a:xfrm>
              <a:custGeom>
                <a:rect b="b" l="l" r="r" t="t"/>
                <a:pathLst>
                  <a:path extrusionOk="0" h="288" w="310">
                    <a:moveTo>
                      <a:pt x="148" y="287"/>
                    </a:moveTo>
                    <a:lnTo>
                      <a:pt x="310" y="181"/>
                    </a:lnTo>
                    <a:lnTo>
                      <a:pt x="271" y="1"/>
                    </a:lnTo>
                    <a:lnTo>
                      <a:pt x="42" y="19"/>
                    </a:lnTo>
                    <a:lnTo>
                      <a:pt x="1" y="23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37"/>
              <p:cNvSpPr/>
              <p:nvPr/>
            </p:nvSpPr>
            <p:spPr>
              <a:xfrm>
                <a:off x="6514719" y="2636950"/>
                <a:ext cx="375658" cy="364133"/>
              </a:xfrm>
              <a:custGeom>
                <a:rect b="b" l="l" r="r" t="t"/>
                <a:pathLst>
                  <a:path extrusionOk="0" h="316" w="326">
                    <a:moveTo>
                      <a:pt x="326" y="197"/>
                    </a:moveTo>
                    <a:lnTo>
                      <a:pt x="227" y="21"/>
                    </a:lnTo>
                    <a:lnTo>
                      <a:pt x="15" y="1"/>
                    </a:lnTo>
                    <a:lnTo>
                      <a:pt x="0" y="218"/>
                    </a:lnTo>
                    <a:lnTo>
                      <a:pt x="250" y="316"/>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37"/>
              <p:cNvSpPr/>
              <p:nvPr/>
            </p:nvSpPr>
            <p:spPr>
              <a:xfrm>
                <a:off x="6891530" y="2790209"/>
                <a:ext cx="411380" cy="386027"/>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37"/>
              <p:cNvSpPr/>
              <p:nvPr/>
            </p:nvSpPr>
            <p:spPr>
              <a:xfrm>
                <a:off x="5036286" y="3353693"/>
                <a:ext cx="348002" cy="447100"/>
              </a:xfrm>
              <a:custGeom>
                <a:rect b="b" l="l" r="r" t="t"/>
                <a:pathLst>
                  <a:path extrusionOk="0" h="388" w="302">
                    <a:moveTo>
                      <a:pt x="301" y="76"/>
                    </a:moveTo>
                    <a:lnTo>
                      <a:pt x="291" y="277"/>
                    </a:lnTo>
                    <a:lnTo>
                      <a:pt x="105" y="387"/>
                    </a:lnTo>
                    <a:lnTo>
                      <a:pt x="0" y="197"/>
                    </a:lnTo>
                    <a:lnTo>
                      <a:pt x="1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37"/>
              <p:cNvSpPr/>
              <p:nvPr/>
            </p:nvSpPr>
            <p:spPr>
              <a:xfrm>
                <a:off x="5647018" y="2749877"/>
                <a:ext cx="373353" cy="31688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37"/>
              <p:cNvSpPr/>
              <p:nvPr/>
            </p:nvSpPr>
            <p:spPr>
              <a:xfrm>
                <a:off x="5538700" y="3285706"/>
                <a:ext cx="278863" cy="213179"/>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37"/>
              <p:cNvSpPr/>
              <p:nvPr/>
            </p:nvSpPr>
            <p:spPr>
              <a:xfrm>
                <a:off x="4876113" y="3950594"/>
                <a:ext cx="220094" cy="359524"/>
              </a:xfrm>
              <a:custGeom>
                <a:rect b="b" l="l" r="r" t="t"/>
                <a:pathLst>
                  <a:path extrusionOk="0" h="312" w="191">
                    <a:moveTo>
                      <a:pt x="96" y="311"/>
                    </a:moveTo>
                    <a:lnTo>
                      <a:pt x="0" y="217"/>
                    </a:lnTo>
                    <a:lnTo>
                      <a:pt x="35" y="12"/>
                    </a:lnTo>
                    <a:lnTo>
                      <a:pt x="178" y="0"/>
                    </a:lnTo>
                    <a:lnTo>
                      <a:pt x="191" y="23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37"/>
              <p:cNvSpPr/>
              <p:nvPr/>
            </p:nvSpPr>
            <p:spPr>
              <a:xfrm>
                <a:off x="5259837" y="4296290"/>
                <a:ext cx="411380" cy="38372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6" name="Google Shape;2846;p37"/>
            <p:cNvGrpSpPr/>
            <p:nvPr/>
          </p:nvGrpSpPr>
          <p:grpSpPr>
            <a:xfrm>
              <a:off x="6977006" y="3534092"/>
              <a:ext cx="214699" cy="152726"/>
              <a:chOff x="4876113" y="2636950"/>
              <a:chExt cx="3369400" cy="2396825"/>
            </a:xfrm>
          </p:grpSpPr>
          <p:sp>
            <p:nvSpPr>
              <p:cNvPr id="2847" name="Google Shape;2847;p37"/>
              <p:cNvSpPr/>
              <p:nvPr/>
            </p:nvSpPr>
            <p:spPr>
              <a:xfrm>
                <a:off x="4930272" y="2661149"/>
                <a:ext cx="3254166" cy="2219368"/>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37"/>
              <p:cNvSpPr/>
              <p:nvPr/>
            </p:nvSpPr>
            <p:spPr>
              <a:xfrm>
                <a:off x="4930272" y="2719917"/>
                <a:ext cx="1822978" cy="2160600"/>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37"/>
              <p:cNvSpPr/>
              <p:nvPr/>
            </p:nvSpPr>
            <p:spPr>
              <a:xfrm>
                <a:off x="4911835" y="3419375"/>
                <a:ext cx="1552182" cy="1458837"/>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37"/>
              <p:cNvSpPr/>
              <p:nvPr/>
            </p:nvSpPr>
            <p:spPr>
              <a:xfrm>
                <a:off x="6561965" y="3700541"/>
                <a:ext cx="573858" cy="43903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37"/>
              <p:cNvSpPr/>
              <p:nvPr/>
            </p:nvSpPr>
            <p:spPr>
              <a:xfrm>
                <a:off x="6298082" y="3488514"/>
                <a:ext cx="191286" cy="87576"/>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37"/>
              <p:cNvSpPr/>
              <p:nvPr/>
            </p:nvSpPr>
            <p:spPr>
              <a:xfrm>
                <a:off x="5946623" y="3179693"/>
                <a:ext cx="269644" cy="132517"/>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37"/>
              <p:cNvSpPr/>
              <p:nvPr/>
            </p:nvSpPr>
            <p:spPr>
              <a:xfrm>
                <a:off x="5917815" y="3044871"/>
                <a:ext cx="100252" cy="109470"/>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37"/>
              <p:cNvSpPr/>
              <p:nvPr/>
            </p:nvSpPr>
            <p:spPr>
              <a:xfrm>
                <a:off x="5318606" y="3863018"/>
                <a:ext cx="379115" cy="16132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37"/>
              <p:cNvSpPr/>
              <p:nvPr/>
            </p:nvSpPr>
            <p:spPr>
              <a:xfrm>
                <a:off x="5890159" y="4214476"/>
                <a:ext cx="193591" cy="186676"/>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37"/>
              <p:cNvSpPr/>
              <p:nvPr/>
            </p:nvSpPr>
            <p:spPr>
              <a:xfrm>
                <a:off x="5750728" y="3865323"/>
                <a:ext cx="100252" cy="165934"/>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37"/>
              <p:cNvSpPr/>
              <p:nvPr/>
            </p:nvSpPr>
            <p:spPr>
              <a:xfrm>
                <a:off x="7867550" y="3533455"/>
                <a:ext cx="377963" cy="366438"/>
              </a:xfrm>
              <a:custGeom>
                <a:rect b="b" l="l" r="r" t="t"/>
                <a:pathLst>
                  <a:path extrusionOk="0" h="318" w="328">
                    <a:moveTo>
                      <a:pt x="328" y="133"/>
                    </a:moveTo>
                    <a:lnTo>
                      <a:pt x="177" y="0"/>
                    </a:lnTo>
                    <a:lnTo>
                      <a:pt x="1" y="88"/>
                    </a:lnTo>
                    <a:lnTo>
                      <a:pt x="84" y="317"/>
                    </a:lnTo>
                    <a:lnTo>
                      <a:pt x="320" y="29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37"/>
              <p:cNvSpPr/>
              <p:nvPr/>
            </p:nvSpPr>
            <p:spPr>
              <a:xfrm>
                <a:off x="7740794" y="4117681"/>
                <a:ext cx="429817" cy="343391"/>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37"/>
              <p:cNvSpPr/>
              <p:nvPr/>
            </p:nvSpPr>
            <p:spPr>
              <a:xfrm>
                <a:off x="7483825" y="3380196"/>
                <a:ext cx="479367" cy="366438"/>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37"/>
              <p:cNvSpPr/>
              <p:nvPr/>
            </p:nvSpPr>
            <p:spPr>
              <a:xfrm>
                <a:off x="7281016" y="4113072"/>
                <a:ext cx="434427" cy="542743"/>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37"/>
              <p:cNvSpPr/>
              <p:nvPr/>
            </p:nvSpPr>
            <p:spPr>
              <a:xfrm>
                <a:off x="7561031" y="4117681"/>
                <a:ext cx="415989" cy="350305"/>
              </a:xfrm>
              <a:custGeom>
                <a:rect b="b" l="l" r="r" t="t"/>
                <a:pathLst>
                  <a:path extrusionOk="0" h="304" w="361">
                    <a:moveTo>
                      <a:pt x="213" y="303"/>
                    </a:moveTo>
                    <a:lnTo>
                      <a:pt x="9" y="213"/>
                    </a:lnTo>
                    <a:lnTo>
                      <a:pt x="1" y="13"/>
                    </a:lnTo>
                    <a:lnTo>
                      <a:pt x="258" y="0"/>
                    </a:lnTo>
                    <a:lnTo>
                      <a:pt x="361" y="23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37"/>
              <p:cNvSpPr/>
              <p:nvPr/>
            </p:nvSpPr>
            <p:spPr>
              <a:xfrm>
                <a:off x="6535461" y="4654662"/>
                <a:ext cx="392943" cy="379113"/>
              </a:xfrm>
              <a:custGeom>
                <a:rect b="b" l="l" r="r" t="t"/>
                <a:pathLst>
                  <a:path extrusionOk="0" h="329" w="341">
                    <a:moveTo>
                      <a:pt x="142" y="1"/>
                    </a:moveTo>
                    <a:lnTo>
                      <a:pt x="334" y="99"/>
                    </a:lnTo>
                    <a:lnTo>
                      <a:pt x="340" y="316"/>
                    </a:lnTo>
                    <a:lnTo>
                      <a:pt x="99" y="328"/>
                    </a:lnTo>
                    <a:lnTo>
                      <a:pt x="1" y="8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37"/>
              <p:cNvSpPr/>
              <p:nvPr/>
            </p:nvSpPr>
            <p:spPr>
              <a:xfrm>
                <a:off x="6201287" y="4579761"/>
                <a:ext cx="472453" cy="422901"/>
              </a:xfrm>
              <a:custGeom>
                <a:rect b="b" l="l" r="r" t="t"/>
                <a:pathLst>
                  <a:path extrusionOk="0" h="367" w="410">
                    <a:moveTo>
                      <a:pt x="25" y="91"/>
                    </a:moveTo>
                    <a:lnTo>
                      <a:pt x="240" y="0"/>
                    </a:lnTo>
                    <a:lnTo>
                      <a:pt x="409" y="170"/>
                    </a:lnTo>
                    <a:lnTo>
                      <a:pt x="266" y="367"/>
                    </a:lnTo>
                    <a:lnTo>
                      <a:pt x="0" y="21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37"/>
              <p:cNvSpPr/>
              <p:nvPr/>
            </p:nvSpPr>
            <p:spPr>
              <a:xfrm>
                <a:off x="5983497" y="4399999"/>
                <a:ext cx="395247" cy="374504"/>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37"/>
              <p:cNvSpPr/>
              <p:nvPr/>
            </p:nvSpPr>
            <p:spPr>
              <a:xfrm>
                <a:off x="5827933" y="4511774"/>
                <a:ext cx="354916" cy="278861"/>
              </a:xfrm>
              <a:custGeom>
                <a:rect b="b" l="l" r="r" t="t"/>
                <a:pathLst>
                  <a:path extrusionOk="0" h="242" w="308">
                    <a:moveTo>
                      <a:pt x="1" y="90"/>
                    </a:moveTo>
                    <a:lnTo>
                      <a:pt x="85" y="0"/>
                    </a:lnTo>
                    <a:lnTo>
                      <a:pt x="308" y="39"/>
                    </a:lnTo>
                    <a:lnTo>
                      <a:pt x="267" y="24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37"/>
              <p:cNvSpPr/>
              <p:nvPr/>
            </p:nvSpPr>
            <p:spPr>
              <a:xfrm>
                <a:off x="6266969" y="4674251"/>
                <a:ext cx="233922" cy="192437"/>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37"/>
              <p:cNvSpPr/>
              <p:nvPr/>
            </p:nvSpPr>
            <p:spPr>
              <a:xfrm>
                <a:off x="5500673" y="3226938"/>
                <a:ext cx="350307" cy="351458"/>
              </a:xfrm>
              <a:custGeom>
                <a:rect b="b" l="l" r="r" t="t"/>
                <a:pathLst>
                  <a:path extrusionOk="0" h="305" w="304">
                    <a:moveTo>
                      <a:pt x="303" y="145"/>
                    </a:moveTo>
                    <a:lnTo>
                      <a:pt x="178" y="305"/>
                    </a:lnTo>
                    <a:lnTo>
                      <a:pt x="1" y="266"/>
                    </a:lnTo>
                    <a:lnTo>
                      <a:pt x="50" y="37"/>
                    </a:lnTo>
                    <a:lnTo>
                      <a:pt x="2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37"/>
              <p:cNvSpPr/>
              <p:nvPr/>
            </p:nvSpPr>
            <p:spPr>
              <a:xfrm>
                <a:off x="5611296" y="3263812"/>
                <a:ext cx="390638" cy="35030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37"/>
              <p:cNvSpPr/>
              <p:nvPr/>
            </p:nvSpPr>
            <p:spPr>
              <a:xfrm>
                <a:off x="5613601" y="3167017"/>
                <a:ext cx="316889" cy="388332"/>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37"/>
              <p:cNvSpPr/>
              <p:nvPr/>
            </p:nvSpPr>
            <p:spPr>
              <a:xfrm>
                <a:off x="5799117" y="2940016"/>
                <a:ext cx="375658" cy="319193"/>
              </a:xfrm>
              <a:custGeom>
                <a:rect b="b" l="l" r="r" t="t"/>
                <a:pathLst>
                  <a:path extrusionOk="0" h="277" w="326">
                    <a:moveTo>
                      <a:pt x="1" y="111"/>
                    </a:moveTo>
                    <a:lnTo>
                      <a:pt x="154" y="0"/>
                    </a:lnTo>
                    <a:lnTo>
                      <a:pt x="326" y="78"/>
                    </a:lnTo>
                    <a:lnTo>
                      <a:pt x="234" y="276"/>
                    </a:lnTo>
                    <a:lnTo>
                      <a:pt x="3" y="25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37"/>
              <p:cNvSpPr/>
              <p:nvPr/>
            </p:nvSpPr>
            <p:spPr>
              <a:xfrm>
                <a:off x="6490521" y="3175083"/>
                <a:ext cx="217789" cy="353762"/>
              </a:xfrm>
              <a:custGeom>
                <a:rect b="b" l="l" r="r" t="t"/>
                <a:pathLst>
                  <a:path extrusionOk="0" h="307" w="189">
                    <a:moveTo>
                      <a:pt x="93" y="307"/>
                    </a:moveTo>
                    <a:lnTo>
                      <a:pt x="1" y="211"/>
                    </a:lnTo>
                    <a:lnTo>
                      <a:pt x="31" y="6"/>
                    </a:lnTo>
                    <a:lnTo>
                      <a:pt x="175" y="0"/>
                    </a:lnTo>
                    <a:lnTo>
                      <a:pt x="189" y="23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37"/>
              <p:cNvSpPr/>
              <p:nvPr/>
            </p:nvSpPr>
            <p:spPr>
              <a:xfrm>
                <a:off x="5929338" y="3211958"/>
                <a:ext cx="357221" cy="331868"/>
              </a:xfrm>
              <a:custGeom>
                <a:rect b="b" l="l" r="r" t="t"/>
                <a:pathLst>
                  <a:path extrusionOk="0" h="288" w="310">
                    <a:moveTo>
                      <a:pt x="148" y="287"/>
                    </a:moveTo>
                    <a:lnTo>
                      <a:pt x="310" y="181"/>
                    </a:lnTo>
                    <a:lnTo>
                      <a:pt x="271" y="1"/>
                    </a:lnTo>
                    <a:lnTo>
                      <a:pt x="42" y="19"/>
                    </a:lnTo>
                    <a:lnTo>
                      <a:pt x="1" y="23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37"/>
              <p:cNvSpPr/>
              <p:nvPr/>
            </p:nvSpPr>
            <p:spPr>
              <a:xfrm>
                <a:off x="6514719" y="2636950"/>
                <a:ext cx="375658" cy="364133"/>
              </a:xfrm>
              <a:custGeom>
                <a:rect b="b" l="l" r="r" t="t"/>
                <a:pathLst>
                  <a:path extrusionOk="0" h="316" w="326">
                    <a:moveTo>
                      <a:pt x="326" y="197"/>
                    </a:moveTo>
                    <a:lnTo>
                      <a:pt x="227" y="21"/>
                    </a:lnTo>
                    <a:lnTo>
                      <a:pt x="15" y="1"/>
                    </a:lnTo>
                    <a:lnTo>
                      <a:pt x="0" y="218"/>
                    </a:lnTo>
                    <a:lnTo>
                      <a:pt x="250" y="316"/>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37"/>
              <p:cNvSpPr/>
              <p:nvPr/>
            </p:nvSpPr>
            <p:spPr>
              <a:xfrm>
                <a:off x="6891530" y="2790209"/>
                <a:ext cx="411380" cy="386027"/>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37"/>
              <p:cNvSpPr/>
              <p:nvPr/>
            </p:nvSpPr>
            <p:spPr>
              <a:xfrm>
                <a:off x="5036286" y="3353693"/>
                <a:ext cx="348002" cy="447100"/>
              </a:xfrm>
              <a:custGeom>
                <a:rect b="b" l="l" r="r" t="t"/>
                <a:pathLst>
                  <a:path extrusionOk="0" h="388" w="302">
                    <a:moveTo>
                      <a:pt x="301" y="76"/>
                    </a:moveTo>
                    <a:lnTo>
                      <a:pt x="291" y="277"/>
                    </a:lnTo>
                    <a:lnTo>
                      <a:pt x="105" y="387"/>
                    </a:lnTo>
                    <a:lnTo>
                      <a:pt x="0" y="197"/>
                    </a:lnTo>
                    <a:lnTo>
                      <a:pt x="1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37"/>
              <p:cNvSpPr/>
              <p:nvPr/>
            </p:nvSpPr>
            <p:spPr>
              <a:xfrm>
                <a:off x="5647018" y="2749877"/>
                <a:ext cx="373353" cy="31688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37"/>
              <p:cNvSpPr/>
              <p:nvPr/>
            </p:nvSpPr>
            <p:spPr>
              <a:xfrm>
                <a:off x="5538700" y="3285706"/>
                <a:ext cx="278863" cy="213179"/>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37"/>
              <p:cNvSpPr/>
              <p:nvPr/>
            </p:nvSpPr>
            <p:spPr>
              <a:xfrm>
                <a:off x="4876113" y="3950594"/>
                <a:ext cx="220094" cy="359524"/>
              </a:xfrm>
              <a:custGeom>
                <a:rect b="b" l="l" r="r" t="t"/>
                <a:pathLst>
                  <a:path extrusionOk="0" h="312" w="191">
                    <a:moveTo>
                      <a:pt x="96" y="311"/>
                    </a:moveTo>
                    <a:lnTo>
                      <a:pt x="0" y="217"/>
                    </a:lnTo>
                    <a:lnTo>
                      <a:pt x="35" y="12"/>
                    </a:lnTo>
                    <a:lnTo>
                      <a:pt x="178" y="0"/>
                    </a:lnTo>
                    <a:lnTo>
                      <a:pt x="191" y="23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37"/>
              <p:cNvSpPr/>
              <p:nvPr/>
            </p:nvSpPr>
            <p:spPr>
              <a:xfrm>
                <a:off x="5259837" y="4296290"/>
                <a:ext cx="411380" cy="38372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0" name="Google Shape;2880;p37"/>
            <p:cNvGrpSpPr/>
            <p:nvPr/>
          </p:nvGrpSpPr>
          <p:grpSpPr>
            <a:xfrm>
              <a:off x="7070284" y="3556421"/>
              <a:ext cx="214699" cy="152726"/>
              <a:chOff x="4876113" y="2636950"/>
              <a:chExt cx="3369400" cy="2396825"/>
            </a:xfrm>
          </p:grpSpPr>
          <p:sp>
            <p:nvSpPr>
              <p:cNvPr id="2881" name="Google Shape;2881;p37"/>
              <p:cNvSpPr/>
              <p:nvPr/>
            </p:nvSpPr>
            <p:spPr>
              <a:xfrm>
                <a:off x="4930272" y="2661149"/>
                <a:ext cx="3254166" cy="2219368"/>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37"/>
              <p:cNvSpPr/>
              <p:nvPr/>
            </p:nvSpPr>
            <p:spPr>
              <a:xfrm>
                <a:off x="4930272" y="2719917"/>
                <a:ext cx="1822978" cy="2160600"/>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37"/>
              <p:cNvSpPr/>
              <p:nvPr/>
            </p:nvSpPr>
            <p:spPr>
              <a:xfrm>
                <a:off x="4911835" y="3419375"/>
                <a:ext cx="1552182" cy="1458837"/>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37"/>
              <p:cNvSpPr/>
              <p:nvPr/>
            </p:nvSpPr>
            <p:spPr>
              <a:xfrm>
                <a:off x="6561965" y="3700541"/>
                <a:ext cx="573858" cy="43903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37"/>
              <p:cNvSpPr/>
              <p:nvPr/>
            </p:nvSpPr>
            <p:spPr>
              <a:xfrm>
                <a:off x="6298082" y="3488514"/>
                <a:ext cx="191286" cy="87576"/>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37"/>
              <p:cNvSpPr/>
              <p:nvPr/>
            </p:nvSpPr>
            <p:spPr>
              <a:xfrm>
                <a:off x="5946623" y="3179693"/>
                <a:ext cx="269644" cy="132517"/>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37"/>
              <p:cNvSpPr/>
              <p:nvPr/>
            </p:nvSpPr>
            <p:spPr>
              <a:xfrm>
                <a:off x="5917815" y="3044871"/>
                <a:ext cx="100252" cy="109470"/>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37"/>
              <p:cNvSpPr/>
              <p:nvPr/>
            </p:nvSpPr>
            <p:spPr>
              <a:xfrm>
                <a:off x="5318606" y="3863018"/>
                <a:ext cx="379115" cy="16132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37"/>
              <p:cNvSpPr/>
              <p:nvPr/>
            </p:nvSpPr>
            <p:spPr>
              <a:xfrm>
                <a:off x="5890159" y="4214476"/>
                <a:ext cx="193591" cy="186676"/>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37"/>
              <p:cNvSpPr/>
              <p:nvPr/>
            </p:nvSpPr>
            <p:spPr>
              <a:xfrm>
                <a:off x="5750728" y="3865323"/>
                <a:ext cx="100252" cy="165934"/>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37"/>
              <p:cNvSpPr/>
              <p:nvPr/>
            </p:nvSpPr>
            <p:spPr>
              <a:xfrm>
                <a:off x="7867550" y="3533455"/>
                <a:ext cx="377963" cy="366438"/>
              </a:xfrm>
              <a:custGeom>
                <a:rect b="b" l="l" r="r" t="t"/>
                <a:pathLst>
                  <a:path extrusionOk="0" h="318" w="328">
                    <a:moveTo>
                      <a:pt x="328" y="133"/>
                    </a:moveTo>
                    <a:lnTo>
                      <a:pt x="177" y="0"/>
                    </a:lnTo>
                    <a:lnTo>
                      <a:pt x="1" y="88"/>
                    </a:lnTo>
                    <a:lnTo>
                      <a:pt x="84" y="317"/>
                    </a:lnTo>
                    <a:lnTo>
                      <a:pt x="320" y="29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37"/>
              <p:cNvSpPr/>
              <p:nvPr/>
            </p:nvSpPr>
            <p:spPr>
              <a:xfrm>
                <a:off x="7740794" y="4117681"/>
                <a:ext cx="429817" cy="343391"/>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37"/>
              <p:cNvSpPr/>
              <p:nvPr/>
            </p:nvSpPr>
            <p:spPr>
              <a:xfrm>
                <a:off x="7483825" y="3380196"/>
                <a:ext cx="479367" cy="366438"/>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37"/>
              <p:cNvSpPr/>
              <p:nvPr/>
            </p:nvSpPr>
            <p:spPr>
              <a:xfrm>
                <a:off x="7281016" y="4113072"/>
                <a:ext cx="434427" cy="542743"/>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37"/>
              <p:cNvSpPr/>
              <p:nvPr/>
            </p:nvSpPr>
            <p:spPr>
              <a:xfrm>
                <a:off x="7561031" y="4117681"/>
                <a:ext cx="415989" cy="350305"/>
              </a:xfrm>
              <a:custGeom>
                <a:rect b="b" l="l" r="r" t="t"/>
                <a:pathLst>
                  <a:path extrusionOk="0" h="304" w="361">
                    <a:moveTo>
                      <a:pt x="213" y="303"/>
                    </a:moveTo>
                    <a:lnTo>
                      <a:pt x="9" y="213"/>
                    </a:lnTo>
                    <a:lnTo>
                      <a:pt x="1" y="13"/>
                    </a:lnTo>
                    <a:lnTo>
                      <a:pt x="258" y="0"/>
                    </a:lnTo>
                    <a:lnTo>
                      <a:pt x="361" y="23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37"/>
              <p:cNvSpPr/>
              <p:nvPr/>
            </p:nvSpPr>
            <p:spPr>
              <a:xfrm>
                <a:off x="6535461" y="4654662"/>
                <a:ext cx="392943" cy="379113"/>
              </a:xfrm>
              <a:custGeom>
                <a:rect b="b" l="l" r="r" t="t"/>
                <a:pathLst>
                  <a:path extrusionOk="0" h="329" w="341">
                    <a:moveTo>
                      <a:pt x="142" y="1"/>
                    </a:moveTo>
                    <a:lnTo>
                      <a:pt x="334" y="99"/>
                    </a:lnTo>
                    <a:lnTo>
                      <a:pt x="340" y="316"/>
                    </a:lnTo>
                    <a:lnTo>
                      <a:pt x="99" y="328"/>
                    </a:lnTo>
                    <a:lnTo>
                      <a:pt x="1" y="8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37"/>
              <p:cNvSpPr/>
              <p:nvPr/>
            </p:nvSpPr>
            <p:spPr>
              <a:xfrm>
                <a:off x="6201287" y="4579761"/>
                <a:ext cx="472453" cy="422901"/>
              </a:xfrm>
              <a:custGeom>
                <a:rect b="b" l="l" r="r" t="t"/>
                <a:pathLst>
                  <a:path extrusionOk="0" h="367" w="410">
                    <a:moveTo>
                      <a:pt x="25" y="91"/>
                    </a:moveTo>
                    <a:lnTo>
                      <a:pt x="240" y="0"/>
                    </a:lnTo>
                    <a:lnTo>
                      <a:pt x="409" y="170"/>
                    </a:lnTo>
                    <a:lnTo>
                      <a:pt x="266" y="367"/>
                    </a:lnTo>
                    <a:lnTo>
                      <a:pt x="0" y="21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37"/>
              <p:cNvSpPr/>
              <p:nvPr/>
            </p:nvSpPr>
            <p:spPr>
              <a:xfrm>
                <a:off x="5983497" y="4399999"/>
                <a:ext cx="395247" cy="374504"/>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37"/>
              <p:cNvSpPr/>
              <p:nvPr/>
            </p:nvSpPr>
            <p:spPr>
              <a:xfrm>
                <a:off x="5827933" y="4511774"/>
                <a:ext cx="354916" cy="278861"/>
              </a:xfrm>
              <a:custGeom>
                <a:rect b="b" l="l" r="r" t="t"/>
                <a:pathLst>
                  <a:path extrusionOk="0" h="242" w="308">
                    <a:moveTo>
                      <a:pt x="1" y="90"/>
                    </a:moveTo>
                    <a:lnTo>
                      <a:pt x="85" y="0"/>
                    </a:lnTo>
                    <a:lnTo>
                      <a:pt x="308" y="39"/>
                    </a:lnTo>
                    <a:lnTo>
                      <a:pt x="267" y="24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37"/>
              <p:cNvSpPr/>
              <p:nvPr/>
            </p:nvSpPr>
            <p:spPr>
              <a:xfrm>
                <a:off x="6266969" y="4674251"/>
                <a:ext cx="233922" cy="192437"/>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37"/>
              <p:cNvSpPr/>
              <p:nvPr/>
            </p:nvSpPr>
            <p:spPr>
              <a:xfrm>
                <a:off x="5500673" y="3226938"/>
                <a:ext cx="350307" cy="351458"/>
              </a:xfrm>
              <a:custGeom>
                <a:rect b="b" l="l" r="r" t="t"/>
                <a:pathLst>
                  <a:path extrusionOk="0" h="305" w="304">
                    <a:moveTo>
                      <a:pt x="303" y="145"/>
                    </a:moveTo>
                    <a:lnTo>
                      <a:pt x="178" y="305"/>
                    </a:lnTo>
                    <a:lnTo>
                      <a:pt x="1" y="266"/>
                    </a:lnTo>
                    <a:lnTo>
                      <a:pt x="50" y="37"/>
                    </a:lnTo>
                    <a:lnTo>
                      <a:pt x="2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37"/>
              <p:cNvSpPr/>
              <p:nvPr/>
            </p:nvSpPr>
            <p:spPr>
              <a:xfrm>
                <a:off x="5611296" y="3263812"/>
                <a:ext cx="390638" cy="35030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37"/>
              <p:cNvSpPr/>
              <p:nvPr/>
            </p:nvSpPr>
            <p:spPr>
              <a:xfrm>
                <a:off x="5613601" y="3167017"/>
                <a:ext cx="316889" cy="388332"/>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37"/>
              <p:cNvSpPr/>
              <p:nvPr/>
            </p:nvSpPr>
            <p:spPr>
              <a:xfrm>
                <a:off x="5799117" y="2940016"/>
                <a:ext cx="375658" cy="319193"/>
              </a:xfrm>
              <a:custGeom>
                <a:rect b="b" l="l" r="r" t="t"/>
                <a:pathLst>
                  <a:path extrusionOk="0" h="277" w="326">
                    <a:moveTo>
                      <a:pt x="1" y="111"/>
                    </a:moveTo>
                    <a:lnTo>
                      <a:pt x="154" y="0"/>
                    </a:lnTo>
                    <a:lnTo>
                      <a:pt x="326" y="78"/>
                    </a:lnTo>
                    <a:lnTo>
                      <a:pt x="234" y="276"/>
                    </a:lnTo>
                    <a:lnTo>
                      <a:pt x="3" y="25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37"/>
              <p:cNvSpPr/>
              <p:nvPr/>
            </p:nvSpPr>
            <p:spPr>
              <a:xfrm>
                <a:off x="6490521" y="3175083"/>
                <a:ext cx="217789" cy="353762"/>
              </a:xfrm>
              <a:custGeom>
                <a:rect b="b" l="l" r="r" t="t"/>
                <a:pathLst>
                  <a:path extrusionOk="0" h="307" w="189">
                    <a:moveTo>
                      <a:pt x="93" y="307"/>
                    </a:moveTo>
                    <a:lnTo>
                      <a:pt x="1" y="211"/>
                    </a:lnTo>
                    <a:lnTo>
                      <a:pt x="31" y="6"/>
                    </a:lnTo>
                    <a:lnTo>
                      <a:pt x="175" y="0"/>
                    </a:lnTo>
                    <a:lnTo>
                      <a:pt x="189" y="23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37"/>
              <p:cNvSpPr/>
              <p:nvPr/>
            </p:nvSpPr>
            <p:spPr>
              <a:xfrm>
                <a:off x="5929338" y="3211958"/>
                <a:ext cx="357221" cy="331868"/>
              </a:xfrm>
              <a:custGeom>
                <a:rect b="b" l="l" r="r" t="t"/>
                <a:pathLst>
                  <a:path extrusionOk="0" h="288" w="310">
                    <a:moveTo>
                      <a:pt x="148" y="287"/>
                    </a:moveTo>
                    <a:lnTo>
                      <a:pt x="310" y="181"/>
                    </a:lnTo>
                    <a:lnTo>
                      <a:pt x="271" y="1"/>
                    </a:lnTo>
                    <a:lnTo>
                      <a:pt x="42" y="19"/>
                    </a:lnTo>
                    <a:lnTo>
                      <a:pt x="1" y="23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37"/>
              <p:cNvSpPr/>
              <p:nvPr/>
            </p:nvSpPr>
            <p:spPr>
              <a:xfrm>
                <a:off x="6514719" y="2636950"/>
                <a:ext cx="375658" cy="364133"/>
              </a:xfrm>
              <a:custGeom>
                <a:rect b="b" l="l" r="r" t="t"/>
                <a:pathLst>
                  <a:path extrusionOk="0" h="316" w="326">
                    <a:moveTo>
                      <a:pt x="326" y="197"/>
                    </a:moveTo>
                    <a:lnTo>
                      <a:pt x="227" y="21"/>
                    </a:lnTo>
                    <a:lnTo>
                      <a:pt x="15" y="1"/>
                    </a:lnTo>
                    <a:lnTo>
                      <a:pt x="0" y="218"/>
                    </a:lnTo>
                    <a:lnTo>
                      <a:pt x="250" y="316"/>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37"/>
              <p:cNvSpPr/>
              <p:nvPr/>
            </p:nvSpPr>
            <p:spPr>
              <a:xfrm>
                <a:off x="6891530" y="2790209"/>
                <a:ext cx="411380" cy="386027"/>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37"/>
              <p:cNvSpPr/>
              <p:nvPr/>
            </p:nvSpPr>
            <p:spPr>
              <a:xfrm>
                <a:off x="5036286" y="3353693"/>
                <a:ext cx="348002" cy="447100"/>
              </a:xfrm>
              <a:custGeom>
                <a:rect b="b" l="l" r="r" t="t"/>
                <a:pathLst>
                  <a:path extrusionOk="0" h="388" w="302">
                    <a:moveTo>
                      <a:pt x="301" y="76"/>
                    </a:moveTo>
                    <a:lnTo>
                      <a:pt x="291" y="277"/>
                    </a:lnTo>
                    <a:lnTo>
                      <a:pt x="105" y="387"/>
                    </a:lnTo>
                    <a:lnTo>
                      <a:pt x="0" y="197"/>
                    </a:lnTo>
                    <a:lnTo>
                      <a:pt x="1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37"/>
              <p:cNvSpPr/>
              <p:nvPr/>
            </p:nvSpPr>
            <p:spPr>
              <a:xfrm>
                <a:off x="5647018" y="2749877"/>
                <a:ext cx="373353" cy="31688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37"/>
              <p:cNvSpPr/>
              <p:nvPr/>
            </p:nvSpPr>
            <p:spPr>
              <a:xfrm>
                <a:off x="5538700" y="3285706"/>
                <a:ext cx="278863" cy="213179"/>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37"/>
              <p:cNvSpPr/>
              <p:nvPr/>
            </p:nvSpPr>
            <p:spPr>
              <a:xfrm>
                <a:off x="4876113" y="3950594"/>
                <a:ext cx="220094" cy="359524"/>
              </a:xfrm>
              <a:custGeom>
                <a:rect b="b" l="l" r="r" t="t"/>
                <a:pathLst>
                  <a:path extrusionOk="0" h="312" w="191">
                    <a:moveTo>
                      <a:pt x="96" y="311"/>
                    </a:moveTo>
                    <a:lnTo>
                      <a:pt x="0" y="217"/>
                    </a:lnTo>
                    <a:lnTo>
                      <a:pt x="35" y="12"/>
                    </a:lnTo>
                    <a:lnTo>
                      <a:pt x="178" y="0"/>
                    </a:lnTo>
                    <a:lnTo>
                      <a:pt x="191" y="23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37"/>
              <p:cNvSpPr/>
              <p:nvPr/>
            </p:nvSpPr>
            <p:spPr>
              <a:xfrm>
                <a:off x="5259837" y="4296290"/>
                <a:ext cx="411380" cy="38372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4" name="Google Shape;2914;p37"/>
            <p:cNvGrpSpPr/>
            <p:nvPr/>
          </p:nvGrpSpPr>
          <p:grpSpPr>
            <a:xfrm>
              <a:off x="7624194" y="2413633"/>
              <a:ext cx="450740" cy="379216"/>
              <a:chOff x="-9751350" y="-1312675"/>
              <a:chExt cx="9612086" cy="8086845"/>
            </a:xfrm>
          </p:grpSpPr>
          <p:sp>
            <p:nvSpPr>
              <p:cNvPr id="2915" name="Google Shape;2915;p37"/>
              <p:cNvSpPr/>
              <p:nvPr/>
            </p:nvSpPr>
            <p:spPr>
              <a:xfrm>
                <a:off x="-9077396" y="1294790"/>
                <a:ext cx="8938132" cy="5474606"/>
              </a:xfrm>
              <a:custGeom>
                <a:rect b="b" l="l" r="r" t="t"/>
                <a:pathLst>
                  <a:path extrusionOk="0" h="9171" w="14973">
                    <a:moveTo>
                      <a:pt x="14815" y="3264"/>
                    </a:moveTo>
                    <a:lnTo>
                      <a:pt x="6402" y="7970"/>
                    </a:lnTo>
                    <a:cubicBezTo>
                      <a:pt x="5930" y="8236"/>
                      <a:pt x="5152" y="8747"/>
                      <a:pt x="4459" y="9171"/>
                    </a:cubicBezTo>
                    <a:lnTo>
                      <a:pt x="3880" y="8639"/>
                    </a:lnTo>
                    <a:lnTo>
                      <a:pt x="3880" y="6709"/>
                    </a:lnTo>
                    <a:lnTo>
                      <a:pt x="5686" y="7759"/>
                    </a:lnTo>
                    <a:lnTo>
                      <a:pt x="7088" y="6998"/>
                    </a:lnTo>
                    <a:lnTo>
                      <a:pt x="3880" y="5120"/>
                    </a:lnTo>
                    <a:lnTo>
                      <a:pt x="3880" y="2884"/>
                    </a:lnTo>
                    <a:lnTo>
                      <a:pt x="9778" y="1"/>
                    </a:lnTo>
                    <a:lnTo>
                      <a:pt x="14815" y="2738"/>
                    </a:lnTo>
                    <a:cubicBezTo>
                      <a:pt x="14913" y="2791"/>
                      <a:pt x="14973" y="2890"/>
                      <a:pt x="14973" y="2998"/>
                    </a:cubicBezTo>
                    <a:cubicBezTo>
                      <a:pt x="14969" y="3115"/>
                      <a:pt x="14913" y="3209"/>
                      <a:pt x="14815" y="3264"/>
                    </a:cubicBezTo>
                    <a:close/>
                    <a:moveTo>
                      <a:pt x="3878" y="8639"/>
                    </a:moveTo>
                    <a:lnTo>
                      <a:pt x="154" y="5226"/>
                    </a:lnTo>
                    <a:cubicBezTo>
                      <a:pt x="70" y="5150"/>
                      <a:pt x="1" y="5071"/>
                      <a:pt x="3" y="4956"/>
                    </a:cubicBezTo>
                    <a:cubicBezTo>
                      <a:pt x="9" y="4843"/>
                      <a:pt x="70" y="4745"/>
                      <a:pt x="173" y="4694"/>
                    </a:cubicBezTo>
                    <a:lnTo>
                      <a:pt x="3878" y="2881"/>
                    </a:lnTo>
                    <a:lnTo>
                      <a:pt x="3878" y="5116"/>
                    </a:lnTo>
                    <a:lnTo>
                      <a:pt x="2167" y="4113"/>
                    </a:lnTo>
                    <a:lnTo>
                      <a:pt x="672" y="4843"/>
                    </a:lnTo>
                    <a:lnTo>
                      <a:pt x="3878" y="670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37"/>
              <p:cNvSpPr/>
              <p:nvPr/>
            </p:nvSpPr>
            <p:spPr>
              <a:xfrm>
                <a:off x="-8846377" y="1652959"/>
                <a:ext cx="3089216" cy="2225420"/>
              </a:xfrm>
              <a:custGeom>
                <a:rect b="b" l="l" r="r" t="t"/>
                <a:pathLst>
                  <a:path extrusionOk="0" h="3728" w="5175">
                    <a:moveTo>
                      <a:pt x="5175" y="0"/>
                    </a:moveTo>
                    <a:lnTo>
                      <a:pt x="0" y="3245"/>
                    </a:lnTo>
                    <a:lnTo>
                      <a:pt x="0" y="3728"/>
                    </a:lnTo>
                    <a:lnTo>
                      <a:pt x="5175" y="485"/>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37"/>
              <p:cNvSpPr/>
              <p:nvPr/>
            </p:nvSpPr>
            <p:spPr>
              <a:xfrm>
                <a:off x="-8846377" y="1861890"/>
                <a:ext cx="3089216" cy="2016489"/>
              </a:xfrm>
              <a:custGeom>
                <a:rect b="b" l="l" r="r" t="t"/>
                <a:pathLst>
                  <a:path extrusionOk="0" h="3378" w="5175">
                    <a:moveTo>
                      <a:pt x="5175" y="0"/>
                    </a:moveTo>
                    <a:lnTo>
                      <a:pt x="0" y="3245"/>
                    </a:lnTo>
                    <a:lnTo>
                      <a:pt x="0" y="3378"/>
                    </a:lnTo>
                    <a:lnTo>
                      <a:pt x="5175" y="135"/>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37"/>
              <p:cNvSpPr/>
              <p:nvPr/>
            </p:nvSpPr>
            <p:spPr>
              <a:xfrm>
                <a:off x="-8649981" y="1972922"/>
                <a:ext cx="2489878" cy="1587880"/>
              </a:xfrm>
              <a:custGeom>
                <a:rect b="b" l="l" r="r" t="t"/>
                <a:pathLst>
                  <a:path extrusionOk="0" h="2660" w="4171">
                    <a:moveTo>
                      <a:pt x="64" y="2541"/>
                    </a:moveTo>
                    <a:lnTo>
                      <a:pt x="4105" y="25"/>
                    </a:lnTo>
                    <a:cubicBezTo>
                      <a:pt x="4142" y="0"/>
                      <a:pt x="4170" y="6"/>
                      <a:pt x="4170" y="35"/>
                    </a:cubicBezTo>
                    <a:lnTo>
                      <a:pt x="4170" y="35"/>
                    </a:lnTo>
                    <a:cubicBezTo>
                      <a:pt x="4170" y="60"/>
                      <a:pt x="4142" y="101"/>
                      <a:pt x="4105" y="121"/>
                    </a:cubicBezTo>
                    <a:lnTo>
                      <a:pt x="64" y="2637"/>
                    </a:lnTo>
                    <a:cubicBezTo>
                      <a:pt x="29" y="2660"/>
                      <a:pt x="1" y="2656"/>
                      <a:pt x="1" y="2627"/>
                    </a:cubicBezTo>
                    <a:lnTo>
                      <a:pt x="1" y="2627"/>
                    </a:lnTo>
                    <a:cubicBezTo>
                      <a:pt x="1" y="2603"/>
                      <a:pt x="29" y="2562"/>
                      <a:pt x="64" y="254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37"/>
              <p:cNvSpPr/>
              <p:nvPr/>
            </p:nvSpPr>
            <p:spPr>
              <a:xfrm>
                <a:off x="-6081316" y="1530585"/>
                <a:ext cx="425625" cy="685893"/>
              </a:xfrm>
              <a:custGeom>
                <a:rect b="b" l="l" r="r" t="t"/>
                <a:pathLst>
                  <a:path extrusionOk="0" h="1149" w="713">
                    <a:moveTo>
                      <a:pt x="358" y="113"/>
                    </a:moveTo>
                    <a:cubicBezTo>
                      <a:pt x="555" y="1"/>
                      <a:pt x="712" y="115"/>
                      <a:pt x="712" y="369"/>
                    </a:cubicBezTo>
                    <a:cubicBezTo>
                      <a:pt x="712" y="623"/>
                      <a:pt x="553" y="923"/>
                      <a:pt x="358" y="1036"/>
                    </a:cubicBezTo>
                    <a:cubicBezTo>
                      <a:pt x="164" y="1148"/>
                      <a:pt x="2" y="1034"/>
                      <a:pt x="2" y="780"/>
                    </a:cubicBezTo>
                    <a:cubicBezTo>
                      <a:pt x="0" y="526"/>
                      <a:pt x="160" y="228"/>
                      <a:pt x="358" y="113"/>
                    </a:cubicBezTo>
                    <a:close/>
                  </a:path>
                </a:pathLst>
              </a:custGeom>
              <a:solidFill>
                <a:srgbClr val="EFBA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37"/>
              <p:cNvSpPr/>
              <p:nvPr/>
            </p:nvSpPr>
            <p:spPr>
              <a:xfrm>
                <a:off x="-6031172" y="1598040"/>
                <a:ext cx="375482" cy="583218"/>
              </a:xfrm>
              <a:custGeom>
                <a:rect b="b" l="l" r="r" t="t"/>
                <a:pathLst>
                  <a:path extrusionOk="0" h="977" w="629">
                    <a:moveTo>
                      <a:pt x="557" y="19"/>
                    </a:moveTo>
                    <a:cubicBezTo>
                      <a:pt x="604" y="70"/>
                      <a:pt x="628" y="152"/>
                      <a:pt x="628" y="256"/>
                    </a:cubicBezTo>
                    <a:cubicBezTo>
                      <a:pt x="628" y="512"/>
                      <a:pt x="469" y="810"/>
                      <a:pt x="274" y="923"/>
                    </a:cubicBezTo>
                    <a:cubicBezTo>
                      <a:pt x="199" y="966"/>
                      <a:pt x="131" y="976"/>
                      <a:pt x="74" y="960"/>
                    </a:cubicBezTo>
                    <a:cubicBezTo>
                      <a:pt x="29" y="909"/>
                      <a:pt x="0" y="827"/>
                      <a:pt x="0" y="720"/>
                    </a:cubicBezTo>
                    <a:cubicBezTo>
                      <a:pt x="0" y="465"/>
                      <a:pt x="162" y="166"/>
                      <a:pt x="356" y="53"/>
                    </a:cubicBezTo>
                    <a:cubicBezTo>
                      <a:pt x="430" y="12"/>
                      <a:pt x="499" y="0"/>
                      <a:pt x="557" y="19"/>
                    </a:cubicBezTo>
                    <a:close/>
                  </a:path>
                </a:pathLst>
              </a:custGeom>
              <a:solidFill>
                <a:srgbClr val="B86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37"/>
              <p:cNvSpPr/>
              <p:nvPr/>
            </p:nvSpPr>
            <p:spPr>
              <a:xfrm>
                <a:off x="-7697253" y="2588375"/>
                <a:ext cx="153416" cy="281162"/>
              </a:xfrm>
              <a:custGeom>
                <a:rect b="b" l="l" r="r" t="t"/>
                <a:pathLst>
                  <a:path extrusionOk="0" h="471" w="257">
                    <a:moveTo>
                      <a:pt x="254" y="99"/>
                    </a:moveTo>
                    <a:lnTo>
                      <a:pt x="248" y="315"/>
                    </a:lnTo>
                    <a:lnTo>
                      <a:pt x="1" y="471"/>
                    </a:lnTo>
                    <a:lnTo>
                      <a:pt x="7" y="242"/>
                    </a:lnTo>
                    <a:lnTo>
                      <a:pt x="7" y="232"/>
                    </a:lnTo>
                    <a:cubicBezTo>
                      <a:pt x="9" y="162"/>
                      <a:pt x="64" y="78"/>
                      <a:pt x="134" y="39"/>
                    </a:cubicBezTo>
                    <a:cubicBezTo>
                      <a:pt x="203" y="0"/>
                      <a:pt x="256" y="27"/>
                      <a:pt x="254" y="9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37"/>
              <p:cNvSpPr/>
              <p:nvPr/>
            </p:nvSpPr>
            <p:spPr>
              <a:xfrm>
                <a:off x="-7814255" y="2668963"/>
                <a:ext cx="374288" cy="166548"/>
              </a:xfrm>
              <a:custGeom>
                <a:rect b="b" l="l" r="r" t="t"/>
                <a:pathLst>
                  <a:path extrusionOk="0" h="279" w="627">
                    <a:moveTo>
                      <a:pt x="0" y="50"/>
                    </a:moveTo>
                    <a:lnTo>
                      <a:pt x="21" y="279"/>
                    </a:lnTo>
                    <a:lnTo>
                      <a:pt x="524" y="238"/>
                    </a:lnTo>
                    <a:cubicBezTo>
                      <a:pt x="626" y="232"/>
                      <a:pt x="608" y="0"/>
                      <a:pt x="503" y="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37"/>
              <p:cNvSpPr/>
              <p:nvPr/>
            </p:nvSpPr>
            <p:spPr>
              <a:xfrm>
                <a:off x="-7814255" y="2685081"/>
                <a:ext cx="349813" cy="72231"/>
              </a:xfrm>
              <a:custGeom>
                <a:rect b="b" l="l" r="r" t="t"/>
                <a:pathLst>
                  <a:path extrusionOk="0" h="121" w="586">
                    <a:moveTo>
                      <a:pt x="0" y="43"/>
                    </a:moveTo>
                    <a:lnTo>
                      <a:pt x="8" y="121"/>
                    </a:lnTo>
                    <a:lnTo>
                      <a:pt x="585" y="74"/>
                    </a:lnTo>
                    <a:cubicBezTo>
                      <a:pt x="581" y="43"/>
                      <a:pt x="567" y="14"/>
                      <a:pt x="551"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37"/>
              <p:cNvSpPr/>
              <p:nvPr/>
            </p:nvSpPr>
            <p:spPr>
              <a:xfrm>
                <a:off x="-7807091" y="2782383"/>
                <a:ext cx="340262" cy="39995"/>
              </a:xfrm>
              <a:custGeom>
                <a:rect b="b" l="l" r="r" t="t"/>
                <a:pathLst>
                  <a:path extrusionOk="0" h="67" w="570">
                    <a:moveTo>
                      <a:pt x="0" y="46"/>
                    </a:moveTo>
                    <a:lnTo>
                      <a:pt x="2" y="66"/>
                    </a:lnTo>
                    <a:lnTo>
                      <a:pt x="555" y="21"/>
                    </a:lnTo>
                    <a:cubicBezTo>
                      <a:pt x="561" y="13"/>
                      <a:pt x="563" y="9"/>
                      <a:pt x="569"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37"/>
              <p:cNvSpPr/>
              <p:nvPr/>
            </p:nvSpPr>
            <p:spPr>
              <a:xfrm>
                <a:off x="-8487612" y="2623595"/>
                <a:ext cx="739621" cy="330709"/>
              </a:xfrm>
              <a:custGeom>
                <a:rect b="b" l="l" r="r" t="t"/>
                <a:pathLst>
                  <a:path extrusionOk="0" h="554" w="1239">
                    <a:moveTo>
                      <a:pt x="1" y="95"/>
                    </a:moveTo>
                    <a:lnTo>
                      <a:pt x="38" y="553"/>
                    </a:lnTo>
                    <a:lnTo>
                      <a:pt x="1034" y="473"/>
                    </a:lnTo>
                    <a:cubicBezTo>
                      <a:pt x="1239" y="457"/>
                      <a:pt x="1202" y="1"/>
                      <a:pt x="995" y="1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37"/>
              <p:cNvSpPr/>
              <p:nvPr/>
            </p:nvSpPr>
            <p:spPr>
              <a:xfrm>
                <a:off x="-8485224" y="2654039"/>
                <a:ext cx="691865" cy="143864"/>
              </a:xfrm>
              <a:custGeom>
                <a:rect b="b" l="l" r="r" t="t"/>
                <a:pathLst>
                  <a:path extrusionOk="0" h="241" w="1159">
                    <a:moveTo>
                      <a:pt x="1" y="87"/>
                    </a:moveTo>
                    <a:lnTo>
                      <a:pt x="13" y="240"/>
                    </a:lnTo>
                    <a:lnTo>
                      <a:pt x="1159" y="148"/>
                    </a:lnTo>
                    <a:cubicBezTo>
                      <a:pt x="1149" y="89"/>
                      <a:pt x="1124" y="34"/>
                      <a:pt x="1087"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37"/>
              <p:cNvSpPr/>
              <p:nvPr/>
            </p:nvSpPr>
            <p:spPr>
              <a:xfrm>
                <a:off x="-8469106" y="2846256"/>
                <a:ext cx="667390" cy="78797"/>
              </a:xfrm>
              <a:custGeom>
                <a:rect b="b" l="l" r="r" t="t"/>
                <a:pathLst>
                  <a:path extrusionOk="0" h="132" w="1118">
                    <a:moveTo>
                      <a:pt x="1" y="92"/>
                    </a:moveTo>
                    <a:lnTo>
                      <a:pt x="3" y="131"/>
                    </a:lnTo>
                    <a:lnTo>
                      <a:pt x="1095" y="41"/>
                    </a:lnTo>
                    <a:cubicBezTo>
                      <a:pt x="1105" y="29"/>
                      <a:pt x="1109" y="16"/>
                      <a:pt x="1118" y="0"/>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37"/>
              <p:cNvSpPr/>
              <p:nvPr/>
            </p:nvSpPr>
            <p:spPr>
              <a:xfrm>
                <a:off x="-8581333" y="2648070"/>
                <a:ext cx="253107" cy="330709"/>
              </a:xfrm>
              <a:custGeom>
                <a:rect b="b" l="l" r="r" t="t"/>
                <a:pathLst>
                  <a:path extrusionOk="0" h="554" w="424">
                    <a:moveTo>
                      <a:pt x="0" y="31"/>
                    </a:moveTo>
                    <a:lnTo>
                      <a:pt x="49" y="553"/>
                    </a:lnTo>
                    <a:lnTo>
                      <a:pt x="193" y="541"/>
                    </a:lnTo>
                    <a:cubicBezTo>
                      <a:pt x="424" y="522"/>
                      <a:pt x="377" y="1"/>
                      <a:pt x="144"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37"/>
              <p:cNvSpPr/>
              <p:nvPr/>
            </p:nvSpPr>
            <p:spPr>
              <a:xfrm>
                <a:off x="-8521638" y="2680902"/>
                <a:ext cx="139686" cy="97302"/>
              </a:xfrm>
              <a:custGeom>
                <a:rect b="b" l="l" r="r" t="t"/>
                <a:pathLst>
                  <a:path extrusionOk="0" h="163" w="234">
                    <a:moveTo>
                      <a:pt x="89" y="163"/>
                    </a:moveTo>
                    <a:lnTo>
                      <a:pt x="234" y="150"/>
                    </a:lnTo>
                    <a:cubicBezTo>
                      <a:pt x="217" y="89"/>
                      <a:pt x="191" y="36"/>
                      <a:pt x="152" y="1"/>
                    </a:cubicBezTo>
                    <a:lnTo>
                      <a:pt x="1" y="15"/>
                    </a:lnTo>
                    <a:cubicBezTo>
                      <a:pt x="39" y="48"/>
                      <a:pt x="72" y="99"/>
                      <a:pt x="89" y="163"/>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37"/>
              <p:cNvSpPr/>
              <p:nvPr/>
            </p:nvSpPr>
            <p:spPr>
              <a:xfrm>
                <a:off x="-8676844" y="2659412"/>
                <a:ext cx="222065" cy="324142"/>
              </a:xfrm>
              <a:custGeom>
                <a:rect b="b" l="l" r="r" t="t"/>
                <a:pathLst>
                  <a:path extrusionOk="0" h="543" w="372">
                    <a:moveTo>
                      <a:pt x="11" y="287"/>
                    </a:moveTo>
                    <a:cubicBezTo>
                      <a:pt x="23" y="430"/>
                      <a:pt x="109" y="542"/>
                      <a:pt x="205" y="532"/>
                    </a:cubicBezTo>
                    <a:cubicBezTo>
                      <a:pt x="301" y="524"/>
                      <a:pt x="371" y="401"/>
                      <a:pt x="359" y="256"/>
                    </a:cubicBezTo>
                    <a:cubicBezTo>
                      <a:pt x="344" y="113"/>
                      <a:pt x="259" y="0"/>
                      <a:pt x="164" y="10"/>
                    </a:cubicBezTo>
                    <a:cubicBezTo>
                      <a:pt x="66" y="21"/>
                      <a:pt x="1" y="141"/>
                      <a:pt x="11" y="28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37"/>
              <p:cNvSpPr/>
              <p:nvPr/>
            </p:nvSpPr>
            <p:spPr>
              <a:xfrm>
                <a:off x="-8338375" y="2642100"/>
                <a:ext cx="238780" cy="306831"/>
              </a:xfrm>
              <a:custGeom>
                <a:rect b="b" l="l" r="r" t="t"/>
                <a:pathLst>
                  <a:path extrusionOk="0" h="514" w="400">
                    <a:moveTo>
                      <a:pt x="84" y="514"/>
                    </a:moveTo>
                    <a:lnTo>
                      <a:pt x="183" y="506"/>
                    </a:lnTo>
                    <a:cubicBezTo>
                      <a:pt x="399" y="489"/>
                      <a:pt x="361" y="0"/>
                      <a:pt x="142" y="17"/>
                    </a:cubicBezTo>
                    <a:lnTo>
                      <a:pt x="43" y="25"/>
                    </a:lnTo>
                    <a:cubicBezTo>
                      <a:pt x="29" y="29"/>
                      <a:pt x="7" y="39"/>
                      <a:pt x="0" y="45"/>
                    </a:cubicBezTo>
                    <a:lnTo>
                      <a:pt x="64" y="41"/>
                    </a:lnTo>
                    <a:cubicBezTo>
                      <a:pt x="213" y="113"/>
                      <a:pt x="238" y="410"/>
                      <a:pt x="103" y="500"/>
                    </a:cubicBezTo>
                    <a:lnTo>
                      <a:pt x="39" y="504"/>
                    </a:lnTo>
                    <a:cubicBezTo>
                      <a:pt x="50" y="512"/>
                      <a:pt x="74" y="514"/>
                      <a:pt x="84" y="5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37"/>
              <p:cNvSpPr/>
              <p:nvPr/>
            </p:nvSpPr>
            <p:spPr>
              <a:xfrm>
                <a:off x="-8301961" y="2639713"/>
                <a:ext cx="213111" cy="308025"/>
              </a:xfrm>
              <a:custGeom>
                <a:rect b="b" l="l" r="r" t="t"/>
                <a:pathLst>
                  <a:path extrusionOk="0" h="516" w="357">
                    <a:moveTo>
                      <a:pt x="42" y="516"/>
                    </a:moveTo>
                    <a:lnTo>
                      <a:pt x="140" y="508"/>
                    </a:lnTo>
                    <a:cubicBezTo>
                      <a:pt x="357" y="489"/>
                      <a:pt x="318" y="0"/>
                      <a:pt x="99" y="19"/>
                    </a:cubicBezTo>
                    <a:lnTo>
                      <a:pt x="1" y="27"/>
                    </a:lnTo>
                    <a:cubicBezTo>
                      <a:pt x="181" y="64"/>
                      <a:pt x="212" y="455"/>
                      <a:pt x="42" y="5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37"/>
              <p:cNvSpPr/>
              <p:nvPr/>
            </p:nvSpPr>
            <p:spPr>
              <a:xfrm>
                <a:off x="-8263756" y="2668963"/>
                <a:ext cx="124763" cy="90736"/>
              </a:xfrm>
              <a:custGeom>
                <a:rect b="b" l="l" r="r" t="t"/>
                <a:pathLst>
                  <a:path extrusionOk="0" h="152" w="209">
                    <a:moveTo>
                      <a:pt x="78" y="152"/>
                    </a:moveTo>
                    <a:lnTo>
                      <a:pt x="209" y="142"/>
                    </a:lnTo>
                    <a:cubicBezTo>
                      <a:pt x="193" y="82"/>
                      <a:pt x="168" y="31"/>
                      <a:pt x="129" y="0"/>
                    </a:cubicBezTo>
                    <a:lnTo>
                      <a:pt x="0" y="11"/>
                    </a:lnTo>
                    <a:cubicBezTo>
                      <a:pt x="39" y="45"/>
                      <a:pt x="66" y="97"/>
                      <a:pt x="78" y="152"/>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37"/>
              <p:cNvSpPr/>
              <p:nvPr/>
            </p:nvSpPr>
            <p:spPr>
              <a:xfrm>
                <a:off x="-8233312" y="2880282"/>
                <a:ext cx="89543" cy="29847"/>
              </a:xfrm>
              <a:custGeom>
                <a:rect b="b" l="l" r="r" t="t"/>
                <a:pathLst>
                  <a:path extrusionOk="0" h="50" w="150">
                    <a:moveTo>
                      <a:pt x="0" y="50"/>
                    </a:moveTo>
                    <a:lnTo>
                      <a:pt x="131" y="39"/>
                    </a:lnTo>
                    <a:cubicBezTo>
                      <a:pt x="140" y="25"/>
                      <a:pt x="144" y="13"/>
                      <a:pt x="150" y="0"/>
                    </a:cubicBezTo>
                    <a:lnTo>
                      <a:pt x="19" y="11"/>
                    </a:lnTo>
                    <a:cubicBezTo>
                      <a:pt x="15" y="23"/>
                      <a:pt x="9" y="35"/>
                      <a:pt x="0" y="50"/>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37"/>
              <p:cNvSpPr/>
              <p:nvPr/>
            </p:nvSpPr>
            <p:spPr>
              <a:xfrm>
                <a:off x="-7610696" y="2648070"/>
                <a:ext cx="158192" cy="410103"/>
              </a:xfrm>
              <a:custGeom>
                <a:rect b="b" l="l" r="r" t="t"/>
                <a:pathLst>
                  <a:path extrusionOk="0" h="687" w="265">
                    <a:moveTo>
                      <a:pt x="263" y="95"/>
                    </a:moveTo>
                    <a:lnTo>
                      <a:pt x="250" y="553"/>
                    </a:lnTo>
                    <a:lnTo>
                      <a:pt x="1" y="686"/>
                    </a:lnTo>
                    <a:lnTo>
                      <a:pt x="15" y="238"/>
                    </a:lnTo>
                    <a:lnTo>
                      <a:pt x="15" y="228"/>
                    </a:lnTo>
                    <a:cubicBezTo>
                      <a:pt x="17" y="158"/>
                      <a:pt x="72" y="72"/>
                      <a:pt x="142" y="35"/>
                    </a:cubicBezTo>
                    <a:cubicBezTo>
                      <a:pt x="210" y="1"/>
                      <a:pt x="265" y="25"/>
                      <a:pt x="263" y="9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37"/>
              <p:cNvSpPr/>
              <p:nvPr/>
            </p:nvSpPr>
            <p:spPr>
              <a:xfrm>
                <a:off x="-7567715" y="2692244"/>
                <a:ext cx="82379" cy="105660"/>
              </a:xfrm>
              <a:custGeom>
                <a:rect b="b" l="l" r="r" t="t"/>
                <a:pathLst>
                  <a:path extrusionOk="0" h="177" w="138">
                    <a:moveTo>
                      <a:pt x="138" y="51"/>
                    </a:moveTo>
                    <a:cubicBezTo>
                      <a:pt x="133" y="90"/>
                      <a:pt x="103" y="135"/>
                      <a:pt x="68" y="156"/>
                    </a:cubicBezTo>
                    <a:cubicBezTo>
                      <a:pt x="29" y="176"/>
                      <a:pt x="0" y="162"/>
                      <a:pt x="0" y="123"/>
                    </a:cubicBezTo>
                    <a:cubicBezTo>
                      <a:pt x="5" y="84"/>
                      <a:pt x="35" y="39"/>
                      <a:pt x="70" y="19"/>
                    </a:cubicBezTo>
                    <a:cubicBezTo>
                      <a:pt x="109" y="0"/>
                      <a:pt x="138" y="17"/>
                      <a:pt x="138" y="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37"/>
              <p:cNvSpPr/>
              <p:nvPr/>
            </p:nvSpPr>
            <p:spPr>
              <a:xfrm>
                <a:off x="-8856525" y="2760296"/>
                <a:ext cx="341455" cy="153416"/>
              </a:xfrm>
              <a:custGeom>
                <a:rect b="b" l="l" r="r" t="t"/>
                <a:pathLst>
                  <a:path extrusionOk="0" h="257" w="572">
                    <a:moveTo>
                      <a:pt x="1" y="48"/>
                    </a:moveTo>
                    <a:lnTo>
                      <a:pt x="19" y="257"/>
                    </a:lnTo>
                    <a:lnTo>
                      <a:pt x="478" y="220"/>
                    </a:lnTo>
                    <a:cubicBezTo>
                      <a:pt x="572" y="212"/>
                      <a:pt x="553" y="1"/>
                      <a:pt x="459" y="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37"/>
              <p:cNvSpPr/>
              <p:nvPr/>
            </p:nvSpPr>
            <p:spPr>
              <a:xfrm>
                <a:off x="-8856525" y="2775220"/>
                <a:ext cx="318174" cy="67455"/>
              </a:xfrm>
              <a:custGeom>
                <a:rect b="b" l="l" r="r" t="t"/>
                <a:pathLst>
                  <a:path extrusionOk="0" h="113" w="533">
                    <a:moveTo>
                      <a:pt x="1" y="41"/>
                    </a:moveTo>
                    <a:lnTo>
                      <a:pt x="7" y="113"/>
                    </a:lnTo>
                    <a:lnTo>
                      <a:pt x="533" y="68"/>
                    </a:lnTo>
                    <a:cubicBezTo>
                      <a:pt x="529" y="41"/>
                      <a:pt x="519" y="15"/>
                      <a:pt x="500"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37"/>
              <p:cNvSpPr/>
              <p:nvPr/>
            </p:nvSpPr>
            <p:spPr>
              <a:xfrm>
                <a:off x="-8847571" y="2864165"/>
                <a:ext cx="308026" cy="36414"/>
              </a:xfrm>
              <a:custGeom>
                <a:rect b="b" l="l" r="r" t="t"/>
                <a:pathLst>
                  <a:path extrusionOk="0" h="61" w="516">
                    <a:moveTo>
                      <a:pt x="0" y="42"/>
                    </a:moveTo>
                    <a:lnTo>
                      <a:pt x="2" y="60"/>
                    </a:lnTo>
                    <a:lnTo>
                      <a:pt x="506" y="19"/>
                    </a:lnTo>
                    <a:cubicBezTo>
                      <a:pt x="512" y="13"/>
                      <a:pt x="514" y="7"/>
                      <a:pt x="516" y="1"/>
                    </a:cubicBezTo>
                    <a:close/>
                  </a:path>
                </a:pathLst>
              </a:custGeom>
              <a:solidFill>
                <a:srgbClr val="B86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37"/>
              <p:cNvSpPr/>
              <p:nvPr/>
            </p:nvSpPr>
            <p:spPr>
              <a:xfrm>
                <a:off x="-8486418" y="2894609"/>
                <a:ext cx="98497" cy="35220"/>
              </a:xfrm>
              <a:custGeom>
                <a:rect b="b" l="l" r="r" t="t"/>
                <a:pathLst>
                  <a:path extrusionOk="0" h="59" w="165">
                    <a:moveTo>
                      <a:pt x="1" y="58"/>
                    </a:moveTo>
                    <a:lnTo>
                      <a:pt x="144" y="46"/>
                    </a:lnTo>
                    <a:cubicBezTo>
                      <a:pt x="152" y="32"/>
                      <a:pt x="158" y="17"/>
                      <a:pt x="165" y="1"/>
                    </a:cubicBezTo>
                    <a:lnTo>
                      <a:pt x="19" y="15"/>
                    </a:lnTo>
                    <a:cubicBezTo>
                      <a:pt x="15" y="32"/>
                      <a:pt x="9" y="46"/>
                      <a:pt x="1" y="58"/>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37"/>
              <p:cNvSpPr/>
              <p:nvPr/>
            </p:nvSpPr>
            <p:spPr>
              <a:xfrm>
                <a:off x="-7290732" y="197005"/>
                <a:ext cx="4346393" cy="3470056"/>
              </a:xfrm>
              <a:custGeom>
                <a:rect b="b" l="l" r="r" t="t"/>
                <a:pathLst>
                  <a:path extrusionOk="0" h="5813" w="7281">
                    <a:moveTo>
                      <a:pt x="7280" y="839"/>
                    </a:moveTo>
                    <a:lnTo>
                      <a:pt x="6124" y="103"/>
                    </a:lnTo>
                    <a:cubicBezTo>
                      <a:pt x="5807" y="1"/>
                      <a:pt x="5599" y="131"/>
                      <a:pt x="5429" y="232"/>
                    </a:cubicBezTo>
                    <a:lnTo>
                      <a:pt x="1173" y="2707"/>
                    </a:lnTo>
                    <a:cubicBezTo>
                      <a:pt x="564" y="3063"/>
                      <a:pt x="1" y="4420"/>
                      <a:pt x="647" y="5140"/>
                    </a:cubicBezTo>
                    <a:lnTo>
                      <a:pt x="1730" y="5813"/>
                    </a:lnTo>
                    <a:cubicBezTo>
                      <a:pt x="1546" y="5588"/>
                      <a:pt x="1498" y="5322"/>
                      <a:pt x="1505" y="4845"/>
                    </a:cubicBezTo>
                    <a:cubicBezTo>
                      <a:pt x="1591" y="4293"/>
                      <a:pt x="1832" y="3730"/>
                      <a:pt x="2268" y="3474"/>
                    </a:cubicBezTo>
                    <a:lnTo>
                      <a:pt x="6746" y="848"/>
                    </a:lnTo>
                    <a:cubicBezTo>
                      <a:pt x="7029" y="753"/>
                      <a:pt x="7172" y="745"/>
                      <a:pt x="7280" y="83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37"/>
              <p:cNvSpPr/>
              <p:nvPr/>
            </p:nvSpPr>
            <p:spPr>
              <a:xfrm>
                <a:off x="-7107469" y="2555543"/>
                <a:ext cx="835133" cy="1106741"/>
              </a:xfrm>
              <a:custGeom>
                <a:rect b="b" l="l" r="r" t="t"/>
                <a:pathLst>
                  <a:path extrusionOk="0" h="1854" w="1399">
                    <a:moveTo>
                      <a:pt x="87" y="0"/>
                    </a:moveTo>
                    <a:cubicBezTo>
                      <a:pt x="1" y="426"/>
                      <a:pt x="48" y="872"/>
                      <a:pt x="334" y="1191"/>
                    </a:cubicBezTo>
                    <a:lnTo>
                      <a:pt x="1398" y="1854"/>
                    </a:lnTo>
                    <a:cubicBezTo>
                      <a:pt x="1232" y="1657"/>
                      <a:pt x="1140" y="1265"/>
                      <a:pt x="1191" y="900"/>
                    </a:cubicBezTo>
                    <a:cubicBezTo>
                      <a:pt x="1202" y="823"/>
                      <a:pt x="1220" y="747"/>
                      <a:pt x="1239" y="66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37"/>
              <p:cNvSpPr/>
              <p:nvPr/>
            </p:nvSpPr>
            <p:spPr>
              <a:xfrm>
                <a:off x="-7064488" y="2935201"/>
                <a:ext cx="792153" cy="724694"/>
              </a:xfrm>
              <a:custGeom>
                <a:rect b="b" l="l" r="r" t="t"/>
                <a:pathLst>
                  <a:path extrusionOk="0" h="1214" w="1327">
                    <a:moveTo>
                      <a:pt x="0" y="0"/>
                    </a:moveTo>
                    <a:cubicBezTo>
                      <a:pt x="37" y="201"/>
                      <a:pt x="123" y="393"/>
                      <a:pt x="262" y="553"/>
                    </a:cubicBezTo>
                    <a:lnTo>
                      <a:pt x="1326" y="1214"/>
                    </a:lnTo>
                    <a:cubicBezTo>
                      <a:pt x="1220" y="1087"/>
                      <a:pt x="1142" y="878"/>
                      <a:pt x="1117" y="64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37"/>
              <p:cNvSpPr/>
              <p:nvPr/>
            </p:nvSpPr>
            <p:spPr>
              <a:xfrm>
                <a:off x="-5775081" y="4638889"/>
                <a:ext cx="264449" cy="302055"/>
              </a:xfrm>
              <a:custGeom>
                <a:rect b="b" l="l" r="r" t="t"/>
                <a:pathLst>
                  <a:path extrusionOk="0" h="506" w="443">
                    <a:moveTo>
                      <a:pt x="336" y="33"/>
                    </a:moveTo>
                    <a:lnTo>
                      <a:pt x="1" y="228"/>
                    </a:lnTo>
                    <a:lnTo>
                      <a:pt x="1" y="506"/>
                    </a:lnTo>
                    <a:lnTo>
                      <a:pt x="326" y="318"/>
                    </a:lnTo>
                    <a:cubicBezTo>
                      <a:pt x="328" y="316"/>
                      <a:pt x="332" y="316"/>
                      <a:pt x="334" y="312"/>
                    </a:cubicBezTo>
                    <a:cubicBezTo>
                      <a:pt x="394" y="277"/>
                      <a:pt x="443" y="187"/>
                      <a:pt x="443" y="111"/>
                    </a:cubicBezTo>
                    <a:cubicBezTo>
                      <a:pt x="443" y="33"/>
                      <a:pt x="394" y="1"/>
                      <a:pt x="336" y="3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37"/>
              <p:cNvSpPr/>
              <p:nvPr/>
            </p:nvSpPr>
            <p:spPr>
              <a:xfrm>
                <a:off x="-5938645" y="5352241"/>
                <a:ext cx="536658" cy="685893"/>
              </a:xfrm>
              <a:custGeom>
                <a:rect b="b" l="l" r="r" t="t"/>
                <a:pathLst>
                  <a:path extrusionOk="0" h="1149" w="899">
                    <a:moveTo>
                      <a:pt x="678" y="86"/>
                    </a:moveTo>
                    <a:lnTo>
                      <a:pt x="1" y="583"/>
                    </a:lnTo>
                    <a:lnTo>
                      <a:pt x="1" y="1148"/>
                    </a:lnTo>
                    <a:lnTo>
                      <a:pt x="662" y="665"/>
                    </a:lnTo>
                    <a:cubicBezTo>
                      <a:pt x="668" y="659"/>
                      <a:pt x="674" y="657"/>
                      <a:pt x="682" y="651"/>
                    </a:cubicBezTo>
                    <a:cubicBezTo>
                      <a:pt x="801" y="563"/>
                      <a:pt x="899" y="365"/>
                      <a:pt x="899" y="209"/>
                    </a:cubicBezTo>
                    <a:cubicBezTo>
                      <a:pt x="899" y="54"/>
                      <a:pt x="801" y="0"/>
                      <a:pt x="678" y="8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37"/>
              <p:cNvSpPr/>
              <p:nvPr/>
            </p:nvSpPr>
            <p:spPr>
              <a:xfrm>
                <a:off x="-9751350" y="2491670"/>
                <a:ext cx="778423" cy="2384805"/>
              </a:xfrm>
              <a:custGeom>
                <a:rect b="b" l="l" r="r" t="t"/>
                <a:pathLst>
                  <a:path extrusionOk="0" h="3995" w="1304">
                    <a:moveTo>
                      <a:pt x="385" y="2884"/>
                    </a:moveTo>
                    <a:lnTo>
                      <a:pt x="6" y="3884"/>
                    </a:lnTo>
                    <a:cubicBezTo>
                      <a:pt x="0" y="3904"/>
                      <a:pt x="0" y="3925"/>
                      <a:pt x="11" y="3935"/>
                    </a:cubicBezTo>
                    <a:cubicBezTo>
                      <a:pt x="21" y="3945"/>
                      <a:pt x="139" y="3994"/>
                      <a:pt x="154" y="3980"/>
                    </a:cubicBezTo>
                    <a:lnTo>
                      <a:pt x="1304" y="2566"/>
                    </a:lnTo>
                    <a:lnTo>
                      <a:pt x="1302" y="2352"/>
                    </a:lnTo>
                    <a:lnTo>
                      <a:pt x="1302" y="2352"/>
                    </a:lnTo>
                    <a:cubicBezTo>
                      <a:pt x="1295" y="1541"/>
                      <a:pt x="1304" y="541"/>
                      <a:pt x="1302" y="160"/>
                    </a:cubicBezTo>
                    <a:lnTo>
                      <a:pt x="528" y="5"/>
                    </a:lnTo>
                    <a:cubicBezTo>
                      <a:pt x="516" y="1"/>
                      <a:pt x="502" y="11"/>
                      <a:pt x="491" y="29"/>
                    </a:cubicBezTo>
                    <a:lnTo>
                      <a:pt x="710" y="55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37"/>
              <p:cNvSpPr/>
              <p:nvPr/>
            </p:nvSpPr>
            <p:spPr>
              <a:xfrm>
                <a:off x="-9455861" y="2495251"/>
                <a:ext cx="304445" cy="428608"/>
              </a:xfrm>
              <a:custGeom>
                <a:rect b="b" l="l" r="r" t="t"/>
                <a:pathLst>
                  <a:path extrusionOk="0" h="718" w="510">
                    <a:moveTo>
                      <a:pt x="23" y="1"/>
                    </a:moveTo>
                    <a:cubicBezTo>
                      <a:pt x="17" y="5"/>
                      <a:pt x="7" y="13"/>
                      <a:pt x="0" y="23"/>
                    </a:cubicBezTo>
                    <a:lnTo>
                      <a:pt x="215" y="541"/>
                    </a:lnTo>
                    <a:lnTo>
                      <a:pt x="510" y="717"/>
                    </a:lnTo>
                    <a:lnTo>
                      <a:pt x="289" y="14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37"/>
              <p:cNvSpPr/>
              <p:nvPr/>
            </p:nvSpPr>
            <p:spPr>
              <a:xfrm>
                <a:off x="-9702400" y="4038957"/>
                <a:ext cx="4070005" cy="2730438"/>
              </a:xfrm>
              <a:custGeom>
                <a:rect b="b" l="l" r="r" t="t"/>
                <a:pathLst>
                  <a:path extrusionOk="0" h="4574" w="6818">
                    <a:moveTo>
                      <a:pt x="5504" y="4574"/>
                    </a:moveTo>
                    <a:lnTo>
                      <a:pt x="0" y="1376"/>
                    </a:lnTo>
                    <a:lnTo>
                      <a:pt x="1289" y="1"/>
                    </a:lnTo>
                    <a:lnTo>
                      <a:pt x="6817" y="3199"/>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37"/>
              <p:cNvSpPr/>
              <p:nvPr/>
            </p:nvSpPr>
            <p:spPr>
              <a:xfrm>
                <a:off x="-6355911" y="545025"/>
                <a:ext cx="5289574" cy="3995370"/>
              </a:xfrm>
              <a:custGeom>
                <a:rect b="b" l="l" r="r" t="t"/>
                <a:pathLst>
                  <a:path extrusionOk="0" h="6693" w="8861">
                    <a:moveTo>
                      <a:pt x="8861" y="2008"/>
                    </a:moveTo>
                    <a:lnTo>
                      <a:pt x="3627" y="6693"/>
                    </a:lnTo>
                    <a:lnTo>
                      <a:pt x="0" y="4710"/>
                    </a:lnTo>
                    <a:lnTo>
                      <a:pt x="4871" y="1909"/>
                    </a:lnTo>
                    <a:cubicBezTo>
                      <a:pt x="5229" y="794"/>
                      <a:pt x="7642" y="643"/>
                      <a:pt x="8628"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37"/>
              <p:cNvSpPr/>
              <p:nvPr/>
            </p:nvSpPr>
            <p:spPr>
              <a:xfrm>
                <a:off x="-4226002" y="1879799"/>
                <a:ext cx="3826450" cy="3509454"/>
              </a:xfrm>
              <a:custGeom>
                <a:rect b="b" l="l" r="r" t="t"/>
                <a:pathLst>
                  <a:path extrusionOk="0" h="5879" w="6410">
                    <a:moveTo>
                      <a:pt x="5428" y="416"/>
                    </a:moveTo>
                    <a:lnTo>
                      <a:pt x="1217" y="2853"/>
                    </a:lnTo>
                    <a:cubicBezTo>
                      <a:pt x="0" y="3553"/>
                      <a:pt x="33" y="5879"/>
                      <a:pt x="1228" y="5187"/>
                    </a:cubicBezTo>
                    <a:lnTo>
                      <a:pt x="5528" y="2703"/>
                    </a:lnTo>
                    <a:cubicBezTo>
                      <a:pt x="6017" y="2423"/>
                      <a:pt x="6410" y="1646"/>
                      <a:pt x="6406" y="1014"/>
                    </a:cubicBezTo>
                    <a:cubicBezTo>
                      <a:pt x="6402" y="443"/>
                      <a:pt x="6034" y="1"/>
                      <a:pt x="5428" y="416"/>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37"/>
              <p:cNvSpPr/>
              <p:nvPr/>
            </p:nvSpPr>
            <p:spPr>
              <a:xfrm>
                <a:off x="-3817093" y="1879799"/>
                <a:ext cx="3413957" cy="2748943"/>
              </a:xfrm>
              <a:custGeom>
                <a:rect b="b" l="l" r="r" t="t"/>
                <a:pathLst>
                  <a:path extrusionOk="0" h="4605" w="5719">
                    <a:moveTo>
                      <a:pt x="4743" y="416"/>
                    </a:moveTo>
                    <a:lnTo>
                      <a:pt x="532" y="2873"/>
                    </a:lnTo>
                    <a:cubicBezTo>
                      <a:pt x="0" y="3282"/>
                      <a:pt x="629" y="4256"/>
                      <a:pt x="870" y="4604"/>
                    </a:cubicBezTo>
                    <a:lnTo>
                      <a:pt x="5492" y="1936"/>
                    </a:lnTo>
                    <a:cubicBezTo>
                      <a:pt x="5635" y="1644"/>
                      <a:pt x="5719" y="1312"/>
                      <a:pt x="5719" y="1020"/>
                    </a:cubicBezTo>
                    <a:cubicBezTo>
                      <a:pt x="5717" y="447"/>
                      <a:pt x="5349" y="1"/>
                      <a:pt x="4743" y="4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37"/>
              <p:cNvSpPr/>
              <p:nvPr/>
            </p:nvSpPr>
            <p:spPr>
              <a:xfrm>
                <a:off x="-1607789" y="1893529"/>
                <a:ext cx="1059586" cy="1703091"/>
              </a:xfrm>
              <a:custGeom>
                <a:rect b="b" l="l" r="r" t="t"/>
                <a:pathLst>
                  <a:path extrusionOk="0" h="2853" w="1775">
                    <a:moveTo>
                      <a:pt x="888" y="283"/>
                    </a:moveTo>
                    <a:cubicBezTo>
                      <a:pt x="1377" y="0"/>
                      <a:pt x="1774" y="285"/>
                      <a:pt x="1774" y="917"/>
                    </a:cubicBezTo>
                    <a:cubicBezTo>
                      <a:pt x="1774" y="1549"/>
                      <a:pt x="1377" y="2290"/>
                      <a:pt x="888" y="2572"/>
                    </a:cubicBezTo>
                    <a:cubicBezTo>
                      <a:pt x="400" y="2852"/>
                      <a:pt x="3" y="2568"/>
                      <a:pt x="3" y="1936"/>
                    </a:cubicBezTo>
                    <a:cubicBezTo>
                      <a:pt x="1" y="1306"/>
                      <a:pt x="400" y="563"/>
                      <a:pt x="888" y="2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37"/>
              <p:cNvSpPr/>
              <p:nvPr/>
            </p:nvSpPr>
            <p:spPr>
              <a:xfrm>
                <a:off x="-1480640" y="1954417"/>
                <a:ext cx="1057198" cy="1703091"/>
              </a:xfrm>
              <a:custGeom>
                <a:rect b="b" l="l" r="r" t="t"/>
                <a:pathLst>
                  <a:path extrusionOk="0" h="2853" w="1771">
                    <a:moveTo>
                      <a:pt x="886" y="283"/>
                    </a:moveTo>
                    <a:cubicBezTo>
                      <a:pt x="1373" y="1"/>
                      <a:pt x="1770" y="285"/>
                      <a:pt x="1770" y="917"/>
                    </a:cubicBezTo>
                    <a:cubicBezTo>
                      <a:pt x="1770" y="1549"/>
                      <a:pt x="1373" y="2290"/>
                      <a:pt x="886" y="2572"/>
                    </a:cubicBezTo>
                    <a:cubicBezTo>
                      <a:pt x="397" y="2853"/>
                      <a:pt x="0" y="2568"/>
                      <a:pt x="0" y="1936"/>
                    </a:cubicBezTo>
                    <a:cubicBezTo>
                      <a:pt x="0" y="1306"/>
                      <a:pt x="395" y="563"/>
                      <a:pt x="886" y="28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37"/>
              <p:cNvSpPr/>
              <p:nvPr/>
            </p:nvSpPr>
            <p:spPr>
              <a:xfrm>
                <a:off x="-1389307" y="2102460"/>
                <a:ext cx="873935" cy="1408796"/>
              </a:xfrm>
              <a:custGeom>
                <a:rect b="b" l="l" r="r" t="t"/>
                <a:pathLst>
                  <a:path extrusionOk="0" h="2360" w="1464">
                    <a:moveTo>
                      <a:pt x="733" y="233"/>
                    </a:moveTo>
                    <a:cubicBezTo>
                      <a:pt x="1136" y="0"/>
                      <a:pt x="1464" y="237"/>
                      <a:pt x="1464" y="759"/>
                    </a:cubicBezTo>
                    <a:cubicBezTo>
                      <a:pt x="1464" y="1279"/>
                      <a:pt x="1136" y="1891"/>
                      <a:pt x="733" y="2126"/>
                    </a:cubicBezTo>
                    <a:cubicBezTo>
                      <a:pt x="328" y="2359"/>
                      <a:pt x="1" y="2124"/>
                      <a:pt x="1" y="1602"/>
                    </a:cubicBezTo>
                    <a:cubicBezTo>
                      <a:pt x="1" y="1080"/>
                      <a:pt x="328" y="467"/>
                      <a:pt x="733" y="23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37"/>
              <p:cNvSpPr/>
              <p:nvPr/>
            </p:nvSpPr>
            <p:spPr>
              <a:xfrm>
                <a:off x="-1133813" y="2513757"/>
                <a:ext cx="363543" cy="585605"/>
              </a:xfrm>
              <a:custGeom>
                <a:rect b="b" l="l" r="r" t="t"/>
                <a:pathLst>
                  <a:path extrusionOk="0" h="981" w="609">
                    <a:moveTo>
                      <a:pt x="305" y="97"/>
                    </a:moveTo>
                    <a:cubicBezTo>
                      <a:pt x="473" y="1"/>
                      <a:pt x="608" y="101"/>
                      <a:pt x="608" y="316"/>
                    </a:cubicBezTo>
                    <a:cubicBezTo>
                      <a:pt x="608" y="533"/>
                      <a:pt x="473" y="786"/>
                      <a:pt x="305" y="882"/>
                    </a:cubicBezTo>
                    <a:cubicBezTo>
                      <a:pt x="135" y="981"/>
                      <a:pt x="0" y="880"/>
                      <a:pt x="0" y="666"/>
                    </a:cubicBezTo>
                    <a:cubicBezTo>
                      <a:pt x="0" y="451"/>
                      <a:pt x="135" y="195"/>
                      <a:pt x="305" y="9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37"/>
              <p:cNvSpPr/>
              <p:nvPr/>
            </p:nvSpPr>
            <p:spPr>
              <a:xfrm>
                <a:off x="-1092624" y="2571064"/>
                <a:ext cx="320562" cy="496660"/>
              </a:xfrm>
              <a:custGeom>
                <a:rect b="b" l="l" r="r" t="t"/>
                <a:pathLst>
                  <a:path extrusionOk="0" h="832" w="537">
                    <a:moveTo>
                      <a:pt x="476" y="17"/>
                    </a:moveTo>
                    <a:cubicBezTo>
                      <a:pt x="514" y="60"/>
                      <a:pt x="537" y="130"/>
                      <a:pt x="537" y="218"/>
                    </a:cubicBezTo>
                    <a:cubicBezTo>
                      <a:pt x="537" y="437"/>
                      <a:pt x="402" y="688"/>
                      <a:pt x="232" y="786"/>
                    </a:cubicBezTo>
                    <a:cubicBezTo>
                      <a:pt x="169" y="821"/>
                      <a:pt x="109" y="831"/>
                      <a:pt x="62" y="817"/>
                    </a:cubicBezTo>
                    <a:cubicBezTo>
                      <a:pt x="23" y="774"/>
                      <a:pt x="1" y="705"/>
                      <a:pt x="1" y="615"/>
                    </a:cubicBezTo>
                    <a:cubicBezTo>
                      <a:pt x="1" y="398"/>
                      <a:pt x="136" y="144"/>
                      <a:pt x="304" y="48"/>
                    </a:cubicBezTo>
                    <a:cubicBezTo>
                      <a:pt x="369" y="11"/>
                      <a:pt x="426" y="1"/>
                      <a:pt x="476" y="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37"/>
              <p:cNvSpPr/>
              <p:nvPr/>
            </p:nvSpPr>
            <p:spPr>
              <a:xfrm>
                <a:off x="-980994" y="2429587"/>
                <a:ext cx="56710" cy="90736"/>
              </a:xfrm>
              <a:custGeom>
                <a:rect b="b" l="l" r="r" t="t"/>
                <a:pathLst>
                  <a:path extrusionOk="0" h="152" w="95">
                    <a:moveTo>
                      <a:pt x="49" y="15"/>
                    </a:moveTo>
                    <a:cubicBezTo>
                      <a:pt x="74" y="0"/>
                      <a:pt x="94" y="15"/>
                      <a:pt x="94" y="50"/>
                    </a:cubicBezTo>
                    <a:cubicBezTo>
                      <a:pt x="94" y="82"/>
                      <a:pt x="74" y="121"/>
                      <a:pt x="49" y="135"/>
                    </a:cubicBezTo>
                    <a:cubicBezTo>
                      <a:pt x="23" y="152"/>
                      <a:pt x="2" y="135"/>
                      <a:pt x="2" y="103"/>
                    </a:cubicBezTo>
                    <a:cubicBezTo>
                      <a:pt x="0" y="70"/>
                      <a:pt x="21" y="31"/>
                      <a:pt x="49" y="1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37"/>
              <p:cNvSpPr/>
              <p:nvPr/>
            </p:nvSpPr>
            <p:spPr>
              <a:xfrm>
                <a:off x="-1135007" y="2580018"/>
                <a:ext cx="63874" cy="89542"/>
              </a:xfrm>
              <a:custGeom>
                <a:rect b="b" l="l" r="r" t="t"/>
                <a:pathLst>
                  <a:path extrusionOk="0" h="150" w="107">
                    <a:moveTo>
                      <a:pt x="25" y="43"/>
                    </a:moveTo>
                    <a:cubicBezTo>
                      <a:pt x="45" y="10"/>
                      <a:pt x="76" y="0"/>
                      <a:pt x="92" y="16"/>
                    </a:cubicBezTo>
                    <a:cubicBezTo>
                      <a:pt x="107" y="35"/>
                      <a:pt x="103" y="76"/>
                      <a:pt x="82" y="106"/>
                    </a:cubicBezTo>
                    <a:cubicBezTo>
                      <a:pt x="62" y="139"/>
                      <a:pt x="31" y="149"/>
                      <a:pt x="15" y="133"/>
                    </a:cubicBezTo>
                    <a:cubicBezTo>
                      <a:pt x="0" y="115"/>
                      <a:pt x="4" y="76"/>
                      <a:pt x="25" y="4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37"/>
              <p:cNvSpPr/>
              <p:nvPr/>
            </p:nvSpPr>
            <p:spPr>
              <a:xfrm>
                <a:off x="-1229325" y="2802082"/>
                <a:ext cx="65665" cy="84767"/>
              </a:xfrm>
              <a:custGeom>
                <a:rect b="b" l="l" r="r" t="t"/>
                <a:pathLst>
                  <a:path extrusionOk="0" h="142" w="110">
                    <a:moveTo>
                      <a:pt x="11" y="80"/>
                    </a:moveTo>
                    <a:cubicBezTo>
                      <a:pt x="19" y="43"/>
                      <a:pt x="48" y="11"/>
                      <a:pt x="70" y="7"/>
                    </a:cubicBezTo>
                    <a:cubicBezTo>
                      <a:pt x="97" y="0"/>
                      <a:pt x="109" y="29"/>
                      <a:pt x="101" y="64"/>
                    </a:cubicBezTo>
                    <a:cubicBezTo>
                      <a:pt x="93" y="101"/>
                      <a:pt x="66" y="133"/>
                      <a:pt x="42" y="140"/>
                    </a:cubicBezTo>
                    <a:cubicBezTo>
                      <a:pt x="17" y="142"/>
                      <a:pt x="1" y="115"/>
                      <a:pt x="11" y="8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37"/>
              <p:cNvSpPr/>
              <p:nvPr/>
            </p:nvSpPr>
            <p:spPr>
              <a:xfrm>
                <a:off x="-1229325" y="3005044"/>
                <a:ext cx="64471" cy="89542"/>
              </a:xfrm>
              <a:custGeom>
                <a:rect b="b" l="l" r="r" t="t"/>
                <a:pathLst>
                  <a:path extrusionOk="0" h="150" w="108">
                    <a:moveTo>
                      <a:pt x="9" y="121"/>
                    </a:moveTo>
                    <a:cubicBezTo>
                      <a:pt x="1" y="92"/>
                      <a:pt x="15" y="51"/>
                      <a:pt x="40" y="27"/>
                    </a:cubicBezTo>
                    <a:cubicBezTo>
                      <a:pt x="66" y="0"/>
                      <a:pt x="91" y="4"/>
                      <a:pt x="99" y="31"/>
                    </a:cubicBezTo>
                    <a:cubicBezTo>
                      <a:pt x="107" y="59"/>
                      <a:pt x="93" y="100"/>
                      <a:pt x="68" y="125"/>
                    </a:cubicBezTo>
                    <a:cubicBezTo>
                      <a:pt x="46" y="149"/>
                      <a:pt x="19" y="147"/>
                      <a:pt x="9" y="12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37"/>
              <p:cNvSpPr/>
              <p:nvPr/>
            </p:nvSpPr>
            <p:spPr>
              <a:xfrm>
                <a:off x="-1135007" y="3118464"/>
                <a:ext cx="63874" cy="87154"/>
              </a:xfrm>
              <a:custGeom>
                <a:rect b="b" l="l" r="r" t="t"/>
                <a:pathLst>
                  <a:path extrusionOk="0" h="146" w="107">
                    <a:moveTo>
                      <a:pt x="25" y="137"/>
                    </a:moveTo>
                    <a:cubicBezTo>
                      <a:pt x="4" y="131"/>
                      <a:pt x="0" y="94"/>
                      <a:pt x="15" y="60"/>
                    </a:cubicBezTo>
                    <a:cubicBezTo>
                      <a:pt x="31" y="23"/>
                      <a:pt x="62" y="0"/>
                      <a:pt x="82" y="9"/>
                    </a:cubicBezTo>
                    <a:cubicBezTo>
                      <a:pt x="103" y="15"/>
                      <a:pt x="107" y="52"/>
                      <a:pt x="92" y="86"/>
                    </a:cubicBezTo>
                    <a:cubicBezTo>
                      <a:pt x="76" y="123"/>
                      <a:pt x="45" y="146"/>
                      <a:pt x="25" y="13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37"/>
              <p:cNvSpPr/>
              <p:nvPr/>
            </p:nvSpPr>
            <p:spPr>
              <a:xfrm>
                <a:off x="-979800" y="3093989"/>
                <a:ext cx="55516" cy="90736"/>
              </a:xfrm>
              <a:custGeom>
                <a:rect b="b" l="l" r="r" t="t"/>
                <a:pathLst>
                  <a:path extrusionOk="0" h="152" w="93">
                    <a:moveTo>
                      <a:pt x="47" y="135"/>
                    </a:moveTo>
                    <a:cubicBezTo>
                      <a:pt x="21" y="152"/>
                      <a:pt x="0" y="135"/>
                      <a:pt x="0" y="103"/>
                    </a:cubicBezTo>
                    <a:cubicBezTo>
                      <a:pt x="0" y="70"/>
                      <a:pt x="21" y="31"/>
                      <a:pt x="47" y="15"/>
                    </a:cubicBezTo>
                    <a:cubicBezTo>
                      <a:pt x="72" y="0"/>
                      <a:pt x="92" y="15"/>
                      <a:pt x="92" y="50"/>
                    </a:cubicBezTo>
                    <a:cubicBezTo>
                      <a:pt x="92" y="82"/>
                      <a:pt x="72" y="121"/>
                      <a:pt x="47" y="1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37"/>
              <p:cNvSpPr/>
              <p:nvPr/>
            </p:nvSpPr>
            <p:spPr>
              <a:xfrm>
                <a:off x="-834742" y="2943559"/>
                <a:ext cx="64471" cy="91333"/>
              </a:xfrm>
              <a:custGeom>
                <a:rect b="b" l="l" r="r" t="t"/>
                <a:pathLst>
                  <a:path extrusionOk="0" h="153" w="108">
                    <a:moveTo>
                      <a:pt x="82" y="109"/>
                    </a:moveTo>
                    <a:cubicBezTo>
                      <a:pt x="62" y="142"/>
                      <a:pt x="31" y="152"/>
                      <a:pt x="15" y="134"/>
                    </a:cubicBezTo>
                    <a:cubicBezTo>
                      <a:pt x="1" y="117"/>
                      <a:pt x="5" y="74"/>
                      <a:pt x="25" y="46"/>
                    </a:cubicBezTo>
                    <a:cubicBezTo>
                      <a:pt x="46" y="11"/>
                      <a:pt x="76" y="1"/>
                      <a:pt x="93" y="19"/>
                    </a:cubicBezTo>
                    <a:cubicBezTo>
                      <a:pt x="107" y="36"/>
                      <a:pt x="103" y="74"/>
                      <a:pt x="82" y="10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37"/>
              <p:cNvSpPr/>
              <p:nvPr/>
            </p:nvSpPr>
            <p:spPr>
              <a:xfrm>
                <a:off x="-741618" y="2726270"/>
                <a:ext cx="65068" cy="84767"/>
              </a:xfrm>
              <a:custGeom>
                <a:rect b="b" l="l" r="r" t="t"/>
                <a:pathLst>
                  <a:path extrusionOk="0" h="142" w="109">
                    <a:moveTo>
                      <a:pt x="98" y="64"/>
                    </a:moveTo>
                    <a:cubicBezTo>
                      <a:pt x="90" y="99"/>
                      <a:pt x="62" y="132"/>
                      <a:pt x="39" y="138"/>
                    </a:cubicBezTo>
                    <a:cubicBezTo>
                      <a:pt x="12" y="142"/>
                      <a:pt x="0" y="115"/>
                      <a:pt x="8" y="78"/>
                    </a:cubicBezTo>
                    <a:cubicBezTo>
                      <a:pt x="16" y="44"/>
                      <a:pt x="43" y="9"/>
                      <a:pt x="68" y="5"/>
                    </a:cubicBezTo>
                    <a:cubicBezTo>
                      <a:pt x="92" y="1"/>
                      <a:pt x="109" y="27"/>
                      <a:pt x="98" y="6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37"/>
              <p:cNvSpPr/>
              <p:nvPr/>
            </p:nvSpPr>
            <p:spPr>
              <a:xfrm>
                <a:off x="-741618" y="2518532"/>
                <a:ext cx="62680" cy="90139"/>
              </a:xfrm>
              <a:custGeom>
                <a:rect b="b" l="l" r="r" t="t"/>
                <a:pathLst>
                  <a:path extrusionOk="0" h="151" w="105">
                    <a:moveTo>
                      <a:pt x="98" y="31"/>
                    </a:moveTo>
                    <a:cubicBezTo>
                      <a:pt x="104" y="58"/>
                      <a:pt x="92" y="99"/>
                      <a:pt x="68" y="126"/>
                    </a:cubicBezTo>
                    <a:cubicBezTo>
                      <a:pt x="41" y="150"/>
                      <a:pt x="16" y="148"/>
                      <a:pt x="8" y="119"/>
                    </a:cubicBezTo>
                    <a:cubicBezTo>
                      <a:pt x="0" y="93"/>
                      <a:pt x="12" y="52"/>
                      <a:pt x="39" y="25"/>
                    </a:cubicBezTo>
                    <a:cubicBezTo>
                      <a:pt x="64" y="1"/>
                      <a:pt x="90" y="3"/>
                      <a:pt x="98" y="3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37"/>
              <p:cNvSpPr/>
              <p:nvPr/>
            </p:nvSpPr>
            <p:spPr>
              <a:xfrm>
                <a:off x="-834742" y="2407500"/>
                <a:ext cx="64471" cy="88348"/>
              </a:xfrm>
              <a:custGeom>
                <a:rect b="b" l="l" r="r" t="t"/>
                <a:pathLst>
                  <a:path extrusionOk="0" h="148" w="108">
                    <a:moveTo>
                      <a:pt x="82" y="9"/>
                    </a:moveTo>
                    <a:cubicBezTo>
                      <a:pt x="103" y="17"/>
                      <a:pt x="107" y="52"/>
                      <a:pt x="93" y="89"/>
                    </a:cubicBezTo>
                    <a:cubicBezTo>
                      <a:pt x="76" y="125"/>
                      <a:pt x="50" y="148"/>
                      <a:pt x="25" y="140"/>
                    </a:cubicBezTo>
                    <a:cubicBezTo>
                      <a:pt x="5" y="132"/>
                      <a:pt x="1" y="97"/>
                      <a:pt x="15" y="60"/>
                    </a:cubicBezTo>
                    <a:cubicBezTo>
                      <a:pt x="31" y="25"/>
                      <a:pt x="62" y="1"/>
                      <a:pt x="82" y="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37"/>
              <p:cNvSpPr/>
              <p:nvPr/>
            </p:nvSpPr>
            <p:spPr>
              <a:xfrm>
                <a:off x="-4039157" y="-434566"/>
                <a:ext cx="1425517" cy="2206318"/>
              </a:xfrm>
              <a:custGeom>
                <a:rect b="b" l="l" r="r" t="t"/>
                <a:pathLst>
                  <a:path extrusionOk="0" h="3696" w="2388">
                    <a:moveTo>
                      <a:pt x="334" y="1"/>
                    </a:moveTo>
                    <a:cubicBezTo>
                      <a:pt x="246" y="400"/>
                      <a:pt x="39" y="1261"/>
                      <a:pt x="0" y="1824"/>
                    </a:cubicBezTo>
                    <a:lnTo>
                      <a:pt x="164" y="2505"/>
                    </a:lnTo>
                    <a:lnTo>
                      <a:pt x="2230" y="3696"/>
                    </a:lnTo>
                    <a:lnTo>
                      <a:pt x="2388" y="1146"/>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37"/>
              <p:cNvSpPr/>
              <p:nvPr/>
            </p:nvSpPr>
            <p:spPr>
              <a:xfrm>
                <a:off x="-6709305" y="2424812"/>
                <a:ext cx="1752048" cy="1895905"/>
              </a:xfrm>
              <a:custGeom>
                <a:rect b="b" l="l" r="r" t="t"/>
                <a:pathLst>
                  <a:path extrusionOk="0" h="3176" w="2935">
                    <a:moveTo>
                      <a:pt x="1" y="0"/>
                    </a:moveTo>
                    <a:lnTo>
                      <a:pt x="91" y="1995"/>
                    </a:lnTo>
                    <a:lnTo>
                      <a:pt x="2088" y="3149"/>
                    </a:lnTo>
                    <a:lnTo>
                      <a:pt x="2088" y="3176"/>
                    </a:lnTo>
                    <a:lnTo>
                      <a:pt x="2824" y="2752"/>
                    </a:lnTo>
                    <a:lnTo>
                      <a:pt x="2935" y="356"/>
                    </a:lnTo>
                    <a:lnTo>
                      <a:pt x="1959" y="1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37"/>
              <p:cNvSpPr/>
              <p:nvPr/>
            </p:nvSpPr>
            <p:spPr>
              <a:xfrm>
                <a:off x="-5495113" y="2787159"/>
                <a:ext cx="525913" cy="1518634"/>
              </a:xfrm>
              <a:custGeom>
                <a:rect b="b" l="l" r="r" t="t"/>
                <a:pathLst>
                  <a:path extrusionOk="0" h="2544" w="881">
                    <a:moveTo>
                      <a:pt x="94" y="2544"/>
                    </a:moveTo>
                    <a:lnTo>
                      <a:pt x="790" y="2145"/>
                    </a:lnTo>
                    <a:lnTo>
                      <a:pt x="880" y="175"/>
                    </a:lnTo>
                    <a:lnTo>
                      <a:pt x="567" y="1"/>
                    </a:lnTo>
                    <a:lnTo>
                      <a:pt x="0" y="43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37"/>
              <p:cNvSpPr/>
              <p:nvPr/>
            </p:nvSpPr>
            <p:spPr>
              <a:xfrm>
                <a:off x="-5039642" y="1618336"/>
                <a:ext cx="2292885" cy="2459424"/>
              </a:xfrm>
              <a:custGeom>
                <a:rect b="b" l="l" r="r" t="t"/>
                <a:pathLst>
                  <a:path extrusionOk="0" h="4120" w="3841">
                    <a:moveTo>
                      <a:pt x="3841" y="1"/>
                    </a:moveTo>
                    <a:lnTo>
                      <a:pt x="1" y="2168"/>
                    </a:lnTo>
                    <a:lnTo>
                      <a:pt x="1" y="4119"/>
                    </a:lnTo>
                    <a:lnTo>
                      <a:pt x="3841" y="195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37"/>
              <p:cNvSpPr/>
              <p:nvPr/>
            </p:nvSpPr>
            <p:spPr>
              <a:xfrm>
                <a:off x="-4526864" y="2086939"/>
                <a:ext cx="1533565" cy="1547288"/>
              </a:xfrm>
              <a:custGeom>
                <a:rect b="b" l="l" r="r" t="t"/>
                <a:pathLst>
                  <a:path extrusionOk="0" h="2592" w="2569">
                    <a:moveTo>
                      <a:pt x="2269" y="0"/>
                    </a:moveTo>
                    <a:cubicBezTo>
                      <a:pt x="2218" y="0"/>
                      <a:pt x="2155" y="14"/>
                      <a:pt x="2086" y="55"/>
                    </a:cubicBezTo>
                    <a:lnTo>
                      <a:pt x="1255" y="536"/>
                    </a:lnTo>
                    <a:cubicBezTo>
                      <a:pt x="1120" y="615"/>
                      <a:pt x="1052" y="812"/>
                      <a:pt x="919" y="1278"/>
                    </a:cubicBezTo>
                    <a:cubicBezTo>
                      <a:pt x="881" y="1417"/>
                      <a:pt x="823" y="1628"/>
                      <a:pt x="817" y="1651"/>
                    </a:cubicBezTo>
                    <a:lnTo>
                      <a:pt x="1" y="2285"/>
                    </a:lnTo>
                    <a:lnTo>
                      <a:pt x="240" y="2592"/>
                    </a:lnTo>
                    <a:lnTo>
                      <a:pt x="1050" y="1958"/>
                    </a:lnTo>
                    <a:cubicBezTo>
                      <a:pt x="1142" y="1886"/>
                      <a:pt x="1185" y="1759"/>
                      <a:pt x="1290" y="1383"/>
                    </a:cubicBezTo>
                    <a:cubicBezTo>
                      <a:pt x="1339" y="1207"/>
                      <a:pt x="1423" y="912"/>
                      <a:pt x="1447" y="871"/>
                    </a:cubicBezTo>
                    <a:lnTo>
                      <a:pt x="2276" y="394"/>
                    </a:lnTo>
                    <a:lnTo>
                      <a:pt x="2562" y="411"/>
                    </a:lnTo>
                    <a:cubicBezTo>
                      <a:pt x="2568" y="237"/>
                      <a:pt x="2515" y="104"/>
                      <a:pt x="2411" y="40"/>
                    </a:cubicBezTo>
                    <a:cubicBezTo>
                      <a:pt x="2382" y="21"/>
                      <a:pt x="2333" y="0"/>
                      <a:pt x="22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37"/>
              <p:cNvSpPr/>
              <p:nvPr/>
            </p:nvSpPr>
            <p:spPr>
              <a:xfrm>
                <a:off x="-3571747" y="2403918"/>
                <a:ext cx="1284039" cy="811252"/>
              </a:xfrm>
              <a:custGeom>
                <a:rect b="b" l="l" r="r" t="t"/>
                <a:pathLst>
                  <a:path extrusionOk="0" h="1359" w="2151">
                    <a:moveTo>
                      <a:pt x="2151" y="0"/>
                    </a:moveTo>
                    <a:lnTo>
                      <a:pt x="1" y="1240"/>
                    </a:lnTo>
                    <a:lnTo>
                      <a:pt x="1" y="1359"/>
                    </a:lnTo>
                    <a:lnTo>
                      <a:pt x="2151" y="115"/>
                    </a:lnTo>
                    <a:close/>
                  </a:path>
                </a:pathLst>
              </a:custGeom>
              <a:solidFill>
                <a:srgbClr val="4140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37"/>
              <p:cNvSpPr/>
              <p:nvPr/>
            </p:nvSpPr>
            <p:spPr>
              <a:xfrm>
                <a:off x="-4923834" y="1555059"/>
                <a:ext cx="4347587" cy="3470653"/>
              </a:xfrm>
              <a:custGeom>
                <a:rect b="b" l="l" r="r" t="t"/>
                <a:pathLst>
                  <a:path extrusionOk="0" h="5814" w="7283">
                    <a:moveTo>
                      <a:pt x="7282" y="839"/>
                    </a:moveTo>
                    <a:lnTo>
                      <a:pt x="6126" y="103"/>
                    </a:lnTo>
                    <a:cubicBezTo>
                      <a:pt x="5809" y="1"/>
                      <a:pt x="5601" y="132"/>
                      <a:pt x="5431" y="230"/>
                    </a:cubicBezTo>
                    <a:lnTo>
                      <a:pt x="1175" y="2707"/>
                    </a:lnTo>
                    <a:cubicBezTo>
                      <a:pt x="564" y="3063"/>
                      <a:pt x="1" y="4422"/>
                      <a:pt x="649" y="5140"/>
                    </a:cubicBezTo>
                    <a:lnTo>
                      <a:pt x="1730" y="5813"/>
                    </a:lnTo>
                    <a:cubicBezTo>
                      <a:pt x="1546" y="5588"/>
                      <a:pt x="1501" y="5322"/>
                      <a:pt x="1505" y="4847"/>
                    </a:cubicBezTo>
                    <a:cubicBezTo>
                      <a:pt x="1593" y="4293"/>
                      <a:pt x="1832" y="3730"/>
                      <a:pt x="2270" y="3475"/>
                    </a:cubicBezTo>
                    <a:lnTo>
                      <a:pt x="6748" y="850"/>
                    </a:lnTo>
                    <a:cubicBezTo>
                      <a:pt x="7033" y="749"/>
                      <a:pt x="7176" y="745"/>
                      <a:pt x="7282" y="83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37"/>
              <p:cNvSpPr/>
              <p:nvPr/>
            </p:nvSpPr>
            <p:spPr>
              <a:xfrm>
                <a:off x="-4742959" y="1701908"/>
                <a:ext cx="4166711" cy="3318431"/>
              </a:xfrm>
              <a:custGeom>
                <a:rect b="b" l="l" r="r" t="t"/>
                <a:pathLst>
                  <a:path extrusionOk="0" h="5559" w="6980">
                    <a:moveTo>
                      <a:pt x="6979" y="593"/>
                    </a:moveTo>
                    <a:lnTo>
                      <a:pt x="6050" y="0"/>
                    </a:lnTo>
                    <a:cubicBezTo>
                      <a:pt x="5864" y="14"/>
                      <a:pt x="5721" y="104"/>
                      <a:pt x="5594" y="176"/>
                    </a:cubicBezTo>
                    <a:lnTo>
                      <a:pt x="3426" y="1393"/>
                    </a:lnTo>
                    <a:lnTo>
                      <a:pt x="3284" y="1277"/>
                    </a:lnTo>
                    <a:lnTo>
                      <a:pt x="803" y="2721"/>
                    </a:lnTo>
                    <a:cubicBezTo>
                      <a:pt x="551" y="2868"/>
                      <a:pt x="301" y="3175"/>
                      <a:pt x="136" y="3544"/>
                    </a:cubicBezTo>
                    <a:cubicBezTo>
                      <a:pt x="1" y="4018"/>
                      <a:pt x="21" y="4536"/>
                      <a:pt x="342" y="4896"/>
                    </a:cubicBezTo>
                    <a:lnTo>
                      <a:pt x="1406" y="5559"/>
                    </a:lnTo>
                    <a:cubicBezTo>
                      <a:pt x="1241" y="5362"/>
                      <a:pt x="1148" y="4972"/>
                      <a:pt x="1200" y="4605"/>
                    </a:cubicBezTo>
                    <a:cubicBezTo>
                      <a:pt x="1273" y="4078"/>
                      <a:pt x="1607" y="3443"/>
                      <a:pt x="1965" y="3235"/>
                    </a:cubicBezTo>
                    <a:lnTo>
                      <a:pt x="6443" y="608"/>
                    </a:lnTo>
                    <a:cubicBezTo>
                      <a:pt x="6730" y="503"/>
                      <a:pt x="6873" y="499"/>
                      <a:pt x="6979" y="593"/>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37"/>
              <p:cNvSpPr/>
              <p:nvPr/>
            </p:nvSpPr>
            <p:spPr>
              <a:xfrm>
                <a:off x="-4738183" y="3911210"/>
                <a:ext cx="835133" cy="1106741"/>
              </a:xfrm>
              <a:custGeom>
                <a:rect b="b" l="l" r="r" t="t"/>
                <a:pathLst>
                  <a:path extrusionOk="0" h="1854" w="1399">
                    <a:moveTo>
                      <a:pt x="87" y="0"/>
                    </a:moveTo>
                    <a:cubicBezTo>
                      <a:pt x="1" y="426"/>
                      <a:pt x="48" y="872"/>
                      <a:pt x="334" y="1191"/>
                    </a:cubicBezTo>
                    <a:lnTo>
                      <a:pt x="1398" y="1854"/>
                    </a:lnTo>
                    <a:cubicBezTo>
                      <a:pt x="1233" y="1657"/>
                      <a:pt x="1140" y="1265"/>
                      <a:pt x="1192" y="900"/>
                    </a:cubicBezTo>
                    <a:cubicBezTo>
                      <a:pt x="1202" y="823"/>
                      <a:pt x="1220" y="747"/>
                      <a:pt x="1241" y="66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37"/>
              <p:cNvSpPr/>
              <p:nvPr/>
            </p:nvSpPr>
            <p:spPr>
              <a:xfrm>
                <a:off x="-4695203" y="4292062"/>
                <a:ext cx="792153" cy="725888"/>
              </a:xfrm>
              <a:custGeom>
                <a:rect b="b" l="l" r="r" t="t"/>
                <a:pathLst>
                  <a:path extrusionOk="0" h="1216" w="1327">
                    <a:moveTo>
                      <a:pt x="0" y="0"/>
                    </a:moveTo>
                    <a:cubicBezTo>
                      <a:pt x="37" y="203"/>
                      <a:pt x="123" y="395"/>
                      <a:pt x="262" y="553"/>
                    </a:cubicBezTo>
                    <a:lnTo>
                      <a:pt x="1326" y="1216"/>
                    </a:lnTo>
                    <a:cubicBezTo>
                      <a:pt x="1220" y="1087"/>
                      <a:pt x="1142" y="878"/>
                      <a:pt x="1118" y="64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37"/>
              <p:cNvSpPr/>
              <p:nvPr/>
            </p:nvSpPr>
            <p:spPr>
              <a:xfrm>
                <a:off x="-2874512" y="2699407"/>
                <a:ext cx="1284636" cy="879901"/>
              </a:xfrm>
              <a:custGeom>
                <a:rect b="b" l="l" r="r" t="t"/>
                <a:pathLst>
                  <a:path extrusionOk="0" h="1474" w="2152">
                    <a:moveTo>
                      <a:pt x="2151" y="1"/>
                    </a:moveTo>
                    <a:lnTo>
                      <a:pt x="1" y="1242"/>
                    </a:lnTo>
                    <a:lnTo>
                      <a:pt x="1" y="1474"/>
                    </a:lnTo>
                    <a:lnTo>
                      <a:pt x="2151" y="234"/>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37"/>
              <p:cNvSpPr/>
              <p:nvPr/>
            </p:nvSpPr>
            <p:spPr>
              <a:xfrm>
                <a:off x="-2874512" y="2838496"/>
                <a:ext cx="1284636" cy="1260156"/>
              </a:xfrm>
              <a:custGeom>
                <a:rect b="b" l="l" r="r" t="t"/>
                <a:pathLst>
                  <a:path extrusionOk="0" h="2111" w="2152">
                    <a:moveTo>
                      <a:pt x="2151" y="1"/>
                    </a:moveTo>
                    <a:lnTo>
                      <a:pt x="1" y="1241"/>
                    </a:lnTo>
                    <a:lnTo>
                      <a:pt x="1" y="2110"/>
                    </a:lnTo>
                    <a:lnTo>
                      <a:pt x="2151" y="868"/>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37"/>
              <p:cNvSpPr/>
              <p:nvPr/>
            </p:nvSpPr>
            <p:spPr>
              <a:xfrm>
                <a:off x="-2874512" y="2838496"/>
                <a:ext cx="1284636" cy="811849"/>
              </a:xfrm>
              <a:custGeom>
                <a:rect b="b" l="l" r="r" t="t"/>
                <a:pathLst>
                  <a:path extrusionOk="0" h="1360" w="2152">
                    <a:moveTo>
                      <a:pt x="2151" y="1"/>
                    </a:moveTo>
                    <a:lnTo>
                      <a:pt x="1" y="1241"/>
                    </a:lnTo>
                    <a:lnTo>
                      <a:pt x="1" y="1359"/>
                    </a:lnTo>
                    <a:lnTo>
                      <a:pt x="2151" y="115"/>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37"/>
              <p:cNvSpPr/>
              <p:nvPr/>
            </p:nvSpPr>
            <p:spPr>
              <a:xfrm>
                <a:off x="-2874512" y="3148909"/>
                <a:ext cx="1284636" cy="1027944"/>
              </a:xfrm>
              <a:custGeom>
                <a:rect b="b" l="l" r="r" t="t"/>
                <a:pathLst>
                  <a:path extrusionOk="0" h="1722" w="2152">
                    <a:moveTo>
                      <a:pt x="2151" y="1"/>
                    </a:moveTo>
                    <a:lnTo>
                      <a:pt x="1" y="1242"/>
                    </a:lnTo>
                    <a:lnTo>
                      <a:pt x="1" y="1721"/>
                    </a:lnTo>
                    <a:lnTo>
                      <a:pt x="2151" y="48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37"/>
              <p:cNvSpPr/>
              <p:nvPr/>
            </p:nvSpPr>
            <p:spPr>
              <a:xfrm>
                <a:off x="-3063745" y="2589569"/>
                <a:ext cx="1471482" cy="854232"/>
              </a:xfrm>
              <a:custGeom>
                <a:rect b="b" l="l" r="r" t="t"/>
                <a:pathLst>
                  <a:path extrusionOk="0" h="1431" w="2465">
                    <a:moveTo>
                      <a:pt x="2151" y="0"/>
                    </a:moveTo>
                    <a:lnTo>
                      <a:pt x="1" y="1242"/>
                    </a:lnTo>
                    <a:lnTo>
                      <a:pt x="312" y="1431"/>
                    </a:lnTo>
                    <a:lnTo>
                      <a:pt x="2464" y="189"/>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37"/>
              <p:cNvSpPr/>
              <p:nvPr/>
            </p:nvSpPr>
            <p:spPr>
              <a:xfrm>
                <a:off x="-2716918" y="-373080"/>
                <a:ext cx="1365225" cy="2205721"/>
              </a:xfrm>
              <a:custGeom>
                <a:rect b="b" l="l" r="r" t="t"/>
                <a:pathLst>
                  <a:path extrusionOk="0" h="3695" w="2287">
                    <a:moveTo>
                      <a:pt x="115" y="1011"/>
                    </a:moveTo>
                    <a:lnTo>
                      <a:pt x="1" y="2979"/>
                    </a:lnTo>
                    <a:lnTo>
                      <a:pt x="32" y="3621"/>
                    </a:lnTo>
                    <a:cubicBezTo>
                      <a:pt x="208" y="3693"/>
                      <a:pt x="277" y="3695"/>
                      <a:pt x="854" y="3362"/>
                    </a:cubicBezTo>
                    <a:cubicBezTo>
                      <a:pt x="1190" y="2789"/>
                      <a:pt x="1734" y="2384"/>
                      <a:pt x="2286" y="1974"/>
                    </a:cubicBezTo>
                    <a:lnTo>
                      <a:pt x="2286" y="0"/>
                    </a:lnTo>
                    <a:lnTo>
                      <a:pt x="445" y="1064"/>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37"/>
              <p:cNvSpPr/>
              <p:nvPr/>
            </p:nvSpPr>
            <p:spPr>
              <a:xfrm>
                <a:off x="-1481834" y="414293"/>
                <a:ext cx="441146" cy="403537"/>
              </a:xfrm>
              <a:custGeom>
                <a:rect b="b" l="l" r="r" t="t"/>
                <a:pathLst>
                  <a:path extrusionOk="0" h="676" w="739">
                    <a:moveTo>
                      <a:pt x="289" y="627"/>
                    </a:moveTo>
                    <a:cubicBezTo>
                      <a:pt x="481" y="576"/>
                      <a:pt x="704" y="459"/>
                      <a:pt x="720" y="256"/>
                    </a:cubicBezTo>
                    <a:cubicBezTo>
                      <a:pt x="739" y="54"/>
                      <a:pt x="616" y="1"/>
                      <a:pt x="424" y="52"/>
                    </a:cubicBezTo>
                    <a:cubicBezTo>
                      <a:pt x="231" y="103"/>
                      <a:pt x="53" y="275"/>
                      <a:pt x="25" y="439"/>
                    </a:cubicBezTo>
                    <a:cubicBezTo>
                      <a:pt x="0" y="602"/>
                      <a:pt x="96" y="676"/>
                      <a:pt x="289" y="62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37"/>
              <p:cNvSpPr/>
              <p:nvPr/>
            </p:nvSpPr>
            <p:spPr>
              <a:xfrm>
                <a:off x="-2706770" y="-436953"/>
                <a:ext cx="1306127" cy="871543"/>
              </a:xfrm>
              <a:custGeom>
                <a:rect b="b" l="l" r="r" t="t"/>
                <a:pathLst>
                  <a:path extrusionOk="0" h="1460" w="2188">
                    <a:moveTo>
                      <a:pt x="0" y="1459"/>
                    </a:moveTo>
                    <a:lnTo>
                      <a:pt x="19" y="1324"/>
                    </a:lnTo>
                    <a:lnTo>
                      <a:pt x="2187" y="1"/>
                    </a:lnTo>
                    <a:lnTo>
                      <a:pt x="2187" y="19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37"/>
              <p:cNvSpPr/>
              <p:nvPr/>
            </p:nvSpPr>
            <p:spPr>
              <a:xfrm>
                <a:off x="-1412588" y="-384422"/>
                <a:ext cx="201172" cy="956907"/>
              </a:xfrm>
              <a:custGeom>
                <a:rect b="b" l="l" r="r" t="t"/>
                <a:pathLst>
                  <a:path extrusionOk="0" h="1603" w="337">
                    <a:moveTo>
                      <a:pt x="181" y="1"/>
                    </a:moveTo>
                    <a:lnTo>
                      <a:pt x="336" y="1461"/>
                    </a:lnTo>
                    <a:lnTo>
                      <a:pt x="107" y="1603"/>
                    </a:lnTo>
                    <a:lnTo>
                      <a:pt x="1" y="1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37"/>
              <p:cNvSpPr/>
              <p:nvPr/>
            </p:nvSpPr>
            <p:spPr>
              <a:xfrm>
                <a:off x="-2758108" y="399967"/>
                <a:ext cx="1507299" cy="1516247"/>
              </a:xfrm>
              <a:custGeom>
                <a:rect b="b" l="l" r="r" t="t"/>
                <a:pathLst>
                  <a:path extrusionOk="0" h="2540" w="2525">
                    <a:moveTo>
                      <a:pt x="2365" y="102"/>
                    </a:moveTo>
                    <a:cubicBezTo>
                      <a:pt x="1962" y="334"/>
                      <a:pt x="1056" y="771"/>
                      <a:pt x="645" y="1852"/>
                    </a:cubicBezTo>
                    <a:cubicBezTo>
                      <a:pt x="596" y="1979"/>
                      <a:pt x="96" y="1739"/>
                      <a:pt x="74" y="1592"/>
                    </a:cubicBezTo>
                    <a:cubicBezTo>
                      <a:pt x="11" y="1629"/>
                      <a:pt x="2" y="2152"/>
                      <a:pt x="0" y="2351"/>
                    </a:cubicBezTo>
                    <a:cubicBezTo>
                      <a:pt x="90" y="2539"/>
                      <a:pt x="1056" y="1938"/>
                      <a:pt x="1404" y="1897"/>
                    </a:cubicBezTo>
                    <a:cubicBezTo>
                      <a:pt x="1610" y="1590"/>
                      <a:pt x="1608" y="782"/>
                      <a:pt x="2355" y="714"/>
                    </a:cubicBezTo>
                    <a:cubicBezTo>
                      <a:pt x="2455" y="323"/>
                      <a:pt x="2525" y="0"/>
                      <a:pt x="2365" y="1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37"/>
              <p:cNvSpPr/>
              <p:nvPr/>
            </p:nvSpPr>
            <p:spPr>
              <a:xfrm>
                <a:off x="-2444113" y="217898"/>
                <a:ext cx="71037" cy="1425511"/>
              </a:xfrm>
              <a:custGeom>
                <a:rect b="b" l="l" r="r" t="t"/>
                <a:pathLst>
                  <a:path extrusionOk="0" h="2388" w="119">
                    <a:moveTo>
                      <a:pt x="0" y="70"/>
                    </a:moveTo>
                    <a:lnTo>
                      <a:pt x="119" y="0"/>
                    </a:lnTo>
                    <a:lnTo>
                      <a:pt x="119" y="2322"/>
                    </a:lnTo>
                    <a:lnTo>
                      <a:pt x="0" y="238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37"/>
              <p:cNvSpPr/>
              <p:nvPr/>
            </p:nvSpPr>
            <p:spPr>
              <a:xfrm>
                <a:off x="-3937079" y="-1312675"/>
                <a:ext cx="2543604" cy="1665484"/>
              </a:xfrm>
              <a:custGeom>
                <a:rect b="b" l="l" r="r" t="t"/>
                <a:pathLst>
                  <a:path extrusionOk="0" h="2790" w="4261">
                    <a:moveTo>
                      <a:pt x="1" y="1586"/>
                    </a:moveTo>
                    <a:cubicBezTo>
                      <a:pt x="1" y="1574"/>
                      <a:pt x="5" y="1562"/>
                      <a:pt x="15" y="1545"/>
                    </a:cubicBezTo>
                    <a:cubicBezTo>
                      <a:pt x="159" y="1271"/>
                      <a:pt x="1366" y="361"/>
                      <a:pt x="2024" y="40"/>
                    </a:cubicBezTo>
                    <a:cubicBezTo>
                      <a:pt x="2100" y="1"/>
                      <a:pt x="2157" y="3"/>
                      <a:pt x="2200" y="29"/>
                    </a:cubicBezTo>
                    <a:cubicBezTo>
                      <a:pt x="2202" y="29"/>
                      <a:pt x="2204" y="31"/>
                      <a:pt x="2209" y="31"/>
                    </a:cubicBezTo>
                    <a:lnTo>
                      <a:pt x="4261" y="1220"/>
                    </a:lnTo>
                    <a:lnTo>
                      <a:pt x="2082" y="2789"/>
                    </a:lnTo>
                    <a:lnTo>
                      <a:pt x="3" y="1586"/>
                    </a:lnTo>
                    <a:lnTo>
                      <a:pt x="1" y="1588"/>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37"/>
              <p:cNvSpPr/>
              <p:nvPr/>
            </p:nvSpPr>
            <p:spPr>
              <a:xfrm>
                <a:off x="-3968718" y="-365917"/>
                <a:ext cx="1273294" cy="800507"/>
              </a:xfrm>
              <a:custGeom>
                <a:rect b="b" l="l" r="r" t="t"/>
                <a:pathLst>
                  <a:path extrusionOk="0" h="1341" w="2133">
                    <a:moveTo>
                      <a:pt x="2114" y="1340"/>
                    </a:moveTo>
                    <a:lnTo>
                      <a:pt x="2133" y="1205"/>
                    </a:lnTo>
                    <a:lnTo>
                      <a:pt x="54" y="0"/>
                    </a:lnTo>
                    <a:lnTo>
                      <a:pt x="1" y="12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37"/>
              <p:cNvSpPr/>
              <p:nvPr/>
            </p:nvSpPr>
            <p:spPr>
              <a:xfrm>
                <a:off x="-4057663" y="568306"/>
                <a:ext cx="1342541" cy="1330596"/>
              </a:xfrm>
              <a:custGeom>
                <a:rect b="b" l="l" r="r" t="t"/>
                <a:pathLst>
                  <a:path extrusionOk="0" h="2229" w="2249">
                    <a:moveTo>
                      <a:pt x="2249" y="1310"/>
                    </a:moveTo>
                    <a:lnTo>
                      <a:pt x="43" y="0"/>
                    </a:lnTo>
                    <a:lnTo>
                      <a:pt x="0" y="359"/>
                    </a:lnTo>
                    <a:lnTo>
                      <a:pt x="2196" y="222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37"/>
              <p:cNvSpPr/>
              <p:nvPr/>
            </p:nvSpPr>
            <p:spPr>
              <a:xfrm>
                <a:off x="-5550032" y="1368215"/>
                <a:ext cx="2714332" cy="3136959"/>
              </a:xfrm>
              <a:custGeom>
                <a:rect b="b" l="l" r="r" t="t"/>
                <a:pathLst>
                  <a:path extrusionOk="0" h="5255" w="4547">
                    <a:moveTo>
                      <a:pt x="129" y="5185"/>
                    </a:moveTo>
                    <a:lnTo>
                      <a:pt x="117" y="5015"/>
                    </a:lnTo>
                    <a:cubicBezTo>
                      <a:pt x="115" y="4989"/>
                      <a:pt x="96" y="4919"/>
                      <a:pt x="119" y="4907"/>
                    </a:cubicBezTo>
                    <a:lnTo>
                      <a:pt x="324" y="4788"/>
                    </a:lnTo>
                    <a:cubicBezTo>
                      <a:pt x="393" y="4747"/>
                      <a:pt x="465" y="4610"/>
                      <a:pt x="475" y="4512"/>
                    </a:cubicBezTo>
                    <a:lnTo>
                      <a:pt x="706" y="2752"/>
                    </a:lnTo>
                    <a:cubicBezTo>
                      <a:pt x="741" y="2509"/>
                      <a:pt x="538" y="2535"/>
                      <a:pt x="401" y="2630"/>
                    </a:cubicBezTo>
                    <a:lnTo>
                      <a:pt x="6" y="2902"/>
                    </a:lnTo>
                    <a:cubicBezTo>
                      <a:pt x="4" y="2887"/>
                      <a:pt x="4" y="2877"/>
                      <a:pt x="4" y="2867"/>
                    </a:cubicBezTo>
                    <a:cubicBezTo>
                      <a:pt x="0" y="2822"/>
                      <a:pt x="25" y="2763"/>
                      <a:pt x="64" y="2730"/>
                    </a:cubicBezTo>
                    <a:cubicBezTo>
                      <a:pt x="1486" y="1484"/>
                      <a:pt x="3808" y="389"/>
                      <a:pt x="4546" y="1"/>
                    </a:cubicBezTo>
                    <a:lnTo>
                      <a:pt x="4528" y="886"/>
                    </a:lnTo>
                    <a:cubicBezTo>
                      <a:pt x="2091" y="2190"/>
                      <a:pt x="1504" y="2914"/>
                      <a:pt x="943" y="4808"/>
                    </a:cubicBezTo>
                    <a:lnTo>
                      <a:pt x="207" y="5230"/>
                    </a:lnTo>
                    <a:cubicBezTo>
                      <a:pt x="166" y="5254"/>
                      <a:pt x="135" y="5234"/>
                      <a:pt x="129" y="518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37"/>
              <p:cNvSpPr/>
              <p:nvPr/>
            </p:nvSpPr>
            <p:spPr>
              <a:xfrm>
                <a:off x="-6722437" y="653669"/>
                <a:ext cx="3881966" cy="2378836"/>
              </a:xfrm>
              <a:custGeom>
                <a:rect b="b" l="l" r="r" t="t"/>
                <a:pathLst>
                  <a:path extrusionOk="0" h="3985" w="6503">
                    <a:moveTo>
                      <a:pt x="0" y="2812"/>
                    </a:moveTo>
                    <a:cubicBezTo>
                      <a:pt x="475" y="2024"/>
                      <a:pt x="3986" y="267"/>
                      <a:pt x="4493" y="1"/>
                    </a:cubicBezTo>
                    <a:lnTo>
                      <a:pt x="6502" y="1198"/>
                    </a:lnTo>
                    <a:cubicBezTo>
                      <a:pt x="5037" y="1942"/>
                      <a:pt x="2899" y="3119"/>
                      <a:pt x="1981" y="398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37"/>
              <p:cNvSpPr/>
              <p:nvPr/>
            </p:nvSpPr>
            <p:spPr>
              <a:xfrm>
                <a:off x="-6738555" y="2331688"/>
                <a:ext cx="1208824" cy="767674"/>
              </a:xfrm>
              <a:custGeom>
                <a:rect b="b" l="l" r="r" t="t"/>
                <a:pathLst>
                  <a:path extrusionOk="0" h="1286" w="2025">
                    <a:moveTo>
                      <a:pt x="2004" y="1286"/>
                    </a:moveTo>
                    <a:lnTo>
                      <a:pt x="2024" y="1155"/>
                    </a:lnTo>
                    <a:lnTo>
                      <a:pt x="27" y="1"/>
                    </a:lnTo>
                    <a:lnTo>
                      <a:pt x="1" y="132"/>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37"/>
              <p:cNvSpPr/>
              <p:nvPr/>
            </p:nvSpPr>
            <p:spPr>
              <a:xfrm>
                <a:off x="-6715274" y="1591473"/>
                <a:ext cx="3913604" cy="2907731"/>
              </a:xfrm>
              <a:custGeom>
                <a:rect b="b" l="l" r="r" t="t"/>
                <a:pathLst>
                  <a:path extrusionOk="0" h="4871" w="6556">
                    <a:moveTo>
                      <a:pt x="2108" y="4862"/>
                    </a:moveTo>
                    <a:cubicBezTo>
                      <a:pt x="2120" y="4870"/>
                      <a:pt x="2138" y="4870"/>
                      <a:pt x="2157" y="4858"/>
                    </a:cubicBezTo>
                    <a:lnTo>
                      <a:pt x="2893" y="4434"/>
                    </a:lnTo>
                    <a:cubicBezTo>
                      <a:pt x="3571" y="2474"/>
                      <a:pt x="3871" y="1973"/>
                      <a:pt x="6159" y="688"/>
                    </a:cubicBezTo>
                    <a:lnTo>
                      <a:pt x="6159" y="1486"/>
                    </a:lnTo>
                    <a:lnTo>
                      <a:pt x="6556" y="1261"/>
                    </a:lnTo>
                    <a:lnTo>
                      <a:pt x="6556" y="1"/>
                    </a:lnTo>
                    <a:lnTo>
                      <a:pt x="6159" y="226"/>
                    </a:lnTo>
                    <a:lnTo>
                      <a:pt x="6159" y="234"/>
                    </a:lnTo>
                    <a:cubicBezTo>
                      <a:pt x="4939" y="889"/>
                      <a:pt x="3366" y="1726"/>
                      <a:pt x="2754" y="2313"/>
                    </a:cubicBezTo>
                    <a:lnTo>
                      <a:pt x="2523" y="4072"/>
                    </a:lnTo>
                    <a:cubicBezTo>
                      <a:pt x="2511" y="4166"/>
                      <a:pt x="2466" y="4361"/>
                      <a:pt x="2298" y="4459"/>
                    </a:cubicBezTo>
                    <a:lnTo>
                      <a:pt x="2122" y="4561"/>
                    </a:lnTo>
                    <a:lnTo>
                      <a:pt x="2122" y="4561"/>
                    </a:lnTo>
                    <a:lnTo>
                      <a:pt x="62" y="3375"/>
                    </a:lnTo>
                    <a:lnTo>
                      <a:pt x="1" y="3399"/>
                    </a:lnTo>
                    <a:lnTo>
                      <a:pt x="5" y="366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37"/>
              <p:cNvSpPr/>
              <p:nvPr/>
            </p:nvSpPr>
            <p:spPr>
              <a:xfrm>
                <a:off x="-2749750" y="439962"/>
                <a:ext cx="1660715" cy="2000968"/>
              </a:xfrm>
              <a:custGeom>
                <a:rect b="b" l="l" r="r" t="t"/>
                <a:pathLst>
                  <a:path extrusionOk="0" h="3352" w="2782">
                    <a:moveTo>
                      <a:pt x="2628" y="516"/>
                    </a:moveTo>
                    <a:cubicBezTo>
                      <a:pt x="2128" y="835"/>
                      <a:pt x="1539" y="1142"/>
                      <a:pt x="1713" y="2398"/>
                    </a:cubicBezTo>
                    <a:lnTo>
                      <a:pt x="1" y="3352"/>
                    </a:lnTo>
                    <a:lnTo>
                      <a:pt x="1" y="2116"/>
                    </a:lnTo>
                    <a:cubicBezTo>
                      <a:pt x="148" y="2310"/>
                      <a:pt x="537" y="2300"/>
                      <a:pt x="741" y="1959"/>
                    </a:cubicBezTo>
                    <a:cubicBezTo>
                      <a:pt x="968" y="1146"/>
                      <a:pt x="1570" y="561"/>
                      <a:pt x="2568" y="1"/>
                    </a:cubicBezTo>
                    <a:cubicBezTo>
                      <a:pt x="2707" y="1"/>
                      <a:pt x="2781" y="457"/>
                      <a:pt x="2628" y="51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37"/>
              <p:cNvSpPr/>
              <p:nvPr/>
            </p:nvSpPr>
            <p:spPr>
              <a:xfrm>
                <a:off x="-2696025" y="-642303"/>
                <a:ext cx="1390297" cy="996305"/>
              </a:xfrm>
              <a:custGeom>
                <a:rect b="b" l="l" r="r" t="t"/>
                <a:pathLst>
                  <a:path extrusionOk="0" h="1669" w="2329">
                    <a:moveTo>
                      <a:pt x="1" y="1668"/>
                    </a:moveTo>
                    <a:cubicBezTo>
                      <a:pt x="11" y="1466"/>
                      <a:pt x="1326" y="459"/>
                      <a:pt x="2022" y="122"/>
                    </a:cubicBezTo>
                    <a:cubicBezTo>
                      <a:pt x="2268" y="1"/>
                      <a:pt x="2313" y="285"/>
                      <a:pt x="2329" y="451"/>
                    </a:cubicBezTo>
                    <a:lnTo>
                      <a:pt x="2149" y="553"/>
                    </a:lnTo>
                    <a:cubicBezTo>
                      <a:pt x="2137" y="490"/>
                      <a:pt x="2108" y="451"/>
                      <a:pt x="1883" y="58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37"/>
              <p:cNvSpPr/>
              <p:nvPr/>
            </p:nvSpPr>
            <p:spPr>
              <a:xfrm>
                <a:off x="-6716468" y="3584680"/>
                <a:ext cx="1267325" cy="745587"/>
              </a:xfrm>
              <a:custGeom>
                <a:rect b="b" l="l" r="r" t="t"/>
                <a:pathLst>
                  <a:path extrusionOk="0" h="1249" w="2123">
                    <a:moveTo>
                      <a:pt x="2063" y="1249"/>
                    </a:moveTo>
                    <a:lnTo>
                      <a:pt x="2122" y="1218"/>
                    </a:lnTo>
                    <a:lnTo>
                      <a:pt x="103" y="52"/>
                    </a:lnTo>
                    <a:lnTo>
                      <a:pt x="99" y="1"/>
                    </a:lnTo>
                    <a:lnTo>
                      <a:pt x="0" y="5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37"/>
              <p:cNvSpPr/>
              <p:nvPr/>
            </p:nvSpPr>
            <p:spPr>
              <a:xfrm>
                <a:off x="-4938161" y="2735821"/>
                <a:ext cx="320562" cy="826772"/>
              </a:xfrm>
              <a:custGeom>
                <a:rect b="b" l="l" r="r" t="t"/>
                <a:pathLst>
                  <a:path extrusionOk="0" h="1385" w="537">
                    <a:moveTo>
                      <a:pt x="4" y="1317"/>
                    </a:moveTo>
                    <a:lnTo>
                      <a:pt x="105" y="496"/>
                    </a:lnTo>
                    <a:cubicBezTo>
                      <a:pt x="113" y="429"/>
                      <a:pt x="135" y="357"/>
                      <a:pt x="172" y="287"/>
                    </a:cubicBezTo>
                    <a:cubicBezTo>
                      <a:pt x="207" y="218"/>
                      <a:pt x="248" y="167"/>
                      <a:pt x="287" y="140"/>
                    </a:cubicBezTo>
                    <a:lnTo>
                      <a:pt x="422" y="50"/>
                    </a:lnTo>
                    <a:cubicBezTo>
                      <a:pt x="493" y="1"/>
                      <a:pt x="536" y="54"/>
                      <a:pt x="524" y="171"/>
                    </a:cubicBezTo>
                    <a:lnTo>
                      <a:pt x="473" y="625"/>
                    </a:lnTo>
                    <a:cubicBezTo>
                      <a:pt x="301" y="832"/>
                      <a:pt x="148" y="1075"/>
                      <a:pt x="0" y="1384"/>
                    </a:cubicBezTo>
                    <a:cubicBezTo>
                      <a:pt x="2" y="1366"/>
                      <a:pt x="2" y="1341"/>
                      <a:pt x="4" y="131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37"/>
              <p:cNvSpPr/>
              <p:nvPr/>
            </p:nvSpPr>
            <p:spPr>
              <a:xfrm>
                <a:off x="-4961442" y="2716719"/>
                <a:ext cx="321756" cy="826175"/>
              </a:xfrm>
              <a:custGeom>
                <a:rect b="b" l="l" r="r" t="t"/>
                <a:pathLst>
                  <a:path extrusionOk="0" h="1384" w="539">
                    <a:moveTo>
                      <a:pt x="7" y="1316"/>
                    </a:moveTo>
                    <a:lnTo>
                      <a:pt x="105" y="493"/>
                    </a:lnTo>
                    <a:cubicBezTo>
                      <a:pt x="113" y="428"/>
                      <a:pt x="135" y="356"/>
                      <a:pt x="172" y="287"/>
                    </a:cubicBezTo>
                    <a:cubicBezTo>
                      <a:pt x="207" y="217"/>
                      <a:pt x="248" y="166"/>
                      <a:pt x="287" y="137"/>
                    </a:cubicBezTo>
                    <a:lnTo>
                      <a:pt x="422" y="49"/>
                    </a:lnTo>
                    <a:cubicBezTo>
                      <a:pt x="494" y="0"/>
                      <a:pt x="539" y="53"/>
                      <a:pt x="524" y="168"/>
                    </a:cubicBezTo>
                    <a:lnTo>
                      <a:pt x="473" y="624"/>
                    </a:lnTo>
                    <a:cubicBezTo>
                      <a:pt x="303" y="831"/>
                      <a:pt x="150" y="1074"/>
                      <a:pt x="0" y="1383"/>
                    </a:cubicBezTo>
                    <a:cubicBezTo>
                      <a:pt x="2" y="1363"/>
                      <a:pt x="2" y="1340"/>
                      <a:pt x="7" y="13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37"/>
              <p:cNvSpPr/>
              <p:nvPr/>
            </p:nvSpPr>
            <p:spPr>
              <a:xfrm>
                <a:off x="-6390534" y="2608074"/>
                <a:ext cx="501438" cy="391001"/>
              </a:xfrm>
              <a:custGeom>
                <a:rect b="b" l="l" r="r" t="t"/>
                <a:pathLst>
                  <a:path extrusionOk="0" h="655" w="840">
                    <a:moveTo>
                      <a:pt x="1" y="0"/>
                    </a:moveTo>
                    <a:cubicBezTo>
                      <a:pt x="44" y="313"/>
                      <a:pt x="533" y="655"/>
                      <a:pt x="840" y="48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37"/>
              <p:cNvSpPr/>
              <p:nvPr/>
            </p:nvSpPr>
            <p:spPr>
              <a:xfrm>
                <a:off x="-2844665" y="1368215"/>
                <a:ext cx="108048" cy="1072715"/>
              </a:xfrm>
              <a:custGeom>
                <a:rect b="b" l="l" r="r" t="t"/>
                <a:pathLst>
                  <a:path extrusionOk="0" h="1797" w="181">
                    <a:moveTo>
                      <a:pt x="0" y="1"/>
                    </a:moveTo>
                    <a:lnTo>
                      <a:pt x="180" y="588"/>
                    </a:lnTo>
                    <a:lnTo>
                      <a:pt x="164" y="1797"/>
                    </a:lnTo>
                    <a:lnTo>
                      <a:pt x="0" y="1668"/>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37"/>
              <p:cNvSpPr/>
              <p:nvPr/>
            </p:nvSpPr>
            <p:spPr>
              <a:xfrm>
                <a:off x="-3063745" y="3330977"/>
                <a:ext cx="189830" cy="845875"/>
              </a:xfrm>
              <a:custGeom>
                <a:rect b="b" l="l" r="r" t="t"/>
                <a:pathLst>
                  <a:path extrusionOk="0" h="1417" w="318">
                    <a:moveTo>
                      <a:pt x="318" y="1416"/>
                    </a:moveTo>
                    <a:lnTo>
                      <a:pt x="318" y="184"/>
                    </a:lnTo>
                    <a:lnTo>
                      <a:pt x="1" y="0"/>
                    </a:lnTo>
                    <a:lnTo>
                      <a:pt x="1" y="123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37"/>
              <p:cNvSpPr/>
              <p:nvPr/>
            </p:nvSpPr>
            <p:spPr>
              <a:xfrm>
                <a:off x="-4027218" y="3424698"/>
                <a:ext cx="1057198" cy="1703091"/>
              </a:xfrm>
              <a:custGeom>
                <a:rect b="b" l="l" r="r" t="t"/>
                <a:pathLst>
                  <a:path extrusionOk="0" h="2853" w="1771">
                    <a:moveTo>
                      <a:pt x="886" y="283"/>
                    </a:moveTo>
                    <a:cubicBezTo>
                      <a:pt x="1373" y="1"/>
                      <a:pt x="1770" y="285"/>
                      <a:pt x="1770" y="917"/>
                    </a:cubicBezTo>
                    <a:cubicBezTo>
                      <a:pt x="1770" y="1548"/>
                      <a:pt x="1373" y="2290"/>
                      <a:pt x="886" y="2571"/>
                    </a:cubicBezTo>
                    <a:cubicBezTo>
                      <a:pt x="397" y="2853"/>
                      <a:pt x="1" y="2569"/>
                      <a:pt x="1" y="1936"/>
                    </a:cubicBezTo>
                    <a:cubicBezTo>
                      <a:pt x="1" y="1306"/>
                      <a:pt x="397" y="564"/>
                      <a:pt x="886" y="28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37"/>
              <p:cNvSpPr/>
              <p:nvPr/>
            </p:nvSpPr>
            <p:spPr>
              <a:xfrm>
                <a:off x="-3935289" y="3572741"/>
                <a:ext cx="873338" cy="1408796"/>
              </a:xfrm>
              <a:custGeom>
                <a:rect b="b" l="l" r="r" t="t"/>
                <a:pathLst>
                  <a:path extrusionOk="0" h="2360" w="1463">
                    <a:moveTo>
                      <a:pt x="732" y="234"/>
                    </a:moveTo>
                    <a:cubicBezTo>
                      <a:pt x="1136" y="0"/>
                      <a:pt x="1463" y="236"/>
                      <a:pt x="1463" y="757"/>
                    </a:cubicBezTo>
                    <a:cubicBezTo>
                      <a:pt x="1463" y="1279"/>
                      <a:pt x="1136" y="1891"/>
                      <a:pt x="732" y="2126"/>
                    </a:cubicBezTo>
                    <a:cubicBezTo>
                      <a:pt x="327" y="2359"/>
                      <a:pt x="0" y="2124"/>
                      <a:pt x="0" y="1602"/>
                    </a:cubicBezTo>
                    <a:cubicBezTo>
                      <a:pt x="0" y="1081"/>
                      <a:pt x="329" y="467"/>
                      <a:pt x="732" y="2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37"/>
              <p:cNvSpPr/>
              <p:nvPr/>
            </p:nvSpPr>
            <p:spPr>
              <a:xfrm>
                <a:off x="-3526379" y="3898674"/>
                <a:ext cx="55516" cy="90139"/>
              </a:xfrm>
              <a:custGeom>
                <a:rect b="b" l="l" r="r" t="t"/>
                <a:pathLst>
                  <a:path extrusionOk="0" h="151" w="93">
                    <a:moveTo>
                      <a:pt x="47" y="15"/>
                    </a:moveTo>
                    <a:cubicBezTo>
                      <a:pt x="72" y="1"/>
                      <a:pt x="92" y="15"/>
                      <a:pt x="92" y="48"/>
                    </a:cubicBezTo>
                    <a:cubicBezTo>
                      <a:pt x="92" y="83"/>
                      <a:pt x="72" y="119"/>
                      <a:pt x="47" y="136"/>
                    </a:cubicBezTo>
                    <a:cubicBezTo>
                      <a:pt x="21" y="150"/>
                      <a:pt x="0" y="136"/>
                      <a:pt x="0" y="103"/>
                    </a:cubicBezTo>
                    <a:cubicBezTo>
                      <a:pt x="0" y="72"/>
                      <a:pt x="21" y="33"/>
                      <a:pt x="47" y="1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37"/>
              <p:cNvSpPr/>
              <p:nvPr/>
            </p:nvSpPr>
            <p:spPr>
              <a:xfrm>
                <a:off x="-3680392" y="4049105"/>
                <a:ext cx="63874" cy="90736"/>
              </a:xfrm>
              <a:custGeom>
                <a:rect b="b" l="l" r="r" t="t"/>
                <a:pathLst>
                  <a:path extrusionOk="0" h="152" w="107">
                    <a:moveTo>
                      <a:pt x="25" y="45"/>
                    </a:moveTo>
                    <a:cubicBezTo>
                      <a:pt x="46" y="11"/>
                      <a:pt x="76" y="0"/>
                      <a:pt x="93" y="19"/>
                    </a:cubicBezTo>
                    <a:cubicBezTo>
                      <a:pt x="107" y="37"/>
                      <a:pt x="103" y="78"/>
                      <a:pt x="82" y="109"/>
                    </a:cubicBezTo>
                    <a:cubicBezTo>
                      <a:pt x="62" y="142"/>
                      <a:pt x="31" y="152"/>
                      <a:pt x="15" y="133"/>
                    </a:cubicBezTo>
                    <a:cubicBezTo>
                      <a:pt x="1" y="115"/>
                      <a:pt x="5" y="76"/>
                      <a:pt x="25" y="4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37"/>
              <p:cNvSpPr/>
              <p:nvPr/>
            </p:nvSpPr>
            <p:spPr>
              <a:xfrm>
                <a:off x="-3772919" y="4271169"/>
                <a:ext cx="62680" cy="85960"/>
              </a:xfrm>
              <a:custGeom>
                <a:rect b="b" l="l" r="r" t="t"/>
                <a:pathLst>
                  <a:path extrusionOk="0" h="144" w="105">
                    <a:moveTo>
                      <a:pt x="6" y="78"/>
                    </a:moveTo>
                    <a:cubicBezTo>
                      <a:pt x="14" y="44"/>
                      <a:pt x="43" y="11"/>
                      <a:pt x="66" y="5"/>
                    </a:cubicBezTo>
                    <a:cubicBezTo>
                      <a:pt x="92" y="1"/>
                      <a:pt x="104" y="27"/>
                      <a:pt x="96" y="64"/>
                    </a:cubicBezTo>
                    <a:cubicBezTo>
                      <a:pt x="88" y="99"/>
                      <a:pt x="62" y="134"/>
                      <a:pt x="37" y="138"/>
                    </a:cubicBezTo>
                    <a:cubicBezTo>
                      <a:pt x="14" y="144"/>
                      <a:pt x="0" y="117"/>
                      <a:pt x="6" y="7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37"/>
              <p:cNvSpPr/>
              <p:nvPr/>
            </p:nvSpPr>
            <p:spPr>
              <a:xfrm>
                <a:off x="-3772919" y="4474131"/>
                <a:ext cx="62680" cy="90736"/>
              </a:xfrm>
              <a:custGeom>
                <a:rect b="b" l="l" r="r" t="t"/>
                <a:pathLst>
                  <a:path extrusionOk="0" h="152" w="105">
                    <a:moveTo>
                      <a:pt x="6" y="119"/>
                    </a:moveTo>
                    <a:cubicBezTo>
                      <a:pt x="0" y="92"/>
                      <a:pt x="12" y="51"/>
                      <a:pt x="37" y="25"/>
                    </a:cubicBezTo>
                    <a:cubicBezTo>
                      <a:pt x="64" y="0"/>
                      <a:pt x="88" y="2"/>
                      <a:pt x="96" y="31"/>
                    </a:cubicBezTo>
                    <a:cubicBezTo>
                      <a:pt x="104" y="60"/>
                      <a:pt x="92" y="99"/>
                      <a:pt x="66" y="125"/>
                    </a:cubicBezTo>
                    <a:cubicBezTo>
                      <a:pt x="43" y="152"/>
                      <a:pt x="14" y="148"/>
                      <a:pt x="6" y="11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37"/>
              <p:cNvSpPr/>
              <p:nvPr/>
            </p:nvSpPr>
            <p:spPr>
              <a:xfrm>
                <a:off x="-3680392" y="4588745"/>
                <a:ext cx="63874" cy="87154"/>
              </a:xfrm>
              <a:custGeom>
                <a:rect b="b" l="l" r="r" t="t"/>
                <a:pathLst>
                  <a:path extrusionOk="0" h="146" w="107">
                    <a:moveTo>
                      <a:pt x="25" y="138"/>
                    </a:moveTo>
                    <a:cubicBezTo>
                      <a:pt x="5" y="130"/>
                      <a:pt x="1" y="95"/>
                      <a:pt x="15" y="58"/>
                    </a:cubicBezTo>
                    <a:cubicBezTo>
                      <a:pt x="31" y="23"/>
                      <a:pt x="60" y="1"/>
                      <a:pt x="82" y="7"/>
                    </a:cubicBezTo>
                    <a:cubicBezTo>
                      <a:pt x="103" y="15"/>
                      <a:pt x="107" y="52"/>
                      <a:pt x="93" y="87"/>
                    </a:cubicBezTo>
                    <a:cubicBezTo>
                      <a:pt x="74" y="123"/>
                      <a:pt x="46" y="146"/>
                      <a:pt x="25" y="13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37"/>
              <p:cNvSpPr/>
              <p:nvPr/>
            </p:nvSpPr>
            <p:spPr>
              <a:xfrm>
                <a:off x="-3526379" y="4564270"/>
                <a:ext cx="55516" cy="90139"/>
              </a:xfrm>
              <a:custGeom>
                <a:rect b="b" l="l" r="r" t="t"/>
                <a:pathLst>
                  <a:path extrusionOk="0" h="151" w="93">
                    <a:moveTo>
                      <a:pt x="47" y="136"/>
                    </a:moveTo>
                    <a:cubicBezTo>
                      <a:pt x="21" y="150"/>
                      <a:pt x="0" y="136"/>
                      <a:pt x="0" y="101"/>
                    </a:cubicBezTo>
                    <a:cubicBezTo>
                      <a:pt x="0" y="68"/>
                      <a:pt x="21" y="29"/>
                      <a:pt x="47" y="15"/>
                    </a:cubicBezTo>
                    <a:cubicBezTo>
                      <a:pt x="72" y="1"/>
                      <a:pt x="92" y="15"/>
                      <a:pt x="92" y="48"/>
                    </a:cubicBezTo>
                    <a:cubicBezTo>
                      <a:pt x="92" y="78"/>
                      <a:pt x="72" y="119"/>
                      <a:pt x="47" y="13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37"/>
              <p:cNvSpPr/>
              <p:nvPr/>
            </p:nvSpPr>
            <p:spPr>
              <a:xfrm>
                <a:off x="-3381321" y="4413243"/>
                <a:ext cx="66858" cy="89542"/>
              </a:xfrm>
              <a:custGeom>
                <a:rect b="b" l="l" r="r" t="t"/>
                <a:pathLst>
                  <a:path extrusionOk="0" h="150" w="112">
                    <a:moveTo>
                      <a:pt x="83" y="106"/>
                    </a:moveTo>
                    <a:cubicBezTo>
                      <a:pt x="62" y="141"/>
                      <a:pt x="32" y="149"/>
                      <a:pt x="15" y="133"/>
                    </a:cubicBezTo>
                    <a:cubicBezTo>
                      <a:pt x="1" y="115"/>
                      <a:pt x="5" y="74"/>
                      <a:pt x="25" y="43"/>
                    </a:cubicBezTo>
                    <a:cubicBezTo>
                      <a:pt x="46" y="10"/>
                      <a:pt x="77" y="0"/>
                      <a:pt x="93" y="16"/>
                    </a:cubicBezTo>
                    <a:cubicBezTo>
                      <a:pt x="111" y="35"/>
                      <a:pt x="105" y="76"/>
                      <a:pt x="83" y="10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37"/>
              <p:cNvSpPr/>
              <p:nvPr/>
            </p:nvSpPr>
            <p:spPr>
              <a:xfrm>
                <a:off x="-3287003" y="4195357"/>
                <a:ext cx="63874" cy="86557"/>
              </a:xfrm>
              <a:custGeom>
                <a:rect b="b" l="l" r="r" t="t"/>
                <a:pathLst>
                  <a:path extrusionOk="0" h="145" w="107">
                    <a:moveTo>
                      <a:pt x="99" y="66"/>
                    </a:moveTo>
                    <a:cubicBezTo>
                      <a:pt x="90" y="101"/>
                      <a:pt x="62" y="134"/>
                      <a:pt x="39" y="140"/>
                    </a:cubicBezTo>
                    <a:cubicBezTo>
                      <a:pt x="15" y="144"/>
                      <a:pt x="0" y="117"/>
                      <a:pt x="9" y="81"/>
                    </a:cubicBezTo>
                    <a:cubicBezTo>
                      <a:pt x="17" y="46"/>
                      <a:pt x="45" y="11"/>
                      <a:pt x="68" y="7"/>
                    </a:cubicBezTo>
                    <a:cubicBezTo>
                      <a:pt x="92" y="1"/>
                      <a:pt x="107" y="30"/>
                      <a:pt x="99" y="6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37"/>
              <p:cNvSpPr/>
              <p:nvPr/>
            </p:nvSpPr>
            <p:spPr>
              <a:xfrm>
                <a:off x="-3287003" y="3988216"/>
                <a:ext cx="63874" cy="90736"/>
              </a:xfrm>
              <a:custGeom>
                <a:rect b="b" l="l" r="r" t="t"/>
                <a:pathLst>
                  <a:path extrusionOk="0" h="152" w="107">
                    <a:moveTo>
                      <a:pt x="99" y="31"/>
                    </a:moveTo>
                    <a:cubicBezTo>
                      <a:pt x="107" y="59"/>
                      <a:pt x="92" y="100"/>
                      <a:pt x="68" y="127"/>
                    </a:cubicBezTo>
                    <a:cubicBezTo>
                      <a:pt x="41" y="151"/>
                      <a:pt x="17" y="149"/>
                      <a:pt x="9" y="121"/>
                    </a:cubicBezTo>
                    <a:cubicBezTo>
                      <a:pt x="0" y="92"/>
                      <a:pt x="15" y="51"/>
                      <a:pt x="39" y="27"/>
                    </a:cubicBezTo>
                    <a:cubicBezTo>
                      <a:pt x="66" y="0"/>
                      <a:pt x="90" y="4"/>
                      <a:pt x="99" y="3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37"/>
              <p:cNvSpPr/>
              <p:nvPr/>
            </p:nvSpPr>
            <p:spPr>
              <a:xfrm>
                <a:off x="-3381321" y="3876587"/>
                <a:ext cx="64471" cy="87751"/>
              </a:xfrm>
              <a:custGeom>
                <a:rect b="b" l="l" r="r" t="t"/>
                <a:pathLst>
                  <a:path extrusionOk="0" h="147" w="108">
                    <a:moveTo>
                      <a:pt x="83" y="9"/>
                    </a:moveTo>
                    <a:cubicBezTo>
                      <a:pt x="103" y="17"/>
                      <a:pt x="107" y="52"/>
                      <a:pt x="93" y="89"/>
                    </a:cubicBezTo>
                    <a:cubicBezTo>
                      <a:pt x="77" y="124"/>
                      <a:pt x="46" y="146"/>
                      <a:pt x="25" y="140"/>
                    </a:cubicBezTo>
                    <a:cubicBezTo>
                      <a:pt x="5" y="132"/>
                      <a:pt x="1" y="95"/>
                      <a:pt x="15" y="60"/>
                    </a:cubicBezTo>
                    <a:cubicBezTo>
                      <a:pt x="34" y="23"/>
                      <a:pt x="62" y="1"/>
                      <a:pt x="83" y="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37"/>
              <p:cNvSpPr/>
              <p:nvPr/>
            </p:nvSpPr>
            <p:spPr>
              <a:xfrm>
                <a:off x="-1717628" y="3424698"/>
                <a:ext cx="266837" cy="428011"/>
              </a:xfrm>
              <a:custGeom>
                <a:rect b="b" l="l" r="r" t="t"/>
                <a:pathLst>
                  <a:path extrusionOk="0" h="717" w="447">
                    <a:moveTo>
                      <a:pt x="223" y="70"/>
                    </a:moveTo>
                    <a:cubicBezTo>
                      <a:pt x="101" y="142"/>
                      <a:pt x="0" y="328"/>
                      <a:pt x="0" y="488"/>
                    </a:cubicBezTo>
                    <a:cubicBezTo>
                      <a:pt x="0" y="645"/>
                      <a:pt x="101" y="717"/>
                      <a:pt x="223" y="645"/>
                    </a:cubicBezTo>
                    <a:cubicBezTo>
                      <a:pt x="346" y="574"/>
                      <a:pt x="446" y="388"/>
                      <a:pt x="446" y="228"/>
                    </a:cubicBezTo>
                    <a:cubicBezTo>
                      <a:pt x="446" y="70"/>
                      <a:pt x="346" y="1"/>
                      <a:pt x="223" y="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37"/>
              <p:cNvSpPr/>
              <p:nvPr/>
            </p:nvSpPr>
            <p:spPr>
              <a:xfrm>
                <a:off x="-1665096" y="3509465"/>
                <a:ext cx="161773" cy="260269"/>
              </a:xfrm>
              <a:custGeom>
                <a:rect b="b" l="l" r="r" t="t"/>
                <a:pathLst>
                  <a:path extrusionOk="0" h="436" w="271">
                    <a:moveTo>
                      <a:pt x="135" y="43"/>
                    </a:moveTo>
                    <a:cubicBezTo>
                      <a:pt x="62" y="86"/>
                      <a:pt x="0" y="199"/>
                      <a:pt x="0" y="297"/>
                    </a:cubicBezTo>
                    <a:cubicBezTo>
                      <a:pt x="0" y="391"/>
                      <a:pt x="62" y="436"/>
                      <a:pt x="135" y="393"/>
                    </a:cubicBezTo>
                    <a:cubicBezTo>
                      <a:pt x="209" y="350"/>
                      <a:pt x="270" y="237"/>
                      <a:pt x="270" y="141"/>
                    </a:cubicBezTo>
                    <a:cubicBezTo>
                      <a:pt x="270" y="43"/>
                      <a:pt x="209" y="0"/>
                      <a:pt x="135" y="43"/>
                    </a:cubicBez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37"/>
              <p:cNvSpPr/>
              <p:nvPr/>
            </p:nvSpPr>
            <p:spPr>
              <a:xfrm>
                <a:off x="-1626295" y="3572741"/>
                <a:ext cx="83573" cy="132522"/>
              </a:xfrm>
              <a:custGeom>
                <a:rect b="b" l="l" r="r" t="t"/>
                <a:pathLst>
                  <a:path extrusionOk="0" h="222" w="140">
                    <a:moveTo>
                      <a:pt x="70" y="25"/>
                    </a:moveTo>
                    <a:cubicBezTo>
                      <a:pt x="32" y="48"/>
                      <a:pt x="1" y="103"/>
                      <a:pt x="1" y="152"/>
                    </a:cubicBezTo>
                    <a:cubicBezTo>
                      <a:pt x="1" y="201"/>
                      <a:pt x="32" y="221"/>
                      <a:pt x="70" y="201"/>
                    </a:cubicBezTo>
                    <a:cubicBezTo>
                      <a:pt x="109" y="178"/>
                      <a:pt x="138" y="121"/>
                      <a:pt x="138" y="72"/>
                    </a:cubicBezTo>
                    <a:cubicBezTo>
                      <a:pt x="140" y="25"/>
                      <a:pt x="109" y="0"/>
                      <a:pt x="70" y="25"/>
                    </a:cubicBezTo>
                    <a:close/>
                  </a:path>
                </a:pathLst>
              </a:custGeom>
              <a:solidFill>
                <a:srgbClr val="6D6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37"/>
              <p:cNvSpPr/>
              <p:nvPr/>
            </p:nvSpPr>
            <p:spPr>
              <a:xfrm>
                <a:off x="-1676438" y="3444397"/>
                <a:ext cx="266837" cy="430399"/>
              </a:xfrm>
              <a:custGeom>
                <a:rect b="b" l="l" r="r" t="t"/>
                <a:pathLst>
                  <a:path extrusionOk="0" h="721" w="447">
                    <a:moveTo>
                      <a:pt x="224" y="72"/>
                    </a:moveTo>
                    <a:cubicBezTo>
                      <a:pt x="101" y="144"/>
                      <a:pt x="1" y="332"/>
                      <a:pt x="1" y="490"/>
                    </a:cubicBezTo>
                    <a:cubicBezTo>
                      <a:pt x="1" y="649"/>
                      <a:pt x="101" y="721"/>
                      <a:pt x="224" y="649"/>
                    </a:cubicBezTo>
                    <a:cubicBezTo>
                      <a:pt x="347" y="578"/>
                      <a:pt x="447" y="389"/>
                      <a:pt x="447" y="232"/>
                    </a:cubicBezTo>
                    <a:cubicBezTo>
                      <a:pt x="447" y="72"/>
                      <a:pt x="347" y="1"/>
                      <a:pt x="224" y="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37"/>
              <p:cNvSpPr/>
              <p:nvPr/>
            </p:nvSpPr>
            <p:spPr>
              <a:xfrm>
                <a:off x="-1623907" y="3528567"/>
                <a:ext cx="162370" cy="262060"/>
              </a:xfrm>
              <a:custGeom>
                <a:rect b="b" l="l" r="r" t="t"/>
                <a:pathLst>
                  <a:path extrusionOk="0" h="439" w="272">
                    <a:moveTo>
                      <a:pt x="136" y="44"/>
                    </a:moveTo>
                    <a:cubicBezTo>
                      <a:pt x="62" y="89"/>
                      <a:pt x="1" y="201"/>
                      <a:pt x="1" y="297"/>
                    </a:cubicBezTo>
                    <a:cubicBezTo>
                      <a:pt x="1" y="392"/>
                      <a:pt x="60" y="439"/>
                      <a:pt x="136" y="396"/>
                    </a:cubicBezTo>
                    <a:cubicBezTo>
                      <a:pt x="210" y="351"/>
                      <a:pt x="271" y="238"/>
                      <a:pt x="271" y="142"/>
                    </a:cubicBezTo>
                    <a:cubicBezTo>
                      <a:pt x="269" y="48"/>
                      <a:pt x="210" y="1"/>
                      <a:pt x="136" y="4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37"/>
              <p:cNvSpPr/>
              <p:nvPr/>
            </p:nvSpPr>
            <p:spPr>
              <a:xfrm>
                <a:off x="-1583315" y="3593634"/>
                <a:ext cx="82379" cy="131328"/>
              </a:xfrm>
              <a:custGeom>
                <a:rect b="b" l="l" r="r" t="t"/>
                <a:pathLst>
                  <a:path extrusionOk="0" h="220" w="138">
                    <a:moveTo>
                      <a:pt x="68" y="23"/>
                    </a:moveTo>
                    <a:cubicBezTo>
                      <a:pt x="29" y="45"/>
                      <a:pt x="0" y="103"/>
                      <a:pt x="0" y="150"/>
                    </a:cubicBezTo>
                    <a:cubicBezTo>
                      <a:pt x="0" y="199"/>
                      <a:pt x="31" y="219"/>
                      <a:pt x="68" y="199"/>
                    </a:cubicBezTo>
                    <a:cubicBezTo>
                      <a:pt x="107" y="176"/>
                      <a:pt x="138" y="119"/>
                      <a:pt x="138" y="70"/>
                    </a:cubicBezTo>
                    <a:cubicBezTo>
                      <a:pt x="133" y="23"/>
                      <a:pt x="107" y="0"/>
                      <a:pt x="68" y="2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37"/>
              <p:cNvSpPr/>
              <p:nvPr/>
            </p:nvSpPr>
            <p:spPr>
              <a:xfrm>
                <a:off x="-2014311" y="3593634"/>
                <a:ext cx="265643" cy="429205"/>
              </a:xfrm>
              <a:custGeom>
                <a:rect b="b" l="l" r="r" t="t"/>
                <a:pathLst>
                  <a:path extrusionOk="0" h="719" w="445">
                    <a:moveTo>
                      <a:pt x="221" y="72"/>
                    </a:moveTo>
                    <a:cubicBezTo>
                      <a:pt x="98" y="143"/>
                      <a:pt x="0" y="330"/>
                      <a:pt x="0" y="487"/>
                    </a:cubicBezTo>
                    <a:cubicBezTo>
                      <a:pt x="0" y="647"/>
                      <a:pt x="98" y="718"/>
                      <a:pt x="221" y="647"/>
                    </a:cubicBezTo>
                    <a:cubicBezTo>
                      <a:pt x="344" y="575"/>
                      <a:pt x="444" y="389"/>
                      <a:pt x="444" y="229"/>
                    </a:cubicBezTo>
                    <a:cubicBezTo>
                      <a:pt x="442" y="72"/>
                      <a:pt x="344" y="0"/>
                      <a:pt x="221"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37"/>
              <p:cNvSpPr/>
              <p:nvPr/>
            </p:nvSpPr>
            <p:spPr>
              <a:xfrm>
                <a:off x="-1962973" y="3676610"/>
                <a:ext cx="162967" cy="263254"/>
              </a:xfrm>
              <a:custGeom>
                <a:rect b="b" l="l" r="r" t="t"/>
                <a:pathLst>
                  <a:path extrusionOk="0" h="441" w="273">
                    <a:moveTo>
                      <a:pt x="135" y="47"/>
                    </a:moveTo>
                    <a:cubicBezTo>
                      <a:pt x="62" y="90"/>
                      <a:pt x="0" y="203"/>
                      <a:pt x="0" y="301"/>
                    </a:cubicBezTo>
                    <a:cubicBezTo>
                      <a:pt x="0" y="395"/>
                      <a:pt x="62" y="440"/>
                      <a:pt x="135" y="397"/>
                    </a:cubicBezTo>
                    <a:cubicBezTo>
                      <a:pt x="211" y="354"/>
                      <a:pt x="272" y="242"/>
                      <a:pt x="272" y="144"/>
                    </a:cubicBezTo>
                    <a:cubicBezTo>
                      <a:pt x="268" y="47"/>
                      <a:pt x="211" y="0"/>
                      <a:pt x="135" y="47"/>
                    </a:cubicBez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37"/>
              <p:cNvSpPr/>
              <p:nvPr/>
            </p:nvSpPr>
            <p:spPr>
              <a:xfrm>
                <a:off x="-1922978" y="3742274"/>
                <a:ext cx="82379" cy="130135"/>
              </a:xfrm>
              <a:custGeom>
                <a:rect b="b" l="l" r="r" t="t"/>
                <a:pathLst>
                  <a:path extrusionOk="0" h="218" w="138">
                    <a:moveTo>
                      <a:pt x="68" y="21"/>
                    </a:moveTo>
                    <a:cubicBezTo>
                      <a:pt x="31" y="44"/>
                      <a:pt x="1" y="101"/>
                      <a:pt x="1" y="150"/>
                    </a:cubicBezTo>
                    <a:cubicBezTo>
                      <a:pt x="1" y="197"/>
                      <a:pt x="31" y="218"/>
                      <a:pt x="68" y="197"/>
                    </a:cubicBezTo>
                    <a:cubicBezTo>
                      <a:pt x="107" y="175"/>
                      <a:pt x="138" y="117"/>
                      <a:pt x="138" y="70"/>
                    </a:cubicBezTo>
                    <a:cubicBezTo>
                      <a:pt x="136" y="21"/>
                      <a:pt x="105" y="1"/>
                      <a:pt x="68" y="21"/>
                    </a:cubicBezTo>
                    <a:close/>
                  </a:path>
                </a:pathLst>
              </a:custGeom>
              <a:solidFill>
                <a:srgbClr val="6D6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37"/>
              <p:cNvSpPr/>
              <p:nvPr/>
            </p:nvSpPr>
            <p:spPr>
              <a:xfrm>
                <a:off x="-2313382" y="3760779"/>
                <a:ext cx="265046" cy="429205"/>
              </a:xfrm>
              <a:custGeom>
                <a:rect b="b" l="l" r="r" t="t"/>
                <a:pathLst>
                  <a:path extrusionOk="0" h="719" w="444">
                    <a:moveTo>
                      <a:pt x="221" y="72"/>
                    </a:moveTo>
                    <a:cubicBezTo>
                      <a:pt x="98" y="144"/>
                      <a:pt x="0" y="330"/>
                      <a:pt x="0" y="489"/>
                    </a:cubicBezTo>
                    <a:cubicBezTo>
                      <a:pt x="0" y="647"/>
                      <a:pt x="98" y="719"/>
                      <a:pt x="221" y="647"/>
                    </a:cubicBezTo>
                    <a:cubicBezTo>
                      <a:pt x="344" y="575"/>
                      <a:pt x="444" y="389"/>
                      <a:pt x="444" y="232"/>
                    </a:cubicBezTo>
                    <a:cubicBezTo>
                      <a:pt x="444" y="74"/>
                      <a:pt x="344" y="1"/>
                      <a:pt x="221"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37"/>
              <p:cNvSpPr/>
              <p:nvPr/>
            </p:nvSpPr>
            <p:spPr>
              <a:xfrm>
                <a:off x="-2262641" y="3846143"/>
                <a:ext cx="163564" cy="262060"/>
              </a:xfrm>
              <a:custGeom>
                <a:rect b="b" l="l" r="r" t="t"/>
                <a:pathLst>
                  <a:path extrusionOk="0" h="439" w="274">
                    <a:moveTo>
                      <a:pt x="136" y="44"/>
                    </a:moveTo>
                    <a:cubicBezTo>
                      <a:pt x="62" y="89"/>
                      <a:pt x="1" y="201"/>
                      <a:pt x="1" y="297"/>
                    </a:cubicBezTo>
                    <a:cubicBezTo>
                      <a:pt x="1" y="392"/>
                      <a:pt x="62" y="439"/>
                      <a:pt x="136" y="396"/>
                    </a:cubicBezTo>
                    <a:cubicBezTo>
                      <a:pt x="212" y="351"/>
                      <a:pt x="273" y="238"/>
                      <a:pt x="273" y="142"/>
                    </a:cubicBezTo>
                    <a:cubicBezTo>
                      <a:pt x="273" y="44"/>
                      <a:pt x="212" y="1"/>
                      <a:pt x="136" y="44"/>
                    </a:cubicBez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37"/>
              <p:cNvSpPr/>
              <p:nvPr/>
            </p:nvSpPr>
            <p:spPr>
              <a:xfrm>
                <a:off x="-2222049" y="3912404"/>
                <a:ext cx="82379" cy="130135"/>
              </a:xfrm>
              <a:custGeom>
                <a:rect b="b" l="l" r="r" t="t"/>
                <a:pathLst>
                  <a:path extrusionOk="0" h="218" w="138">
                    <a:moveTo>
                      <a:pt x="68" y="21"/>
                    </a:moveTo>
                    <a:cubicBezTo>
                      <a:pt x="31" y="43"/>
                      <a:pt x="0" y="100"/>
                      <a:pt x="0" y="148"/>
                    </a:cubicBezTo>
                    <a:cubicBezTo>
                      <a:pt x="0" y="197"/>
                      <a:pt x="31" y="217"/>
                      <a:pt x="68" y="197"/>
                    </a:cubicBezTo>
                    <a:cubicBezTo>
                      <a:pt x="107" y="174"/>
                      <a:pt x="138" y="117"/>
                      <a:pt x="138" y="68"/>
                    </a:cubicBezTo>
                    <a:cubicBezTo>
                      <a:pt x="135" y="21"/>
                      <a:pt x="107" y="0"/>
                      <a:pt x="68" y="21"/>
                    </a:cubicBezTo>
                    <a:close/>
                  </a:path>
                </a:pathLst>
              </a:custGeom>
              <a:solidFill>
                <a:srgbClr val="6D6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37"/>
              <p:cNvSpPr/>
              <p:nvPr/>
            </p:nvSpPr>
            <p:spPr>
              <a:xfrm>
                <a:off x="-2613049" y="3930312"/>
                <a:ext cx="265643" cy="429802"/>
              </a:xfrm>
              <a:custGeom>
                <a:rect b="b" l="l" r="r" t="t"/>
                <a:pathLst>
                  <a:path extrusionOk="0" h="720" w="445">
                    <a:moveTo>
                      <a:pt x="222" y="73"/>
                    </a:moveTo>
                    <a:cubicBezTo>
                      <a:pt x="99" y="144"/>
                      <a:pt x="1" y="330"/>
                      <a:pt x="1" y="490"/>
                    </a:cubicBezTo>
                    <a:cubicBezTo>
                      <a:pt x="1" y="647"/>
                      <a:pt x="99" y="719"/>
                      <a:pt x="222" y="647"/>
                    </a:cubicBezTo>
                    <a:cubicBezTo>
                      <a:pt x="344" y="576"/>
                      <a:pt x="445" y="390"/>
                      <a:pt x="445" y="230"/>
                    </a:cubicBezTo>
                    <a:cubicBezTo>
                      <a:pt x="445" y="73"/>
                      <a:pt x="344" y="1"/>
                      <a:pt x="222" y="7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37"/>
              <p:cNvSpPr/>
              <p:nvPr/>
            </p:nvSpPr>
            <p:spPr>
              <a:xfrm>
                <a:off x="-2561712" y="4016273"/>
                <a:ext cx="162967" cy="259075"/>
              </a:xfrm>
              <a:custGeom>
                <a:rect b="b" l="l" r="r" t="t"/>
                <a:pathLst>
                  <a:path extrusionOk="0" h="434" w="273">
                    <a:moveTo>
                      <a:pt x="136" y="41"/>
                    </a:moveTo>
                    <a:cubicBezTo>
                      <a:pt x="62" y="84"/>
                      <a:pt x="1" y="197"/>
                      <a:pt x="1" y="295"/>
                    </a:cubicBezTo>
                    <a:cubicBezTo>
                      <a:pt x="1" y="389"/>
                      <a:pt x="62" y="434"/>
                      <a:pt x="136" y="391"/>
                    </a:cubicBezTo>
                    <a:cubicBezTo>
                      <a:pt x="211" y="348"/>
                      <a:pt x="273" y="235"/>
                      <a:pt x="273" y="137"/>
                    </a:cubicBezTo>
                    <a:cubicBezTo>
                      <a:pt x="269" y="43"/>
                      <a:pt x="211" y="0"/>
                      <a:pt x="136" y="41"/>
                    </a:cubicBez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37"/>
              <p:cNvSpPr/>
              <p:nvPr/>
            </p:nvSpPr>
            <p:spPr>
              <a:xfrm>
                <a:off x="-2519926" y="4079549"/>
                <a:ext cx="81185" cy="130135"/>
              </a:xfrm>
              <a:custGeom>
                <a:rect b="b" l="l" r="r" t="t"/>
                <a:pathLst>
                  <a:path extrusionOk="0" h="218" w="136">
                    <a:moveTo>
                      <a:pt x="66" y="21"/>
                    </a:moveTo>
                    <a:cubicBezTo>
                      <a:pt x="29" y="43"/>
                      <a:pt x="0" y="101"/>
                      <a:pt x="0" y="150"/>
                    </a:cubicBezTo>
                    <a:cubicBezTo>
                      <a:pt x="0" y="197"/>
                      <a:pt x="31" y="217"/>
                      <a:pt x="66" y="197"/>
                    </a:cubicBezTo>
                    <a:cubicBezTo>
                      <a:pt x="105" y="174"/>
                      <a:pt x="135" y="119"/>
                      <a:pt x="135" y="70"/>
                    </a:cubicBezTo>
                    <a:cubicBezTo>
                      <a:pt x="135" y="21"/>
                      <a:pt x="105" y="1"/>
                      <a:pt x="66" y="21"/>
                    </a:cubicBezTo>
                    <a:close/>
                  </a:path>
                </a:pathLst>
              </a:custGeom>
              <a:solidFill>
                <a:srgbClr val="6D6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37"/>
              <p:cNvSpPr/>
              <p:nvPr/>
            </p:nvSpPr>
            <p:spPr>
              <a:xfrm>
                <a:off x="-2912120" y="4100442"/>
                <a:ext cx="265643" cy="429205"/>
              </a:xfrm>
              <a:custGeom>
                <a:rect b="b" l="l" r="r" t="t"/>
                <a:pathLst>
                  <a:path extrusionOk="0" h="719" w="445">
                    <a:moveTo>
                      <a:pt x="221" y="72"/>
                    </a:moveTo>
                    <a:cubicBezTo>
                      <a:pt x="99" y="143"/>
                      <a:pt x="1" y="330"/>
                      <a:pt x="1" y="487"/>
                    </a:cubicBezTo>
                    <a:cubicBezTo>
                      <a:pt x="1" y="647"/>
                      <a:pt x="99" y="718"/>
                      <a:pt x="221" y="647"/>
                    </a:cubicBezTo>
                    <a:cubicBezTo>
                      <a:pt x="344" y="575"/>
                      <a:pt x="444" y="387"/>
                      <a:pt x="444" y="229"/>
                    </a:cubicBezTo>
                    <a:cubicBezTo>
                      <a:pt x="444" y="72"/>
                      <a:pt x="344" y="0"/>
                      <a:pt x="221"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37"/>
              <p:cNvSpPr/>
              <p:nvPr/>
            </p:nvSpPr>
            <p:spPr>
              <a:xfrm>
                <a:off x="-2860783" y="4183418"/>
                <a:ext cx="162967" cy="262060"/>
              </a:xfrm>
              <a:custGeom>
                <a:rect b="b" l="l" r="r" t="t"/>
                <a:pathLst>
                  <a:path extrusionOk="0" h="439" w="273">
                    <a:moveTo>
                      <a:pt x="135" y="43"/>
                    </a:moveTo>
                    <a:cubicBezTo>
                      <a:pt x="62" y="88"/>
                      <a:pt x="0" y="201"/>
                      <a:pt x="0" y="297"/>
                    </a:cubicBezTo>
                    <a:cubicBezTo>
                      <a:pt x="0" y="395"/>
                      <a:pt x="62" y="438"/>
                      <a:pt x="135" y="395"/>
                    </a:cubicBezTo>
                    <a:cubicBezTo>
                      <a:pt x="209" y="350"/>
                      <a:pt x="273" y="238"/>
                      <a:pt x="273" y="142"/>
                    </a:cubicBezTo>
                    <a:cubicBezTo>
                      <a:pt x="273" y="43"/>
                      <a:pt x="213" y="0"/>
                      <a:pt x="135" y="43"/>
                    </a:cubicBez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37"/>
              <p:cNvSpPr/>
              <p:nvPr/>
            </p:nvSpPr>
            <p:spPr>
              <a:xfrm>
                <a:off x="-2820787" y="4247888"/>
                <a:ext cx="82976" cy="131328"/>
              </a:xfrm>
              <a:custGeom>
                <a:rect b="b" l="l" r="r" t="t"/>
                <a:pathLst>
                  <a:path extrusionOk="0" h="220" w="139">
                    <a:moveTo>
                      <a:pt x="68" y="23"/>
                    </a:moveTo>
                    <a:cubicBezTo>
                      <a:pt x="32" y="46"/>
                      <a:pt x="1" y="103"/>
                      <a:pt x="1" y="152"/>
                    </a:cubicBezTo>
                    <a:cubicBezTo>
                      <a:pt x="1" y="199"/>
                      <a:pt x="32" y="220"/>
                      <a:pt x="68" y="199"/>
                    </a:cubicBezTo>
                    <a:cubicBezTo>
                      <a:pt x="107" y="177"/>
                      <a:pt x="136" y="120"/>
                      <a:pt x="136" y="72"/>
                    </a:cubicBezTo>
                    <a:cubicBezTo>
                      <a:pt x="138" y="23"/>
                      <a:pt x="107" y="1"/>
                      <a:pt x="68" y="23"/>
                    </a:cubicBezTo>
                    <a:close/>
                  </a:path>
                </a:pathLst>
              </a:custGeom>
              <a:solidFill>
                <a:srgbClr val="6D6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37"/>
              <p:cNvSpPr/>
              <p:nvPr/>
            </p:nvSpPr>
            <p:spPr>
              <a:xfrm>
                <a:off x="-1975509" y="3612737"/>
                <a:ext cx="266837" cy="429802"/>
              </a:xfrm>
              <a:custGeom>
                <a:rect b="b" l="l" r="r" t="t"/>
                <a:pathLst>
                  <a:path extrusionOk="0" h="720" w="447">
                    <a:moveTo>
                      <a:pt x="224" y="73"/>
                    </a:moveTo>
                    <a:cubicBezTo>
                      <a:pt x="101" y="144"/>
                      <a:pt x="1" y="330"/>
                      <a:pt x="1" y="490"/>
                    </a:cubicBezTo>
                    <a:cubicBezTo>
                      <a:pt x="1" y="647"/>
                      <a:pt x="101" y="719"/>
                      <a:pt x="224" y="647"/>
                    </a:cubicBezTo>
                    <a:cubicBezTo>
                      <a:pt x="347" y="576"/>
                      <a:pt x="447" y="390"/>
                      <a:pt x="447" y="230"/>
                    </a:cubicBezTo>
                    <a:cubicBezTo>
                      <a:pt x="447" y="73"/>
                      <a:pt x="347" y="1"/>
                      <a:pt x="224" y="7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37"/>
              <p:cNvSpPr/>
              <p:nvPr/>
            </p:nvSpPr>
            <p:spPr>
              <a:xfrm>
                <a:off x="-1922978" y="3698697"/>
                <a:ext cx="161773" cy="261463"/>
              </a:xfrm>
              <a:custGeom>
                <a:rect b="b" l="l" r="r" t="t"/>
                <a:pathLst>
                  <a:path extrusionOk="0" h="438" w="271">
                    <a:moveTo>
                      <a:pt x="136" y="43"/>
                    </a:moveTo>
                    <a:cubicBezTo>
                      <a:pt x="62" y="86"/>
                      <a:pt x="1" y="199"/>
                      <a:pt x="1" y="297"/>
                    </a:cubicBezTo>
                    <a:cubicBezTo>
                      <a:pt x="1" y="393"/>
                      <a:pt x="62" y="438"/>
                      <a:pt x="136" y="393"/>
                    </a:cubicBezTo>
                    <a:cubicBezTo>
                      <a:pt x="209" y="350"/>
                      <a:pt x="271" y="238"/>
                      <a:pt x="271" y="141"/>
                    </a:cubicBezTo>
                    <a:cubicBezTo>
                      <a:pt x="271" y="43"/>
                      <a:pt x="209" y="0"/>
                      <a:pt x="136" y="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37"/>
              <p:cNvSpPr/>
              <p:nvPr/>
            </p:nvSpPr>
            <p:spPr>
              <a:xfrm>
                <a:off x="-1883579" y="3761973"/>
                <a:ext cx="83573" cy="132522"/>
              </a:xfrm>
              <a:custGeom>
                <a:rect b="b" l="l" r="r" t="t"/>
                <a:pathLst>
                  <a:path extrusionOk="0" h="222" w="140">
                    <a:moveTo>
                      <a:pt x="70" y="25"/>
                    </a:moveTo>
                    <a:cubicBezTo>
                      <a:pt x="31" y="48"/>
                      <a:pt x="0" y="103"/>
                      <a:pt x="0" y="152"/>
                    </a:cubicBezTo>
                    <a:cubicBezTo>
                      <a:pt x="0" y="201"/>
                      <a:pt x="31" y="222"/>
                      <a:pt x="70" y="201"/>
                    </a:cubicBezTo>
                    <a:cubicBezTo>
                      <a:pt x="109" y="179"/>
                      <a:pt x="135" y="121"/>
                      <a:pt x="135" y="72"/>
                    </a:cubicBezTo>
                    <a:cubicBezTo>
                      <a:pt x="139" y="25"/>
                      <a:pt x="105" y="1"/>
                      <a:pt x="70" y="2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37"/>
              <p:cNvSpPr/>
              <p:nvPr/>
            </p:nvSpPr>
            <p:spPr>
              <a:xfrm>
                <a:off x="-2274580" y="3781673"/>
                <a:ext cx="266837" cy="429205"/>
              </a:xfrm>
              <a:custGeom>
                <a:rect b="b" l="l" r="r" t="t"/>
                <a:pathLst>
                  <a:path extrusionOk="0" h="719" w="447">
                    <a:moveTo>
                      <a:pt x="223" y="70"/>
                    </a:moveTo>
                    <a:cubicBezTo>
                      <a:pt x="101" y="141"/>
                      <a:pt x="0" y="330"/>
                      <a:pt x="0" y="487"/>
                    </a:cubicBezTo>
                    <a:cubicBezTo>
                      <a:pt x="0" y="647"/>
                      <a:pt x="101" y="718"/>
                      <a:pt x="223" y="647"/>
                    </a:cubicBezTo>
                    <a:cubicBezTo>
                      <a:pt x="346" y="575"/>
                      <a:pt x="446" y="387"/>
                      <a:pt x="446" y="229"/>
                    </a:cubicBezTo>
                    <a:cubicBezTo>
                      <a:pt x="446" y="74"/>
                      <a:pt x="346" y="0"/>
                      <a:pt x="223" y="7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37"/>
              <p:cNvSpPr/>
              <p:nvPr/>
            </p:nvSpPr>
            <p:spPr>
              <a:xfrm>
                <a:off x="-2222049" y="3865842"/>
                <a:ext cx="161773" cy="262060"/>
              </a:xfrm>
              <a:custGeom>
                <a:rect b="b" l="l" r="r" t="t"/>
                <a:pathLst>
                  <a:path extrusionOk="0" h="439" w="271">
                    <a:moveTo>
                      <a:pt x="135" y="45"/>
                    </a:moveTo>
                    <a:cubicBezTo>
                      <a:pt x="62" y="88"/>
                      <a:pt x="0" y="201"/>
                      <a:pt x="0" y="297"/>
                    </a:cubicBezTo>
                    <a:cubicBezTo>
                      <a:pt x="0" y="393"/>
                      <a:pt x="60" y="438"/>
                      <a:pt x="135" y="395"/>
                    </a:cubicBezTo>
                    <a:cubicBezTo>
                      <a:pt x="209" y="352"/>
                      <a:pt x="271" y="240"/>
                      <a:pt x="271" y="142"/>
                    </a:cubicBezTo>
                    <a:cubicBezTo>
                      <a:pt x="271" y="45"/>
                      <a:pt x="211" y="0"/>
                      <a:pt x="135" y="4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37"/>
              <p:cNvSpPr/>
              <p:nvPr/>
            </p:nvSpPr>
            <p:spPr>
              <a:xfrm>
                <a:off x="-2183247" y="3931506"/>
                <a:ext cx="84170" cy="130135"/>
              </a:xfrm>
              <a:custGeom>
                <a:rect b="b" l="l" r="r" t="t"/>
                <a:pathLst>
                  <a:path extrusionOk="0" h="218" w="141">
                    <a:moveTo>
                      <a:pt x="70" y="21"/>
                    </a:moveTo>
                    <a:cubicBezTo>
                      <a:pt x="32" y="44"/>
                      <a:pt x="1" y="101"/>
                      <a:pt x="1" y="150"/>
                    </a:cubicBezTo>
                    <a:cubicBezTo>
                      <a:pt x="1" y="197"/>
                      <a:pt x="32" y="218"/>
                      <a:pt x="70" y="197"/>
                    </a:cubicBezTo>
                    <a:cubicBezTo>
                      <a:pt x="109" y="175"/>
                      <a:pt x="140" y="118"/>
                      <a:pt x="140" y="71"/>
                    </a:cubicBezTo>
                    <a:cubicBezTo>
                      <a:pt x="140" y="21"/>
                      <a:pt x="109" y="1"/>
                      <a:pt x="70" y="2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37"/>
              <p:cNvSpPr/>
              <p:nvPr/>
            </p:nvSpPr>
            <p:spPr>
              <a:xfrm>
                <a:off x="-2572457" y="3950012"/>
                <a:ext cx="266837" cy="429205"/>
              </a:xfrm>
              <a:custGeom>
                <a:rect b="b" l="l" r="r" t="t"/>
                <a:pathLst>
                  <a:path extrusionOk="0" h="719" w="447">
                    <a:moveTo>
                      <a:pt x="223" y="72"/>
                    </a:moveTo>
                    <a:cubicBezTo>
                      <a:pt x="101" y="144"/>
                      <a:pt x="0" y="330"/>
                      <a:pt x="0" y="490"/>
                    </a:cubicBezTo>
                    <a:cubicBezTo>
                      <a:pt x="0" y="647"/>
                      <a:pt x="101" y="719"/>
                      <a:pt x="223" y="647"/>
                    </a:cubicBezTo>
                    <a:cubicBezTo>
                      <a:pt x="346" y="576"/>
                      <a:pt x="446" y="389"/>
                      <a:pt x="446" y="230"/>
                    </a:cubicBezTo>
                    <a:cubicBezTo>
                      <a:pt x="446" y="74"/>
                      <a:pt x="346" y="1"/>
                      <a:pt x="223" y="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37"/>
              <p:cNvSpPr/>
              <p:nvPr/>
            </p:nvSpPr>
            <p:spPr>
              <a:xfrm>
                <a:off x="-2519926" y="4035375"/>
                <a:ext cx="161773" cy="262060"/>
              </a:xfrm>
              <a:custGeom>
                <a:rect b="b" l="l" r="r" t="t"/>
                <a:pathLst>
                  <a:path extrusionOk="0" h="439" w="271">
                    <a:moveTo>
                      <a:pt x="135" y="44"/>
                    </a:moveTo>
                    <a:cubicBezTo>
                      <a:pt x="62" y="87"/>
                      <a:pt x="0" y="201"/>
                      <a:pt x="0" y="298"/>
                    </a:cubicBezTo>
                    <a:cubicBezTo>
                      <a:pt x="0" y="394"/>
                      <a:pt x="62" y="439"/>
                      <a:pt x="135" y="394"/>
                    </a:cubicBezTo>
                    <a:cubicBezTo>
                      <a:pt x="209" y="351"/>
                      <a:pt x="270" y="238"/>
                      <a:pt x="270" y="142"/>
                    </a:cubicBezTo>
                    <a:cubicBezTo>
                      <a:pt x="268" y="44"/>
                      <a:pt x="207" y="1"/>
                      <a:pt x="135" y="4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37"/>
              <p:cNvSpPr/>
              <p:nvPr/>
            </p:nvSpPr>
            <p:spPr>
              <a:xfrm>
                <a:off x="-2481124" y="4100442"/>
                <a:ext cx="83573" cy="130135"/>
              </a:xfrm>
              <a:custGeom>
                <a:rect b="b" l="l" r="r" t="t"/>
                <a:pathLst>
                  <a:path extrusionOk="0" h="218" w="140">
                    <a:moveTo>
                      <a:pt x="70" y="21"/>
                    </a:moveTo>
                    <a:cubicBezTo>
                      <a:pt x="31" y="43"/>
                      <a:pt x="1" y="98"/>
                      <a:pt x="1" y="148"/>
                    </a:cubicBezTo>
                    <a:cubicBezTo>
                      <a:pt x="1" y="197"/>
                      <a:pt x="31" y="217"/>
                      <a:pt x="70" y="197"/>
                    </a:cubicBezTo>
                    <a:cubicBezTo>
                      <a:pt x="109" y="174"/>
                      <a:pt x="140" y="117"/>
                      <a:pt x="140" y="68"/>
                    </a:cubicBezTo>
                    <a:cubicBezTo>
                      <a:pt x="138" y="21"/>
                      <a:pt x="107" y="0"/>
                      <a:pt x="70" y="2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37"/>
              <p:cNvSpPr/>
              <p:nvPr/>
            </p:nvSpPr>
            <p:spPr>
              <a:xfrm>
                <a:off x="-2871528" y="4120142"/>
                <a:ext cx="266837" cy="429205"/>
              </a:xfrm>
              <a:custGeom>
                <a:rect b="b" l="l" r="r" t="t"/>
                <a:pathLst>
                  <a:path extrusionOk="0" h="719" w="447">
                    <a:moveTo>
                      <a:pt x="223" y="72"/>
                    </a:moveTo>
                    <a:cubicBezTo>
                      <a:pt x="100" y="143"/>
                      <a:pt x="0" y="329"/>
                      <a:pt x="0" y="489"/>
                    </a:cubicBezTo>
                    <a:cubicBezTo>
                      <a:pt x="0" y="647"/>
                      <a:pt x="100" y="718"/>
                      <a:pt x="223" y="647"/>
                    </a:cubicBezTo>
                    <a:cubicBezTo>
                      <a:pt x="346" y="575"/>
                      <a:pt x="446" y="389"/>
                      <a:pt x="446" y="229"/>
                    </a:cubicBezTo>
                    <a:cubicBezTo>
                      <a:pt x="446" y="72"/>
                      <a:pt x="346" y="0"/>
                      <a:pt x="223" y="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37"/>
              <p:cNvSpPr/>
              <p:nvPr/>
            </p:nvSpPr>
            <p:spPr>
              <a:xfrm>
                <a:off x="-2818996" y="4205505"/>
                <a:ext cx="161773" cy="259075"/>
              </a:xfrm>
              <a:custGeom>
                <a:rect b="b" l="l" r="r" t="t"/>
                <a:pathLst>
                  <a:path extrusionOk="0" h="434" w="271">
                    <a:moveTo>
                      <a:pt x="135" y="41"/>
                    </a:moveTo>
                    <a:cubicBezTo>
                      <a:pt x="61" y="84"/>
                      <a:pt x="0" y="197"/>
                      <a:pt x="0" y="293"/>
                    </a:cubicBezTo>
                    <a:cubicBezTo>
                      <a:pt x="0" y="389"/>
                      <a:pt x="61" y="434"/>
                      <a:pt x="135" y="391"/>
                    </a:cubicBezTo>
                    <a:cubicBezTo>
                      <a:pt x="209" y="348"/>
                      <a:pt x="270" y="236"/>
                      <a:pt x="270" y="137"/>
                    </a:cubicBezTo>
                    <a:cubicBezTo>
                      <a:pt x="270" y="41"/>
                      <a:pt x="209" y="0"/>
                      <a:pt x="135" y="4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37"/>
              <p:cNvSpPr/>
              <p:nvPr/>
            </p:nvSpPr>
            <p:spPr>
              <a:xfrm>
                <a:off x="-2780195" y="4267588"/>
                <a:ext cx="82379" cy="132522"/>
              </a:xfrm>
              <a:custGeom>
                <a:rect b="b" l="l" r="r" t="t"/>
                <a:pathLst>
                  <a:path extrusionOk="0" h="222" w="138">
                    <a:moveTo>
                      <a:pt x="70" y="23"/>
                    </a:moveTo>
                    <a:cubicBezTo>
                      <a:pt x="31" y="48"/>
                      <a:pt x="0" y="103"/>
                      <a:pt x="0" y="152"/>
                    </a:cubicBezTo>
                    <a:cubicBezTo>
                      <a:pt x="0" y="201"/>
                      <a:pt x="31" y="222"/>
                      <a:pt x="70" y="201"/>
                    </a:cubicBezTo>
                    <a:cubicBezTo>
                      <a:pt x="109" y="177"/>
                      <a:pt x="138" y="121"/>
                      <a:pt x="138" y="72"/>
                    </a:cubicBezTo>
                    <a:cubicBezTo>
                      <a:pt x="138" y="23"/>
                      <a:pt x="107" y="1"/>
                      <a:pt x="70" y="2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37"/>
              <p:cNvSpPr/>
              <p:nvPr/>
            </p:nvSpPr>
            <p:spPr>
              <a:xfrm>
                <a:off x="-4161532" y="1983668"/>
                <a:ext cx="3809735" cy="3114872"/>
              </a:xfrm>
              <a:custGeom>
                <a:rect b="b" l="l" r="r" t="t"/>
                <a:pathLst>
                  <a:path extrusionOk="0" h="5218" w="6382">
                    <a:moveTo>
                      <a:pt x="5760" y="156"/>
                    </a:moveTo>
                    <a:cubicBezTo>
                      <a:pt x="6073" y="156"/>
                      <a:pt x="6218" y="512"/>
                      <a:pt x="6216" y="844"/>
                    </a:cubicBezTo>
                    <a:cubicBezTo>
                      <a:pt x="6218" y="1457"/>
                      <a:pt x="5833" y="2200"/>
                      <a:pt x="5377" y="2464"/>
                    </a:cubicBezTo>
                    <a:lnTo>
                      <a:pt x="1077" y="4948"/>
                    </a:lnTo>
                    <a:cubicBezTo>
                      <a:pt x="944" y="5023"/>
                      <a:pt x="825" y="5062"/>
                      <a:pt x="719" y="5062"/>
                    </a:cubicBezTo>
                    <a:cubicBezTo>
                      <a:pt x="479" y="5062"/>
                      <a:pt x="375" y="4854"/>
                      <a:pt x="328" y="4684"/>
                    </a:cubicBezTo>
                    <a:cubicBezTo>
                      <a:pt x="185" y="4154"/>
                      <a:pt x="430" y="3162"/>
                      <a:pt x="1148" y="2748"/>
                    </a:cubicBezTo>
                    <a:lnTo>
                      <a:pt x="5363" y="306"/>
                    </a:lnTo>
                    <a:cubicBezTo>
                      <a:pt x="5506" y="205"/>
                      <a:pt x="5643" y="156"/>
                      <a:pt x="5760" y="156"/>
                    </a:cubicBezTo>
                    <a:close/>
                    <a:moveTo>
                      <a:pt x="5760" y="1"/>
                    </a:moveTo>
                    <a:cubicBezTo>
                      <a:pt x="5613" y="1"/>
                      <a:pt x="5449" y="60"/>
                      <a:pt x="5281" y="173"/>
                    </a:cubicBezTo>
                    <a:lnTo>
                      <a:pt x="1073" y="2609"/>
                    </a:lnTo>
                    <a:cubicBezTo>
                      <a:pt x="326" y="3039"/>
                      <a:pt x="1" y="4068"/>
                      <a:pt x="176" y="4723"/>
                    </a:cubicBezTo>
                    <a:cubicBezTo>
                      <a:pt x="262" y="5036"/>
                      <a:pt x="459" y="5218"/>
                      <a:pt x="723" y="5218"/>
                    </a:cubicBezTo>
                    <a:cubicBezTo>
                      <a:pt x="856" y="5218"/>
                      <a:pt x="1003" y="5173"/>
                      <a:pt x="1159" y="5083"/>
                    </a:cubicBezTo>
                    <a:lnTo>
                      <a:pt x="5459" y="2599"/>
                    </a:lnTo>
                    <a:cubicBezTo>
                      <a:pt x="5960" y="2313"/>
                      <a:pt x="6382" y="1506"/>
                      <a:pt x="6376" y="842"/>
                    </a:cubicBezTo>
                    <a:cubicBezTo>
                      <a:pt x="6374" y="346"/>
                      <a:pt x="6120" y="1"/>
                      <a:pt x="57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37"/>
              <p:cNvSpPr/>
              <p:nvPr/>
            </p:nvSpPr>
            <p:spPr>
              <a:xfrm>
                <a:off x="-8938307" y="2593151"/>
                <a:ext cx="3305909" cy="3355442"/>
              </a:xfrm>
              <a:custGeom>
                <a:rect b="b" l="l" r="r" t="t"/>
                <a:pathLst>
                  <a:path extrusionOk="0" h="5621" w="5538">
                    <a:moveTo>
                      <a:pt x="5529" y="3200"/>
                    </a:moveTo>
                    <a:lnTo>
                      <a:pt x="1" y="1"/>
                    </a:lnTo>
                    <a:lnTo>
                      <a:pt x="9" y="2423"/>
                    </a:lnTo>
                    <a:lnTo>
                      <a:pt x="5537" y="562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37"/>
              <p:cNvSpPr/>
              <p:nvPr/>
            </p:nvSpPr>
            <p:spPr>
              <a:xfrm>
                <a:off x="-8938307" y="2717913"/>
                <a:ext cx="3153090" cy="2553144"/>
              </a:xfrm>
              <a:custGeom>
                <a:rect b="b" l="l" r="r" t="t"/>
                <a:pathLst>
                  <a:path extrusionOk="0" h="4277" w="5282">
                    <a:moveTo>
                      <a:pt x="1" y="0"/>
                    </a:moveTo>
                    <a:lnTo>
                      <a:pt x="5" y="1216"/>
                    </a:lnTo>
                    <a:lnTo>
                      <a:pt x="5281" y="4276"/>
                    </a:lnTo>
                    <a:lnTo>
                      <a:pt x="5144" y="2912"/>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37"/>
              <p:cNvSpPr/>
              <p:nvPr/>
            </p:nvSpPr>
            <p:spPr>
              <a:xfrm>
                <a:off x="-9708967" y="2498236"/>
                <a:ext cx="779020" cy="2368688"/>
              </a:xfrm>
              <a:custGeom>
                <a:rect b="b" l="l" r="r" t="t"/>
                <a:pathLst>
                  <a:path extrusionOk="0" h="3968" w="1305">
                    <a:moveTo>
                      <a:pt x="386" y="2905"/>
                    </a:moveTo>
                    <a:lnTo>
                      <a:pt x="7" y="3906"/>
                    </a:lnTo>
                    <a:cubicBezTo>
                      <a:pt x="1" y="3926"/>
                      <a:pt x="1" y="3947"/>
                      <a:pt x="11" y="3957"/>
                    </a:cubicBezTo>
                    <a:cubicBezTo>
                      <a:pt x="21" y="3967"/>
                      <a:pt x="36" y="3965"/>
                      <a:pt x="48" y="3947"/>
                    </a:cubicBezTo>
                    <a:lnTo>
                      <a:pt x="1304" y="2586"/>
                    </a:lnTo>
                    <a:lnTo>
                      <a:pt x="1302" y="2371"/>
                    </a:lnTo>
                    <a:lnTo>
                      <a:pt x="1302" y="2371"/>
                    </a:lnTo>
                    <a:cubicBezTo>
                      <a:pt x="1296" y="1561"/>
                      <a:pt x="1290" y="540"/>
                      <a:pt x="1286" y="160"/>
                    </a:cubicBezTo>
                    <a:lnTo>
                      <a:pt x="514" y="4"/>
                    </a:lnTo>
                    <a:cubicBezTo>
                      <a:pt x="502" y="0"/>
                      <a:pt x="486" y="10"/>
                      <a:pt x="476" y="29"/>
                    </a:cubicBezTo>
                    <a:lnTo>
                      <a:pt x="711" y="579"/>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37"/>
              <p:cNvSpPr/>
              <p:nvPr/>
            </p:nvSpPr>
            <p:spPr>
              <a:xfrm>
                <a:off x="-9400942" y="2565094"/>
                <a:ext cx="468606" cy="879901"/>
              </a:xfrm>
              <a:custGeom>
                <a:rect b="b" l="l" r="r" t="t"/>
                <a:pathLst>
                  <a:path extrusionOk="0" h="1474" w="785">
                    <a:moveTo>
                      <a:pt x="784" y="1474"/>
                    </a:moveTo>
                    <a:lnTo>
                      <a:pt x="776" y="256"/>
                    </a:lnTo>
                    <a:lnTo>
                      <a:pt x="357" y="17"/>
                    </a:lnTo>
                    <a:lnTo>
                      <a:pt x="1" y="1"/>
                    </a:lnTo>
                    <a:lnTo>
                      <a:pt x="121" y="283"/>
                    </a:lnTo>
                    <a:lnTo>
                      <a:pt x="780" y="147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37"/>
              <p:cNvSpPr/>
              <p:nvPr/>
            </p:nvSpPr>
            <p:spPr>
              <a:xfrm>
                <a:off x="-9439743" y="2507787"/>
                <a:ext cx="3800781" cy="2045142"/>
              </a:xfrm>
              <a:custGeom>
                <a:rect b="b" l="l" r="r" t="t"/>
                <a:pathLst>
                  <a:path extrusionOk="0" h="3426" w="6367">
                    <a:moveTo>
                      <a:pt x="6367" y="3425"/>
                    </a:moveTo>
                    <a:lnTo>
                      <a:pt x="839" y="227"/>
                    </a:lnTo>
                    <a:lnTo>
                      <a:pt x="0" y="0"/>
                    </a:lnTo>
                    <a:lnTo>
                      <a:pt x="27" y="95"/>
                    </a:lnTo>
                    <a:lnTo>
                      <a:pt x="5559" y="329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37"/>
              <p:cNvSpPr/>
              <p:nvPr/>
            </p:nvSpPr>
            <p:spPr>
              <a:xfrm>
                <a:off x="-6468735" y="4382201"/>
                <a:ext cx="786183" cy="2368688"/>
              </a:xfrm>
              <a:custGeom>
                <a:rect b="b" l="l" r="r" t="t"/>
                <a:pathLst>
                  <a:path extrusionOk="0" h="3968" w="1317">
                    <a:moveTo>
                      <a:pt x="394" y="2906"/>
                    </a:moveTo>
                    <a:lnTo>
                      <a:pt x="9" y="3907"/>
                    </a:lnTo>
                    <a:cubicBezTo>
                      <a:pt x="1" y="3927"/>
                      <a:pt x="1" y="3947"/>
                      <a:pt x="11" y="3958"/>
                    </a:cubicBezTo>
                    <a:cubicBezTo>
                      <a:pt x="21" y="3968"/>
                      <a:pt x="38" y="3964"/>
                      <a:pt x="50" y="3947"/>
                    </a:cubicBezTo>
                    <a:lnTo>
                      <a:pt x="1316" y="2587"/>
                    </a:lnTo>
                    <a:lnTo>
                      <a:pt x="1316" y="2372"/>
                    </a:lnTo>
                    <a:lnTo>
                      <a:pt x="1316" y="2372"/>
                    </a:lnTo>
                    <a:lnTo>
                      <a:pt x="1316" y="158"/>
                    </a:lnTo>
                    <a:lnTo>
                      <a:pt x="547" y="3"/>
                    </a:lnTo>
                    <a:cubicBezTo>
                      <a:pt x="533" y="1"/>
                      <a:pt x="518" y="11"/>
                      <a:pt x="508" y="30"/>
                    </a:cubicBezTo>
                    <a:lnTo>
                      <a:pt x="727" y="60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37"/>
              <p:cNvSpPr/>
              <p:nvPr/>
            </p:nvSpPr>
            <p:spPr>
              <a:xfrm>
                <a:off x="-6166679" y="4395931"/>
                <a:ext cx="228632" cy="397567"/>
              </a:xfrm>
              <a:custGeom>
                <a:rect b="b" l="l" r="r" t="t"/>
                <a:pathLst>
                  <a:path extrusionOk="0" h="666" w="383">
                    <a:moveTo>
                      <a:pt x="2" y="0"/>
                    </a:moveTo>
                    <a:cubicBezTo>
                      <a:pt x="0" y="2"/>
                      <a:pt x="0" y="2"/>
                      <a:pt x="0" y="7"/>
                    </a:cubicBezTo>
                    <a:lnTo>
                      <a:pt x="215" y="565"/>
                    </a:lnTo>
                    <a:lnTo>
                      <a:pt x="383" y="665"/>
                    </a:lnTo>
                    <a:lnTo>
                      <a:pt x="164" y="9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37"/>
              <p:cNvSpPr/>
              <p:nvPr/>
            </p:nvSpPr>
            <p:spPr>
              <a:xfrm>
                <a:off x="-6422173" y="4406676"/>
                <a:ext cx="784392" cy="2367494"/>
              </a:xfrm>
              <a:custGeom>
                <a:rect b="b" l="l" r="r" t="t"/>
                <a:pathLst>
                  <a:path extrusionOk="0" h="3966" w="1314">
                    <a:moveTo>
                      <a:pt x="391" y="2906"/>
                    </a:moveTo>
                    <a:lnTo>
                      <a:pt x="9" y="3906"/>
                    </a:lnTo>
                    <a:cubicBezTo>
                      <a:pt x="1" y="3927"/>
                      <a:pt x="1" y="3947"/>
                      <a:pt x="11" y="3958"/>
                    </a:cubicBezTo>
                    <a:cubicBezTo>
                      <a:pt x="21" y="3966"/>
                      <a:pt x="35" y="3964"/>
                      <a:pt x="50" y="3947"/>
                    </a:cubicBezTo>
                    <a:lnTo>
                      <a:pt x="1314" y="2587"/>
                    </a:lnTo>
                    <a:lnTo>
                      <a:pt x="1314" y="2372"/>
                    </a:lnTo>
                    <a:lnTo>
                      <a:pt x="1314" y="2372"/>
                    </a:lnTo>
                    <a:lnTo>
                      <a:pt x="1314" y="158"/>
                    </a:lnTo>
                    <a:lnTo>
                      <a:pt x="545" y="3"/>
                    </a:lnTo>
                    <a:cubicBezTo>
                      <a:pt x="532" y="1"/>
                      <a:pt x="516" y="11"/>
                      <a:pt x="506" y="29"/>
                    </a:cubicBezTo>
                    <a:lnTo>
                      <a:pt x="727" y="60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37"/>
              <p:cNvSpPr/>
              <p:nvPr/>
            </p:nvSpPr>
            <p:spPr>
              <a:xfrm>
                <a:off x="-9449891" y="2484506"/>
                <a:ext cx="3812123" cy="2019473"/>
              </a:xfrm>
              <a:custGeom>
                <a:rect b="b" l="l" r="r" t="t"/>
                <a:pathLst>
                  <a:path extrusionOk="0" h="3383" w="6386">
                    <a:moveTo>
                      <a:pt x="6386" y="3382"/>
                    </a:moveTo>
                    <a:lnTo>
                      <a:pt x="858" y="183"/>
                    </a:lnTo>
                    <a:lnTo>
                      <a:pt x="40" y="1"/>
                    </a:lnTo>
                    <a:lnTo>
                      <a:pt x="1" y="29"/>
                    </a:lnTo>
                    <a:lnTo>
                      <a:pt x="5576" y="324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37"/>
              <p:cNvSpPr/>
              <p:nvPr/>
            </p:nvSpPr>
            <p:spPr>
              <a:xfrm>
                <a:off x="-3680392" y="3982844"/>
                <a:ext cx="363543" cy="585605"/>
              </a:xfrm>
              <a:custGeom>
                <a:rect b="b" l="l" r="r" t="t"/>
                <a:pathLst>
                  <a:path extrusionOk="0" h="981" w="609">
                    <a:moveTo>
                      <a:pt x="305" y="99"/>
                    </a:moveTo>
                    <a:cubicBezTo>
                      <a:pt x="473" y="1"/>
                      <a:pt x="608" y="99"/>
                      <a:pt x="608" y="316"/>
                    </a:cubicBezTo>
                    <a:cubicBezTo>
                      <a:pt x="608" y="533"/>
                      <a:pt x="473" y="787"/>
                      <a:pt x="305" y="885"/>
                    </a:cubicBezTo>
                    <a:cubicBezTo>
                      <a:pt x="136" y="981"/>
                      <a:pt x="1" y="885"/>
                      <a:pt x="1" y="666"/>
                    </a:cubicBezTo>
                    <a:cubicBezTo>
                      <a:pt x="3" y="449"/>
                      <a:pt x="138" y="197"/>
                      <a:pt x="305" y="9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37"/>
              <p:cNvSpPr/>
              <p:nvPr/>
            </p:nvSpPr>
            <p:spPr>
              <a:xfrm>
                <a:off x="-3640993" y="4043135"/>
                <a:ext cx="321756" cy="497257"/>
              </a:xfrm>
              <a:custGeom>
                <a:rect b="b" l="l" r="r" t="t"/>
                <a:pathLst>
                  <a:path extrusionOk="0" h="833" w="539">
                    <a:moveTo>
                      <a:pt x="477" y="16"/>
                    </a:moveTo>
                    <a:cubicBezTo>
                      <a:pt x="516" y="59"/>
                      <a:pt x="538" y="129"/>
                      <a:pt x="538" y="219"/>
                    </a:cubicBezTo>
                    <a:cubicBezTo>
                      <a:pt x="538" y="436"/>
                      <a:pt x="403" y="688"/>
                      <a:pt x="233" y="786"/>
                    </a:cubicBezTo>
                    <a:cubicBezTo>
                      <a:pt x="170" y="821"/>
                      <a:pt x="111" y="833"/>
                      <a:pt x="61" y="816"/>
                    </a:cubicBezTo>
                    <a:cubicBezTo>
                      <a:pt x="25" y="773"/>
                      <a:pt x="0" y="704"/>
                      <a:pt x="0" y="614"/>
                    </a:cubicBezTo>
                    <a:cubicBezTo>
                      <a:pt x="0" y="397"/>
                      <a:pt x="137" y="143"/>
                      <a:pt x="305" y="47"/>
                    </a:cubicBezTo>
                    <a:cubicBezTo>
                      <a:pt x="368" y="10"/>
                      <a:pt x="428" y="0"/>
                      <a:pt x="477" y="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37"/>
              <p:cNvSpPr/>
              <p:nvPr/>
            </p:nvSpPr>
            <p:spPr>
              <a:xfrm>
                <a:off x="-5531527" y="3536327"/>
                <a:ext cx="3088022" cy="2225420"/>
              </a:xfrm>
              <a:custGeom>
                <a:rect b="b" l="l" r="r" t="t"/>
                <a:pathLst>
                  <a:path extrusionOk="0" h="3728" w="5173">
                    <a:moveTo>
                      <a:pt x="5172" y="0"/>
                    </a:moveTo>
                    <a:lnTo>
                      <a:pt x="0" y="3243"/>
                    </a:lnTo>
                    <a:lnTo>
                      <a:pt x="0" y="3728"/>
                    </a:lnTo>
                    <a:lnTo>
                      <a:pt x="5172" y="485"/>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37"/>
              <p:cNvSpPr/>
              <p:nvPr/>
            </p:nvSpPr>
            <p:spPr>
              <a:xfrm>
                <a:off x="-5531527" y="3745856"/>
                <a:ext cx="3088022" cy="2015892"/>
              </a:xfrm>
              <a:custGeom>
                <a:rect b="b" l="l" r="r" t="t"/>
                <a:pathLst>
                  <a:path extrusionOk="0" h="3377" w="5173">
                    <a:moveTo>
                      <a:pt x="5172" y="1"/>
                    </a:moveTo>
                    <a:lnTo>
                      <a:pt x="0" y="3244"/>
                    </a:lnTo>
                    <a:lnTo>
                      <a:pt x="0" y="3377"/>
                    </a:lnTo>
                    <a:lnTo>
                      <a:pt x="5172" y="134"/>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37"/>
              <p:cNvSpPr/>
              <p:nvPr/>
            </p:nvSpPr>
            <p:spPr>
              <a:xfrm>
                <a:off x="-5335131" y="3857485"/>
                <a:ext cx="2488088" cy="1587880"/>
              </a:xfrm>
              <a:custGeom>
                <a:rect b="b" l="l" r="r" t="t"/>
                <a:pathLst>
                  <a:path extrusionOk="0" h="2660" w="4168">
                    <a:moveTo>
                      <a:pt x="64" y="2539"/>
                    </a:moveTo>
                    <a:lnTo>
                      <a:pt x="4105" y="23"/>
                    </a:lnTo>
                    <a:cubicBezTo>
                      <a:pt x="4141" y="0"/>
                      <a:pt x="4168" y="4"/>
                      <a:pt x="4168" y="33"/>
                    </a:cubicBezTo>
                    <a:lnTo>
                      <a:pt x="4168" y="33"/>
                    </a:lnTo>
                    <a:cubicBezTo>
                      <a:pt x="4168" y="59"/>
                      <a:pt x="4141" y="100"/>
                      <a:pt x="4105" y="121"/>
                    </a:cubicBezTo>
                    <a:lnTo>
                      <a:pt x="64" y="2635"/>
                    </a:lnTo>
                    <a:cubicBezTo>
                      <a:pt x="29" y="2660"/>
                      <a:pt x="0" y="2654"/>
                      <a:pt x="0" y="2627"/>
                    </a:cubicBezTo>
                    <a:lnTo>
                      <a:pt x="0" y="2627"/>
                    </a:lnTo>
                    <a:cubicBezTo>
                      <a:pt x="0" y="2598"/>
                      <a:pt x="31" y="2560"/>
                      <a:pt x="64" y="2539"/>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37"/>
              <p:cNvSpPr/>
              <p:nvPr/>
            </p:nvSpPr>
            <p:spPr>
              <a:xfrm>
                <a:off x="-5884920" y="5373134"/>
                <a:ext cx="536658" cy="685296"/>
              </a:xfrm>
              <a:custGeom>
                <a:rect b="b" l="l" r="r" t="t"/>
                <a:pathLst>
                  <a:path extrusionOk="0" h="1148" w="899">
                    <a:moveTo>
                      <a:pt x="678" y="88"/>
                    </a:moveTo>
                    <a:lnTo>
                      <a:pt x="1" y="583"/>
                    </a:lnTo>
                    <a:lnTo>
                      <a:pt x="1" y="1148"/>
                    </a:lnTo>
                    <a:lnTo>
                      <a:pt x="660" y="665"/>
                    </a:lnTo>
                    <a:cubicBezTo>
                      <a:pt x="668" y="661"/>
                      <a:pt x="674" y="657"/>
                      <a:pt x="678" y="653"/>
                    </a:cubicBezTo>
                    <a:cubicBezTo>
                      <a:pt x="799" y="563"/>
                      <a:pt x="895" y="366"/>
                      <a:pt x="895" y="211"/>
                    </a:cubicBezTo>
                    <a:cubicBezTo>
                      <a:pt x="899" y="53"/>
                      <a:pt x="799" y="0"/>
                      <a:pt x="678" y="8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37"/>
              <p:cNvSpPr/>
              <p:nvPr/>
            </p:nvSpPr>
            <p:spPr>
              <a:xfrm>
                <a:off x="-5615099" y="5484166"/>
                <a:ext cx="165952" cy="268029"/>
              </a:xfrm>
              <a:custGeom>
                <a:rect b="b" l="l" r="r" t="t"/>
                <a:pathLst>
                  <a:path extrusionOk="0" h="449" w="278">
                    <a:moveTo>
                      <a:pt x="140" y="47"/>
                    </a:moveTo>
                    <a:cubicBezTo>
                      <a:pt x="62" y="90"/>
                      <a:pt x="1" y="205"/>
                      <a:pt x="1" y="305"/>
                    </a:cubicBezTo>
                    <a:cubicBezTo>
                      <a:pt x="1" y="405"/>
                      <a:pt x="62" y="448"/>
                      <a:pt x="140" y="403"/>
                    </a:cubicBezTo>
                    <a:cubicBezTo>
                      <a:pt x="216" y="358"/>
                      <a:pt x="277" y="244"/>
                      <a:pt x="277" y="148"/>
                    </a:cubicBezTo>
                    <a:cubicBezTo>
                      <a:pt x="277" y="47"/>
                      <a:pt x="216" y="0"/>
                      <a:pt x="140" y="4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37"/>
              <p:cNvSpPr/>
              <p:nvPr/>
            </p:nvSpPr>
            <p:spPr>
              <a:xfrm>
                <a:off x="-5591818" y="5535504"/>
                <a:ext cx="142671" cy="200574"/>
              </a:xfrm>
              <a:custGeom>
                <a:rect b="b" l="l" r="r" t="t"/>
                <a:pathLst>
                  <a:path extrusionOk="0" h="336" w="239">
                    <a:moveTo>
                      <a:pt x="5" y="319"/>
                    </a:moveTo>
                    <a:cubicBezTo>
                      <a:pt x="31" y="336"/>
                      <a:pt x="64" y="334"/>
                      <a:pt x="101" y="313"/>
                    </a:cubicBezTo>
                    <a:cubicBezTo>
                      <a:pt x="177" y="270"/>
                      <a:pt x="238" y="156"/>
                      <a:pt x="238" y="58"/>
                    </a:cubicBezTo>
                    <a:cubicBezTo>
                      <a:pt x="238" y="43"/>
                      <a:pt x="236" y="27"/>
                      <a:pt x="232" y="15"/>
                    </a:cubicBezTo>
                    <a:cubicBezTo>
                      <a:pt x="207" y="0"/>
                      <a:pt x="175" y="0"/>
                      <a:pt x="138" y="21"/>
                    </a:cubicBezTo>
                    <a:cubicBezTo>
                      <a:pt x="62" y="64"/>
                      <a:pt x="1" y="178"/>
                      <a:pt x="1" y="276"/>
                    </a:cubicBezTo>
                    <a:cubicBezTo>
                      <a:pt x="1" y="293"/>
                      <a:pt x="3" y="307"/>
                      <a:pt x="5" y="3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37"/>
              <p:cNvSpPr/>
              <p:nvPr/>
            </p:nvSpPr>
            <p:spPr>
              <a:xfrm>
                <a:off x="-2768256" y="3413953"/>
                <a:ext cx="426819" cy="687087"/>
              </a:xfrm>
              <a:custGeom>
                <a:rect b="b" l="l" r="r" t="t"/>
                <a:pathLst>
                  <a:path extrusionOk="0" h="1151" w="715">
                    <a:moveTo>
                      <a:pt x="359" y="113"/>
                    </a:moveTo>
                    <a:cubicBezTo>
                      <a:pt x="557" y="0"/>
                      <a:pt x="715" y="117"/>
                      <a:pt x="715" y="369"/>
                    </a:cubicBezTo>
                    <a:cubicBezTo>
                      <a:pt x="715" y="622"/>
                      <a:pt x="553" y="923"/>
                      <a:pt x="359" y="1038"/>
                    </a:cubicBezTo>
                    <a:cubicBezTo>
                      <a:pt x="163" y="1150"/>
                      <a:pt x="5" y="1034"/>
                      <a:pt x="5" y="782"/>
                    </a:cubicBezTo>
                    <a:cubicBezTo>
                      <a:pt x="1" y="526"/>
                      <a:pt x="163" y="226"/>
                      <a:pt x="359" y="11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37"/>
              <p:cNvSpPr/>
              <p:nvPr/>
            </p:nvSpPr>
            <p:spPr>
              <a:xfrm>
                <a:off x="-2715724" y="3480811"/>
                <a:ext cx="375482" cy="584412"/>
              </a:xfrm>
              <a:custGeom>
                <a:rect b="b" l="l" r="r" t="t"/>
                <a:pathLst>
                  <a:path extrusionOk="0" h="979" w="629">
                    <a:moveTo>
                      <a:pt x="555" y="19"/>
                    </a:moveTo>
                    <a:cubicBezTo>
                      <a:pt x="602" y="71"/>
                      <a:pt x="629" y="152"/>
                      <a:pt x="629" y="257"/>
                    </a:cubicBezTo>
                    <a:cubicBezTo>
                      <a:pt x="629" y="512"/>
                      <a:pt x="469" y="811"/>
                      <a:pt x="275" y="926"/>
                    </a:cubicBezTo>
                    <a:cubicBezTo>
                      <a:pt x="199" y="969"/>
                      <a:pt x="132" y="979"/>
                      <a:pt x="75" y="961"/>
                    </a:cubicBezTo>
                    <a:cubicBezTo>
                      <a:pt x="30" y="909"/>
                      <a:pt x="1" y="828"/>
                      <a:pt x="1" y="723"/>
                    </a:cubicBezTo>
                    <a:cubicBezTo>
                      <a:pt x="1" y="467"/>
                      <a:pt x="163" y="169"/>
                      <a:pt x="357" y="54"/>
                    </a:cubicBezTo>
                    <a:cubicBezTo>
                      <a:pt x="431" y="15"/>
                      <a:pt x="496" y="1"/>
                      <a:pt x="555" y="19"/>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37"/>
              <p:cNvSpPr/>
              <p:nvPr/>
            </p:nvSpPr>
            <p:spPr>
              <a:xfrm>
                <a:off x="-4382402" y="4472937"/>
                <a:ext cx="152819" cy="278774"/>
              </a:xfrm>
              <a:custGeom>
                <a:rect b="b" l="l" r="r" t="t"/>
                <a:pathLst>
                  <a:path extrusionOk="0" h="467" w="256">
                    <a:moveTo>
                      <a:pt x="254" y="94"/>
                    </a:moveTo>
                    <a:lnTo>
                      <a:pt x="248" y="311"/>
                    </a:lnTo>
                    <a:lnTo>
                      <a:pt x="0" y="467"/>
                    </a:lnTo>
                    <a:lnTo>
                      <a:pt x="4" y="238"/>
                    </a:lnTo>
                    <a:lnTo>
                      <a:pt x="4" y="227"/>
                    </a:lnTo>
                    <a:cubicBezTo>
                      <a:pt x="8" y="158"/>
                      <a:pt x="64" y="74"/>
                      <a:pt x="133" y="35"/>
                    </a:cubicBezTo>
                    <a:cubicBezTo>
                      <a:pt x="203" y="0"/>
                      <a:pt x="256" y="25"/>
                      <a:pt x="254" y="9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37"/>
              <p:cNvSpPr/>
              <p:nvPr/>
            </p:nvSpPr>
            <p:spPr>
              <a:xfrm>
                <a:off x="-4500001" y="4551138"/>
                <a:ext cx="374288" cy="167742"/>
              </a:xfrm>
              <a:custGeom>
                <a:rect b="b" l="l" r="r" t="t"/>
                <a:pathLst>
                  <a:path extrusionOk="0" h="281" w="627">
                    <a:moveTo>
                      <a:pt x="1" y="49"/>
                    </a:moveTo>
                    <a:lnTo>
                      <a:pt x="21" y="281"/>
                    </a:lnTo>
                    <a:lnTo>
                      <a:pt x="525" y="240"/>
                    </a:lnTo>
                    <a:cubicBezTo>
                      <a:pt x="627" y="231"/>
                      <a:pt x="608" y="0"/>
                      <a:pt x="504" y="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37"/>
              <p:cNvSpPr/>
              <p:nvPr/>
            </p:nvSpPr>
            <p:spPr>
              <a:xfrm>
                <a:off x="-4500001" y="4566658"/>
                <a:ext cx="349813" cy="72828"/>
              </a:xfrm>
              <a:custGeom>
                <a:rect b="b" l="l" r="r" t="t"/>
                <a:pathLst>
                  <a:path extrusionOk="0" h="122" w="586">
                    <a:moveTo>
                      <a:pt x="1" y="44"/>
                    </a:moveTo>
                    <a:lnTo>
                      <a:pt x="7" y="122"/>
                    </a:lnTo>
                    <a:lnTo>
                      <a:pt x="586" y="74"/>
                    </a:lnTo>
                    <a:cubicBezTo>
                      <a:pt x="580" y="44"/>
                      <a:pt x="568" y="15"/>
                      <a:pt x="549"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37"/>
              <p:cNvSpPr/>
              <p:nvPr/>
            </p:nvSpPr>
            <p:spPr>
              <a:xfrm>
                <a:off x="-4492241" y="4664558"/>
                <a:ext cx="338471" cy="41189"/>
              </a:xfrm>
              <a:custGeom>
                <a:rect b="b" l="l" r="r" t="t"/>
                <a:pathLst>
                  <a:path extrusionOk="0" h="69" w="567">
                    <a:moveTo>
                      <a:pt x="0" y="48"/>
                    </a:moveTo>
                    <a:lnTo>
                      <a:pt x="2" y="68"/>
                    </a:lnTo>
                    <a:lnTo>
                      <a:pt x="555" y="21"/>
                    </a:lnTo>
                    <a:cubicBezTo>
                      <a:pt x="561" y="13"/>
                      <a:pt x="563" y="9"/>
                      <a:pt x="567"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37"/>
              <p:cNvSpPr/>
              <p:nvPr/>
            </p:nvSpPr>
            <p:spPr>
              <a:xfrm>
                <a:off x="-5173955" y="4506963"/>
                <a:ext cx="739621" cy="330112"/>
              </a:xfrm>
              <a:custGeom>
                <a:rect b="b" l="l" r="r" t="t"/>
                <a:pathLst>
                  <a:path extrusionOk="0" h="553" w="1239">
                    <a:moveTo>
                      <a:pt x="0" y="97"/>
                    </a:moveTo>
                    <a:lnTo>
                      <a:pt x="39" y="553"/>
                    </a:lnTo>
                    <a:lnTo>
                      <a:pt x="1034" y="473"/>
                    </a:lnTo>
                    <a:cubicBezTo>
                      <a:pt x="1238" y="459"/>
                      <a:pt x="1203" y="1"/>
                      <a:pt x="997" y="1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37"/>
              <p:cNvSpPr/>
              <p:nvPr/>
            </p:nvSpPr>
            <p:spPr>
              <a:xfrm>
                <a:off x="-5170373" y="4536214"/>
                <a:ext cx="691865" cy="145058"/>
              </a:xfrm>
              <a:custGeom>
                <a:rect b="b" l="l" r="r" t="t"/>
                <a:pathLst>
                  <a:path extrusionOk="0" h="243" w="1159">
                    <a:moveTo>
                      <a:pt x="1" y="89"/>
                    </a:moveTo>
                    <a:lnTo>
                      <a:pt x="13" y="242"/>
                    </a:lnTo>
                    <a:lnTo>
                      <a:pt x="1159" y="148"/>
                    </a:lnTo>
                    <a:cubicBezTo>
                      <a:pt x="1148" y="91"/>
                      <a:pt x="1124" y="33"/>
                      <a:pt x="1087"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37"/>
              <p:cNvSpPr/>
              <p:nvPr/>
            </p:nvSpPr>
            <p:spPr>
              <a:xfrm>
                <a:off x="-5155450" y="4730222"/>
                <a:ext cx="668584" cy="78797"/>
              </a:xfrm>
              <a:custGeom>
                <a:rect b="b" l="l" r="r" t="t"/>
                <a:pathLst>
                  <a:path extrusionOk="0" h="132" w="1120">
                    <a:moveTo>
                      <a:pt x="0" y="93"/>
                    </a:moveTo>
                    <a:lnTo>
                      <a:pt x="4" y="132"/>
                    </a:lnTo>
                    <a:lnTo>
                      <a:pt x="1095" y="42"/>
                    </a:lnTo>
                    <a:cubicBezTo>
                      <a:pt x="1105" y="30"/>
                      <a:pt x="1111" y="15"/>
                      <a:pt x="1119"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37"/>
              <p:cNvSpPr/>
              <p:nvPr/>
            </p:nvSpPr>
            <p:spPr>
              <a:xfrm>
                <a:off x="-5267079" y="4530244"/>
                <a:ext cx="252510" cy="330112"/>
              </a:xfrm>
              <a:custGeom>
                <a:rect b="b" l="l" r="r" t="t"/>
                <a:pathLst>
                  <a:path extrusionOk="0" h="553" w="423">
                    <a:moveTo>
                      <a:pt x="1" y="31"/>
                    </a:moveTo>
                    <a:lnTo>
                      <a:pt x="50" y="553"/>
                    </a:lnTo>
                    <a:lnTo>
                      <a:pt x="193" y="541"/>
                    </a:lnTo>
                    <a:cubicBezTo>
                      <a:pt x="422" y="522"/>
                      <a:pt x="375" y="0"/>
                      <a:pt x="144"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37"/>
              <p:cNvSpPr/>
              <p:nvPr/>
            </p:nvSpPr>
            <p:spPr>
              <a:xfrm>
                <a:off x="-5206787" y="4565464"/>
                <a:ext cx="139686" cy="97302"/>
              </a:xfrm>
              <a:custGeom>
                <a:rect b="b" l="l" r="r" t="t"/>
                <a:pathLst>
                  <a:path extrusionOk="0" h="163" w="234">
                    <a:moveTo>
                      <a:pt x="86" y="162"/>
                    </a:moveTo>
                    <a:lnTo>
                      <a:pt x="233" y="148"/>
                    </a:lnTo>
                    <a:cubicBezTo>
                      <a:pt x="217" y="87"/>
                      <a:pt x="188" y="34"/>
                      <a:pt x="152" y="1"/>
                    </a:cubicBezTo>
                    <a:lnTo>
                      <a:pt x="0" y="13"/>
                    </a:lnTo>
                    <a:cubicBezTo>
                      <a:pt x="41" y="44"/>
                      <a:pt x="72" y="97"/>
                      <a:pt x="86" y="162"/>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37"/>
              <p:cNvSpPr/>
              <p:nvPr/>
            </p:nvSpPr>
            <p:spPr>
              <a:xfrm>
                <a:off x="-5363187" y="4542183"/>
                <a:ext cx="222662" cy="324739"/>
              </a:xfrm>
              <a:custGeom>
                <a:rect b="b" l="l" r="r" t="t"/>
                <a:pathLst>
                  <a:path extrusionOk="0" h="544" w="373">
                    <a:moveTo>
                      <a:pt x="11" y="287"/>
                    </a:moveTo>
                    <a:cubicBezTo>
                      <a:pt x="25" y="431"/>
                      <a:pt x="111" y="543"/>
                      <a:pt x="205" y="533"/>
                    </a:cubicBezTo>
                    <a:cubicBezTo>
                      <a:pt x="303" y="525"/>
                      <a:pt x="373" y="402"/>
                      <a:pt x="358" y="257"/>
                    </a:cubicBezTo>
                    <a:cubicBezTo>
                      <a:pt x="346" y="113"/>
                      <a:pt x="260" y="1"/>
                      <a:pt x="164" y="11"/>
                    </a:cubicBezTo>
                    <a:cubicBezTo>
                      <a:pt x="70" y="19"/>
                      <a:pt x="0" y="144"/>
                      <a:pt x="11" y="28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37"/>
              <p:cNvSpPr/>
              <p:nvPr/>
            </p:nvSpPr>
            <p:spPr>
              <a:xfrm>
                <a:off x="-5023524" y="4524275"/>
                <a:ext cx="238780" cy="306831"/>
              </a:xfrm>
              <a:custGeom>
                <a:rect b="b" l="l" r="r" t="t"/>
                <a:pathLst>
                  <a:path extrusionOk="0" h="514" w="400">
                    <a:moveTo>
                      <a:pt x="84" y="514"/>
                    </a:moveTo>
                    <a:lnTo>
                      <a:pt x="182" y="508"/>
                    </a:lnTo>
                    <a:cubicBezTo>
                      <a:pt x="399" y="489"/>
                      <a:pt x="360" y="0"/>
                      <a:pt x="141" y="19"/>
                    </a:cubicBezTo>
                    <a:lnTo>
                      <a:pt x="43" y="27"/>
                    </a:lnTo>
                    <a:cubicBezTo>
                      <a:pt x="27" y="29"/>
                      <a:pt x="4" y="39"/>
                      <a:pt x="0" y="47"/>
                    </a:cubicBezTo>
                    <a:lnTo>
                      <a:pt x="64" y="41"/>
                    </a:lnTo>
                    <a:cubicBezTo>
                      <a:pt x="213" y="113"/>
                      <a:pt x="237" y="409"/>
                      <a:pt x="102" y="499"/>
                    </a:cubicBezTo>
                    <a:lnTo>
                      <a:pt x="39" y="504"/>
                    </a:lnTo>
                    <a:cubicBezTo>
                      <a:pt x="49" y="512"/>
                      <a:pt x="74" y="514"/>
                      <a:pt x="84" y="5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37"/>
              <p:cNvSpPr/>
              <p:nvPr/>
            </p:nvSpPr>
            <p:spPr>
              <a:xfrm>
                <a:off x="-4987110" y="4523081"/>
                <a:ext cx="213111" cy="306831"/>
              </a:xfrm>
              <a:custGeom>
                <a:rect b="b" l="l" r="r" t="t"/>
                <a:pathLst>
                  <a:path extrusionOk="0" h="514" w="357">
                    <a:moveTo>
                      <a:pt x="41" y="514"/>
                    </a:moveTo>
                    <a:lnTo>
                      <a:pt x="138" y="506"/>
                    </a:lnTo>
                    <a:cubicBezTo>
                      <a:pt x="356" y="489"/>
                      <a:pt x="318" y="0"/>
                      <a:pt x="97" y="17"/>
                    </a:cubicBezTo>
                    <a:lnTo>
                      <a:pt x="0" y="25"/>
                    </a:lnTo>
                    <a:cubicBezTo>
                      <a:pt x="178" y="64"/>
                      <a:pt x="209" y="452"/>
                      <a:pt x="41" y="5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37"/>
              <p:cNvSpPr/>
              <p:nvPr/>
            </p:nvSpPr>
            <p:spPr>
              <a:xfrm>
                <a:off x="-4949503" y="4553525"/>
                <a:ext cx="124166" cy="90736"/>
              </a:xfrm>
              <a:custGeom>
                <a:rect b="b" l="l" r="r" t="t"/>
                <a:pathLst>
                  <a:path extrusionOk="0" h="152" w="208">
                    <a:moveTo>
                      <a:pt x="79" y="152"/>
                    </a:moveTo>
                    <a:lnTo>
                      <a:pt x="208" y="141"/>
                    </a:lnTo>
                    <a:cubicBezTo>
                      <a:pt x="193" y="82"/>
                      <a:pt x="167" y="31"/>
                      <a:pt x="130" y="0"/>
                    </a:cubicBezTo>
                    <a:lnTo>
                      <a:pt x="1" y="11"/>
                    </a:lnTo>
                    <a:cubicBezTo>
                      <a:pt x="40" y="41"/>
                      <a:pt x="64" y="92"/>
                      <a:pt x="79" y="152"/>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37"/>
              <p:cNvSpPr/>
              <p:nvPr/>
            </p:nvSpPr>
            <p:spPr>
              <a:xfrm>
                <a:off x="-4918461" y="4762457"/>
                <a:ext cx="89543" cy="29847"/>
              </a:xfrm>
              <a:custGeom>
                <a:rect b="b" l="l" r="r" t="t"/>
                <a:pathLst>
                  <a:path extrusionOk="0" h="50" w="150">
                    <a:moveTo>
                      <a:pt x="0" y="49"/>
                    </a:moveTo>
                    <a:lnTo>
                      <a:pt x="131" y="39"/>
                    </a:lnTo>
                    <a:cubicBezTo>
                      <a:pt x="139" y="27"/>
                      <a:pt x="145" y="12"/>
                      <a:pt x="149" y="0"/>
                    </a:cubicBezTo>
                    <a:lnTo>
                      <a:pt x="18" y="10"/>
                    </a:lnTo>
                    <a:cubicBezTo>
                      <a:pt x="12" y="27"/>
                      <a:pt x="8" y="39"/>
                      <a:pt x="0" y="49"/>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37"/>
              <p:cNvSpPr/>
              <p:nvPr/>
            </p:nvSpPr>
            <p:spPr>
              <a:xfrm>
                <a:off x="-4295845" y="4530244"/>
                <a:ext cx="158192" cy="410700"/>
              </a:xfrm>
              <a:custGeom>
                <a:rect b="b" l="l" r="r" t="t"/>
                <a:pathLst>
                  <a:path extrusionOk="0" h="688" w="265">
                    <a:moveTo>
                      <a:pt x="262" y="99"/>
                    </a:moveTo>
                    <a:lnTo>
                      <a:pt x="248" y="555"/>
                    </a:lnTo>
                    <a:lnTo>
                      <a:pt x="0" y="688"/>
                    </a:lnTo>
                    <a:lnTo>
                      <a:pt x="13" y="240"/>
                    </a:lnTo>
                    <a:lnTo>
                      <a:pt x="13" y="230"/>
                    </a:lnTo>
                    <a:cubicBezTo>
                      <a:pt x="17" y="162"/>
                      <a:pt x="72" y="74"/>
                      <a:pt x="142" y="39"/>
                    </a:cubicBezTo>
                    <a:cubicBezTo>
                      <a:pt x="211" y="0"/>
                      <a:pt x="264" y="25"/>
                      <a:pt x="262" y="9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37"/>
              <p:cNvSpPr/>
              <p:nvPr/>
            </p:nvSpPr>
            <p:spPr>
              <a:xfrm>
                <a:off x="-4252865" y="4574418"/>
                <a:ext cx="83573" cy="108047"/>
              </a:xfrm>
              <a:custGeom>
                <a:rect b="b" l="l" r="r" t="t"/>
                <a:pathLst>
                  <a:path extrusionOk="0" h="181" w="140">
                    <a:moveTo>
                      <a:pt x="135" y="53"/>
                    </a:moveTo>
                    <a:cubicBezTo>
                      <a:pt x="133" y="92"/>
                      <a:pt x="102" y="139"/>
                      <a:pt x="68" y="160"/>
                    </a:cubicBezTo>
                    <a:cubicBezTo>
                      <a:pt x="29" y="180"/>
                      <a:pt x="0" y="164"/>
                      <a:pt x="0" y="127"/>
                    </a:cubicBezTo>
                    <a:cubicBezTo>
                      <a:pt x="2" y="88"/>
                      <a:pt x="33" y="41"/>
                      <a:pt x="70" y="21"/>
                    </a:cubicBezTo>
                    <a:cubicBezTo>
                      <a:pt x="109" y="0"/>
                      <a:pt x="139" y="16"/>
                      <a:pt x="135" y="5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37"/>
              <p:cNvSpPr/>
              <p:nvPr/>
            </p:nvSpPr>
            <p:spPr>
              <a:xfrm>
                <a:off x="-5541675" y="4643664"/>
                <a:ext cx="341455" cy="153416"/>
              </a:xfrm>
              <a:custGeom>
                <a:rect b="b" l="l" r="r" t="t"/>
                <a:pathLst>
                  <a:path extrusionOk="0" h="257" w="572">
                    <a:moveTo>
                      <a:pt x="1" y="46"/>
                    </a:moveTo>
                    <a:lnTo>
                      <a:pt x="19" y="256"/>
                    </a:lnTo>
                    <a:lnTo>
                      <a:pt x="477" y="218"/>
                    </a:lnTo>
                    <a:cubicBezTo>
                      <a:pt x="571" y="209"/>
                      <a:pt x="553" y="1"/>
                      <a:pt x="459" y="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37"/>
              <p:cNvSpPr/>
              <p:nvPr/>
            </p:nvSpPr>
            <p:spPr>
              <a:xfrm>
                <a:off x="-5540481" y="4658588"/>
                <a:ext cx="318174" cy="67455"/>
              </a:xfrm>
              <a:custGeom>
                <a:rect b="b" l="l" r="r" t="t"/>
                <a:pathLst>
                  <a:path extrusionOk="0" h="113" w="533">
                    <a:moveTo>
                      <a:pt x="1" y="41"/>
                    </a:moveTo>
                    <a:lnTo>
                      <a:pt x="7" y="113"/>
                    </a:lnTo>
                    <a:lnTo>
                      <a:pt x="533" y="70"/>
                    </a:lnTo>
                    <a:cubicBezTo>
                      <a:pt x="529" y="41"/>
                      <a:pt x="518" y="15"/>
                      <a:pt x="50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37"/>
              <p:cNvSpPr/>
              <p:nvPr/>
            </p:nvSpPr>
            <p:spPr>
              <a:xfrm>
                <a:off x="-5534511" y="4748727"/>
                <a:ext cx="309817" cy="35817"/>
              </a:xfrm>
              <a:custGeom>
                <a:rect b="b" l="l" r="r" t="t"/>
                <a:pathLst>
                  <a:path extrusionOk="0" h="60" w="519">
                    <a:moveTo>
                      <a:pt x="1" y="42"/>
                    </a:moveTo>
                    <a:lnTo>
                      <a:pt x="5" y="60"/>
                    </a:lnTo>
                    <a:lnTo>
                      <a:pt x="508" y="17"/>
                    </a:lnTo>
                    <a:cubicBezTo>
                      <a:pt x="512" y="13"/>
                      <a:pt x="516" y="5"/>
                      <a:pt x="519"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37"/>
              <p:cNvSpPr/>
              <p:nvPr/>
            </p:nvSpPr>
            <p:spPr>
              <a:xfrm>
                <a:off x="-5171567" y="4779171"/>
                <a:ext cx="98497" cy="34026"/>
              </a:xfrm>
              <a:custGeom>
                <a:rect b="b" l="l" r="r" t="t"/>
                <a:pathLst>
                  <a:path extrusionOk="0" h="57" w="165">
                    <a:moveTo>
                      <a:pt x="1" y="56"/>
                    </a:moveTo>
                    <a:lnTo>
                      <a:pt x="144" y="44"/>
                    </a:lnTo>
                    <a:cubicBezTo>
                      <a:pt x="150" y="32"/>
                      <a:pt x="158" y="15"/>
                      <a:pt x="164" y="1"/>
                    </a:cubicBezTo>
                    <a:lnTo>
                      <a:pt x="17" y="13"/>
                    </a:lnTo>
                    <a:cubicBezTo>
                      <a:pt x="15" y="29"/>
                      <a:pt x="7" y="44"/>
                      <a:pt x="1" y="56"/>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37"/>
              <p:cNvSpPr/>
              <p:nvPr/>
            </p:nvSpPr>
            <p:spPr>
              <a:xfrm>
                <a:off x="-5745831" y="4663364"/>
                <a:ext cx="264449" cy="302055"/>
              </a:xfrm>
              <a:custGeom>
                <a:rect b="b" l="l" r="r" t="t"/>
                <a:pathLst>
                  <a:path extrusionOk="0" h="506" w="443">
                    <a:moveTo>
                      <a:pt x="334" y="33"/>
                    </a:moveTo>
                    <a:lnTo>
                      <a:pt x="1" y="228"/>
                    </a:lnTo>
                    <a:lnTo>
                      <a:pt x="1" y="506"/>
                    </a:lnTo>
                    <a:lnTo>
                      <a:pt x="324" y="318"/>
                    </a:lnTo>
                    <a:cubicBezTo>
                      <a:pt x="328" y="313"/>
                      <a:pt x="332" y="313"/>
                      <a:pt x="334" y="311"/>
                    </a:cubicBezTo>
                    <a:cubicBezTo>
                      <a:pt x="394" y="277"/>
                      <a:pt x="443" y="187"/>
                      <a:pt x="443" y="111"/>
                    </a:cubicBezTo>
                    <a:cubicBezTo>
                      <a:pt x="441" y="33"/>
                      <a:pt x="394" y="0"/>
                      <a:pt x="334" y="3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37"/>
              <p:cNvSpPr/>
              <p:nvPr/>
            </p:nvSpPr>
            <p:spPr>
              <a:xfrm>
                <a:off x="-5584058" y="4708732"/>
                <a:ext cx="71037" cy="115211"/>
              </a:xfrm>
              <a:custGeom>
                <a:rect b="b" l="l" r="r" t="t"/>
                <a:pathLst>
                  <a:path extrusionOk="0" h="193" w="119">
                    <a:moveTo>
                      <a:pt x="59" y="21"/>
                    </a:moveTo>
                    <a:cubicBezTo>
                      <a:pt x="27" y="41"/>
                      <a:pt x="0" y="90"/>
                      <a:pt x="0" y="131"/>
                    </a:cubicBezTo>
                    <a:cubicBezTo>
                      <a:pt x="0" y="174"/>
                      <a:pt x="29" y="192"/>
                      <a:pt x="59" y="174"/>
                    </a:cubicBezTo>
                    <a:cubicBezTo>
                      <a:pt x="92" y="154"/>
                      <a:pt x="119" y="107"/>
                      <a:pt x="119" y="64"/>
                    </a:cubicBezTo>
                    <a:cubicBezTo>
                      <a:pt x="119" y="23"/>
                      <a:pt x="92" y="0"/>
                      <a:pt x="59" y="2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37"/>
              <p:cNvSpPr/>
              <p:nvPr/>
            </p:nvSpPr>
            <p:spPr>
              <a:xfrm>
                <a:off x="-6035948" y="4695002"/>
                <a:ext cx="172519" cy="447711"/>
              </a:xfrm>
              <a:custGeom>
                <a:rect b="b" l="l" r="r" t="t"/>
                <a:pathLst>
                  <a:path extrusionOk="0" h="750" w="289">
                    <a:moveTo>
                      <a:pt x="160" y="78"/>
                    </a:moveTo>
                    <a:lnTo>
                      <a:pt x="63" y="324"/>
                    </a:lnTo>
                    <a:lnTo>
                      <a:pt x="0" y="749"/>
                    </a:lnTo>
                    <a:lnTo>
                      <a:pt x="2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37"/>
              <p:cNvSpPr/>
              <p:nvPr/>
            </p:nvSpPr>
            <p:spPr>
              <a:xfrm>
                <a:off x="-6114148" y="4604863"/>
                <a:ext cx="407120" cy="1048240"/>
              </a:xfrm>
              <a:custGeom>
                <a:rect b="b" l="l" r="r" t="t"/>
                <a:pathLst>
                  <a:path extrusionOk="0" h="1756" w="682">
                    <a:moveTo>
                      <a:pt x="550" y="78"/>
                    </a:moveTo>
                    <a:lnTo>
                      <a:pt x="66" y="1328"/>
                    </a:lnTo>
                    <a:lnTo>
                      <a:pt x="0" y="1756"/>
                    </a:lnTo>
                    <a:lnTo>
                      <a:pt x="68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37"/>
              <p:cNvSpPr/>
              <p:nvPr/>
            </p:nvSpPr>
            <p:spPr>
              <a:xfrm>
                <a:off x="-6188766" y="4582776"/>
                <a:ext cx="550985" cy="1559227"/>
              </a:xfrm>
              <a:custGeom>
                <a:rect b="b" l="l" r="r" t="t"/>
                <a:pathLst>
                  <a:path extrusionOk="0" h="2612" w="923">
                    <a:moveTo>
                      <a:pt x="923" y="0"/>
                    </a:moveTo>
                    <a:lnTo>
                      <a:pt x="60" y="2216"/>
                    </a:lnTo>
                    <a:lnTo>
                      <a:pt x="0" y="2611"/>
                    </a:lnTo>
                    <a:lnTo>
                      <a:pt x="11" y="2605"/>
                    </a:lnTo>
                    <a:lnTo>
                      <a:pt x="923" y="26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37"/>
              <p:cNvSpPr/>
              <p:nvPr/>
            </p:nvSpPr>
            <p:spPr>
              <a:xfrm>
                <a:off x="-6104596" y="4891994"/>
                <a:ext cx="466815" cy="1201058"/>
              </a:xfrm>
              <a:custGeom>
                <a:rect b="b" l="l" r="r" t="t"/>
                <a:pathLst>
                  <a:path extrusionOk="0" h="2012" w="782">
                    <a:moveTo>
                      <a:pt x="782" y="0"/>
                    </a:moveTo>
                    <a:lnTo>
                      <a:pt x="0" y="2011"/>
                    </a:lnTo>
                    <a:lnTo>
                      <a:pt x="131" y="1938"/>
                    </a:lnTo>
                    <a:lnTo>
                      <a:pt x="782" y="26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37"/>
              <p:cNvSpPr/>
              <p:nvPr/>
            </p:nvSpPr>
            <p:spPr>
              <a:xfrm>
                <a:off x="-5949390" y="5203004"/>
                <a:ext cx="311608" cy="799313"/>
              </a:xfrm>
              <a:custGeom>
                <a:rect b="b" l="l" r="r" t="t"/>
                <a:pathLst>
                  <a:path extrusionOk="0" h="1339" w="522">
                    <a:moveTo>
                      <a:pt x="522" y="1"/>
                    </a:moveTo>
                    <a:lnTo>
                      <a:pt x="0" y="1339"/>
                    </a:lnTo>
                    <a:lnTo>
                      <a:pt x="131" y="1265"/>
                    </a:lnTo>
                    <a:lnTo>
                      <a:pt x="522" y="2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37"/>
              <p:cNvSpPr/>
              <p:nvPr/>
            </p:nvSpPr>
            <p:spPr>
              <a:xfrm>
                <a:off x="-5792990" y="5513416"/>
                <a:ext cx="155207" cy="398761"/>
              </a:xfrm>
              <a:custGeom>
                <a:rect b="b" l="l" r="r" t="t"/>
                <a:pathLst>
                  <a:path extrusionOk="0" h="668" w="260">
                    <a:moveTo>
                      <a:pt x="260" y="0"/>
                    </a:moveTo>
                    <a:lnTo>
                      <a:pt x="0" y="667"/>
                    </a:lnTo>
                    <a:lnTo>
                      <a:pt x="131" y="594"/>
                    </a:lnTo>
                    <a:lnTo>
                      <a:pt x="260" y="25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3" name="Google Shape;3093;p37"/>
            <p:cNvGrpSpPr/>
            <p:nvPr/>
          </p:nvGrpSpPr>
          <p:grpSpPr>
            <a:xfrm>
              <a:off x="7409480" y="2532690"/>
              <a:ext cx="214699" cy="152726"/>
              <a:chOff x="4876113" y="2636950"/>
              <a:chExt cx="3369400" cy="2396825"/>
            </a:xfrm>
          </p:grpSpPr>
          <p:sp>
            <p:nvSpPr>
              <p:cNvPr id="3094" name="Google Shape;3094;p37"/>
              <p:cNvSpPr/>
              <p:nvPr/>
            </p:nvSpPr>
            <p:spPr>
              <a:xfrm>
                <a:off x="4930272" y="2661149"/>
                <a:ext cx="3254166" cy="2219368"/>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37"/>
              <p:cNvSpPr/>
              <p:nvPr/>
            </p:nvSpPr>
            <p:spPr>
              <a:xfrm>
                <a:off x="4930272" y="2719917"/>
                <a:ext cx="1822978" cy="2160600"/>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37"/>
              <p:cNvSpPr/>
              <p:nvPr/>
            </p:nvSpPr>
            <p:spPr>
              <a:xfrm>
                <a:off x="4911835" y="3419375"/>
                <a:ext cx="1552182" cy="1458837"/>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37"/>
              <p:cNvSpPr/>
              <p:nvPr/>
            </p:nvSpPr>
            <p:spPr>
              <a:xfrm>
                <a:off x="6561965" y="3700541"/>
                <a:ext cx="573858" cy="43903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37"/>
              <p:cNvSpPr/>
              <p:nvPr/>
            </p:nvSpPr>
            <p:spPr>
              <a:xfrm>
                <a:off x="6298082" y="3488514"/>
                <a:ext cx="191286" cy="87576"/>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37"/>
              <p:cNvSpPr/>
              <p:nvPr/>
            </p:nvSpPr>
            <p:spPr>
              <a:xfrm>
                <a:off x="5946623" y="3179693"/>
                <a:ext cx="269644" cy="132517"/>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37"/>
              <p:cNvSpPr/>
              <p:nvPr/>
            </p:nvSpPr>
            <p:spPr>
              <a:xfrm>
                <a:off x="5917815" y="3044871"/>
                <a:ext cx="100252" cy="109470"/>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37"/>
              <p:cNvSpPr/>
              <p:nvPr/>
            </p:nvSpPr>
            <p:spPr>
              <a:xfrm>
                <a:off x="5318606" y="3863018"/>
                <a:ext cx="379115" cy="16132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37"/>
              <p:cNvSpPr/>
              <p:nvPr/>
            </p:nvSpPr>
            <p:spPr>
              <a:xfrm>
                <a:off x="5890159" y="4214476"/>
                <a:ext cx="193591" cy="186676"/>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37"/>
              <p:cNvSpPr/>
              <p:nvPr/>
            </p:nvSpPr>
            <p:spPr>
              <a:xfrm>
                <a:off x="5750728" y="3865323"/>
                <a:ext cx="100252" cy="165934"/>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37"/>
              <p:cNvSpPr/>
              <p:nvPr/>
            </p:nvSpPr>
            <p:spPr>
              <a:xfrm>
                <a:off x="7867550" y="3533455"/>
                <a:ext cx="377963" cy="366438"/>
              </a:xfrm>
              <a:custGeom>
                <a:rect b="b" l="l" r="r" t="t"/>
                <a:pathLst>
                  <a:path extrusionOk="0" h="318" w="328">
                    <a:moveTo>
                      <a:pt x="328" y="133"/>
                    </a:moveTo>
                    <a:lnTo>
                      <a:pt x="177" y="0"/>
                    </a:lnTo>
                    <a:lnTo>
                      <a:pt x="1" y="88"/>
                    </a:lnTo>
                    <a:lnTo>
                      <a:pt x="84" y="317"/>
                    </a:lnTo>
                    <a:lnTo>
                      <a:pt x="320" y="29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37"/>
              <p:cNvSpPr/>
              <p:nvPr/>
            </p:nvSpPr>
            <p:spPr>
              <a:xfrm>
                <a:off x="7740794" y="4117681"/>
                <a:ext cx="429817" cy="343391"/>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37"/>
              <p:cNvSpPr/>
              <p:nvPr/>
            </p:nvSpPr>
            <p:spPr>
              <a:xfrm>
                <a:off x="7483825" y="3380196"/>
                <a:ext cx="479367" cy="366438"/>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37"/>
              <p:cNvSpPr/>
              <p:nvPr/>
            </p:nvSpPr>
            <p:spPr>
              <a:xfrm>
                <a:off x="7281016" y="4113072"/>
                <a:ext cx="434427" cy="542743"/>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37"/>
              <p:cNvSpPr/>
              <p:nvPr/>
            </p:nvSpPr>
            <p:spPr>
              <a:xfrm>
                <a:off x="7561031" y="4117681"/>
                <a:ext cx="415989" cy="350305"/>
              </a:xfrm>
              <a:custGeom>
                <a:rect b="b" l="l" r="r" t="t"/>
                <a:pathLst>
                  <a:path extrusionOk="0" h="304" w="361">
                    <a:moveTo>
                      <a:pt x="213" y="303"/>
                    </a:moveTo>
                    <a:lnTo>
                      <a:pt x="9" y="213"/>
                    </a:lnTo>
                    <a:lnTo>
                      <a:pt x="1" y="13"/>
                    </a:lnTo>
                    <a:lnTo>
                      <a:pt x="258" y="0"/>
                    </a:lnTo>
                    <a:lnTo>
                      <a:pt x="361" y="23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37"/>
              <p:cNvSpPr/>
              <p:nvPr/>
            </p:nvSpPr>
            <p:spPr>
              <a:xfrm>
                <a:off x="6535461" y="4654662"/>
                <a:ext cx="392943" cy="379113"/>
              </a:xfrm>
              <a:custGeom>
                <a:rect b="b" l="l" r="r" t="t"/>
                <a:pathLst>
                  <a:path extrusionOk="0" h="329" w="341">
                    <a:moveTo>
                      <a:pt x="142" y="1"/>
                    </a:moveTo>
                    <a:lnTo>
                      <a:pt x="334" y="99"/>
                    </a:lnTo>
                    <a:lnTo>
                      <a:pt x="340" y="316"/>
                    </a:lnTo>
                    <a:lnTo>
                      <a:pt x="99" y="328"/>
                    </a:lnTo>
                    <a:lnTo>
                      <a:pt x="1" y="8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37"/>
              <p:cNvSpPr/>
              <p:nvPr/>
            </p:nvSpPr>
            <p:spPr>
              <a:xfrm>
                <a:off x="6201287" y="4579761"/>
                <a:ext cx="472453" cy="422901"/>
              </a:xfrm>
              <a:custGeom>
                <a:rect b="b" l="l" r="r" t="t"/>
                <a:pathLst>
                  <a:path extrusionOk="0" h="367" w="410">
                    <a:moveTo>
                      <a:pt x="25" y="91"/>
                    </a:moveTo>
                    <a:lnTo>
                      <a:pt x="240" y="0"/>
                    </a:lnTo>
                    <a:lnTo>
                      <a:pt x="409" y="170"/>
                    </a:lnTo>
                    <a:lnTo>
                      <a:pt x="266" y="367"/>
                    </a:lnTo>
                    <a:lnTo>
                      <a:pt x="0" y="21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37"/>
              <p:cNvSpPr/>
              <p:nvPr/>
            </p:nvSpPr>
            <p:spPr>
              <a:xfrm>
                <a:off x="5983497" y="4399999"/>
                <a:ext cx="395247" cy="374504"/>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37"/>
              <p:cNvSpPr/>
              <p:nvPr/>
            </p:nvSpPr>
            <p:spPr>
              <a:xfrm>
                <a:off x="5827933" y="4511774"/>
                <a:ext cx="354916" cy="278861"/>
              </a:xfrm>
              <a:custGeom>
                <a:rect b="b" l="l" r="r" t="t"/>
                <a:pathLst>
                  <a:path extrusionOk="0" h="242" w="308">
                    <a:moveTo>
                      <a:pt x="1" y="90"/>
                    </a:moveTo>
                    <a:lnTo>
                      <a:pt x="85" y="0"/>
                    </a:lnTo>
                    <a:lnTo>
                      <a:pt x="308" y="39"/>
                    </a:lnTo>
                    <a:lnTo>
                      <a:pt x="267" y="24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37"/>
              <p:cNvSpPr/>
              <p:nvPr/>
            </p:nvSpPr>
            <p:spPr>
              <a:xfrm>
                <a:off x="6266969" y="4674251"/>
                <a:ext cx="233922" cy="192437"/>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37"/>
              <p:cNvSpPr/>
              <p:nvPr/>
            </p:nvSpPr>
            <p:spPr>
              <a:xfrm>
                <a:off x="5500673" y="3226938"/>
                <a:ext cx="350307" cy="351458"/>
              </a:xfrm>
              <a:custGeom>
                <a:rect b="b" l="l" r="r" t="t"/>
                <a:pathLst>
                  <a:path extrusionOk="0" h="305" w="304">
                    <a:moveTo>
                      <a:pt x="303" y="145"/>
                    </a:moveTo>
                    <a:lnTo>
                      <a:pt x="178" y="305"/>
                    </a:lnTo>
                    <a:lnTo>
                      <a:pt x="1" y="266"/>
                    </a:lnTo>
                    <a:lnTo>
                      <a:pt x="50" y="37"/>
                    </a:lnTo>
                    <a:lnTo>
                      <a:pt x="2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37"/>
              <p:cNvSpPr/>
              <p:nvPr/>
            </p:nvSpPr>
            <p:spPr>
              <a:xfrm>
                <a:off x="5611296" y="3263812"/>
                <a:ext cx="390638" cy="35030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37"/>
              <p:cNvSpPr/>
              <p:nvPr/>
            </p:nvSpPr>
            <p:spPr>
              <a:xfrm>
                <a:off x="5613601" y="3167017"/>
                <a:ext cx="316889" cy="388332"/>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37"/>
              <p:cNvSpPr/>
              <p:nvPr/>
            </p:nvSpPr>
            <p:spPr>
              <a:xfrm>
                <a:off x="5799117" y="2940016"/>
                <a:ext cx="375658" cy="319193"/>
              </a:xfrm>
              <a:custGeom>
                <a:rect b="b" l="l" r="r" t="t"/>
                <a:pathLst>
                  <a:path extrusionOk="0" h="277" w="326">
                    <a:moveTo>
                      <a:pt x="1" y="111"/>
                    </a:moveTo>
                    <a:lnTo>
                      <a:pt x="154" y="0"/>
                    </a:lnTo>
                    <a:lnTo>
                      <a:pt x="326" y="78"/>
                    </a:lnTo>
                    <a:lnTo>
                      <a:pt x="234" y="276"/>
                    </a:lnTo>
                    <a:lnTo>
                      <a:pt x="3" y="25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37"/>
              <p:cNvSpPr/>
              <p:nvPr/>
            </p:nvSpPr>
            <p:spPr>
              <a:xfrm>
                <a:off x="6490521" y="3175083"/>
                <a:ext cx="217789" cy="353762"/>
              </a:xfrm>
              <a:custGeom>
                <a:rect b="b" l="l" r="r" t="t"/>
                <a:pathLst>
                  <a:path extrusionOk="0" h="307" w="189">
                    <a:moveTo>
                      <a:pt x="93" y="307"/>
                    </a:moveTo>
                    <a:lnTo>
                      <a:pt x="1" y="211"/>
                    </a:lnTo>
                    <a:lnTo>
                      <a:pt x="31" y="6"/>
                    </a:lnTo>
                    <a:lnTo>
                      <a:pt x="175" y="0"/>
                    </a:lnTo>
                    <a:lnTo>
                      <a:pt x="189" y="23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37"/>
              <p:cNvSpPr/>
              <p:nvPr/>
            </p:nvSpPr>
            <p:spPr>
              <a:xfrm>
                <a:off x="5929338" y="3211958"/>
                <a:ext cx="357221" cy="331868"/>
              </a:xfrm>
              <a:custGeom>
                <a:rect b="b" l="l" r="r" t="t"/>
                <a:pathLst>
                  <a:path extrusionOk="0" h="288" w="310">
                    <a:moveTo>
                      <a:pt x="148" y="287"/>
                    </a:moveTo>
                    <a:lnTo>
                      <a:pt x="310" y="181"/>
                    </a:lnTo>
                    <a:lnTo>
                      <a:pt x="271" y="1"/>
                    </a:lnTo>
                    <a:lnTo>
                      <a:pt x="42" y="19"/>
                    </a:lnTo>
                    <a:lnTo>
                      <a:pt x="1" y="23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37"/>
              <p:cNvSpPr/>
              <p:nvPr/>
            </p:nvSpPr>
            <p:spPr>
              <a:xfrm>
                <a:off x="6514719" y="2636950"/>
                <a:ext cx="375658" cy="364133"/>
              </a:xfrm>
              <a:custGeom>
                <a:rect b="b" l="l" r="r" t="t"/>
                <a:pathLst>
                  <a:path extrusionOk="0" h="316" w="326">
                    <a:moveTo>
                      <a:pt x="326" y="197"/>
                    </a:moveTo>
                    <a:lnTo>
                      <a:pt x="227" y="21"/>
                    </a:lnTo>
                    <a:lnTo>
                      <a:pt x="15" y="1"/>
                    </a:lnTo>
                    <a:lnTo>
                      <a:pt x="0" y="218"/>
                    </a:lnTo>
                    <a:lnTo>
                      <a:pt x="250" y="316"/>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37"/>
              <p:cNvSpPr/>
              <p:nvPr/>
            </p:nvSpPr>
            <p:spPr>
              <a:xfrm>
                <a:off x="6891530" y="2790209"/>
                <a:ext cx="411380" cy="386027"/>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37"/>
              <p:cNvSpPr/>
              <p:nvPr/>
            </p:nvSpPr>
            <p:spPr>
              <a:xfrm>
                <a:off x="5036286" y="3353693"/>
                <a:ext cx="348002" cy="447100"/>
              </a:xfrm>
              <a:custGeom>
                <a:rect b="b" l="l" r="r" t="t"/>
                <a:pathLst>
                  <a:path extrusionOk="0" h="388" w="302">
                    <a:moveTo>
                      <a:pt x="301" y="76"/>
                    </a:moveTo>
                    <a:lnTo>
                      <a:pt x="291" y="277"/>
                    </a:lnTo>
                    <a:lnTo>
                      <a:pt x="105" y="387"/>
                    </a:lnTo>
                    <a:lnTo>
                      <a:pt x="0" y="197"/>
                    </a:lnTo>
                    <a:lnTo>
                      <a:pt x="1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37"/>
              <p:cNvSpPr/>
              <p:nvPr/>
            </p:nvSpPr>
            <p:spPr>
              <a:xfrm>
                <a:off x="5647018" y="2749877"/>
                <a:ext cx="373353" cy="31688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37"/>
              <p:cNvSpPr/>
              <p:nvPr/>
            </p:nvSpPr>
            <p:spPr>
              <a:xfrm>
                <a:off x="5538700" y="3285706"/>
                <a:ext cx="278863" cy="213179"/>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37"/>
              <p:cNvSpPr/>
              <p:nvPr/>
            </p:nvSpPr>
            <p:spPr>
              <a:xfrm>
                <a:off x="4876113" y="3950594"/>
                <a:ext cx="220094" cy="359524"/>
              </a:xfrm>
              <a:custGeom>
                <a:rect b="b" l="l" r="r" t="t"/>
                <a:pathLst>
                  <a:path extrusionOk="0" h="312" w="191">
                    <a:moveTo>
                      <a:pt x="96" y="311"/>
                    </a:moveTo>
                    <a:lnTo>
                      <a:pt x="0" y="217"/>
                    </a:lnTo>
                    <a:lnTo>
                      <a:pt x="35" y="12"/>
                    </a:lnTo>
                    <a:lnTo>
                      <a:pt x="178" y="0"/>
                    </a:lnTo>
                    <a:lnTo>
                      <a:pt x="191" y="23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37"/>
              <p:cNvSpPr/>
              <p:nvPr/>
            </p:nvSpPr>
            <p:spPr>
              <a:xfrm>
                <a:off x="5259837" y="4296290"/>
                <a:ext cx="411380" cy="38372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7" name="Google Shape;3127;p37"/>
            <p:cNvGrpSpPr/>
            <p:nvPr/>
          </p:nvGrpSpPr>
          <p:grpSpPr>
            <a:xfrm>
              <a:off x="6566792" y="3138631"/>
              <a:ext cx="214699" cy="152726"/>
              <a:chOff x="4876113" y="2636950"/>
              <a:chExt cx="3369400" cy="2396825"/>
            </a:xfrm>
          </p:grpSpPr>
          <p:sp>
            <p:nvSpPr>
              <p:cNvPr id="3128" name="Google Shape;3128;p37"/>
              <p:cNvSpPr/>
              <p:nvPr/>
            </p:nvSpPr>
            <p:spPr>
              <a:xfrm>
                <a:off x="4930272" y="2661149"/>
                <a:ext cx="3254166" cy="2219368"/>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37"/>
              <p:cNvSpPr/>
              <p:nvPr/>
            </p:nvSpPr>
            <p:spPr>
              <a:xfrm>
                <a:off x="4930272" y="2719917"/>
                <a:ext cx="1822978" cy="2160600"/>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37"/>
              <p:cNvSpPr/>
              <p:nvPr/>
            </p:nvSpPr>
            <p:spPr>
              <a:xfrm>
                <a:off x="4911835" y="3419375"/>
                <a:ext cx="1552182" cy="1458837"/>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37"/>
              <p:cNvSpPr/>
              <p:nvPr/>
            </p:nvSpPr>
            <p:spPr>
              <a:xfrm>
                <a:off x="6561965" y="3700541"/>
                <a:ext cx="573858" cy="43903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37"/>
              <p:cNvSpPr/>
              <p:nvPr/>
            </p:nvSpPr>
            <p:spPr>
              <a:xfrm>
                <a:off x="6298082" y="3488514"/>
                <a:ext cx="191286" cy="87576"/>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37"/>
              <p:cNvSpPr/>
              <p:nvPr/>
            </p:nvSpPr>
            <p:spPr>
              <a:xfrm>
                <a:off x="5946623" y="3179693"/>
                <a:ext cx="269644" cy="132517"/>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37"/>
              <p:cNvSpPr/>
              <p:nvPr/>
            </p:nvSpPr>
            <p:spPr>
              <a:xfrm>
                <a:off x="5917815" y="3044871"/>
                <a:ext cx="100252" cy="109470"/>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37"/>
              <p:cNvSpPr/>
              <p:nvPr/>
            </p:nvSpPr>
            <p:spPr>
              <a:xfrm>
                <a:off x="5318606" y="3863018"/>
                <a:ext cx="379115" cy="16132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37"/>
              <p:cNvSpPr/>
              <p:nvPr/>
            </p:nvSpPr>
            <p:spPr>
              <a:xfrm>
                <a:off x="5890159" y="4214476"/>
                <a:ext cx="193591" cy="186676"/>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37"/>
              <p:cNvSpPr/>
              <p:nvPr/>
            </p:nvSpPr>
            <p:spPr>
              <a:xfrm>
                <a:off x="5750728" y="3865323"/>
                <a:ext cx="100252" cy="165934"/>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37"/>
              <p:cNvSpPr/>
              <p:nvPr/>
            </p:nvSpPr>
            <p:spPr>
              <a:xfrm>
                <a:off x="7867550" y="3533455"/>
                <a:ext cx="377963" cy="366438"/>
              </a:xfrm>
              <a:custGeom>
                <a:rect b="b" l="l" r="r" t="t"/>
                <a:pathLst>
                  <a:path extrusionOk="0" h="318" w="328">
                    <a:moveTo>
                      <a:pt x="328" y="133"/>
                    </a:moveTo>
                    <a:lnTo>
                      <a:pt x="177" y="0"/>
                    </a:lnTo>
                    <a:lnTo>
                      <a:pt x="1" y="88"/>
                    </a:lnTo>
                    <a:lnTo>
                      <a:pt x="84" y="317"/>
                    </a:lnTo>
                    <a:lnTo>
                      <a:pt x="320" y="29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37"/>
              <p:cNvSpPr/>
              <p:nvPr/>
            </p:nvSpPr>
            <p:spPr>
              <a:xfrm>
                <a:off x="7740794" y="4117681"/>
                <a:ext cx="429817" cy="343391"/>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37"/>
              <p:cNvSpPr/>
              <p:nvPr/>
            </p:nvSpPr>
            <p:spPr>
              <a:xfrm>
                <a:off x="7483825" y="3380196"/>
                <a:ext cx="479367" cy="366438"/>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37"/>
              <p:cNvSpPr/>
              <p:nvPr/>
            </p:nvSpPr>
            <p:spPr>
              <a:xfrm>
                <a:off x="7281016" y="4113072"/>
                <a:ext cx="434427" cy="542743"/>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37"/>
              <p:cNvSpPr/>
              <p:nvPr/>
            </p:nvSpPr>
            <p:spPr>
              <a:xfrm>
                <a:off x="7561031" y="4117681"/>
                <a:ext cx="415989" cy="350305"/>
              </a:xfrm>
              <a:custGeom>
                <a:rect b="b" l="l" r="r" t="t"/>
                <a:pathLst>
                  <a:path extrusionOk="0" h="304" w="361">
                    <a:moveTo>
                      <a:pt x="213" y="303"/>
                    </a:moveTo>
                    <a:lnTo>
                      <a:pt x="9" y="213"/>
                    </a:lnTo>
                    <a:lnTo>
                      <a:pt x="1" y="13"/>
                    </a:lnTo>
                    <a:lnTo>
                      <a:pt x="258" y="0"/>
                    </a:lnTo>
                    <a:lnTo>
                      <a:pt x="361" y="23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37"/>
              <p:cNvSpPr/>
              <p:nvPr/>
            </p:nvSpPr>
            <p:spPr>
              <a:xfrm>
                <a:off x="6535461" y="4654662"/>
                <a:ext cx="392943" cy="379113"/>
              </a:xfrm>
              <a:custGeom>
                <a:rect b="b" l="l" r="r" t="t"/>
                <a:pathLst>
                  <a:path extrusionOk="0" h="329" w="341">
                    <a:moveTo>
                      <a:pt x="142" y="1"/>
                    </a:moveTo>
                    <a:lnTo>
                      <a:pt x="334" y="99"/>
                    </a:lnTo>
                    <a:lnTo>
                      <a:pt x="340" y="316"/>
                    </a:lnTo>
                    <a:lnTo>
                      <a:pt x="99" y="328"/>
                    </a:lnTo>
                    <a:lnTo>
                      <a:pt x="1" y="8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37"/>
              <p:cNvSpPr/>
              <p:nvPr/>
            </p:nvSpPr>
            <p:spPr>
              <a:xfrm>
                <a:off x="6201287" y="4579761"/>
                <a:ext cx="472453" cy="422901"/>
              </a:xfrm>
              <a:custGeom>
                <a:rect b="b" l="l" r="r" t="t"/>
                <a:pathLst>
                  <a:path extrusionOk="0" h="367" w="410">
                    <a:moveTo>
                      <a:pt x="25" y="91"/>
                    </a:moveTo>
                    <a:lnTo>
                      <a:pt x="240" y="0"/>
                    </a:lnTo>
                    <a:lnTo>
                      <a:pt x="409" y="170"/>
                    </a:lnTo>
                    <a:lnTo>
                      <a:pt x="266" y="367"/>
                    </a:lnTo>
                    <a:lnTo>
                      <a:pt x="0" y="21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37"/>
              <p:cNvSpPr/>
              <p:nvPr/>
            </p:nvSpPr>
            <p:spPr>
              <a:xfrm>
                <a:off x="5983497" y="4399999"/>
                <a:ext cx="395247" cy="374504"/>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37"/>
              <p:cNvSpPr/>
              <p:nvPr/>
            </p:nvSpPr>
            <p:spPr>
              <a:xfrm>
                <a:off x="5827933" y="4511774"/>
                <a:ext cx="354916" cy="278861"/>
              </a:xfrm>
              <a:custGeom>
                <a:rect b="b" l="l" r="r" t="t"/>
                <a:pathLst>
                  <a:path extrusionOk="0" h="242" w="308">
                    <a:moveTo>
                      <a:pt x="1" y="90"/>
                    </a:moveTo>
                    <a:lnTo>
                      <a:pt x="85" y="0"/>
                    </a:lnTo>
                    <a:lnTo>
                      <a:pt x="308" y="39"/>
                    </a:lnTo>
                    <a:lnTo>
                      <a:pt x="267" y="24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37"/>
              <p:cNvSpPr/>
              <p:nvPr/>
            </p:nvSpPr>
            <p:spPr>
              <a:xfrm>
                <a:off x="6266969" y="4674251"/>
                <a:ext cx="233922" cy="192437"/>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37"/>
              <p:cNvSpPr/>
              <p:nvPr/>
            </p:nvSpPr>
            <p:spPr>
              <a:xfrm>
                <a:off x="5500673" y="3226938"/>
                <a:ext cx="350307" cy="351458"/>
              </a:xfrm>
              <a:custGeom>
                <a:rect b="b" l="l" r="r" t="t"/>
                <a:pathLst>
                  <a:path extrusionOk="0" h="305" w="304">
                    <a:moveTo>
                      <a:pt x="303" y="145"/>
                    </a:moveTo>
                    <a:lnTo>
                      <a:pt x="178" y="305"/>
                    </a:lnTo>
                    <a:lnTo>
                      <a:pt x="1" y="266"/>
                    </a:lnTo>
                    <a:lnTo>
                      <a:pt x="50" y="37"/>
                    </a:lnTo>
                    <a:lnTo>
                      <a:pt x="2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37"/>
              <p:cNvSpPr/>
              <p:nvPr/>
            </p:nvSpPr>
            <p:spPr>
              <a:xfrm>
                <a:off x="5611296" y="3263812"/>
                <a:ext cx="390638" cy="35030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37"/>
              <p:cNvSpPr/>
              <p:nvPr/>
            </p:nvSpPr>
            <p:spPr>
              <a:xfrm>
                <a:off x="5613601" y="3167017"/>
                <a:ext cx="316889" cy="388332"/>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37"/>
              <p:cNvSpPr/>
              <p:nvPr/>
            </p:nvSpPr>
            <p:spPr>
              <a:xfrm>
                <a:off x="5799117" y="2940016"/>
                <a:ext cx="375658" cy="319193"/>
              </a:xfrm>
              <a:custGeom>
                <a:rect b="b" l="l" r="r" t="t"/>
                <a:pathLst>
                  <a:path extrusionOk="0" h="277" w="326">
                    <a:moveTo>
                      <a:pt x="1" y="111"/>
                    </a:moveTo>
                    <a:lnTo>
                      <a:pt x="154" y="0"/>
                    </a:lnTo>
                    <a:lnTo>
                      <a:pt x="326" y="78"/>
                    </a:lnTo>
                    <a:lnTo>
                      <a:pt x="234" y="276"/>
                    </a:lnTo>
                    <a:lnTo>
                      <a:pt x="3" y="25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37"/>
              <p:cNvSpPr/>
              <p:nvPr/>
            </p:nvSpPr>
            <p:spPr>
              <a:xfrm>
                <a:off x="6490521" y="3175083"/>
                <a:ext cx="217789" cy="353762"/>
              </a:xfrm>
              <a:custGeom>
                <a:rect b="b" l="l" r="r" t="t"/>
                <a:pathLst>
                  <a:path extrusionOk="0" h="307" w="189">
                    <a:moveTo>
                      <a:pt x="93" y="307"/>
                    </a:moveTo>
                    <a:lnTo>
                      <a:pt x="1" y="211"/>
                    </a:lnTo>
                    <a:lnTo>
                      <a:pt x="31" y="6"/>
                    </a:lnTo>
                    <a:lnTo>
                      <a:pt x="175" y="0"/>
                    </a:lnTo>
                    <a:lnTo>
                      <a:pt x="189" y="23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37"/>
              <p:cNvSpPr/>
              <p:nvPr/>
            </p:nvSpPr>
            <p:spPr>
              <a:xfrm>
                <a:off x="5929338" y="3211958"/>
                <a:ext cx="357221" cy="331868"/>
              </a:xfrm>
              <a:custGeom>
                <a:rect b="b" l="l" r="r" t="t"/>
                <a:pathLst>
                  <a:path extrusionOk="0" h="288" w="310">
                    <a:moveTo>
                      <a:pt x="148" y="287"/>
                    </a:moveTo>
                    <a:lnTo>
                      <a:pt x="310" y="181"/>
                    </a:lnTo>
                    <a:lnTo>
                      <a:pt x="271" y="1"/>
                    </a:lnTo>
                    <a:lnTo>
                      <a:pt x="42" y="19"/>
                    </a:lnTo>
                    <a:lnTo>
                      <a:pt x="1" y="23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37"/>
              <p:cNvSpPr/>
              <p:nvPr/>
            </p:nvSpPr>
            <p:spPr>
              <a:xfrm>
                <a:off x="6514719" y="2636950"/>
                <a:ext cx="375658" cy="364133"/>
              </a:xfrm>
              <a:custGeom>
                <a:rect b="b" l="l" r="r" t="t"/>
                <a:pathLst>
                  <a:path extrusionOk="0" h="316" w="326">
                    <a:moveTo>
                      <a:pt x="326" y="197"/>
                    </a:moveTo>
                    <a:lnTo>
                      <a:pt x="227" y="21"/>
                    </a:lnTo>
                    <a:lnTo>
                      <a:pt x="15" y="1"/>
                    </a:lnTo>
                    <a:lnTo>
                      <a:pt x="0" y="218"/>
                    </a:lnTo>
                    <a:lnTo>
                      <a:pt x="250" y="316"/>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37"/>
              <p:cNvSpPr/>
              <p:nvPr/>
            </p:nvSpPr>
            <p:spPr>
              <a:xfrm>
                <a:off x="6891530" y="2790209"/>
                <a:ext cx="411380" cy="386027"/>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37"/>
              <p:cNvSpPr/>
              <p:nvPr/>
            </p:nvSpPr>
            <p:spPr>
              <a:xfrm>
                <a:off x="5036286" y="3353693"/>
                <a:ext cx="348002" cy="447100"/>
              </a:xfrm>
              <a:custGeom>
                <a:rect b="b" l="l" r="r" t="t"/>
                <a:pathLst>
                  <a:path extrusionOk="0" h="388" w="302">
                    <a:moveTo>
                      <a:pt x="301" y="76"/>
                    </a:moveTo>
                    <a:lnTo>
                      <a:pt x="291" y="277"/>
                    </a:lnTo>
                    <a:lnTo>
                      <a:pt x="105" y="387"/>
                    </a:lnTo>
                    <a:lnTo>
                      <a:pt x="0" y="197"/>
                    </a:lnTo>
                    <a:lnTo>
                      <a:pt x="1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37"/>
              <p:cNvSpPr/>
              <p:nvPr/>
            </p:nvSpPr>
            <p:spPr>
              <a:xfrm>
                <a:off x="5647018" y="2749877"/>
                <a:ext cx="373353" cy="31688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37"/>
              <p:cNvSpPr/>
              <p:nvPr/>
            </p:nvSpPr>
            <p:spPr>
              <a:xfrm>
                <a:off x="5538700" y="3285706"/>
                <a:ext cx="278863" cy="213179"/>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37"/>
              <p:cNvSpPr/>
              <p:nvPr/>
            </p:nvSpPr>
            <p:spPr>
              <a:xfrm>
                <a:off x="4876113" y="3950594"/>
                <a:ext cx="220094" cy="359524"/>
              </a:xfrm>
              <a:custGeom>
                <a:rect b="b" l="l" r="r" t="t"/>
                <a:pathLst>
                  <a:path extrusionOk="0" h="312" w="191">
                    <a:moveTo>
                      <a:pt x="96" y="311"/>
                    </a:moveTo>
                    <a:lnTo>
                      <a:pt x="0" y="217"/>
                    </a:lnTo>
                    <a:lnTo>
                      <a:pt x="35" y="12"/>
                    </a:lnTo>
                    <a:lnTo>
                      <a:pt x="178" y="0"/>
                    </a:lnTo>
                    <a:lnTo>
                      <a:pt x="191" y="23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37"/>
              <p:cNvSpPr/>
              <p:nvPr/>
            </p:nvSpPr>
            <p:spPr>
              <a:xfrm>
                <a:off x="5259837" y="4296290"/>
                <a:ext cx="411380" cy="38372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1" name="Google Shape;3161;p37"/>
            <p:cNvGrpSpPr/>
            <p:nvPr/>
          </p:nvGrpSpPr>
          <p:grpSpPr>
            <a:xfrm>
              <a:off x="6907387" y="1424973"/>
              <a:ext cx="716807" cy="571608"/>
              <a:chOff x="5115880" y="-1827329"/>
              <a:chExt cx="3823131" cy="3048701"/>
            </a:xfrm>
          </p:grpSpPr>
          <p:sp>
            <p:nvSpPr>
              <p:cNvPr id="3162" name="Google Shape;3162;p37"/>
              <p:cNvSpPr/>
              <p:nvPr/>
            </p:nvSpPr>
            <p:spPr>
              <a:xfrm>
                <a:off x="5945377" y="-1299903"/>
                <a:ext cx="2872998" cy="2521274"/>
              </a:xfrm>
              <a:custGeom>
                <a:rect b="b" l="l" r="r" t="t"/>
                <a:pathLst>
                  <a:path extrusionOk="0" h="7921" w="9026">
                    <a:moveTo>
                      <a:pt x="1" y="7920"/>
                    </a:moveTo>
                    <a:lnTo>
                      <a:pt x="9" y="5152"/>
                    </a:lnTo>
                    <a:lnTo>
                      <a:pt x="9026" y="0"/>
                    </a:lnTo>
                    <a:lnTo>
                      <a:pt x="9026" y="273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37"/>
              <p:cNvSpPr/>
              <p:nvPr/>
            </p:nvSpPr>
            <p:spPr>
              <a:xfrm>
                <a:off x="5946968" y="-1299903"/>
                <a:ext cx="2871407" cy="1878940"/>
              </a:xfrm>
              <a:custGeom>
                <a:rect b="b" l="l" r="r" t="t"/>
                <a:pathLst>
                  <a:path extrusionOk="0" h="5903" w="9021">
                    <a:moveTo>
                      <a:pt x="0" y="5903"/>
                    </a:moveTo>
                    <a:lnTo>
                      <a:pt x="4" y="5152"/>
                    </a:lnTo>
                    <a:lnTo>
                      <a:pt x="9021" y="0"/>
                    </a:lnTo>
                    <a:lnTo>
                      <a:pt x="9021" y="718"/>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37"/>
              <p:cNvSpPr/>
              <p:nvPr/>
            </p:nvSpPr>
            <p:spPr>
              <a:xfrm>
                <a:off x="6615722" y="-773749"/>
                <a:ext cx="1961698" cy="1384298"/>
              </a:xfrm>
              <a:custGeom>
                <a:rect b="b" l="l" r="r" t="t"/>
                <a:pathLst>
                  <a:path extrusionOk="0" h="4349" w="6163">
                    <a:moveTo>
                      <a:pt x="6163" y="0"/>
                    </a:moveTo>
                    <a:lnTo>
                      <a:pt x="6163" y="827"/>
                    </a:lnTo>
                    <a:cubicBezTo>
                      <a:pt x="6001" y="919"/>
                      <a:pt x="5839" y="1011"/>
                      <a:pt x="5680" y="1101"/>
                    </a:cubicBezTo>
                    <a:lnTo>
                      <a:pt x="5680" y="277"/>
                    </a:lnTo>
                    <a:cubicBezTo>
                      <a:pt x="5843" y="185"/>
                      <a:pt x="6005" y="93"/>
                      <a:pt x="6163" y="0"/>
                    </a:cubicBezTo>
                    <a:close/>
                    <a:moveTo>
                      <a:pt x="483" y="3249"/>
                    </a:moveTo>
                    <a:lnTo>
                      <a:pt x="483" y="4076"/>
                    </a:lnTo>
                    <a:cubicBezTo>
                      <a:pt x="321" y="4168"/>
                      <a:pt x="160" y="4260"/>
                      <a:pt x="0" y="4348"/>
                    </a:cubicBezTo>
                    <a:lnTo>
                      <a:pt x="0" y="3526"/>
                    </a:lnTo>
                    <a:close/>
                    <a:moveTo>
                      <a:pt x="1193" y="2842"/>
                    </a:moveTo>
                    <a:lnTo>
                      <a:pt x="1193" y="3669"/>
                    </a:lnTo>
                    <a:cubicBezTo>
                      <a:pt x="1031" y="3761"/>
                      <a:pt x="872" y="3853"/>
                      <a:pt x="710" y="3943"/>
                    </a:cubicBezTo>
                    <a:lnTo>
                      <a:pt x="710" y="3118"/>
                    </a:lnTo>
                    <a:close/>
                    <a:moveTo>
                      <a:pt x="1901" y="2435"/>
                    </a:moveTo>
                    <a:lnTo>
                      <a:pt x="1901" y="3262"/>
                    </a:lnTo>
                    <a:cubicBezTo>
                      <a:pt x="1741" y="3354"/>
                      <a:pt x="1580" y="3444"/>
                      <a:pt x="1418" y="3536"/>
                    </a:cubicBezTo>
                    <a:lnTo>
                      <a:pt x="1418" y="2711"/>
                    </a:lnTo>
                    <a:cubicBezTo>
                      <a:pt x="1582" y="2619"/>
                      <a:pt x="1741" y="2527"/>
                      <a:pt x="1901" y="2435"/>
                    </a:cubicBezTo>
                    <a:close/>
                    <a:moveTo>
                      <a:pt x="2613" y="2032"/>
                    </a:moveTo>
                    <a:lnTo>
                      <a:pt x="2613" y="2859"/>
                    </a:lnTo>
                    <a:cubicBezTo>
                      <a:pt x="2451" y="2951"/>
                      <a:pt x="2294" y="3043"/>
                      <a:pt x="2130" y="3131"/>
                    </a:cubicBezTo>
                    <a:lnTo>
                      <a:pt x="2130" y="2308"/>
                    </a:lnTo>
                    <a:close/>
                    <a:moveTo>
                      <a:pt x="3325" y="1625"/>
                    </a:moveTo>
                    <a:lnTo>
                      <a:pt x="3325" y="2451"/>
                    </a:lnTo>
                    <a:cubicBezTo>
                      <a:pt x="3163" y="2544"/>
                      <a:pt x="3002" y="2634"/>
                      <a:pt x="2840" y="2726"/>
                    </a:cubicBezTo>
                    <a:lnTo>
                      <a:pt x="2840" y="1901"/>
                    </a:lnTo>
                    <a:close/>
                    <a:moveTo>
                      <a:pt x="4033" y="1218"/>
                    </a:moveTo>
                    <a:lnTo>
                      <a:pt x="4033" y="2044"/>
                    </a:lnTo>
                    <a:cubicBezTo>
                      <a:pt x="3871" y="2136"/>
                      <a:pt x="3709" y="2228"/>
                      <a:pt x="3550" y="2318"/>
                    </a:cubicBezTo>
                    <a:lnTo>
                      <a:pt x="3550" y="1494"/>
                    </a:lnTo>
                    <a:cubicBezTo>
                      <a:pt x="3714" y="1402"/>
                      <a:pt x="3871" y="1310"/>
                      <a:pt x="4033" y="1218"/>
                    </a:cubicBezTo>
                    <a:close/>
                    <a:moveTo>
                      <a:pt x="4743" y="815"/>
                    </a:moveTo>
                    <a:lnTo>
                      <a:pt x="4743" y="1641"/>
                    </a:lnTo>
                    <a:cubicBezTo>
                      <a:pt x="4583" y="1733"/>
                      <a:pt x="4421" y="1821"/>
                      <a:pt x="4260" y="1913"/>
                    </a:cubicBezTo>
                    <a:lnTo>
                      <a:pt x="4260" y="1091"/>
                    </a:lnTo>
                    <a:cubicBezTo>
                      <a:pt x="4423" y="997"/>
                      <a:pt x="4583" y="905"/>
                      <a:pt x="4743" y="815"/>
                    </a:cubicBezTo>
                    <a:close/>
                    <a:moveTo>
                      <a:pt x="5455" y="408"/>
                    </a:moveTo>
                    <a:lnTo>
                      <a:pt x="5455" y="1234"/>
                    </a:lnTo>
                    <a:cubicBezTo>
                      <a:pt x="5293" y="1326"/>
                      <a:pt x="5135" y="1418"/>
                      <a:pt x="4972" y="1508"/>
                    </a:cubicBezTo>
                    <a:lnTo>
                      <a:pt x="4972" y="684"/>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37"/>
              <p:cNvSpPr/>
              <p:nvPr/>
            </p:nvSpPr>
            <p:spPr>
              <a:xfrm>
                <a:off x="6615722" y="-755606"/>
                <a:ext cx="1931778" cy="1328913"/>
              </a:xfrm>
              <a:custGeom>
                <a:rect b="b" l="l" r="r" t="t"/>
                <a:pathLst>
                  <a:path extrusionOk="0" h="4175" w="6069">
                    <a:moveTo>
                      <a:pt x="5682" y="932"/>
                    </a:moveTo>
                    <a:lnTo>
                      <a:pt x="5682" y="220"/>
                    </a:lnTo>
                    <a:lnTo>
                      <a:pt x="6068" y="1"/>
                    </a:lnTo>
                    <a:lnTo>
                      <a:pt x="6068" y="711"/>
                    </a:lnTo>
                    <a:close/>
                    <a:moveTo>
                      <a:pt x="385" y="3246"/>
                    </a:moveTo>
                    <a:lnTo>
                      <a:pt x="385" y="3958"/>
                    </a:lnTo>
                    <a:lnTo>
                      <a:pt x="0" y="4174"/>
                    </a:lnTo>
                    <a:lnTo>
                      <a:pt x="0" y="3467"/>
                    </a:lnTo>
                    <a:close/>
                    <a:moveTo>
                      <a:pt x="1097" y="2843"/>
                    </a:moveTo>
                    <a:lnTo>
                      <a:pt x="1097" y="3552"/>
                    </a:lnTo>
                    <a:lnTo>
                      <a:pt x="710" y="3769"/>
                    </a:lnTo>
                    <a:lnTo>
                      <a:pt x="710" y="3061"/>
                    </a:lnTo>
                    <a:close/>
                    <a:moveTo>
                      <a:pt x="1805" y="2435"/>
                    </a:moveTo>
                    <a:lnTo>
                      <a:pt x="1805" y="3145"/>
                    </a:lnTo>
                    <a:lnTo>
                      <a:pt x="1418" y="3364"/>
                    </a:lnTo>
                    <a:lnTo>
                      <a:pt x="1418" y="2652"/>
                    </a:lnTo>
                    <a:close/>
                    <a:moveTo>
                      <a:pt x="2515" y="2028"/>
                    </a:moveTo>
                    <a:lnTo>
                      <a:pt x="2515" y="2740"/>
                    </a:lnTo>
                    <a:lnTo>
                      <a:pt x="2130" y="2957"/>
                    </a:lnTo>
                    <a:lnTo>
                      <a:pt x="2130" y="2245"/>
                    </a:lnTo>
                    <a:close/>
                    <a:moveTo>
                      <a:pt x="3227" y="1625"/>
                    </a:moveTo>
                    <a:lnTo>
                      <a:pt x="3227" y="2335"/>
                    </a:lnTo>
                    <a:lnTo>
                      <a:pt x="2840" y="2552"/>
                    </a:lnTo>
                    <a:lnTo>
                      <a:pt x="2840" y="1842"/>
                    </a:lnTo>
                    <a:close/>
                    <a:moveTo>
                      <a:pt x="3939" y="1218"/>
                    </a:moveTo>
                    <a:lnTo>
                      <a:pt x="3939" y="1928"/>
                    </a:lnTo>
                    <a:lnTo>
                      <a:pt x="3552" y="2147"/>
                    </a:lnTo>
                    <a:lnTo>
                      <a:pt x="3552" y="1435"/>
                    </a:lnTo>
                    <a:close/>
                    <a:moveTo>
                      <a:pt x="4646" y="811"/>
                    </a:moveTo>
                    <a:lnTo>
                      <a:pt x="4646" y="1523"/>
                    </a:lnTo>
                    <a:lnTo>
                      <a:pt x="4260" y="1740"/>
                    </a:lnTo>
                    <a:lnTo>
                      <a:pt x="4260" y="1028"/>
                    </a:lnTo>
                    <a:close/>
                    <a:moveTo>
                      <a:pt x="5354" y="408"/>
                    </a:moveTo>
                    <a:lnTo>
                      <a:pt x="5354" y="1118"/>
                    </a:lnTo>
                    <a:lnTo>
                      <a:pt x="4968" y="1335"/>
                    </a:lnTo>
                    <a:lnTo>
                      <a:pt x="4968" y="6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37"/>
              <p:cNvSpPr/>
              <p:nvPr/>
            </p:nvSpPr>
            <p:spPr>
              <a:xfrm>
                <a:off x="6118215" y="371183"/>
                <a:ext cx="266419" cy="745146"/>
              </a:xfrm>
              <a:custGeom>
                <a:rect b="b" l="l" r="r" t="t"/>
                <a:pathLst>
                  <a:path extrusionOk="0" h="2341" w="837">
                    <a:moveTo>
                      <a:pt x="0" y="2341"/>
                    </a:moveTo>
                    <a:lnTo>
                      <a:pt x="8" y="471"/>
                    </a:lnTo>
                    <a:lnTo>
                      <a:pt x="837" y="0"/>
                    </a:lnTo>
                    <a:lnTo>
                      <a:pt x="837" y="1862"/>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37"/>
              <p:cNvSpPr/>
              <p:nvPr/>
            </p:nvSpPr>
            <p:spPr>
              <a:xfrm>
                <a:off x="6118215" y="389963"/>
                <a:ext cx="232679" cy="691353"/>
              </a:xfrm>
              <a:custGeom>
                <a:rect b="b" l="l" r="r" t="t"/>
                <a:pathLst>
                  <a:path extrusionOk="0" h="2172" w="731">
                    <a:moveTo>
                      <a:pt x="0" y="2171"/>
                    </a:moveTo>
                    <a:lnTo>
                      <a:pt x="8" y="412"/>
                    </a:lnTo>
                    <a:lnTo>
                      <a:pt x="731" y="1"/>
                    </a:lnTo>
                    <a:lnTo>
                      <a:pt x="731" y="1752"/>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37"/>
              <p:cNvSpPr/>
              <p:nvPr/>
            </p:nvSpPr>
            <p:spPr>
              <a:xfrm>
                <a:off x="5115880" y="-143511"/>
                <a:ext cx="836499" cy="1364881"/>
              </a:xfrm>
              <a:custGeom>
                <a:rect b="b" l="l" r="r" t="t"/>
                <a:pathLst>
                  <a:path extrusionOk="0" h="4288" w="2628">
                    <a:moveTo>
                      <a:pt x="2607" y="4287"/>
                    </a:moveTo>
                    <a:lnTo>
                      <a:pt x="2627" y="1513"/>
                    </a:lnTo>
                    <a:lnTo>
                      <a:pt x="0" y="1"/>
                    </a:lnTo>
                    <a:lnTo>
                      <a:pt x="2" y="275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37"/>
              <p:cNvSpPr/>
              <p:nvPr/>
            </p:nvSpPr>
            <p:spPr>
              <a:xfrm>
                <a:off x="5115880" y="-1783722"/>
                <a:ext cx="3823131" cy="2188330"/>
              </a:xfrm>
              <a:custGeom>
                <a:rect b="b" l="l" r="r" t="t"/>
                <a:pathLst>
                  <a:path extrusionOk="0" h="6875" w="12011">
                    <a:moveTo>
                      <a:pt x="9003" y="0"/>
                    </a:moveTo>
                    <a:lnTo>
                      <a:pt x="12010" y="1586"/>
                    </a:lnTo>
                    <a:lnTo>
                      <a:pt x="12010" y="1725"/>
                    </a:lnTo>
                    <a:lnTo>
                      <a:pt x="2990" y="6875"/>
                    </a:lnTo>
                    <a:lnTo>
                      <a:pt x="0" y="5152"/>
                    </a:lnTo>
                    <a:lnTo>
                      <a:pt x="0" y="501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37"/>
              <p:cNvSpPr/>
              <p:nvPr/>
            </p:nvSpPr>
            <p:spPr>
              <a:xfrm>
                <a:off x="5115880" y="-1827329"/>
                <a:ext cx="3823131" cy="2188966"/>
              </a:xfrm>
              <a:custGeom>
                <a:rect b="b" l="l" r="r" t="t"/>
                <a:pathLst>
                  <a:path extrusionOk="0" h="6877" w="12011">
                    <a:moveTo>
                      <a:pt x="9003" y="0"/>
                    </a:moveTo>
                    <a:lnTo>
                      <a:pt x="12010" y="1723"/>
                    </a:lnTo>
                    <a:lnTo>
                      <a:pt x="2990" y="6876"/>
                    </a:lnTo>
                    <a:lnTo>
                      <a:pt x="0" y="5152"/>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71" name="Google Shape;3171;p37"/>
              <p:cNvGrpSpPr/>
              <p:nvPr/>
            </p:nvGrpSpPr>
            <p:grpSpPr>
              <a:xfrm>
                <a:off x="5220602" y="-1779266"/>
                <a:ext cx="3627058" cy="2081696"/>
                <a:chOff x="5220602" y="-1779266"/>
                <a:chExt cx="3627058" cy="2081696"/>
              </a:xfrm>
            </p:grpSpPr>
            <p:sp>
              <p:nvSpPr>
                <p:cNvPr id="3172" name="Google Shape;3172;p37"/>
                <p:cNvSpPr/>
                <p:nvPr/>
              </p:nvSpPr>
              <p:spPr>
                <a:xfrm>
                  <a:off x="5220602" y="-267649"/>
                  <a:ext cx="975279" cy="570080"/>
                </a:xfrm>
                <a:custGeom>
                  <a:rect b="b" l="l" r="r" t="t"/>
                  <a:pathLst>
                    <a:path extrusionOk="0" h="1791" w="3064">
                      <a:moveTo>
                        <a:pt x="39" y="1"/>
                      </a:moveTo>
                      <a:cubicBezTo>
                        <a:pt x="28" y="1"/>
                        <a:pt x="16" y="7"/>
                        <a:pt x="9" y="16"/>
                      </a:cubicBezTo>
                      <a:cubicBezTo>
                        <a:pt x="1" y="33"/>
                        <a:pt x="7" y="51"/>
                        <a:pt x="21" y="62"/>
                      </a:cubicBezTo>
                      <a:lnTo>
                        <a:pt x="3012" y="1784"/>
                      </a:lnTo>
                      <a:cubicBezTo>
                        <a:pt x="3017" y="1786"/>
                        <a:pt x="3025" y="1790"/>
                        <a:pt x="3029" y="1790"/>
                      </a:cubicBezTo>
                      <a:cubicBezTo>
                        <a:pt x="3043" y="1790"/>
                        <a:pt x="3053" y="1784"/>
                        <a:pt x="3055" y="1772"/>
                      </a:cubicBezTo>
                      <a:cubicBezTo>
                        <a:pt x="3064" y="1756"/>
                        <a:pt x="3057" y="1739"/>
                        <a:pt x="3043" y="1729"/>
                      </a:cubicBezTo>
                      <a:lnTo>
                        <a:pt x="52" y="4"/>
                      </a:lnTo>
                      <a:cubicBezTo>
                        <a:pt x="48" y="2"/>
                        <a:pt x="44" y="1"/>
                        <a:pt x="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37"/>
                <p:cNvSpPr/>
                <p:nvPr/>
              </p:nvSpPr>
              <p:spPr>
                <a:xfrm>
                  <a:off x="5347605" y="-339904"/>
                  <a:ext cx="975279" cy="569443"/>
                </a:xfrm>
                <a:custGeom>
                  <a:rect b="b" l="l" r="r" t="t"/>
                  <a:pathLst>
                    <a:path extrusionOk="0" h="1789" w="3064">
                      <a:moveTo>
                        <a:pt x="39" y="0"/>
                      </a:moveTo>
                      <a:cubicBezTo>
                        <a:pt x="28" y="0"/>
                        <a:pt x="16" y="6"/>
                        <a:pt x="9" y="16"/>
                      </a:cubicBezTo>
                      <a:cubicBezTo>
                        <a:pt x="1" y="33"/>
                        <a:pt x="7" y="49"/>
                        <a:pt x="21" y="59"/>
                      </a:cubicBezTo>
                      <a:lnTo>
                        <a:pt x="3008" y="1784"/>
                      </a:lnTo>
                      <a:cubicBezTo>
                        <a:pt x="3014" y="1786"/>
                        <a:pt x="3023" y="1788"/>
                        <a:pt x="3027" y="1788"/>
                      </a:cubicBezTo>
                      <a:cubicBezTo>
                        <a:pt x="3039" y="1788"/>
                        <a:pt x="3049" y="1784"/>
                        <a:pt x="3055" y="1772"/>
                      </a:cubicBezTo>
                      <a:cubicBezTo>
                        <a:pt x="3064" y="1755"/>
                        <a:pt x="3057" y="1737"/>
                        <a:pt x="3043" y="1727"/>
                      </a:cubicBezTo>
                      <a:lnTo>
                        <a:pt x="52" y="4"/>
                      </a:lnTo>
                      <a:cubicBezTo>
                        <a:pt x="48" y="2"/>
                        <a:pt x="44" y="0"/>
                        <a:pt x="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37"/>
                <p:cNvSpPr/>
                <p:nvPr/>
              </p:nvSpPr>
              <p:spPr>
                <a:xfrm>
                  <a:off x="5473334" y="-411522"/>
                  <a:ext cx="974642" cy="569443"/>
                </a:xfrm>
                <a:custGeom>
                  <a:rect b="b" l="l" r="r" t="t"/>
                  <a:pathLst>
                    <a:path extrusionOk="0" h="1789" w="3062">
                      <a:moveTo>
                        <a:pt x="39" y="0"/>
                      </a:moveTo>
                      <a:cubicBezTo>
                        <a:pt x="28" y="0"/>
                        <a:pt x="16" y="6"/>
                        <a:pt x="9" y="16"/>
                      </a:cubicBezTo>
                      <a:cubicBezTo>
                        <a:pt x="1" y="33"/>
                        <a:pt x="5" y="49"/>
                        <a:pt x="21" y="59"/>
                      </a:cubicBezTo>
                      <a:lnTo>
                        <a:pt x="3010" y="1784"/>
                      </a:lnTo>
                      <a:cubicBezTo>
                        <a:pt x="3016" y="1786"/>
                        <a:pt x="3022" y="1788"/>
                        <a:pt x="3029" y="1788"/>
                      </a:cubicBezTo>
                      <a:cubicBezTo>
                        <a:pt x="3041" y="1788"/>
                        <a:pt x="3051" y="1784"/>
                        <a:pt x="3053" y="1772"/>
                      </a:cubicBezTo>
                      <a:cubicBezTo>
                        <a:pt x="3061" y="1755"/>
                        <a:pt x="3057" y="1737"/>
                        <a:pt x="3041" y="1727"/>
                      </a:cubicBezTo>
                      <a:lnTo>
                        <a:pt x="52" y="4"/>
                      </a:lnTo>
                      <a:cubicBezTo>
                        <a:pt x="48" y="2"/>
                        <a:pt x="44" y="0"/>
                        <a:pt x="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37"/>
                <p:cNvSpPr/>
                <p:nvPr/>
              </p:nvSpPr>
              <p:spPr>
                <a:xfrm>
                  <a:off x="5600337" y="-484095"/>
                  <a:ext cx="974642" cy="569761"/>
                </a:xfrm>
                <a:custGeom>
                  <a:rect b="b" l="l" r="r" t="t"/>
                  <a:pathLst>
                    <a:path extrusionOk="0" h="1790" w="3062">
                      <a:moveTo>
                        <a:pt x="37" y="1"/>
                      </a:moveTo>
                      <a:cubicBezTo>
                        <a:pt x="27" y="1"/>
                        <a:pt x="16" y="6"/>
                        <a:pt x="9" y="17"/>
                      </a:cubicBezTo>
                      <a:cubicBezTo>
                        <a:pt x="1" y="32"/>
                        <a:pt x="5" y="50"/>
                        <a:pt x="21" y="60"/>
                      </a:cubicBezTo>
                      <a:lnTo>
                        <a:pt x="3010" y="1785"/>
                      </a:lnTo>
                      <a:cubicBezTo>
                        <a:pt x="3016" y="1787"/>
                        <a:pt x="3022" y="1789"/>
                        <a:pt x="3029" y="1789"/>
                      </a:cubicBezTo>
                      <a:cubicBezTo>
                        <a:pt x="3039" y="1789"/>
                        <a:pt x="3049" y="1785"/>
                        <a:pt x="3053" y="1771"/>
                      </a:cubicBezTo>
                      <a:cubicBezTo>
                        <a:pt x="3061" y="1756"/>
                        <a:pt x="3057" y="1738"/>
                        <a:pt x="3041" y="1728"/>
                      </a:cubicBezTo>
                      <a:lnTo>
                        <a:pt x="52" y="5"/>
                      </a:lnTo>
                      <a:cubicBezTo>
                        <a:pt x="48" y="2"/>
                        <a:pt x="43" y="1"/>
                        <a:pt x="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37"/>
                <p:cNvSpPr/>
                <p:nvPr/>
              </p:nvSpPr>
              <p:spPr>
                <a:xfrm>
                  <a:off x="5726703" y="-555713"/>
                  <a:ext cx="974642" cy="569443"/>
                </a:xfrm>
                <a:custGeom>
                  <a:rect b="b" l="l" r="r" t="t"/>
                  <a:pathLst>
                    <a:path extrusionOk="0" h="1789" w="3062">
                      <a:moveTo>
                        <a:pt x="36" y="1"/>
                      </a:moveTo>
                      <a:cubicBezTo>
                        <a:pt x="25" y="1"/>
                        <a:pt x="13" y="6"/>
                        <a:pt x="7" y="17"/>
                      </a:cubicBezTo>
                      <a:cubicBezTo>
                        <a:pt x="1" y="32"/>
                        <a:pt x="5" y="50"/>
                        <a:pt x="21" y="60"/>
                      </a:cubicBezTo>
                      <a:lnTo>
                        <a:pt x="3010" y="1785"/>
                      </a:lnTo>
                      <a:cubicBezTo>
                        <a:pt x="3014" y="1787"/>
                        <a:pt x="3022" y="1789"/>
                        <a:pt x="3028" y="1789"/>
                      </a:cubicBezTo>
                      <a:cubicBezTo>
                        <a:pt x="3039" y="1789"/>
                        <a:pt x="3049" y="1785"/>
                        <a:pt x="3053" y="1771"/>
                      </a:cubicBezTo>
                      <a:cubicBezTo>
                        <a:pt x="3061" y="1756"/>
                        <a:pt x="3055" y="1738"/>
                        <a:pt x="3041" y="1728"/>
                      </a:cubicBezTo>
                      <a:lnTo>
                        <a:pt x="52" y="5"/>
                      </a:lnTo>
                      <a:cubicBezTo>
                        <a:pt x="47" y="2"/>
                        <a:pt x="41" y="1"/>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37"/>
                <p:cNvSpPr/>
                <p:nvPr/>
              </p:nvSpPr>
              <p:spPr>
                <a:xfrm>
                  <a:off x="5852433" y="-627331"/>
                  <a:ext cx="975279" cy="569443"/>
                </a:xfrm>
                <a:custGeom>
                  <a:rect b="b" l="l" r="r" t="t"/>
                  <a:pathLst>
                    <a:path extrusionOk="0" h="1789" w="3064">
                      <a:moveTo>
                        <a:pt x="37" y="1"/>
                      </a:moveTo>
                      <a:cubicBezTo>
                        <a:pt x="27" y="1"/>
                        <a:pt x="15" y="6"/>
                        <a:pt x="9" y="17"/>
                      </a:cubicBezTo>
                      <a:cubicBezTo>
                        <a:pt x="0" y="31"/>
                        <a:pt x="7" y="50"/>
                        <a:pt x="21" y="60"/>
                      </a:cubicBezTo>
                      <a:lnTo>
                        <a:pt x="3012" y="1785"/>
                      </a:lnTo>
                      <a:cubicBezTo>
                        <a:pt x="3016" y="1787"/>
                        <a:pt x="3024" y="1789"/>
                        <a:pt x="3028" y="1789"/>
                      </a:cubicBezTo>
                      <a:cubicBezTo>
                        <a:pt x="3039" y="1789"/>
                        <a:pt x="3049" y="1785"/>
                        <a:pt x="3055" y="1771"/>
                      </a:cubicBezTo>
                      <a:cubicBezTo>
                        <a:pt x="3063" y="1756"/>
                        <a:pt x="3057" y="1738"/>
                        <a:pt x="3043" y="1728"/>
                      </a:cubicBezTo>
                      <a:lnTo>
                        <a:pt x="52" y="5"/>
                      </a:lnTo>
                      <a:cubicBezTo>
                        <a:pt x="47" y="2"/>
                        <a:pt x="42" y="1"/>
                        <a:pt x="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37"/>
                <p:cNvSpPr/>
                <p:nvPr/>
              </p:nvSpPr>
              <p:spPr>
                <a:xfrm>
                  <a:off x="5978799" y="-699585"/>
                  <a:ext cx="974324" cy="569443"/>
                </a:xfrm>
                <a:custGeom>
                  <a:rect b="b" l="l" r="r" t="t"/>
                  <a:pathLst>
                    <a:path extrusionOk="0" h="1789" w="3061">
                      <a:moveTo>
                        <a:pt x="39" y="0"/>
                      </a:moveTo>
                      <a:cubicBezTo>
                        <a:pt x="28" y="0"/>
                        <a:pt x="16" y="5"/>
                        <a:pt x="8" y="17"/>
                      </a:cubicBezTo>
                      <a:cubicBezTo>
                        <a:pt x="0" y="31"/>
                        <a:pt x="6" y="50"/>
                        <a:pt x="21" y="60"/>
                      </a:cubicBezTo>
                      <a:lnTo>
                        <a:pt x="3010" y="1783"/>
                      </a:lnTo>
                      <a:cubicBezTo>
                        <a:pt x="3016" y="1787"/>
                        <a:pt x="3024" y="1789"/>
                        <a:pt x="3028" y="1789"/>
                      </a:cubicBezTo>
                      <a:cubicBezTo>
                        <a:pt x="3041" y="1789"/>
                        <a:pt x="3051" y="1783"/>
                        <a:pt x="3055" y="1770"/>
                      </a:cubicBezTo>
                      <a:cubicBezTo>
                        <a:pt x="3061" y="1756"/>
                        <a:pt x="3057" y="1738"/>
                        <a:pt x="3041" y="1727"/>
                      </a:cubicBezTo>
                      <a:lnTo>
                        <a:pt x="51" y="3"/>
                      </a:lnTo>
                      <a:cubicBezTo>
                        <a:pt x="48" y="1"/>
                        <a:pt x="44" y="0"/>
                        <a:pt x="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37"/>
                <p:cNvSpPr/>
                <p:nvPr/>
              </p:nvSpPr>
              <p:spPr>
                <a:xfrm>
                  <a:off x="6105165" y="-771521"/>
                  <a:ext cx="974324" cy="569761"/>
                </a:xfrm>
                <a:custGeom>
                  <a:rect b="b" l="l" r="r" t="t"/>
                  <a:pathLst>
                    <a:path extrusionOk="0" h="1790" w="3061">
                      <a:moveTo>
                        <a:pt x="39" y="1"/>
                      </a:moveTo>
                      <a:cubicBezTo>
                        <a:pt x="28" y="1"/>
                        <a:pt x="16" y="6"/>
                        <a:pt x="8" y="18"/>
                      </a:cubicBezTo>
                      <a:cubicBezTo>
                        <a:pt x="0" y="32"/>
                        <a:pt x="4" y="51"/>
                        <a:pt x="21" y="61"/>
                      </a:cubicBezTo>
                      <a:lnTo>
                        <a:pt x="3010" y="1784"/>
                      </a:lnTo>
                      <a:cubicBezTo>
                        <a:pt x="3016" y="1788"/>
                        <a:pt x="3022" y="1790"/>
                        <a:pt x="3028" y="1790"/>
                      </a:cubicBezTo>
                      <a:cubicBezTo>
                        <a:pt x="3040" y="1790"/>
                        <a:pt x="3051" y="1784"/>
                        <a:pt x="3053" y="1771"/>
                      </a:cubicBezTo>
                      <a:cubicBezTo>
                        <a:pt x="3061" y="1757"/>
                        <a:pt x="3057" y="1739"/>
                        <a:pt x="3040" y="1728"/>
                      </a:cubicBezTo>
                      <a:lnTo>
                        <a:pt x="51" y="4"/>
                      </a:lnTo>
                      <a:cubicBezTo>
                        <a:pt x="48" y="2"/>
                        <a:pt x="43" y="1"/>
                        <a:pt x="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37"/>
                <p:cNvSpPr/>
                <p:nvPr/>
              </p:nvSpPr>
              <p:spPr>
                <a:xfrm>
                  <a:off x="6231531" y="-844094"/>
                  <a:ext cx="974324" cy="570080"/>
                </a:xfrm>
                <a:custGeom>
                  <a:rect b="b" l="l" r="r" t="t"/>
                  <a:pathLst>
                    <a:path extrusionOk="0" h="1791" w="3061">
                      <a:moveTo>
                        <a:pt x="37" y="1"/>
                      </a:moveTo>
                      <a:cubicBezTo>
                        <a:pt x="25" y="1"/>
                        <a:pt x="13" y="7"/>
                        <a:pt x="6" y="17"/>
                      </a:cubicBezTo>
                      <a:cubicBezTo>
                        <a:pt x="0" y="33"/>
                        <a:pt x="4" y="52"/>
                        <a:pt x="21" y="62"/>
                      </a:cubicBezTo>
                      <a:lnTo>
                        <a:pt x="3010" y="1785"/>
                      </a:lnTo>
                      <a:cubicBezTo>
                        <a:pt x="3014" y="1787"/>
                        <a:pt x="3022" y="1791"/>
                        <a:pt x="3028" y="1791"/>
                      </a:cubicBezTo>
                      <a:cubicBezTo>
                        <a:pt x="3038" y="1791"/>
                        <a:pt x="3051" y="1785"/>
                        <a:pt x="3053" y="1772"/>
                      </a:cubicBezTo>
                      <a:cubicBezTo>
                        <a:pt x="3061" y="1756"/>
                        <a:pt x="3055" y="1740"/>
                        <a:pt x="3040" y="1729"/>
                      </a:cubicBezTo>
                      <a:lnTo>
                        <a:pt x="51" y="5"/>
                      </a:lnTo>
                      <a:cubicBezTo>
                        <a:pt x="47" y="2"/>
                        <a:pt x="42" y="1"/>
                        <a:pt x="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37"/>
                <p:cNvSpPr/>
                <p:nvPr/>
              </p:nvSpPr>
              <p:spPr>
                <a:xfrm>
                  <a:off x="6356942" y="-915712"/>
                  <a:ext cx="975279" cy="570080"/>
                </a:xfrm>
                <a:custGeom>
                  <a:rect b="b" l="l" r="r" t="t"/>
                  <a:pathLst>
                    <a:path extrusionOk="0" h="1791" w="3064">
                      <a:moveTo>
                        <a:pt x="39" y="1"/>
                      </a:moveTo>
                      <a:cubicBezTo>
                        <a:pt x="28" y="1"/>
                        <a:pt x="16" y="7"/>
                        <a:pt x="9" y="17"/>
                      </a:cubicBezTo>
                      <a:cubicBezTo>
                        <a:pt x="1" y="33"/>
                        <a:pt x="7" y="52"/>
                        <a:pt x="21" y="62"/>
                      </a:cubicBezTo>
                      <a:lnTo>
                        <a:pt x="3013" y="1784"/>
                      </a:lnTo>
                      <a:cubicBezTo>
                        <a:pt x="3017" y="1787"/>
                        <a:pt x="3025" y="1791"/>
                        <a:pt x="3029" y="1791"/>
                      </a:cubicBezTo>
                      <a:cubicBezTo>
                        <a:pt x="3039" y="1791"/>
                        <a:pt x="3053" y="1784"/>
                        <a:pt x="3056" y="1772"/>
                      </a:cubicBezTo>
                      <a:cubicBezTo>
                        <a:pt x="3064" y="1756"/>
                        <a:pt x="3058" y="1739"/>
                        <a:pt x="3043" y="1729"/>
                      </a:cubicBezTo>
                      <a:lnTo>
                        <a:pt x="52" y="5"/>
                      </a:lnTo>
                      <a:cubicBezTo>
                        <a:pt x="48" y="2"/>
                        <a:pt x="44" y="1"/>
                        <a:pt x="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37"/>
                <p:cNvSpPr/>
                <p:nvPr/>
              </p:nvSpPr>
              <p:spPr>
                <a:xfrm>
                  <a:off x="6483945" y="-987967"/>
                  <a:ext cx="975279" cy="569443"/>
                </a:xfrm>
                <a:custGeom>
                  <a:rect b="b" l="l" r="r" t="t"/>
                  <a:pathLst>
                    <a:path extrusionOk="0" h="1789" w="3064">
                      <a:moveTo>
                        <a:pt x="39" y="1"/>
                      </a:moveTo>
                      <a:cubicBezTo>
                        <a:pt x="28" y="1"/>
                        <a:pt x="16" y="7"/>
                        <a:pt x="9" y="17"/>
                      </a:cubicBezTo>
                      <a:cubicBezTo>
                        <a:pt x="1" y="33"/>
                        <a:pt x="7" y="49"/>
                        <a:pt x="21" y="60"/>
                      </a:cubicBezTo>
                      <a:lnTo>
                        <a:pt x="3013" y="1784"/>
                      </a:lnTo>
                      <a:cubicBezTo>
                        <a:pt x="3017" y="1786"/>
                        <a:pt x="3025" y="1788"/>
                        <a:pt x="3029" y="1788"/>
                      </a:cubicBezTo>
                      <a:cubicBezTo>
                        <a:pt x="3039" y="1788"/>
                        <a:pt x="3049" y="1784"/>
                        <a:pt x="3055" y="1768"/>
                      </a:cubicBezTo>
                      <a:cubicBezTo>
                        <a:pt x="3064" y="1754"/>
                        <a:pt x="3058" y="1735"/>
                        <a:pt x="3043" y="1725"/>
                      </a:cubicBezTo>
                      <a:lnTo>
                        <a:pt x="52" y="4"/>
                      </a:lnTo>
                      <a:cubicBezTo>
                        <a:pt x="48" y="2"/>
                        <a:pt x="44" y="1"/>
                        <a:pt x="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37"/>
                <p:cNvSpPr/>
                <p:nvPr/>
              </p:nvSpPr>
              <p:spPr>
                <a:xfrm>
                  <a:off x="6610311" y="-1059585"/>
                  <a:ext cx="974642" cy="569443"/>
                </a:xfrm>
                <a:custGeom>
                  <a:rect b="b" l="l" r="r" t="t"/>
                  <a:pathLst>
                    <a:path extrusionOk="0" h="1789" w="3062">
                      <a:moveTo>
                        <a:pt x="39" y="1"/>
                      </a:moveTo>
                      <a:cubicBezTo>
                        <a:pt x="28" y="1"/>
                        <a:pt x="16" y="7"/>
                        <a:pt x="9" y="17"/>
                      </a:cubicBezTo>
                      <a:cubicBezTo>
                        <a:pt x="1" y="33"/>
                        <a:pt x="7" y="49"/>
                        <a:pt x="21" y="60"/>
                      </a:cubicBezTo>
                      <a:lnTo>
                        <a:pt x="3010" y="1784"/>
                      </a:lnTo>
                      <a:cubicBezTo>
                        <a:pt x="3017" y="1786"/>
                        <a:pt x="3025" y="1788"/>
                        <a:pt x="3029" y="1788"/>
                      </a:cubicBezTo>
                      <a:cubicBezTo>
                        <a:pt x="3039" y="1788"/>
                        <a:pt x="3049" y="1784"/>
                        <a:pt x="3055" y="1772"/>
                      </a:cubicBezTo>
                      <a:cubicBezTo>
                        <a:pt x="3062" y="1756"/>
                        <a:pt x="3057" y="1737"/>
                        <a:pt x="3041" y="1727"/>
                      </a:cubicBezTo>
                      <a:lnTo>
                        <a:pt x="52" y="4"/>
                      </a:lnTo>
                      <a:cubicBezTo>
                        <a:pt x="48" y="2"/>
                        <a:pt x="44" y="1"/>
                        <a:pt x="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37"/>
                <p:cNvSpPr/>
                <p:nvPr/>
              </p:nvSpPr>
              <p:spPr>
                <a:xfrm>
                  <a:off x="6736041" y="-1131839"/>
                  <a:ext cx="974642" cy="569443"/>
                </a:xfrm>
                <a:custGeom>
                  <a:rect b="b" l="l" r="r" t="t"/>
                  <a:pathLst>
                    <a:path extrusionOk="0" h="1789" w="3062">
                      <a:moveTo>
                        <a:pt x="36" y="0"/>
                      </a:moveTo>
                      <a:cubicBezTo>
                        <a:pt x="25" y="0"/>
                        <a:pt x="14" y="6"/>
                        <a:pt x="7" y="17"/>
                      </a:cubicBezTo>
                      <a:cubicBezTo>
                        <a:pt x="1" y="31"/>
                        <a:pt x="5" y="49"/>
                        <a:pt x="21" y="60"/>
                      </a:cubicBezTo>
                      <a:lnTo>
                        <a:pt x="3010" y="1784"/>
                      </a:lnTo>
                      <a:cubicBezTo>
                        <a:pt x="3014" y="1786"/>
                        <a:pt x="3023" y="1788"/>
                        <a:pt x="3029" y="1788"/>
                      </a:cubicBezTo>
                      <a:cubicBezTo>
                        <a:pt x="3041" y="1788"/>
                        <a:pt x="3051" y="1784"/>
                        <a:pt x="3053" y="1770"/>
                      </a:cubicBezTo>
                      <a:cubicBezTo>
                        <a:pt x="3061" y="1756"/>
                        <a:pt x="3055" y="1737"/>
                        <a:pt x="3041" y="1727"/>
                      </a:cubicBezTo>
                      <a:lnTo>
                        <a:pt x="52" y="4"/>
                      </a:lnTo>
                      <a:cubicBezTo>
                        <a:pt x="47" y="2"/>
                        <a:pt x="42" y="0"/>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37"/>
                <p:cNvSpPr/>
                <p:nvPr/>
              </p:nvSpPr>
              <p:spPr>
                <a:xfrm>
                  <a:off x="6863043" y="-1203457"/>
                  <a:ext cx="974642" cy="569443"/>
                </a:xfrm>
                <a:custGeom>
                  <a:rect b="b" l="l" r="r" t="t"/>
                  <a:pathLst>
                    <a:path extrusionOk="0" h="1789" w="3062">
                      <a:moveTo>
                        <a:pt x="36" y="0"/>
                      </a:moveTo>
                      <a:cubicBezTo>
                        <a:pt x="25" y="0"/>
                        <a:pt x="14" y="6"/>
                        <a:pt x="7" y="16"/>
                      </a:cubicBezTo>
                      <a:cubicBezTo>
                        <a:pt x="1" y="31"/>
                        <a:pt x="5" y="49"/>
                        <a:pt x="21" y="59"/>
                      </a:cubicBezTo>
                      <a:lnTo>
                        <a:pt x="3010" y="1784"/>
                      </a:lnTo>
                      <a:cubicBezTo>
                        <a:pt x="3014" y="1786"/>
                        <a:pt x="3022" y="1788"/>
                        <a:pt x="3029" y="1788"/>
                      </a:cubicBezTo>
                      <a:cubicBezTo>
                        <a:pt x="3039" y="1788"/>
                        <a:pt x="3051" y="1784"/>
                        <a:pt x="3053" y="1770"/>
                      </a:cubicBezTo>
                      <a:cubicBezTo>
                        <a:pt x="3061" y="1756"/>
                        <a:pt x="3055" y="1737"/>
                        <a:pt x="3041" y="1727"/>
                      </a:cubicBezTo>
                      <a:lnTo>
                        <a:pt x="52" y="4"/>
                      </a:lnTo>
                      <a:cubicBezTo>
                        <a:pt x="47" y="1"/>
                        <a:pt x="42" y="0"/>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37"/>
                <p:cNvSpPr/>
                <p:nvPr/>
              </p:nvSpPr>
              <p:spPr>
                <a:xfrm>
                  <a:off x="6990046" y="-1275075"/>
                  <a:ext cx="974642" cy="569443"/>
                </a:xfrm>
                <a:custGeom>
                  <a:rect b="b" l="l" r="r" t="t"/>
                  <a:pathLst>
                    <a:path extrusionOk="0" h="1789" w="3062">
                      <a:moveTo>
                        <a:pt x="36" y="0"/>
                      </a:moveTo>
                      <a:cubicBezTo>
                        <a:pt x="25" y="0"/>
                        <a:pt x="14" y="6"/>
                        <a:pt x="7" y="16"/>
                      </a:cubicBezTo>
                      <a:cubicBezTo>
                        <a:pt x="1" y="31"/>
                        <a:pt x="5" y="49"/>
                        <a:pt x="21" y="59"/>
                      </a:cubicBezTo>
                      <a:lnTo>
                        <a:pt x="3008" y="1784"/>
                      </a:lnTo>
                      <a:cubicBezTo>
                        <a:pt x="3012" y="1786"/>
                        <a:pt x="3020" y="1788"/>
                        <a:pt x="3024" y="1788"/>
                      </a:cubicBezTo>
                      <a:cubicBezTo>
                        <a:pt x="3035" y="1788"/>
                        <a:pt x="3045" y="1780"/>
                        <a:pt x="3053" y="1770"/>
                      </a:cubicBezTo>
                      <a:cubicBezTo>
                        <a:pt x="3061" y="1755"/>
                        <a:pt x="3055" y="1737"/>
                        <a:pt x="3041" y="1727"/>
                      </a:cubicBezTo>
                      <a:lnTo>
                        <a:pt x="52" y="4"/>
                      </a:lnTo>
                      <a:cubicBezTo>
                        <a:pt x="47" y="1"/>
                        <a:pt x="42" y="0"/>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37"/>
                <p:cNvSpPr/>
                <p:nvPr/>
              </p:nvSpPr>
              <p:spPr>
                <a:xfrm>
                  <a:off x="7115139" y="-1347648"/>
                  <a:ext cx="974642" cy="569761"/>
                </a:xfrm>
                <a:custGeom>
                  <a:rect b="b" l="l" r="r" t="t"/>
                  <a:pathLst>
                    <a:path extrusionOk="0" h="1790" w="3062">
                      <a:moveTo>
                        <a:pt x="39" y="0"/>
                      </a:moveTo>
                      <a:cubicBezTo>
                        <a:pt x="28" y="0"/>
                        <a:pt x="16" y="6"/>
                        <a:pt x="9" y="17"/>
                      </a:cubicBezTo>
                      <a:cubicBezTo>
                        <a:pt x="0" y="32"/>
                        <a:pt x="7" y="50"/>
                        <a:pt x="21" y="60"/>
                      </a:cubicBezTo>
                      <a:lnTo>
                        <a:pt x="3010" y="1783"/>
                      </a:lnTo>
                      <a:cubicBezTo>
                        <a:pt x="3016" y="1787"/>
                        <a:pt x="3024" y="1789"/>
                        <a:pt x="3028" y="1789"/>
                      </a:cubicBezTo>
                      <a:cubicBezTo>
                        <a:pt x="3039" y="1789"/>
                        <a:pt x="3049" y="1783"/>
                        <a:pt x="3055" y="1771"/>
                      </a:cubicBezTo>
                      <a:cubicBezTo>
                        <a:pt x="3061" y="1756"/>
                        <a:pt x="3057" y="1738"/>
                        <a:pt x="3041" y="1728"/>
                      </a:cubicBezTo>
                      <a:lnTo>
                        <a:pt x="52" y="3"/>
                      </a:lnTo>
                      <a:cubicBezTo>
                        <a:pt x="48" y="1"/>
                        <a:pt x="44" y="0"/>
                        <a:pt x="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37"/>
                <p:cNvSpPr/>
                <p:nvPr/>
              </p:nvSpPr>
              <p:spPr>
                <a:xfrm>
                  <a:off x="7241505" y="-1419266"/>
                  <a:ext cx="974642" cy="569761"/>
                </a:xfrm>
                <a:custGeom>
                  <a:rect b="b" l="l" r="r" t="t"/>
                  <a:pathLst>
                    <a:path extrusionOk="0" h="1790" w="3062">
                      <a:moveTo>
                        <a:pt x="39" y="0"/>
                      </a:moveTo>
                      <a:cubicBezTo>
                        <a:pt x="28" y="0"/>
                        <a:pt x="16" y="6"/>
                        <a:pt x="9" y="17"/>
                      </a:cubicBezTo>
                      <a:cubicBezTo>
                        <a:pt x="0" y="32"/>
                        <a:pt x="4" y="50"/>
                        <a:pt x="21" y="60"/>
                      </a:cubicBezTo>
                      <a:lnTo>
                        <a:pt x="3010" y="1783"/>
                      </a:lnTo>
                      <a:cubicBezTo>
                        <a:pt x="3016" y="1787"/>
                        <a:pt x="3022" y="1789"/>
                        <a:pt x="3028" y="1789"/>
                      </a:cubicBezTo>
                      <a:cubicBezTo>
                        <a:pt x="3041" y="1789"/>
                        <a:pt x="3051" y="1781"/>
                        <a:pt x="3053" y="1771"/>
                      </a:cubicBezTo>
                      <a:cubicBezTo>
                        <a:pt x="3061" y="1756"/>
                        <a:pt x="3057" y="1738"/>
                        <a:pt x="3041" y="1728"/>
                      </a:cubicBezTo>
                      <a:lnTo>
                        <a:pt x="51" y="3"/>
                      </a:lnTo>
                      <a:cubicBezTo>
                        <a:pt x="48" y="1"/>
                        <a:pt x="44" y="0"/>
                        <a:pt x="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37"/>
                <p:cNvSpPr/>
                <p:nvPr/>
              </p:nvSpPr>
              <p:spPr>
                <a:xfrm>
                  <a:off x="7367871" y="-1491839"/>
                  <a:ext cx="974324" cy="569761"/>
                </a:xfrm>
                <a:custGeom>
                  <a:rect b="b" l="l" r="r" t="t"/>
                  <a:pathLst>
                    <a:path extrusionOk="0" h="1790" w="3061">
                      <a:moveTo>
                        <a:pt x="37" y="0"/>
                      </a:moveTo>
                      <a:cubicBezTo>
                        <a:pt x="26" y="0"/>
                        <a:pt x="13" y="6"/>
                        <a:pt x="6" y="16"/>
                      </a:cubicBezTo>
                      <a:cubicBezTo>
                        <a:pt x="0" y="33"/>
                        <a:pt x="4" y="51"/>
                        <a:pt x="21" y="61"/>
                      </a:cubicBezTo>
                      <a:lnTo>
                        <a:pt x="3010" y="1784"/>
                      </a:lnTo>
                      <a:cubicBezTo>
                        <a:pt x="3014" y="1786"/>
                        <a:pt x="3022" y="1790"/>
                        <a:pt x="3028" y="1790"/>
                      </a:cubicBezTo>
                      <a:cubicBezTo>
                        <a:pt x="3040" y="1790"/>
                        <a:pt x="3051" y="1784"/>
                        <a:pt x="3053" y="1772"/>
                      </a:cubicBezTo>
                      <a:cubicBezTo>
                        <a:pt x="3061" y="1755"/>
                        <a:pt x="3055" y="1739"/>
                        <a:pt x="3040" y="1729"/>
                      </a:cubicBezTo>
                      <a:lnTo>
                        <a:pt x="51" y="4"/>
                      </a:lnTo>
                      <a:cubicBezTo>
                        <a:pt x="47" y="1"/>
                        <a:pt x="42" y="0"/>
                        <a:pt x="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37"/>
                <p:cNvSpPr/>
                <p:nvPr/>
              </p:nvSpPr>
              <p:spPr>
                <a:xfrm>
                  <a:off x="7493601" y="-1563457"/>
                  <a:ext cx="974961" cy="569761"/>
                </a:xfrm>
                <a:custGeom>
                  <a:rect b="b" l="l" r="r" t="t"/>
                  <a:pathLst>
                    <a:path extrusionOk="0" h="1790" w="3063">
                      <a:moveTo>
                        <a:pt x="38" y="0"/>
                      </a:moveTo>
                      <a:cubicBezTo>
                        <a:pt x="27" y="0"/>
                        <a:pt x="15" y="6"/>
                        <a:pt x="8" y="16"/>
                      </a:cubicBezTo>
                      <a:cubicBezTo>
                        <a:pt x="0" y="32"/>
                        <a:pt x="6" y="51"/>
                        <a:pt x="21" y="61"/>
                      </a:cubicBezTo>
                      <a:lnTo>
                        <a:pt x="3012" y="1784"/>
                      </a:lnTo>
                      <a:cubicBezTo>
                        <a:pt x="3016" y="1786"/>
                        <a:pt x="3024" y="1790"/>
                        <a:pt x="3028" y="1790"/>
                      </a:cubicBezTo>
                      <a:cubicBezTo>
                        <a:pt x="3042" y="1790"/>
                        <a:pt x="3053" y="1782"/>
                        <a:pt x="3055" y="1772"/>
                      </a:cubicBezTo>
                      <a:cubicBezTo>
                        <a:pt x="3063" y="1755"/>
                        <a:pt x="3057" y="1739"/>
                        <a:pt x="3042" y="1729"/>
                      </a:cubicBezTo>
                      <a:lnTo>
                        <a:pt x="51" y="4"/>
                      </a:lnTo>
                      <a:cubicBezTo>
                        <a:pt x="48" y="1"/>
                        <a:pt x="43" y="0"/>
                        <a:pt x="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37"/>
                <p:cNvSpPr/>
                <p:nvPr/>
              </p:nvSpPr>
              <p:spPr>
                <a:xfrm>
                  <a:off x="7619967" y="-1635711"/>
                  <a:ext cx="974324" cy="569125"/>
                </a:xfrm>
                <a:custGeom>
                  <a:rect b="b" l="l" r="r" t="t"/>
                  <a:pathLst>
                    <a:path extrusionOk="0" h="1788" w="3061">
                      <a:moveTo>
                        <a:pt x="38" y="0"/>
                      </a:moveTo>
                      <a:cubicBezTo>
                        <a:pt x="27" y="0"/>
                        <a:pt x="15" y="6"/>
                        <a:pt x="8" y="16"/>
                      </a:cubicBezTo>
                      <a:cubicBezTo>
                        <a:pt x="0" y="32"/>
                        <a:pt x="6" y="49"/>
                        <a:pt x="20" y="59"/>
                      </a:cubicBezTo>
                      <a:lnTo>
                        <a:pt x="3010" y="1784"/>
                      </a:lnTo>
                      <a:cubicBezTo>
                        <a:pt x="3016" y="1786"/>
                        <a:pt x="3024" y="1788"/>
                        <a:pt x="3028" y="1788"/>
                      </a:cubicBezTo>
                      <a:cubicBezTo>
                        <a:pt x="3040" y="1788"/>
                        <a:pt x="3050" y="1784"/>
                        <a:pt x="3055" y="1771"/>
                      </a:cubicBezTo>
                      <a:cubicBezTo>
                        <a:pt x="3061" y="1755"/>
                        <a:pt x="3057" y="1737"/>
                        <a:pt x="3040" y="1726"/>
                      </a:cubicBezTo>
                      <a:lnTo>
                        <a:pt x="51" y="4"/>
                      </a:lnTo>
                      <a:cubicBezTo>
                        <a:pt x="47" y="1"/>
                        <a:pt x="43" y="0"/>
                        <a:pt x="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37"/>
                <p:cNvSpPr/>
                <p:nvPr/>
              </p:nvSpPr>
              <p:spPr>
                <a:xfrm>
                  <a:off x="7746651" y="-1707329"/>
                  <a:ext cx="974642" cy="569125"/>
                </a:xfrm>
                <a:custGeom>
                  <a:rect b="b" l="l" r="r" t="t"/>
                  <a:pathLst>
                    <a:path extrusionOk="0" h="1788" w="3062">
                      <a:moveTo>
                        <a:pt x="39" y="0"/>
                      </a:moveTo>
                      <a:cubicBezTo>
                        <a:pt x="28" y="0"/>
                        <a:pt x="16" y="6"/>
                        <a:pt x="9" y="16"/>
                      </a:cubicBezTo>
                      <a:cubicBezTo>
                        <a:pt x="1" y="32"/>
                        <a:pt x="7" y="49"/>
                        <a:pt x="21" y="59"/>
                      </a:cubicBezTo>
                      <a:lnTo>
                        <a:pt x="3011" y="1784"/>
                      </a:lnTo>
                      <a:cubicBezTo>
                        <a:pt x="3017" y="1786"/>
                        <a:pt x="3025" y="1788"/>
                        <a:pt x="3029" y="1788"/>
                      </a:cubicBezTo>
                      <a:cubicBezTo>
                        <a:pt x="3039" y="1788"/>
                        <a:pt x="3049" y="1782"/>
                        <a:pt x="3056" y="1771"/>
                      </a:cubicBezTo>
                      <a:cubicBezTo>
                        <a:pt x="3062" y="1755"/>
                        <a:pt x="3058" y="1737"/>
                        <a:pt x="3041" y="1726"/>
                      </a:cubicBezTo>
                      <a:lnTo>
                        <a:pt x="52" y="4"/>
                      </a:lnTo>
                      <a:cubicBezTo>
                        <a:pt x="48" y="1"/>
                        <a:pt x="44" y="0"/>
                        <a:pt x="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37"/>
                <p:cNvSpPr/>
                <p:nvPr/>
              </p:nvSpPr>
              <p:spPr>
                <a:xfrm>
                  <a:off x="7873018" y="-1779266"/>
                  <a:ext cx="974642" cy="569443"/>
                </a:xfrm>
                <a:custGeom>
                  <a:rect b="b" l="l" r="r" t="t"/>
                  <a:pathLst>
                    <a:path extrusionOk="0" h="1789" w="3062">
                      <a:moveTo>
                        <a:pt x="39" y="1"/>
                      </a:moveTo>
                      <a:cubicBezTo>
                        <a:pt x="28" y="1"/>
                        <a:pt x="16" y="7"/>
                        <a:pt x="9" y="17"/>
                      </a:cubicBezTo>
                      <a:cubicBezTo>
                        <a:pt x="1" y="33"/>
                        <a:pt x="5" y="50"/>
                        <a:pt x="21" y="60"/>
                      </a:cubicBezTo>
                      <a:lnTo>
                        <a:pt x="3010" y="1785"/>
                      </a:lnTo>
                      <a:cubicBezTo>
                        <a:pt x="3017" y="1787"/>
                        <a:pt x="3023" y="1789"/>
                        <a:pt x="3029" y="1789"/>
                      </a:cubicBezTo>
                      <a:cubicBezTo>
                        <a:pt x="3039" y="1789"/>
                        <a:pt x="3049" y="1783"/>
                        <a:pt x="3053" y="1772"/>
                      </a:cubicBezTo>
                      <a:cubicBezTo>
                        <a:pt x="3062" y="1756"/>
                        <a:pt x="3057" y="1738"/>
                        <a:pt x="3041" y="1727"/>
                      </a:cubicBezTo>
                      <a:lnTo>
                        <a:pt x="52" y="5"/>
                      </a:lnTo>
                      <a:cubicBezTo>
                        <a:pt x="48" y="2"/>
                        <a:pt x="44" y="1"/>
                        <a:pt x="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94" name="Google Shape;3194;p37"/>
            <p:cNvGrpSpPr/>
            <p:nvPr/>
          </p:nvGrpSpPr>
          <p:grpSpPr>
            <a:xfrm>
              <a:off x="6907394" y="1823041"/>
              <a:ext cx="113375" cy="186824"/>
              <a:chOff x="2521471" y="-1696564"/>
              <a:chExt cx="772203" cy="1272473"/>
            </a:xfrm>
          </p:grpSpPr>
          <p:sp>
            <p:nvSpPr>
              <p:cNvPr id="3195" name="Google Shape;3195;p37"/>
              <p:cNvSpPr/>
              <p:nvPr/>
            </p:nvSpPr>
            <p:spPr>
              <a:xfrm>
                <a:off x="2566237" y="-788894"/>
                <a:ext cx="694866" cy="364804"/>
              </a:xfrm>
              <a:custGeom>
                <a:rect b="b" l="l" r="r" t="t"/>
                <a:pathLst>
                  <a:path extrusionOk="0" h="2184" w="4160">
                    <a:moveTo>
                      <a:pt x="2087" y="2184"/>
                    </a:moveTo>
                    <a:cubicBezTo>
                      <a:pt x="1603" y="2184"/>
                      <a:pt x="1118" y="2077"/>
                      <a:pt x="747" y="1865"/>
                    </a:cubicBezTo>
                    <a:cubicBezTo>
                      <a:pt x="7" y="1439"/>
                      <a:pt x="1" y="747"/>
                      <a:pt x="737" y="320"/>
                    </a:cubicBezTo>
                    <a:cubicBezTo>
                      <a:pt x="1105" y="107"/>
                      <a:pt x="1592" y="1"/>
                      <a:pt x="2075" y="1"/>
                    </a:cubicBezTo>
                    <a:cubicBezTo>
                      <a:pt x="2558" y="1"/>
                      <a:pt x="3045" y="107"/>
                      <a:pt x="3415" y="320"/>
                    </a:cubicBezTo>
                    <a:cubicBezTo>
                      <a:pt x="4156" y="747"/>
                      <a:pt x="4160" y="1441"/>
                      <a:pt x="3423" y="1865"/>
                    </a:cubicBezTo>
                    <a:cubicBezTo>
                      <a:pt x="3057" y="2077"/>
                      <a:pt x="2574" y="2184"/>
                      <a:pt x="2087" y="2184"/>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37"/>
              <p:cNvSpPr/>
              <p:nvPr/>
            </p:nvSpPr>
            <p:spPr>
              <a:xfrm>
                <a:off x="2845186" y="-1386546"/>
                <a:ext cx="145320" cy="814463"/>
              </a:xfrm>
              <a:custGeom>
                <a:rect b="b" l="l" r="r" t="t"/>
                <a:pathLst>
                  <a:path extrusionOk="0" h="4876" w="870">
                    <a:moveTo>
                      <a:pt x="827" y="4620"/>
                    </a:moveTo>
                    <a:lnTo>
                      <a:pt x="827" y="4614"/>
                    </a:lnTo>
                    <a:lnTo>
                      <a:pt x="825" y="4602"/>
                    </a:lnTo>
                    <a:cubicBezTo>
                      <a:pt x="683" y="3069"/>
                      <a:pt x="540" y="1535"/>
                      <a:pt x="399" y="0"/>
                    </a:cubicBezTo>
                    <a:lnTo>
                      <a:pt x="0" y="4604"/>
                    </a:lnTo>
                    <a:lnTo>
                      <a:pt x="0" y="4610"/>
                    </a:lnTo>
                    <a:lnTo>
                      <a:pt x="0" y="4622"/>
                    </a:lnTo>
                    <a:lnTo>
                      <a:pt x="0" y="4632"/>
                    </a:lnTo>
                    <a:cubicBezTo>
                      <a:pt x="2" y="4636"/>
                      <a:pt x="2" y="4643"/>
                      <a:pt x="2" y="4645"/>
                    </a:cubicBezTo>
                    <a:lnTo>
                      <a:pt x="6" y="4655"/>
                    </a:lnTo>
                    <a:cubicBezTo>
                      <a:pt x="8" y="4661"/>
                      <a:pt x="8" y="4665"/>
                      <a:pt x="10" y="4667"/>
                    </a:cubicBezTo>
                    <a:lnTo>
                      <a:pt x="16" y="4677"/>
                    </a:lnTo>
                    <a:cubicBezTo>
                      <a:pt x="18" y="4683"/>
                      <a:pt x="21" y="4688"/>
                      <a:pt x="23" y="4692"/>
                    </a:cubicBezTo>
                    <a:lnTo>
                      <a:pt x="29" y="4702"/>
                    </a:lnTo>
                    <a:lnTo>
                      <a:pt x="39" y="4714"/>
                    </a:lnTo>
                    <a:lnTo>
                      <a:pt x="47" y="4724"/>
                    </a:lnTo>
                    <a:cubicBezTo>
                      <a:pt x="51" y="4729"/>
                      <a:pt x="57" y="4735"/>
                      <a:pt x="59" y="4739"/>
                    </a:cubicBezTo>
                    <a:lnTo>
                      <a:pt x="68" y="4747"/>
                    </a:lnTo>
                    <a:cubicBezTo>
                      <a:pt x="72" y="4753"/>
                      <a:pt x="80" y="4757"/>
                      <a:pt x="84" y="4763"/>
                    </a:cubicBezTo>
                    <a:lnTo>
                      <a:pt x="92" y="4767"/>
                    </a:lnTo>
                    <a:cubicBezTo>
                      <a:pt x="102" y="4776"/>
                      <a:pt x="111" y="4780"/>
                      <a:pt x="121" y="4788"/>
                    </a:cubicBezTo>
                    <a:cubicBezTo>
                      <a:pt x="133" y="4796"/>
                      <a:pt x="143" y="4800"/>
                      <a:pt x="156" y="4806"/>
                    </a:cubicBezTo>
                    <a:lnTo>
                      <a:pt x="160" y="4808"/>
                    </a:lnTo>
                    <a:lnTo>
                      <a:pt x="168" y="4814"/>
                    </a:lnTo>
                    <a:cubicBezTo>
                      <a:pt x="176" y="4819"/>
                      <a:pt x="190" y="4825"/>
                      <a:pt x="201" y="4827"/>
                    </a:cubicBezTo>
                    <a:lnTo>
                      <a:pt x="209" y="4829"/>
                    </a:lnTo>
                    <a:lnTo>
                      <a:pt x="215" y="4833"/>
                    </a:lnTo>
                    <a:lnTo>
                      <a:pt x="239" y="4839"/>
                    </a:lnTo>
                    <a:lnTo>
                      <a:pt x="250" y="4843"/>
                    </a:lnTo>
                    <a:lnTo>
                      <a:pt x="254" y="4845"/>
                    </a:lnTo>
                    <a:cubicBezTo>
                      <a:pt x="262" y="4847"/>
                      <a:pt x="266" y="4849"/>
                      <a:pt x="274" y="4849"/>
                    </a:cubicBezTo>
                    <a:lnTo>
                      <a:pt x="286" y="4853"/>
                    </a:lnTo>
                    <a:lnTo>
                      <a:pt x="295" y="4855"/>
                    </a:lnTo>
                    <a:cubicBezTo>
                      <a:pt x="303" y="4857"/>
                      <a:pt x="305" y="4857"/>
                      <a:pt x="313" y="4857"/>
                    </a:cubicBezTo>
                    <a:lnTo>
                      <a:pt x="325" y="4859"/>
                    </a:lnTo>
                    <a:lnTo>
                      <a:pt x="334" y="4864"/>
                    </a:lnTo>
                    <a:cubicBezTo>
                      <a:pt x="338" y="4864"/>
                      <a:pt x="346" y="4866"/>
                      <a:pt x="352" y="4866"/>
                    </a:cubicBezTo>
                    <a:lnTo>
                      <a:pt x="360" y="4868"/>
                    </a:lnTo>
                    <a:lnTo>
                      <a:pt x="370" y="4870"/>
                    </a:lnTo>
                    <a:cubicBezTo>
                      <a:pt x="377" y="4874"/>
                      <a:pt x="381" y="4874"/>
                      <a:pt x="387" y="4874"/>
                    </a:cubicBezTo>
                    <a:lnTo>
                      <a:pt x="397" y="4876"/>
                    </a:lnTo>
                    <a:lnTo>
                      <a:pt x="409" y="4876"/>
                    </a:lnTo>
                    <a:lnTo>
                      <a:pt x="428" y="4876"/>
                    </a:lnTo>
                    <a:lnTo>
                      <a:pt x="436" y="4876"/>
                    </a:lnTo>
                    <a:lnTo>
                      <a:pt x="448" y="4876"/>
                    </a:lnTo>
                    <a:cubicBezTo>
                      <a:pt x="456" y="4876"/>
                      <a:pt x="462" y="4876"/>
                      <a:pt x="469" y="4874"/>
                    </a:cubicBezTo>
                    <a:lnTo>
                      <a:pt x="477" y="4874"/>
                    </a:lnTo>
                    <a:lnTo>
                      <a:pt x="489" y="4870"/>
                    </a:lnTo>
                    <a:cubicBezTo>
                      <a:pt x="497" y="4868"/>
                      <a:pt x="505" y="4868"/>
                      <a:pt x="512" y="4868"/>
                    </a:cubicBezTo>
                    <a:lnTo>
                      <a:pt x="522" y="4866"/>
                    </a:lnTo>
                    <a:lnTo>
                      <a:pt x="530" y="4864"/>
                    </a:lnTo>
                    <a:cubicBezTo>
                      <a:pt x="542" y="4859"/>
                      <a:pt x="552" y="4857"/>
                      <a:pt x="565" y="4855"/>
                    </a:cubicBezTo>
                    <a:lnTo>
                      <a:pt x="573" y="4853"/>
                    </a:lnTo>
                    <a:lnTo>
                      <a:pt x="579" y="4849"/>
                    </a:lnTo>
                    <a:cubicBezTo>
                      <a:pt x="591" y="4847"/>
                      <a:pt x="602" y="4845"/>
                      <a:pt x="612" y="4839"/>
                    </a:cubicBezTo>
                    <a:lnTo>
                      <a:pt x="620" y="4837"/>
                    </a:lnTo>
                    <a:cubicBezTo>
                      <a:pt x="632" y="4833"/>
                      <a:pt x="645" y="4829"/>
                      <a:pt x="657" y="4825"/>
                    </a:cubicBezTo>
                    <a:lnTo>
                      <a:pt x="661" y="4825"/>
                    </a:lnTo>
                    <a:cubicBezTo>
                      <a:pt x="671" y="4819"/>
                      <a:pt x="677" y="4816"/>
                      <a:pt x="685" y="4814"/>
                    </a:cubicBezTo>
                    <a:lnTo>
                      <a:pt x="694" y="4812"/>
                    </a:lnTo>
                    <a:lnTo>
                      <a:pt x="724" y="4796"/>
                    </a:lnTo>
                    <a:lnTo>
                      <a:pt x="726" y="4796"/>
                    </a:lnTo>
                    <a:cubicBezTo>
                      <a:pt x="739" y="4792"/>
                      <a:pt x="747" y="4784"/>
                      <a:pt x="757" y="4776"/>
                    </a:cubicBezTo>
                    <a:lnTo>
                      <a:pt x="761" y="4774"/>
                    </a:lnTo>
                    <a:lnTo>
                      <a:pt x="767" y="4767"/>
                    </a:lnTo>
                    <a:cubicBezTo>
                      <a:pt x="773" y="4763"/>
                      <a:pt x="782" y="4757"/>
                      <a:pt x="786" y="4755"/>
                    </a:cubicBezTo>
                    <a:lnTo>
                      <a:pt x="788" y="4753"/>
                    </a:lnTo>
                    <a:lnTo>
                      <a:pt x="788" y="4753"/>
                    </a:lnTo>
                    <a:lnTo>
                      <a:pt x="796" y="4745"/>
                    </a:lnTo>
                    <a:lnTo>
                      <a:pt x="808" y="4733"/>
                    </a:lnTo>
                    <a:lnTo>
                      <a:pt x="814" y="4726"/>
                    </a:lnTo>
                    <a:lnTo>
                      <a:pt x="816" y="4724"/>
                    </a:lnTo>
                    <a:lnTo>
                      <a:pt x="823" y="4720"/>
                    </a:lnTo>
                    <a:lnTo>
                      <a:pt x="833" y="4710"/>
                    </a:lnTo>
                    <a:lnTo>
                      <a:pt x="837" y="4704"/>
                    </a:lnTo>
                    <a:lnTo>
                      <a:pt x="839" y="4702"/>
                    </a:lnTo>
                    <a:lnTo>
                      <a:pt x="843" y="4696"/>
                    </a:lnTo>
                    <a:lnTo>
                      <a:pt x="847" y="4686"/>
                    </a:lnTo>
                    <a:lnTo>
                      <a:pt x="849" y="4683"/>
                    </a:lnTo>
                    <a:lnTo>
                      <a:pt x="853" y="4681"/>
                    </a:lnTo>
                    <a:lnTo>
                      <a:pt x="853" y="4679"/>
                    </a:lnTo>
                    <a:lnTo>
                      <a:pt x="855" y="4671"/>
                    </a:lnTo>
                    <a:lnTo>
                      <a:pt x="859" y="4661"/>
                    </a:lnTo>
                    <a:lnTo>
                      <a:pt x="863" y="4655"/>
                    </a:lnTo>
                    <a:lnTo>
                      <a:pt x="863" y="4653"/>
                    </a:lnTo>
                    <a:lnTo>
                      <a:pt x="865" y="4645"/>
                    </a:lnTo>
                    <a:lnTo>
                      <a:pt x="868" y="4634"/>
                    </a:lnTo>
                    <a:lnTo>
                      <a:pt x="870" y="4630"/>
                    </a:lnTo>
                    <a:lnTo>
                      <a:pt x="870" y="4624"/>
                    </a:lnTo>
                    <a:lnTo>
                      <a:pt x="870" y="461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37"/>
              <p:cNvSpPr/>
              <p:nvPr/>
            </p:nvSpPr>
            <p:spPr>
              <a:xfrm>
                <a:off x="2521471" y="-1696564"/>
                <a:ext cx="772203" cy="1024092"/>
              </a:xfrm>
              <a:custGeom>
                <a:rect b="b" l="l" r="r" t="t"/>
                <a:pathLst>
                  <a:path extrusionOk="0" h="6131" w="4623">
                    <a:moveTo>
                      <a:pt x="4475" y="4755"/>
                    </a:moveTo>
                    <a:cubicBezTo>
                      <a:pt x="4440" y="4721"/>
                      <a:pt x="4622" y="4422"/>
                      <a:pt x="4622" y="4422"/>
                    </a:cubicBezTo>
                    <a:lnTo>
                      <a:pt x="4450" y="4381"/>
                    </a:lnTo>
                    <a:lnTo>
                      <a:pt x="4432" y="4295"/>
                    </a:lnTo>
                    <a:cubicBezTo>
                      <a:pt x="4432" y="4295"/>
                      <a:pt x="4543" y="4295"/>
                      <a:pt x="4317" y="4219"/>
                    </a:cubicBezTo>
                    <a:cubicBezTo>
                      <a:pt x="4295" y="4213"/>
                      <a:pt x="4277" y="4205"/>
                      <a:pt x="4256" y="4197"/>
                    </a:cubicBezTo>
                    <a:cubicBezTo>
                      <a:pt x="4285" y="4111"/>
                      <a:pt x="4381" y="3951"/>
                      <a:pt x="4381" y="3951"/>
                    </a:cubicBezTo>
                    <a:lnTo>
                      <a:pt x="4227" y="3917"/>
                    </a:lnTo>
                    <a:lnTo>
                      <a:pt x="4213" y="3839"/>
                    </a:lnTo>
                    <a:cubicBezTo>
                      <a:pt x="4213" y="3839"/>
                      <a:pt x="4309" y="3839"/>
                      <a:pt x="4111" y="3773"/>
                    </a:cubicBezTo>
                    <a:cubicBezTo>
                      <a:pt x="4064" y="3757"/>
                      <a:pt x="4023" y="3743"/>
                      <a:pt x="3990" y="3724"/>
                    </a:cubicBezTo>
                    <a:cubicBezTo>
                      <a:pt x="4033" y="3704"/>
                      <a:pt x="4086" y="3696"/>
                      <a:pt x="4049" y="3677"/>
                    </a:cubicBezTo>
                    <a:cubicBezTo>
                      <a:pt x="3994" y="3655"/>
                      <a:pt x="4092" y="3585"/>
                      <a:pt x="4062" y="3559"/>
                    </a:cubicBezTo>
                    <a:cubicBezTo>
                      <a:pt x="4031" y="3530"/>
                      <a:pt x="4176" y="3289"/>
                      <a:pt x="4176" y="3289"/>
                    </a:cubicBezTo>
                    <a:lnTo>
                      <a:pt x="4039" y="3258"/>
                    </a:lnTo>
                    <a:lnTo>
                      <a:pt x="4023" y="3190"/>
                    </a:lnTo>
                    <a:cubicBezTo>
                      <a:pt x="4023" y="3190"/>
                      <a:pt x="4111" y="3190"/>
                      <a:pt x="3931" y="3131"/>
                    </a:cubicBezTo>
                    <a:cubicBezTo>
                      <a:pt x="3824" y="3094"/>
                      <a:pt x="3755" y="3053"/>
                      <a:pt x="3718" y="3027"/>
                    </a:cubicBezTo>
                    <a:cubicBezTo>
                      <a:pt x="3773" y="2990"/>
                      <a:pt x="3898" y="2951"/>
                      <a:pt x="3861" y="2935"/>
                    </a:cubicBezTo>
                    <a:cubicBezTo>
                      <a:pt x="3818" y="2914"/>
                      <a:pt x="3790" y="2765"/>
                      <a:pt x="3765" y="2742"/>
                    </a:cubicBezTo>
                    <a:cubicBezTo>
                      <a:pt x="3738" y="2720"/>
                      <a:pt x="3861" y="2521"/>
                      <a:pt x="3861" y="2521"/>
                    </a:cubicBezTo>
                    <a:lnTo>
                      <a:pt x="3765" y="2499"/>
                    </a:lnTo>
                    <a:cubicBezTo>
                      <a:pt x="3769" y="2491"/>
                      <a:pt x="3773" y="2487"/>
                      <a:pt x="3773" y="2487"/>
                    </a:cubicBezTo>
                    <a:lnTo>
                      <a:pt x="3745" y="2480"/>
                    </a:lnTo>
                    <a:lnTo>
                      <a:pt x="3736" y="2437"/>
                    </a:lnTo>
                    <a:cubicBezTo>
                      <a:pt x="3736" y="2437"/>
                      <a:pt x="3810" y="2437"/>
                      <a:pt x="3661" y="2388"/>
                    </a:cubicBezTo>
                    <a:cubicBezTo>
                      <a:pt x="3620" y="2376"/>
                      <a:pt x="3585" y="2362"/>
                      <a:pt x="3558" y="2347"/>
                    </a:cubicBezTo>
                    <a:cubicBezTo>
                      <a:pt x="3589" y="2333"/>
                      <a:pt x="3612" y="2323"/>
                      <a:pt x="3593" y="2315"/>
                    </a:cubicBezTo>
                    <a:cubicBezTo>
                      <a:pt x="3558" y="2300"/>
                      <a:pt x="3534" y="2178"/>
                      <a:pt x="3513" y="2159"/>
                    </a:cubicBezTo>
                    <a:cubicBezTo>
                      <a:pt x="3493" y="2139"/>
                      <a:pt x="3593" y="1977"/>
                      <a:pt x="3593" y="1977"/>
                    </a:cubicBezTo>
                    <a:lnTo>
                      <a:pt x="3501" y="1957"/>
                    </a:lnTo>
                    <a:lnTo>
                      <a:pt x="3491" y="1908"/>
                    </a:lnTo>
                    <a:cubicBezTo>
                      <a:pt x="3491" y="1908"/>
                      <a:pt x="3550" y="1908"/>
                      <a:pt x="3427" y="1867"/>
                    </a:cubicBezTo>
                    <a:cubicBezTo>
                      <a:pt x="3376" y="1850"/>
                      <a:pt x="3337" y="1832"/>
                      <a:pt x="3309" y="1813"/>
                    </a:cubicBezTo>
                    <a:cubicBezTo>
                      <a:pt x="3325" y="1805"/>
                      <a:pt x="3331" y="1799"/>
                      <a:pt x="3321" y="1795"/>
                    </a:cubicBezTo>
                    <a:cubicBezTo>
                      <a:pt x="3295" y="1783"/>
                      <a:pt x="3276" y="1689"/>
                      <a:pt x="3262" y="1670"/>
                    </a:cubicBezTo>
                    <a:cubicBezTo>
                      <a:pt x="3245" y="1656"/>
                      <a:pt x="3321" y="1527"/>
                      <a:pt x="3321" y="1527"/>
                    </a:cubicBezTo>
                    <a:lnTo>
                      <a:pt x="3247" y="1509"/>
                    </a:lnTo>
                    <a:lnTo>
                      <a:pt x="3239" y="1472"/>
                    </a:lnTo>
                    <a:cubicBezTo>
                      <a:pt x="3239" y="1472"/>
                      <a:pt x="3286" y="1472"/>
                      <a:pt x="3188" y="1441"/>
                    </a:cubicBezTo>
                    <a:cubicBezTo>
                      <a:pt x="3182" y="1437"/>
                      <a:pt x="3176" y="1435"/>
                      <a:pt x="3168" y="1433"/>
                    </a:cubicBezTo>
                    <a:cubicBezTo>
                      <a:pt x="3202" y="1414"/>
                      <a:pt x="3262" y="1394"/>
                      <a:pt x="3239" y="1386"/>
                    </a:cubicBezTo>
                    <a:cubicBezTo>
                      <a:pt x="3215" y="1374"/>
                      <a:pt x="3198" y="1290"/>
                      <a:pt x="3184" y="1277"/>
                    </a:cubicBezTo>
                    <a:cubicBezTo>
                      <a:pt x="3168" y="1263"/>
                      <a:pt x="3239" y="1148"/>
                      <a:pt x="3239" y="1148"/>
                    </a:cubicBezTo>
                    <a:lnTo>
                      <a:pt x="3174" y="1134"/>
                    </a:lnTo>
                    <a:lnTo>
                      <a:pt x="3166" y="1099"/>
                    </a:lnTo>
                    <a:cubicBezTo>
                      <a:pt x="3166" y="1099"/>
                      <a:pt x="3209" y="1099"/>
                      <a:pt x="3123" y="1069"/>
                    </a:cubicBezTo>
                    <a:cubicBezTo>
                      <a:pt x="3035" y="1042"/>
                      <a:pt x="3004" y="1005"/>
                      <a:pt x="3004" y="1005"/>
                    </a:cubicBezTo>
                    <a:cubicBezTo>
                      <a:pt x="3004" y="1005"/>
                      <a:pt x="3022" y="956"/>
                      <a:pt x="3002" y="934"/>
                    </a:cubicBezTo>
                    <a:cubicBezTo>
                      <a:pt x="3008" y="934"/>
                      <a:pt x="3010" y="930"/>
                      <a:pt x="3014" y="921"/>
                    </a:cubicBezTo>
                    <a:cubicBezTo>
                      <a:pt x="3024" y="901"/>
                      <a:pt x="3121" y="874"/>
                      <a:pt x="3096" y="864"/>
                    </a:cubicBezTo>
                    <a:cubicBezTo>
                      <a:pt x="3074" y="854"/>
                      <a:pt x="3061" y="780"/>
                      <a:pt x="3049" y="768"/>
                    </a:cubicBezTo>
                    <a:cubicBezTo>
                      <a:pt x="3035" y="756"/>
                      <a:pt x="3096" y="657"/>
                      <a:pt x="3096" y="657"/>
                    </a:cubicBezTo>
                    <a:lnTo>
                      <a:pt x="3039" y="645"/>
                    </a:lnTo>
                    <a:lnTo>
                      <a:pt x="3033" y="614"/>
                    </a:lnTo>
                    <a:cubicBezTo>
                      <a:pt x="3033" y="614"/>
                      <a:pt x="3069" y="614"/>
                      <a:pt x="2994" y="588"/>
                    </a:cubicBezTo>
                    <a:cubicBezTo>
                      <a:pt x="2918" y="563"/>
                      <a:pt x="2891" y="533"/>
                      <a:pt x="2891" y="533"/>
                    </a:cubicBezTo>
                    <a:cubicBezTo>
                      <a:pt x="2891" y="533"/>
                      <a:pt x="2920" y="459"/>
                      <a:pt x="2859" y="459"/>
                    </a:cubicBezTo>
                    <a:cubicBezTo>
                      <a:pt x="2836" y="459"/>
                      <a:pt x="2814" y="459"/>
                      <a:pt x="2793" y="455"/>
                    </a:cubicBezTo>
                    <a:cubicBezTo>
                      <a:pt x="2803" y="432"/>
                      <a:pt x="2820" y="402"/>
                      <a:pt x="2820" y="402"/>
                    </a:cubicBezTo>
                    <a:lnTo>
                      <a:pt x="2779" y="391"/>
                    </a:lnTo>
                    <a:lnTo>
                      <a:pt x="2775" y="371"/>
                    </a:lnTo>
                    <a:cubicBezTo>
                      <a:pt x="2775" y="371"/>
                      <a:pt x="2799" y="371"/>
                      <a:pt x="2746" y="353"/>
                    </a:cubicBezTo>
                    <a:cubicBezTo>
                      <a:pt x="2693" y="336"/>
                      <a:pt x="2673" y="312"/>
                      <a:pt x="2673" y="312"/>
                    </a:cubicBezTo>
                    <a:cubicBezTo>
                      <a:pt x="2673" y="312"/>
                      <a:pt x="2693" y="261"/>
                      <a:pt x="2650" y="261"/>
                    </a:cubicBezTo>
                    <a:lnTo>
                      <a:pt x="2634" y="261"/>
                    </a:lnTo>
                    <a:cubicBezTo>
                      <a:pt x="2634" y="259"/>
                      <a:pt x="2632" y="256"/>
                      <a:pt x="2632" y="256"/>
                    </a:cubicBezTo>
                    <a:cubicBezTo>
                      <a:pt x="2625" y="250"/>
                      <a:pt x="2656" y="199"/>
                      <a:pt x="2656" y="199"/>
                    </a:cubicBezTo>
                    <a:lnTo>
                      <a:pt x="2630" y="193"/>
                    </a:lnTo>
                    <a:lnTo>
                      <a:pt x="2625" y="177"/>
                    </a:lnTo>
                    <a:cubicBezTo>
                      <a:pt x="2625" y="177"/>
                      <a:pt x="2644" y="177"/>
                      <a:pt x="2605" y="164"/>
                    </a:cubicBezTo>
                    <a:cubicBezTo>
                      <a:pt x="2568" y="152"/>
                      <a:pt x="2554" y="136"/>
                      <a:pt x="2554" y="136"/>
                    </a:cubicBezTo>
                    <a:cubicBezTo>
                      <a:pt x="2554" y="136"/>
                      <a:pt x="2570" y="97"/>
                      <a:pt x="2538" y="97"/>
                    </a:cubicBezTo>
                    <a:cubicBezTo>
                      <a:pt x="2507" y="97"/>
                      <a:pt x="2478" y="93"/>
                      <a:pt x="2472" y="97"/>
                    </a:cubicBezTo>
                    <a:lnTo>
                      <a:pt x="2419" y="70"/>
                    </a:lnTo>
                    <a:lnTo>
                      <a:pt x="2386" y="31"/>
                    </a:lnTo>
                    <a:lnTo>
                      <a:pt x="2355" y="31"/>
                    </a:lnTo>
                    <a:lnTo>
                      <a:pt x="2339" y="31"/>
                    </a:lnTo>
                    <a:lnTo>
                      <a:pt x="2339" y="31"/>
                    </a:lnTo>
                    <a:lnTo>
                      <a:pt x="2319" y="31"/>
                    </a:lnTo>
                    <a:cubicBezTo>
                      <a:pt x="2274" y="31"/>
                      <a:pt x="2282" y="33"/>
                      <a:pt x="2261" y="52"/>
                    </a:cubicBezTo>
                    <a:cubicBezTo>
                      <a:pt x="2241" y="70"/>
                      <a:pt x="2202" y="70"/>
                      <a:pt x="2202" y="70"/>
                    </a:cubicBezTo>
                    <a:cubicBezTo>
                      <a:pt x="2202" y="70"/>
                      <a:pt x="2161" y="19"/>
                      <a:pt x="2149" y="31"/>
                    </a:cubicBezTo>
                    <a:cubicBezTo>
                      <a:pt x="2134" y="44"/>
                      <a:pt x="2149" y="1"/>
                      <a:pt x="2122" y="29"/>
                    </a:cubicBezTo>
                    <a:cubicBezTo>
                      <a:pt x="2098" y="56"/>
                      <a:pt x="2092" y="42"/>
                      <a:pt x="2069" y="66"/>
                    </a:cubicBezTo>
                    <a:cubicBezTo>
                      <a:pt x="2046" y="93"/>
                      <a:pt x="2049" y="93"/>
                      <a:pt x="2026" y="93"/>
                    </a:cubicBezTo>
                    <a:lnTo>
                      <a:pt x="1987" y="93"/>
                    </a:lnTo>
                    <a:lnTo>
                      <a:pt x="1946" y="107"/>
                    </a:lnTo>
                    <a:cubicBezTo>
                      <a:pt x="1946" y="107"/>
                      <a:pt x="1938" y="81"/>
                      <a:pt x="1934" y="107"/>
                    </a:cubicBezTo>
                    <a:lnTo>
                      <a:pt x="1924" y="138"/>
                    </a:lnTo>
                    <a:lnTo>
                      <a:pt x="1873" y="207"/>
                    </a:lnTo>
                    <a:lnTo>
                      <a:pt x="1905" y="209"/>
                    </a:lnTo>
                    <a:lnTo>
                      <a:pt x="1889" y="256"/>
                    </a:lnTo>
                    <a:lnTo>
                      <a:pt x="1879" y="256"/>
                    </a:lnTo>
                    <a:lnTo>
                      <a:pt x="1823" y="277"/>
                    </a:lnTo>
                    <a:cubicBezTo>
                      <a:pt x="1823" y="277"/>
                      <a:pt x="1813" y="236"/>
                      <a:pt x="1805" y="277"/>
                    </a:cubicBezTo>
                    <a:lnTo>
                      <a:pt x="1797" y="318"/>
                    </a:lnTo>
                    <a:lnTo>
                      <a:pt x="1725" y="414"/>
                    </a:lnTo>
                    <a:lnTo>
                      <a:pt x="1772" y="418"/>
                    </a:lnTo>
                    <a:lnTo>
                      <a:pt x="1760" y="455"/>
                    </a:lnTo>
                    <a:lnTo>
                      <a:pt x="1680" y="484"/>
                    </a:lnTo>
                    <a:cubicBezTo>
                      <a:pt x="1680" y="484"/>
                      <a:pt x="1668" y="428"/>
                      <a:pt x="1654" y="484"/>
                    </a:cubicBezTo>
                    <a:lnTo>
                      <a:pt x="1643" y="535"/>
                    </a:lnTo>
                    <a:lnTo>
                      <a:pt x="1545" y="676"/>
                    </a:lnTo>
                    <a:lnTo>
                      <a:pt x="1609" y="678"/>
                    </a:lnTo>
                    <a:lnTo>
                      <a:pt x="1529" y="885"/>
                    </a:lnTo>
                    <a:cubicBezTo>
                      <a:pt x="1529" y="885"/>
                      <a:pt x="1619" y="878"/>
                      <a:pt x="1654" y="872"/>
                    </a:cubicBezTo>
                    <a:cubicBezTo>
                      <a:pt x="1660" y="872"/>
                      <a:pt x="1662" y="872"/>
                      <a:pt x="1668" y="870"/>
                    </a:cubicBezTo>
                    <a:cubicBezTo>
                      <a:pt x="1670" y="870"/>
                      <a:pt x="1664" y="870"/>
                      <a:pt x="1654" y="872"/>
                    </a:cubicBezTo>
                    <a:cubicBezTo>
                      <a:pt x="1611" y="880"/>
                      <a:pt x="1600" y="899"/>
                      <a:pt x="1607" y="921"/>
                    </a:cubicBezTo>
                    <a:cubicBezTo>
                      <a:pt x="1600" y="913"/>
                      <a:pt x="1592" y="915"/>
                      <a:pt x="1588" y="946"/>
                    </a:cubicBezTo>
                    <a:lnTo>
                      <a:pt x="1576" y="1013"/>
                    </a:lnTo>
                    <a:lnTo>
                      <a:pt x="1459" y="1175"/>
                    </a:lnTo>
                    <a:lnTo>
                      <a:pt x="1535" y="1179"/>
                    </a:lnTo>
                    <a:lnTo>
                      <a:pt x="1496" y="1279"/>
                    </a:lnTo>
                    <a:cubicBezTo>
                      <a:pt x="1490" y="1273"/>
                      <a:pt x="1484" y="1279"/>
                      <a:pt x="1478" y="1310"/>
                    </a:cubicBezTo>
                    <a:cubicBezTo>
                      <a:pt x="1476" y="1322"/>
                      <a:pt x="1476" y="1333"/>
                      <a:pt x="1474" y="1341"/>
                    </a:cubicBezTo>
                    <a:lnTo>
                      <a:pt x="1449" y="1404"/>
                    </a:lnTo>
                    <a:lnTo>
                      <a:pt x="1337" y="1560"/>
                    </a:lnTo>
                    <a:lnTo>
                      <a:pt x="1418" y="1564"/>
                    </a:lnTo>
                    <a:lnTo>
                      <a:pt x="1382" y="1668"/>
                    </a:lnTo>
                    <a:lnTo>
                      <a:pt x="1296" y="1699"/>
                    </a:lnTo>
                    <a:cubicBezTo>
                      <a:pt x="1296" y="1699"/>
                      <a:pt x="1273" y="1607"/>
                      <a:pt x="1259" y="1699"/>
                    </a:cubicBezTo>
                    <a:lnTo>
                      <a:pt x="1240" y="1791"/>
                    </a:lnTo>
                    <a:lnTo>
                      <a:pt x="1077" y="2018"/>
                    </a:lnTo>
                    <a:lnTo>
                      <a:pt x="1181" y="2024"/>
                    </a:lnTo>
                    <a:lnTo>
                      <a:pt x="1136" y="2149"/>
                    </a:lnTo>
                    <a:cubicBezTo>
                      <a:pt x="1126" y="2126"/>
                      <a:pt x="1112" y="2108"/>
                      <a:pt x="1099" y="2173"/>
                    </a:cubicBezTo>
                    <a:lnTo>
                      <a:pt x="1099" y="2178"/>
                    </a:lnTo>
                    <a:lnTo>
                      <a:pt x="1069" y="2188"/>
                    </a:lnTo>
                    <a:cubicBezTo>
                      <a:pt x="1069" y="2188"/>
                      <a:pt x="1044" y="2075"/>
                      <a:pt x="1019" y="2188"/>
                    </a:cubicBezTo>
                    <a:lnTo>
                      <a:pt x="995" y="2300"/>
                    </a:lnTo>
                    <a:lnTo>
                      <a:pt x="794" y="2577"/>
                    </a:lnTo>
                    <a:lnTo>
                      <a:pt x="923" y="2583"/>
                    </a:lnTo>
                    <a:lnTo>
                      <a:pt x="811" y="2883"/>
                    </a:lnTo>
                    <a:lnTo>
                      <a:pt x="805" y="2885"/>
                    </a:lnTo>
                    <a:cubicBezTo>
                      <a:pt x="805" y="2885"/>
                      <a:pt x="772" y="2750"/>
                      <a:pt x="749" y="2885"/>
                    </a:cubicBezTo>
                    <a:lnTo>
                      <a:pt x="723" y="3021"/>
                    </a:lnTo>
                    <a:lnTo>
                      <a:pt x="483" y="3354"/>
                    </a:lnTo>
                    <a:lnTo>
                      <a:pt x="637" y="3360"/>
                    </a:lnTo>
                    <a:lnTo>
                      <a:pt x="661" y="3493"/>
                    </a:lnTo>
                    <a:lnTo>
                      <a:pt x="645" y="3499"/>
                    </a:lnTo>
                    <a:cubicBezTo>
                      <a:pt x="645" y="3499"/>
                      <a:pt x="608" y="3348"/>
                      <a:pt x="580" y="3499"/>
                    </a:cubicBezTo>
                    <a:lnTo>
                      <a:pt x="547" y="3653"/>
                    </a:lnTo>
                    <a:lnTo>
                      <a:pt x="391" y="3870"/>
                    </a:lnTo>
                    <a:cubicBezTo>
                      <a:pt x="375" y="3835"/>
                      <a:pt x="352" y="3806"/>
                      <a:pt x="332" y="3913"/>
                    </a:cubicBezTo>
                    <a:cubicBezTo>
                      <a:pt x="330" y="3931"/>
                      <a:pt x="328" y="3947"/>
                      <a:pt x="324" y="3962"/>
                    </a:cubicBezTo>
                    <a:lnTo>
                      <a:pt x="279" y="4023"/>
                    </a:lnTo>
                    <a:lnTo>
                      <a:pt x="312" y="4025"/>
                    </a:lnTo>
                    <a:lnTo>
                      <a:pt x="301" y="4084"/>
                    </a:lnTo>
                    <a:lnTo>
                      <a:pt x="1" y="4502"/>
                    </a:lnTo>
                    <a:lnTo>
                      <a:pt x="191" y="4512"/>
                    </a:lnTo>
                    <a:lnTo>
                      <a:pt x="267" y="4899"/>
                    </a:lnTo>
                    <a:cubicBezTo>
                      <a:pt x="267" y="4899"/>
                      <a:pt x="348" y="5058"/>
                      <a:pt x="365" y="5087"/>
                    </a:cubicBezTo>
                    <a:cubicBezTo>
                      <a:pt x="385" y="5116"/>
                      <a:pt x="348" y="5465"/>
                      <a:pt x="348" y="5465"/>
                    </a:cubicBezTo>
                    <a:cubicBezTo>
                      <a:pt x="348" y="5465"/>
                      <a:pt x="727" y="5130"/>
                      <a:pt x="680" y="5259"/>
                    </a:cubicBezTo>
                    <a:cubicBezTo>
                      <a:pt x="635" y="5386"/>
                      <a:pt x="661" y="5412"/>
                      <a:pt x="702" y="5441"/>
                    </a:cubicBezTo>
                    <a:cubicBezTo>
                      <a:pt x="743" y="5472"/>
                      <a:pt x="893" y="5568"/>
                      <a:pt x="893" y="5568"/>
                    </a:cubicBezTo>
                    <a:cubicBezTo>
                      <a:pt x="893" y="5568"/>
                      <a:pt x="1050" y="5412"/>
                      <a:pt x="1136" y="5570"/>
                    </a:cubicBezTo>
                    <a:cubicBezTo>
                      <a:pt x="1220" y="5729"/>
                      <a:pt x="1326" y="5770"/>
                      <a:pt x="1326" y="5770"/>
                    </a:cubicBezTo>
                    <a:lnTo>
                      <a:pt x="1435" y="6006"/>
                    </a:lnTo>
                    <a:cubicBezTo>
                      <a:pt x="1435" y="6006"/>
                      <a:pt x="1678" y="5866"/>
                      <a:pt x="1729" y="5875"/>
                    </a:cubicBezTo>
                    <a:cubicBezTo>
                      <a:pt x="1785" y="5885"/>
                      <a:pt x="2061" y="5918"/>
                      <a:pt x="2061" y="5918"/>
                    </a:cubicBezTo>
                    <a:cubicBezTo>
                      <a:pt x="2061" y="5918"/>
                      <a:pt x="2333" y="5965"/>
                      <a:pt x="2339" y="5928"/>
                    </a:cubicBezTo>
                    <a:cubicBezTo>
                      <a:pt x="2374" y="5785"/>
                      <a:pt x="2685" y="5881"/>
                      <a:pt x="2693" y="5905"/>
                    </a:cubicBezTo>
                    <a:cubicBezTo>
                      <a:pt x="2758" y="6130"/>
                      <a:pt x="2799" y="5891"/>
                      <a:pt x="2799" y="5891"/>
                    </a:cubicBezTo>
                    <a:lnTo>
                      <a:pt x="3059" y="5568"/>
                    </a:lnTo>
                    <a:lnTo>
                      <a:pt x="3458" y="5711"/>
                    </a:lnTo>
                    <a:lnTo>
                      <a:pt x="3751" y="5680"/>
                    </a:lnTo>
                    <a:cubicBezTo>
                      <a:pt x="3751" y="5680"/>
                      <a:pt x="3767" y="5555"/>
                      <a:pt x="3818" y="5519"/>
                    </a:cubicBezTo>
                    <a:cubicBezTo>
                      <a:pt x="3871" y="5484"/>
                      <a:pt x="3724" y="5249"/>
                      <a:pt x="3818" y="5351"/>
                    </a:cubicBezTo>
                    <a:cubicBezTo>
                      <a:pt x="3912" y="5453"/>
                      <a:pt x="4054" y="5253"/>
                      <a:pt x="4148" y="5363"/>
                    </a:cubicBezTo>
                    <a:cubicBezTo>
                      <a:pt x="4242" y="5472"/>
                      <a:pt x="4322" y="5382"/>
                      <a:pt x="4322" y="5382"/>
                    </a:cubicBezTo>
                    <a:cubicBezTo>
                      <a:pt x="4322" y="5382"/>
                      <a:pt x="4187" y="5206"/>
                      <a:pt x="4221" y="5154"/>
                    </a:cubicBezTo>
                    <a:cubicBezTo>
                      <a:pt x="4260" y="5103"/>
                      <a:pt x="4291" y="5062"/>
                      <a:pt x="4322" y="5001"/>
                    </a:cubicBezTo>
                    <a:cubicBezTo>
                      <a:pt x="4352" y="4940"/>
                      <a:pt x="4516" y="4929"/>
                      <a:pt x="4450" y="4901"/>
                    </a:cubicBezTo>
                    <a:cubicBezTo>
                      <a:pt x="4391" y="4874"/>
                      <a:pt x="4512" y="4788"/>
                      <a:pt x="4475" y="4755"/>
                    </a:cubicBezTo>
                    <a:close/>
                    <a:moveTo>
                      <a:pt x="2967" y="905"/>
                    </a:moveTo>
                    <a:cubicBezTo>
                      <a:pt x="2975" y="915"/>
                      <a:pt x="2981" y="921"/>
                      <a:pt x="2988" y="925"/>
                    </a:cubicBezTo>
                    <a:cubicBezTo>
                      <a:pt x="2981" y="923"/>
                      <a:pt x="2977" y="923"/>
                      <a:pt x="2971" y="923"/>
                    </a:cubicBezTo>
                    <a:cubicBezTo>
                      <a:pt x="2965" y="911"/>
                      <a:pt x="2961" y="901"/>
                      <a:pt x="2967" y="905"/>
                    </a:cubicBezTo>
                    <a:close/>
                    <a:moveTo>
                      <a:pt x="1621" y="956"/>
                    </a:moveTo>
                    <a:lnTo>
                      <a:pt x="1621" y="956"/>
                    </a:lnTo>
                    <a:lnTo>
                      <a:pt x="1621" y="956"/>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37"/>
              <p:cNvSpPr/>
              <p:nvPr/>
            </p:nvSpPr>
            <p:spPr>
              <a:xfrm>
                <a:off x="2810275" y="-1696564"/>
                <a:ext cx="482397" cy="955106"/>
              </a:xfrm>
              <a:custGeom>
                <a:rect b="b" l="l" r="r" t="t"/>
                <a:pathLst>
                  <a:path extrusionOk="0" h="5718" w="2888">
                    <a:moveTo>
                      <a:pt x="1733" y="5717"/>
                    </a:moveTo>
                    <a:lnTo>
                      <a:pt x="2028" y="5686"/>
                    </a:lnTo>
                    <a:cubicBezTo>
                      <a:pt x="2028" y="5686"/>
                      <a:pt x="2044" y="5559"/>
                      <a:pt x="2095" y="5525"/>
                    </a:cubicBezTo>
                    <a:cubicBezTo>
                      <a:pt x="2149" y="5488"/>
                      <a:pt x="1999" y="5253"/>
                      <a:pt x="2095" y="5355"/>
                    </a:cubicBezTo>
                    <a:cubicBezTo>
                      <a:pt x="2190" y="5457"/>
                      <a:pt x="2331" y="5259"/>
                      <a:pt x="2425" y="5369"/>
                    </a:cubicBezTo>
                    <a:cubicBezTo>
                      <a:pt x="2519" y="5476"/>
                      <a:pt x="2599" y="5386"/>
                      <a:pt x="2599" y="5386"/>
                    </a:cubicBezTo>
                    <a:cubicBezTo>
                      <a:pt x="2599" y="5386"/>
                      <a:pt x="2464" y="5210"/>
                      <a:pt x="2498" y="5158"/>
                    </a:cubicBezTo>
                    <a:cubicBezTo>
                      <a:pt x="2537" y="5107"/>
                      <a:pt x="2568" y="5066"/>
                      <a:pt x="2599" y="5005"/>
                    </a:cubicBezTo>
                    <a:cubicBezTo>
                      <a:pt x="2629" y="4944"/>
                      <a:pt x="2793" y="4933"/>
                      <a:pt x="2726" y="4905"/>
                    </a:cubicBezTo>
                    <a:cubicBezTo>
                      <a:pt x="2660" y="4874"/>
                      <a:pt x="2777" y="4788"/>
                      <a:pt x="2742" y="4753"/>
                    </a:cubicBezTo>
                    <a:cubicBezTo>
                      <a:pt x="2705" y="4721"/>
                      <a:pt x="2887" y="4422"/>
                      <a:pt x="2887" y="4422"/>
                    </a:cubicBezTo>
                    <a:lnTo>
                      <a:pt x="2715" y="4381"/>
                    </a:lnTo>
                    <a:lnTo>
                      <a:pt x="2699" y="4293"/>
                    </a:lnTo>
                    <a:cubicBezTo>
                      <a:pt x="2699" y="4293"/>
                      <a:pt x="2807" y="4293"/>
                      <a:pt x="2582" y="4219"/>
                    </a:cubicBezTo>
                    <a:cubicBezTo>
                      <a:pt x="2560" y="4211"/>
                      <a:pt x="2541" y="4205"/>
                      <a:pt x="2521" y="4197"/>
                    </a:cubicBezTo>
                    <a:cubicBezTo>
                      <a:pt x="2550" y="4109"/>
                      <a:pt x="2648" y="3951"/>
                      <a:pt x="2648" y="3951"/>
                    </a:cubicBezTo>
                    <a:lnTo>
                      <a:pt x="2494" y="3915"/>
                    </a:lnTo>
                    <a:lnTo>
                      <a:pt x="2478" y="3839"/>
                    </a:lnTo>
                    <a:cubicBezTo>
                      <a:pt x="2478" y="3839"/>
                      <a:pt x="2576" y="3839"/>
                      <a:pt x="2376" y="3771"/>
                    </a:cubicBezTo>
                    <a:cubicBezTo>
                      <a:pt x="2331" y="3757"/>
                      <a:pt x="2290" y="3743"/>
                      <a:pt x="2255" y="3724"/>
                    </a:cubicBezTo>
                    <a:cubicBezTo>
                      <a:pt x="2300" y="3704"/>
                      <a:pt x="2353" y="3696"/>
                      <a:pt x="2314" y="3677"/>
                    </a:cubicBezTo>
                    <a:cubicBezTo>
                      <a:pt x="2261" y="3655"/>
                      <a:pt x="2357" y="3585"/>
                      <a:pt x="2327" y="3557"/>
                    </a:cubicBezTo>
                    <a:cubicBezTo>
                      <a:pt x="2296" y="3530"/>
                      <a:pt x="2443" y="3289"/>
                      <a:pt x="2443" y="3289"/>
                    </a:cubicBezTo>
                    <a:lnTo>
                      <a:pt x="2304" y="3258"/>
                    </a:lnTo>
                    <a:lnTo>
                      <a:pt x="2290" y="3190"/>
                    </a:lnTo>
                    <a:cubicBezTo>
                      <a:pt x="2290" y="3190"/>
                      <a:pt x="2376" y="3190"/>
                      <a:pt x="2198" y="3131"/>
                    </a:cubicBezTo>
                    <a:cubicBezTo>
                      <a:pt x="2089" y="3094"/>
                      <a:pt x="2020" y="3053"/>
                      <a:pt x="1985" y="3027"/>
                    </a:cubicBezTo>
                    <a:cubicBezTo>
                      <a:pt x="2038" y="2990"/>
                      <a:pt x="2163" y="2951"/>
                      <a:pt x="2128" y="2935"/>
                    </a:cubicBezTo>
                    <a:cubicBezTo>
                      <a:pt x="2085" y="2912"/>
                      <a:pt x="2057" y="2765"/>
                      <a:pt x="2030" y="2742"/>
                    </a:cubicBezTo>
                    <a:cubicBezTo>
                      <a:pt x="2005" y="2720"/>
                      <a:pt x="2128" y="2521"/>
                      <a:pt x="2128" y="2521"/>
                    </a:cubicBezTo>
                    <a:lnTo>
                      <a:pt x="2030" y="2499"/>
                    </a:lnTo>
                    <a:cubicBezTo>
                      <a:pt x="2036" y="2491"/>
                      <a:pt x="2038" y="2487"/>
                      <a:pt x="2038" y="2487"/>
                    </a:cubicBezTo>
                    <a:lnTo>
                      <a:pt x="2009" y="2480"/>
                    </a:lnTo>
                    <a:lnTo>
                      <a:pt x="2003" y="2437"/>
                    </a:lnTo>
                    <a:cubicBezTo>
                      <a:pt x="2003" y="2437"/>
                      <a:pt x="2077" y="2437"/>
                      <a:pt x="1926" y="2388"/>
                    </a:cubicBezTo>
                    <a:cubicBezTo>
                      <a:pt x="1885" y="2376"/>
                      <a:pt x="1852" y="2362"/>
                      <a:pt x="1823" y="2347"/>
                    </a:cubicBezTo>
                    <a:cubicBezTo>
                      <a:pt x="1854" y="2333"/>
                      <a:pt x="1876" y="2323"/>
                      <a:pt x="1860" y="2315"/>
                    </a:cubicBezTo>
                    <a:cubicBezTo>
                      <a:pt x="1823" y="2300"/>
                      <a:pt x="1801" y="2178"/>
                      <a:pt x="1780" y="2159"/>
                    </a:cubicBezTo>
                    <a:cubicBezTo>
                      <a:pt x="1760" y="2139"/>
                      <a:pt x="1860" y="1977"/>
                      <a:pt x="1860" y="1977"/>
                    </a:cubicBezTo>
                    <a:lnTo>
                      <a:pt x="1766" y="1957"/>
                    </a:lnTo>
                    <a:lnTo>
                      <a:pt x="1758" y="1908"/>
                    </a:lnTo>
                    <a:cubicBezTo>
                      <a:pt x="1758" y="1908"/>
                      <a:pt x="1815" y="1908"/>
                      <a:pt x="1692" y="1867"/>
                    </a:cubicBezTo>
                    <a:cubicBezTo>
                      <a:pt x="1641" y="1850"/>
                      <a:pt x="1604" y="1832"/>
                      <a:pt x="1576" y="1813"/>
                    </a:cubicBezTo>
                    <a:cubicBezTo>
                      <a:pt x="1590" y="1805"/>
                      <a:pt x="1598" y="1799"/>
                      <a:pt x="1588" y="1795"/>
                    </a:cubicBezTo>
                    <a:cubicBezTo>
                      <a:pt x="1559" y="1783"/>
                      <a:pt x="1541" y="1689"/>
                      <a:pt x="1527" y="1670"/>
                    </a:cubicBezTo>
                    <a:cubicBezTo>
                      <a:pt x="1510" y="1656"/>
                      <a:pt x="1588" y="1527"/>
                      <a:pt x="1588" y="1527"/>
                    </a:cubicBezTo>
                    <a:lnTo>
                      <a:pt x="1514" y="1509"/>
                    </a:lnTo>
                    <a:lnTo>
                      <a:pt x="1506" y="1472"/>
                    </a:lnTo>
                    <a:cubicBezTo>
                      <a:pt x="1506" y="1472"/>
                      <a:pt x="1553" y="1472"/>
                      <a:pt x="1455" y="1441"/>
                    </a:cubicBezTo>
                    <a:cubicBezTo>
                      <a:pt x="1447" y="1437"/>
                      <a:pt x="1443" y="1435"/>
                      <a:pt x="1435" y="1433"/>
                    </a:cubicBezTo>
                    <a:cubicBezTo>
                      <a:pt x="1467" y="1414"/>
                      <a:pt x="1527" y="1394"/>
                      <a:pt x="1506" y="1386"/>
                    </a:cubicBezTo>
                    <a:cubicBezTo>
                      <a:pt x="1482" y="1374"/>
                      <a:pt x="1465" y="1290"/>
                      <a:pt x="1451" y="1277"/>
                    </a:cubicBezTo>
                    <a:cubicBezTo>
                      <a:pt x="1435" y="1263"/>
                      <a:pt x="1506" y="1148"/>
                      <a:pt x="1506" y="1148"/>
                    </a:cubicBezTo>
                    <a:lnTo>
                      <a:pt x="1439" y="1134"/>
                    </a:lnTo>
                    <a:lnTo>
                      <a:pt x="1433" y="1099"/>
                    </a:lnTo>
                    <a:cubicBezTo>
                      <a:pt x="1433" y="1099"/>
                      <a:pt x="1475" y="1099"/>
                      <a:pt x="1388" y="1069"/>
                    </a:cubicBezTo>
                    <a:cubicBezTo>
                      <a:pt x="1302" y="1042"/>
                      <a:pt x="1271" y="1005"/>
                      <a:pt x="1271" y="1005"/>
                    </a:cubicBezTo>
                    <a:cubicBezTo>
                      <a:pt x="1271" y="1005"/>
                      <a:pt x="1289" y="956"/>
                      <a:pt x="1269" y="934"/>
                    </a:cubicBezTo>
                    <a:cubicBezTo>
                      <a:pt x="1273" y="934"/>
                      <a:pt x="1275" y="930"/>
                      <a:pt x="1281" y="921"/>
                    </a:cubicBezTo>
                    <a:cubicBezTo>
                      <a:pt x="1291" y="901"/>
                      <a:pt x="1385" y="874"/>
                      <a:pt x="1363" y="864"/>
                    </a:cubicBezTo>
                    <a:cubicBezTo>
                      <a:pt x="1340" y="854"/>
                      <a:pt x="1326" y="780"/>
                      <a:pt x="1314" y="768"/>
                    </a:cubicBezTo>
                    <a:cubicBezTo>
                      <a:pt x="1302" y="756"/>
                      <a:pt x="1363" y="657"/>
                      <a:pt x="1363" y="657"/>
                    </a:cubicBezTo>
                    <a:lnTo>
                      <a:pt x="1304" y="645"/>
                    </a:lnTo>
                    <a:lnTo>
                      <a:pt x="1300" y="614"/>
                    </a:lnTo>
                    <a:cubicBezTo>
                      <a:pt x="1300" y="614"/>
                      <a:pt x="1334" y="614"/>
                      <a:pt x="1261" y="588"/>
                    </a:cubicBezTo>
                    <a:cubicBezTo>
                      <a:pt x="1183" y="563"/>
                      <a:pt x="1158" y="533"/>
                      <a:pt x="1158" y="533"/>
                    </a:cubicBezTo>
                    <a:cubicBezTo>
                      <a:pt x="1158" y="533"/>
                      <a:pt x="1187" y="459"/>
                      <a:pt x="1126" y="459"/>
                    </a:cubicBezTo>
                    <a:cubicBezTo>
                      <a:pt x="1101" y="459"/>
                      <a:pt x="1079" y="459"/>
                      <a:pt x="1058" y="455"/>
                    </a:cubicBezTo>
                    <a:cubicBezTo>
                      <a:pt x="1068" y="432"/>
                      <a:pt x="1087" y="402"/>
                      <a:pt x="1087" y="402"/>
                    </a:cubicBezTo>
                    <a:lnTo>
                      <a:pt x="1046" y="391"/>
                    </a:lnTo>
                    <a:lnTo>
                      <a:pt x="1040" y="371"/>
                    </a:lnTo>
                    <a:cubicBezTo>
                      <a:pt x="1040" y="371"/>
                      <a:pt x="1066" y="371"/>
                      <a:pt x="1013" y="353"/>
                    </a:cubicBezTo>
                    <a:cubicBezTo>
                      <a:pt x="958" y="336"/>
                      <a:pt x="937" y="312"/>
                      <a:pt x="937" y="312"/>
                    </a:cubicBezTo>
                    <a:cubicBezTo>
                      <a:pt x="937" y="312"/>
                      <a:pt x="958" y="261"/>
                      <a:pt x="915" y="261"/>
                    </a:cubicBezTo>
                    <a:lnTo>
                      <a:pt x="901" y="261"/>
                    </a:lnTo>
                    <a:cubicBezTo>
                      <a:pt x="901" y="259"/>
                      <a:pt x="896" y="256"/>
                      <a:pt x="896" y="256"/>
                    </a:cubicBezTo>
                    <a:cubicBezTo>
                      <a:pt x="892" y="250"/>
                      <a:pt x="923" y="199"/>
                      <a:pt x="923" y="199"/>
                    </a:cubicBezTo>
                    <a:lnTo>
                      <a:pt x="894" y="193"/>
                    </a:lnTo>
                    <a:lnTo>
                      <a:pt x="892" y="177"/>
                    </a:lnTo>
                    <a:cubicBezTo>
                      <a:pt x="892" y="177"/>
                      <a:pt x="911" y="177"/>
                      <a:pt x="872" y="164"/>
                    </a:cubicBezTo>
                    <a:cubicBezTo>
                      <a:pt x="833" y="152"/>
                      <a:pt x="821" y="136"/>
                      <a:pt x="821" y="136"/>
                    </a:cubicBezTo>
                    <a:cubicBezTo>
                      <a:pt x="821" y="136"/>
                      <a:pt x="835" y="97"/>
                      <a:pt x="802" y="97"/>
                    </a:cubicBezTo>
                    <a:cubicBezTo>
                      <a:pt x="772" y="97"/>
                      <a:pt x="743" y="93"/>
                      <a:pt x="739" y="97"/>
                    </a:cubicBezTo>
                    <a:lnTo>
                      <a:pt x="686" y="70"/>
                    </a:lnTo>
                    <a:lnTo>
                      <a:pt x="651" y="31"/>
                    </a:lnTo>
                    <a:lnTo>
                      <a:pt x="620" y="31"/>
                    </a:lnTo>
                    <a:lnTo>
                      <a:pt x="606" y="31"/>
                    </a:lnTo>
                    <a:lnTo>
                      <a:pt x="606" y="31"/>
                    </a:lnTo>
                    <a:lnTo>
                      <a:pt x="586" y="31"/>
                    </a:lnTo>
                    <a:cubicBezTo>
                      <a:pt x="538" y="31"/>
                      <a:pt x="547" y="33"/>
                      <a:pt x="526" y="52"/>
                    </a:cubicBezTo>
                    <a:cubicBezTo>
                      <a:pt x="506" y="70"/>
                      <a:pt x="467" y="70"/>
                      <a:pt x="467" y="70"/>
                    </a:cubicBezTo>
                    <a:cubicBezTo>
                      <a:pt x="467" y="70"/>
                      <a:pt x="426" y="19"/>
                      <a:pt x="414" y="31"/>
                    </a:cubicBezTo>
                    <a:cubicBezTo>
                      <a:pt x="401" y="44"/>
                      <a:pt x="414" y="1"/>
                      <a:pt x="389" y="29"/>
                    </a:cubicBezTo>
                    <a:cubicBezTo>
                      <a:pt x="363" y="56"/>
                      <a:pt x="358" y="42"/>
                      <a:pt x="334" y="66"/>
                    </a:cubicBezTo>
                    <a:cubicBezTo>
                      <a:pt x="311" y="93"/>
                      <a:pt x="313" y="93"/>
                      <a:pt x="291" y="93"/>
                    </a:cubicBezTo>
                    <a:lnTo>
                      <a:pt x="266" y="93"/>
                    </a:lnTo>
                    <a:cubicBezTo>
                      <a:pt x="281" y="522"/>
                      <a:pt x="649" y="983"/>
                      <a:pt x="894" y="1359"/>
                    </a:cubicBezTo>
                    <a:cubicBezTo>
                      <a:pt x="1099" y="1691"/>
                      <a:pt x="332" y="1922"/>
                      <a:pt x="461" y="2229"/>
                    </a:cubicBezTo>
                    <a:cubicBezTo>
                      <a:pt x="512" y="2382"/>
                      <a:pt x="1228" y="2407"/>
                      <a:pt x="1048" y="2740"/>
                    </a:cubicBezTo>
                    <a:cubicBezTo>
                      <a:pt x="870" y="3098"/>
                      <a:pt x="332" y="3072"/>
                      <a:pt x="154" y="3481"/>
                    </a:cubicBezTo>
                    <a:cubicBezTo>
                      <a:pt x="563" y="3661"/>
                      <a:pt x="1023" y="3532"/>
                      <a:pt x="1457" y="3661"/>
                    </a:cubicBezTo>
                    <a:cubicBezTo>
                      <a:pt x="1099" y="3941"/>
                      <a:pt x="536" y="3865"/>
                      <a:pt x="256" y="4275"/>
                    </a:cubicBezTo>
                    <a:cubicBezTo>
                      <a:pt x="434" y="4299"/>
                      <a:pt x="614" y="4299"/>
                      <a:pt x="768" y="4402"/>
                    </a:cubicBezTo>
                    <a:cubicBezTo>
                      <a:pt x="946" y="4530"/>
                      <a:pt x="1074" y="4760"/>
                      <a:pt x="870" y="4940"/>
                    </a:cubicBezTo>
                    <a:cubicBezTo>
                      <a:pt x="588" y="5144"/>
                      <a:pt x="256" y="5144"/>
                      <a:pt x="0" y="5349"/>
                    </a:cubicBezTo>
                    <a:cubicBezTo>
                      <a:pt x="410" y="5400"/>
                      <a:pt x="870" y="5424"/>
                      <a:pt x="1201" y="5680"/>
                    </a:cubicBezTo>
                    <a:cubicBezTo>
                      <a:pt x="1210" y="5686"/>
                      <a:pt x="1214" y="5690"/>
                      <a:pt x="1222" y="5699"/>
                    </a:cubicBezTo>
                    <a:lnTo>
                      <a:pt x="1326" y="5566"/>
                    </a:lnTo>
                    <a:close/>
                    <a:moveTo>
                      <a:pt x="1242" y="923"/>
                    </a:moveTo>
                    <a:cubicBezTo>
                      <a:pt x="1236" y="909"/>
                      <a:pt x="1232" y="901"/>
                      <a:pt x="1238" y="905"/>
                    </a:cubicBezTo>
                    <a:cubicBezTo>
                      <a:pt x="1246" y="915"/>
                      <a:pt x="1252" y="921"/>
                      <a:pt x="1259" y="925"/>
                    </a:cubicBezTo>
                    <a:cubicBezTo>
                      <a:pt x="1252" y="925"/>
                      <a:pt x="1248" y="925"/>
                      <a:pt x="1242" y="923"/>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199" name="Google Shape;3199;p37"/>
          <p:cNvSpPr txBox="1"/>
          <p:nvPr>
            <p:ph type="ctrTitle"/>
          </p:nvPr>
        </p:nvSpPr>
        <p:spPr>
          <a:xfrm>
            <a:off x="713225" y="1353312"/>
            <a:ext cx="4608300" cy="179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World's Largest Mines</a:t>
            </a:r>
            <a:endParaRPr/>
          </a:p>
        </p:txBody>
      </p:sp>
      <p:sp>
        <p:nvSpPr>
          <p:cNvPr id="3200" name="Google Shape;3200;p37"/>
          <p:cNvSpPr txBox="1"/>
          <p:nvPr>
            <p:ph idx="1" type="subTitle"/>
          </p:nvPr>
        </p:nvSpPr>
        <p:spPr>
          <a:xfrm>
            <a:off x="792900" y="3422550"/>
            <a:ext cx="43638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4" name="Shape 3204"/>
        <p:cNvGrpSpPr/>
        <p:nvPr/>
      </p:nvGrpSpPr>
      <p:grpSpPr>
        <a:xfrm>
          <a:off x="0" y="0"/>
          <a:ext cx="0" cy="0"/>
          <a:chOff x="0" y="0"/>
          <a:chExt cx="0" cy="0"/>
        </a:xfrm>
      </p:grpSpPr>
      <p:sp>
        <p:nvSpPr>
          <p:cNvPr id="3205" name="Google Shape;3205;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t>ontents of this template</a:t>
            </a:r>
            <a:endParaRPr/>
          </a:p>
        </p:txBody>
      </p:sp>
      <p:sp>
        <p:nvSpPr>
          <p:cNvPr id="3206" name="Google Shape;3206;p38"/>
          <p:cNvSpPr txBox="1"/>
          <p:nvPr>
            <p:ph idx="1" type="body"/>
          </p:nvPr>
        </p:nvSpPr>
        <p:spPr>
          <a:xfrm>
            <a:off x="720000" y="1139551"/>
            <a:ext cx="7704000" cy="38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delete this slide when you’re done editing the presentation </a:t>
            </a:r>
            <a:endParaRPr/>
          </a:p>
        </p:txBody>
      </p:sp>
      <p:graphicFrame>
        <p:nvGraphicFramePr>
          <p:cNvPr id="3207" name="Google Shape;3207;p38"/>
          <p:cNvGraphicFramePr/>
          <p:nvPr/>
        </p:nvGraphicFramePr>
        <p:xfrm>
          <a:off x="720000" y="1560580"/>
          <a:ext cx="3000000" cy="3000000"/>
        </p:xfrm>
        <a:graphic>
          <a:graphicData uri="http://schemas.openxmlformats.org/drawingml/2006/table">
            <a:tbl>
              <a:tblPr>
                <a:noFill/>
                <a:tableStyleId>{D256BABA-5CBD-4A7D-8068-DB077DC05E54}</a:tableStyleId>
              </a:tblPr>
              <a:tblGrid>
                <a:gridCol w="2867875"/>
                <a:gridCol w="4836125"/>
              </a:tblGrid>
              <a:tr h="426725">
                <a:tc>
                  <a:txBody>
                    <a:bodyPr/>
                    <a:lstStyle/>
                    <a:p>
                      <a:pPr indent="0" lvl="0" marL="0" rtl="0" algn="l">
                        <a:spcBef>
                          <a:spcPts val="0"/>
                        </a:spcBef>
                        <a:spcAft>
                          <a:spcPts val="0"/>
                        </a:spcAft>
                        <a:buNone/>
                      </a:pPr>
                      <a:r>
                        <a:rPr b="1" lang="en" sz="1200">
                          <a:solidFill>
                            <a:schemeClr val="hlink"/>
                          </a:solidFill>
                          <a:uFill>
                            <a:noFill/>
                          </a:uFill>
                          <a:latin typeface="Lato"/>
                          <a:ea typeface="Lato"/>
                          <a:cs typeface="Lato"/>
                          <a:sym typeface="Lato"/>
                          <a:hlinkClick action="ppaction://hlinksldjump" r:id="rId3"/>
                        </a:rPr>
                        <a:t>Fonts</a:t>
                      </a:r>
                      <a:endParaRPr b="1" sz="1200">
                        <a:solidFill>
                          <a:schemeClr val="dk1"/>
                        </a:solidFill>
                        <a:latin typeface="Lato"/>
                        <a:ea typeface="Lato"/>
                        <a:cs typeface="Lato"/>
                        <a:sym typeface="La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200">
                          <a:solidFill>
                            <a:schemeClr val="dk1"/>
                          </a:solidFill>
                          <a:latin typeface="Lato"/>
                          <a:ea typeface="Lato"/>
                          <a:cs typeface="Lato"/>
                          <a:sym typeface="Lato"/>
                        </a:rPr>
                        <a:t>To view this template correctly in PowerPoint, download and install the fonts we used</a:t>
                      </a:r>
                      <a:endParaRPr sz="1200">
                        <a:solidFill>
                          <a:schemeClr val="dk1"/>
                        </a:solidFill>
                        <a:latin typeface="Lato"/>
                        <a:ea typeface="Lato"/>
                        <a:cs typeface="Lato"/>
                        <a:sym typeface="La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26725">
                <a:tc>
                  <a:txBody>
                    <a:bodyPr/>
                    <a:lstStyle/>
                    <a:p>
                      <a:pPr indent="0" lvl="0" marL="0" rtl="0" algn="l">
                        <a:spcBef>
                          <a:spcPts val="0"/>
                        </a:spcBef>
                        <a:spcAft>
                          <a:spcPts val="0"/>
                        </a:spcAft>
                        <a:buNone/>
                      </a:pPr>
                      <a:r>
                        <a:rPr b="1" lang="en" sz="1200">
                          <a:solidFill>
                            <a:schemeClr val="hlink"/>
                          </a:solidFill>
                          <a:uFill>
                            <a:noFill/>
                          </a:uFill>
                          <a:latin typeface="Lato"/>
                          <a:ea typeface="Lato"/>
                          <a:cs typeface="Lato"/>
                          <a:sym typeface="Lato"/>
                          <a:hlinkClick action="ppaction://hlinksldjump" r:id="rId4"/>
                        </a:rPr>
                        <a:t>Used</a:t>
                      </a:r>
                      <a:r>
                        <a:rPr b="1" lang="en" sz="1200">
                          <a:solidFill>
                            <a:schemeClr val="dk1"/>
                          </a:solidFill>
                          <a:latin typeface="Lato"/>
                          <a:ea typeface="Lato"/>
                          <a:cs typeface="Lato"/>
                          <a:sym typeface="Lato"/>
                        </a:rPr>
                        <a:t> and </a:t>
                      </a:r>
                      <a:r>
                        <a:rPr b="1" lang="en" sz="1200">
                          <a:solidFill>
                            <a:schemeClr val="hlink"/>
                          </a:solidFill>
                          <a:uFill>
                            <a:noFill/>
                          </a:uFill>
                          <a:latin typeface="Lato"/>
                          <a:ea typeface="Lato"/>
                          <a:cs typeface="Lato"/>
                          <a:sym typeface="Lato"/>
                          <a:hlinkClick action="ppaction://hlinksldjump" r:id="rId5"/>
                        </a:rPr>
                        <a:t>alternative</a:t>
                      </a:r>
                      <a:r>
                        <a:rPr b="1" lang="en" sz="1200">
                          <a:solidFill>
                            <a:schemeClr val="hlink"/>
                          </a:solidFill>
                          <a:uFill>
                            <a:noFill/>
                          </a:uFill>
                          <a:latin typeface="Lato"/>
                          <a:ea typeface="Lato"/>
                          <a:cs typeface="Lato"/>
                          <a:sym typeface="Lato"/>
                          <a:hlinkClick action="ppaction://hlinksldjump" r:id="rId6"/>
                        </a:rPr>
                        <a:t> resources</a:t>
                      </a:r>
                      <a:endParaRPr b="1" sz="1200">
                        <a:solidFill>
                          <a:schemeClr val="dk1"/>
                        </a:solidFill>
                        <a:latin typeface="Lato"/>
                        <a:ea typeface="Lato"/>
                        <a:cs typeface="Lato"/>
                        <a:sym typeface="La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200">
                          <a:solidFill>
                            <a:schemeClr val="dk1"/>
                          </a:solidFill>
                          <a:latin typeface="Lato"/>
                          <a:ea typeface="Lato"/>
                          <a:cs typeface="Lato"/>
                          <a:sym typeface="Lato"/>
                        </a:rPr>
                        <a:t>An assortment of graphic resources that are suitable for use in this presentation</a:t>
                      </a:r>
                      <a:endParaRPr sz="1200">
                        <a:solidFill>
                          <a:schemeClr val="dk1"/>
                        </a:solidFill>
                        <a:latin typeface="Lato"/>
                        <a:ea typeface="Lato"/>
                        <a:cs typeface="Lato"/>
                        <a:sym typeface="La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26725">
                <a:tc>
                  <a:txBody>
                    <a:bodyPr/>
                    <a:lstStyle/>
                    <a:p>
                      <a:pPr indent="0" lvl="0" marL="0" rtl="0" algn="l">
                        <a:spcBef>
                          <a:spcPts val="0"/>
                        </a:spcBef>
                        <a:spcAft>
                          <a:spcPts val="0"/>
                        </a:spcAft>
                        <a:buNone/>
                      </a:pPr>
                      <a:r>
                        <a:rPr b="1" lang="en" sz="1200">
                          <a:solidFill>
                            <a:schemeClr val="hlink"/>
                          </a:solidFill>
                          <a:uFill>
                            <a:noFill/>
                          </a:uFill>
                          <a:latin typeface="Lato"/>
                          <a:ea typeface="Lato"/>
                          <a:cs typeface="Lato"/>
                          <a:sym typeface="Lato"/>
                          <a:hlinkClick action="ppaction://hlinksldjump" r:id="rId7"/>
                        </a:rPr>
                        <a:t>Thanks </a:t>
                      </a:r>
                      <a:r>
                        <a:rPr b="1" lang="en" sz="1200">
                          <a:solidFill>
                            <a:schemeClr val="dk1"/>
                          </a:solidFill>
                          <a:latin typeface="Lato"/>
                          <a:ea typeface="Lato"/>
                          <a:cs typeface="Lato"/>
                          <a:sym typeface="Lato"/>
                        </a:rPr>
                        <a:t>slide</a:t>
                      </a:r>
                      <a:endParaRPr b="1" sz="1200">
                        <a:solidFill>
                          <a:schemeClr val="dk1"/>
                        </a:solidFill>
                        <a:latin typeface="Lato"/>
                        <a:ea typeface="Lato"/>
                        <a:cs typeface="Lato"/>
                        <a:sym typeface="La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200">
                          <a:solidFill>
                            <a:schemeClr val="dk1"/>
                          </a:solidFill>
                          <a:latin typeface="Lato"/>
                          <a:ea typeface="Lato"/>
                          <a:cs typeface="Lato"/>
                          <a:sym typeface="Lato"/>
                        </a:rPr>
                        <a:t>You must keep it so that proper credits for our design are given</a:t>
                      </a:r>
                      <a:endParaRPr sz="1200">
                        <a:solidFill>
                          <a:schemeClr val="dk1"/>
                        </a:solidFill>
                        <a:latin typeface="Lato"/>
                        <a:ea typeface="Lato"/>
                        <a:cs typeface="Lato"/>
                        <a:sym typeface="La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26725">
                <a:tc>
                  <a:txBody>
                    <a:bodyPr/>
                    <a:lstStyle/>
                    <a:p>
                      <a:pPr indent="0" lvl="0" marL="0" rtl="0" algn="l">
                        <a:spcBef>
                          <a:spcPts val="0"/>
                        </a:spcBef>
                        <a:spcAft>
                          <a:spcPts val="0"/>
                        </a:spcAft>
                        <a:buNone/>
                      </a:pPr>
                      <a:r>
                        <a:rPr b="1" lang="en" sz="1200">
                          <a:solidFill>
                            <a:schemeClr val="hlink"/>
                          </a:solidFill>
                          <a:uFill>
                            <a:noFill/>
                          </a:uFill>
                          <a:latin typeface="Lato"/>
                          <a:ea typeface="Lato"/>
                          <a:cs typeface="Lato"/>
                          <a:sym typeface="Lato"/>
                          <a:hlinkClick action="ppaction://hlinksldjump" r:id="rId8"/>
                        </a:rPr>
                        <a:t>Colors</a:t>
                      </a:r>
                      <a:endParaRPr b="1" sz="1200">
                        <a:solidFill>
                          <a:schemeClr val="dk1"/>
                        </a:solidFill>
                        <a:latin typeface="Lato"/>
                        <a:ea typeface="Lato"/>
                        <a:cs typeface="Lato"/>
                        <a:sym typeface="La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200">
                          <a:solidFill>
                            <a:schemeClr val="dk1"/>
                          </a:solidFill>
                          <a:latin typeface="Lato"/>
                          <a:ea typeface="Lato"/>
                          <a:cs typeface="Lato"/>
                          <a:sym typeface="Lato"/>
                        </a:rPr>
                        <a:t>All the colors used in this presentation</a:t>
                      </a:r>
                      <a:endParaRPr sz="1200">
                        <a:solidFill>
                          <a:schemeClr val="dk1"/>
                        </a:solidFill>
                        <a:latin typeface="Lato"/>
                        <a:ea typeface="Lato"/>
                        <a:cs typeface="Lato"/>
                        <a:sym typeface="La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26725">
                <a:tc>
                  <a:txBody>
                    <a:bodyPr/>
                    <a:lstStyle/>
                    <a:p>
                      <a:pPr indent="0" lvl="0" marL="0" rtl="0" algn="l">
                        <a:spcBef>
                          <a:spcPts val="0"/>
                        </a:spcBef>
                        <a:spcAft>
                          <a:spcPts val="0"/>
                        </a:spcAft>
                        <a:buNone/>
                      </a:pPr>
                      <a:r>
                        <a:rPr b="1" lang="en" sz="1200">
                          <a:solidFill>
                            <a:schemeClr val="hlink"/>
                          </a:solidFill>
                          <a:uFill>
                            <a:noFill/>
                          </a:uFill>
                          <a:latin typeface="Lato"/>
                          <a:ea typeface="Lato"/>
                          <a:cs typeface="Lato"/>
                          <a:sym typeface="Lato"/>
                          <a:hlinkClick action="ppaction://hlinksldjump" r:id="rId9"/>
                        </a:rPr>
                        <a:t>Icons</a:t>
                      </a:r>
                      <a:r>
                        <a:rPr b="1" lang="en" sz="1200">
                          <a:solidFill>
                            <a:schemeClr val="dk1"/>
                          </a:solidFill>
                          <a:latin typeface="Lato"/>
                          <a:ea typeface="Lato"/>
                          <a:cs typeface="Lato"/>
                          <a:sym typeface="Lato"/>
                        </a:rPr>
                        <a:t> and </a:t>
                      </a:r>
                      <a:r>
                        <a:rPr b="1" lang="en" sz="1200">
                          <a:solidFill>
                            <a:schemeClr val="hlink"/>
                          </a:solidFill>
                          <a:uFill>
                            <a:noFill/>
                          </a:uFill>
                          <a:latin typeface="Lato"/>
                          <a:ea typeface="Lato"/>
                          <a:cs typeface="Lato"/>
                          <a:sym typeface="Lato"/>
                          <a:hlinkClick action="ppaction://hlinksldjump" r:id="rId10"/>
                        </a:rPr>
                        <a:t>infographic resources</a:t>
                      </a:r>
                      <a:endParaRPr b="1" sz="1200">
                        <a:solidFill>
                          <a:schemeClr val="dk1"/>
                        </a:solidFill>
                        <a:latin typeface="Lato"/>
                        <a:ea typeface="Lato"/>
                        <a:cs typeface="Lato"/>
                        <a:sym typeface="La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Lato"/>
                          <a:ea typeface="Lato"/>
                          <a:cs typeface="Lato"/>
                          <a:sym typeface="Lato"/>
                        </a:rPr>
                        <a:t>These can be used in the template, and their size and color can be edited</a:t>
                      </a:r>
                      <a:endParaRPr sz="1200">
                        <a:solidFill>
                          <a:schemeClr val="dk1"/>
                        </a:solidFill>
                        <a:latin typeface="Lato"/>
                        <a:ea typeface="Lato"/>
                        <a:cs typeface="Lato"/>
                        <a:sym typeface="La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26725">
                <a:tc>
                  <a:txBody>
                    <a:bodyPr/>
                    <a:lstStyle/>
                    <a:p>
                      <a:pPr indent="0" lvl="0" marL="0" rtl="0" algn="l">
                        <a:spcBef>
                          <a:spcPts val="0"/>
                        </a:spcBef>
                        <a:spcAft>
                          <a:spcPts val="0"/>
                        </a:spcAft>
                        <a:buNone/>
                      </a:pPr>
                      <a:r>
                        <a:rPr b="1" lang="en" sz="1200">
                          <a:solidFill>
                            <a:schemeClr val="dk1"/>
                          </a:solidFill>
                          <a:latin typeface="Lato"/>
                          <a:ea typeface="Lato"/>
                          <a:cs typeface="Lato"/>
                          <a:sym typeface="Lato"/>
                        </a:rPr>
                        <a:t>Editable presentation theme </a:t>
                      </a:r>
                      <a:endParaRPr b="1" sz="1200">
                        <a:solidFill>
                          <a:schemeClr val="dk1"/>
                        </a:solidFill>
                        <a:latin typeface="Lato"/>
                        <a:ea typeface="Lato"/>
                        <a:cs typeface="Lato"/>
                        <a:sym typeface="La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200">
                          <a:solidFill>
                            <a:schemeClr val="dk1"/>
                          </a:solidFill>
                          <a:latin typeface="Lato"/>
                          <a:ea typeface="Lato"/>
                          <a:cs typeface="Lato"/>
                          <a:sym typeface="Lato"/>
                        </a:rPr>
                        <a:t>You can edit the master slides easily. For more info, click </a:t>
                      </a:r>
                      <a:r>
                        <a:rPr b="1" lang="en" sz="1200" u="sng">
                          <a:solidFill>
                            <a:schemeClr val="dk1"/>
                          </a:solidFill>
                          <a:latin typeface="Lato"/>
                          <a:ea typeface="Lato"/>
                          <a:cs typeface="Lato"/>
                          <a:sym typeface="Lato"/>
                          <a:hlinkClick r:id="rId11">
                            <a:extLst>
                              <a:ext uri="{A12FA001-AC4F-418D-AE19-62706E023703}">
                                <ahyp:hlinkClr val="tx"/>
                              </a:ext>
                            </a:extLst>
                          </a:hlinkClick>
                        </a:rPr>
                        <a:t>here</a:t>
                      </a:r>
                      <a:endParaRPr sz="1200">
                        <a:solidFill>
                          <a:schemeClr val="dk1"/>
                        </a:solidFill>
                        <a:latin typeface="Lato"/>
                        <a:ea typeface="Lato"/>
                        <a:cs typeface="Lato"/>
                        <a:sym typeface="La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
        <p:nvSpPr>
          <p:cNvPr id="3208" name="Google Shape;3208;p38"/>
          <p:cNvSpPr txBox="1"/>
          <p:nvPr/>
        </p:nvSpPr>
        <p:spPr>
          <a:xfrm>
            <a:off x="713226" y="4133675"/>
            <a:ext cx="28746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For more info:</a:t>
            </a:r>
            <a:br>
              <a:rPr lang="en" sz="1200">
                <a:solidFill>
                  <a:schemeClr val="dk1"/>
                </a:solidFill>
                <a:latin typeface="Lato"/>
                <a:ea typeface="Lato"/>
                <a:cs typeface="Lato"/>
                <a:sym typeface="Lato"/>
              </a:rPr>
            </a:br>
            <a:r>
              <a:rPr lang="en" sz="1200">
                <a:solidFill>
                  <a:schemeClr val="dk1"/>
                </a:solidFill>
                <a:uFill>
                  <a:noFill/>
                </a:uFill>
                <a:latin typeface="Lato"/>
                <a:ea typeface="Lato"/>
                <a:cs typeface="Lato"/>
                <a:sym typeface="Lato"/>
                <a:hlinkClick r:id="rId12">
                  <a:extLst>
                    <a:ext uri="{A12FA001-AC4F-418D-AE19-62706E023703}">
                      <ahyp:hlinkClr val="tx"/>
                    </a:ext>
                  </a:extLst>
                </a:hlinkClick>
              </a:rPr>
              <a:t>SLIDESGO </a:t>
            </a:r>
            <a:r>
              <a:rPr lang="en" sz="1200">
                <a:solidFill>
                  <a:schemeClr val="dk1"/>
                </a:solidFill>
                <a:latin typeface="Lato"/>
                <a:ea typeface="Lato"/>
                <a:cs typeface="Lato"/>
                <a:sym typeface="Lato"/>
              </a:rPr>
              <a:t>| </a:t>
            </a:r>
            <a:r>
              <a:rPr lang="en" sz="1200">
                <a:solidFill>
                  <a:schemeClr val="dk1"/>
                </a:solidFill>
                <a:uFill>
                  <a:noFill/>
                </a:uFill>
                <a:latin typeface="Lato"/>
                <a:ea typeface="Lato"/>
                <a:cs typeface="Lato"/>
                <a:sym typeface="Lato"/>
                <a:hlinkClick r:id="rId13">
                  <a:extLst>
                    <a:ext uri="{A12FA001-AC4F-418D-AE19-62706E023703}">
                      <ahyp:hlinkClr val="tx"/>
                    </a:ext>
                  </a:extLst>
                </a:hlinkClick>
              </a:rPr>
              <a:t>BLOG</a:t>
            </a:r>
            <a:r>
              <a:rPr lang="en" sz="1200">
                <a:solidFill>
                  <a:schemeClr val="dk1"/>
                </a:solidFill>
                <a:latin typeface="Lato"/>
                <a:ea typeface="Lato"/>
                <a:cs typeface="Lato"/>
                <a:sym typeface="Lato"/>
              </a:rPr>
              <a:t> | </a:t>
            </a:r>
            <a:r>
              <a:rPr lang="en" sz="1200">
                <a:solidFill>
                  <a:schemeClr val="dk1"/>
                </a:solidFill>
                <a:uFill>
                  <a:noFill/>
                </a:uFill>
                <a:latin typeface="Lato"/>
                <a:ea typeface="Lato"/>
                <a:cs typeface="Lato"/>
                <a:sym typeface="Lato"/>
                <a:hlinkClick r:id="rId14">
                  <a:extLst>
                    <a:ext uri="{A12FA001-AC4F-418D-AE19-62706E023703}">
                      <ahyp:hlinkClr val="tx"/>
                    </a:ext>
                  </a:extLst>
                </a:hlinkClick>
              </a:rPr>
              <a:t>FAQ</a:t>
            </a:r>
            <a:r>
              <a:rPr lang="en" sz="1200">
                <a:solidFill>
                  <a:schemeClr val="dk1"/>
                </a:solidFill>
                <a:latin typeface="Lato"/>
                <a:ea typeface="Lato"/>
                <a:cs typeface="Lato"/>
                <a:sym typeface="Lato"/>
              </a:rPr>
              <a:t>s</a:t>
            </a:r>
            <a:endParaRPr sz="1200">
              <a:solidFill>
                <a:schemeClr val="dk1"/>
              </a:solidFill>
              <a:latin typeface="Lato"/>
              <a:ea typeface="Lato"/>
              <a:cs typeface="Lato"/>
              <a:sym typeface="Lato"/>
            </a:endParaRPr>
          </a:p>
        </p:txBody>
      </p:sp>
      <p:sp>
        <p:nvSpPr>
          <p:cNvPr id="3209" name="Google Shape;3209;p38"/>
          <p:cNvSpPr txBox="1"/>
          <p:nvPr/>
        </p:nvSpPr>
        <p:spPr>
          <a:xfrm>
            <a:off x="3587874" y="4133675"/>
            <a:ext cx="4836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You can visit our sister </a:t>
            </a:r>
            <a:r>
              <a:rPr lang="en" sz="1200">
                <a:solidFill>
                  <a:schemeClr val="dk1"/>
                </a:solidFill>
                <a:latin typeface="Lato"/>
                <a:ea typeface="Lato"/>
                <a:cs typeface="Lato"/>
                <a:sym typeface="Lato"/>
              </a:rPr>
              <a:t>projects</a:t>
            </a:r>
            <a:r>
              <a:rPr lang="en" sz="1200">
                <a:solidFill>
                  <a:schemeClr val="dk1"/>
                </a:solidFill>
                <a:latin typeface="Lato"/>
                <a:ea typeface="Lato"/>
                <a:cs typeface="Lato"/>
                <a:sym typeface="Lato"/>
              </a:rPr>
              <a:t>:</a:t>
            </a:r>
            <a:br>
              <a:rPr lang="en" sz="1200">
                <a:solidFill>
                  <a:schemeClr val="dk1"/>
                </a:solidFill>
                <a:latin typeface="Lato"/>
                <a:ea typeface="Lato"/>
                <a:cs typeface="Lato"/>
                <a:sym typeface="Lato"/>
              </a:rPr>
            </a:br>
            <a:r>
              <a:rPr lang="en" sz="1200">
                <a:solidFill>
                  <a:schemeClr val="dk1"/>
                </a:solidFill>
                <a:uFill>
                  <a:noFill/>
                </a:uFill>
                <a:latin typeface="Lato"/>
                <a:ea typeface="Lato"/>
                <a:cs typeface="Lato"/>
                <a:sym typeface="Lato"/>
                <a:hlinkClick r:id="rId15">
                  <a:extLst>
                    <a:ext uri="{A12FA001-AC4F-418D-AE19-62706E023703}">
                      <ahyp:hlinkClr val="tx"/>
                    </a:ext>
                  </a:extLst>
                </a:hlinkClick>
              </a:rPr>
              <a:t>FREEPIK</a:t>
            </a:r>
            <a:r>
              <a:rPr lang="en" sz="1200">
                <a:solidFill>
                  <a:schemeClr val="dk1"/>
                </a:solidFill>
                <a:latin typeface="Lato"/>
                <a:ea typeface="Lato"/>
                <a:cs typeface="Lato"/>
                <a:sym typeface="Lato"/>
              </a:rPr>
              <a:t> | </a:t>
            </a:r>
            <a:r>
              <a:rPr lang="en" sz="1200">
                <a:solidFill>
                  <a:schemeClr val="dk1"/>
                </a:solidFill>
                <a:uFill>
                  <a:noFill/>
                </a:uFill>
                <a:latin typeface="Lato"/>
                <a:ea typeface="Lato"/>
                <a:cs typeface="Lato"/>
                <a:sym typeface="Lato"/>
                <a:hlinkClick r:id="rId16">
                  <a:extLst>
                    <a:ext uri="{A12FA001-AC4F-418D-AE19-62706E023703}">
                      <ahyp:hlinkClr val="tx"/>
                    </a:ext>
                  </a:extLst>
                </a:hlinkClick>
              </a:rPr>
              <a:t>FLATICON</a:t>
            </a:r>
            <a:r>
              <a:rPr lang="en" sz="1200">
                <a:solidFill>
                  <a:schemeClr val="dk1"/>
                </a:solidFill>
                <a:latin typeface="Lato"/>
                <a:ea typeface="Lato"/>
                <a:cs typeface="Lato"/>
                <a:sym typeface="Lato"/>
              </a:rPr>
              <a:t> | </a:t>
            </a:r>
            <a:r>
              <a:rPr lang="en" sz="1200">
                <a:solidFill>
                  <a:schemeClr val="dk1"/>
                </a:solidFill>
                <a:uFill>
                  <a:noFill/>
                </a:uFill>
                <a:latin typeface="Lato"/>
                <a:ea typeface="Lato"/>
                <a:cs typeface="Lato"/>
                <a:sym typeface="Lato"/>
                <a:hlinkClick r:id="rId17">
                  <a:extLst>
                    <a:ext uri="{A12FA001-AC4F-418D-AE19-62706E023703}">
                      <ahyp:hlinkClr val="tx"/>
                    </a:ext>
                  </a:extLst>
                </a:hlinkClick>
              </a:rPr>
              <a:t>STORYSET</a:t>
            </a:r>
            <a:r>
              <a:rPr lang="en" sz="1200">
                <a:solidFill>
                  <a:schemeClr val="dk1"/>
                </a:solidFill>
                <a:latin typeface="Lato"/>
                <a:ea typeface="Lato"/>
                <a:cs typeface="Lato"/>
                <a:sym typeface="Lato"/>
              </a:rPr>
              <a:t> | </a:t>
            </a:r>
            <a:r>
              <a:rPr lang="en" sz="1200">
                <a:solidFill>
                  <a:schemeClr val="dk1"/>
                </a:solidFill>
                <a:uFill>
                  <a:noFill/>
                </a:uFill>
                <a:latin typeface="Lato"/>
                <a:ea typeface="Lato"/>
                <a:cs typeface="Lato"/>
                <a:sym typeface="Lato"/>
                <a:hlinkClick r:id="rId18">
                  <a:extLst>
                    <a:ext uri="{A12FA001-AC4F-418D-AE19-62706E023703}">
                      <ahyp:hlinkClr val="tx"/>
                    </a:ext>
                  </a:extLst>
                </a:hlinkClick>
              </a:rPr>
              <a:t>WEPIK </a:t>
            </a:r>
            <a:r>
              <a:rPr lang="en" sz="1200">
                <a:solidFill>
                  <a:schemeClr val="dk1"/>
                </a:solidFill>
                <a:latin typeface="Lato"/>
                <a:ea typeface="Lato"/>
                <a:cs typeface="Lato"/>
                <a:sym typeface="Lato"/>
              </a:rPr>
              <a:t>| </a:t>
            </a:r>
            <a:r>
              <a:rPr lang="en" sz="1200">
                <a:solidFill>
                  <a:schemeClr val="dk1"/>
                </a:solidFill>
                <a:uFill>
                  <a:noFill/>
                </a:uFill>
                <a:latin typeface="Lato"/>
                <a:ea typeface="Lato"/>
                <a:cs typeface="Lato"/>
                <a:sym typeface="Lato"/>
                <a:hlinkClick r:id="rId19">
                  <a:extLst>
                    <a:ext uri="{A12FA001-AC4F-418D-AE19-62706E023703}">
                      <ahyp:hlinkClr val="tx"/>
                    </a:ext>
                  </a:extLst>
                </a:hlinkClick>
              </a:rPr>
              <a:t>VIDEVO</a:t>
            </a:r>
            <a:endParaRPr sz="1200">
              <a:solidFill>
                <a:schemeClr val="dk1"/>
              </a:solidFill>
              <a:latin typeface="Lato"/>
              <a:ea typeface="Lato"/>
              <a:cs typeface="Lato"/>
              <a:sym typeface="Lato"/>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13" name="Shape 3213"/>
        <p:cNvGrpSpPr/>
        <p:nvPr/>
      </p:nvGrpSpPr>
      <p:grpSpPr>
        <a:xfrm>
          <a:off x="0" y="0"/>
          <a:ext cx="0" cy="0"/>
          <a:chOff x="0" y="0"/>
          <a:chExt cx="0" cy="0"/>
        </a:xfrm>
      </p:grpSpPr>
      <p:sp>
        <p:nvSpPr>
          <p:cNvPr id="3214" name="Google Shape;3214;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T</a:t>
            </a:r>
            <a:r>
              <a:rPr b="1" lang="en"/>
              <a:t>able of contents</a:t>
            </a:r>
            <a:endParaRPr b="1"/>
          </a:p>
        </p:txBody>
      </p:sp>
      <p:sp>
        <p:nvSpPr>
          <p:cNvPr id="3215" name="Google Shape;3215;p39"/>
          <p:cNvSpPr txBox="1"/>
          <p:nvPr>
            <p:ph idx="1" type="subTitle"/>
          </p:nvPr>
        </p:nvSpPr>
        <p:spPr>
          <a:xfrm>
            <a:off x="720000" y="3047393"/>
            <a:ext cx="2305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216" name="Google Shape;3216;p39"/>
          <p:cNvSpPr txBox="1"/>
          <p:nvPr>
            <p:ph idx="2" type="subTitle"/>
          </p:nvPr>
        </p:nvSpPr>
        <p:spPr>
          <a:xfrm>
            <a:off x="3419274" y="3047393"/>
            <a:ext cx="2305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217" name="Google Shape;3217;p39"/>
          <p:cNvSpPr txBox="1"/>
          <p:nvPr>
            <p:ph idx="3" type="subTitle"/>
          </p:nvPr>
        </p:nvSpPr>
        <p:spPr>
          <a:xfrm>
            <a:off x="6118549" y="3047393"/>
            <a:ext cx="2305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218" name="Google Shape;3218;p39"/>
          <p:cNvSpPr txBox="1"/>
          <p:nvPr>
            <p:ph idx="4" type="title"/>
          </p:nvPr>
        </p:nvSpPr>
        <p:spPr>
          <a:xfrm>
            <a:off x="720000" y="1913925"/>
            <a:ext cx="1147500" cy="703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3219" name="Google Shape;3219;p39"/>
          <p:cNvSpPr txBox="1"/>
          <p:nvPr>
            <p:ph idx="5" type="title"/>
          </p:nvPr>
        </p:nvSpPr>
        <p:spPr>
          <a:xfrm>
            <a:off x="3419275" y="1913925"/>
            <a:ext cx="1147500" cy="703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3220" name="Google Shape;3220;p39"/>
          <p:cNvSpPr txBox="1"/>
          <p:nvPr>
            <p:ph idx="6" type="title"/>
          </p:nvPr>
        </p:nvSpPr>
        <p:spPr>
          <a:xfrm>
            <a:off x="6118550" y="1913925"/>
            <a:ext cx="1147500" cy="703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3221" name="Google Shape;3221;p39"/>
          <p:cNvSpPr txBox="1"/>
          <p:nvPr>
            <p:ph idx="7" type="subTitle"/>
          </p:nvPr>
        </p:nvSpPr>
        <p:spPr>
          <a:xfrm>
            <a:off x="720000" y="2715512"/>
            <a:ext cx="23055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3222" name="Google Shape;3222;p39"/>
          <p:cNvSpPr txBox="1"/>
          <p:nvPr>
            <p:ph idx="8" type="subTitle"/>
          </p:nvPr>
        </p:nvSpPr>
        <p:spPr>
          <a:xfrm>
            <a:off x="3419271" y="2715512"/>
            <a:ext cx="23055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Mines</a:t>
            </a:r>
            <a:endParaRPr/>
          </a:p>
        </p:txBody>
      </p:sp>
      <p:sp>
        <p:nvSpPr>
          <p:cNvPr id="3223" name="Google Shape;3223;p39"/>
          <p:cNvSpPr txBox="1"/>
          <p:nvPr>
            <p:ph idx="9" type="subTitle"/>
          </p:nvPr>
        </p:nvSpPr>
        <p:spPr>
          <a:xfrm>
            <a:off x="6118549" y="2715512"/>
            <a:ext cx="23055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Details</a:t>
            </a:r>
            <a:endParaRPr/>
          </a:p>
        </p:txBody>
      </p:sp>
      <p:grpSp>
        <p:nvGrpSpPr>
          <p:cNvPr id="3224" name="Google Shape;3224;p39"/>
          <p:cNvGrpSpPr/>
          <p:nvPr/>
        </p:nvGrpSpPr>
        <p:grpSpPr>
          <a:xfrm>
            <a:off x="7329989" y="3673812"/>
            <a:ext cx="1684038" cy="1416815"/>
            <a:chOff x="-9751350" y="-1312675"/>
            <a:chExt cx="9612086" cy="8086845"/>
          </a:xfrm>
        </p:grpSpPr>
        <p:sp>
          <p:nvSpPr>
            <p:cNvPr id="3225" name="Google Shape;3225;p39"/>
            <p:cNvSpPr/>
            <p:nvPr/>
          </p:nvSpPr>
          <p:spPr>
            <a:xfrm>
              <a:off x="-9077396" y="1294790"/>
              <a:ext cx="8938132" cy="5474606"/>
            </a:xfrm>
            <a:custGeom>
              <a:rect b="b" l="l" r="r" t="t"/>
              <a:pathLst>
                <a:path extrusionOk="0" h="9171" w="14973">
                  <a:moveTo>
                    <a:pt x="14815" y="3264"/>
                  </a:moveTo>
                  <a:lnTo>
                    <a:pt x="6402" y="7970"/>
                  </a:lnTo>
                  <a:cubicBezTo>
                    <a:pt x="5930" y="8236"/>
                    <a:pt x="5152" y="8747"/>
                    <a:pt x="4459" y="9171"/>
                  </a:cubicBezTo>
                  <a:lnTo>
                    <a:pt x="3880" y="8639"/>
                  </a:lnTo>
                  <a:lnTo>
                    <a:pt x="3880" y="6709"/>
                  </a:lnTo>
                  <a:lnTo>
                    <a:pt x="5686" y="7759"/>
                  </a:lnTo>
                  <a:lnTo>
                    <a:pt x="7088" y="6998"/>
                  </a:lnTo>
                  <a:lnTo>
                    <a:pt x="3880" y="5120"/>
                  </a:lnTo>
                  <a:lnTo>
                    <a:pt x="3880" y="2884"/>
                  </a:lnTo>
                  <a:lnTo>
                    <a:pt x="9778" y="1"/>
                  </a:lnTo>
                  <a:lnTo>
                    <a:pt x="14815" y="2738"/>
                  </a:lnTo>
                  <a:cubicBezTo>
                    <a:pt x="14913" y="2791"/>
                    <a:pt x="14973" y="2890"/>
                    <a:pt x="14973" y="2998"/>
                  </a:cubicBezTo>
                  <a:cubicBezTo>
                    <a:pt x="14969" y="3115"/>
                    <a:pt x="14913" y="3209"/>
                    <a:pt x="14815" y="3264"/>
                  </a:cubicBezTo>
                  <a:close/>
                  <a:moveTo>
                    <a:pt x="3878" y="8639"/>
                  </a:moveTo>
                  <a:lnTo>
                    <a:pt x="154" y="5226"/>
                  </a:lnTo>
                  <a:cubicBezTo>
                    <a:pt x="70" y="5150"/>
                    <a:pt x="1" y="5071"/>
                    <a:pt x="3" y="4956"/>
                  </a:cubicBezTo>
                  <a:cubicBezTo>
                    <a:pt x="9" y="4843"/>
                    <a:pt x="70" y="4745"/>
                    <a:pt x="173" y="4694"/>
                  </a:cubicBezTo>
                  <a:lnTo>
                    <a:pt x="3878" y="2881"/>
                  </a:lnTo>
                  <a:lnTo>
                    <a:pt x="3878" y="5116"/>
                  </a:lnTo>
                  <a:lnTo>
                    <a:pt x="2167" y="4113"/>
                  </a:lnTo>
                  <a:lnTo>
                    <a:pt x="672" y="4843"/>
                  </a:lnTo>
                  <a:lnTo>
                    <a:pt x="3878" y="670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39"/>
            <p:cNvSpPr/>
            <p:nvPr/>
          </p:nvSpPr>
          <p:spPr>
            <a:xfrm>
              <a:off x="-8846377" y="1652959"/>
              <a:ext cx="3089216" cy="2225420"/>
            </a:xfrm>
            <a:custGeom>
              <a:rect b="b" l="l" r="r" t="t"/>
              <a:pathLst>
                <a:path extrusionOk="0" h="3728" w="5175">
                  <a:moveTo>
                    <a:pt x="5175" y="0"/>
                  </a:moveTo>
                  <a:lnTo>
                    <a:pt x="0" y="3245"/>
                  </a:lnTo>
                  <a:lnTo>
                    <a:pt x="0" y="3728"/>
                  </a:lnTo>
                  <a:lnTo>
                    <a:pt x="5175" y="485"/>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39"/>
            <p:cNvSpPr/>
            <p:nvPr/>
          </p:nvSpPr>
          <p:spPr>
            <a:xfrm>
              <a:off x="-8846377" y="1861890"/>
              <a:ext cx="3089216" cy="2016489"/>
            </a:xfrm>
            <a:custGeom>
              <a:rect b="b" l="l" r="r" t="t"/>
              <a:pathLst>
                <a:path extrusionOk="0" h="3378" w="5175">
                  <a:moveTo>
                    <a:pt x="5175" y="0"/>
                  </a:moveTo>
                  <a:lnTo>
                    <a:pt x="0" y="3245"/>
                  </a:lnTo>
                  <a:lnTo>
                    <a:pt x="0" y="3378"/>
                  </a:lnTo>
                  <a:lnTo>
                    <a:pt x="5175" y="135"/>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39"/>
            <p:cNvSpPr/>
            <p:nvPr/>
          </p:nvSpPr>
          <p:spPr>
            <a:xfrm>
              <a:off x="-8649981" y="1972922"/>
              <a:ext cx="2489878" cy="1587880"/>
            </a:xfrm>
            <a:custGeom>
              <a:rect b="b" l="l" r="r" t="t"/>
              <a:pathLst>
                <a:path extrusionOk="0" h="2660" w="4171">
                  <a:moveTo>
                    <a:pt x="64" y="2541"/>
                  </a:moveTo>
                  <a:lnTo>
                    <a:pt x="4105" y="25"/>
                  </a:lnTo>
                  <a:cubicBezTo>
                    <a:pt x="4142" y="0"/>
                    <a:pt x="4170" y="6"/>
                    <a:pt x="4170" y="35"/>
                  </a:cubicBezTo>
                  <a:lnTo>
                    <a:pt x="4170" y="35"/>
                  </a:lnTo>
                  <a:cubicBezTo>
                    <a:pt x="4170" y="60"/>
                    <a:pt x="4142" y="101"/>
                    <a:pt x="4105" y="121"/>
                  </a:cubicBezTo>
                  <a:lnTo>
                    <a:pt x="64" y="2637"/>
                  </a:lnTo>
                  <a:cubicBezTo>
                    <a:pt x="29" y="2660"/>
                    <a:pt x="1" y="2656"/>
                    <a:pt x="1" y="2627"/>
                  </a:cubicBezTo>
                  <a:lnTo>
                    <a:pt x="1" y="2627"/>
                  </a:lnTo>
                  <a:cubicBezTo>
                    <a:pt x="1" y="2603"/>
                    <a:pt x="29" y="2562"/>
                    <a:pt x="64" y="254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39"/>
            <p:cNvSpPr/>
            <p:nvPr/>
          </p:nvSpPr>
          <p:spPr>
            <a:xfrm>
              <a:off x="-6081316" y="1530585"/>
              <a:ext cx="425625" cy="685893"/>
            </a:xfrm>
            <a:custGeom>
              <a:rect b="b" l="l" r="r" t="t"/>
              <a:pathLst>
                <a:path extrusionOk="0" h="1149" w="713">
                  <a:moveTo>
                    <a:pt x="358" y="113"/>
                  </a:moveTo>
                  <a:cubicBezTo>
                    <a:pt x="555" y="1"/>
                    <a:pt x="712" y="115"/>
                    <a:pt x="712" y="369"/>
                  </a:cubicBezTo>
                  <a:cubicBezTo>
                    <a:pt x="712" y="623"/>
                    <a:pt x="553" y="923"/>
                    <a:pt x="358" y="1036"/>
                  </a:cubicBezTo>
                  <a:cubicBezTo>
                    <a:pt x="164" y="1148"/>
                    <a:pt x="2" y="1034"/>
                    <a:pt x="2" y="780"/>
                  </a:cubicBezTo>
                  <a:cubicBezTo>
                    <a:pt x="0" y="526"/>
                    <a:pt x="160" y="228"/>
                    <a:pt x="358" y="113"/>
                  </a:cubicBezTo>
                  <a:close/>
                </a:path>
              </a:pathLst>
            </a:custGeom>
            <a:solidFill>
              <a:srgbClr val="EFBA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39"/>
            <p:cNvSpPr/>
            <p:nvPr/>
          </p:nvSpPr>
          <p:spPr>
            <a:xfrm>
              <a:off x="-6031172" y="1598040"/>
              <a:ext cx="375482" cy="583218"/>
            </a:xfrm>
            <a:custGeom>
              <a:rect b="b" l="l" r="r" t="t"/>
              <a:pathLst>
                <a:path extrusionOk="0" h="977" w="629">
                  <a:moveTo>
                    <a:pt x="557" y="19"/>
                  </a:moveTo>
                  <a:cubicBezTo>
                    <a:pt x="604" y="70"/>
                    <a:pt x="628" y="152"/>
                    <a:pt x="628" y="256"/>
                  </a:cubicBezTo>
                  <a:cubicBezTo>
                    <a:pt x="628" y="512"/>
                    <a:pt x="469" y="810"/>
                    <a:pt x="274" y="923"/>
                  </a:cubicBezTo>
                  <a:cubicBezTo>
                    <a:pt x="199" y="966"/>
                    <a:pt x="131" y="976"/>
                    <a:pt x="74" y="960"/>
                  </a:cubicBezTo>
                  <a:cubicBezTo>
                    <a:pt x="29" y="909"/>
                    <a:pt x="0" y="827"/>
                    <a:pt x="0" y="720"/>
                  </a:cubicBezTo>
                  <a:cubicBezTo>
                    <a:pt x="0" y="465"/>
                    <a:pt x="162" y="166"/>
                    <a:pt x="356" y="53"/>
                  </a:cubicBezTo>
                  <a:cubicBezTo>
                    <a:pt x="430" y="12"/>
                    <a:pt x="499" y="0"/>
                    <a:pt x="557" y="19"/>
                  </a:cubicBezTo>
                  <a:close/>
                </a:path>
              </a:pathLst>
            </a:custGeom>
            <a:solidFill>
              <a:srgbClr val="B86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39"/>
            <p:cNvSpPr/>
            <p:nvPr/>
          </p:nvSpPr>
          <p:spPr>
            <a:xfrm>
              <a:off x="-7697253" y="2588375"/>
              <a:ext cx="153416" cy="281162"/>
            </a:xfrm>
            <a:custGeom>
              <a:rect b="b" l="l" r="r" t="t"/>
              <a:pathLst>
                <a:path extrusionOk="0" h="471" w="257">
                  <a:moveTo>
                    <a:pt x="254" y="99"/>
                  </a:moveTo>
                  <a:lnTo>
                    <a:pt x="248" y="315"/>
                  </a:lnTo>
                  <a:lnTo>
                    <a:pt x="1" y="471"/>
                  </a:lnTo>
                  <a:lnTo>
                    <a:pt x="7" y="242"/>
                  </a:lnTo>
                  <a:lnTo>
                    <a:pt x="7" y="232"/>
                  </a:lnTo>
                  <a:cubicBezTo>
                    <a:pt x="9" y="162"/>
                    <a:pt x="64" y="78"/>
                    <a:pt x="134" y="39"/>
                  </a:cubicBezTo>
                  <a:cubicBezTo>
                    <a:pt x="203" y="0"/>
                    <a:pt x="256" y="27"/>
                    <a:pt x="254" y="9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39"/>
            <p:cNvSpPr/>
            <p:nvPr/>
          </p:nvSpPr>
          <p:spPr>
            <a:xfrm>
              <a:off x="-7814255" y="2668963"/>
              <a:ext cx="374288" cy="166548"/>
            </a:xfrm>
            <a:custGeom>
              <a:rect b="b" l="l" r="r" t="t"/>
              <a:pathLst>
                <a:path extrusionOk="0" h="279" w="627">
                  <a:moveTo>
                    <a:pt x="0" y="50"/>
                  </a:moveTo>
                  <a:lnTo>
                    <a:pt x="21" y="279"/>
                  </a:lnTo>
                  <a:lnTo>
                    <a:pt x="524" y="238"/>
                  </a:lnTo>
                  <a:cubicBezTo>
                    <a:pt x="626" y="232"/>
                    <a:pt x="608" y="0"/>
                    <a:pt x="503" y="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39"/>
            <p:cNvSpPr/>
            <p:nvPr/>
          </p:nvSpPr>
          <p:spPr>
            <a:xfrm>
              <a:off x="-7814255" y="2685081"/>
              <a:ext cx="349813" cy="72231"/>
            </a:xfrm>
            <a:custGeom>
              <a:rect b="b" l="l" r="r" t="t"/>
              <a:pathLst>
                <a:path extrusionOk="0" h="121" w="586">
                  <a:moveTo>
                    <a:pt x="0" y="43"/>
                  </a:moveTo>
                  <a:lnTo>
                    <a:pt x="8" y="121"/>
                  </a:lnTo>
                  <a:lnTo>
                    <a:pt x="585" y="74"/>
                  </a:lnTo>
                  <a:cubicBezTo>
                    <a:pt x="581" y="43"/>
                    <a:pt x="567" y="14"/>
                    <a:pt x="551"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39"/>
            <p:cNvSpPr/>
            <p:nvPr/>
          </p:nvSpPr>
          <p:spPr>
            <a:xfrm>
              <a:off x="-7807091" y="2782383"/>
              <a:ext cx="340262" cy="39995"/>
            </a:xfrm>
            <a:custGeom>
              <a:rect b="b" l="l" r="r" t="t"/>
              <a:pathLst>
                <a:path extrusionOk="0" h="67" w="570">
                  <a:moveTo>
                    <a:pt x="0" y="46"/>
                  </a:moveTo>
                  <a:lnTo>
                    <a:pt x="2" y="66"/>
                  </a:lnTo>
                  <a:lnTo>
                    <a:pt x="555" y="21"/>
                  </a:lnTo>
                  <a:cubicBezTo>
                    <a:pt x="561" y="13"/>
                    <a:pt x="563" y="9"/>
                    <a:pt x="569"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39"/>
            <p:cNvSpPr/>
            <p:nvPr/>
          </p:nvSpPr>
          <p:spPr>
            <a:xfrm>
              <a:off x="-8487612" y="2623595"/>
              <a:ext cx="739621" cy="330709"/>
            </a:xfrm>
            <a:custGeom>
              <a:rect b="b" l="l" r="r" t="t"/>
              <a:pathLst>
                <a:path extrusionOk="0" h="554" w="1239">
                  <a:moveTo>
                    <a:pt x="1" y="95"/>
                  </a:moveTo>
                  <a:lnTo>
                    <a:pt x="38" y="553"/>
                  </a:lnTo>
                  <a:lnTo>
                    <a:pt x="1034" y="473"/>
                  </a:lnTo>
                  <a:cubicBezTo>
                    <a:pt x="1239" y="457"/>
                    <a:pt x="1202" y="1"/>
                    <a:pt x="995" y="1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39"/>
            <p:cNvSpPr/>
            <p:nvPr/>
          </p:nvSpPr>
          <p:spPr>
            <a:xfrm>
              <a:off x="-8485224" y="2654039"/>
              <a:ext cx="691865" cy="143864"/>
            </a:xfrm>
            <a:custGeom>
              <a:rect b="b" l="l" r="r" t="t"/>
              <a:pathLst>
                <a:path extrusionOk="0" h="241" w="1159">
                  <a:moveTo>
                    <a:pt x="1" y="87"/>
                  </a:moveTo>
                  <a:lnTo>
                    <a:pt x="13" y="240"/>
                  </a:lnTo>
                  <a:lnTo>
                    <a:pt x="1159" y="148"/>
                  </a:lnTo>
                  <a:cubicBezTo>
                    <a:pt x="1149" y="89"/>
                    <a:pt x="1124" y="34"/>
                    <a:pt x="1087"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39"/>
            <p:cNvSpPr/>
            <p:nvPr/>
          </p:nvSpPr>
          <p:spPr>
            <a:xfrm>
              <a:off x="-8469106" y="2846256"/>
              <a:ext cx="667390" cy="78797"/>
            </a:xfrm>
            <a:custGeom>
              <a:rect b="b" l="l" r="r" t="t"/>
              <a:pathLst>
                <a:path extrusionOk="0" h="132" w="1118">
                  <a:moveTo>
                    <a:pt x="1" y="92"/>
                  </a:moveTo>
                  <a:lnTo>
                    <a:pt x="3" y="131"/>
                  </a:lnTo>
                  <a:lnTo>
                    <a:pt x="1095" y="41"/>
                  </a:lnTo>
                  <a:cubicBezTo>
                    <a:pt x="1105" y="29"/>
                    <a:pt x="1109" y="16"/>
                    <a:pt x="1118" y="0"/>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39"/>
            <p:cNvSpPr/>
            <p:nvPr/>
          </p:nvSpPr>
          <p:spPr>
            <a:xfrm>
              <a:off x="-8581333" y="2648070"/>
              <a:ext cx="253107" cy="330709"/>
            </a:xfrm>
            <a:custGeom>
              <a:rect b="b" l="l" r="r" t="t"/>
              <a:pathLst>
                <a:path extrusionOk="0" h="554" w="424">
                  <a:moveTo>
                    <a:pt x="0" y="31"/>
                  </a:moveTo>
                  <a:lnTo>
                    <a:pt x="49" y="553"/>
                  </a:lnTo>
                  <a:lnTo>
                    <a:pt x="193" y="541"/>
                  </a:lnTo>
                  <a:cubicBezTo>
                    <a:pt x="424" y="522"/>
                    <a:pt x="377" y="1"/>
                    <a:pt x="144"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39"/>
            <p:cNvSpPr/>
            <p:nvPr/>
          </p:nvSpPr>
          <p:spPr>
            <a:xfrm>
              <a:off x="-8521638" y="2680902"/>
              <a:ext cx="139686" cy="97302"/>
            </a:xfrm>
            <a:custGeom>
              <a:rect b="b" l="l" r="r" t="t"/>
              <a:pathLst>
                <a:path extrusionOk="0" h="163" w="234">
                  <a:moveTo>
                    <a:pt x="89" y="163"/>
                  </a:moveTo>
                  <a:lnTo>
                    <a:pt x="234" y="150"/>
                  </a:lnTo>
                  <a:cubicBezTo>
                    <a:pt x="217" y="89"/>
                    <a:pt x="191" y="36"/>
                    <a:pt x="152" y="1"/>
                  </a:cubicBezTo>
                  <a:lnTo>
                    <a:pt x="1" y="15"/>
                  </a:lnTo>
                  <a:cubicBezTo>
                    <a:pt x="39" y="48"/>
                    <a:pt x="72" y="99"/>
                    <a:pt x="89" y="163"/>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39"/>
            <p:cNvSpPr/>
            <p:nvPr/>
          </p:nvSpPr>
          <p:spPr>
            <a:xfrm>
              <a:off x="-8676844" y="2659412"/>
              <a:ext cx="222065" cy="324142"/>
            </a:xfrm>
            <a:custGeom>
              <a:rect b="b" l="l" r="r" t="t"/>
              <a:pathLst>
                <a:path extrusionOk="0" h="543" w="372">
                  <a:moveTo>
                    <a:pt x="11" y="287"/>
                  </a:moveTo>
                  <a:cubicBezTo>
                    <a:pt x="23" y="430"/>
                    <a:pt x="109" y="542"/>
                    <a:pt x="205" y="532"/>
                  </a:cubicBezTo>
                  <a:cubicBezTo>
                    <a:pt x="301" y="524"/>
                    <a:pt x="371" y="401"/>
                    <a:pt x="359" y="256"/>
                  </a:cubicBezTo>
                  <a:cubicBezTo>
                    <a:pt x="344" y="113"/>
                    <a:pt x="259" y="0"/>
                    <a:pt x="164" y="10"/>
                  </a:cubicBezTo>
                  <a:cubicBezTo>
                    <a:pt x="66" y="21"/>
                    <a:pt x="1" y="141"/>
                    <a:pt x="11" y="28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39"/>
            <p:cNvSpPr/>
            <p:nvPr/>
          </p:nvSpPr>
          <p:spPr>
            <a:xfrm>
              <a:off x="-8338375" y="2642100"/>
              <a:ext cx="238780" cy="306831"/>
            </a:xfrm>
            <a:custGeom>
              <a:rect b="b" l="l" r="r" t="t"/>
              <a:pathLst>
                <a:path extrusionOk="0" h="514" w="400">
                  <a:moveTo>
                    <a:pt x="84" y="514"/>
                  </a:moveTo>
                  <a:lnTo>
                    <a:pt x="183" y="506"/>
                  </a:lnTo>
                  <a:cubicBezTo>
                    <a:pt x="399" y="489"/>
                    <a:pt x="361" y="0"/>
                    <a:pt x="142" y="17"/>
                  </a:cubicBezTo>
                  <a:lnTo>
                    <a:pt x="43" y="25"/>
                  </a:lnTo>
                  <a:cubicBezTo>
                    <a:pt x="29" y="29"/>
                    <a:pt x="7" y="39"/>
                    <a:pt x="0" y="45"/>
                  </a:cubicBezTo>
                  <a:lnTo>
                    <a:pt x="64" y="41"/>
                  </a:lnTo>
                  <a:cubicBezTo>
                    <a:pt x="213" y="113"/>
                    <a:pt x="238" y="410"/>
                    <a:pt x="103" y="500"/>
                  </a:cubicBezTo>
                  <a:lnTo>
                    <a:pt x="39" y="504"/>
                  </a:lnTo>
                  <a:cubicBezTo>
                    <a:pt x="50" y="512"/>
                    <a:pt x="74" y="514"/>
                    <a:pt x="84" y="5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39"/>
            <p:cNvSpPr/>
            <p:nvPr/>
          </p:nvSpPr>
          <p:spPr>
            <a:xfrm>
              <a:off x="-8301961" y="2639713"/>
              <a:ext cx="213111" cy="308025"/>
            </a:xfrm>
            <a:custGeom>
              <a:rect b="b" l="l" r="r" t="t"/>
              <a:pathLst>
                <a:path extrusionOk="0" h="516" w="357">
                  <a:moveTo>
                    <a:pt x="42" y="516"/>
                  </a:moveTo>
                  <a:lnTo>
                    <a:pt x="140" y="508"/>
                  </a:lnTo>
                  <a:cubicBezTo>
                    <a:pt x="357" y="489"/>
                    <a:pt x="318" y="0"/>
                    <a:pt x="99" y="19"/>
                  </a:cubicBezTo>
                  <a:lnTo>
                    <a:pt x="1" y="27"/>
                  </a:lnTo>
                  <a:cubicBezTo>
                    <a:pt x="181" y="64"/>
                    <a:pt x="212" y="455"/>
                    <a:pt x="42" y="5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39"/>
            <p:cNvSpPr/>
            <p:nvPr/>
          </p:nvSpPr>
          <p:spPr>
            <a:xfrm>
              <a:off x="-8263756" y="2668963"/>
              <a:ext cx="124763" cy="90736"/>
            </a:xfrm>
            <a:custGeom>
              <a:rect b="b" l="l" r="r" t="t"/>
              <a:pathLst>
                <a:path extrusionOk="0" h="152" w="209">
                  <a:moveTo>
                    <a:pt x="78" y="152"/>
                  </a:moveTo>
                  <a:lnTo>
                    <a:pt x="209" y="142"/>
                  </a:lnTo>
                  <a:cubicBezTo>
                    <a:pt x="193" y="82"/>
                    <a:pt x="168" y="31"/>
                    <a:pt x="129" y="0"/>
                  </a:cubicBezTo>
                  <a:lnTo>
                    <a:pt x="0" y="11"/>
                  </a:lnTo>
                  <a:cubicBezTo>
                    <a:pt x="39" y="45"/>
                    <a:pt x="66" y="97"/>
                    <a:pt x="78" y="152"/>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39"/>
            <p:cNvSpPr/>
            <p:nvPr/>
          </p:nvSpPr>
          <p:spPr>
            <a:xfrm>
              <a:off x="-8233312" y="2880282"/>
              <a:ext cx="89543" cy="29847"/>
            </a:xfrm>
            <a:custGeom>
              <a:rect b="b" l="l" r="r" t="t"/>
              <a:pathLst>
                <a:path extrusionOk="0" h="50" w="150">
                  <a:moveTo>
                    <a:pt x="0" y="50"/>
                  </a:moveTo>
                  <a:lnTo>
                    <a:pt x="131" y="39"/>
                  </a:lnTo>
                  <a:cubicBezTo>
                    <a:pt x="140" y="25"/>
                    <a:pt x="144" y="13"/>
                    <a:pt x="150" y="0"/>
                  </a:cubicBezTo>
                  <a:lnTo>
                    <a:pt x="19" y="11"/>
                  </a:lnTo>
                  <a:cubicBezTo>
                    <a:pt x="15" y="23"/>
                    <a:pt x="9" y="35"/>
                    <a:pt x="0" y="50"/>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39"/>
            <p:cNvSpPr/>
            <p:nvPr/>
          </p:nvSpPr>
          <p:spPr>
            <a:xfrm>
              <a:off x="-7610696" y="2648070"/>
              <a:ext cx="158192" cy="410103"/>
            </a:xfrm>
            <a:custGeom>
              <a:rect b="b" l="l" r="r" t="t"/>
              <a:pathLst>
                <a:path extrusionOk="0" h="687" w="265">
                  <a:moveTo>
                    <a:pt x="263" y="95"/>
                  </a:moveTo>
                  <a:lnTo>
                    <a:pt x="250" y="553"/>
                  </a:lnTo>
                  <a:lnTo>
                    <a:pt x="1" y="686"/>
                  </a:lnTo>
                  <a:lnTo>
                    <a:pt x="15" y="238"/>
                  </a:lnTo>
                  <a:lnTo>
                    <a:pt x="15" y="228"/>
                  </a:lnTo>
                  <a:cubicBezTo>
                    <a:pt x="17" y="158"/>
                    <a:pt x="72" y="72"/>
                    <a:pt x="142" y="35"/>
                  </a:cubicBezTo>
                  <a:cubicBezTo>
                    <a:pt x="210" y="1"/>
                    <a:pt x="265" y="25"/>
                    <a:pt x="263" y="9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39"/>
            <p:cNvSpPr/>
            <p:nvPr/>
          </p:nvSpPr>
          <p:spPr>
            <a:xfrm>
              <a:off x="-7567715" y="2692244"/>
              <a:ext cx="82379" cy="105660"/>
            </a:xfrm>
            <a:custGeom>
              <a:rect b="b" l="l" r="r" t="t"/>
              <a:pathLst>
                <a:path extrusionOk="0" h="177" w="138">
                  <a:moveTo>
                    <a:pt x="138" y="51"/>
                  </a:moveTo>
                  <a:cubicBezTo>
                    <a:pt x="133" y="90"/>
                    <a:pt x="103" y="135"/>
                    <a:pt x="68" y="156"/>
                  </a:cubicBezTo>
                  <a:cubicBezTo>
                    <a:pt x="29" y="176"/>
                    <a:pt x="0" y="162"/>
                    <a:pt x="0" y="123"/>
                  </a:cubicBezTo>
                  <a:cubicBezTo>
                    <a:pt x="5" y="84"/>
                    <a:pt x="35" y="39"/>
                    <a:pt x="70" y="19"/>
                  </a:cubicBezTo>
                  <a:cubicBezTo>
                    <a:pt x="109" y="0"/>
                    <a:pt x="138" y="17"/>
                    <a:pt x="138" y="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39"/>
            <p:cNvSpPr/>
            <p:nvPr/>
          </p:nvSpPr>
          <p:spPr>
            <a:xfrm>
              <a:off x="-8856525" y="2760296"/>
              <a:ext cx="341455" cy="153416"/>
            </a:xfrm>
            <a:custGeom>
              <a:rect b="b" l="l" r="r" t="t"/>
              <a:pathLst>
                <a:path extrusionOk="0" h="257" w="572">
                  <a:moveTo>
                    <a:pt x="1" y="48"/>
                  </a:moveTo>
                  <a:lnTo>
                    <a:pt x="19" y="257"/>
                  </a:lnTo>
                  <a:lnTo>
                    <a:pt x="478" y="220"/>
                  </a:lnTo>
                  <a:cubicBezTo>
                    <a:pt x="572" y="212"/>
                    <a:pt x="553" y="1"/>
                    <a:pt x="459" y="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39"/>
            <p:cNvSpPr/>
            <p:nvPr/>
          </p:nvSpPr>
          <p:spPr>
            <a:xfrm>
              <a:off x="-8856525" y="2775220"/>
              <a:ext cx="318174" cy="67455"/>
            </a:xfrm>
            <a:custGeom>
              <a:rect b="b" l="l" r="r" t="t"/>
              <a:pathLst>
                <a:path extrusionOk="0" h="113" w="533">
                  <a:moveTo>
                    <a:pt x="1" y="41"/>
                  </a:moveTo>
                  <a:lnTo>
                    <a:pt x="7" y="113"/>
                  </a:lnTo>
                  <a:lnTo>
                    <a:pt x="533" y="68"/>
                  </a:lnTo>
                  <a:cubicBezTo>
                    <a:pt x="529" y="41"/>
                    <a:pt x="519" y="15"/>
                    <a:pt x="500"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39"/>
            <p:cNvSpPr/>
            <p:nvPr/>
          </p:nvSpPr>
          <p:spPr>
            <a:xfrm>
              <a:off x="-8847571" y="2864165"/>
              <a:ext cx="308026" cy="36414"/>
            </a:xfrm>
            <a:custGeom>
              <a:rect b="b" l="l" r="r" t="t"/>
              <a:pathLst>
                <a:path extrusionOk="0" h="61" w="516">
                  <a:moveTo>
                    <a:pt x="0" y="42"/>
                  </a:moveTo>
                  <a:lnTo>
                    <a:pt x="2" y="60"/>
                  </a:lnTo>
                  <a:lnTo>
                    <a:pt x="506" y="19"/>
                  </a:lnTo>
                  <a:cubicBezTo>
                    <a:pt x="512" y="13"/>
                    <a:pt x="514" y="7"/>
                    <a:pt x="516" y="1"/>
                  </a:cubicBezTo>
                  <a:close/>
                </a:path>
              </a:pathLst>
            </a:custGeom>
            <a:solidFill>
              <a:srgbClr val="B86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39"/>
            <p:cNvSpPr/>
            <p:nvPr/>
          </p:nvSpPr>
          <p:spPr>
            <a:xfrm>
              <a:off x="-8486418" y="2894609"/>
              <a:ext cx="98497" cy="35220"/>
            </a:xfrm>
            <a:custGeom>
              <a:rect b="b" l="l" r="r" t="t"/>
              <a:pathLst>
                <a:path extrusionOk="0" h="59" w="165">
                  <a:moveTo>
                    <a:pt x="1" y="58"/>
                  </a:moveTo>
                  <a:lnTo>
                    <a:pt x="144" y="46"/>
                  </a:lnTo>
                  <a:cubicBezTo>
                    <a:pt x="152" y="32"/>
                    <a:pt x="158" y="17"/>
                    <a:pt x="165" y="1"/>
                  </a:cubicBezTo>
                  <a:lnTo>
                    <a:pt x="19" y="15"/>
                  </a:lnTo>
                  <a:cubicBezTo>
                    <a:pt x="15" y="32"/>
                    <a:pt x="9" y="46"/>
                    <a:pt x="1" y="58"/>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39"/>
            <p:cNvSpPr/>
            <p:nvPr/>
          </p:nvSpPr>
          <p:spPr>
            <a:xfrm>
              <a:off x="-7290732" y="197005"/>
              <a:ext cx="4346393" cy="3470056"/>
            </a:xfrm>
            <a:custGeom>
              <a:rect b="b" l="l" r="r" t="t"/>
              <a:pathLst>
                <a:path extrusionOk="0" h="5813" w="7281">
                  <a:moveTo>
                    <a:pt x="7280" y="839"/>
                  </a:moveTo>
                  <a:lnTo>
                    <a:pt x="6124" y="103"/>
                  </a:lnTo>
                  <a:cubicBezTo>
                    <a:pt x="5807" y="1"/>
                    <a:pt x="5599" y="131"/>
                    <a:pt x="5429" y="232"/>
                  </a:cubicBezTo>
                  <a:lnTo>
                    <a:pt x="1173" y="2707"/>
                  </a:lnTo>
                  <a:cubicBezTo>
                    <a:pt x="564" y="3063"/>
                    <a:pt x="1" y="4420"/>
                    <a:pt x="647" y="5140"/>
                  </a:cubicBezTo>
                  <a:lnTo>
                    <a:pt x="1730" y="5813"/>
                  </a:lnTo>
                  <a:cubicBezTo>
                    <a:pt x="1546" y="5588"/>
                    <a:pt x="1498" y="5322"/>
                    <a:pt x="1505" y="4845"/>
                  </a:cubicBezTo>
                  <a:cubicBezTo>
                    <a:pt x="1591" y="4293"/>
                    <a:pt x="1832" y="3730"/>
                    <a:pt x="2268" y="3474"/>
                  </a:cubicBezTo>
                  <a:lnTo>
                    <a:pt x="6746" y="848"/>
                  </a:lnTo>
                  <a:cubicBezTo>
                    <a:pt x="7029" y="753"/>
                    <a:pt x="7172" y="745"/>
                    <a:pt x="7280" y="83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39"/>
            <p:cNvSpPr/>
            <p:nvPr/>
          </p:nvSpPr>
          <p:spPr>
            <a:xfrm>
              <a:off x="-7107469" y="2555543"/>
              <a:ext cx="835133" cy="1106741"/>
            </a:xfrm>
            <a:custGeom>
              <a:rect b="b" l="l" r="r" t="t"/>
              <a:pathLst>
                <a:path extrusionOk="0" h="1854" w="1399">
                  <a:moveTo>
                    <a:pt x="87" y="0"/>
                  </a:moveTo>
                  <a:cubicBezTo>
                    <a:pt x="1" y="426"/>
                    <a:pt x="48" y="872"/>
                    <a:pt x="334" y="1191"/>
                  </a:cubicBezTo>
                  <a:lnTo>
                    <a:pt x="1398" y="1854"/>
                  </a:lnTo>
                  <a:cubicBezTo>
                    <a:pt x="1232" y="1657"/>
                    <a:pt x="1140" y="1265"/>
                    <a:pt x="1191" y="900"/>
                  </a:cubicBezTo>
                  <a:cubicBezTo>
                    <a:pt x="1202" y="823"/>
                    <a:pt x="1220" y="747"/>
                    <a:pt x="1239" y="66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39"/>
            <p:cNvSpPr/>
            <p:nvPr/>
          </p:nvSpPr>
          <p:spPr>
            <a:xfrm>
              <a:off x="-7064488" y="2935201"/>
              <a:ext cx="792153" cy="724694"/>
            </a:xfrm>
            <a:custGeom>
              <a:rect b="b" l="l" r="r" t="t"/>
              <a:pathLst>
                <a:path extrusionOk="0" h="1214" w="1327">
                  <a:moveTo>
                    <a:pt x="0" y="0"/>
                  </a:moveTo>
                  <a:cubicBezTo>
                    <a:pt x="37" y="201"/>
                    <a:pt x="123" y="393"/>
                    <a:pt x="262" y="553"/>
                  </a:cubicBezTo>
                  <a:lnTo>
                    <a:pt x="1326" y="1214"/>
                  </a:lnTo>
                  <a:cubicBezTo>
                    <a:pt x="1220" y="1087"/>
                    <a:pt x="1142" y="878"/>
                    <a:pt x="1117" y="64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39"/>
            <p:cNvSpPr/>
            <p:nvPr/>
          </p:nvSpPr>
          <p:spPr>
            <a:xfrm>
              <a:off x="-5775081" y="4638889"/>
              <a:ext cx="264449" cy="302055"/>
            </a:xfrm>
            <a:custGeom>
              <a:rect b="b" l="l" r="r" t="t"/>
              <a:pathLst>
                <a:path extrusionOk="0" h="506" w="443">
                  <a:moveTo>
                    <a:pt x="336" y="33"/>
                  </a:moveTo>
                  <a:lnTo>
                    <a:pt x="1" y="228"/>
                  </a:lnTo>
                  <a:lnTo>
                    <a:pt x="1" y="506"/>
                  </a:lnTo>
                  <a:lnTo>
                    <a:pt x="326" y="318"/>
                  </a:lnTo>
                  <a:cubicBezTo>
                    <a:pt x="328" y="316"/>
                    <a:pt x="332" y="316"/>
                    <a:pt x="334" y="312"/>
                  </a:cubicBezTo>
                  <a:cubicBezTo>
                    <a:pt x="394" y="277"/>
                    <a:pt x="443" y="187"/>
                    <a:pt x="443" y="111"/>
                  </a:cubicBezTo>
                  <a:cubicBezTo>
                    <a:pt x="443" y="33"/>
                    <a:pt x="394" y="1"/>
                    <a:pt x="336" y="3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39"/>
            <p:cNvSpPr/>
            <p:nvPr/>
          </p:nvSpPr>
          <p:spPr>
            <a:xfrm>
              <a:off x="-5938645" y="5352241"/>
              <a:ext cx="536658" cy="685893"/>
            </a:xfrm>
            <a:custGeom>
              <a:rect b="b" l="l" r="r" t="t"/>
              <a:pathLst>
                <a:path extrusionOk="0" h="1149" w="899">
                  <a:moveTo>
                    <a:pt x="678" y="86"/>
                  </a:moveTo>
                  <a:lnTo>
                    <a:pt x="1" y="583"/>
                  </a:lnTo>
                  <a:lnTo>
                    <a:pt x="1" y="1148"/>
                  </a:lnTo>
                  <a:lnTo>
                    <a:pt x="662" y="665"/>
                  </a:lnTo>
                  <a:cubicBezTo>
                    <a:pt x="668" y="659"/>
                    <a:pt x="674" y="657"/>
                    <a:pt x="682" y="651"/>
                  </a:cubicBezTo>
                  <a:cubicBezTo>
                    <a:pt x="801" y="563"/>
                    <a:pt x="899" y="365"/>
                    <a:pt x="899" y="209"/>
                  </a:cubicBezTo>
                  <a:cubicBezTo>
                    <a:pt x="899" y="54"/>
                    <a:pt x="801" y="0"/>
                    <a:pt x="678" y="8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39"/>
            <p:cNvSpPr/>
            <p:nvPr/>
          </p:nvSpPr>
          <p:spPr>
            <a:xfrm>
              <a:off x="-9751350" y="2491670"/>
              <a:ext cx="778423" cy="2384805"/>
            </a:xfrm>
            <a:custGeom>
              <a:rect b="b" l="l" r="r" t="t"/>
              <a:pathLst>
                <a:path extrusionOk="0" h="3995" w="1304">
                  <a:moveTo>
                    <a:pt x="385" y="2884"/>
                  </a:moveTo>
                  <a:lnTo>
                    <a:pt x="6" y="3884"/>
                  </a:lnTo>
                  <a:cubicBezTo>
                    <a:pt x="0" y="3904"/>
                    <a:pt x="0" y="3925"/>
                    <a:pt x="11" y="3935"/>
                  </a:cubicBezTo>
                  <a:cubicBezTo>
                    <a:pt x="21" y="3945"/>
                    <a:pt x="139" y="3994"/>
                    <a:pt x="154" y="3980"/>
                  </a:cubicBezTo>
                  <a:lnTo>
                    <a:pt x="1304" y="2566"/>
                  </a:lnTo>
                  <a:lnTo>
                    <a:pt x="1302" y="2352"/>
                  </a:lnTo>
                  <a:lnTo>
                    <a:pt x="1302" y="2352"/>
                  </a:lnTo>
                  <a:cubicBezTo>
                    <a:pt x="1295" y="1541"/>
                    <a:pt x="1304" y="541"/>
                    <a:pt x="1302" y="160"/>
                  </a:cubicBezTo>
                  <a:lnTo>
                    <a:pt x="528" y="5"/>
                  </a:lnTo>
                  <a:cubicBezTo>
                    <a:pt x="516" y="1"/>
                    <a:pt x="502" y="11"/>
                    <a:pt x="491" y="29"/>
                  </a:cubicBezTo>
                  <a:lnTo>
                    <a:pt x="710" y="55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39"/>
            <p:cNvSpPr/>
            <p:nvPr/>
          </p:nvSpPr>
          <p:spPr>
            <a:xfrm>
              <a:off x="-9455861" y="2495251"/>
              <a:ext cx="304445" cy="428608"/>
            </a:xfrm>
            <a:custGeom>
              <a:rect b="b" l="l" r="r" t="t"/>
              <a:pathLst>
                <a:path extrusionOk="0" h="718" w="510">
                  <a:moveTo>
                    <a:pt x="23" y="1"/>
                  </a:moveTo>
                  <a:cubicBezTo>
                    <a:pt x="17" y="5"/>
                    <a:pt x="7" y="13"/>
                    <a:pt x="0" y="23"/>
                  </a:cubicBezTo>
                  <a:lnTo>
                    <a:pt x="215" y="541"/>
                  </a:lnTo>
                  <a:lnTo>
                    <a:pt x="510" y="717"/>
                  </a:lnTo>
                  <a:lnTo>
                    <a:pt x="289" y="14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39"/>
            <p:cNvSpPr/>
            <p:nvPr/>
          </p:nvSpPr>
          <p:spPr>
            <a:xfrm>
              <a:off x="-9702400" y="4038957"/>
              <a:ext cx="4070005" cy="2730438"/>
            </a:xfrm>
            <a:custGeom>
              <a:rect b="b" l="l" r="r" t="t"/>
              <a:pathLst>
                <a:path extrusionOk="0" h="4574" w="6818">
                  <a:moveTo>
                    <a:pt x="5504" y="4574"/>
                  </a:moveTo>
                  <a:lnTo>
                    <a:pt x="0" y="1376"/>
                  </a:lnTo>
                  <a:lnTo>
                    <a:pt x="1289" y="1"/>
                  </a:lnTo>
                  <a:lnTo>
                    <a:pt x="6817" y="3199"/>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39"/>
            <p:cNvSpPr/>
            <p:nvPr/>
          </p:nvSpPr>
          <p:spPr>
            <a:xfrm>
              <a:off x="-6355911" y="545025"/>
              <a:ext cx="5289574" cy="3995370"/>
            </a:xfrm>
            <a:custGeom>
              <a:rect b="b" l="l" r="r" t="t"/>
              <a:pathLst>
                <a:path extrusionOk="0" h="6693" w="8861">
                  <a:moveTo>
                    <a:pt x="8861" y="2008"/>
                  </a:moveTo>
                  <a:lnTo>
                    <a:pt x="3627" y="6693"/>
                  </a:lnTo>
                  <a:lnTo>
                    <a:pt x="0" y="4710"/>
                  </a:lnTo>
                  <a:lnTo>
                    <a:pt x="4871" y="1909"/>
                  </a:lnTo>
                  <a:cubicBezTo>
                    <a:pt x="5229" y="794"/>
                    <a:pt x="7642" y="643"/>
                    <a:pt x="8628"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39"/>
            <p:cNvSpPr/>
            <p:nvPr/>
          </p:nvSpPr>
          <p:spPr>
            <a:xfrm>
              <a:off x="-4226002" y="1879799"/>
              <a:ext cx="3826450" cy="3509454"/>
            </a:xfrm>
            <a:custGeom>
              <a:rect b="b" l="l" r="r" t="t"/>
              <a:pathLst>
                <a:path extrusionOk="0" h="5879" w="6410">
                  <a:moveTo>
                    <a:pt x="5428" y="416"/>
                  </a:moveTo>
                  <a:lnTo>
                    <a:pt x="1217" y="2853"/>
                  </a:lnTo>
                  <a:cubicBezTo>
                    <a:pt x="0" y="3553"/>
                    <a:pt x="33" y="5879"/>
                    <a:pt x="1228" y="5187"/>
                  </a:cubicBezTo>
                  <a:lnTo>
                    <a:pt x="5528" y="2703"/>
                  </a:lnTo>
                  <a:cubicBezTo>
                    <a:pt x="6017" y="2423"/>
                    <a:pt x="6410" y="1646"/>
                    <a:pt x="6406" y="1014"/>
                  </a:cubicBezTo>
                  <a:cubicBezTo>
                    <a:pt x="6402" y="443"/>
                    <a:pt x="6034" y="1"/>
                    <a:pt x="5428" y="416"/>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39"/>
            <p:cNvSpPr/>
            <p:nvPr/>
          </p:nvSpPr>
          <p:spPr>
            <a:xfrm>
              <a:off x="-3817093" y="1879799"/>
              <a:ext cx="3413957" cy="2748943"/>
            </a:xfrm>
            <a:custGeom>
              <a:rect b="b" l="l" r="r" t="t"/>
              <a:pathLst>
                <a:path extrusionOk="0" h="4605" w="5719">
                  <a:moveTo>
                    <a:pt x="4743" y="416"/>
                  </a:moveTo>
                  <a:lnTo>
                    <a:pt x="532" y="2873"/>
                  </a:lnTo>
                  <a:cubicBezTo>
                    <a:pt x="0" y="3282"/>
                    <a:pt x="629" y="4256"/>
                    <a:pt x="870" y="4604"/>
                  </a:cubicBezTo>
                  <a:lnTo>
                    <a:pt x="5492" y="1936"/>
                  </a:lnTo>
                  <a:cubicBezTo>
                    <a:pt x="5635" y="1644"/>
                    <a:pt x="5719" y="1312"/>
                    <a:pt x="5719" y="1020"/>
                  </a:cubicBezTo>
                  <a:cubicBezTo>
                    <a:pt x="5717" y="447"/>
                    <a:pt x="5349" y="1"/>
                    <a:pt x="4743" y="4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39"/>
            <p:cNvSpPr/>
            <p:nvPr/>
          </p:nvSpPr>
          <p:spPr>
            <a:xfrm>
              <a:off x="-1607789" y="1893529"/>
              <a:ext cx="1059586" cy="1703091"/>
            </a:xfrm>
            <a:custGeom>
              <a:rect b="b" l="l" r="r" t="t"/>
              <a:pathLst>
                <a:path extrusionOk="0" h="2853" w="1775">
                  <a:moveTo>
                    <a:pt x="888" y="283"/>
                  </a:moveTo>
                  <a:cubicBezTo>
                    <a:pt x="1377" y="0"/>
                    <a:pt x="1774" y="285"/>
                    <a:pt x="1774" y="917"/>
                  </a:cubicBezTo>
                  <a:cubicBezTo>
                    <a:pt x="1774" y="1549"/>
                    <a:pt x="1377" y="2290"/>
                    <a:pt x="888" y="2572"/>
                  </a:cubicBezTo>
                  <a:cubicBezTo>
                    <a:pt x="400" y="2852"/>
                    <a:pt x="3" y="2568"/>
                    <a:pt x="3" y="1936"/>
                  </a:cubicBezTo>
                  <a:cubicBezTo>
                    <a:pt x="1" y="1306"/>
                    <a:pt x="400" y="563"/>
                    <a:pt x="888" y="2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39"/>
            <p:cNvSpPr/>
            <p:nvPr/>
          </p:nvSpPr>
          <p:spPr>
            <a:xfrm>
              <a:off x="-1480640" y="1954417"/>
              <a:ext cx="1057198" cy="1703091"/>
            </a:xfrm>
            <a:custGeom>
              <a:rect b="b" l="l" r="r" t="t"/>
              <a:pathLst>
                <a:path extrusionOk="0" h="2853" w="1771">
                  <a:moveTo>
                    <a:pt x="886" y="283"/>
                  </a:moveTo>
                  <a:cubicBezTo>
                    <a:pt x="1373" y="1"/>
                    <a:pt x="1770" y="285"/>
                    <a:pt x="1770" y="917"/>
                  </a:cubicBezTo>
                  <a:cubicBezTo>
                    <a:pt x="1770" y="1549"/>
                    <a:pt x="1373" y="2290"/>
                    <a:pt x="886" y="2572"/>
                  </a:cubicBezTo>
                  <a:cubicBezTo>
                    <a:pt x="397" y="2853"/>
                    <a:pt x="0" y="2568"/>
                    <a:pt x="0" y="1936"/>
                  </a:cubicBezTo>
                  <a:cubicBezTo>
                    <a:pt x="0" y="1306"/>
                    <a:pt x="395" y="563"/>
                    <a:pt x="886" y="28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39"/>
            <p:cNvSpPr/>
            <p:nvPr/>
          </p:nvSpPr>
          <p:spPr>
            <a:xfrm>
              <a:off x="-1389307" y="2102460"/>
              <a:ext cx="873935" cy="1408796"/>
            </a:xfrm>
            <a:custGeom>
              <a:rect b="b" l="l" r="r" t="t"/>
              <a:pathLst>
                <a:path extrusionOk="0" h="2360" w="1464">
                  <a:moveTo>
                    <a:pt x="733" y="233"/>
                  </a:moveTo>
                  <a:cubicBezTo>
                    <a:pt x="1136" y="0"/>
                    <a:pt x="1464" y="237"/>
                    <a:pt x="1464" y="759"/>
                  </a:cubicBezTo>
                  <a:cubicBezTo>
                    <a:pt x="1464" y="1279"/>
                    <a:pt x="1136" y="1891"/>
                    <a:pt x="733" y="2126"/>
                  </a:cubicBezTo>
                  <a:cubicBezTo>
                    <a:pt x="328" y="2359"/>
                    <a:pt x="1" y="2124"/>
                    <a:pt x="1" y="1602"/>
                  </a:cubicBezTo>
                  <a:cubicBezTo>
                    <a:pt x="1" y="1080"/>
                    <a:pt x="328" y="467"/>
                    <a:pt x="733" y="23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39"/>
            <p:cNvSpPr/>
            <p:nvPr/>
          </p:nvSpPr>
          <p:spPr>
            <a:xfrm>
              <a:off x="-1133813" y="2513757"/>
              <a:ext cx="363543" cy="585605"/>
            </a:xfrm>
            <a:custGeom>
              <a:rect b="b" l="l" r="r" t="t"/>
              <a:pathLst>
                <a:path extrusionOk="0" h="981" w="609">
                  <a:moveTo>
                    <a:pt x="305" y="97"/>
                  </a:moveTo>
                  <a:cubicBezTo>
                    <a:pt x="473" y="1"/>
                    <a:pt x="608" y="101"/>
                    <a:pt x="608" y="316"/>
                  </a:cubicBezTo>
                  <a:cubicBezTo>
                    <a:pt x="608" y="533"/>
                    <a:pt x="473" y="786"/>
                    <a:pt x="305" y="882"/>
                  </a:cubicBezTo>
                  <a:cubicBezTo>
                    <a:pt x="135" y="981"/>
                    <a:pt x="0" y="880"/>
                    <a:pt x="0" y="666"/>
                  </a:cubicBezTo>
                  <a:cubicBezTo>
                    <a:pt x="0" y="451"/>
                    <a:pt x="135" y="195"/>
                    <a:pt x="305" y="9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39"/>
            <p:cNvSpPr/>
            <p:nvPr/>
          </p:nvSpPr>
          <p:spPr>
            <a:xfrm>
              <a:off x="-1092624" y="2571064"/>
              <a:ext cx="320562" cy="496660"/>
            </a:xfrm>
            <a:custGeom>
              <a:rect b="b" l="l" r="r" t="t"/>
              <a:pathLst>
                <a:path extrusionOk="0" h="832" w="537">
                  <a:moveTo>
                    <a:pt x="476" y="17"/>
                  </a:moveTo>
                  <a:cubicBezTo>
                    <a:pt x="514" y="60"/>
                    <a:pt x="537" y="130"/>
                    <a:pt x="537" y="218"/>
                  </a:cubicBezTo>
                  <a:cubicBezTo>
                    <a:pt x="537" y="437"/>
                    <a:pt x="402" y="688"/>
                    <a:pt x="232" y="786"/>
                  </a:cubicBezTo>
                  <a:cubicBezTo>
                    <a:pt x="169" y="821"/>
                    <a:pt x="109" y="831"/>
                    <a:pt x="62" y="817"/>
                  </a:cubicBezTo>
                  <a:cubicBezTo>
                    <a:pt x="23" y="774"/>
                    <a:pt x="1" y="705"/>
                    <a:pt x="1" y="615"/>
                  </a:cubicBezTo>
                  <a:cubicBezTo>
                    <a:pt x="1" y="398"/>
                    <a:pt x="136" y="144"/>
                    <a:pt x="304" y="48"/>
                  </a:cubicBezTo>
                  <a:cubicBezTo>
                    <a:pt x="369" y="11"/>
                    <a:pt x="426" y="1"/>
                    <a:pt x="476" y="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39"/>
            <p:cNvSpPr/>
            <p:nvPr/>
          </p:nvSpPr>
          <p:spPr>
            <a:xfrm>
              <a:off x="-980994" y="2429587"/>
              <a:ext cx="56710" cy="90736"/>
            </a:xfrm>
            <a:custGeom>
              <a:rect b="b" l="l" r="r" t="t"/>
              <a:pathLst>
                <a:path extrusionOk="0" h="152" w="95">
                  <a:moveTo>
                    <a:pt x="49" y="15"/>
                  </a:moveTo>
                  <a:cubicBezTo>
                    <a:pt x="74" y="0"/>
                    <a:pt x="94" y="15"/>
                    <a:pt x="94" y="50"/>
                  </a:cubicBezTo>
                  <a:cubicBezTo>
                    <a:pt x="94" y="82"/>
                    <a:pt x="74" y="121"/>
                    <a:pt x="49" y="135"/>
                  </a:cubicBezTo>
                  <a:cubicBezTo>
                    <a:pt x="23" y="152"/>
                    <a:pt x="2" y="135"/>
                    <a:pt x="2" y="103"/>
                  </a:cubicBezTo>
                  <a:cubicBezTo>
                    <a:pt x="0" y="70"/>
                    <a:pt x="21" y="31"/>
                    <a:pt x="49" y="1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39"/>
            <p:cNvSpPr/>
            <p:nvPr/>
          </p:nvSpPr>
          <p:spPr>
            <a:xfrm>
              <a:off x="-1135007" y="2580018"/>
              <a:ext cx="63874" cy="89542"/>
            </a:xfrm>
            <a:custGeom>
              <a:rect b="b" l="l" r="r" t="t"/>
              <a:pathLst>
                <a:path extrusionOk="0" h="150" w="107">
                  <a:moveTo>
                    <a:pt x="25" y="43"/>
                  </a:moveTo>
                  <a:cubicBezTo>
                    <a:pt x="45" y="10"/>
                    <a:pt x="76" y="0"/>
                    <a:pt x="92" y="16"/>
                  </a:cubicBezTo>
                  <a:cubicBezTo>
                    <a:pt x="107" y="35"/>
                    <a:pt x="103" y="76"/>
                    <a:pt x="82" y="106"/>
                  </a:cubicBezTo>
                  <a:cubicBezTo>
                    <a:pt x="62" y="139"/>
                    <a:pt x="31" y="149"/>
                    <a:pt x="15" y="133"/>
                  </a:cubicBezTo>
                  <a:cubicBezTo>
                    <a:pt x="0" y="115"/>
                    <a:pt x="4" y="76"/>
                    <a:pt x="25" y="4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39"/>
            <p:cNvSpPr/>
            <p:nvPr/>
          </p:nvSpPr>
          <p:spPr>
            <a:xfrm>
              <a:off x="-1229325" y="2802082"/>
              <a:ext cx="65665" cy="84767"/>
            </a:xfrm>
            <a:custGeom>
              <a:rect b="b" l="l" r="r" t="t"/>
              <a:pathLst>
                <a:path extrusionOk="0" h="142" w="110">
                  <a:moveTo>
                    <a:pt x="11" y="80"/>
                  </a:moveTo>
                  <a:cubicBezTo>
                    <a:pt x="19" y="43"/>
                    <a:pt x="48" y="11"/>
                    <a:pt x="70" y="7"/>
                  </a:cubicBezTo>
                  <a:cubicBezTo>
                    <a:pt x="97" y="0"/>
                    <a:pt x="109" y="29"/>
                    <a:pt x="101" y="64"/>
                  </a:cubicBezTo>
                  <a:cubicBezTo>
                    <a:pt x="93" y="101"/>
                    <a:pt x="66" y="133"/>
                    <a:pt x="42" y="140"/>
                  </a:cubicBezTo>
                  <a:cubicBezTo>
                    <a:pt x="17" y="142"/>
                    <a:pt x="1" y="115"/>
                    <a:pt x="11" y="8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39"/>
            <p:cNvSpPr/>
            <p:nvPr/>
          </p:nvSpPr>
          <p:spPr>
            <a:xfrm>
              <a:off x="-1229325" y="3005044"/>
              <a:ext cx="64471" cy="89542"/>
            </a:xfrm>
            <a:custGeom>
              <a:rect b="b" l="l" r="r" t="t"/>
              <a:pathLst>
                <a:path extrusionOk="0" h="150" w="108">
                  <a:moveTo>
                    <a:pt x="9" y="121"/>
                  </a:moveTo>
                  <a:cubicBezTo>
                    <a:pt x="1" y="92"/>
                    <a:pt x="15" y="51"/>
                    <a:pt x="40" y="27"/>
                  </a:cubicBezTo>
                  <a:cubicBezTo>
                    <a:pt x="66" y="0"/>
                    <a:pt x="91" y="4"/>
                    <a:pt x="99" y="31"/>
                  </a:cubicBezTo>
                  <a:cubicBezTo>
                    <a:pt x="107" y="59"/>
                    <a:pt x="93" y="100"/>
                    <a:pt x="68" y="125"/>
                  </a:cubicBezTo>
                  <a:cubicBezTo>
                    <a:pt x="46" y="149"/>
                    <a:pt x="19" y="147"/>
                    <a:pt x="9" y="12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39"/>
            <p:cNvSpPr/>
            <p:nvPr/>
          </p:nvSpPr>
          <p:spPr>
            <a:xfrm>
              <a:off x="-1135007" y="3118464"/>
              <a:ext cx="63874" cy="87154"/>
            </a:xfrm>
            <a:custGeom>
              <a:rect b="b" l="l" r="r" t="t"/>
              <a:pathLst>
                <a:path extrusionOk="0" h="146" w="107">
                  <a:moveTo>
                    <a:pt x="25" y="137"/>
                  </a:moveTo>
                  <a:cubicBezTo>
                    <a:pt x="4" y="131"/>
                    <a:pt x="0" y="94"/>
                    <a:pt x="15" y="60"/>
                  </a:cubicBezTo>
                  <a:cubicBezTo>
                    <a:pt x="31" y="23"/>
                    <a:pt x="62" y="0"/>
                    <a:pt x="82" y="9"/>
                  </a:cubicBezTo>
                  <a:cubicBezTo>
                    <a:pt x="103" y="15"/>
                    <a:pt x="107" y="52"/>
                    <a:pt x="92" y="86"/>
                  </a:cubicBezTo>
                  <a:cubicBezTo>
                    <a:pt x="76" y="123"/>
                    <a:pt x="45" y="146"/>
                    <a:pt x="25" y="13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39"/>
            <p:cNvSpPr/>
            <p:nvPr/>
          </p:nvSpPr>
          <p:spPr>
            <a:xfrm>
              <a:off x="-979800" y="3093989"/>
              <a:ext cx="55516" cy="90736"/>
            </a:xfrm>
            <a:custGeom>
              <a:rect b="b" l="l" r="r" t="t"/>
              <a:pathLst>
                <a:path extrusionOk="0" h="152" w="93">
                  <a:moveTo>
                    <a:pt x="47" y="135"/>
                  </a:moveTo>
                  <a:cubicBezTo>
                    <a:pt x="21" y="152"/>
                    <a:pt x="0" y="135"/>
                    <a:pt x="0" y="103"/>
                  </a:cubicBezTo>
                  <a:cubicBezTo>
                    <a:pt x="0" y="70"/>
                    <a:pt x="21" y="31"/>
                    <a:pt x="47" y="15"/>
                  </a:cubicBezTo>
                  <a:cubicBezTo>
                    <a:pt x="72" y="0"/>
                    <a:pt x="92" y="15"/>
                    <a:pt x="92" y="50"/>
                  </a:cubicBezTo>
                  <a:cubicBezTo>
                    <a:pt x="92" y="82"/>
                    <a:pt x="72" y="121"/>
                    <a:pt x="47" y="1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39"/>
            <p:cNvSpPr/>
            <p:nvPr/>
          </p:nvSpPr>
          <p:spPr>
            <a:xfrm>
              <a:off x="-834742" y="2943559"/>
              <a:ext cx="64471" cy="91333"/>
            </a:xfrm>
            <a:custGeom>
              <a:rect b="b" l="l" r="r" t="t"/>
              <a:pathLst>
                <a:path extrusionOk="0" h="153" w="108">
                  <a:moveTo>
                    <a:pt x="82" y="109"/>
                  </a:moveTo>
                  <a:cubicBezTo>
                    <a:pt x="62" y="142"/>
                    <a:pt x="31" y="152"/>
                    <a:pt x="15" y="134"/>
                  </a:cubicBezTo>
                  <a:cubicBezTo>
                    <a:pt x="1" y="117"/>
                    <a:pt x="5" y="74"/>
                    <a:pt x="25" y="46"/>
                  </a:cubicBezTo>
                  <a:cubicBezTo>
                    <a:pt x="46" y="11"/>
                    <a:pt x="76" y="1"/>
                    <a:pt x="93" y="19"/>
                  </a:cubicBezTo>
                  <a:cubicBezTo>
                    <a:pt x="107" y="36"/>
                    <a:pt x="103" y="74"/>
                    <a:pt x="82" y="10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39"/>
            <p:cNvSpPr/>
            <p:nvPr/>
          </p:nvSpPr>
          <p:spPr>
            <a:xfrm>
              <a:off x="-741618" y="2726270"/>
              <a:ext cx="65068" cy="84767"/>
            </a:xfrm>
            <a:custGeom>
              <a:rect b="b" l="l" r="r" t="t"/>
              <a:pathLst>
                <a:path extrusionOk="0" h="142" w="109">
                  <a:moveTo>
                    <a:pt x="98" y="64"/>
                  </a:moveTo>
                  <a:cubicBezTo>
                    <a:pt x="90" y="99"/>
                    <a:pt x="62" y="132"/>
                    <a:pt x="39" y="138"/>
                  </a:cubicBezTo>
                  <a:cubicBezTo>
                    <a:pt x="12" y="142"/>
                    <a:pt x="0" y="115"/>
                    <a:pt x="8" y="78"/>
                  </a:cubicBezTo>
                  <a:cubicBezTo>
                    <a:pt x="16" y="44"/>
                    <a:pt x="43" y="9"/>
                    <a:pt x="68" y="5"/>
                  </a:cubicBezTo>
                  <a:cubicBezTo>
                    <a:pt x="92" y="1"/>
                    <a:pt x="109" y="27"/>
                    <a:pt x="98" y="6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39"/>
            <p:cNvSpPr/>
            <p:nvPr/>
          </p:nvSpPr>
          <p:spPr>
            <a:xfrm>
              <a:off x="-741618" y="2518532"/>
              <a:ext cx="62680" cy="90139"/>
            </a:xfrm>
            <a:custGeom>
              <a:rect b="b" l="l" r="r" t="t"/>
              <a:pathLst>
                <a:path extrusionOk="0" h="151" w="105">
                  <a:moveTo>
                    <a:pt x="98" y="31"/>
                  </a:moveTo>
                  <a:cubicBezTo>
                    <a:pt x="104" y="58"/>
                    <a:pt x="92" y="99"/>
                    <a:pt x="68" y="126"/>
                  </a:cubicBezTo>
                  <a:cubicBezTo>
                    <a:pt x="41" y="150"/>
                    <a:pt x="16" y="148"/>
                    <a:pt x="8" y="119"/>
                  </a:cubicBezTo>
                  <a:cubicBezTo>
                    <a:pt x="0" y="93"/>
                    <a:pt x="12" y="52"/>
                    <a:pt x="39" y="25"/>
                  </a:cubicBezTo>
                  <a:cubicBezTo>
                    <a:pt x="64" y="1"/>
                    <a:pt x="90" y="3"/>
                    <a:pt x="98" y="3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39"/>
            <p:cNvSpPr/>
            <p:nvPr/>
          </p:nvSpPr>
          <p:spPr>
            <a:xfrm>
              <a:off x="-834742" y="2407500"/>
              <a:ext cx="64471" cy="88348"/>
            </a:xfrm>
            <a:custGeom>
              <a:rect b="b" l="l" r="r" t="t"/>
              <a:pathLst>
                <a:path extrusionOk="0" h="148" w="108">
                  <a:moveTo>
                    <a:pt x="82" y="9"/>
                  </a:moveTo>
                  <a:cubicBezTo>
                    <a:pt x="103" y="17"/>
                    <a:pt x="107" y="52"/>
                    <a:pt x="93" y="89"/>
                  </a:cubicBezTo>
                  <a:cubicBezTo>
                    <a:pt x="76" y="125"/>
                    <a:pt x="50" y="148"/>
                    <a:pt x="25" y="140"/>
                  </a:cubicBezTo>
                  <a:cubicBezTo>
                    <a:pt x="5" y="132"/>
                    <a:pt x="1" y="97"/>
                    <a:pt x="15" y="60"/>
                  </a:cubicBezTo>
                  <a:cubicBezTo>
                    <a:pt x="31" y="25"/>
                    <a:pt x="62" y="1"/>
                    <a:pt x="82" y="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39"/>
            <p:cNvSpPr/>
            <p:nvPr/>
          </p:nvSpPr>
          <p:spPr>
            <a:xfrm>
              <a:off x="-4039157" y="-434566"/>
              <a:ext cx="1425517" cy="2206318"/>
            </a:xfrm>
            <a:custGeom>
              <a:rect b="b" l="l" r="r" t="t"/>
              <a:pathLst>
                <a:path extrusionOk="0" h="3696" w="2388">
                  <a:moveTo>
                    <a:pt x="334" y="1"/>
                  </a:moveTo>
                  <a:cubicBezTo>
                    <a:pt x="246" y="400"/>
                    <a:pt x="39" y="1261"/>
                    <a:pt x="0" y="1824"/>
                  </a:cubicBezTo>
                  <a:lnTo>
                    <a:pt x="164" y="2505"/>
                  </a:lnTo>
                  <a:lnTo>
                    <a:pt x="2230" y="3696"/>
                  </a:lnTo>
                  <a:lnTo>
                    <a:pt x="2388" y="1146"/>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39"/>
            <p:cNvSpPr/>
            <p:nvPr/>
          </p:nvSpPr>
          <p:spPr>
            <a:xfrm>
              <a:off x="-6709305" y="2424812"/>
              <a:ext cx="1752048" cy="1895905"/>
            </a:xfrm>
            <a:custGeom>
              <a:rect b="b" l="l" r="r" t="t"/>
              <a:pathLst>
                <a:path extrusionOk="0" h="3176" w="2935">
                  <a:moveTo>
                    <a:pt x="1" y="0"/>
                  </a:moveTo>
                  <a:lnTo>
                    <a:pt x="91" y="1995"/>
                  </a:lnTo>
                  <a:lnTo>
                    <a:pt x="2088" y="3149"/>
                  </a:lnTo>
                  <a:lnTo>
                    <a:pt x="2088" y="3176"/>
                  </a:lnTo>
                  <a:lnTo>
                    <a:pt x="2824" y="2752"/>
                  </a:lnTo>
                  <a:lnTo>
                    <a:pt x="2935" y="356"/>
                  </a:lnTo>
                  <a:lnTo>
                    <a:pt x="1959" y="1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39"/>
            <p:cNvSpPr/>
            <p:nvPr/>
          </p:nvSpPr>
          <p:spPr>
            <a:xfrm>
              <a:off x="-5495113" y="2787159"/>
              <a:ext cx="525913" cy="1518634"/>
            </a:xfrm>
            <a:custGeom>
              <a:rect b="b" l="l" r="r" t="t"/>
              <a:pathLst>
                <a:path extrusionOk="0" h="2544" w="881">
                  <a:moveTo>
                    <a:pt x="94" y="2544"/>
                  </a:moveTo>
                  <a:lnTo>
                    <a:pt x="790" y="2145"/>
                  </a:lnTo>
                  <a:lnTo>
                    <a:pt x="880" y="175"/>
                  </a:lnTo>
                  <a:lnTo>
                    <a:pt x="567" y="1"/>
                  </a:lnTo>
                  <a:lnTo>
                    <a:pt x="0" y="43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39"/>
            <p:cNvSpPr/>
            <p:nvPr/>
          </p:nvSpPr>
          <p:spPr>
            <a:xfrm>
              <a:off x="-5039642" y="1618336"/>
              <a:ext cx="2292885" cy="2459424"/>
            </a:xfrm>
            <a:custGeom>
              <a:rect b="b" l="l" r="r" t="t"/>
              <a:pathLst>
                <a:path extrusionOk="0" h="4120" w="3841">
                  <a:moveTo>
                    <a:pt x="3841" y="1"/>
                  </a:moveTo>
                  <a:lnTo>
                    <a:pt x="1" y="2168"/>
                  </a:lnTo>
                  <a:lnTo>
                    <a:pt x="1" y="4119"/>
                  </a:lnTo>
                  <a:lnTo>
                    <a:pt x="3841" y="195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39"/>
            <p:cNvSpPr/>
            <p:nvPr/>
          </p:nvSpPr>
          <p:spPr>
            <a:xfrm>
              <a:off x="-4526864" y="2086939"/>
              <a:ext cx="1533565" cy="1547288"/>
            </a:xfrm>
            <a:custGeom>
              <a:rect b="b" l="l" r="r" t="t"/>
              <a:pathLst>
                <a:path extrusionOk="0" h="2592" w="2569">
                  <a:moveTo>
                    <a:pt x="2269" y="0"/>
                  </a:moveTo>
                  <a:cubicBezTo>
                    <a:pt x="2218" y="0"/>
                    <a:pt x="2155" y="14"/>
                    <a:pt x="2086" y="55"/>
                  </a:cubicBezTo>
                  <a:lnTo>
                    <a:pt x="1255" y="536"/>
                  </a:lnTo>
                  <a:cubicBezTo>
                    <a:pt x="1120" y="615"/>
                    <a:pt x="1052" y="812"/>
                    <a:pt x="919" y="1278"/>
                  </a:cubicBezTo>
                  <a:cubicBezTo>
                    <a:pt x="881" y="1417"/>
                    <a:pt x="823" y="1628"/>
                    <a:pt x="817" y="1651"/>
                  </a:cubicBezTo>
                  <a:lnTo>
                    <a:pt x="1" y="2285"/>
                  </a:lnTo>
                  <a:lnTo>
                    <a:pt x="240" y="2592"/>
                  </a:lnTo>
                  <a:lnTo>
                    <a:pt x="1050" y="1958"/>
                  </a:lnTo>
                  <a:cubicBezTo>
                    <a:pt x="1142" y="1886"/>
                    <a:pt x="1185" y="1759"/>
                    <a:pt x="1290" y="1383"/>
                  </a:cubicBezTo>
                  <a:cubicBezTo>
                    <a:pt x="1339" y="1207"/>
                    <a:pt x="1423" y="912"/>
                    <a:pt x="1447" y="871"/>
                  </a:cubicBezTo>
                  <a:lnTo>
                    <a:pt x="2276" y="394"/>
                  </a:lnTo>
                  <a:lnTo>
                    <a:pt x="2562" y="411"/>
                  </a:lnTo>
                  <a:cubicBezTo>
                    <a:pt x="2568" y="237"/>
                    <a:pt x="2515" y="104"/>
                    <a:pt x="2411" y="40"/>
                  </a:cubicBezTo>
                  <a:cubicBezTo>
                    <a:pt x="2382" y="21"/>
                    <a:pt x="2333" y="0"/>
                    <a:pt x="22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39"/>
            <p:cNvSpPr/>
            <p:nvPr/>
          </p:nvSpPr>
          <p:spPr>
            <a:xfrm>
              <a:off x="-3571747" y="2403918"/>
              <a:ext cx="1284039" cy="811252"/>
            </a:xfrm>
            <a:custGeom>
              <a:rect b="b" l="l" r="r" t="t"/>
              <a:pathLst>
                <a:path extrusionOk="0" h="1359" w="2151">
                  <a:moveTo>
                    <a:pt x="2151" y="0"/>
                  </a:moveTo>
                  <a:lnTo>
                    <a:pt x="1" y="1240"/>
                  </a:lnTo>
                  <a:lnTo>
                    <a:pt x="1" y="1359"/>
                  </a:lnTo>
                  <a:lnTo>
                    <a:pt x="2151" y="115"/>
                  </a:lnTo>
                  <a:close/>
                </a:path>
              </a:pathLst>
            </a:custGeom>
            <a:solidFill>
              <a:srgbClr val="4140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39"/>
            <p:cNvSpPr/>
            <p:nvPr/>
          </p:nvSpPr>
          <p:spPr>
            <a:xfrm>
              <a:off x="-4923834" y="1555059"/>
              <a:ext cx="4347587" cy="3470653"/>
            </a:xfrm>
            <a:custGeom>
              <a:rect b="b" l="l" r="r" t="t"/>
              <a:pathLst>
                <a:path extrusionOk="0" h="5814" w="7283">
                  <a:moveTo>
                    <a:pt x="7282" y="839"/>
                  </a:moveTo>
                  <a:lnTo>
                    <a:pt x="6126" y="103"/>
                  </a:lnTo>
                  <a:cubicBezTo>
                    <a:pt x="5809" y="1"/>
                    <a:pt x="5601" y="132"/>
                    <a:pt x="5431" y="230"/>
                  </a:cubicBezTo>
                  <a:lnTo>
                    <a:pt x="1175" y="2707"/>
                  </a:lnTo>
                  <a:cubicBezTo>
                    <a:pt x="564" y="3063"/>
                    <a:pt x="1" y="4422"/>
                    <a:pt x="649" y="5140"/>
                  </a:cubicBezTo>
                  <a:lnTo>
                    <a:pt x="1730" y="5813"/>
                  </a:lnTo>
                  <a:cubicBezTo>
                    <a:pt x="1546" y="5588"/>
                    <a:pt x="1501" y="5322"/>
                    <a:pt x="1505" y="4847"/>
                  </a:cubicBezTo>
                  <a:cubicBezTo>
                    <a:pt x="1593" y="4293"/>
                    <a:pt x="1832" y="3730"/>
                    <a:pt x="2270" y="3475"/>
                  </a:cubicBezTo>
                  <a:lnTo>
                    <a:pt x="6748" y="850"/>
                  </a:lnTo>
                  <a:cubicBezTo>
                    <a:pt x="7033" y="749"/>
                    <a:pt x="7176" y="745"/>
                    <a:pt x="7282" y="83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39"/>
            <p:cNvSpPr/>
            <p:nvPr/>
          </p:nvSpPr>
          <p:spPr>
            <a:xfrm>
              <a:off x="-4742959" y="1701908"/>
              <a:ext cx="4166711" cy="3318431"/>
            </a:xfrm>
            <a:custGeom>
              <a:rect b="b" l="l" r="r" t="t"/>
              <a:pathLst>
                <a:path extrusionOk="0" h="5559" w="6980">
                  <a:moveTo>
                    <a:pt x="6979" y="593"/>
                  </a:moveTo>
                  <a:lnTo>
                    <a:pt x="6050" y="0"/>
                  </a:lnTo>
                  <a:cubicBezTo>
                    <a:pt x="5864" y="14"/>
                    <a:pt x="5721" y="104"/>
                    <a:pt x="5594" y="176"/>
                  </a:cubicBezTo>
                  <a:lnTo>
                    <a:pt x="3426" y="1393"/>
                  </a:lnTo>
                  <a:lnTo>
                    <a:pt x="3284" y="1277"/>
                  </a:lnTo>
                  <a:lnTo>
                    <a:pt x="803" y="2721"/>
                  </a:lnTo>
                  <a:cubicBezTo>
                    <a:pt x="551" y="2868"/>
                    <a:pt x="301" y="3175"/>
                    <a:pt x="136" y="3544"/>
                  </a:cubicBezTo>
                  <a:cubicBezTo>
                    <a:pt x="1" y="4018"/>
                    <a:pt x="21" y="4536"/>
                    <a:pt x="342" y="4896"/>
                  </a:cubicBezTo>
                  <a:lnTo>
                    <a:pt x="1406" y="5559"/>
                  </a:lnTo>
                  <a:cubicBezTo>
                    <a:pt x="1241" y="5362"/>
                    <a:pt x="1148" y="4972"/>
                    <a:pt x="1200" y="4605"/>
                  </a:cubicBezTo>
                  <a:cubicBezTo>
                    <a:pt x="1273" y="4078"/>
                    <a:pt x="1607" y="3443"/>
                    <a:pt x="1965" y="3235"/>
                  </a:cubicBezTo>
                  <a:lnTo>
                    <a:pt x="6443" y="608"/>
                  </a:lnTo>
                  <a:cubicBezTo>
                    <a:pt x="6730" y="503"/>
                    <a:pt x="6873" y="499"/>
                    <a:pt x="6979" y="593"/>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39"/>
            <p:cNvSpPr/>
            <p:nvPr/>
          </p:nvSpPr>
          <p:spPr>
            <a:xfrm>
              <a:off x="-4738183" y="3911210"/>
              <a:ext cx="835133" cy="1106741"/>
            </a:xfrm>
            <a:custGeom>
              <a:rect b="b" l="l" r="r" t="t"/>
              <a:pathLst>
                <a:path extrusionOk="0" h="1854" w="1399">
                  <a:moveTo>
                    <a:pt x="87" y="0"/>
                  </a:moveTo>
                  <a:cubicBezTo>
                    <a:pt x="1" y="426"/>
                    <a:pt x="48" y="872"/>
                    <a:pt x="334" y="1191"/>
                  </a:cubicBezTo>
                  <a:lnTo>
                    <a:pt x="1398" y="1854"/>
                  </a:lnTo>
                  <a:cubicBezTo>
                    <a:pt x="1233" y="1657"/>
                    <a:pt x="1140" y="1265"/>
                    <a:pt x="1192" y="900"/>
                  </a:cubicBezTo>
                  <a:cubicBezTo>
                    <a:pt x="1202" y="823"/>
                    <a:pt x="1220" y="747"/>
                    <a:pt x="1241" y="66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39"/>
            <p:cNvSpPr/>
            <p:nvPr/>
          </p:nvSpPr>
          <p:spPr>
            <a:xfrm>
              <a:off x="-4695203" y="4292062"/>
              <a:ext cx="792153" cy="725888"/>
            </a:xfrm>
            <a:custGeom>
              <a:rect b="b" l="l" r="r" t="t"/>
              <a:pathLst>
                <a:path extrusionOk="0" h="1216" w="1327">
                  <a:moveTo>
                    <a:pt x="0" y="0"/>
                  </a:moveTo>
                  <a:cubicBezTo>
                    <a:pt x="37" y="203"/>
                    <a:pt x="123" y="395"/>
                    <a:pt x="262" y="553"/>
                  </a:cubicBezTo>
                  <a:lnTo>
                    <a:pt x="1326" y="1216"/>
                  </a:lnTo>
                  <a:cubicBezTo>
                    <a:pt x="1220" y="1087"/>
                    <a:pt x="1142" y="878"/>
                    <a:pt x="1118" y="64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39"/>
            <p:cNvSpPr/>
            <p:nvPr/>
          </p:nvSpPr>
          <p:spPr>
            <a:xfrm>
              <a:off x="-2874512" y="2699407"/>
              <a:ext cx="1284636" cy="879901"/>
            </a:xfrm>
            <a:custGeom>
              <a:rect b="b" l="l" r="r" t="t"/>
              <a:pathLst>
                <a:path extrusionOk="0" h="1474" w="2152">
                  <a:moveTo>
                    <a:pt x="2151" y="1"/>
                  </a:moveTo>
                  <a:lnTo>
                    <a:pt x="1" y="1242"/>
                  </a:lnTo>
                  <a:lnTo>
                    <a:pt x="1" y="1474"/>
                  </a:lnTo>
                  <a:lnTo>
                    <a:pt x="2151" y="234"/>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39"/>
            <p:cNvSpPr/>
            <p:nvPr/>
          </p:nvSpPr>
          <p:spPr>
            <a:xfrm>
              <a:off x="-2874512" y="2838496"/>
              <a:ext cx="1284636" cy="1260156"/>
            </a:xfrm>
            <a:custGeom>
              <a:rect b="b" l="l" r="r" t="t"/>
              <a:pathLst>
                <a:path extrusionOk="0" h="2111" w="2152">
                  <a:moveTo>
                    <a:pt x="2151" y="1"/>
                  </a:moveTo>
                  <a:lnTo>
                    <a:pt x="1" y="1241"/>
                  </a:lnTo>
                  <a:lnTo>
                    <a:pt x="1" y="2110"/>
                  </a:lnTo>
                  <a:lnTo>
                    <a:pt x="2151" y="868"/>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39"/>
            <p:cNvSpPr/>
            <p:nvPr/>
          </p:nvSpPr>
          <p:spPr>
            <a:xfrm>
              <a:off x="-2874512" y="2838496"/>
              <a:ext cx="1284636" cy="811849"/>
            </a:xfrm>
            <a:custGeom>
              <a:rect b="b" l="l" r="r" t="t"/>
              <a:pathLst>
                <a:path extrusionOk="0" h="1360" w="2152">
                  <a:moveTo>
                    <a:pt x="2151" y="1"/>
                  </a:moveTo>
                  <a:lnTo>
                    <a:pt x="1" y="1241"/>
                  </a:lnTo>
                  <a:lnTo>
                    <a:pt x="1" y="1359"/>
                  </a:lnTo>
                  <a:lnTo>
                    <a:pt x="2151" y="115"/>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39"/>
            <p:cNvSpPr/>
            <p:nvPr/>
          </p:nvSpPr>
          <p:spPr>
            <a:xfrm>
              <a:off x="-2874512" y="3148909"/>
              <a:ext cx="1284636" cy="1027944"/>
            </a:xfrm>
            <a:custGeom>
              <a:rect b="b" l="l" r="r" t="t"/>
              <a:pathLst>
                <a:path extrusionOk="0" h="1722" w="2152">
                  <a:moveTo>
                    <a:pt x="2151" y="1"/>
                  </a:moveTo>
                  <a:lnTo>
                    <a:pt x="1" y="1242"/>
                  </a:lnTo>
                  <a:lnTo>
                    <a:pt x="1" y="1721"/>
                  </a:lnTo>
                  <a:lnTo>
                    <a:pt x="2151" y="48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39"/>
            <p:cNvSpPr/>
            <p:nvPr/>
          </p:nvSpPr>
          <p:spPr>
            <a:xfrm>
              <a:off x="-3063745" y="2589569"/>
              <a:ext cx="1471482" cy="854232"/>
            </a:xfrm>
            <a:custGeom>
              <a:rect b="b" l="l" r="r" t="t"/>
              <a:pathLst>
                <a:path extrusionOk="0" h="1431" w="2465">
                  <a:moveTo>
                    <a:pt x="2151" y="0"/>
                  </a:moveTo>
                  <a:lnTo>
                    <a:pt x="1" y="1242"/>
                  </a:lnTo>
                  <a:lnTo>
                    <a:pt x="312" y="1431"/>
                  </a:lnTo>
                  <a:lnTo>
                    <a:pt x="2464" y="189"/>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39"/>
            <p:cNvSpPr/>
            <p:nvPr/>
          </p:nvSpPr>
          <p:spPr>
            <a:xfrm>
              <a:off x="-2716918" y="-373080"/>
              <a:ext cx="1365225" cy="2205721"/>
            </a:xfrm>
            <a:custGeom>
              <a:rect b="b" l="l" r="r" t="t"/>
              <a:pathLst>
                <a:path extrusionOk="0" h="3695" w="2287">
                  <a:moveTo>
                    <a:pt x="115" y="1011"/>
                  </a:moveTo>
                  <a:lnTo>
                    <a:pt x="1" y="2979"/>
                  </a:lnTo>
                  <a:lnTo>
                    <a:pt x="32" y="3621"/>
                  </a:lnTo>
                  <a:cubicBezTo>
                    <a:pt x="208" y="3693"/>
                    <a:pt x="277" y="3695"/>
                    <a:pt x="854" y="3362"/>
                  </a:cubicBezTo>
                  <a:cubicBezTo>
                    <a:pt x="1190" y="2789"/>
                    <a:pt x="1734" y="2384"/>
                    <a:pt x="2286" y="1974"/>
                  </a:cubicBezTo>
                  <a:lnTo>
                    <a:pt x="2286" y="0"/>
                  </a:lnTo>
                  <a:lnTo>
                    <a:pt x="445" y="1064"/>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39"/>
            <p:cNvSpPr/>
            <p:nvPr/>
          </p:nvSpPr>
          <p:spPr>
            <a:xfrm>
              <a:off x="-1481834" y="414293"/>
              <a:ext cx="441146" cy="403537"/>
            </a:xfrm>
            <a:custGeom>
              <a:rect b="b" l="l" r="r" t="t"/>
              <a:pathLst>
                <a:path extrusionOk="0" h="676" w="739">
                  <a:moveTo>
                    <a:pt x="289" y="627"/>
                  </a:moveTo>
                  <a:cubicBezTo>
                    <a:pt x="481" y="576"/>
                    <a:pt x="704" y="459"/>
                    <a:pt x="720" y="256"/>
                  </a:cubicBezTo>
                  <a:cubicBezTo>
                    <a:pt x="739" y="54"/>
                    <a:pt x="616" y="1"/>
                    <a:pt x="424" y="52"/>
                  </a:cubicBezTo>
                  <a:cubicBezTo>
                    <a:pt x="231" y="103"/>
                    <a:pt x="53" y="275"/>
                    <a:pt x="25" y="439"/>
                  </a:cubicBezTo>
                  <a:cubicBezTo>
                    <a:pt x="0" y="602"/>
                    <a:pt x="96" y="676"/>
                    <a:pt x="289" y="62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39"/>
            <p:cNvSpPr/>
            <p:nvPr/>
          </p:nvSpPr>
          <p:spPr>
            <a:xfrm>
              <a:off x="-2706770" y="-436953"/>
              <a:ext cx="1306127" cy="871543"/>
            </a:xfrm>
            <a:custGeom>
              <a:rect b="b" l="l" r="r" t="t"/>
              <a:pathLst>
                <a:path extrusionOk="0" h="1460" w="2188">
                  <a:moveTo>
                    <a:pt x="0" y="1459"/>
                  </a:moveTo>
                  <a:lnTo>
                    <a:pt x="19" y="1324"/>
                  </a:lnTo>
                  <a:lnTo>
                    <a:pt x="2187" y="1"/>
                  </a:lnTo>
                  <a:lnTo>
                    <a:pt x="2187" y="19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39"/>
            <p:cNvSpPr/>
            <p:nvPr/>
          </p:nvSpPr>
          <p:spPr>
            <a:xfrm>
              <a:off x="-1412588" y="-384422"/>
              <a:ext cx="201172" cy="956907"/>
            </a:xfrm>
            <a:custGeom>
              <a:rect b="b" l="l" r="r" t="t"/>
              <a:pathLst>
                <a:path extrusionOk="0" h="1603" w="337">
                  <a:moveTo>
                    <a:pt x="181" y="1"/>
                  </a:moveTo>
                  <a:lnTo>
                    <a:pt x="336" y="1461"/>
                  </a:lnTo>
                  <a:lnTo>
                    <a:pt x="107" y="1603"/>
                  </a:lnTo>
                  <a:lnTo>
                    <a:pt x="1" y="1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39"/>
            <p:cNvSpPr/>
            <p:nvPr/>
          </p:nvSpPr>
          <p:spPr>
            <a:xfrm>
              <a:off x="-2758108" y="399967"/>
              <a:ext cx="1507299" cy="1516247"/>
            </a:xfrm>
            <a:custGeom>
              <a:rect b="b" l="l" r="r" t="t"/>
              <a:pathLst>
                <a:path extrusionOk="0" h="2540" w="2525">
                  <a:moveTo>
                    <a:pt x="2365" y="102"/>
                  </a:moveTo>
                  <a:cubicBezTo>
                    <a:pt x="1962" y="334"/>
                    <a:pt x="1056" y="771"/>
                    <a:pt x="645" y="1852"/>
                  </a:cubicBezTo>
                  <a:cubicBezTo>
                    <a:pt x="596" y="1979"/>
                    <a:pt x="96" y="1739"/>
                    <a:pt x="74" y="1592"/>
                  </a:cubicBezTo>
                  <a:cubicBezTo>
                    <a:pt x="11" y="1629"/>
                    <a:pt x="2" y="2152"/>
                    <a:pt x="0" y="2351"/>
                  </a:cubicBezTo>
                  <a:cubicBezTo>
                    <a:pt x="90" y="2539"/>
                    <a:pt x="1056" y="1938"/>
                    <a:pt x="1404" y="1897"/>
                  </a:cubicBezTo>
                  <a:cubicBezTo>
                    <a:pt x="1610" y="1590"/>
                    <a:pt x="1608" y="782"/>
                    <a:pt x="2355" y="714"/>
                  </a:cubicBezTo>
                  <a:cubicBezTo>
                    <a:pt x="2455" y="323"/>
                    <a:pt x="2525" y="0"/>
                    <a:pt x="2365" y="1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39"/>
            <p:cNvSpPr/>
            <p:nvPr/>
          </p:nvSpPr>
          <p:spPr>
            <a:xfrm>
              <a:off x="-2444113" y="217898"/>
              <a:ext cx="71037" cy="1425511"/>
            </a:xfrm>
            <a:custGeom>
              <a:rect b="b" l="l" r="r" t="t"/>
              <a:pathLst>
                <a:path extrusionOk="0" h="2388" w="119">
                  <a:moveTo>
                    <a:pt x="0" y="70"/>
                  </a:moveTo>
                  <a:lnTo>
                    <a:pt x="119" y="0"/>
                  </a:lnTo>
                  <a:lnTo>
                    <a:pt x="119" y="2322"/>
                  </a:lnTo>
                  <a:lnTo>
                    <a:pt x="0" y="238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39"/>
            <p:cNvSpPr/>
            <p:nvPr/>
          </p:nvSpPr>
          <p:spPr>
            <a:xfrm>
              <a:off x="-3937079" y="-1312675"/>
              <a:ext cx="2543604" cy="1665484"/>
            </a:xfrm>
            <a:custGeom>
              <a:rect b="b" l="l" r="r" t="t"/>
              <a:pathLst>
                <a:path extrusionOk="0" h="2790" w="4261">
                  <a:moveTo>
                    <a:pt x="1" y="1586"/>
                  </a:moveTo>
                  <a:cubicBezTo>
                    <a:pt x="1" y="1574"/>
                    <a:pt x="5" y="1562"/>
                    <a:pt x="15" y="1545"/>
                  </a:cubicBezTo>
                  <a:cubicBezTo>
                    <a:pt x="159" y="1271"/>
                    <a:pt x="1366" y="361"/>
                    <a:pt x="2024" y="40"/>
                  </a:cubicBezTo>
                  <a:cubicBezTo>
                    <a:pt x="2100" y="1"/>
                    <a:pt x="2157" y="3"/>
                    <a:pt x="2200" y="29"/>
                  </a:cubicBezTo>
                  <a:cubicBezTo>
                    <a:pt x="2202" y="29"/>
                    <a:pt x="2204" y="31"/>
                    <a:pt x="2209" y="31"/>
                  </a:cubicBezTo>
                  <a:lnTo>
                    <a:pt x="4261" y="1220"/>
                  </a:lnTo>
                  <a:lnTo>
                    <a:pt x="2082" y="2789"/>
                  </a:lnTo>
                  <a:lnTo>
                    <a:pt x="3" y="1586"/>
                  </a:lnTo>
                  <a:lnTo>
                    <a:pt x="1" y="1588"/>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39"/>
            <p:cNvSpPr/>
            <p:nvPr/>
          </p:nvSpPr>
          <p:spPr>
            <a:xfrm>
              <a:off x="-3968718" y="-365917"/>
              <a:ext cx="1273294" cy="800507"/>
            </a:xfrm>
            <a:custGeom>
              <a:rect b="b" l="l" r="r" t="t"/>
              <a:pathLst>
                <a:path extrusionOk="0" h="1341" w="2133">
                  <a:moveTo>
                    <a:pt x="2114" y="1340"/>
                  </a:moveTo>
                  <a:lnTo>
                    <a:pt x="2133" y="1205"/>
                  </a:lnTo>
                  <a:lnTo>
                    <a:pt x="54" y="0"/>
                  </a:lnTo>
                  <a:lnTo>
                    <a:pt x="1" y="12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39"/>
            <p:cNvSpPr/>
            <p:nvPr/>
          </p:nvSpPr>
          <p:spPr>
            <a:xfrm>
              <a:off x="-4057663" y="568306"/>
              <a:ext cx="1342541" cy="1330596"/>
            </a:xfrm>
            <a:custGeom>
              <a:rect b="b" l="l" r="r" t="t"/>
              <a:pathLst>
                <a:path extrusionOk="0" h="2229" w="2249">
                  <a:moveTo>
                    <a:pt x="2249" y="1310"/>
                  </a:moveTo>
                  <a:lnTo>
                    <a:pt x="43" y="0"/>
                  </a:lnTo>
                  <a:lnTo>
                    <a:pt x="0" y="359"/>
                  </a:lnTo>
                  <a:lnTo>
                    <a:pt x="2196" y="222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39"/>
            <p:cNvSpPr/>
            <p:nvPr/>
          </p:nvSpPr>
          <p:spPr>
            <a:xfrm>
              <a:off x="-5550032" y="1368215"/>
              <a:ext cx="2714332" cy="3136959"/>
            </a:xfrm>
            <a:custGeom>
              <a:rect b="b" l="l" r="r" t="t"/>
              <a:pathLst>
                <a:path extrusionOk="0" h="5255" w="4547">
                  <a:moveTo>
                    <a:pt x="129" y="5185"/>
                  </a:moveTo>
                  <a:lnTo>
                    <a:pt x="117" y="5015"/>
                  </a:lnTo>
                  <a:cubicBezTo>
                    <a:pt x="115" y="4989"/>
                    <a:pt x="96" y="4919"/>
                    <a:pt x="119" y="4907"/>
                  </a:cubicBezTo>
                  <a:lnTo>
                    <a:pt x="324" y="4788"/>
                  </a:lnTo>
                  <a:cubicBezTo>
                    <a:pt x="393" y="4747"/>
                    <a:pt x="465" y="4610"/>
                    <a:pt x="475" y="4512"/>
                  </a:cubicBezTo>
                  <a:lnTo>
                    <a:pt x="706" y="2752"/>
                  </a:lnTo>
                  <a:cubicBezTo>
                    <a:pt x="741" y="2509"/>
                    <a:pt x="538" y="2535"/>
                    <a:pt x="401" y="2630"/>
                  </a:cubicBezTo>
                  <a:lnTo>
                    <a:pt x="6" y="2902"/>
                  </a:lnTo>
                  <a:cubicBezTo>
                    <a:pt x="4" y="2887"/>
                    <a:pt x="4" y="2877"/>
                    <a:pt x="4" y="2867"/>
                  </a:cubicBezTo>
                  <a:cubicBezTo>
                    <a:pt x="0" y="2822"/>
                    <a:pt x="25" y="2763"/>
                    <a:pt x="64" y="2730"/>
                  </a:cubicBezTo>
                  <a:cubicBezTo>
                    <a:pt x="1486" y="1484"/>
                    <a:pt x="3808" y="389"/>
                    <a:pt x="4546" y="1"/>
                  </a:cubicBezTo>
                  <a:lnTo>
                    <a:pt x="4528" y="886"/>
                  </a:lnTo>
                  <a:cubicBezTo>
                    <a:pt x="2091" y="2190"/>
                    <a:pt x="1504" y="2914"/>
                    <a:pt x="943" y="4808"/>
                  </a:cubicBezTo>
                  <a:lnTo>
                    <a:pt x="207" y="5230"/>
                  </a:lnTo>
                  <a:cubicBezTo>
                    <a:pt x="166" y="5254"/>
                    <a:pt x="135" y="5234"/>
                    <a:pt x="129" y="518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39"/>
            <p:cNvSpPr/>
            <p:nvPr/>
          </p:nvSpPr>
          <p:spPr>
            <a:xfrm>
              <a:off x="-6722437" y="653669"/>
              <a:ext cx="3881966" cy="2378836"/>
            </a:xfrm>
            <a:custGeom>
              <a:rect b="b" l="l" r="r" t="t"/>
              <a:pathLst>
                <a:path extrusionOk="0" h="3985" w="6503">
                  <a:moveTo>
                    <a:pt x="0" y="2812"/>
                  </a:moveTo>
                  <a:cubicBezTo>
                    <a:pt x="475" y="2024"/>
                    <a:pt x="3986" y="267"/>
                    <a:pt x="4493" y="1"/>
                  </a:cubicBezTo>
                  <a:lnTo>
                    <a:pt x="6502" y="1198"/>
                  </a:lnTo>
                  <a:cubicBezTo>
                    <a:pt x="5037" y="1942"/>
                    <a:pt x="2899" y="3119"/>
                    <a:pt x="1981" y="398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39"/>
            <p:cNvSpPr/>
            <p:nvPr/>
          </p:nvSpPr>
          <p:spPr>
            <a:xfrm>
              <a:off x="-6738555" y="2331688"/>
              <a:ext cx="1208824" cy="767674"/>
            </a:xfrm>
            <a:custGeom>
              <a:rect b="b" l="l" r="r" t="t"/>
              <a:pathLst>
                <a:path extrusionOk="0" h="1286" w="2025">
                  <a:moveTo>
                    <a:pt x="2004" y="1286"/>
                  </a:moveTo>
                  <a:lnTo>
                    <a:pt x="2024" y="1155"/>
                  </a:lnTo>
                  <a:lnTo>
                    <a:pt x="27" y="1"/>
                  </a:lnTo>
                  <a:lnTo>
                    <a:pt x="1" y="132"/>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39"/>
            <p:cNvSpPr/>
            <p:nvPr/>
          </p:nvSpPr>
          <p:spPr>
            <a:xfrm>
              <a:off x="-6715274" y="1591473"/>
              <a:ext cx="3913604" cy="2907731"/>
            </a:xfrm>
            <a:custGeom>
              <a:rect b="b" l="l" r="r" t="t"/>
              <a:pathLst>
                <a:path extrusionOk="0" h="4871" w="6556">
                  <a:moveTo>
                    <a:pt x="2108" y="4862"/>
                  </a:moveTo>
                  <a:cubicBezTo>
                    <a:pt x="2120" y="4870"/>
                    <a:pt x="2138" y="4870"/>
                    <a:pt x="2157" y="4858"/>
                  </a:cubicBezTo>
                  <a:lnTo>
                    <a:pt x="2893" y="4434"/>
                  </a:lnTo>
                  <a:cubicBezTo>
                    <a:pt x="3571" y="2474"/>
                    <a:pt x="3871" y="1973"/>
                    <a:pt x="6159" y="688"/>
                  </a:cubicBezTo>
                  <a:lnTo>
                    <a:pt x="6159" y="1486"/>
                  </a:lnTo>
                  <a:lnTo>
                    <a:pt x="6556" y="1261"/>
                  </a:lnTo>
                  <a:lnTo>
                    <a:pt x="6556" y="1"/>
                  </a:lnTo>
                  <a:lnTo>
                    <a:pt x="6159" y="226"/>
                  </a:lnTo>
                  <a:lnTo>
                    <a:pt x="6159" y="234"/>
                  </a:lnTo>
                  <a:cubicBezTo>
                    <a:pt x="4939" y="889"/>
                    <a:pt x="3366" y="1726"/>
                    <a:pt x="2754" y="2313"/>
                  </a:cubicBezTo>
                  <a:lnTo>
                    <a:pt x="2523" y="4072"/>
                  </a:lnTo>
                  <a:cubicBezTo>
                    <a:pt x="2511" y="4166"/>
                    <a:pt x="2466" y="4361"/>
                    <a:pt x="2298" y="4459"/>
                  </a:cubicBezTo>
                  <a:lnTo>
                    <a:pt x="2122" y="4561"/>
                  </a:lnTo>
                  <a:lnTo>
                    <a:pt x="2122" y="4561"/>
                  </a:lnTo>
                  <a:lnTo>
                    <a:pt x="62" y="3375"/>
                  </a:lnTo>
                  <a:lnTo>
                    <a:pt x="1" y="3399"/>
                  </a:lnTo>
                  <a:lnTo>
                    <a:pt x="5" y="366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39"/>
            <p:cNvSpPr/>
            <p:nvPr/>
          </p:nvSpPr>
          <p:spPr>
            <a:xfrm>
              <a:off x="-2749750" y="439962"/>
              <a:ext cx="1660715" cy="2000968"/>
            </a:xfrm>
            <a:custGeom>
              <a:rect b="b" l="l" r="r" t="t"/>
              <a:pathLst>
                <a:path extrusionOk="0" h="3352" w="2782">
                  <a:moveTo>
                    <a:pt x="2628" y="516"/>
                  </a:moveTo>
                  <a:cubicBezTo>
                    <a:pt x="2128" y="835"/>
                    <a:pt x="1539" y="1142"/>
                    <a:pt x="1713" y="2398"/>
                  </a:cubicBezTo>
                  <a:lnTo>
                    <a:pt x="1" y="3352"/>
                  </a:lnTo>
                  <a:lnTo>
                    <a:pt x="1" y="2116"/>
                  </a:lnTo>
                  <a:cubicBezTo>
                    <a:pt x="148" y="2310"/>
                    <a:pt x="537" y="2300"/>
                    <a:pt x="741" y="1959"/>
                  </a:cubicBezTo>
                  <a:cubicBezTo>
                    <a:pt x="968" y="1146"/>
                    <a:pt x="1570" y="561"/>
                    <a:pt x="2568" y="1"/>
                  </a:cubicBezTo>
                  <a:cubicBezTo>
                    <a:pt x="2707" y="1"/>
                    <a:pt x="2781" y="457"/>
                    <a:pt x="2628" y="51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39"/>
            <p:cNvSpPr/>
            <p:nvPr/>
          </p:nvSpPr>
          <p:spPr>
            <a:xfrm>
              <a:off x="-2696025" y="-642303"/>
              <a:ext cx="1390297" cy="996305"/>
            </a:xfrm>
            <a:custGeom>
              <a:rect b="b" l="l" r="r" t="t"/>
              <a:pathLst>
                <a:path extrusionOk="0" h="1669" w="2329">
                  <a:moveTo>
                    <a:pt x="1" y="1668"/>
                  </a:moveTo>
                  <a:cubicBezTo>
                    <a:pt x="11" y="1466"/>
                    <a:pt x="1326" y="459"/>
                    <a:pt x="2022" y="122"/>
                  </a:cubicBezTo>
                  <a:cubicBezTo>
                    <a:pt x="2268" y="1"/>
                    <a:pt x="2313" y="285"/>
                    <a:pt x="2329" y="451"/>
                  </a:cubicBezTo>
                  <a:lnTo>
                    <a:pt x="2149" y="553"/>
                  </a:lnTo>
                  <a:cubicBezTo>
                    <a:pt x="2137" y="490"/>
                    <a:pt x="2108" y="451"/>
                    <a:pt x="1883" y="58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39"/>
            <p:cNvSpPr/>
            <p:nvPr/>
          </p:nvSpPr>
          <p:spPr>
            <a:xfrm>
              <a:off x="-6716468" y="3584680"/>
              <a:ext cx="1267325" cy="745587"/>
            </a:xfrm>
            <a:custGeom>
              <a:rect b="b" l="l" r="r" t="t"/>
              <a:pathLst>
                <a:path extrusionOk="0" h="1249" w="2123">
                  <a:moveTo>
                    <a:pt x="2063" y="1249"/>
                  </a:moveTo>
                  <a:lnTo>
                    <a:pt x="2122" y="1218"/>
                  </a:lnTo>
                  <a:lnTo>
                    <a:pt x="103" y="52"/>
                  </a:lnTo>
                  <a:lnTo>
                    <a:pt x="99" y="1"/>
                  </a:lnTo>
                  <a:lnTo>
                    <a:pt x="0" y="5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39"/>
            <p:cNvSpPr/>
            <p:nvPr/>
          </p:nvSpPr>
          <p:spPr>
            <a:xfrm>
              <a:off x="-4938161" y="2735821"/>
              <a:ext cx="320562" cy="826772"/>
            </a:xfrm>
            <a:custGeom>
              <a:rect b="b" l="l" r="r" t="t"/>
              <a:pathLst>
                <a:path extrusionOk="0" h="1385" w="537">
                  <a:moveTo>
                    <a:pt x="4" y="1317"/>
                  </a:moveTo>
                  <a:lnTo>
                    <a:pt x="105" y="496"/>
                  </a:lnTo>
                  <a:cubicBezTo>
                    <a:pt x="113" y="429"/>
                    <a:pt x="135" y="357"/>
                    <a:pt x="172" y="287"/>
                  </a:cubicBezTo>
                  <a:cubicBezTo>
                    <a:pt x="207" y="218"/>
                    <a:pt x="248" y="167"/>
                    <a:pt x="287" y="140"/>
                  </a:cubicBezTo>
                  <a:lnTo>
                    <a:pt x="422" y="50"/>
                  </a:lnTo>
                  <a:cubicBezTo>
                    <a:pt x="493" y="1"/>
                    <a:pt x="536" y="54"/>
                    <a:pt x="524" y="171"/>
                  </a:cubicBezTo>
                  <a:lnTo>
                    <a:pt x="473" y="625"/>
                  </a:lnTo>
                  <a:cubicBezTo>
                    <a:pt x="301" y="832"/>
                    <a:pt x="148" y="1075"/>
                    <a:pt x="0" y="1384"/>
                  </a:cubicBezTo>
                  <a:cubicBezTo>
                    <a:pt x="2" y="1366"/>
                    <a:pt x="2" y="1341"/>
                    <a:pt x="4" y="131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39"/>
            <p:cNvSpPr/>
            <p:nvPr/>
          </p:nvSpPr>
          <p:spPr>
            <a:xfrm>
              <a:off x="-4961442" y="2716719"/>
              <a:ext cx="321756" cy="826175"/>
            </a:xfrm>
            <a:custGeom>
              <a:rect b="b" l="l" r="r" t="t"/>
              <a:pathLst>
                <a:path extrusionOk="0" h="1384" w="539">
                  <a:moveTo>
                    <a:pt x="7" y="1316"/>
                  </a:moveTo>
                  <a:lnTo>
                    <a:pt x="105" y="493"/>
                  </a:lnTo>
                  <a:cubicBezTo>
                    <a:pt x="113" y="428"/>
                    <a:pt x="135" y="356"/>
                    <a:pt x="172" y="287"/>
                  </a:cubicBezTo>
                  <a:cubicBezTo>
                    <a:pt x="207" y="217"/>
                    <a:pt x="248" y="166"/>
                    <a:pt x="287" y="137"/>
                  </a:cubicBezTo>
                  <a:lnTo>
                    <a:pt x="422" y="49"/>
                  </a:lnTo>
                  <a:cubicBezTo>
                    <a:pt x="494" y="0"/>
                    <a:pt x="539" y="53"/>
                    <a:pt x="524" y="168"/>
                  </a:cubicBezTo>
                  <a:lnTo>
                    <a:pt x="473" y="624"/>
                  </a:lnTo>
                  <a:cubicBezTo>
                    <a:pt x="303" y="831"/>
                    <a:pt x="150" y="1074"/>
                    <a:pt x="0" y="1383"/>
                  </a:cubicBezTo>
                  <a:cubicBezTo>
                    <a:pt x="2" y="1363"/>
                    <a:pt x="2" y="1340"/>
                    <a:pt x="7" y="13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39"/>
            <p:cNvSpPr/>
            <p:nvPr/>
          </p:nvSpPr>
          <p:spPr>
            <a:xfrm>
              <a:off x="-6390534" y="2608074"/>
              <a:ext cx="501438" cy="391001"/>
            </a:xfrm>
            <a:custGeom>
              <a:rect b="b" l="l" r="r" t="t"/>
              <a:pathLst>
                <a:path extrusionOk="0" h="655" w="840">
                  <a:moveTo>
                    <a:pt x="1" y="0"/>
                  </a:moveTo>
                  <a:cubicBezTo>
                    <a:pt x="44" y="313"/>
                    <a:pt x="533" y="655"/>
                    <a:pt x="840" y="48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39"/>
            <p:cNvSpPr/>
            <p:nvPr/>
          </p:nvSpPr>
          <p:spPr>
            <a:xfrm>
              <a:off x="-2844665" y="1368215"/>
              <a:ext cx="108048" cy="1072715"/>
            </a:xfrm>
            <a:custGeom>
              <a:rect b="b" l="l" r="r" t="t"/>
              <a:pathLst>
                <a:path extrusionOk="0" h="1797" w="181">
                  <a:moveTo>
                    <a:pt x="0" y="1"/>
                  </a:moveTo>
                  <a:lnTo>
                    <a:pt x="180" y="588"/>
                  </a:lnTo>
                  <a:lnTo>
                    <a:pt x="164" y="1797"/>
                  </a:lnTo>
                  <a:lnTo>
                    <a:pt x="0" y="1668"/>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39"/>
            <p:cNvSpPr/>
            <p:nvPr/>
          </p:nvSpPr>
          <p:spPr>
            <a:xfrm>
              <a:off x="-3063745" y="3330977"/>
              <a:ext cx="189830" cy="845875"/>
            </a:xfrm>
            <a:custGeom>
              <a:rect b="b" l="l" r="r" t="t"/>
              <a:pathLst>
                <a:path extrusionOk="0" h="1417" w="318">
                  <a:moveTo>
                    <a:pt x="318" y="1416"/>
                  </a:moveTo>
                  <a:lnTo>
                    <a:pt x="318" y="184"/>
                  </a:lnTo>
                  <a:lnTo>
                    <a:pt x="1" y="0"/>
                  </a:lnTo>
                  <a:lnTo>
                    <a:pt x="1" y="123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39"/>
            <p:cNvSpPr/>
            <p:nvPr/>
          </p:nvSpPr>
          <p:spPr>
            <a:xfrm>
              <a:off x="-4027218" y="3424698"/>
              <a:ext cx="1057198" cy="1703091"/>
            </a:xfrm>
            <a:custGeom>
              <a:rect b="b" l="l" r="r" t="t"/>
              <a:pathLst>
                <a:path extrusionOk="0" h="2853" w="1771">
                  <a:moveTo>
                    <a:pt x="886" y="283"/>
                  </a:moveTo>
                  <a:cubicBezTo>
                    <a:pt x="1373" y="1"/>
                    <a:pt x="1770" y="285"/>
                    <a:pt x="1770" y="917"/>
                  </a:cubicBezTo>
                  <a:cubicBezTo>
                    <a:pt x="1770" y="1548"/>
                    <a:pt x="1373" y="2290"/>
                    <a:pt x="886" y="2571"/>
                  </a:cubicBezTo>
                  <a:cubicBezTo>
                    <a:pt x="397" y="2853"/>
                    <a:pt x="1" y="2569"/>
                    <a:pt x="1" y="1936"/>
                  </a:cubicBezTo>
                  <a:cubicBezTo>
                    <a:pt x="1" y="1306"/>
                    <a:pt x="397" y="564"/>
                    <a:pt x="886" y="28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39"/>
            <p:cNvSpPr/>
            <p:nvPr/>
          </p:nvSpPr>
          <p:spPr>
            <a:xfrm>
              <a:off x="-3935289" y="3572741"/>
              <a:ext cx="873338" cy="1408796"/>
            </a:xfrm>
            <a:custGeom>
              <a:rect b="b" l="l" r="r" t="t"/>
              <a:pathLst>
                <a:path extrusionOk="0" h="2360" w="1463">
                  <a:moveTo>
                    <a:pt x="732" y="234"/>
                  </a:moveTo>
                  <a:cubicBezTo>
                    <a:pt x="1136" y="0"/>
                    <a:pt x="1463" y="236"/>
                    <a:pt x="1463" y="757"/>
                  </a:cubicBezTo>
                  <a:cubicBezTo>
                    <a:pt x="1463" y="1279"/>
                    <a:pt x="1136" y="1891"/>
                    <a:pt x="732" y="2126"/>
                  </a:cubicBezTo>
                  <a:cubicBezTo>
                    <a:pt x="327" y="2359"/>
                    <a:pt x="0" y="2124"/>
                    <a:pt x="0" y="1602"/>
                  </a:cubicBezTo>
                  <a:cubicBezTo>
                    <a:pt x="0" y="1081"/>
                    <a:pt x="329" y="467"/>
                    <a:pt x="732" y="2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39"/>
            <p:cNvSpPr/>
            <p:nvPr/>
          </p:nvSpPr>
          <p:spPr>
            <a:xfrm>
              <a:off x="-3526379" y="3898674"/>
              <a:ext cx="55516" cy="90139"/>
            </a:xfrm>
            <a:custGeom>
              <a:rect b="b" l="l" r="r" t="t"/>
              <a:pathLst>
                <a:path extrusionOk="0" h="151" w="93">
                  <a:moveTo>
                    <a:pt x="47" y="15"/>
                  </a:moveTo>
                  <a:cubicBezTo>
                    <a:pt x="72" y="1"/>
                    <a:pt x="92" y="15"/>
                    <a:pt x="92" y="48"/>
                  </a:cubicBezTo>
                  <a:cubicBezTo>
                    <a:pt x="92" y="83"/>
                    <a:pt x="72" y="119"/>
                    <a:pt x="47" y="136"/>
                  </a:cubicBezTo>
                  <a:cubicBezTo>
                    <a:pt x="21" y="150"/>
                    <a:pt x="0" y="136"/>
                    <a:pt x="0" y="103"/>
                  </a:cubicBezTo>
                  <a:cubicBezTo>
                    <a:pt x="0" y="72"/>
                    <a:pt x="21" y="33"/>
                    <a:pt x="47" y="1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39"/>
            <p:cNvSpPr/>
            <p:nvPr/>
          </p:nvSpPr>
          <p:spPr>
            <a:xfrm>
              <a:off x="-3680392" y="4049105"/>
              <a:ext cx="63874" cy="90736"/>
            </a:xfrm>
            <a:custGeom>
              <a:rect b="b" l="l" r="r" t="t"/>
              <a:pathLst>
                <a:path extrusionOk="0" h="152" w="107">
                  <a:moveTo>
                    <a:pt x="25" y="45"/>
                  </a:moveTo>
                  <a:cubicBezTo>
                    <a:pt x="46" y="11"/>
                    <a:pt x="76" y="0"/>
                    <a:pt x="93" y="19"/>
                  </a:cubicBezTo>
                  <a:cubicBezTo>
                    <a:pt x="107" y="37"/>
                    <a:pt x="103" y="78"/>
                    <a:pt x="82" y="109"/>
                  </a:cubicBezTo>
                  <a:cubicBezTo>
                    <a:pt x="62" y="142"/>
                    <a:pt x="31" y="152"/>
                    <a:pt x="15" y="133"/>
                  </a:cubicBezTo>
                  <a:cubicBezTo>
                    <a:pt x="1" y="115"/>
                    <a:pt x="5" y="76"/>
                    <a:pt x="25" y="4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39"/>
            <p:cNvSpPr/>
            <p:nvPr/>
          </p:nvSpPr>
          <p:spPr>
            <a:xfrm>
              <a:off x="-3772919" y="4271169"/>
              <a:ext cx="62680" cy="85960"/>
            </a:xfrm>
            <a:custGeom>
              <a:rect b="b" l="l" r="r" t="t"/>
              <a:pathLst>
                <a:path extrusionOk="0" h="144" w="105">
                  <a:moveTo>
                    <a:pt x="6" y="78"/>
                  </a:moveTo>
                  <a:cubicBezTo>
                    <a:pt x="14" y="44"/>
                    <a:pt x="43" y="11"/>
                    <a:pt x="66" y="5"/>
                  </a:cubicBezTo>
                  <a:cubicBezTo>
                    <a:pt x="92" y="1"/>
                    <a:pt x="104" y="27"/>
                    <a:pt x="96" y="64"/>
                  </a:cubicBezTo>
                  <a:cubicBezTo>
                    <a:pt x="88" y="99"/>
                    <a:pt x="62" y="134"/>
                    <a:pt x="37" y="138"/>
                  </a:cubicBezTo>
                  <a:cubicBezTo>
                    <a:pt x="14" y="144"/>
                    <a:pt x="0" y="117"/>
                    <a:pt x="6" y="7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39"/>
            <p:cNvSpPr/>
            <p:nvPr/>
          </p:nvSpPr>
          <p:spPr>
            <a:xfrm>
              <a:off x="-3772919" y="4474131"/>
              <a:ext cx="62680" cy="90736"/>
            </a:xfrm>
            <a:custGeom>
              <a:rect b="b" l="l" r="r" t="t"/>
              <a:pathLst>
                <a:path extrusionOk="0" h="152" w="105">
                  <a:moveTo>
                    <a:pt x="6" y="119"/>
                  </a:moveTo>
                  <a:cubicBezTo>
                    <a:pt x="0" y="92"/>
                    <a:pt x="12" y="51"/>
                    <a:pt x="37" y="25"/>
                  </a:cubicBezTo>
                  <a:cubicBezTo>
                    <a:pt x="64" y="0"/>
                    <a:pt x="88" y="2"/>
                    <a:pt x="96" y="31"/>
                  </a:cubicBezTo>
                  <a:cubicBezTo>
                    <a:pt x="104" y="60"/>
                    <a:pt x="92" y="99"/>
                    <a:pt x="66" y="125"/>
                  </a:cubicBezTo>
                  <a:cubicBezTo>
                    <a:pt x="43" y="152"/>
                    <a:pt x="14" y="148"/>
                    <a:pt x="6" y="11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39"/>
            <p:cNvSpPr/>
            <p:nvPr/>
          </p:nvSpPr>
          <p:spPr>
            <a:xfrm>
              <a:off x="-3680392" y="4588745"/>
              <a:ext cx="63874" cy="87154"/>
            </a:xfrm>
            <a:custGeom>
              <a:rect b="b" l="l" r="r" t="t"/>
              <a:pathLst>
                <a:path extrusionOk="0" h="146" w="107">
                  <a:moveTo>
                    <a:pt x="25" y="138"/>
                  </a:moveTo>
                  <a:cubicBezTo>
                    <a:pt x="5" y="130"/>
                    <a:pt x="1" y="95"/>
                    <a:pt x="15" y="58"/>
                  </a:cubicBezTo>
                  <a:cubicBezTo>
                    <a:pt x="31" y="23"/>
                    <a:pt x="60" y="1"/>
                    <a:pt x="82" y="7"/>
                  </a:cubicBezTo>
                  <a:cubicBezTo>
                    <a:pt x="103" y="15"/>
                    <a:pt x="107" y="52"/>
                    <a:pt x="93" y="87"/>
                  </a:cubicBezTo>
                  <a:cubicBezTo>
                    <a:pt x="74" y="123"/>
                    <a:pt x="46" y="146"/>
                    <a:pt x="25" y="13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39"/>
            <p:cNvSpPr/>
            <p:nvPr/>
          </p:nvSpPr>
          <p:spPr>
            <a:xfrm>
              <a:off x="-3526379" y="4564270"/>
              <a:ext cx="55516" cy="90139"/>
            </a:xfrm>
            <a:custGeom>
              <a:rect b="b" l="l" r="r" t="t"/>
              <a:pathLst>
                <a:path extrusionOk="0" h="151" w="93">
                  <a:moveTo>
                    <a:pt x="47" y="136"/>
                  </a:moveTo>
                  <a:cubicBezTo>
                    <a:pt x="21" y="150"/>
                    <a:pt x="0" y="136"/>
                    <a:pt x="0" y="101"/>
                  </a:cubicBezTo>
                  <a:cubicBezTo>
                    <a:pt x="0" y="68"/>
                    <a:pt x="21" y="29"/>
                    <a:pt x="47" y="15"/>
                  </a:cubicBezTo>
                  <a:cubicBezTo>
                    <a:pt x="72" y="1"/>
                    <a:pt x="92" y="15"/>
                    <a:pt x="92" y="48"/>
                  </a:cubicBezTo>
                  <a:cubicBezTo>
                    <a:pt x="92" y="78"/>
                    <a:pt x="72" y="119"/>
                    <a:pt x="47" y="13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39"/>
            <p:cNvSpPr/>
            <p:nvPr/>
          </p:nvSpPr>
          <p:spPr>
            <a:xfrm>
              <a:off x="-3381321" y="4413243"/>
              <a:ext cx="66858" cy="89542"/>
            </a:xfrm>
            <a:custGeom>
              <a:rect b="b" l="l" r="r" t="t"/>
              <a:pathLst>
                <a:path extrusionOk="0" h="150" w="112">
                  <a:moveTo>
                    <a:pt x="83" y="106"/>
                  </a:moveTo>
                  <a:cubicBezTo>
                    <a:pt x="62" y="141"/>
                    <a:pt x="32" y="149"/>
                    <a:pt x="15" y="133"/>
                  </a:cubicBezTo>
                  <a:cubicBezTo>
                    <a:pt x="1" y="115"/>
                    <a:pt x="5" y="74"/>
                    <a:pt x="25" y="43"/>
                  </a:cubicBezTo>
                  <a:cubicBezTo>
                    <a:pt x="46" y="10"/>
                    <a:pt x="77" y="0"/>
                    <a:pt x="93" y="16"/>
                  </a:cubicBezTo>
                  <a:cubicBezTo>
                    <a:pt x="111" y="35"/>
                    <a:pt x="105" y="76"/>
                    <a:pt x="83" y="10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39"/>
            <p:cNvSpPr/>
            <p:nvPr/>
          </p:nvSpPr>
          <p:spPr>
            <a:xfrm>
              <a:off x="-3287003" y="4195357"/>
              <a:ext cx="63874" cy="86557"/>
            </a:xfrm>
            <a:custGeom>
              <a:rect b="b" l="l" r="r" t="t"/>
              <a:pathLst>
                <a:path extrusionOk="0" h="145" w="107">
                  <a:moveTo>
                    <a:pt x="99" y="66"/>
                  </a:moveTo>
                  <a:cubicBezTo>
                    <a:pt x="90" y="101"/>
                    <a:pt x="62" y="134"/>
                    <a:pt x="39" y="140"/>
                  </a:cubicBezTo>
                  <a:cubicBezTo>
                    <a:pt x="15" y="144"/>
                    <a:pt x="0" y="117"/>
                    <a:pt x="9" y="81"/>
                  </a:cubicBezTo>
                  <a:cubicBezTo>
                    <a:pt x="17" y="46"/>
                    <a:pt x="45" y="11"/>
                    <a:pt x="68" y="7"/>
                  </a:cubicBezTo>
                  <a:cubicBezTo>
                    <a:pt x="92" y="1"/>
                    <a:pt x="107" y="30"/>
                    <a:pt x="99" y="6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39"/>
            <p:cNvSpPr/>
            <p:nvPr/>
          </p:nvSpPr>
          <p:spPr>
            <a:xfrm>
              <a:off x="-3287003" y="3988216"/>
              <a:ext cx="63874" cy="90736"/>
            </a:xfrm>
            <a:custGeom>
              <a:rect b="b" l="l" r="r" t="t"/>
              <a:pathLst>
                <a:path extrusionOk="0" h="152" w="107">
                  <a:moveTo>
                    <a:pt x="99" y="31"/>
                  </a:moveTo>
                  <a:cubicBezTo>
                    <a:pt x="107" y="59"/>
                    <a:pt x="92" y="100"/>
                    <a:pt x="68" y="127"/>
                  </a:cubicBezTo>
                  <a:cubicBezTo>
                    <a:pt x="41" y="151"/>
                    <a:pt x="17" y="149"/>
                    <a:pt x="9" y="121"/>
                  </a:cubicBezTo>
                  <a:cubicBezTo>
                    <a:pt x="0" y="92"/>
                    <a:pt x="15" y="51"/>
                    <a:pt x="39" y="27"/>
                  </a:cubicBezTo>
                  <a:cubicBezTo>
                    <a:pt x="66" y="0"/>
                    <a:pt x="90" y="4"/>
                    <a:pt x="99" y="3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39"/>
            <p:cNvSpPr/>
            <p:nvPr/>
          </p:nvSpPr>
          <p:spPr>
            <a:xfrm>
              <a:off x="-3381321" y="3876587"/>
              <a:ext cx="64471" cy="87751"/>
            </a:xfrm>
            <a:custGeom>
              <a:rect b="b" l="l" r="r" t="t"/>
              <a:pathLst>
                <a:path extrusionOk="0" h="147" w="108">
                  <a:moveTo>
                    <a:pt x="83" y="9"/>
                  </a:moveTo>
                  <a:cubicBezTo>
                    <a:pt x="103" y="17"/>
                    <a:pt x="107" y="52"/>
                    <a:pt x="93" y="89"/>
                  </a:cubicBezTo>
                  <a:cubicBezTo>
                    <a:pt x="77" y="124"/>
                    <a:pt x="46" y="146"/>
                    <a:pt x="25" y="140"/>
                  </a:cubicBezTo>
                  <a:cubicBezTo>
                    <a:pt x="5" y="132"/>
                    <a:pt x="1" y="95"/>
                    <a:pt x="15" y="60"/>
                  </a:cubicBezTo>
                  <a:cubicBezTo>
                    <a:pt x="34" y="23"/>
                    <a:pt x="62" y="1"/>
                    <a:pt x="83" y="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39"/>
            <p:cNvSpPr/>
            <p:nvPr/>
          </p:nvSpPr>
          <p:spPr>
            <a:xfrm>
              <a:off x="-1717628" y="3424698"/>
              <a:ext cx="266837" cy="428011"/>
            </a:xfrm>
            <a:custGeom>
              <a:rect b="b" l="l" r="r" t="t"/>
              <a:pathLst>
                <a:path extrusionOk="0" h="717" w="447">
                  <a:moveTo>
                    <a:pt x="223" y="70"/>
                  </a:moveTo>
                  <a:cubicBezTo>
                    <a:pt x="101" y="142"/>
                    <a:pt x="0" y="328"/>
                    <a:pt x="0" y="488"/>
                  </a:cubicBezTo>
                  <a:cubicBezTo>
                    <a:pt x="0" y="645"/>
                    <a:pt x="101" y="717"/>
                    <a:pt x="223" y="645"/>
                  </a:cubicBezTo>
                  <a:cubicBezTo>
                    <a:pt x="346" y="574"/>
                    <a:pt x="446" y="388"/>
                    <a:pt x="446" y="228"/>
                  </a:cubicBezTo>
                  <a:cubicBezTo>
                    <a:pt x="446" y="70"/>
                    <a:pt x="346" y="1"/>
                    <a:pt x="223" y="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39"/>
            <p:cNvSpPr/>
            <p:nvPr/>
          </p:nvSpPr>
          <p:spPr>
            <a:xfrm>
              <a:off x="-1665096" y="3509465"/>
              <a:ext cx="161773" cy="260269"/>
            </a:xfrm>
            <a:custGeom>
              <a:rect b="b" l="l" r="r" t="t"/>
              <a:pathLst>
                <a:path extrusionOk="0" h="436" w="271">
                  <a:moveTo>
                    <a:pt x="135" y="43"/>
                  </a:moveTo>
                  <a:cubicBezTo>
                    <a:pt x="62" y="86"/>
                    <a:pt x="0" y="199"/>
                    <a:pt x="0" y="297"/>
                  </a:cubicBezTo>
                  <a:cubicBezTo>
                    <a:pt x="0" y="391"/>
                    <a:pt x="62" y="436"/>
                    <a:pt x="135" y="393"/>
                  </a:cubicBezTo>
                  <a:cubicBezTo>
                    <a:pt x="209" y="350"/>
                    <a:pt x="270" y="237"/>
                    <a:pt x="270" y="141"/>
                  </a:cubicBezTo>
                  <a:cubicBezTo>
                    <a:pt x="270" y="43"/>
                    <a:pt x="209" y="0"/>
                    <a:pt x="135" y="43"/>
                  </a:cubicBez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39"/>
            <p:cNvSpPr/>
            <p:nvPr/>
          </p:nvSpPr>
          <p:spPr>
            <a:xfrm>
              <a:off x="-1626295" y="3572741"/>
              <a:ext cx="83573" cy="132522"/>
            </a:xfrm>
            <a:custGeom>
              <a:rect b="b" l="l" r="r" t="t"/>
              <a:pathLst>
                <a:path extrusionOk="0" h="222" w="140">
                  <a:moveTo>
                    <a:pt x="70" y="25"/>
                  </a:moveTo>
                  <a:cubicBezTo>
                    <a:pt x="32" y="48"/>
                    <a:pt x="1" y="103"/>
                    <a:pt x="1" y="152"/>
                  </a:cubicBezTo>
                  <a:cubicBezTo>
                    <a:pt x="1" y="201"/>
                    <a:pt x="32" y="221"/>
                    <a:pt x="70" y="201"/>
                  </a:cubicBezTo>
                  <a:cubicBezTo>
                    <a:pt x="109" y="178"/>
                    <a:pt x="138" y="121"/>
                    <a:pt x="138" y="72"/>
                  </a:cubicBezTo>
                  <a:cubicBezTo>
                    <a:pt x="140" y="25"/>
                    <a:pt x="109" y="0"/>
                    <a:pt x="70" y="25"/>
                  </a:cubicBezTo>
                  <a:close/>
                </a:path>
              </a:pathLst>
            </a:custGeom>
            <a:solidFill>
              <a:srgbClr val="6D6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39"/>
            <p:cNvSpPr/>
            <p:nvPr/>
          </p:nvSpPr>
          <p:spPr>
            <a:xfrm>
              <a:off x="-1676438" y="3444397"/>
              <a:ext cx="266837" cy="430399"/>
            </a:xfrm>
            <a:custGeom>
              <a:rect b="b" l="l" r="r" t="t"/>
              <a:pathLst>
                <a:path extrusionOk="0" h="721" w="447">
                  <a:moveTo>
                    <a:pt x="224" y="72"/>
                  </a:moveTo>
                  <a:cubicBezTo>
                    <a:pt x="101" y="144"/>
                    <a:pt x="1" y="332"/>
                    <a:pt x="1" y="490"/>
                  </a:cubicBezTo>
                  <a:cubicBezTo>
                    <a:pt x="1" y="649"/>
                    <a:pt x="101" y="721"/>
                    <a:pt x="224" y="649"/>
                  </a:cubicBezTo>
                  <a:cubicBezTo>
                    <a:pt x="347" y="578"/>
                    <a:pt x="447" y="389"/>
                    <a:pt x="447" y="232"/>
                  </a:cubicBezTo>
                  <a:cubicBezTo>
                    <a:pt x="447" y="72"/>
                    <a:pt x="347" y="1"/>
                    <a:pt x="224" y="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39"/>
            <p:cNvSpPr/>
            <p:nvPr/>
          </p:nvSpPr>
          <p:spPr>
            <a:xfrm>
              <a:off x="-1623907" y="3528567"/>
              <a:ext cx="162370" cy="262060"/>
            </a:xfrm>
            <a:custGeom>
              <a:rect b="b" l="l" r="r" t="t"/>
              <a:pathLst>
                <a:path extrusionOk="0" h="439" w="272">
                  <a:moveTo>
                    <a:pt x="136" y="44"/>
                  </a:moveTo>
                  <a:cubicBezTo>
                    <a:pt x="62" y="89"/>
                    <a:pt x="1" y="201"/>
                    <a:pt x="1" y="297"/>
                  </a:cubicBezTo>
                  <a:cubicBezTo>
                    <a:pt x="1" y="392"/>
                    <a:pt x="60" y="439"/>
                    <a:pt x="136" y="396"/>
                  </a:cubicBezTo>
                  <a:cubicBezTo>
                    <a:pt x="210" y="351"/>
                    <a:pt x="271" y="238"/>
                    <a:pt x="271" y="142"/>
                  </a:cubicBezTo>
                  <a:cubicBezTo>
                    <a:pt x="269" y="48"/>
                    <a:pt x="210" y="1"/>
                    <a:pt x="136" y="4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39"/>
            <p:cNvSpPr/>
            <p:nvPr/>
          </p:nvSpPr>
          <p:spPr>
            <a:xfrm>
              <a:off x="-1583315" y="3593634"/>
              <a:ext cx="82379" cy="131328"/>
            </a:xfrm>
            <a:custGeom>
              <a:rect b="b" l="l" r="r" t="t"/>
              <a:pathLst>
                <a:path extrusionOk="0" h="220" w="138">
                  <a:moveTo>
                    <a:pt x="68" y="23"/>
                  </a:moveTo>
                  <a:cubicBezTo>
                    <a:pt x="29" y="45"/>
                    <a:pt x="0" y="103"/>
                    <a:pt x="0" y="150"/>
                  </a:cubicBezTo>
                  <a:cubicBezTo>
                    <a:pt x="0" y="199"/>
                    <a:pt x="31" y="219"/>
                    <a:pt x="68" y="199"/>
                  </a:cubicBezTo>
                  <a:cubicBezTo>
                    <a:pt x="107" y="176"/>
                    <a:pt x="138" y="119"/>
                    <a:pt x="138" y="70"/>
                  </a:cubicBezTo>
                  <a:cubicBezTo>
                    <a:pt x="133" y="23"/>
                    <a:pt x="107" y="0"/>
                    <a:pt x="68" y="2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39"/>
            <p:cNvSpPr/>
            <p:nvPr/>
          </p:nvSpPr>
          <p:spPr>
            <a:xfrm>
              <a:off x="-2014311" y="3593634"/>
              <a:ext cx="265643" cy="429205"/>
            </a:xfrm>
            <a:custGeom>
              <a:rect b="b" l="l" r="r" t="t"/>
              <a:pathLst>
                <a:path extrusionOk="0" h="719" w="445">
                  <a:moveTo>
                    <a:pt x="221" y="72"/>
                  </a:moveTo>
                  <a:cubicBezTo>
                    <a:pt x="98" y="143"/>
                    <a:pt x="0" y="330"/>
                    <a:pt x="0" y="487"/>
                  </a:cubicBezTo>
                  <a:cubicBezTo>
                    <a:pt x="0" y="647"/>
                    <a:pt x="98" y="718"/>
                    <a:pt x="221" y="647"/>
                  </a:cubicBezTo>
                  <a:cubicBezTo>
                    <a:pt x="344" y="575"/>
                    <a:pt x="444" y="389"/>
                    <a:pt x="444" y="229"/>
                  </a:cubicBezTo>
                  <a:cubicBezTo>
                    <a:pt x="442" y="72"/>
                    <a:pt x="344" y="0"/>
                    <a:pt x="221"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39"/>
            <p:cNvSpPr/>
            <p:nvPr/>
          </p:nvSpPr>
          <p:spPr>
            <a:xfrm>
              <a:off x="-1962973" y="3676610"/>
              <a:ext cx="162967" cy="263254"/>
            </a:xfrm>
            <a:custGeom>
              <a:rect b="b" l="l" r="r" t="t"/>
              <a:pathLst>
                <a:path extrusionOk="0" h="441" w="273">
                  <a:moveTo>
                    <a:pt x="135" y="47"/>
                  </a:moveTo>
                  <a:cubicBezTo>
                    <a:pt x="62" y="90"/>
                    <a:pt x="0" y="203"/>
                    <a:pt x="0" y="301"/>
                  </a:cubicBezTo>
                  <a:cubicBezTo>
                    <a:pt x="0" y="395"/>
                    <a:pt x="62" y="440"/>
                    <a:pt x="135" y="397"/>
                  </a:cubicBezTo>
                  <a:cubicBezTo>
                    <a:pt x="211" y="354"/>
                    <a:pt x="272" y="242"/>
                    <a:pt x="272" y="144"/>
                  </a:cubicBezTo>
                  <a:cubicBezTo>
                    <a:pt x="268" y="47"/>
                    <a:pt x="211" y="0"/>
                    <a:pt x="135" y="47"/>
                  </a:cubicBez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39"/>
            <p:cNvSpPr/>
            <p:nvPr/>
          </p:nvSpPr>
          <p:spPr>
            <a:xfrm>
              <a:off x="-1922978" y="3742274"/>
              <a:ext cx="82379" cy="130135"/>
            </a:xfrm>
            <a:custGeom>
              <a:rect b="b" l="l" r="r" t="t"/>
              <a:pathLst>
                <a:path extrusionOk="0" h="218" w="138">
                  <a:moveTo>
                    <a:pt x="68" y="21"/>
                  </a:moveTo>
                  <a:cubicBezTo>
                    <a:pt x="31" y="44"/>
                    <a:pt x="1" y="101"/>
                    <a:pt x="1" y="150"/>
                  </a:cubicBezTo>
                  <a:cubicBezTo>
                    <a:pt x="1" y="197"/>
                    <a:pt x="31" y="218"/>
                    <a:pt x="68" y="197"/>
                  </a:cubicBezTo>
                  <a:cubicBezTo>
                    <a:pt x="107" y="175"/>
                    <a:pt x="138" y="117"/>
                    <a:pt x="138" y="70"/>
                  </a:cubicBezTo>
                  <a:cubicBezTo>
                    <a:pt x="136" y="21"/>
                    <a:pt x="105" y="1"/>
                    <a:pt x="68" y="21"/>
                  </a:cubicBezTo>
                  <a:close/>
                </a:path>
              </a:pathLst>
            </a:custGeom>
            <a:solidFill>
              <a:srgbClr val="6D6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39"/>
            <p:cNvSpPr/>
            <p:nvPr/>
          </p:nvSpPr>
          <p:spPr>
            <a:xfrm>
              <a:off x="-2313382" y="3760779"/>
              <a:ext cx="265046" cy="429205"/>
            </a:xfrm>
            <a:custGeom>
              <a:rect b="b" l="l" r="r" t="t"/>
              <a:pathLst>
                <a:path extrusionOk="0" h="719" w="444">
                  <a:moveTo>
                    <a:pt x="221" y="72"/>
                  </a:moveTo>
                  <a:cubicBezTo>
                    <a:pt x="98" y="144"/>
                    <a:pt x="0" y="330"/>
                    <a:pt x="0" y="489"/>
                  </a:cubicBezTo>
                  <a:cubicBezTo>
                    <a:pt x="0" y="647"/>
                    <a:pt x="98" y="719"/>
                    <a:pt x="221" y="647"/>
                  </a:cubicBezTo>
                  <a:cubicBezTo>
                    <a:pt x="344" y="575"/>
                    <a:pt x="444" y="389"/>
                    <a:pt x="444" y="232"/>
                  </a:cubicBezTo>
                  <a:cubicBezTo>
                    <a:pt x="444" y="74"/>
                    <a:pt x="344" y="1"/>
                    <a:pt x="221"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39"/>
            <p:cNvSpPr/>
            <p:nvPr/>
          </p:nvSpPr>
          <p:spPr>
            <a:xfrm>
              <a:off x="-2262641" y="3846143"/>
              <a:ext cx="163564" cy="262060"/>
            </a:xfrm>
            <a:custGeom>
              <a:rect b="b" l="l" r="r" t="t"/>
              <a:pathLst>
                <a:path extrusionOk="0" h="439" w="274">
                  <a:moveTo>
                    <a:pt x="136" y="44"/>
                  </a:moveTo>
                  <a:cubicBezTo>
                    <a:pt x="62" y="89"/>
                    <a:pt x="1" y="201"/>
                    <a:pt x="1" y="297"/>
                  </a:cubicBezTo>
                  <a:cubicBezTo>
                    <a:pt x="1" y="392"/>
                    <a:pt x="62" y="439"/>
                    <a:pt x="136" y="396"/>
                  </a:cubicBezTo>
                  <a:cubicBezTo>
                    <a:pt x="212" y="351"/>
                    <a:pt x="273" y="238"/>
                    <a:pt x="273" y="142"/>
                  </a:cubicBezTo>
                  <a:cubicBezTo>
                    <a:pt x="273" y="44"/>
                    <a:pt x="212" y="1"/>
                    <a:pt x="136" y="44"/>
                  </a:cubicBez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39"/>
            <p:cNvSpPr/>
            <p:nvPr/>
          </p:nvSpPr>
          <p:spPr>
            <a:xfrm>
              <a:off x="-2222049" y="3912404"/>
              <a:ext cx="82379" cy="130135"/>
            </a:xfrm>
            <a:custGeom>
              <a:rect b="b" l="l" r="r" t="t"/>
              <a:pathLst>
                <a:path extrusionOk="0" h="218" w="138">
                  <a:moveTo>
                    <a:pt x="68" y="21"/>
                  </a:moveTo>
                  <a:cubicBezTo>
                    <a:pt x="31" y="43"/>
                    <a:pt x="0" y="100"/>
                    <a:pt x="0" y="148"/>
                  </a:cubicBezTo>
                  <a:cubicBezTo>
                    <a:pt x="0" y="197"/>
                    <a:pt x="31" y="217"/>
                    <a:pt x="68" y="197"/>
                  </a:cubicBezTo>
                  <a:cubicBezTo>
                    <a:pt x="107" y="174"/>
                    <a:pt x="138" y="117"/>
                    <a:pt x="138" y="68"/>
                  </a:cubicBezTo>
                  <a:cubicBezTo>
                    <a:pt x="135" y="21"/>
                    <a:pt x="107" y="0"/>
                    <a:pt x="68" y="21"/>
                  </a:cubicBezTo>
                  <a:close/>
                </a:path>
              </a:pathLst>
            </a:custGeom>
            <a:solidFill>
              <a:srgbClr val="6D6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39"/>
            <p:cNvSpPr/>
            <p:nvPr/>
          </p:nvSpPr>
          <p:spPr>
            <a:xfrm>
              <a:off x="-2613049" y="3930312"/>
              <a:ext cx="265643" cy="429802"/>
            </a:xfrm>
            <a:custGeom>
              <a:rect b="b" l="l" r="r" t="t"/>
              <a:pathLst>
                <a:path extrusionOk="0" h="720" w="445">
                  <a:moveTo>
                    <a:pt x="222" y="73"/>
                  </a:moveTo>
                  <a:cubicBezTo>
                    <a:pt x="99" y="144"/>
                    <a:pt x="1" y="330"/>
                    <a:pt x="1" y="490"/>
                  </a:cubicBezTo>
                  <a:cubicBezTo>
                    <a:pt x="1" y="647"/>
                    <a:pt x="99" y="719"/>
                    <a:pt x="222" y="647"/>
                  </a:cubicBezTo>
                  <a:cubicBezTo>
                    <a:pt x="344" y="576"/>
                    <a:pt x="445" y="390"/>
                    <a:pt x="445" y="230"/>
                  </a:cubicBezTo>
                  <a:cubicBezTo>
                    <a:pt x="445" y="73"/>
                    <a:pt x="344" y="1"/>
                    <a:pt x="222" y="7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39"/>
            <p:cNvSpPr/>
            <p:nvPr/>
          </p:nvSpPr>
          <p:spPr>
            <a:xfrm>
              <a:off x="-2561712" y="4016273"/>
              <a:ext cx="162967" cy="259075"/>
            </a:xfrm>
            <a:custGeom>
              <a:rect b="b" l="l" r="r" t="t"/>
              <a:pathLst>
                <a:path extrusionOk="0" h="434" w="273">
                  <a:moveTo>
                    <a:pt x="136" y="41"/>
                  </a:moveTo>
                  <a:cubicBezTo>
                    <a:pt x="62" y="84"/>
                    <a:pt x="1" y="197"/>
                    <a:pt x="1" y="295"/>
                  </a:cubicBezTo>
                  <a:cubicBezTo>
                    <a:pt x="1" y="389"/>
                    <a:pt x="62" y="434"/>
                    <a:pt x="136" y="391"/>
                  </a:cubicBezTo>
                  <a:cubicBezTo>
                    <a:pt x="211" y="348"/>
                    <a:pt x="273" y="235"/>
                    <a:pt x="273" y="137"/>
                  </a:cubicBezTo>
                  <a:cubicBezTo>
                    <a:pt x="269" y="43"/>
                    <a:pt x="211" y="0"/>
                    <a:pt x="136" y="41"/>
                  </a:cubicBez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39"/>
            <p:cNvSpPr/>
            <p:nvPr/>
          </p:nvSpPr>
          <p:spPr>
            <a:xfrm>
              <a:off x="-2519926" y="4079549"/>
              <a:ext cx="81185" cy="130135"/>
            </a:xfrm>
            <a:custGeom>
              <a:rect b="b" l="l" r="r" t="t"/>
              <a:pathLst>
                <a:path extrusionOk="0" h="218" w="136">
                  <a:moveTo>
                    <a:pt x="66" y="21"/>
                  </a:moveTo>
                  <a:cubicBezTo>
                    <a:pt x="29" y="43"/>
                    <a:pt x="0" y="101"/>
                    <a:pt x="0" y="150"/>
                  </a:cubicBezTo>
                  <a:cubicBezTo>
                    <a:pt x="0" y="197"/>
                    <a:pt x="31" y="217"/>
                    <a:pt x="66" y="197"/>
                  </a:cubicBezTo>
                  <a:cubicBezTo>
                    <a:pt x="105" y="174"/>
                    <a:pt x="135" y="119"/>
                    <a:pt x="135" y="70"/>
                  </a:cubicBezTo>
                  <a:cubicBezTo>
                    <a:pt x="135" y="21"/>
                    <a:pt x="105" y="1"/>
                    <a:pt x="66" y="21"/>
                  </a:cubicBezTo>
                  <a:close/>
                </a:path>
              </a:pathLst>
            </a:custGeom>
            <a:solidFill>
              <a:srgbClr val="6D6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39"/>
            <p:cNvSpPr/>
            <p:nvPr/>
          </p:nvSpPr>
          <p:spPr>
            <a:xfrm>
              <a:off x="-2912120" y="4100442"/>
              <a:ext cx="265643" cy="429205"/>
            </a:xfrm>
            <a:custGeom>
              <a:rect b="b" l="l" r="r" t="t"/>
              <a:pathLst>
                <a:path extrusionOk="0" h="719" w="445">
                  <a:moveTo>
                    <a:pt x="221" y="72"/>
                  </a:moveTo>
                  <a:cubicBezTo>
                    <a:pt x="99" y="143"/>
                    <a:pt x="1" y="330"/>
                    <a:pt x="1" y="487"/>
                  </a:cubicBezTo>
                  <a:cubicBezTo>
                    <a:pt x="1" y="647"/>
                    <a:pt x="99" y="718"/>
                    <a:pt x="221" y="647"/>
                  </a:cubicBezTo>
                  <a:cubicBezTo>
                    <a:pt x="344" y="575"/>
                    <a:pt x="444" y="387"/>
                    <a:pt x="444" y="229"/>
                  </a:cubicBezTo>
                  <a:cubicBezTo>
                    <a:pt x="444" y="72"/>
                    <a:pt x="344" y="0"/>
                    <a:pt x="221"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39"/>
            <p:cNvSpPr/>
            <p:nvPr/>
          </p:nvSpPr>
          <p:spPr>
            <a:xfrm>
              <a:off x="-2860783" y="4183418"/>
              <a:ext cx="162967" cy="262060"/>
            </a:xfrm>
            <a:custGeom>
              <a:rect b="b" l="l" r="r" t="t"/>
              <a:pathLst>
                <a:path extrusionOk="0" h="439" w="273">
                  <a:moveTo>
                    <a:pt x="135" y="43"/>
                  </a:moveTo>
                  <a:cubicBezTo>
                    <a:pt x="62" y="88"/>
                    <a:pt x="0" y="201"/>
                    <a:pt x="0" y="297"/>
                  </a:cubicBezTo>
                  <a:cubicBezTo>
                    <a:pt x="0" y="395"/>
                    <a:pt x="62" y="438"/>
                    <a:pt x="135" y="395"/>
                  </a:cubicBezTo>
                  <a:cubicBezTo>
                    <a:pt x="209" y="350"/>
                    <a:pt x="273" y="238"/>
                    <a:pt x="273" y="142"/>
                  </a:cubicBezTo>
                  <a:cubicBezTo>
                    <a:pt x="273" y="43"/>
                    <a:pt x="213" y="0"/>
                    <a:pt x="135" y="43"/>
                  </a:cubicBez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39"/>
            <p:cNvSpPr/>
            <p:nvPr/>
          </p:nvSpPr>
          <p:spPr>
            <a:xfrm>
              <a:off x="-2820787" y="4247888"/>
              <a:ext cx="82976" cy="131328"/>
            </a:xfrm>
            <a:custGeom>
              <a:rect b="b" l="l" r="r" t="t"/>
              <a:pathLst>
                <a:path extrusionOk="0" h="220" w="139">
                  <a:moveTo>
                    <a:pt x="68" y="23"/>
                  </a:moveTo>
                  <a:cubicBezTo>
                    <a:pt x="32" y="46"/>
                    <a:pt x="1" y="103"/>
                    <a:pt x="1" y="152"/>
                  </a:cubicBezTo>
                  <a:cubicBezTo>
                    <a:pt x="1" y="199"/>
                    <a:pt x="32" y="220"/>
                    <a:pt x="68" y="199"/>
                  </a:cubicBezTo>
                  <a:cubicBezTo>
                    <a:pt x="107" y="177"/>
                    <a:pt x="136" y="120"/>
                    <a:pt x="136" y="72"/>
                  </a:cubicBezTo>
                  <a:cubicBezTo>
                    <a:pt x="138" y="23"/>
                    <a:pt x="107" y="1"/>
                    <a:pt x="68" y="23"/>
                  </a:cubicBezTo>
                  <a:close/>
                </a:path>
              </a:pathLst>
            </a:custGeom>
            <a:solidFill>
              <a:srgbClr val="6D6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39"/>
            <p:cNvSpPr/>
            <p:nvPr/>
          </p:nvSpPr>
          <p:spPr>
            <a:xfrm>
              <a:off x="-1975509" y="3612737"/>
              <a:ext cx="266837" cy="429802"/>
            </a:xfrm>
            <a:custGeom>
              <a:rect b="b" l="l" r="r" t="t"/>
              <a:pathLst>
                <a:path extrusionOk="0" h="720" w="447">
                  <a:moveTo>
                    <a:pt x="224" y="73"/>
                  </a:moveTo>
                  <a:cubicBezTo>
                    <a:pt x="101" y="144"/>
                    <a:pt x="1" y="330"/>
                    <a:pt x="1" y="490"/>
                  </a:cubicBezTo>
                  <a:cubicBezTo>
                    <a:pt x="1" y="647"/>
                    <a:pt x="101" y="719"/>
                    <a:pt x="224" y="647"/>
                  </a:cubicBezTo>
                  <a:cubicBezTo>
                    <a:pt x="347" y="576"/>
                    <a:pt x="447" y="390"/>
                    <a:pt x="447" y="230"/>
                  </a:cubicBezTo>
                  <a:cubicBezTo>
                    <a:pt x="447" y="73"/>
                    <a:pt x="347" y="1"/>
                    <a:pt x="224" y="7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39"/>
            <p:cNvSpPr/>
            <p:nvPr/>
          </p:nvSpPr>
          <p:spPr>
            <a:xfrm>
              <a:off x="-1922978" y="3698697"/>
              <a:ext cx="161773" cy="261463"/>
            </a:xfrm>
            <a:custGeom>
              <a:rect b="b" l="l" r="r" t="t"/>
              <a:pathLst>
                <a:path extrusionOk="0" h="438" w="271">
                  <a:moveTo>
                    <a:pt x="136" y="43"/>
                  </a:moveTo>
                  <a:cubicBezTo>
                    <a:pt x="62" y="86"/>
                    <a:pt x="1" y="199"/>
                    <a:pt x="1" y="297"/>
                  </a:cubicBezTo>
                  <a:cubicBezTo>
                    <a:pt x="1" y="393"/>
                    <a:pt x="62" y="438"/>
                    <a:pt x="136" y="393"/>
                  </a:cubicBezTo>
                  <a:cubicBezTo>
                    <a:pt x="209" y="350"/>
                    <a:pt x="271" y="238"/>
                    <a:pt x="271" y="141"/>
                  </a:cubicBezTo>
                  <a:cubicBezTo>
                    <a:pt x="271" y="43"/>
                    <a:pt x="209" y="0"/>
                    <a:pt x="136" y="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39"/>
            <p:cNvSpPr/>
            <p:nvPr/>
          </p:nvSpPr>
          <p:spPr>
            <a:xfrm>
              <a:off x="-1883579" y="3761973"/>
              <a:ext cx="83573" cy="132522"/>
            </a:xfrm>
            <a:custGeom>
              <a:rect b="b" l="l" r="r" t="t"/>
              <a:pathLst>
                <a:path extrusionOk="0" h="222" w="140">
                  <a:moveTo>
                    <a:pt x="70" y="25"/>
                  </a:moveTo>
                  <a:cubicBezTo>
                    <a:pt x="31" y="48"/>
                    <a:pt x="0" y="103"/>
                    <a:pt x="0" y="152"/>
                  </a:cubicBezTo>
                  <a:cubicBezTo>
                    <a:pt x="0" y="201"/>
                    <a:pt x="31" y="222"/>
                    <a:pt x="70" y="201"/>
                  </a:cubicBezTo>
                  <a:cubicBezTo>
                    <a:pt x="109" y="179"/>
                    <a:pt x="135" y="121"/>
                    <a:pt x="135" y="72"/>
                  </a:cubicBezTo>
                  <a:cubicBezTo>
                    <a:pt x="139" y="25"/>
                    <a:pt x="105" y="1"/>
                    <a:pt x="70" y="2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39"/>
            <p:cNvSpPr/>
            <p:nvPr/>
          </p:nvSpPr>
          <p:spPr>
            <a:xfrm>
              <a:off x="-2274580" y="3781673"/>
              <a:ext cx="266837" cy="429205"/>
            </a:xfrm>
            <a:custGeom>
              <a:rect b="b" l="l" r="r" t="t"/>
              <a:pathLst>
                <a:path extrusionOk="0" h="719" w="447">
                  <a:moveTo>
                    <a:pt x="223" y="70"/>
                  </a:moveTo>
                  <a:cubicBezTo>
                    <a:pt x="101" y="141"/>
                    <a:pt x="0" y="330"/>
                    <a:pt x="0" y="487"/>
                  </a:cubicBezTo>
                  <a:cubicBezTo>
                    <a:pt x="0" y="647"/>
                    <a:pt x="101" y="718"/>
                    <a:pt x="223" y="647"/>
                  </a:cubicBezTo>
                  <a:cubicBezTo>
                    <a:pt x="346" y="575"/>
                    <a:pt x="446" y="387"/>
                    <a:pt x="446" y="229"/>
                  </a:cubicBezTo>
                  <a:cubicBezTo>
                    <a:pt x="446" y="74"/>
                    <a:pt x="346" y="0"/>
                    <a:pt x="223" y="7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39"/>
            <p:cNvSpPr/>
            <p:nvPr/>
          </p:nvSpPr>
          <p:spPr>
            <a:xfrm>
              <a:off x="-2222049" y="3865842"/>
              <a:ext cx="161773" cy="262060"/>
            </a:xfrm>
            <a:custGeom>
              <a:rect b="b" l="l" r="r" t="t"/>
              <a:pathLst>
                <a:path extrusionOk="0" h="439" w="271">
                  <a:moveTo>
                    <a:pt x="135" y="45"/>
                  </a:moveTo>
                  <a:cubicBezTo>
                    <a:pt x="62" y="88"/>
                    <a:pt x="0" y="201"/>
                    <a:pt x="0" y="297"/>
                  </a:cubicBezTo>
                  <a:cubicBezTo>
                    <a:pt x="0" y="393"/>
                    <a:pt x="60" y="438"/>
                    <a:pt x="135" y="395"/>
                  </a:cubicBezTo>
                  <a:cubicBezTo>
                    <a:pt x="209" y="352"/>
                    <a:pt x="271" y="240"/>
                    <a:pt x="271" y="142"/>
                  </a:cubicBezTo>
                  <a:cubicBezTo>
                    <a:pt x="271" y="45"/>
                    <a:pt x="211" y="0"/>
                    <a:pt x="135" y="4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39"/>
            <p:cNvSpPr/>
            <p:nvPr/>
          </p:nvSpPr>
          <p:spPr>
            <a:xfrm>
              <a:off x="-2183247" y="3931506"/>
              <a:ext cx="84170" cy="130135"/>
            </a:xfrm>
            <a:custGeom>
              <a:rect b="b" l="l" r="r" t="t"/>
              <a:pathLst>
                <a:path extrusionOk="0" h="218" w="141">
                  <a:moveTo>
                    <a:pt x="70" y="21"/>
                  </a:moveTo>
                  <a:cubicBezTo>
                    <a:pt x="32" y="44"/>
                    <a:pt x="1" y="101"/>
                    <a:pt x="1" y="150"/>
                  </a:cubicBezTo>
                  <a:cubicBezTo>
                    <a:pt x="1" y="197"/>
                    <a:pt x="32" y="218"/>
                    <a:pt x="70" y="197"/>
                  </a:cubicBezTo>
                  <a:cubicBezTo>
                    <a:pt x="109" y="175"/>
                    <a:pt x="140" y="118"/>
                    <a:pt x="140" y="71"/>
                  </a:cubicBezTo>
                  <a:cubicBezTo>
                    <a:pt x="140" y="21"/>
                    <a:pt x="109" y="1"/>
                    <a:pt x="70" y="2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39"/>
            <p:cNvSpPr/>
            <p:nvPr/>
          </p:nvSpPr>
          <p:spPr>
            <a:xfrm>
              <a:off x="-2572457" y="3950012"/>
              <a:ext cx="266837" cy="429205"/>
            </a:xfrm>
            <a:custGeom>
              <a:rect b="b" l="l" r="r" t="t"/>
              <a:pathLst>
                <a:path extrusionOk="0" h="719" w="447">
                  <a:moveTo>
                    <a:pt x="223" y="72"/>
                  </a:moveTo>
                  <a:cubicBezTo>
                    <a:pt x="101" y="144"/>
                    <a:pt x="0" y="330"/>
                    <a:pt x="0" y="490"/>
                  </a:cubicBezTo>
                  <a:cubicBezTo>
                    <a:pt x="0" y="647"/>
                    <a:pt x="101" y="719"/>
                    <a:pt x="223" y="647"/>
                  </a:cubicBezTo>
                  <a:cubicBezTo>
                    <a:pt x="346" y="576"/>
                    <a:pt x="446" y="389"/>
                    <a:pt x="446" y="230"/>
                  </a:cubicBezTo>
                  <a:cubicBezTo>
                    <a:pt x="446" y="74"/>
                    <a:pt x="346" y="1"/>
                    <a:pt x="223" y="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39"/>
            <p:cNvSpPr/>
            <p:nvPr/>
          </p:nvSpPr>
          <p:spPr>
            <a:xfrm>
              <a:off x="-2519926" y="4035375"/>
              <a:ext cx="161773" cy="262060"/>
            </a:xfrm>
            <a:custGeom>
              <a:rect b="b" l="l" r="r" t="t"/>
              <a:pathLst>
                <a:path extrusionOk="0" h="439" w="271">
                  <a:moveTo>
                    <a:pt x="135" y="44"/>
                  </a:moveTo>
                  <a:cubicBezTo>
                    <a:pt x="62" y="87"/>
                    <a:pt x="0" y="201"/>
                    <a:pt x="0" y="298"/>
                  </a:cubicBezTo>
                  <a:cubicBezTo>
                    <a:pt x="0" y="394"/>
                    <a:pt x="62" y="439"/>
                    <a:pt x="135" y="394"/>
                  </a:cubicBezTo>
                  <a:cubicBezTo>
                    <a:pt x="209" y="351"/>
                    <a:pt x="270" y="238"/>
                    <a:pt x="270" y="142"/>
                  </a:cubicBezTo>
                  <a:cubicBezTo>
                    <a:pt x="268" y="44"/>
                    <a:pt x="207" y="1"/>
                    <a:pt x="135" y="4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39"/>
            <p:cNvSpPr/>
            <p:nvPr/>
          </p:nvSpPr>
          <p:spPr>
            <a:xfrm>
              <a:off x="-2481124" y="4100442"/>
              <a:ext cx="83573" cy="130135"/>
            </a:xfrm>
            <a:custGeom>
              <a:rect b="b" l="l" r="r" t="t"/>
              <a:pathLst>
                <a:path extrusionOk="0" h="218" w="140">
                  <a:moveTo>
                    <a:pt x="70" y="21"/>
                  </a:moveTo>
                  <a:cubicBezTo>
                    <a:pt x="31" y="43"/>
                    <a:pt x="1" y="98"/>
                    <a:pt x="1" y="148"/>
                  </a:cubicBezTo>
                  <a:cubicBezTo>
                    <a:pt x="1" y="197"/>
                    <a:pt x="31" y="217"/>
                    <a:pt x="70" y="197"/>
                  </a:cubicBezTo>
                  <a:cubicBezTo>
                    <a:pt x="109" y="174"/>
                    <a:pt x="140" y="117"/>
                    <a:pt x="140" y="68"/>
                  </a:cubicBezTo>
                  <a:cubicBezTo>
                    <a:pt x="138" y="21"/>
                    <a:pt x="107" y="0"/>
                    <a:pt x="70" y="2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39"/>
            <p:cNvSpPr/>
            <p:nvPr/>
          </p:nvSpPr>
          <p:spPr>
            <a:xfrm>
              <a:off x="-2871528" y="4120142"/>
              <a:ext cx="266837" cy="429205"/>
            </a:xfrm>
            <a:custGeom>
              <a:rect b="b" l="l" r="r" t="t"/>
              <a:pathLst>
                <a:path extrusionOk="0" h="719" w="447">
                  <a:moveTo>
                    <a:pt x="223" y="72"/>
                  </a:moveTo>
                  <a:cubicBezTo>
                    <a:pt x="100" y="143"/>
                    <a:pt x="0" y="329"/>
                    <a:pt x="0" y="489"/>
                  </a:cubicBezTo>
                  <a:cubicBezTo>
                    <a:pt x="0" y="647"/>
                    <a:pt x="100" y="718"/>
                    <a:pt x="223" y="647"/>
                  </a:cubicBezTo>
                  <a:cubicBezTo>
                    <a:pt x="346" y="575"/>
                    <a:pt x="446" y="389"/>
                    <a:pt x="446" y="229"/>
                  </a:cubicBezTo>
                  <a:cubicBezTo>
                    <a:pt x="446" y="72"/>
                    <a:pt x="346" y="0"/>
                    <a:pt x="223" y="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39"/>
            <p:cNvSpPr/>
            <p:nvPr/>
          </p:nvSpPr>
          <p:spPr>
            <a:xfrm>
              <a:off x="-2818996" y="4205505"/>
              <a:ext cx="161773" cy="259075"/>
            </a:xfrm>
            <a:custGeom>
              <a:rect b="b" l="l" r="r" t="t"/>
              <a:pathLst>
                <a:path extrusionOk="0" h="434" w="271">
                  <a:moveTo>
                    <a:pt x="135" y="41"/>
                  </a:moveTo>
                  <a:cubicBezTo>
                    <a:pt x="61" y="84"/>
                    <a:pt x="0" y="197"/>
                    <a:pt x="0" y="293"/>
                  </a:cubicBezTo>
                  <a:cubicBezTo>
                    <a:pt x="0" y="389"/>
                    <a:pt x="61" y="434"/>
                    <a:pt x="135" y="391"/>
                  </a:cubicBezTo>
                  <a:cubicBezTo>
                    <a:pt x="209" y="348"/>
                    <a:pt x="270" y="236"/>
                    <a:pt x="270" y="137"/>
                  </a:cubicBezTo>
                  <a:cubicBezTo>
                    <a:pt x="270" y="41"/>
                    <a:pt x="209" y="0"/>
                    <a:pt x="135" y="4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39"/>
            <p:cNvSpPr/>
            <p:nvPr/>
          </p:nvSpPr>
          <p:spPr>
            <a:xfrm>
              <a:off x="-2780195" y="4267588"/>
              <a:ext cx="82379" cy="132522"/>
            </a:xfrm>
            <a:custGeom>
              <a:rect b="b" l="l" r="r" t="t"/>
              <a:pathLst>
                <a:path extrusionOk="0" h="222" w="138">
                  <a:moveTo>
                    <a:pt x="70" y="23"/>
                  </a:moveTo>
                  <a:cubicBezTo>
                    <a:pt x="31" y="48"/>
                    <a:pt x="0" y="103"/>
                    <a:pt x="0" y="152"/>
                  </a:cubicBezTo>
                  <a:cubicBezTo>
                    <a:pt x="0" y="201"/>
                    <a:pt x="31" y="222"/>
                    <a:pt x="70" y="201"/>
                  </a:cubicBezTo>
                  <a:cubicBezTo>
                    <a:pt x="109" y="177"/>
                    <a:pt x="138" y="121"/>
                    <a:pt x="138" y="72"/>
                  </a:cubicBezTo>
                  <a:cubicBezTo>
                    <a:pt x="138" y="23"/>
                    <a:pt x="107" y="1"/>
                    <a:pt x="70" y="2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39"/>
            <p:cNvSpPr/>
            <p:nvPr/>
          </p:nvSpPr>
          <p:spPr>
            <a:xfrm>
              <a:off x="-4161532" y="1983668"/>
              <a:ext cx="3809735" cy="3114872"/>
            </a:xfrm>
            <a:custGeom>
              <a:rect b="b" l="l" r="r" t="t"/>
              <a:pathLst>
                <a:path extrusionOk="0" h="5218" w="6382">
                  <a:moveTo>
                    <a:pt x="5760" y="156"/>
                  </a:moveTo>
                  <a:cubicBezTo>
                    <a:pt x="6073" y="156"/>
                    <a:pt x="6218" y="512"/>
                    <a:pt x="6216" y="844"/>
                  </a:cubicBezTo>
                  <a:cubicBezTo>
                    <a:pt x="6218" y="1457"/>
                    <a:pt x="5833" y="2200"/>
                    <a:pt x="5377" y="2464"/>
                  </a:cubicBezTo>
                  <a:lnTo>
                    <a:pt x="1077" y="4948"/>
                  </a:lnTo>
                  <a:cubicBezTo>
                    <a:pt x="944" y="5023"/>
                    <a:pt x="825" y="5062"/>
                    <a:pt x="719" y="5062"/>
                  </a:cubicBezTo>
                  <a:cubicBezTo>
                    <a:pt x="479" y="5062"/>
                    <a:pt x="375" y="4854"/>
                    <a:pt x="328" y="4684"/>
                  </a:cubicBezTo>
                  <a:cubicBezTo>
                    <a:pt x="185" y="4154"/>
                    <a:pt x="430" y="3162"/>
                    <a:pt x="1148" y="2748"/>
                  </a:cubicBezTo>
                  <a:lnTo>
                    <a:pt x="5363" y="306"/>
                  </a:lnTo>
                  <a:cubicBezTo>
                    <a:pt x="5506" y="205"/>
                    <a:pt x="5643" y="156"/>
                    <a:pt x="5760" y="156"/>
                  </a:cubicBezTo>
                  <a:close/>
                  <a:moveTo>
                    <a:pt x="5760" y="1"/>
                  </a:moveTo>
                  <a:cubicBezTo>
                    <a:pt x="5613" y="1"/>
                    <a:pt x="5449" y="60"/>
                    <a:pt x="5281" y="173"/>
                  </a:cubicBezTo>
                  <a:lnTo>
                    <a:pt x="1073" y="2609"/>
                  </a:lnTo>
                  <a:cubicBezTo>
                    <a:pt x="326" y="3039"/>
                    <a:pt x="1" y="4068"/>
                    <a:pt x="176" y="4723"/>
                  </a:cubicBezTo>
                  <a:cubicBezTo>
                    <a:pt x="262" y="5036"/>
                    <a:pt x="459" y="5218"/>
                    <a:pt x="723" y="5218"/>
                  </a:cubicBezTo>
                  <a:cubicBezTo>
                    <a:pt x="856" y="5218"/>
                    <a:pt x="1003" y="5173"/>
                    <a:pt x="1159" y="5083"/>
                  </a:cubicBezTo>
                  <a:lnTo>
                    <a:pt x="5459" y="2599"/>
                  </a:lnTo>
                  <a:cubicBezTo>
                    <a:pt x="5960" y="2313"/>
                    <a:pt x="6382" y="1506"/>
                    <a:pt x="6376" y="842"/>
                  </a:cubicBezTo>
                  <a:cubicBezTo>
                    <a:pt x="6374" y="346"/>
                    <a:pt x="6120" y="1"/>
                    <a:pt x="57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39"/>
            <p:cNvSpPr/>
            <p:nvPr/>
          </p:nvSpPr>
          <p:spPr>
            <a:xfrm>
              <a:off x="-8938307" y="2593151"/>
              <a:ext cx="3305909" cy="3355442"/>
            </a:xfrm>
            <a:custGeom>
              <a:rect b="b" l="l" r="r" t="t"/>
              <a:pathLst>
                <a:path extrusionOk="0" h="5621" w="5538">
                  <a:moveTo>
                    <a:pt x="5529" y="3200"/>
                  </a:moveTo>
                  <a:lnTo>
                    <a:pt x="1" y="1"/>
                  </a:lnTo>
                  <a:lnTo>
                    <a:pt x="9" y="2423"/>
                  </a:lnTo>
                  <a:lnTo>
                    <a:pt x="5537" y="562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39"/>
            <p:cNvSpPr/>
            <p:nvPr/>
          </p:nvSpPr>
          <p:spPr>
            <a:xfrm>
              <a:off x="-8938307" y="2717913"/>
              <a:ext cx="3153090" cy="2553144"/>
            </a:xfrm>
            <a:custGeom>
              <a:rect b="b" l="l" r="r" t="t"/>
              <a:pathLst>
                <a:path extrusionOk="0" h="4277" w="5282">
                  <a:moveTo>
                    <a:pt x="1" y="0"/>
                  </a:moveTo>
                  <a:lnTo>
                    <a:pt x="5" y="1216"/>
                  </a:lnTo>
                  <a:lnTo>
                    <a:pt x="5281" y="4276"/>
                  </a:lnTo>
                  <a:lnTo>
                    <a:pt x="5144" y="2912"/>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39"/>
            <p:cNvSpPr/>
            <p:nvPr/>
          </p:nvSpPr>
          <p:spPr>
            <a:xfrm>
              <a:off x="-9708967" y="2498236"/>
              <a:ext cx="779020" cy="2368688"/>
            </a:xfrm>
            <a:custGeom>
              <a:rect b="b" l="l" r="r" t="t"/>
              <a:pathLst>
                <a:path extrusionOk="0" h="3968" w="1305">
                  <a:moveTo>
                    <a:pt x="386" y="2905"/>
                  </a:moveTo>
                  <a:lnTo>
                    <a:pt x="7" y="3906"/>
                  </a:lnTo>
                  <a:cubicBezTo>
                    <a:pt x="1" y="3926"/>
                    <a:pt x="1" y="3947"/>
                    <a:pt x="11" y="3957"/>
                  </a:cubicBezTo>
                  <a:cubicBezTo>
                    <a:pt x="21" y="3967"/>
                    <a:pt x="36" y="3965"/>
                    <a:pt x="48" y="3947"/>
                  </a:cubicBezTo>
                  <a:lnTo>
                    <a:pt x="1304" y="2586"/>
                  </a:lnTo>
                  <a:lnTo>
                    <a:pt x="1302" y="2371"/>
                  </a:lnTo>
                  <a:lnTo>
                    <a:pt x="1302" y="2371"/>
                  </a:lnTo>
                  <a:cubicBezTo>
                    <a:pt x="1296" y="1561"/>
                    <a:pt x="1290" y="540"/>
                    <a:pt x="1286" y="160"/>
                  </a:cubicBezTo>
                  <a:lnTo>
                    <a:pt x="514" y="4"/>
                  </a:lnTo>
                  <a:cubicBezTo>
                    <a:pt x="502" y="0"/>
                    <a:pt x="486" y="10"/>
                    <a:pt x="476" y="29"/>
                  </a:cubicBezTo>
                  <a:lnTo>
                    <a:pt x="711" y="579"/>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39"/>
            <p:cNvSpPr/>
            <p:nvPr/>
          </p:nvSpPr>
          <p:spPr>
            <a:xfrm>
              <a:off x="-9400942" y="2565094"/>
              <a:ext cx="468606" cy="879901"/>
            </a:xfrm>
            <a:custGeom>
              <a:rect b="b" l="l" r="r" t="t"/>
              <a:pathLst>
                <a:path extrusionOk="0" h="1474" w="785">
                  <a:moveTo>
                    <a:pt x="784" y="1474"/>
                  </a:moveTo>
                  <a:lnTo>
                    <a:pt x="776" y="256"/>
                  </a:lnTo>
                  <a:lnTo>
                    <a:pt x="357" y="17"/>
                  </a:lnTo>
                  <a:lnTo>
                    <a:pt x="1" y="1"/>
                  </a:lnTo>
                  <a:lnTo>
                    <a:pt x="121" y="283"/>
                  </a:lnTo>
                  <a:lnTo>
                    <a:pt x="780" y="147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39"/>
            <p:cNvSpPr/>
            <p:nvPr/>
          </p:nvSpPr>
          <p:spPr>
            <a:xfrm>
              <a:off x="-9439743" y="2507787"/>
              <a:ext cx="3800781" cy="2045142"/>
            </a:xfrm>
            <a:custGeom>
              <a:rect b="b" l="l" r="r" t="t"/>
              <a:pathLst>
                <a:path extrusionOk="0" h="3426" w="6367">
                  <a:moveTo>
                    <a:pt x="6367" y="3425"/>
                  </a:moveTo>
                  <a:lnTo>
                    <a:pt x="839" y="227"/>
                  </a:lnTo>
                  <a:lnTo>
                    <a:pt x="0" y="0"/>
                  </a:lnTo>
                  <a:lnTo>
                    <a:pt x="27" y="95"/>
                  </a:lnTo>
                  <a:lnTo>
                    <a:pt x="5559" y="329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39"/>
            <p:cNvSpPr/>
            <p:nvPr/>
          </p:nvSpPr>
          <p:spPr>
            <a:xfrm>
              <a:off x="-6468735" y="4382201"/>
              <a:ext cx="786183" cy="2368688"/>
            </a:xfrm>
            <a:custGeom>
              <a:rect b="b" l="l" r="r" t="t"/>
              <a:pathLst>
                <a:path extrusionOk="0" h="3968" w="1317">
                  <a:moveTo>
                    <a:pt x="394" y="2906"/>
                  </a:moveTo>
                  <a:lnTo>
                    <a:pt x="9" y="3907"/>
                  </a:lnTo>
                  <a:cubicBezTo>
                    <a:pt x="1" y="3927"/>
                    <a:pt x="1" y="3947"/>
                    <a:pt x="11" y="3958"/>
                  </a:cubicBezTo>
                  <a:cubicBezTo>
                    <a:pt x="21" y="3968"/>
                    <a:pt x="38" y="3964"/>
                    <a:pt x="50" y="3947"/>
                  </a:cubicBezTo>
                  <a:lnTo>
                    <a:pt x="1316" y="2587"/>
                  </a:lnTo>
                  <a:lnTo>
                    <a:pt x="1316" y="2372"/>
                  </a:lnTo>
                  <a:lnTo>
                    <a:pt x="1316" y="2372"/>
                  </a:lnTo>
                  <a:lnTo>
                    <a:pt x="1316" y="158"/>
                  </a:lnTo>
                  <a:lnTo>
                    <a:pt x="547" y="3"/>
                  </a:lnTo>
                  <a:cubicBezTo>
                    <a:pt x="533" y="1"/>
                    <a:pt x="518" y="11"/>
                    <a:pt x="508" y="30"/>
                  </a:cubicBezTo>
                  <a:lnTo>
                    <a:pt x="727" y="60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39"/>
            <p:cNvSpPr/>
            <p:nvPr/>
          </p:nvSpPr>
          <p:spPr>
            <a:xfrm>
              <a:off x="-6166679" y="4395931"/>
              <a:ext cx="228632" cy="397567"/>
            </a:xfrm>
            <a:custGeom>
              <a:rect b="b" l="l" r="r" t="t"/>
              <a:pathLst>
                <a:path extrusionOk="0" h="666" w="383">
                  <a:moveTo>
                    <a:pt x="2" y="0"/>
                  </a:moveTo>
                  <a:cubicBezTo>
                    <a:pt x="0" y="2"/>
                    <a:pt x="0" y="2"/>
                    <a:pt x="0" y="7"/>
                  </a:cubicBezTo>
                  <a:lnTo>
                    <a:pt x="215" y="565"/>
                  </a:lnTo>
                  <a:lnTo>
                    <a:pt x="383" y="665"/>
                  </a:lnTo>
                  <a:lnTo>
                    <a:pt x="164" y="9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39"/>
            <p:cNvSpPr/>
            <p:nvPr/>
          </p:nvSpPr>
          <p:spPr>
            <a:xfrm>
              <a:off x="-6422173" y="4406676"/>
              <a:ext cx="784392" cy="2367494"/>
            </a:xfrm>
            <a:custGeom>
              <a:rect b="b" l="l" r="r" t="t"/>
              <a:pathLst>
                <a:path extrusionOk="0" h="3966" w="1314">
                  <a:moveTo>
                    <a:pt x="391" y="2906"/>
                  </a:moveTo>
                  <a:lnTo>
                    <a:pt x="9" y="3906"/>
                  </a:lnTo>
                  <a:cubicBezTo>
                    <a:pt x="1" y="3927"/>
                    <a:pt x="1" y="3947"/>
                    <a:pt x="11" y="3958"/>
                  </a:cubicBezTo>
                  <a:cubicBezTo>
                    <a:pt x="21" y="3966"/>
                    <a:pt x="35" y="3964"/>
                    <a:pt x="50" y="3947"/>
                  </a:cubicBezTo>
                  <a:lnTo>
                    <a:pt x="1314" y="2587"/>
                  </a:lnTo>
                  <a:lnTo>
                    <a:pt x="1314" y="2372"/>
                  </a:lnTo>
                  <a:lnTo>
                    <a:pt x="1314" y="2372"/>
                  </a:lnTo>
                  <a:lnTo>
                    <a:pt x="1314" y="158"/>
                  </a:lnTo>
                  <a:lnTo>
                    <a:pt x="545" y="3"/>
                  </a:lnTo>
                  <a:cubicBezTo>
                    <a:pt x="532" y="1"/>
                    <a:pt x="516" y="11"/>
                    <a:pt x="506" y="29"/>
                  </a:cubicBezTo>
                  <a:lnTo>
                    <a:pt x="727" y="60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39"/>
            <p:cNvSpPr/>
            <p:nvPr/>
          </p:nvSpPr>
          <p:spPr>
            <a:xfrm>
              <a:off x="-9449891" y="2484506"/>
              <a:ext cx="3812123" cy="2019473"/>
            </a:xfrm>
            <a:custGeom>
              <a:rect b="b" l="l" r="r" t="t"/>
              <a:pathLst>
                <a:path extrusionOk="0" h="3383" w="6386">
                  <a:moveTo>
                    <a:pt x="6386" y="3382"/>
                  </a:moveTo>
                  <a:lnTo>
                    <a:pt x="858" y="183"/>
                  </a:lnTo>
                  <a:lnTo>
                    <a:pt x="40" y="1"/>
                  </a:lnTo>
                  <a:lnTo>
                    <a:pt x="1" y="29"/>
                  </a:lnTo>
                  <a:lnTo>
                    <a:pt x="5576" y="324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39"/>
            <p:cNvSpPr/>
            <p:nvPr/>
          </p:nvSpPr>
          <p:spPr>
            <a:xfrm>
              <a:off x="-3680392" y="3982844"/>
              <a:ext cx="363543" cy="585605"/>
            </a:xfrm>
            <a:custGeom>
              <a:rect b="b" l="l" r="r" t="t"/>
              <a:pathLst>
                <a:path extrusionOk="0" h="981" w="609">
                  <a:moveTo>
                    <a:pt x="305" y="99"/>
                  </a:moveTo>
                  <a:cubicBezTo>
                    <a:pt x="473" y="1"/>
                    <a:pt x="608" y="99"/>
                    <a:pt x="608" y="316"/>
                  </a:cubicBezTo>
                  <a:cubicBezTo>
                    <a:pt x="608" y="533"/>
                    <a:pt x="473" y="787"/>
                    <a:pt x="305" y="885"/>
                  </a:cubicBezTo>
                  <a:cubicBezTo>
                    <a:pt x="136" y="981"/>
                    <a:pt x="1" y="885"/>
                    <a:pt x="1" y="666"/>
                  </a:cubicBezTo>
                  <a:cubicBezTo>
                    <a:pt x="3" y="449"/>
                    <a:pt x="138" y="197"/>
                    <a:pt x="305" y="9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39"/>
            <p:cNvSpPr/>
            <p:nvPr/>
          </p:nvSpPr>
          <p:spPr>
            <a:xfrm>
              <a:off x="-3640993" y="4043135"/>
              <a:ext cx="321756" cy="497257"/>
            </a:xfrm>
            <a:custGeom>
              <a:rect b="b" l="l" r="r" t="t"/>
              <a:pathLst>
                <a:path extrusionOk="0" h="833" w="539">
                  <a:moveTo>
                    <a:pt x="477" y="16"/>
                  </a:moveTo>
                  <a:cubicBezTo>
                    <a:pt x="516" y="59"/>
                    <a:pt x="538" y="129"/>
                    <a:pt x="538" y="219"/>
                  </a:cubicBezTo>
                  <a:cubicBezTo>
                    <a:pt x="538" y="436"/>
                    <a:pt x="403" y="688"/>
                    <a:pt x="233" y="786"/>
                  </a:cubicBezTo>
                  <a:cubicBezTo>
                    <a:pt x="170" y="821"/>
                    <a:pt x="111" y="833"/>
                    <a:pt x="61" y="816"/>
                  </a:cubicBezTo>
                  <a:cubicBezTo>
                    <a:pt x="25" y="773"/>
                    <a:pt x="0" y="704"/>
                    <a:pt x="0" y="614"/>
                  </a:cubicBezTo>
                  <a:cubicBezTo>
                    <a:pt x="0" y="397"/>
                    <a:pt x="137" y="143"/>
                    <a:pt x="305" y="47"/>
                  </a:cubicBezTo>
                  <a:cubicBezTo>
                    <a:pt x="368" y="10"/>
                    <a:pt x="428" y="0"/>
                    <a:pt x="477" y="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39"/>
            <p:cNvSpPr/>
            <p:nvPr/>
          </p:nvSpPr>
          <p:spPr>
            <a:xfrm>
              <a:off x="-5531527" y="3536327"/>
              <a:ext cx="3088022" cy="2225420"/>
            </a:xfrm>
            <a:custGeom>
              <a:rect b="b" l="l" r="r" t="t"/>
              <a:pathLst>
                <a:path extrusionOk="0" h="3728" w="5173">
                  <a:moveTo>
                    <a:pt x="5172" y="0"/>
                  </a:moveTo>
                  <a:lnTo>
                    <a:pt x="0" y="3243"/>
                  </a:lnTo>
                  <a:lnTo>
                    <a:pt x="0" y="3728"/>
                  </a:lnTo>
                  <a:lnTo>
                    <a:pt x="5172" y="485"/>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39"/>
            <p:cNvSpPr/>
            <p:nvPr/>
          </p:nvSpPr>
          <p:spPr>
            <a:xfrm>
              <a:off x="-5531527" y="3745856"/>
              <a:ext cx="3088022" cy="2015892"/>
            </a:xfrm>
            <a:custGeom>
              <a:rect b="b" l="l" r="r" t="t"/>
              <a:pathLst>
                <a:path extrusionOk="0" h="3377" w="5173">
                  <a:moveTo>
                    <a:pt x="5172" y="1"/>
                  </a:moveTo>
                  <a:lnTo>
                    <a:pt x="0" y="3244"/>
                  </a:lnTo>
                  <a:lnTo>
                    <a:pt x="0" y="3377"/>
                  </a:lnTo>
                  <a:lnTo>
                    <a:pt x="5172" y="134"/>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39"/>
            <p:cNvSpPr/>
            <p:nvPr/>
          </p:nvSpPr>
          <p:spPr>
            <a:xfrm>
              <a:off x="-5335131" y="3857485"/>
              <a:ext cx="2488088" cy="1587880"/>
            </a:xfrm>
            <a:custGeom>
              <a:rect b="b" l="l" r="r" t="t"/>
              <a:pathLst>
                <a:path extrusionOk="0" h="2660" w="4168">
                  <a:moveTo>
                    <a:pt x="64" y="2539"/>
                  </a:moveTo>
                  <a:lnTo>
                    <a:pt x="4105" y="23"/>
                  </a:lnTo>
                  <a:cubicBezTo>
                    <a:pt x="4141" y="0"/>
                    <a:pt x="4168" y="4"/>
                    <a:pt x="4168" y="33"/>
                  </a:cubicBezTo>
                  <a:lnTo>
                    <a:pt x="4168" y="33"/>
                  </a:lnTo>
                  <a:cubicBezTo>
                    <a:pt x="4168" y="59"/>
                    <a:pt x="4141" y="100"/>
                    <a:pt x="4105" y="121"/>
                  </a:cubicBezTo>
                  <a:lnTo>
                    <a:pt x="64" y="2635"/>
                  </a:lnTo>
                  <a:cubicBezTo>
                    <a:pt x="29" y="2660"/>
                    <a:pt x="0" y="2654"/>
                    <a:pt x="0" y="2627"/>
                  </a:cubicBezTo>
                  <a:lnTo>
                    <a:pt x="0" y="2627"/>
                  </a:lnTo>
                  <a:cubicBezTo>
                    <a:pt x="0" y="2598"/>
                    <a:pt x="31" y="2560"/>
                    <a:pt x="64" y="2539"/>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39"/>
            <p:cNvSpPr/>
            <p:nvPr/>
          </p:nvSpPr>
          <p:spPr>
            <a:xfrm>
              <a:off x="-5884920" y="5373134"/>
              <a:ext cx="536658" cy="685296"/>
            </a:xfrm>
            <a:custGeom>
              <a:rect b="b" l="l" r="r" t="t"/>
              <a:pathLst>
                <a:path extrusionOk="0" h="1148" w="899">
                  <a:moveTo>
                    <a:pt x="678" y="88"/>
                  </a:moveTo>
                  <a:lnTo>
                    <a:pt x="1" y="583"/>
                  </a:lnTo>
                  <a:lnTo>
                    <a:pt x="1" y="1148"/>
                  </a:lnTo>
                  <a:lnTo>
                    <a:pt x="660" y="665"/>
                  </a:lnTo>
                  <a:cubicBezTo>
                    <a:pt x="668" y="661"/>
                    <a:pt x="674" y="657"/>
                    <a:pt x="678" y="653"/>
                  </a:cubicBezTo>
                  <a:cubicBezTo>
                    <a:pt x="799" y="563"/>
                    <a:pt x="895" y="366"/>
                    <a:pt x="895" y="211"/>
                  </a:cubicBezTo>
                  <a:cubicBezTo>
                    <a:pt x="899" y="53"/>
                    <a:pt x="799" y="0"/>
                    <a:pt x="678" y="8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39"/>
            <p:cNvSpPr/>
            <p:nvPr/>
          </p:nvSpPr>
          <p:spPr>
            <a:xfrm>
              <a:off x="-5615099" y="5484166"/>
              <a:ext cx="165952" cy="268029"/>
            </a:xfrm>
            <a:custGeom>
              <a:rect b="b" l="l" r="r" t="t"/>
              <a:pathLst>
                <a:path extrusionOk="0" h="449" w="278">
                  <a:moveTo>
                    <a:pt x="140" y="47"/>
                  </a:moveTo>
                  <a:cubicBezTo>
                    <a:pt x="62" y="90"/>
                    <a:pt x="1" y="205"/>
                    <a:pt x="1" y="305"/>
                  </a:cubicBezTo>
                  <a:cubicBezTo>
                    <a:pt x="1" y="405"/>
                    <a:pt x="62" y="448"/>
                    <a:pt x="140" y="403"/>
                  </a:cubicBezTo>
                  <a:cubicBezTo>
                    <a:pt x="216" y="358"/>
                    <a:pt x="277" y="244"/>
                    <a:pt x="277" y="148"/>
                  </a:cubicBezTo>
                  <a:cubicBezTo>
                    <a:pt x="277" y="47"/>
                    <a:pt x="216" y="0"/>
                    <a:pt x="140" y="4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39"/>
            <p:cNvSpPr/>
            <p:nvPr/>
          </p:nvSpPr>
          <p:spPr>
            <a:xfrm>
              <a:off x="-5591818" y="5535504"/>
              <a:ext cx="142671" cy="200574"/>
            </a:xfrm>
            <a:custGeom>
              <a:rect b="b" l="l" r="r" t="t"/>
              <a:pathLst>
                <a:path extrusionOk="0" h="336" w="239">
                  <a:moveTo>
                    <a:pt x="5" y="319"/>
                  </a:moveTo>
                  <a:cubicBezTo>
                    <a:pt x="31" y="336"/>
                    <a:pt x="64" y="334"/>
                    <a:pt x="101" y="313"/>
                  </a:cubicBezTo>
                  <a:cubicBezTo>
                    <a:pt x="177" y="270"/>
                    <a:pt x="238" y="156"/>
                    <a:pt x="238" y="58"/>
                  </a:cubicBezTo>
                  <a:cubicBezTo>
                    <a:pt x="238" y="43"/>
                    <a:pt x="236" y="27"/>
                    <a:pt x="232" y="15"/>
                  </a:cubicBezTo>
                  <a:cubicBezTo>
                    <a:pt x="207" y="0"/>
                    <a:pt x="175" y="0"/>
                    <a:pt x="138" y="21"/>
                  </a:cubicBezTo>
                  <a:cubicBezTo>
                    <a:pt x="62" y="64"/>
                    <a:pt x="1" y="178"/>
                    <a:pt x="1" y="276"/>
                  </a:cubicBezTo>
                  <a:cubicBezTo>
                    <a:pt x="1" y="293"/>
                    <a:pt x="3" y="307"/>
                    <a:pt x="5" y="3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39"/>
            <p:cNvSpPr/>
            <p:nvPr/>
          </p:nvSpPr>
          <p:spPr>
            <a:xfrm>
              <a:off x="-2768256" y="3413953"/>
              <a:ext cx="426819" cy="687087"/>
            </a:xfrm>
            <a:custGeom>
              <a:rect b="b" l="l" r="r" t="t"/>
              <a:pathLst>
                <a:path extrusionOk="0" h="1151" w="715">
                  <a:moveTo>
                    <a:pt x="359" y="113"/>
                  </a:moveTo>
                  <a:cubicBezTo>
                    <a:pt x="557" y="0"/>
                    <a:pt x="715" y="117"/>
                    <a:pt x="715" y="369"/>
                  </a:cubicBezTo>
                  <a:cubicBezTo>
                    <a:pt x="715" y="622"/>
                    <a:pt x="553" y="923"/>
                    <a:pt x="359" y="1038"/>
                  </a:cubicBezTo>
                  <a:cubicBezTo>
                    <a:pt x="163" y="1150"/>
                    <a:pt x="5" y="1034"/>
                    <a:pt x="5" y="782"/>
                  </a:cubicBezTo>
                  <a:cubicBezTo>
                    <a:pt x="1" y="526"/>
                    <a:pt x="163" y="226"/>
                    <a:pt x="359" y="11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39"/>
            <p:cNvSpPr/>
            <p:nvPr/>
          </p:nvSpPr>
          <p:spPr>
            <a:xfrm>
              <a:off x="-2715724" y="3480811"/>
              <a:ext cx="375482" cy="584412"/>
            </a:xfrm>
            <a:custGeom>
              <a:rect b="b" l="l" r="r" t="t"/>
              <a:pathLst>
                <a:path extrusionOk="0" h="979" w="629">
                  <a:moveTo>
                    <a:pt x="555" y="19"/>
                  </a:moveTo>
                  <a:cubicBezTo>
                    <a:pt x="602" y="71"/>
                    <a:pt x="629" y="152"/>
                    <a:pt x="629" y="257"/>
                  </a:cubicBezTo>
                  <a:cubicBezTo>
                    <a:pt x="629" y="512"/>
                    <a:pt x="469" y="811"/>
                    <a:pt x="275" y="926"/>
                  </a:cubicBezTo>
                  <a:cubicBezTo>
                    <a:pt x="199" y="969"/>
                    <a:pt x="132" y="979"/>
                    <a:pt x="75" y="961"/>
                  </a:cubicBezTo>
                  <a:cubicBezTo>
                    <a:pt x="30" y="909"/>
                    <a:pt x="1" y="828"/>
                    <a:pt x="1" y="723"/>
                  </a:cubicBezTo>
                  <a:cubicBezTo>
                    <a:pt x="1" y="467"/>
                    <a:pt x="163" y="169"/>
                    <a:pt x="357" y="54"/>
                  </a:cubicBezTo>
                  <a:cubicBezTo>
                    <a:pt x="431" y="15"/>
                    <a:pt x="496" y="1"/>
                    <a:pt x="555" y="19"/>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39"/>
            <p:cNvSpPr/>
            <p:nvPr/>
          </p:nvSpPr>
          <p:spPr>
            <a:xfrm>
              <a:off x="-4382402" y="4472937"/>
              <a:ext cx="152819" cy="278774"/>
            </a:xfrm>
            <a:custGeom>
              <a:rect b="b" l="l" r="r" t="t"/>
              <a:pathLst>
                <a:path extrusionOk="0" h="467" w="256">
                  <a:moveTo>
                    <a:pt x="254" y="94"/>
                  </a:moveTo>
                  <a:lnTo>
                    <a:pt x="248" y="311"/>
                  </a:lnTo>
                  <a:lnTo>
                    <a:pt x="0" y="467"/>
                  </a:lnTo>
                  <a:lnTo>
                    <a:pt x="4" y="238"/>
                  </a:lnTo>
                  <a:lnTo>
                    <a:pt x="4" y="227"/>
                  </a:lnTo>
                  <a:cubicBezTo>
                    <a:pt x="8" y="158"/>
                    <a:pt x="64" y="74"/>
                    <a:pt x="133" y="35"/>
                  </a:cubicBezTo>
                  <a:cubicBezTo>
                    <a:pt x="203" y="0"/>
                    <a:pt x="256" y="25"/>
                    <a:pt x="254" y="9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39"/>
            <p:cNvSpPr/>
            <p:nvPr/>
          </p:nvSpPr>
          <p:spPr>
            <a:xfrm>
              <a:off x="-4500001" y="4551138"/>
              <a:ext cx="374288" cy="167742"/>
            </a:xfrm>
            <a:custGeom>
              <a:rect b="b" l="l" r="r" t="t"/>
              <a:pathLst>
                <a:path extrusionOk="0" h="281" w="627">
                  <a:moveTo>
                    <a:pt x="1" y="49"/>
                  </a:moveTo>
                  <a:lnTo>
                    <a:pt x="21" y="281"/>
                  </a:lnTo>
                  <a:lnTo>
                    <a:pt x="525" y="240"/>
                  </a:lnTo>
                  <a:cubicBezTo>
                    <a:pt x="627" y="231"/>
                    <a:pt x="608" y="0"/>
                    <a:pt x="504" y="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39"/>
            <p:cNvSpPr/>
            <p:nvPr/>
          </p:nvSpPr>
          <p:spPr>
            <a:xfrm>
              <a:off x="-4500001" y="4566658"/>
              <a:ext cx="349813" cy="72828"/>
            </a:xfrm>
            <a:custGeom>
              <a:rect b="b" l="l" r="r" t="t"/>
              <a:pathLst>
                <a:path extrusionOk="0" h="122" w="586">
                  <a:moveTo>
                    <a:pt x="1" y="44"/>
                  </a:moveTo>
                  <a:lnTo>
                    <a:pt x="7" y="122"/>
                  </a:lnTo>
                  <a:lnTo>
                    <a:pt x="586" y="74"/>
                  </a:lnTo>
                  <a:cubicBezTo>
                    <a:pt x="580" y="44"/>
                    <a:pt x="568" y="15"/>
                    <a:pt x="549"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39"/>
            <p:cNvSpPr/>
            <p:nvPr/>
          </p:nvSpPr>
          <p:spPr>
            <a:xfrm>
              <a:off x="-4492241" y="4664558"/>
              <a:ext cx="338471" cy="41189"/>
            </a:xfrm>
            <a:custGeom>
              <a:rect b="b" l="l" r="r" t="t"/>
              <a:pathLst>
                <a:path extrusionOk="0" h="69" w="567">
                  <a:moveTo>
                    <a:pt x="0" y="48"/>
                  </a:moveTo>
                  <a:lnTo>
                    <a:pt x="2" y="68"/>
                  </a:lnTo>
                  <a:lnTo>
                    <a:pt x="555" y="21"/>
                  </a:lnTo>
                  <a:cubicBezTo>
                    <a:pt x="561" y="13"/>
                    <a:pt x="563" y="9"/>
                    <a:pt x="567"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39"/>
            <p:cNvSpPr/>
            <p:nvPr/>
          </p:nvSpPr>
          <p:spPr>
            <a:xfrm>
              <a:off x="-5173955" y="4506963"/>
              <a:ext cx="739621" cy="330112"/>
            </a:xfrm>
            <a:custGeom>
              <a:rect b="b" l="l" r="r" t="t"/>
              <a:pathLst>
                <a:path extrusionOk="0" h="553" w="1239">
                  <a:moveTo>
                    <a:pt x="0" y="97"/>
                  </a:moveTo>
                  <a:lnTo>
                    <a:pt x="39" y="553"/>
                  </a:lnTo>
                  <a:lnTo>
                    <a:pt x="1034" y="473"/>
                  </a:lnTo>
                  <a:cubicBezTo>
                    <a:pt x="1238" y="459"/>
                    <a:pt x="1203" y="1"/>
                    <a:pt x="997" y="1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39"/>
            <p:cNvSpPr/>
            <p:nvPr/>
          </p:nvSpPr>
          <p:spPr>
            <a:xfrm>
              <a:off x="-5170373" y="4536214"/>
              <a:ext cx="691865" cy="145058"/>
            </a:xfrm>
            <a:custGeom>
              <a:rect b="b" l="l" r="r" t="t"/>
              <a:pathLst>
                <a:path extrusionOk="0" h="243" w="1159">
                  <a:moveTo>
                    <a:pt x="1" y="89"/>
                  </a:moveTo>
                  <a:lnTo>
                    <a:pt x="13" y="242"/>
                  </a:lnTo>
                  <a:lnTo>
                    <a:pt x="1159" y="148"/>
                  </a:lnTo>
                  <a:cubicBezTo>
                    <a:pt x="1148" y="91"/>
                    <a:pt x="1124" y="33"/>
                    <a:pt x="1087"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39"/>
            <p:cNvSpPr/>
            <p:nvPr/>
          </p:nvSpPr>
          <p:spPr>
            <a:xfrm>
              <a:off x="-5155450" y="4730222"/>
              <a:ext cx="668584" cy="78797"/>
            </a:xfrm>
            <a:custGeom>
              <a:rect b="b" l="l" r="r" t="t"/>
              <a:pathLst>
                <a:path extrusionOk="0" h="132" w="1120">
                  <a:moveTo>
                    <a:pt x="0" y="93"/>
                  </a:moveTo>
                  <a:lnTo>
                    <a:pt x="4" y="132"/>
                  </a:lnTo>
                  <a:lnTo>
                    <a:pt x="1095" y="42"/>
                  </a:lnTo>
                  <a:cubicBezTo>
                    <a:pt x="1105" y="30"/>
                    <a:pt x="1111" y="15"/>
                    <a:pt x="1119"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39"/>
            <p:cNvSpPr/>
            <p:nvPr/>
          </p:nvSpPr>
          <p:spPr>
            <a:xfrm>
              <a:off x="-5267079" y="4530244"/>
              <a:ext cx="252510" cy="330112"/>
            </a:xfrm>
            <a:custGeom>
              <a:rect b="b" l="l" r="r" t="t"/>
              <a:pathLst>
                <a:path extrusionOk="0" h="553" w="423">
                  <a:moveTo>
                    <a:pt x="1" y="31"/>
                  </a:moveTo>
                  <a:lnTo>
                    <a:pt x="50" y="553"/>
                  </a:lnTo>
                  <a:lnTo>
                    <a:pt x="193" y="541"/>
                  </a:lnTo>
                  <a:cubicBezTo>
                    <a:pt x="422" y="522"/>
                    <a:pt x="375" y="0"/>
                    <a:pt x="144"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39"/>
            <p:cNvSpPr/>
            <p:nvPr/>
          </p:nvSpPr>
          <p:spPr>
            <a:xfrm>
              <a:off x="-5206787" y="4565464"/>
              <a:ext cx="139686" cy="97302"/>
            </a:xfrm>
            <a:custGeom>
              <a:rect b="b" l="l" r="r" t="t"/>
              <a:pathLst>
                <a:path extrusionOk="0" h="163" w="234">
                  <a:moveTo>
                    <a:pt x="86" y="162"/>
                  </a:moveTo>
                  <a:lnTo>
                    <a:pt x="233" y="148"/>
                  </a:lnTo>
                  <a:cubicBezTo>
                    <a:pt x="217" y="87"/>
                    <a:pt x="188" y="34"/>
                    <a:pt x="152" y="1"/>
                  </a:cubicBezTo>
                  <a:lnTo>
                    <a:pt x="0" y="13"/>
                  </a:lnTo>
                  <a:cubicBezTo>
                    <a:pt x="41" y="44"/>
                    <a:pt x="72" y="97"/>
                    <a:pt x="86" y="162"/>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39"/>
            <p:cNvSpPr/>
            <p:nvPr/>
          </p:nvSpPr>
          <p:spPr>
            <a:xfrm>
              <a:off x="-5363187" y="4542183"/>
              <a:ext cx="222662" cy="324739"/>
            </a:xfrm>
            <a:custGeom>
              <a:rect b="b" l="l" r="r" t="t"/>
              <a:pathLst>
                <a:path extrusionOk="0" h="544" w="373">
                  <a:moveTo>
                    <a:pt x="11" y="287"/>
                  </a:moveTo>
                  <a:cubicBezTo>
                    <a:pt x="25" y="431"/>
                    <a:pt x="111" y="543"/>
                    <a:pt x="205" y="533"/>
                  </a:cubicBezTo>
                  <a:cubicBezTo>
                    <a:pt x="303" y="525"/>
                    <a:pt x="373" y="402"/>
                    <a:pt x="358" y="257"/>
                  </a:cubicBezTo>
                  <a:cubicBezTo>
                    <a:pt x="346" y="113"/>
                    <a:pt x="260" y="1"/>
                    <a:pt x="164" y="11"/>
                  </a:cubicBezTo>
                  <a:cubicBezTo>
                    <a:pt x="70" y="19"/>
                    <a:pt x="0" y="144"/>
                    <a:pt x="11" y="28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39"/>
            <p:cNvSpPr/>
            <p:nvPr/>
          </p:nvSpPr>
          <p:spPr>
            <a:xfrm>
              <a:off x="-5023524" y="4524275"/>
              <a:ext cx="238780" cy="306831"/>
            </a:xfrm>
            <a:custGeom>
              <a:rect b="b" l="l" r="r" t="t"/>
              <a:pathLst>
                <a:path extrusionOk="0" h="514" w="400">
                  <a:moveTo>
                    <a:pt x="84" y="514"/>
                  </a:moveTo>
                  <a:lnTo>
                    <a:pt x="182" y="508"/>
                  </a:lnTo>
                  <a:cubicBezTo>
                    <a:pt x="399" y="489"/>
                    <a:pt x="360" y="0"/>
                    <a:pt x="141" y="19"/>
                  </a:cubicBezTo>
                  <a:lnTo>
                    <a:pt x="43" y="27"/>
                  </a:lnTo>
                  <a:cubicBezTo>
                    <a:pt x="27" y="29"/>
                    <a:pt x="4" y="39"/>
                    <a:pt x="0" y="47"/>
                  </a:cubicBezTo>
                  <a:lnTo>
                    <a:pt x="64" y="41"/>
                  </a:lnTo>
                  <a:cubicBezTo>
                    <a:pt x="213" y="113"/>
                    <a:pt x="237" y="409"/>
                    <a:pt x="102" y="499"/>
                  </a:cubicBezTo>
                  <a:lnTo>
                    <a:pt x="39" y="504"/>
                  </a:lnTo>
                  <a:cubicBezTo>
                    <a:pt x="49" y="512"/>
                    <a:pt x="74" y="514"/>
                    <a:pt x="84" y="5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39"/>
            <p:cNvSpPr/>
            <p:nvPr/>
          </p:nvSpPr>
          <p:spPr>
            <a:xfrm>
              <a:off x="-4987110" y="4523081"/>
              <a:ext cx="213111" cy="306831"/>
            </a:xfrm>
            <a:custGeom>
              <a:rect b="b" l="l" r="r" t="t"/>
              <a:pathLst>
                <a:path extrusionOk="0" h="514" w="357">
                  <a:moveTo>
                    <a:pt x="41" y="514"/>
                  </a:moveTo>
                  <a:lnTo>
                    <a:pt x="138" y="506"/>
                  </a:lnTo>
                  <a:cubicBezTo>
                    <a:pt x="356" y="489"/>
                    <a:pt x="318" y="0"/>
                    <a:pt x="97" y="17"/>
                  </a:cubicBezTo>
                  <a:lnTo>
                    <a:pt x="0" y="25"/>
                  </a:lnTo>
                  <a:cubicBezTo>
                    <a:pt x="178" y="64"/>
                    <a:pt x="209" y="452"/>
                    <a:pt x="41" y="5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39"/>
            <p:cNvSpPr/>
            <p:nvPr/>
          </p:nvSpPr>
          <p:spPr>
            <a:xfrm>
              <a:off x="-4949503" y="4553525"/>
              <a:ext cx="124166" cy="90736"/>
            </a:xfrm>
            <a:custGeom>
              <a:rect b="b" l="l" r="r" t="t"/>
              <a:pathLst>
                <a:path extrusionOk="0" h="152" w="208">
                  <a:moveTo>
                    <a:pt x="79" y="152"/>
                  </a:moveTo>
                  <a:lnTo>
                    <a:pt x="208" y="141"/>
                  </a:lnTo>
                  <a:cubicBezTo>
                    <a:pt x="193" y="82"/>
                    <a:pt x="167" y="31"/>
                    <a:pt x="130" y="0"/>
                  </a:cubicBezTo>
                  <a:lnTo>
                    <a:pt x="1" y="11"/>
                  </a:lnTo>
                  <a:cubicBezTo>
                    <a:pt x="40" y="41"/>
                    <a:pt x="64" y="92"/>
                    <a:pt x="79" y="152"/>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39"/>
            <p:cNvSpPr/>
            <p:nvPr/>
          </p:nvSpPr>
          <p:spPr>
            <a:xfrm>
              <a:off x="-4918461" y="4762457"/>
              <a:ext cx="89543" cy="29847"/>
            </a:xfrm>
            <a:custGeom>
              <a:rect b="b" l="l" r="r" t="t"/>
              <a:pathLst>
                <a:path extrusionOk="0" h="50" w="150">
                  <a:moveTo>
                    <a:pt x="0" y="49"/>
                  </a:moveTo>
                  <a:lnTo>
                    <a:pt x="131" y="39"/>
                  </a:lnTo>
                  <a:cubicBezTo>
                    <a:pt x="139" y="27"/>
                    <a:pt x="145" y="12"/>
                    <a:pt x="149" y="0"/>
                  </a:cubicBezTo>
                  <a:lnTo>
                    <a:pt x="18" y="10"/>
                  </a:lnTo>
                  <a:cubicBezTo>
                    <a:pt x="12" y="27"/>
                    <a:pt x="8" y="39"/>
                    <a:pt x="0" y="49"/>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39"/>
            <p:cNvSpPr/>
            <p:nvPr/>
          </p:nvSpPr>
          <p:spPr>
            <a:xfrm>
              <a:off x="-4295845" y="4530244"/>
              <a:ext cx="158192" cy="410700"/>
            </a:xfrm>
            <a:custGeom>
              <a:rect b="b" l="l" r="r" t="t"/>
              <a:pathLst>
                <a:path extrusionOk="0" h="688" w="265">
                  <a:moveTo>
                    <a:pt x="262" y="99"/>
                  </a:moveTo>
                  <a:lnTo>
                    <a:pt x="248" y="555"/>
                  </a:lnTo>
                  <a:lnTo>
                    <a:pt x="0" y="688"/>
                  </a:lnTo>
                  <a:lnTo>
                    <a:pt x="13" y="240"/>
                  </a:lnTo>
                  <a:lnTo>
                    <a:pt x="13" y="230"/>
                  </a:lnTo>
                  <a:cubicBezTo>
                    <a:pt x="17" y="162"/>
                    <a:pt x="72" y="74"/>
                    <a:pt x="142" y="39"/>
                  </a:cubicBezTo>
                  <a:cubicBezTo>
                    <a:pt x="211" y="0"/>
                    <a:pt x="264" y="25"/>
                    <a:pt x="262" y="9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39"/>
            <p:cNvSpPr/>
            <p:nvPr/>
          </p:nvSpPr>
          <p:spPr>
            <a:xfrm>
              <a:off x="-4252865" y="4574418"/>
              <a:ext cx="83573" cy="108047"/>
            </a:xfrm>
            <a:custGeom>
              <a:rect b="b" l="l" r="r" t="t"/>
              <a:pathLst>
                <a:path extrusionOk="0" h="181" w="140">
                  <a:moveTo>
                    <a:pt x="135" y="53"/>
                  </a:moveTo>
                  <a:cubicBezTo>
                    <a:pt x="133" y="92"/>
                    <a:pt x="102" y="139"/>
                    <a:pt x="68" y="160"/>
                  </a:cubicBezTo>
                  <a:cubicBezTo>
                    <a:pt x="29" y="180"/>
                    <a:pt x="0" y="164"/>
                    <a:pt x="0" y="127"/>
                  </a:cubicBezTo>
                  <a:cubicBezTo>
                    <a:pt x="2" y="88"/>
                    <a:pt x="33" y="41"/>
                    <a:pt x="70" y="21"/>
                  </a:cubicBezTo>
                  <a:cubicBezTo>
                    <a:pt x="109" y="0"/>
                    <a:pt x="139" y="16"/>
                    <a:pt x="135" y="5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39"/>
            <p:cNvSpPr/>
            <p:nvPr/>
          </p:nvSpPr>
          <p:spPr>
            <a:xfrm>
              <a:off x="-5541675" y="4643664"/>
              <a:ext cx="341455" cy="153416"/>
            </a:xfrm>
            <a:custGeom>
              <a:rect b="b" l="l" r="r" t="t"/>
              <a:pathLst>
                <a:path extrusionOk="0" h="257" w="572">
                  <a:moveTo>
                    <a:pt x="1" y="46"/>
                  </a:moveTo>
                  <a:lnTo>
                    <a:pt x="19" y="256"/>
                  </a:lnTo>
                  <a:lnTo>
                    <a:pt x="477" y="218"/>
                  </a:lnTo>
                  <a:cubicBezTo>
                    <a:pt x="571" y="209"/>
                    <a:pt x="553" y="1"/>
                    <a:pt x="459" y="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39"/>
            <p:cNvSpPr/>
            <p:nvPr/>
          </p:nvSpPr>
          <p:spPr>
            <a:xfrm>
              <a:off x="-5540481" y="4658588"/>
              <a:ext cx="318174" cy="67455"/>
            </a:xfrm>
            <a:custGeom>
              <a:rect b="b" l="l" r="r" t="t"/>
              <a:pathLst>
                <a:path extrusionOk="0" h="113" w="533">
                  <a:moveTo>
                    <a:pt x="1" y="41"/>
                  </a:moveTo>
                  <a:lnTo>
                    <a:pt x="7" y="113"/>
                  </a:lnTo>
                  <a:lnTo>
                    <a:pt x="533" y="70"/>
                  </a:lnTo>
                  <a:cubicBezTo>
                    <a:pt x="529" y="41"/>
                    <a:pt x="518" y="15"/>
                    <a:pt x="50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39"/>
            <p:cNvSpPr/>
            <p:nvPr/>
          </p:nvSpPr>
          <p:spPr>
            <a:xfrm>
              <a:off x="-5534511" y="4748727"/>
              <a:ext cx="309817" cy="35817"/>
            </a:xfrm>
            <a:custGeom>
              <a:rect b="b" l="l" r="r" t="t"/>
              <a:pathLst>
                <a:path extrusionOk="0" h="60" w="519">
                  <a:moveTo>
                    <a:pt x="1" y="42"/>
                  </a:moveTo>
                  <a:lnTo>
                    <a:pt x="5" y="60"/>
                  </a:lnTo>
                  <a:lnTo>
                    <a:pt x="508" y="17"/>
                  </a:lnTo>
                  <a:cubicBezTo>
                    <a:pt x="512" y="13"/>
                    <a:pt x="516" y="5"/>
                    <a:pt x="519"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39"/>
            <p:cNvSpPr/>
            <p:nvPr/>
          </p:nvSpPr>
          <p:spPr>
            <a:xfrm>
              <a:off x="-5171567" y="4779171"/>
              <a:ext cx="98497" cy="34026"/>
            </a:xfrm>
            <a:custGeom>
              <a:rect b="b" l="l" r="r" t="t"/>
              <a:pathLst>
                <a:path extrusionOk="0" h="57" w="165">
                  <a:moveTo>
                    <a:pt x="1" y="56"/>
                  </a:moveTo>
                  <a:lnTo>
                    <a:pt x="144" y="44"/>
                  </a:lnTo>
                  <a:cubicBezTo>
                    <a:pt x="150" y="32"/>
                    <a:pt x="158" y="15"/>
                    <a:pt x="164" y="1"/>
                  </a:cubicBezTo>
                  <a:lnTo>
                    <a:pt x="17" y="13"/>
                  </a:lnTo>
                  <a:cubicBezTo>
                    <a:pt x="15" y="29"/>
                    <a:pt x="7" y="44"/>
                    <a:pt x="1" y="56"/>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39"/>
            <p:cNvSpPr/>
            <p:nvPr/>
          </p:nvSpPr>
          <p:spPr>
            <a:xfrm>
              <a:off x="-5745831" y="4663364"/>
              <a:ext cx="264449" cy="302055"/>
            </a:xfrm>
            <a:custGeom>
              <a:rect b="b" l="l" r="r" t="t"/>
              <a:pathLst>
                <a:path extrusionOk="0" h="506" w="443">
                  <a:moveTo>
                    <a:pt x="334" y="33"/>
                  </a:moveTo>
                  <a:lnTo>
                    <a:pt x="1" y="228"/>
                  </a:lnTo>
                  <a:lnTo>
                    <a:pt x="1" y="506"/>
                  </a:lnTo>
                  <a:lnTo>
                    <a:pt x="324" y="318"/>
                  </a:lnTo>
                  <a:cubicBezTo>
                    <a:pt x="328" y="313"/>
                    <a:pt x="332" y="313"/>
                    <a:pt x="334" y="311"/>
                  </a:cubicBezTo>
                  <a:cubicBezTo>
                    <a:pt x="394" y="277"/>
                    <a:pt x="443" y="187"/>
                    <a:pt x="443" y="111"/>
                  </a:cubicBezTo>
                  <a:cubicBezTo>
                    <a:pt x="441" y="33"/>
                    <a:pt x="394" y="0"/>
                    <a:pt x="334" y="3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39"/>
            <p:cNvSpPr/>
            <p:nvPr/>
          </p:nvSpPr>
          <p:spPr>
            <a:xfrm>
              <a:off x="-5584058" y="4708732"/>
              <a:ext cx="71037" cy="115211"/>
            </a:xfrm>
            <a:custGeom>
              <a:rect b="b" l="l" r="r" t="t"/>
              <a:pathLst>
                <a:path extrusionOk="0" h="193" w="119">
                  <a:moveTo>
                    <a:pt x="59" y="21"/>
                  </a:moveTo>
                  <a:cubicBezTo>
                    <a:pt x="27" y="41"/>
                    <a:pt x="0" y="90"/>
                    <a:pt x="0" y="131"/>
                  </a:cubicBezTo>
                  <a:cubicBezTo>
                    <a:pt x="0" y="174"/>
                    <a:pt x="29" y="192"/>
                    <a:pt x="59" y="174"/>
                  </a:cubicBezTo>
                  <a:cubicBezTo>
                    <a:pt x="92" y="154"/>
                    <a:pt x="119" y="107"/>
                    <a:pt x="119" y="64"/>
                  </a:cubicBezTo>
                  <a:cubicBezTo>
                    <a:pt x="119" y="23"/>
                    <a:pt x="92" y="0"/>
                    <a:pt x="59" y="2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39"/>
            <p:cNvSpPr/>
            <p:nvPr/>
          </p:nvSpPr>
          <p:spPr>
            <a:xfrm>
              <a:off x="-6035948" y="4695002"/>
              <a:ext cx="172519" cy="447711"/>
            </a:xfrm>
            <a:custGeom>
              <a:rect b="b" l="l" r="r" t="t"/>
              <a:pathLst>
                <a:path extrusionOk="0" h="750" w="289">
                  <a:moveTo>
                    <a:pt x="160" y="78"/>
                  </a:moveTo>
                  <a:lnTo>
                    <a:pt x="63" y="324"/>
                  </a:lnTo>
                  <a:lnTo>
                    <a:pt x="0" y="749"/>
                  </a:lnTo>
                  <a:lnTo>
                    <a:pt x="2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39"/>
            <p:cNvSpPr/>
            <p:nvPr/>
          </p:nvSpPr>
          <p:spPr>
            <a:xfrm>
              <a:off x="-6114148" y="4604863"/>
              <a:ext cx="407120" cy="1048240"/>
            </a:xfrm>
            <a:custGeom>
              <a:rect b="b" l="l" r="r" t="t"/>
              <a:pathLst>
                <a:path extrusionOk="0" h="1756" w="682">
                  <a:moveTo>
                    <a:pt x="550" y="78"/>
                  </a:moveTo>
                  <a:lnTo>
                    <a:pt x="66" y="1328"/>
                  </a:lnTo>
                  <a:lnTo>
                    <a:pt x="0" y="1756"/>
                  </a:lnTo>
                  <a:lnTo>
                    <a:pt x="68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39"/>
            <p:cNvSpPr/>
            <p:nvPr/>
          </p:nvSpPr>
          <p:spPr>
            <a:xfrm>
              <a:off x="-6188766" y="4582776"/>
              <a:ext cx="550985" cy="1559227"/>
            </a:xfrm>
            <a:custGeom>
              <a:rect b="b" l="l" r="r" t="t"/>
              <a:pathLst>
                <a:path extrusionOk="0" h="2612" w="923">
                  <a:moveTo>
                    <a:pt x="923" y="0"/>
                  </a:moveTo>
                  <a:lnTo>
                    <a:pt x="60" y="2216"/>
                  </a:lnTo>
                  <a:lnTo>
                    <a:pt x="0" y="2611"/>
                  </a:lnTo>
                  <a:lnTo>
                    <a:pt x="11" y="2605"/>
                  </a:lnTo>
                  <a:lnTo>
                    <a:pt x="923" y="26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39"/>
            <p:cNvSpPr/>
            <p:nvPr/>
          </p:nvSpPr>
          <p:spPr>
            <a:xfrm>
              <a:off x="-6104596" y="4891994"/>
              <a:ext cx="466815" cy="1201058"/>
            </a:xfrm>
            <a:custGeom>
              <a:rect b="b" l="l" r="r" t="t"/>
              <a:pathLst>
                <a:path extrusionOk="0" h="2012" w="782">
                  <a:moveTo>
                    <a:pt x="782" y="0"/>
                  </a:moveTo>
                  <a:lnTo>
                    <a:pt x="0" y="2011"/>
                  </a:lnTo>
                  <a:lnTo>
                    <a:pt x="131" y="1938"/>
                  </a:lnTo>
                  <a:lnTo>
                    <a:pt x="782" y="26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39"/>
            <p:cNvSpPr/>
            <p:nvPr/>
          </p:nvSpPr>
          <p:spPr>
            <a:xfrm>
              <a:off x="-5949390" y="5203004"/>
              <a:ext cx="311608" cy="799313"/>
            </a:xfrm>
            <a:custGeom>
              <a:rect b="b" l="l" r="r" t="t"/>
              <a:pathLst>
                <a:path extrusionOk="0" h="1339" w="522">
                  <a:moveTo>
                    <a:pt x="522" y="1"/>
                  </a:moveTo>
                  <a:lnTo>
                    <a:pt x="0" y="1339"/>
                  </a:lnTo>
                  <a:lnTo>
                    <a:pt x="131" y="1265"/>
                  </a:lnTo>
                  <a:lnTo>
                    <a:pt x="522" y="2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39"/>
            <p:cNvSpPr/>
            <p:nvPr/>
          </p:nvSpPr>
          <p:spPr>
            <a:xfrm>
              <a:off x="-5792990" y="5513416"/>
              <a:ext cx="155207" cy="398761"/>
            </a:xfrm>
            <a:custGeom>
              <a:rect b="b" l="l" r="r" t="t"/>
              <a:pathLst>
                <a:path extrusionOk="0" h="668" w="260">
                  <a:moveTo>
                    <a:pt x="260" y="0"/>
                  </a:moveTo>
                  <a:lnTo>
                    <a:pt x="0" y="667"/>
                  </a:lnTo>
                  <a:lnTo>
                    <a:pt x="131" y="594"/>
                  </a:lnTo>
                  <a:lnTo>
                    <a:pt x="260" y="25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6" name="Shape 3406"/>
        <p:cNvGrpSpPr/>
        <p:nvPr/>
      </p:nvGrpSpPr>
      <p:grpSpPr>
        <a:xfrm>
          <a:off x="0" y="0"/>
          <a:ext cx="0" cy="0"/>
          <a:chOff x="0" y="0"/>
          <a:chExt cx="0" cy="0"/>
        </a:xfrm>
      </p:grpSpPr>
      <p:sp>
        <p:nvSpPr>
          <p:cNvPr id="3407" name="Google Shape;3407;p40"/>
          <p:cNvSpPr txBox="1"/>
          <p:nvPr>
            <p:ph type="title"/>
          </p:nvPr>
        </p:nvSpPr>
        <p:spPr>
          <a:xfrm>
            <a:off x="2175915" y="1291375"/>
            <a:ext cx="4792200" cy="154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3408" name="Google Shape;3408;p40"/>
          <p:cNvSpPr txBox="1"/>
          <p:nvPr>
            <p:ph idx="1" type="subTitle"/>
          </p:nvPr>
        </p:nvSpPr>
        <p:spPr>
          <a:xfrm>
            <a:off x="2175885" y="2832025"/>
            <a:ext cx="4792200" cy="67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can be the part of the presentation where you introduce yourself, write your email…</a:t>
            </a:r>
            <a:endParaRPr/>
          </a:p>
        </p:txBody>
      </p:sp>
      <p:grpSp>
        <p:nvGrpSpPr>
          <p:cNvPr id="3409" name="Google Shape;3409;p40"/>
          <p:cNvGrpSpPr/>
          <p:nvPr/>
        </p:nvGrpSpPr>
        <p:grpSpPr>
          <a:xfrm>
            <a:off x="847123" y="1503950"/>
            <a:ext cx="830805" cy="753025"/>
            <a:chOff x="5255839" y="-1347627"/>
            <a:chExt cx="1366681" cy="1238732"/>
          </a:xfrm>
        </p:grpSpPr>
        <p:sp>
          <p:nvSpPr>
            <p:cNvPr id="3410" name="Google Shape;3410;p40"/>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0"/>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0"/>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0"/>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0"/>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0"/>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0"/>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0"/>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0"/>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0"/>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0"/>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0"/>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0"/>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0"/>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4" name="Google Shape;3424;p40"/>
          <p:cNvGrpSpPr/>
          <p:nvPr/>
        </p:nvGrpSpPr>
        <p:grpSpPr>
          <a:xfrm rot="3600517">
            <a:off x="6640885" y="-563766"/>
            <a:ext cx="2604747" cy="2532652"/>
            <a:chOff x="6892631" y="-5689127"/>
            <a:chExt cx="8857373" cy="8612216"/>
          </a:xfrm>
        </p:grpSpPr>
        <p:sp>
          <p:nvSpPr>
            <p:cNvPr id="3425" name="Google Shape;3425;p40"/>
            <p:cNvSpPr/>
            <p:nvPr/>
          </p:nvSpPr>
          <p:spPr>
            <a:xfrm rot="-3560944">
              <a:off x="13712148" y="-4468586"/>
              <a:ext cx="427690" cy="240910"/>
            </a:xfrm>
            <a:custGeom>
              <a:rect b="b" l="l" r="r" t="t"/>
              <a:pathLst>
                <a:path extrusionOk="0" h="405" w="719">
                  <a:moveTo>
                    <a:pt x="30" y="0"/>
                  </a:moveTo>
                  <a:cubicBezTo>
                    <a:pt x="14" y="0"/>
                    <a:pt x="0" y="7"/>
                    <a:pt x="0" y="7"/>
                  </a:cubicBezTo>
                  <a:lnTo>
                    <a:pt x="679" y="404"/>
                  </a:lnTo>
                  <a:lnTo>
                    <a:pt x="700" y="396"/>
                  </a:lnTo>
                  <a:cubicBezTo>
                    <a:pt x="706" y="392"/>
                    <a:pt x="708" y="392"/>
                    <a:pt x="710" y="392"/>
                  </a:cubicBezTo>
                  <a:cubicBezTo>
                    <a:pt x="714" y="392"/>
                    <a:pt x="716" y="394"/>
                    <a:pt x="718" y="394"/>
                  </a:cubicBezTo>
                  <a:lnTo>
                    <a:pt x="39" y="1"/>
                  </a:lnTo>
                  <a:cubicBezTo>
                    <a:pt x="36" y="1"/>
                    <a:pt x="33" y="0"/>
                    <a:pt x="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0"/>
            <p:cNvSpPr/>
            <p:nvPr/>
          </p:nvSpPr>
          <p:spPr>
            <a:xfrm rot="-3560944">
              <a:off x="13842627" y="-4242951"/>
              <a:ext cx="412819" cy="261135"/>
            </a:xfrm>
            <a:custGeom>
              <a:rect b="b" l="l" r="r" t="t"/>
              <a:pathLst>
                <a:path extrusionOk="0" h="439" w="694">
                  <a:moveTo>
                    <a:pt x="0" y="0"/>
                  </a:moveTo>
                  <a:lnTo>
                    <a:pt x="2" y="23"/>
                  </a:lnTo>
                  <a:cubicBezTo>
                    <a:pt x="8" y="39"/>
                    <a:pt x="10" y="41"/>
                    <a:pt x="12" y="41"/>
                  </a:cubicBezTo>
                  <a:lnTo>
                    <a:pt x="694" y="438"/>
                  </a:lnTo>
                  <a:lnTo>
                    <a:pt x="686" y="430"/>
                  </a:lnTo>
                  <a:cubicBezTo>
                    <a:pt x="684" y="428"/>
                    <a:pt x="684" y="422"/>
                    <a:pt x="684" y="418"/>
                  </a:cubicBezTo>
                  <a:lnTo>
                    <a:pt x="679" y="397"/>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0"/>
            <p:cNvSpPr/>
            <p:nvPr/>
          </p:nvSpPr>
          <p:spPr>
            <a:xfrm rot="-3560944">
              <a:off x="13584416" y="-4553587"/>
              <a:ext cx="433638" cy="245074"/>
            </a:xfrm>
            <a:custGeom>
              <a:rect b="b" l="l" r="r" t="t"/>
              <a:pathLst>
                <a:path extrusionOk="0" h="412" w="729">
                  <a:moveTo>
                    <a:pt x="723" y="396"/>
                  </a:moveTo>
                  <a:lnTo>
                    <a:pt x="729" y="400"/>
                  </a:lnTo>
                  <a:cubicBezTo>
                    <a:pt x="727" y="398"/>
                    <a:pt x="725" y="396"/>
                    <a:pt x="723" y="396"/>
                  </a:cubicBezTo>
                  <a:close/>
                  <a:moveTo>
                    <a:pt x="43" y="1"/>
                  </a:moveTo>
                  <a:cubicBezTo>
                    <a:pt x="21" y="5"/>
                    <a:pt x="0" y="17"/>
                    <a:pt x="0" y="17"/>
                  </a:cubicBezTo>
                  <a:lnTo>
                    <a:pt x="680" y="412"/>
                  </a:lnTo>
                  <a:lnTo>
                    <a:pt x="700" y="398"/>
                  </a:lnTo>
                  <a:cubicBezTo>
                    <a:pt x="700" y="398"/>
                    <a:pt x="701" y="398"/>
                    <a:pt x="702" y="398"/>
                  </a:cubicBezTo>
                  <a:cubicBezTo>
                    <a:pt x="705" y="398"/>
                    <a:pt x="710" y="395"/>
                    <a:pt x="716" y="395"/>
                  </a:cubicBezTo>
                  <a:cubicBezTo>
                    <a:pt x="718" y="395"/>
                    <a:pt x="721" y="395"/>
                    <a:pt x="723" y="396"/>
                  </a:cubicBezTo>
                  <a:lnTo>
                    <a:pt x="723" y="396"/>
                  </a:lnTo>
                  <a:lnTo>
                    <a:pt x="47" y="3"/>
                  </a:lnTo>
                  <a:cubicBezTo>
                    <a:pt x="45" y="1"/>
                    <a:pt x="43" y="1"/>
                    <a:pt x="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0"/>
            <p:cNvSpPr/>
            <p:nvPr/>
          </p:nvSpPr>
          <p:spPr>
            <a:xfrm rot="-3560944">
              <a:off x="13618996" y="-4555851"/>
              <a:ext cx="562123" cy="611495"/>
            </a:xfrm>
            <a:custGeom>
              <a:rect b="b" l="l" r="r" t="t"/>
              <a:pathLst>
                <a:path extrusionOk="0" h="1028" w="945">
                  <a:moveTo>
                    <a:pt x="249" y="0"/>
                  </a:moveTo>
                  <a:lnTo>
                    <a:pt x="249" y="242"/>
                  </a:lnTo>
                  <a:lnTo>
                    <a:pt x="249" y="252"/>
                  </a:lnTo>
                  <a:lnTo>
                    <a:pt x="249" y="260"/>
                  </a:lnTo>
                  <a:cubicBezTo>
                    <a:pt x="249" y="268"/>
                    <a:pt x="247" y="270"/>
                    <a:pt x="247" y="277"/>
                  </a:cubicBezTo>
                  <a:cubicBezTo>
                    <a:pt x="242" y="283"/>
                    <a:pt x="242" y="287"/>
                    <a:pt x="242" y="291"/>
                  </a:cubicBezTo>
                  <a:cubicBezTo>
                    <a:pt x="240" y="299"/>
                    <a:pt x="240" y="303"/>
                    <a:pt x="238" y="309"/>
                  </a:cubicBezTo>
                  <a:cubicBezTo>
                    <a:pt x="236" y="317"/>
                    <a:pt x="234" y="324"/>
                    <a:pt x="234" y="330"/>
                  </a:cubicBezTo>
                  <a:lnTo>
                    <a:pt x="226" y="352"/>
                  </a:lnTo>
                  <a:cubicBezTo>
                    <a:pt x="220" y="365"/>
                    <a:pt x="216" y="381"/>
                    <a:pt x="210" y="393"/>
                  </a:cubicBezTo>
                  <a:cubicBezTo>
                    <a:pt x="201" y="405"/>
                    <a:pt x="197" y="420"/>
                    <a:pt x="191" y="430"/>
                  </a:cubicBezTo>
                  <a:cubicBezTo>
                    <a:pt x="187" y="440"/>
                    <a:pt x="183" y="446"/>
                    <a:pt x="177" y="455"/>
                  </a:cubicBezTo>
                  <a:cubicBezTo>
                    <a:pt x="171" y="461"/>
                    <a:pt x="171" y="465"/>
                    <a:pt x="171" y="465"/>
                  </a:cubicBezTo>
                  <a:cubicBezTo>
                    <a:pt x="171" y="465"/>
                    <a:pt x="169" y="467"/>
                    <a:pt x="169" y="471"/>
                  </a:cubicBezTo>
                  <a:cubicBezTo>
                    <a:pt x="167" y="475"/>
                    <a:pt x="165" y="477"/>
                    <a:pt x="161" y="479"/>
                  </a:cubicBezTo>
                  <a:cubicBezTo>
                    <a:pt x="159" y="483"/>
                    <a:pt x="159" y="483"/>
                    <a:pt x="159" y="485"/>
                  </a:cubicBezTo>
                  <a:lnTo>
                    <a:pt x="150" y="493"/>
                  </a:lnTo>
                  <a:cubicBezTo>
                    <a:pt x="148" y="495"/>
                    <a:pt x="148" y="498"/>
                    <a:pt x="146" y="498"/>
                  </a:cubicBezTo>
                  <a:cubicBezTo>
                    <a:pt x="140" y="506"/>
                    <a:pt x="136" y="510"/>
                    <a:pt x="134" y="514"/>
                  </a:cubicBezTo>
                  <a:cubicBezTo>
                    <a:pt x="128" y="518"/>
                    <a:pt x="126" y="524"/>
                    <a:pt x="120" y="528"/>
                  </a:cubicBezTo>
                  <a:cubicBezTo>
                    <a:pt x="116" y="536"/>
                    <a:pt x="109" y="538"/>
                    <a:pt x="105" y="545"/>
                  </a:cubicBezTo>
                  <a:cubicBezTo>
                    <a:pt x="99" y="549"/>
                    <a:pt x="95" y="557"/>
                    <a:pt x="89" y="559"/>
                  </a:cubicBezTo>
                  <a:cubicBezTo>
                    <a:pt x="79" y="569"/>
                    <a:pt x="69" y="579"/>
                    <a:pt x="58" y="588"/>
                  </a:cubicBezTo>
                  <a:cubicBezTo>
                    <a:pt x="46" y="598"/>
                    <a:pt x="38" y="606"/>
                    <a:pt x="32" y="610"/>
                  </a:cubicBezTo>
                  <a:cubicBezTo>
                    <a:pt x="26" y="616"/>
                    <a:pt x="21" y="618"/>
                    <a:pt x="15" y="620"/>
                  </a:cubicBezTo>
                  <a:cubicBezTo>
                    <a:pt x="11" y="626"/>
                    <a:pt x="7" y="626"/>
                    <a:pt x="5" y="628"/>
                  </a:cubicBezTo>
                  <a:cubicBezTo>
                    <a:pt x="3" y="631"/>
                    <a:pt x="1" y="631"/>
                    <a:pt x="1" y="631"/>
                  </a:cubicBezTo>
                  <a:lnTo>
                    <a:pt x="680" y="1027"/>
                  </a:lnTo>
                  <a:cubicBezTo>
                    <a:pt x="688" y="1023"/>
                    <a:pt x="690" y="1019"/>
                    <a:pt x="693" y="1019"/>
                  </a:cubicBezTo>
                  <a:cubicBezTo>
                    <a:pt x="701" y="1015"/>
                    <a:pt x="703" y="1013"/>
                    <a:pt x="709" y="1009"/>
                  </a:cubicBezTo>
                  <a:cubicBezTo>
                    <a:pt x="711" y="1007"/>
                    <a:pt x="717" y="1005"/>
                    <a:pt x="719" y="1003"/>
                  </a:cubicBezTo>
                  <a:cubicBezTo>
                    <a:pt x="723" y="997"/>
                    <a:pt x="729" y="995"/>
                    <a:pt x="733" y="989"/>
                  </a:cubicBezTo>
                  <a:cubicBezTo>
                    <a:pt x="742" y="984"/>
                    <a:pt x="744" y="982"/>
                    <a:pt x="744" y="978"/>
                  </a:cubicBezTo>
                  <a:cubicBezTo>
                    <a:pt x="748" y="976"/>
                    <a:pt x="750" y="974"/>
                    <a:pt x="754" y="972"/>
                  </a:cubicBezTo>
                  <a:lnTo>
                    <a:pt x="762" y="964"/>
                  </a:lnTo>
                  <a:lnTo>
                    <a:pt x="768" y="958"/>
                  </a:lnTo>
                  <a:lnTo>
                    <a:pt x="772" y="954"/>
                  </a:lnTo>
                  <a:lnTo>
                    <a:pt x="778" y="948"/>
                  </a:lnTo>
                  <a:lnTo>
                    <a:pt x="783" y="944"/>
                  </a:lnTo>
                  <a:lnTo>
                    <a:pt x="789" y="937"/>
                  </a:lnTo>
                  <a:cubicBezTo>
                    <a:pt x="791" y="935"/>
                    <a:pt x="793" y="933"/>
                    <a:pt x="793" y="931"/>
                  </a:cubicBezTo>
                  <a:cubicBezTo>
                    <a:pt x="795" y="927"/>
                    <a:pt x="799" y="925"/>
                    <a:pt x="799" y="923"/>
                  </a:cubicBezTo>
                  <a:lnTo>
                    <a:pt x="803" y="917"/>
                  </a:lnTo>
                  <a:cubicBezTo>
                    <a:pt x="809" y="913"/>
                    <a:pt x="809" y="911"/>
                    <a:pt x="811" y="907"/>
                  </a:cubicBezTo>
                  <a:cubicBezTo>
                    <a:pt x="813" y="905"/>
                    <a:pt x="815" y="903"/>
                    <a:pt x="815" y="901"/>
                  </a:cubicBezTo>
                  <a:lnTo>
                    <a:pt x="823" y="892"/>
                  </a:lnTo>
                  <a:lnTo>
                    <a:pt x="830" y="886"/>
                  </a:lnTo>
                  <a:cubicBezTo>
                    <a:pt x="834" y="880"/>
                    <a:pt x="834" y="880"/>
                    <a:pt x="836" y="876"/>
                  </a:cubicBezTo>
                  <a:cubicBezTo>
                    <a:pt x="840" y="874"/>
                    <a:pt x="842" y="872"/>
                    <a:pt x="842" y="870"/>
                  </a:cubicBezTo>
                  <a:cubicBezTo>
                    <a:pt x="844" y="866"/>
                    <a:pt x="844" y="866"/>
                    <a:pt x="844" y="864"/>
                  </a:cubicBezTo>
                  <a:cubicBezTo>
                    <a:pt x="846" y="862"/>
                    <a:pt x="850" y="860"/>
                    <a:pt x="850" y="856"/>
                  </a:cubicBezTo>
                  <a:cubicBezTo>
                    <a:pt x="852" y="851"/>
                    <a:pt x="854" y="851"/>
                    <a:pt x="854" y="849"/>
                  </a:cubicBezTo>
                  <a:cubicBezTo>
                    <a:pt x="854" y="845"/>
                    <a:pt x="856" y="843"/>
                    <a:pt x="862" y="839"/>
                  </a:cubicBezTo>
                  <a:cubicBezTo>
                    <a:pt x="866" y="831"/>
                    <a:pt x="871" y="823"/>
                    <a:pt x="877" y="815"/>
                  </a:cubicBezTo>
                  <a:cubicBezTo>
                    <a:pt x="881" y="811"/>
                    <a:pt x="883" y="804"/>
                    <a:pt x="885" y="802"/>
                  </a:cubicBezTo>
                  <a:cubicBezTo>
                    <a:pt x="887" y="800"/>
                    <a:pt x="891" y="794"/>
                    <a:pt x="893" y="790"/>
                  </a:cubicBezTo>
                  <a:cubicBezTo>
                    <a:pt x="895" y="788"/>
                    <a:pt x="895" y="784"/>
                    <a:pt x="897" y="780"/>
                  </a:cubicBezTo>
                  <a:cubicBezTo>
                    <a:pt x="901" y="774"/>
                    <a:pt x="901" y="774"/>
                    <a:pt x="901" y="772"/>
                  </a:cubicBezTo>
                  <a:cubicBezTo>
                    <a:pt x="903" y="770"/>
                    <a:pt x="903" y="768"/>
                    <a:pt x="903" y="763"/>
                  </a:cubicBezTo>
                  <a:cubicBezTo>
                    <a:pt x="905" y="761"/>
                    <a:pt x="905" y="759"/>
                    <a:pt x="905" y="759"/>
                  </a:cubicBezTo>
                  <a:cubicBezTo>
                    <a:pt x="907" y="757"/>
                    <a:pt x="907" y="753"/>
                    <a:pt x="907" y="753"/>
                  </a:cubicBezTo>
                  <a:cubicBezTo>
                    <a:pt x="907" y="751"/>
                    <a:pt x="911" y="749"/>
                    <a:pt x="911" y="749"/>
                  </a:cubicBezTo>
                  <a:cubicBezTo>
                    <a:pt x="913" y="747"/>
                    <a:pt x="913" y="743"/>
                    <a:pt x="913" y="743"/>
                  </a:cubicBezTo>
                  <a:cubicBezTo>
                    <a:pt x="913" y="741"/>
                    <a:pt x="916" y="739"/>
                    <a:pt x="916" y="739"/>
                  </a:cubicBezTo>
                  <a:cubicBezTo>
                    <a:pt x="920" y="733"/>
                    <a:pt x="920" y="731"/>
                    <a:pt x="920" y="731"/>
                  </a:cubicBezTo>
                  <a:cubicBezTo>
                    <a:pt x="920" y="729"/>
                    <a:pt x="922" y="727"/>
                    <a:pt x="922" y="723"/>
                  </a:cubicBezTo>
                  <a:cubicBezTo>
                    <a:pt x="924" y="721"/>
                    <a:pt x="924" y="718"/>
                    <a:pt x="924" y="716"/>
                  </a:cubicBezTo>
                  <a:cubicBezTo>
                    <a:pt x="926" y="710"/>
                    <a:pt x="926" y="708"/>
                    <a:pt x="926" y="708"/>
                  </a:cubicBezTo>
                  <a:cubicBezTo>
                    <a:pt x="930" y="706"/>
                    <a:pt x="930" y="700"/>
                    <a:pt x="930" y="698"/>
                  </a:cubicBezTo>
                  <a:cubicBezTo>
                    <a:pt x="932" y="690"/>
                    <a:pt x="932" y="690"/>
                    <a:pt x="932" y="688"/>
                  </a:cubicBezTo>
                  <a:cubicBezTo>
                    <a:pt x="934" y="682"/>
                    <a:pt x="934" y="680"/>
                    <a:pt x="934" y="678"/>
                  </a:cubicBezTo>
                  <a:cubicBezTo>
                    <a:pt x="934" y="676"/>
                    <a:pt x="936" y="671"/>
                    <a:pt x="936" y="671"/>
                  </a:cubicBezTo>
                  <a:cubicBezTo>
                    <a:pt x="936" y="669"/>
                    <a:pt x="936" y="667"/>
                    <a:pt x="940" y="667"/>
                  </a:cubicBezTo>
                  <a:cubicBezTo>
                    <a:pt x="940" y="665"/>
                    <a:pt x="940" y="661"/>
                    <a:pt x="942" y="659"/>
                  </a:cubicBezTo>
                  <a:cubicBezTo>
                    <a:pt x="944" y="651"/>
                    <a:pt x="944" y="649"/>
                    <a:pt x="944" y="645"/>
                  </a:cubicBezTo>
                  <a:lnTo>
                    <a:pt x="944" y="639"/>
                  </a:lnTo>
                  <a:lnTo>
                    <a:pt x="944" y="635"/>
                  </a:lnTo>
                  <a:cubicBezTo>
                    <a:pt x="932" y="639"/>
                    <a:pt x="932" y="639"/>
                    <a:pt x="930" y="639"/>
                  </a:cubicBezTo>
                  <a:lnTo>
                    <a:pt x="930" y="393"/>
                  </a:lnTo>
                  <a:lnTo>
                    <a:pt x="2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0"/>
            <p:cNvSpPr/>
            <p:nvPr/>
          </p:nvSpPr>
          <p:spPr>
            <a:xfrm rot="-3560944">
              <a:off x="13844509" y="-4098492"/>
              <a:ext cx="413414" cy="265893"/>
            </a:xfrm>
            <a:custGeom>
              <a:rect b="b" l="l" r="r" t="t"/>
              <a:pathLst>
                <a:path extrusionOk="0" h="447" w="695">
                  <a:moveTo>
                    <a:pt x="0" y="0"/>
                  </a:moveTo>
                  <a:lnTo>
                    <a:pt x="0" y="25"/>
                  </a:lnTo>
                  <a:cubicBezTo>
                    <a:pt x="9" y="45"/>
                    <a:pt x="11" y="49"/>
                    <a:pt x="15" y="49"/>
                  </a:cubicBezTo>
                  <a:lnTo>
                    <a:pt x="693" y="446"/>
                  </a:lnTo>
                  <a:lnTo>
                    <a:pt x="693" y="446"/>
                  </a:lnTo>
                  <a:cubicBezTo>
                    <a:pt x="689" y="443"/>
                    <a:pt x="687" y="440"/>
                    <a:pt x="684" y="436"/>
                  </a:cubicBezTo>
                  <a:cubicBezTo>
                    <a:pt x="682" y="430"/>
                    <a:pt x="682" y="426"/>
                    <a:pt x="682" y="420"/>
                  </a:cubicBezTo>
                  <a:lnTo>
                    <a:pt x="682" y="397"/>
                  </a:lnTo>
                  <a:lnTo>
                    <a:pt x="0" y="0"/>
                  </a:lnTo>
                  <a:close/>
                  <a:moveTo>
                    <a:pt x="693" y="446"/>
                  </a:moveTo>
                  <a:cubicBezTo>
                    <a:pt x="693" y="446"/>
                    <a:pt x="694" y="446"/>
                    <a:pt x="694" y="446"/>
                  </a:cubicBezTo>
                  <a:lnTo>
                    <a:pt x="693" y="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0"/>
            <p:cNvSpPr/>
            <p:nvPr/>
          </p:nvSpPr>
          <p:spPr>
            <a:xfrm rot="-3560944">
              <a:off x="13841105" y="-3952301"/>
              <a:ext cx="412224" cy="264704"/>
            </a:xfrm>
            <a:custGeom>
              <a:rect b="b" l="l" r="r" t="t"/>
              <a:pathLst>
                <a:path extrusionOk="0" h="445" w="693">
                  <a:moveTo>
                    <a:pt x="1" y="1"/>
                  </a:moveTo>
                  <a:lnTo>
                    <a:pt x="1" y="23"/>
                  </a:lnTo>
                  <a:cubicBezTo>
                    <a:pt x="7" y="44"/>
                    <a:pt x="11" y="48"/>
                    <a:pt x="13" y="50"/>
                  </a:cubicBezTo>
                  <a:lnTo>
                    <a:pt x="686" y="440"/>
                  </a:lnTo>
                  <a:lnTo>
                    <a:pt x="686" y="440"/>
                  </a:lnTo>
                  <a:cubicBezTo>
                    <a:pt x="686" y="439"/>
                    <a:pt x="686" y="439"/>
                    <a:pt x="686" y="439"/>
                  </a:cubicBezTo>
                  <a:cubicBezTo>
                    <a:pt x="682" y="433"/>
                    <a:pt x="680" y="429"/>
                    <a:pt x="680" y="420"/>
                  </a:cubicBezTo>
                  <a:lnTo>
                    <a:pt x="680" y="398"/>
                  </a:lnTo>
                  <a:lnTo>
                    <a:pt x="1" y="1"/>
                  </a:lnTo>
                  <a:close/>
                  <a:moveTo>
                    <a:pt x="686" y="440"/>
                  </a:moveTo>
                  <a:lnTo>
                    <a:pt x="686" y="440"/>
                  </a:lnTo>
                  <a:cubicBezTo>
                    <a:pt x="688" y="442"/>
                    <a:pt x="689" y="445"/>
                    <a:pt x="690" y="445"/>
                  </a:cubicBezTo>
                  <a:cubicBezTo>
                    <a:pt x="691" y="445"/>
                    <a:pt x="692" y="444"/>
                    <a:pt x="692" y="443"/>
                  </a:cubicBezTo>
                  <a:lnTo>
                    <a:pt x="686" y="4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0"/>
            <p:cNvSpPr/>
            <p:nvPr/>
          </p:nvSpPr>
          <p:spPr>
            <a:xfrm rot="-3560944">
              <a:off x="13842842" y="-3805718"/>
              <a:ext cx="413414" cy="264704"/>
            </a:xfrm>
            <a:custGeom>
              <a:rect b="b" l="l" r="r" t="t"/>
              <a:pathLst>
                <a:path extrusionOk="0" h="445" w="695">
                  <a:moveTo>
                    <a:pt x="1" y="1"/>
                  </a:moveTo>
                  <a:lnTo>
                    <a:pt x="1" y="23"/>
                  </a:lnTo>
                  <a:cubicBezTo>
                    <a:pt x="9" y="46"/>
                    <a:pt x="11" y="48"/>
                    <a:pt x="13" y="48"/>
                  </a:cubicBezTo>
                  <a:lnTo>
                    <a:pt x="695" y="445"/>
                  </a:lnTo>
                  <a:cubicBezTo>
                    <a:pt x="688" y="441"/>
                    <a:pt x="686" y="435"/>
                    <a:pt x="684" y="433"/>
                  </a:cubicBezTo>
                  <a:cubicBezTo>
                    <a:pt x="682" y="426"/>
                    <a:pt x="682" y="422"/>
                    <a:pt x="682" y="416"/>
                  </a:cubicBezTo>
                  <a:lnTo>
                    <a:pt x="682" y="394"/>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0"/>
            <p:cNvSpPr/>
            <p:nvPr/>
          </p:nvSpPr>
          <p:spPr>
            <a:xfrm rot="-3560944">
              <a:off x="13840588" y="-3663322"/>
              <a:ext cx="411629" cy="265893"/>
            </a:xfrm>
            <a:custGeom>
              <a:rect b="b" l="l" r="r" t="t"/>
              <a:pathLst>
                <a:path extrusionOk="0" h="447" w="692">
                  <a:moveTo>
                    <a:pt x="0" y="0"/>
                  </a:moveTo>
                  <a:lnTo>
                    <a:pt x="0" y="27"/>
                  </a:lnTo>
                  <a:cubicBezTo>
                    <a:pt x="6" y="48"/>
                    <a:pt x="8" y="50"/>
                    <a:pt x="13" y="52"/>
                  </a:cubicBezTo>
                  <a:lnTo>
                    <a:pt x="692" y="447"/>
                  </a:lnTo>
                  <a:cubicBezTo>
                    <a:pt x="688" y="442"/>
                    <a:pt x="686" y="440"/>
                    <a:pt x="686" y="436"/>
                  </a:cubicBezTo>
                  <a:cubicBezTo>
                    <a:pt x="682" y="430"/>
                    <a:pt x="680" y="426"/>
                    <a:pt x="680" y="420"/>
                  </a:cubicBezTo>
                  <a:lnTo>
                    <a:pt x="680" y="397"/>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0"/>
            <p:cNvSpPr/>
            <p:nvPr/>
          </p:nvSpPr>
          <p:spPr>
            <a:xfrm rot="-3560944">
              <a:off x="13839525" y="-3517185"/>
              <a:ext cx="413414" cy="265893"/>
            </a:xfrm>
            <a:custGeom>
              <a:rect b="b" l="l" r="r" t="t"/>
              <a:pathLst>
                <a:path extrusionOk="0" h="447" w="695">
                  <a:moveTo>
                    <a:pt x="0" y="0"/>
                  </a:moveTo>
                  <a:lnTo>
                    <a:pt x="0" y="25"/>
                  </a:lnTo>
                  <a:cubicBezTo>
                    <a:pt x="9" y="45"/>
                    <a:pt x="11" y="47"/>
                    <a:pt x="13" y="49"/>
                  </a:cubicBezTo>
                  <a:lnTo>
                    <a:pt x="694" y="446"/>
                  </a:lnTo>
                  <a:cubicBezTo>
                    <a:pt x="688" y="440"/>
                    <a:pt x="686" y="438"/>
                    <a:pt x="684" y="434"/>
                  </a:cubicBezTo>
                  <a:cubicBezTo>
                    <a:pt x="680" y="428"/>
                    <a:pt x="680" y="424"/>
                    <a:pt x="680" y="418"/>
                  </a:cubicBezTo>
                  <a:lnTo>
                    <a:pt x="680" y="395"/>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0"/>
            <p:cNvSpPr/>
            <p:nvPr/>
          </p:nvSpPr>
          <p:spPr>
            <a:xfrm rot="-3560944">
              <a:off x="13835829" y="-3371505"/>
              <a:ext cx="413414" cy="264704"/>
            </a:xfrm>
            <a:custGeom>
              <a:rect b="b" l="l" r="r" t="t"/>
              <a:pathLst>
                <a:path extrusionOk="0" h="445" w="695">
                  <a:moveTo>
                    <a:pt x="1" y="1"/>
                  </a:moveTo>
                  <a:lnTo>
                    <a:pt x="1" y="24"/>
                  </a:lnTo>
                  <a:cubicBezTo>
                    <a:pt x="9" y="44"/>
                    <a:pt x="11" y="46"/>
                    <a:pt x="13" y="50"/>
                  </a:cubicBezTo>
                  <a:lnTo>
                    <a:pt x="686" y="440"/>
                  </a:lnTo>
                  <a:lnTo>
                    <a:pt x="686" y="440"/>
                  </a:lnTo>
                  <a:cubicBezTo>
                    <a:pt x="685" y="439"/>
                    <a:pt x="685" y="438"/>
                    <a:pt x="684" y="437"/>
                  </a:cubicBezTo>
                  <a:cubicBezTo>
                    <a:pt x="682" y="431"/>
                    <a:pt x="682" y="427"/>
                    <a:pt x="682" y="420"/>
                  </a:cubicBezTo>
                  <a:lnTo>
                    <a:pt x="682" y="398"/>
                  </a:lnTo>
                  <a:lnTo>
                    <a:pt x="1" y="1"/>
                  </a:lnTo>
                  <a:close/>
                  <a:moveTo>
                    <a:pt x="686" y="440"/>
                  </a:moveTo>
                  <a:lnTo>
                    <a:pt x="686" y="440"/>
                  </a:lnTo>
                  <a:cubicBezTo>
                    <a:pt x="688" y="442"/>
                    <a:pt x="690" y="444"/>
                    <a:pt x="694" y="445"/>
                  </a:cubicBezTo>
                  <a:lnTo>
                    <a:pt x="686" y="4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0"/>
            <p:cNvSpPr/>
            <p:nvPr/>
          </p:nvSpPr>
          <p:spPr>
            <a:xfrm rot="-3560944">
              <a:off x="13832259" y="-3225301"/>
              <a:ext cx="414603" cy="264704"/>
            </a:xfrm>
            <a:custGeom>
              <a:rect b="b" l="l" r="r" t="t"/>
              <a:pathLst>
                <a:path extrusionOk="0" h="445" w="697">
                  <a:moveTo>
                    <a:pt x="1" y="1"/>
                  </a:moveTo>
                  <a:lnTo>
                    <a:pt x="3" y="25"/>
                  </a:lnTo>
                  <a:cubicBezTo>
                    <a:pt x="11" y="46"/>
                    <a:pt x="13" y="50"/>
                    <a:pt x="17" y="52"/>
                  </a:cubicBezTo>
                  <a:lnTo>
                    <a:pt x="691" y="442"/>
                  </a:lnTo>
                  <a:lnTo>
                    <a:pt x="691" y="442"/>
                  </a:lnTo>
                  <a:cubicBezTo>
                    <a:pt x="689" y="440"/>
                    <a:pt x="687" y="438"/>
                    <a:pt x="686" y="434"/>
                  </a:cubicBezTo>
                  <a:cubicBezTo>
                    <a:pt x="684" y="430"/>
                    <a:pt x="682" y="424"/>
                    <a:pt x="682" y="420"/>
                  </a:cubicBezTo>
                  <a:lnTo>
                    <a:pt x="682" y="398"/>
                  </a:lnTo>
                  <a:lnTo>
                    <a:pt x="1" y="1"/>
                  </a:lnTo>
                  <a:close/>
                  <a:moveTo>
                    <a:pt x="691" y="442"/>
                  </a:moveTo>
                  <a:cubicBezTo>
                    <a:pt x="693" y="443"/>
                    <a:pt x="695" y="444"/>
                    <a:pt x="697" y="445"/>
                  </a:cubicBezTo>
                  <a:lnTo>
                    <a:pt x="691" y="44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0"/>
            <p:cNvSpPr/>
            <p:nvPr/>
          </p:nvSpPr>
          <p:spPr>
            <a:xfrm rot="-3560944">
              <a:off x="13834516" y="-3078849"/>
              <a:ext cx="412819" cy="265893"/>
            </a:xfrm>
            <a:custGeom>
              <a:rect b="b" l="l" r="r" t="t"/>
              <a:pathLst>
                <a:path extrusionOk="0" h="447" w="694">
                  <a:moveTo>
                    <a:pt x="0" y="1"/>
                  </a:moveTo>
                  <a:lnTo>
                    <a:pt x="0" y="25"/>
                  </a:lnTo>
                  <a:cubicBezTo>
                    <a:pt x="8" y="46"/>
                    <a:pt x="10" y="48"/>
                    <a:pt x="14" y="50"/>
                  </a:cubicBezTo>
                  <a:lnTo>
                    <a:pt x="694" y="447"/>
                  </a:lnTo>
                  <a:cubicBezTo>
                    <a:pt x="690" y="440"/>
                    <a:pt x="688" y="436"/>
                    <a:pt x="684" y="434"/>
                  </a:cubicBezTo>
                  <a:cubicBezTo>
                    <a:pt x="681" y="428"/>
                    <a:pt x="681" y="424"/>
                    <a:pt x="681" y="418"/>
                  </a:cubicBezTo>
                  <a:lnTo>
                    <a:pt x="681" y="395"/>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0"/>
            <p:cNvSpPr/>
            <p:nvPr/>
          </p:nvSpPr>
          <p:spPr>
            <a:xfrm rot="-3560944">
              <a:off x="13832911" y="-2935460"/>
              <a:ext cx="413414" cy="265893"/>
            </a:xfrm>
            <a:custGeom>
              <a:rect b="b" l="l" r="r" t="t"/>
              <a:pathLst>
                <a:path extrusionOk="0" h="447" w="695">
                  <a:moveTo>
                    <a:pt x="0" y="0"/>
                  </a:moveTo>
                  <a:lnTo>
                    <a:pt x="0" y="23"/>
                  </a:lnTo>
                  <a:cubicBezTo>
                    <a:pt x="9" y="43"/>
                    <a:pt x="11" y="47"/>
                    <a:pt x="13" y="49"/>
                  </a:cubicBezTo>
                  <a:lnTo>
                    <a:pt x="694" y="446"/>
                  </a:lnTo>
                  <a:lnTo>
                    <a:pt x="684" y="436"/>
                  </a:lnTo>
                  <a:cubicBezTo>
                    <a:pt x="682" y="430"/>
                    <a:pt x="682" y="426"/>
                    <a:pt x="682" y="420"/>
                  </a:cubicBezTo>
                  <a:lnTo>
                    <a:pt x="682" y="397"/>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0"/>
            <p:cNvSpPr/>
            <p:nvPr/>
          </p:nvSpPr>
          <p:spPr>
            <a:xfrm rot="-3560944">
              <a:off x="13829983" y="-2788433"/>
              <a:ext cx="413414" cy="262919"/>
            </a:xfrm>
            <a:custGeom>
              <a:rect b="b" l="l" r="r" t="t"/>
              <a:pathLst>
                <a:path extrusionOk="0" h="442" w="695">
                  <a:moveTo>
                    <a:pt x="1" y="0"/>
                  </a:moveTo>
                  <a:lnTo>
                    <a:pt x="1" y="23"/>
                  </a:lnTo>
                  <a:cubicBezTo>
                    <a:pt x="9" y="47"/>
                    <a:pt x="11" y="49"/>
                    <a:pt x="13" y="49"/>
                  </a:cubicBezTo>
                  <a:lnTo>
                    <a:pt x="689" y="439"/>
                  </a:lnTo>
                  <a:lnTo>
                    <a:pt x="689" y="439"/>
                  </a:lnTo>
                  <a:cubicBezTo>
                    <a:pt x="687" y="437"/>
                    <a:pt x="685" y="435"/>
                    <a:pt x="684" y="432"/>
                  </a:cubicBezTo>
                  <a:cubicBezTo>
                    <a:pt x="682" y="428"/>
                    <a:pt x="682" y="421"/>
                    <a:pt x="682" y="417"/>
                  </a:cubicBezTo>
                  <a:lnTo>
                    <a:pt x="682" y="395"/>
                  </a:lnTo>
                  <a:lnTo>
                    <a:pt x="1" y="0"/>
                  </a:lnTo>
                  <a:close/>
                  <a:moveTo>
                    <a:pt x="689" y="439"/>
                  </a:moveTo>
                  <a:cubicBezTo>
                    <a:pt x="691" y="440"/>
                    <a:pt x="693" y="441"/>
                    <a:pt x="694" y="442"/>
                  </a:cubicBezTo>
                  <a:lnTo>
                    <a:pt x="689" y="43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0"/>
            <p:cNvSpPr/>
            <p:nvPr/>
          </p:nvSpPr>
          <p:spPr>
            <a:xfrm rot="-3560944">
              <a:off x="13828465" y="-2643993"/>
              <a:ext cx="412224" cy="264704"/>
            </a:xfrm>
            <a:custGeom>
              <a:rect b="b" l="l" r="r" t="t"/>
              <a:pathLst>
                <a:path extrusionOk="0" h="445" w="693">
                  <a:moveTo>
                    <a:pt x="1" y="1"/>
                  </a:moveTo>
                  <a:lnTo>
                    <a:pt x="1" y="23"/>
                  </a:lnTo>
                  <a:cubicBezTo>
                    <a:pt x="7" y="44"/>
                    <a:pt x="9" y="46"/>
                    <a:pt x="13" y="50"/>
                  </a:cubicBezTo>
                  <a:lnTo>
                    <a:pt x="690" y="443"/>
                  </a:lnTo>
                  <a:lnTo>
                    <a:pt x="690" y="443"/>
                  </a:lnTo>
                  <a:cubicBezTo>
                    <a:pt x="687" y="441"/>
                    <a:pt x="685" y="439"/>
                    <a:pt x="682" y="434"/>
                  </a:cubicBezTo>
                  <a:cubicBezTo>
                    <a:pt x="680" y="430"/>
                    <a:pt x="680" y="424"/>
                    <a:pt x="680" y="420"/>
                  </a:cubicBezTo>
                  <a:lnTo>
                    <a:pt x="680" y="398"/>
                  </a:lnTo>
                  <a:lnTo>
                    <a:pt x="1" y="1"/>
                  </a:lnTo>
                  <a:close/>
                  <a:moveTo>
                    <a:pt x="690" y="443"/>
                  </a:moveTo>
                  <a:cubicBezTo>
                    <a:pt x="691" y="444"/>
                    <a:pt x="691" y="444"/>
                    <a:pt x="692" y="445"/>
                  </a:cubicBezTo>
                  <a:lnTo>
                    <a:pt x="690" y="44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0"/>
            <p:cNvSpPr/>
            <p:nvPr/>
          </p:nvSpPr>
          <p:spPr>
            <a:xfrm rot="-3560944">
              <a:off x="13826974" y="-2498463"/>
              <a:ext cx="412819" cy="264704"/>
            </a:xfrm>
            <a:custGeom>
              <a:rect b="b" l="l" r="r" t="t"/>
              <a:pathLst>
                <a:path extrusionOk="0" h="445" w="694">
                  <a:moveTo>
                    <a:pt x="0" y="0"/>
                  </a:moveTo>
                  <a:lnTo>
                    <a:pt x="0" y="23"/>
                  </a:lnTo>
                  <a:cubicBezTo>
                    <a:pt x="8" y="43"/>
                    <a:pt x="10" y="50"/>
                    <a:pt x="12" y="50"/>
                  </a:cubicBezTo>
                  <a:lnTo>
                    <a:pt x="687" y="440"/>
                  </a:lnTo>
                  <a:lnTo>
                    <a:pt x="687" y="440"/>
                  </a:lnTo>
                  <a:cubicBezTo>
                    <a:pt x="685" y="439"/>
                    <a:pt x="684" y="437"/>
                    <a:pt x="684" y="434"/>
                  </a:cubicBezTo>
                  <a:cubicBezTo>
                    <a:pt x="679" y="430"/>
                    <a:pt x="679" y="424"/>
                    <a:pt x="679" y="420"/>
                  </a:cubicBezTo>
                  <a:lnTo>
                    <a:pt x="679" y="397"/>
                  </a:lnTo>
                  <a:lnTo>
                    <a:pt x="0" y="0"/>
                  </a:lnTo>
                  <a:close/>
                  <a:moveTo>
                    <a:pt x="687" y="440"/>
                  </a:moveTo>
                  <a:lnTo>
                    <a:pt x="687" y="440"/>
                  </a:lnTo>
                  <a:cubicBezTo>
                    <a:pt x="688" y="442"/>
                    <a:pt x="690" y="443"/>
                    <a:pt x="694" y="444"/>
                  </a:cubicBezTo>
                  <a:lnTo>
                    <a:pt x="687" y="4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0"/>
            <p:cNvSpPr/>
            <p:nvPr/>
          </p:nvSpPr>
          <p:spPr>
            <a:xfrm rot="-3560944">
              <a:off x="13826860" y="-2351850"/>
              <a:ext cx="412819" cy="265893"/>
            </a:xfrm>
            <a:custGeom>
              <a:rect b="b" l="l" r="r" t="t"/>
              <a:pathLst>
                <a:path extrusionOk="0" h="447" w="694">
                  <a:moveTo>
                    <a:pt x="0" y="0"/>
                  </a:moveTo>
                  <a:lnTo>
                    <a:pt x="0" y="23"/>
                  </a:lnTo>
                  <a:cubicBezTo>
                    <a:pt x="9" y="45"/>
                    <a:pt x="11" y="49"/>
                    <a:pt x="13" y="49"/>
                  </a:cubicBezTo>
                  <a:lnTo>
                    <a:pt x="694" y="446"/>
                  </a:lnTo>
                  <a:cubicBezTo>
                    <a:pt x="692" y="440"/>
                    <a:pt x="686" y="436"/>
                    <a:pt x="684" y="432"/>
                  </a:cubicBezTo>
                  <a:cubicBezTo>
                    <a:pt x="682" y="428"/>
                    <a:pt x="682" y="422"/>
                    <a:pt x="682" y="418"/>
                  </a:cubicBezTo>
                  <a:lnTo>
                    <a:pt x="682" y="395"/>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0"/>
            <p:cNvSpPr/>
            <p:nvPr/>
          </p:nvSpPr>
          <p:spPr>
            <a:xfrm rot="-3560944">
              <a:off x="13822988" y="-2208275"/>
              <a:ext cx="412224" cy="263514"/>
            </a:xfrm>
            <a:custGeom>
              <a:rect b="b" l="l" r="r" t="t"/>
              <a:pathLst>
                <a:path extrusionOk="0" h="443" w="693">
                  <a:moveTo>
                    <a:pt x="1" y="1"/>
                  </a:moveTo>
                  <a:lnTo>
                    <a:pt x="1" y="23"/>
                  </a:lnTo>
                  <a:cubicBezTo>
                    <a:pt x="7" y="44"/>
                    <a:pt x="9" y="48"/>
                    <a:pt x="13" y="48"/>
                  </a:cubicBezTo>
                  <a:lnTo>
                    <a:pt x="685" y="438"/>
                  </a:lnTo>
                  <a:lnTo>
                    <a:pt x="685" y="438"/>
                  </a:lnTo>
                  <a:cubicBezTo>
                    <a:pt x="684" y="437"/>
                    <a:pt x="683" y="436"/>
                    <a:pt x="682" y="435"/>
                  </a:cubicBezTo>
                  <a:cubicBezTo>
                    <a:pt x="680" y="431"/>
                    <a:pt x="680" y="424"/>
                    <a:pt x="680" y="420"/>
                  </a:cubicBezTo>
                  <a:lnTo>
                    <a:pt x="680" y="396"/>
                  </a:lnTo>
                  <a:lnTo>
                    <a:pt x="1" y="1"/>
                  </a:lnTo>
                  <a:close/>
                  <a:moveTo>
                    <a:pt x="685" y="438"/>
                  </a:moveTo>
                  <a:cubicBezTo>
                    <a:pt x="687" y="442"/>
                    <a:pt x="689" y="443"/>
                    <a:pt x="692" y="443"/>
                  </a:cubicBezTo>
                  <a:lnTo>
                    <a:pt x="685" y="43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0"/>
            <p:cNvSpPr/>
            <p:nvPr/>
          </p:nvSpPr>
          <p:spPr>
            <a:xfrm rot="-3560944">
              <a:off x="13821048" y="-2062489"/>
              <a:ext cx="413414" cy="263514"/>
            </a:xfrm>
            <a:custGeom>
              <a:rect b="b" l="l" r="r" t="t"/>
              <a:pathLst>
                <a:path extrusionOk="0" h="443" w="695">
                  <a:moveTo>
                    <a:pt x="1" y="1"/>
                  </a:moveTo>
                  <a:lnTo>
                    <a:pt x="1" y="23"/>
                  </a:lnTo>
                  <a:cubicBezTo>
                    <a:pt x="9" y="46"/>
                    <a:pt x="11" y="48"/>
                    <a:pt x="13" y="48"/>
                  </a:cubicBezTo>
                  <a:lnTo>
                    <a:pt x="685" y="437"/>
                  </a:lnTo>
                  <a:lnTo>
                    <a:pt x="685" y="437"/>
                  </a:lnTo>
                  <a:cubicBezTo>
                    <a:pt x="685" y="437"/>
                    <a:pt x="685" y="436"/>
                    <a:pt x="684" y="434"/>
                  </a:cubicBezTo>
                  <a:cubicBezTo>
                    <a:pt x="680" y="430"/>
                    <a:pt x="680" y="424"/>
                    <a:pt x="680" y="418"/>
                  </a:cubicBezTo>
                  <a:lnTo>
                    <a:pt x="680" y="396"/>
                  </a:lnTo>
                  <a:lnTo>
                    <a:pt x="1" y="1"/>
                  </a:lnTo>
                  <a:close/>
                  <a:moveTo>
                    <a:pt x="685" y="437"/>
                  </a:moveTo>
                  <a:cubicBezTo>
                    <a:pt x="687" y="441"/>
                    <a:pt x="689" y="443"/>
                    <a:pt x="695" y="443"/>
                  </a:cubicBezTo>
                  <a:lnTo>
                    <a:pt x="685" y="4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0"/>
            <p:cNvSpPr/>
            <p:nvPr/>
          </p:nvSpPr>
          <p:spPr>
            <a:xfrm rot="-3560944">
              <a:off x="13821383" y="-1916132"/>
              <a:ext cx="412819" cy="264704"/>
            </a:xfrm>
            <a:custGeom>
              <a:rect b="b" l="l" r="r" t="t"/>
              <a:pathLst>
                <a:path extrusionOk="0" h="445" w="694">
                  <a:moveTo>
                    <a:pt x="0" y="1"/>
                  </a:moveTo>
                  <a:lnTo>
                    <a:pt x="0" y="23"/>
                  </a:lnTo>
                  <a:cubicBezTo>
                    <a:pt x="8" y="43"/>
                    <a:pt x="10" y="46"/>
                    <a:pt x="12" y="50"/>
                  </a:cubicBezTo>
                  <a:lnTo>
                    <a:pt x="694" y="444"/>
                  </a:lnTo>
                  <a:cubicBezTo>
                    <a:pt x="688" y="440"/>
                    <a:pt x="686" y="438"/>
                    <a:pt x="684" y="432"/>
                  </a:cubicBezTo>
                  <a:cubicBezTo>
                    <a:pt x="681" y="428"/>
                    <a:pt x="681" y="422"/>
                    <a:pt x="681" y="418"/>
                  </a:cubicBezTo>
                  <a:lnTo>
                    <a:pt x="681" y="393"/>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0"/>
            <p:cNvSpPr/>
            <p:nvPr/>
          </p:nvSpPr>
          <p:spPr>
            <a:xfrm rot="-3560944">
              <a:off x="13818199" y="-1770148"/>
              <a:ext cx="412819" cy="263514"/>
            </a:xfrm>
            <a:custGeom>
              <a:rect b="b" l="l" r="r" t="t"/>
              <a:pathLst>
                <a:path extrusionOk="0" h="443" w="694">
                  <a:moveTo>
                    <a:pt x="0" y="0"/>
                  </a:moveTo>
                  <a:lnTo>
                    <a:pt x="0" y="23"/>
                  </a:lnTo>
                  <a:cubicBezTo>
                    <a:pt x="9" y="43"/>
                    <a:pt x="11" y="47"/>
                    <a:pt x="13" y="47"/>
                  </a:cubicBezTo>
                  <a:lnTo>
                    <a:pt x="685" y="437"/>
                  </a:lnTo>
                  <a:lnTo>
                    <a:pt x="685" y="437"/>
                  </a:lnTo>
                  <a:cubicBezTo>
                    <a:pt x="685" y="436"/>
                    <a:pt x="684" y="435"/>
                    <a:pt x="684" y="434"/>
                  </a:cubicBezTo>
                  <a:cubicBezTo>
                    <a:pt x="682" y="430"/>
                    <a:pt x="682" y="424"/>
                    <a:pt x="682" y="420"/>
                  </a:cubicBezTo>
                  <a:lnTo>
                    <a:pt x="682" y="395"/>
                  </a:lnTo>
                  <a:lnTo>
                    <a:pt x="0" y="0"/>
                  </a:lnTo>
                  <a:close/>
                  <a:moveTo>
                    <a:pt x="685" y="437"/>
                  </a:moveTo>
                  <a:cubicBezTo>
                    <a:pt x="687" y="441"/>
                    <a:pt x="691" y="442"/>
                    <a:pt x="694" y="442"/>
                  </a:cubicBezTo>
                  <a:lnTo>
                    <a:pt x="685" y="4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0"/>
            <p:cNvSpPr/>
            <p:nvPr/>
          </p:nvSpPr>
          <p:spPr>
            <a:xfrm rot="-3560944">
              <a:off x="13816208" y="-1625944"/>
              <a:ext cx="414603" cy="263514"/>
            </a:xfrm>
            <a:custGeom>
              <a:rect b="b" l="l" r="r" t="t"/>
              <a:pathLst>
                <a:path extrusionOk="0" h="443" w="697">
                  <a:moveTo>
                    <a:pt x="1" y="1"/>
                  </a:moveTo>
                  <a:lnTo>
                    <a:pt x="3" y="23"/>
                  </a:lnTo>
                  <a:cubicBezTo>
                    <a:pt x="11" y="44"/>
                    <a:pt x="13" y="46"/>
                    <a:pt x="15" y="48"/>
                  </a:cubicBezTo>
                  <a:lnTo>
                    <a:pt x="696" y="443"/>
                  </a:lnTo>
                  <a:cubicBezTo>
                    <a:pt x="690" y="439"/>
                    <a:pt x="688" y="437"/>
                    <a:pt x="686" y="433"/>
                  </a:cubicBezTo>
                  <a:cubicBezTo>
                    <a:pt x="682" y="427"/>
                    <a:pt x="680" y="422"/>
                    <a:pt x="680" y="416"/>
                  </a:cubicBezTo>
                  <a:lnTo>
                    <a:pt x="680" y="394"/>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0"/>
            <p:cNvSpPr/>
            <p:nvPr/>
          </p:nvSpPr>
          <p:spPr>
            <a:xfrm rot="-3560944">
              <a:off x="13815969" y="-1480449"/>
              <a:ext cx="413414" cy="264704"/>
            </a:xfrm>
            <a:custGeom>
              <a:rect b="b" l="l" r="r" t="t"/>
              <a:pathLst>
                <a:path extrusionOk="0" h="445" w="695">
                  <a:moveTo>
                    <a:pt x="1" y="1"/>
                  </a:moveTo>
                  <a:lnTo>
                    <a:pt x="1" y="23"/>
                  </a:lnTo>
                  <a:cubicBezTo>
                    <a:pt x="9" y="44"/>
                    <a:pt x="11" y="46"/>
                    <a:pt x="13" y="48"/>
                  </a:cubicBezTo>
                  <a:lnTo>
                    <a:pt x="690" y="442"/>
                  </a:lnTo>
                  <a:lnTo>
                    <a:pt x="690" y="442"/>
                  </a:lnTo>
                  <a:cubicBezTo>
                    <a:pt x="687" y="440"/>
                    <a:pt x="686" y="435"/>
                    <a:pt x="684" y="432"/>
                  </a:cubicBezTo>
                  <a:cubicBezTo>
                    <a:pt x="680" y="426"/>
                    <a:pt x="680" y="422"/>
                    <a:pt x="680" y="416"/>
                  </a:cubicBezTo>
                  <a:lnTo>
                    <a:pt x="680" y="394"/>
                  </a:lnTo>
                  <a:lnTo>
                    <a:pt x="1" y="1"/>
                  </a:lnTo>
                  <a:close/>
                  <a:moveTo>
                    <a:pt x="690" y="442"/>
                  </a:moveTo>
                  <a:cubicBezTo>
                    <a:pt x="692" y="443"/>
                    <a:pt x="693" y="444"/>
                    <a:pt x="695" y="445"/>
                  </a:cubicBezTo>
                  <a:lnTo>
                    <a:pt x="690" y="44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0"/>
            <p:cNvSpPr/>
            <p:nvPr/>
          </p:nvSpPr>
          <p:spPr>
            <a:xfrm rot="-3560944">
              <a:off x="13812722" y="-1336810"/>
              <a:ext cx="412819" cy="267083"/>
            </a:xfrm>
            <a:custGeom>
              <a:rect b="b" l="l" r="r" t="t"/>
              <a:pathLst>
                <a:path extrusionOk="0" h="449" w="694">
                  <a:moveTo>
                    <a:pt x="0" y="0"/>
                  </a:moveTo>
                  <a:lnTo>
                    <a:pt x="0" y="29"/>
                  </a:lnTo>
                  <a:cubicBezTo>
                    <a:pt x="8" y="49"/>
                    <a:pt x="10" y="51"/>
                    <a:pt x="14" y="54"/>
                  </a:cubicBezTo>
                  <a:lnTo>
                    <a:pt x="692" y="447"/>
                  </a:lnTo>
                  <a:lnTo>
                    <a:pt x="692" y="447"/>
                  </a:lnTo>
                  <a:cubicBezTo>
                    <a:pt x="688" y="445"/>
                    <a:pt x="686" y="442"/>
                    <a:pt x="686" y="438"/>
                  </a:cubicBezTo>
                  <a:cubicBezTo>
                    <a:pt x="684" y="432"/>
                    <a:pt x="681" y="428"/>
                    <a:pt x="681" y="420"/>
                  </a:cubicBezTo>
                  <a:lnTo>
                    <a:pt x="681" y="397"/>
                  </a:lnTo>
                  <a:lnTo>
                    <a:pt x="0" y="0"/>
                  </a:lnTo>
                  <a:close/>
                  <a:moveTo>
                    <a:pt x="692" y="447"/>
                  </a:moveTo>
                  <a:cubicBezTo>
                    <a:pt x="692" y="448"/>
                    <a:pt x="693" y="448"/>
                    <a:pt x="694" y="448"/>
                  </a:cubicBezTo>
                  <a:lnTo>
                    <a:pt x="692" y="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0"/>
            <p:cNvSpPr/>
            <p:nvPr/>
          </p:nvSpPr>
          <p:spPr>
            <a:xfrm rot="-3560944">
              <a:off x="13812483" y="-1190125"/>
              <a:ext cx="411629" cy="265893"/>
            </a:xfrm>
            <a:custGeom>
              <a:rect b="b" l="l" r="r" t="t"/>
              <a:pathLst>
                <a:path extrusionOk="0" h="447" w="692">
                  <a:moveTo>
                    <a:pt x="0" y="0"/>
                  </a:moveTo>
                  <a:lnTo>
                    <a:pt x="0" y="25"/>
                  </a:lnTo>
                  <a:cubicBezTo>
                    <a:pt x="7" y="45"/>
                    <a:pt x="9" y="47"/>
                    <a:pt x="13" y="49"/>
                  </a:cubicBezTo>
                  <a:lnTo>
                    <a:pt x="691" y="445"/>
                  </a:lnTo>
                  <a:lnTo>
                    <a:pt x="691" y="445"/>
                  </a:lnTo>
                  <a:cubicBezTo>
                    <a:pt x="687" y="443"/>
                    <a:pt x="685" y="440"/>
                    <a:pt x="682" y="436"/>
                  </a:cubicBezTo>
                  <a:cubicBezTo>
                    <a:pt x="680" y="430"/>
                    <a:pt x="680" y="426"/>
                    <a:pt x="680" y="420"/>
                  </a:cubicBezTo>
                  <a:lnTo>
                    <a:pt x="680" y="397"/>
                  </a:lnTo>
                  <a:lnTo>
                    <a:pt x="0" y="0"/>
                  </a:lnTo>
                  <a:close/>
                  <a:moveTo>
                    <a:pt x="691" y="445"/>
                  </a:moveTo>
                  <a:cubicBezTo>
                    <a:pt x="691" y="446"/>
                    <a:pt x="692" y="446"/>
                    <a:pt x="692" y="446"/>
                  </a:cubicBezTo>
                  <a:lnTo>
                    <a:pt x="691" y="4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0"/>
            <p:cNvSpPr/>
            <p:nvPr/>
          </p:nvSpPr>
          <p:spPr>
            <a:xfrm rot="-3560944">
              <a:off x="13804840" y="-1050184"/>
              <a:ext cx="411034" cy="271842"/>
            </a:xfrm>
            <a:custGeom>
              <a:rect b="b" l="l" r="r" t="t"/>
              <a:pathLst>
                <a:path extrusionOk="0" h="457" w="691">
                  <a:moveTo>
                    <a:pt x="5" y="1"/>
                  </a:moveTo>
                  <a:lnTo>
                    <a:pt x="1" y="25"/>
                  </a:lnTo>
                  <a:cubicBezTo>
                    <a:pt x="3" y="52"/>
                    <a:pt x="3" y="52"/>
                    <a:pt x="3" y="54"/>
                  </a:cubicBezTo>
                  <a:cubicBezTo>
                    <a:pt x="5" y="58"/>
                    <a:pt x="9" y="62"/>
                    <a:pt x="11" y="62"/>
                  </a:cubicBezTo>
                  <a:lnTo>
                    <a:pt x="684" y="453"/>
                  </a:lnTo>
                  <a:lnTo>
                    <a:pt x="684" y="453"/>
                  </a:lnTo>
                  <a:cubicBezTo>
                    <a:pt x="684" y="453"/>
                    <a:pt x="684" y="453"/>
                    <a:pt x="684" y="453"/>
                  </a:cubicBezTo>
                  <a:cubicBezTo>
                    <a:pt x="680" y="449"/>
                    <a:pt x="680" y="447"/>
                    <a:pt x="680" y="445"/>
                  </a:cubicBezTo>
                  <a:cubicBezTo>
                    <a:pt x="678" y="440"/>
                    <a:pt x="678" y="436"/>
                    <a:pt x="678" y="434"/>
                  </a:cubicBezTo>
                  <a:cubicBezTo>
                    <a:pt x="678" y="432"/>
                    <a:pt x="678" y="426"/>
                    <a:pt x="680" y="422"/>
                  </a:cubicBezTo>
                  <a:lnTo>
                    <a:pt x="686" y="395"/>
                  </a:lnTo>
                  <a:lnTo>
                    <a:pt x="5" y="1"/>
                  </a:lnTo>
                  <a:close/>
                  <a:moveTo>
                    <a:pt x="684" y="453"/>
                  </a:moveTo>
                  <a:lnTo>
                    <a:pt x="684" y="453"/>
                  </a:lnTo>
                  <a:cubicBezTo>
                    <a:pt x="686" y="457"/>
                    <a:pt x="688" y="457"/>
                    <a:pt x="690" y="457"/>
                  </a:cubicBezTo>
                  <a:lnTo>
                    <a:pt x="684" y="4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0"/>
            <p:cNvSpPr/>
            <p:nvPr/>
          </p:nvSpPr>
          <p:spPr>
            <a:xfrm rot="-3560944">
              <a:off x="12372325" y="-3394504"/>
              <a:ext cx="3225815" cy="1826158"/>
            </a:xfrm>
            <a:custGeom>
              <a:rect b="b" l="l" r="r" t="t"/>
              <a:pathLst>
                <a:path extrusionOk="0" h="3070" w="5423">
                  <a:moveTo>
                    <a:pt x="1" y="2652"/>
                  </a:moveTo>
                  <a:lnTo>
                    <a:pt x="1" y="2652"/>
                  </a:lnTo>
                  <a:cubicBezTo>
                    <a:pt x="3" y="2656"/>
                    <a:pt x="5" y="2656"/>
                    <a:pt x="9" y="2658"/>
                  </a:cubicBezTo>
                  <a:cubicBezTo>
                    <a:pt x="11" y="2660"/>
                    <a:pt x="13" y="2660"/>
                    <a:pt x="17" y="2661"/>
                  </a:cubicBezTo>
                  <a:lnTo>
                    <a:pt x="17" y="2661"/>
                  </a:lnTo>
                  <a:lnTo>
                    <a:pt x="1" y="2652"/>
                  </a:lnTo>
                  <a:close/>
                  <a:moveTo>
                    <a:pt x="4737" y="0"/>
                  </a:moveTo>
                  <a:lnTo>
                    <a:pt x="4524" y="123"/>
                  </a:lnTo>
                  <a:lnTo>
                    <a:pt x="4314" y="246"/>
                  </a:lnTo>
                  <a:lnTo>
                    <a:pt x="4101" y="369"/>
                  </a:lnTo>
                  <a:lnTo>
                    <a:pt x="3888" y="491"/>
                  </a:lnTo>
                  <a:lnTo>
                    <a:pt x="3675" y="614"/>
                  </a:lnTo>
                  <a:lnTo>
                    <a:pt x="3463" y="737"/>
                  </a:lnTo>
                  <a:lnTo>
                    <a:pt x="3252" y="860"/>
                  </a:lnTo>
                  <a:lnTo>
                    <a:pt x="3039" y="982"/>
                  </a:lnTo>
                  <a:lnTo>
                    <a:pt x="2826" y="1105"/>
                  </a:lnTo>
                  <a:lnTo>
                    <a:pt x="2614" y="1228"/>
                  </a:lnTo>
                  <a:lnTo>
                    <a:pt x="2403" y="1351"/>
                  </a:lnTo>
                  <a:lnTo>
                    <a:pt x="2190" y="1473"/>
                  </a:lnTo>
                  <a:lnTo>
                    <a:pt x="1977" y="1596"/>
                  </a:lnTo>
                  <a:lnTo>
                    <a:pt x="1765" y="1719"/>
                  </a:lnTo>
                  <a:lnTo>
                    <a:pt x="1554" y="1842"/>
                  </a:lnTo>
                  <a:lnTo>
                    <a:pt x="1341" y="1964"/>
                  </a:lnTo>
                  <a:lnTo>
                    <a:pt x="1128" y="2087"/>
                  </a:lnTo>
                  <a:lnTo>
                    <a:pt x="915" y="2210"/>
                  </a:lnTo>
                  <a:lnTo>
                    <a:pt x="705" y="2333"/>
                  </a:lnTo>
                  <a:lnTo>
                    <a:pt x="492" y="2455"/>
                  </a:lnTo>
                  <a:lnTo>
                    <a:pt x="279" y="2578"/>
                  </a:lnTo>
                  <a:cubicBezTo>
                    <a:pt x="277" y="2578"/>
                    <a:pt x="267" y="2586"/>
                    <a:pt x="246" y="2599"/>
                  </a:cubicBezTo>
                  <a:cubicBezTo>
                    <a:pt x="238" y="2605"/>
                    <a:pt x="230" y="2609"/>
                    <a:pt x="220" y="2615"/>
                  </a:cubicBezTo>
                  <a:cubicBezTo>
                    <a:pt x="210" y="2619"/>
                    <a:pt x="199" y="2627"/>
                    <a:pt x="189" y="2631"/>
                  </a:cubicBezTo>
                  <a:cubicBezTo>
                    <a:pt x="185" y="2635"/>
                    <a:pt x="177" y="2639"/>
                    <a:pt x="173" y="2642"/>
                  </a:cubicBezTo>
                  <a:cubicBezTo>
                    <a:pt x="163" y="2650"/>
                    <a:pt x="148" y="2652"/>
                    <a:pt x="142" y="2658"/>
                  </a:cubicBezTo>
                  <a:cubicBezTo>
                    <a:pt x="128" y="2662"/>
                    <a:pt x="122" y="2666"/>
                    <a:pt x="113" y="2668"/>
                  </a:cubicBezTo>
                  <a:cubicBezTo>
                    <a:pt x="105" y="2670"/>
                    <a:pt x="97" y="2670"/>
                    <a:pt x="93" y="2672"/>
                  </a:cubicBezTo>
                  <a:cubicBezTo>
                    <a:pt x="91" y="2676"/>
                    <a:pt x="87" y="2676"/>
                    <a:pt x="87" y="2676"/>
                  </a:cubicBezTo>
                  <a:lnTo>
                    <a:pt x="62" y="2676"/>
                  </a:lnTo>
                  <a:cubicBezTo>
                    <a:pt x="56" y="2676"/>
                    <a:pt x="52" y="2672"/>
                    <a:pt x="50" y="2672"/>
                  </a:cubicBezTo>
                  <a:cubicBezTo>
                    <a:pt x="46" y="2672"/>
                    <a:pt x="46" y="2672"/>
                    <a:pt x="44" y="2670"/>
                  </a:cubicBezTo>
                  <a:cubicBezTo>
                    <a:pt x="42" y="2670"/>
                    <a:pt x="40" y="2668"/>
                    <a:pt x="34" y="2668"/>
                  </a:cubicBezTo>
                  <a:cubicBezTo>
                    <a:pt x="32" y="2668"/>
                    <a:pt x="30" y="2666"/>
                    <a:pt x="30" y="2666"/>
                  </a:cubicBezTo>
                  <a:cubicBezTo>
                    <a:pt x="26" y="2662"/>
                    <a:pt x="21" y="2662"/>
                    <a:pt x="19" y="2662"/>
                  </a:cubicBezTo>
                  <a:cubicBezTo>
                    <a:pt x="19" y="2662"/>
                    <a:pt x="18" y="2662"/>
                    <a:pt x="17" y="2661"/>
                  </a:cubicBezTo>
                  <a:lnTo>
                    <a:pt x="17" y="2661"/>
                  </a:lnTo>
                  <a:lnTo>
                    <a:pt x="680" y="3049"/>
                  </a:lnTo>
                  <a:cubicBezTo>
                    <a:pt x="684" y="3051"/>
                    <a:pt x="686" y="3051"/>
                    <a:pt x="688" y="3055"/>
                  </a:cubicBezTo>
                  <a:cubicBezTo>
                    <a:pt x="690" y="3057"/>
                    <a:pt x="695" y="3057"/>
                    <a:pt x="697" y="3059"/>
                  </a:cubicBezTo>
                  <a:cubicBezTo>
                    <a:pt x="701" y="3061"/>
                    <a:pt x="705" y="3061"/>
                    <a:pt x="707" y="3065"/>
                  </a:cubicBezTo>
                  <a:cubicBezTo>
                    <a:pt x="715" y="3067"/>
                    <a:pt x="717" y="3067"/>
                    <a:pt x="719" y="3067"/>
                  </a:cubicBezTo>
                  <a:cubicBezTo>
                    <a:pt x="729" y="3069"/>
                    <a:pt x="731" y="3069"/>
                    <a:pt x="737" y="3069"/>
                  </a:cubicBezTo>
                  <a:lnTo>
                    <a:pt x="766" y="3069"/>
                  </a:lnTo>
                  <a:cubicBezTo>
                    <a:pt x="778" y="3067"/>
                    <a:pt x="782" y="3065"/>
                    <a:pt x="793" y="3065"/>
                  </a:cubicBezTo>
                  <a:cubicBezTo>
                    <a:pt x="797" y="3061"/>
                    <a:pt x="799" y="3061"/>
                    <a:pt x="803" y="3061"/>
                  </a:cubicBezTo>
                  <a:cubicBezTo>
                    <a:pt x="809" y="3059"/>
                    <a:pt x="813" y="3059"/>
                    <a:pt x="819" y="3057"/>
                  </a:cubicBezTo>
                  <a:cubicBezTo>
                    <a:pt x="828" y="3055"/>
                    <a:pt x="830" y="3051"/>
                    <a:pt x="832" y="3051"/>
                  </a:cubicBezTo>
                  <a:cubicBezTo>
                    <a:pt x="834" y="3049"/>
                    <a:pt x="840" y="3049"/>
                    <a:pt x="842" y="3047"/>
                  </a:cubicBezTo>
                  <a:cubicBezTo>
                    <a:pt x="844" y="3045"/>
                    <a:pt x="848" y="3045"/>
                    <a:pt x="850" y="3040"/>
                  </a:cubicBezTo>
                  <a:cubicBezTo>
                    <a:pt x="852" y="3038"/>
                    <a:pt x="854" y="3038"/>
                    <a:pt x="858" y="3036"/>
                  </a:cubicBezTo>
                  <a:cubicBezTo>
                    <a:pt x="862" y="3034"/>
                    <a:pt x="868" y="3030"/>
                    <a:pt x="870" y="3028"/>
                  </a:cubicBezTo>
                  <a:cubicBezTo>
                    <a:pt x="873" y="3026"/>
                    <a:pt x="875" y="3026"/>
                    <a:pt x="875" y="3024"/>
                  </a:cubicBezTo>
                  <a:cubicBezTo>
                    <a:pt x="885" y="3018"/>
                    <a:pt x="895" y="3010"/>
                    <a:pt x="905" y="3006"/>
                  </a:cubicBezTo>
                  <a:cubicBezTo>
                    <a:pt x="915" y="3000"/>
                    <a:pt x="924" y="2995"/>
                    <a:pt x="932" y="2989"/>
                  </a:cubicBezTo>
                  <a:cubicBezTo>
                    <a:pt x="942" y="2985"/>
                    <a:pt x="950" y="2979"/>
                    <a:pt x="954" y="2975"/>
                  </a:cubicBezTo>
                  <a:cubicBezTo>
                    <a:pt x="960" y="2969"/>
                    <a:pt x="965" y="2969"/>
                    <a:pt x="965" y="2969"/>
                  </a:cubicBezTo>
                  <a:lnTo>
                    <a:pt x="1177" y="2846"/>
                  </a:lnTo>
                  <a:lnTo>
                    <a:pt x="1390" y="2723"/>
                  </a:lnTo>
                  <a:lnTo>
                    <a:pt x="1601" y="2601"/>
                  </a:lnTo>
                  <a:lnTo>
                    <a:pt x="1814" y="2478"/>
                  </a:lnTo>
                  <a:lnTo>
                    <a:pt x="2026" y="2355"/>
                  </a:lnTo>
                  <a:lnTo>
                    <a:pt x="2239" y="2232"/>
                  </a:lnTo>
                  <a:lnTo>
                    <a:pt x="2450" y="2110"/>
                  </a:lnTo>
                  <a:lnTo>
                    <a:pt x="2663" y="1987"/>
                  </a:lnTo>
                  <a:lnTo>
                    <a:pt x="2875" y="1864"/>
                  </a:lnTo>
                  <a:lnTo>
                    <a:pt x="3088" y="1741"/>
                  </a:lnTo>
                  <a:lnTo>
                    <a:pt x="3299" y="1619"/>
                  </a:lnTo>
                  <a:lnTo>
                    <a:pt x="3512" y="1496"/>
                  </a:lnTo>
                  <a:lnTo>
                    <a:pt x="3725" y="1373"/>
                  </a:lnTo>
                  <a:lnTo>
                    <a:pt x="3937" y="1250"/>
                  </a:lnTo>
                  <a:lnTo>
                    <a:pt x="4148" y="1128"/>
                  </a:lnTo>
                  <a:lnTo>
                    <a:pt x="4361" y="1005"/>
                  </a:lnTo>
                  <a:lnTo>
                    <a:pt x="4574" y="882"/>
                  </a:lnTo>
                  <a:lnTo>
                    <a:pt x="4786" y="759"/>
                  </a:lnTo>
                  <a:lnTo>
                    <a:pt x="4999" y="637"/>
                  </a:lnTo>
                  <a:lnTo>
                    <a:pt x="5210" y="514"/>
                  </a:lnTo>
                  <a:lnTo>
                    <a:pt x="5423" y="391"/>
                  </a:lnTo>
                  <a:lnTo>
                    <a:pt x="47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0"/>
            <p:cNvSpPr/>
            <p:nvPr/>
          </p:nvSpPr>
          <p:spPr>
            <a:xfrm rot="-3560944">
              <a:off x="13768755" y="-934528"/>
              <a:ext cx="416983" cy="243289"/>
            </a:xfrm>
            <a:custGeom>
              <a:rect b="b" l="l" r="r" t="t"/>
              <a:pathLst>
                <a:path extrusionOk="0" h="409" w="701">
                  <a:moveTo>
                    <a:pt x="1" y="1"/>
                  </a:moveTo>
                  <a:lnTo>
                    <a:pt x="83" y="49"/>
                  </a:lnTo>
                  <a:lnTo>
                    <a:pt x="83" y="49"/>
                  </a:lnTo>
                  <a:lnTo>
                    <a:pt x="19" y="11"/>
                  </a:lnTo>
                  <a:cubicBezTo>
                    <a:pt x="9" y="5"/>
                    <a:pt x="1" y="1"/>
                    <a:pt x="1" y="1"/>
                  </a:cubicBezTo>
                  <a:close/>
                  <a:moveTo>
                    <a:pt x="83" y="49"/>
                  </a:moveTo>
                  <a:lnTo>
                    <a:pt x="700" y="408"/>
                  </a:lnTo>
                  <a:cubicBezTo>
                    <a:pt x="690" y="402"/>
                    <a:pt x="682" y="398"/>
                    <a:pt x="682" y="394"/>
                  </a:cubicBezTo>
                  <a:lnTo>
                    <a:pt x="83" y="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0"/>
            <p:cNvSpPr/>
            <p:nvPr/>
          </p:nvSpPr>
          <p:spPr>
            <a:xfrm rot="-3560944">
              <a:off x="13737619" y="-972189"/>
              <a:ext cx="424121" cy="291471"/>
            </a:xfrm>
            <a:custGeom>
              <a:rect b="b" l="l" r="r" t="t"/>
              <a:pathLst>
                <a:path extrusionOk="0" h="490" w="713">
                  <a:moveTo>
                    <a:pt x="31" y="1"/>
                  </a:moveTo>
                  <a:lnTo>
                    <a:pt x="15" y="23"/>
                  </a:lnTo>
                  <a:cubicBezTo>
                    <a:pt x="11" y="25"/>
                    <a:pt x="11" y="30"/>
                    <a:pt x="11" y="30"/>
                  </a:cubicBezTo>
                  <a:cubicBezTo>
                    <a:pt x="0" y="85"/>
                    <a:pt x="0" y="87"/>
                    <a:pt x="0" y="87"/>
                  </a:cubicBezTo>
                  <a:cubicBezTo>
                    <a:pt x="4" y="93"/>
                    <a:pt x="7" y="95"/>
                    <a:pt x="9" y="95"/>
                  </a:cubicBezTo>
                  <a:lnTo>
                    <a:pt x="690" y="490"/>
                  </a:lnTo>
                  <a:cubicBezTo>
                    <a:pt x="684" y="486"/>
                    <a:pt x="682" y="482"/>
                    <a:pt x="680" y="476"/>
                  </a:cubicBezTo>
                  <a:lnTo>
                    <a:pt x="680" y="459"/>
                  </a:lnTo>
                  <a:cubicBezTo>
                    <a:pt x="682" y="445"/>
                    <a:pt x="686" y="431"/>
                    <a:pt x="694" y="418"/>
                  </a:cubicBezTo>
                  <a:lnTo>
                    <a:pt x="712" y="394"/>
                  </a:lnTo>
                  <a:lnTo>
                    <a:pt x="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0"/>
            <p:cNvSpPr/>
            <p:nvPr/>
          </p:nvSpPr>
          <p:spPr>
            <a:xfrm rot="-3560944">
              <a:off x="13709870" y="-974223"/>
              <a:ext cx="418172" cy="252212"/>
            </a:xfrm>
            <a:custGeom>
              <a:rect b="b" l="l" r="r" t="t"/>
              <a:pathLst>
                <a:path extrusionOk="0" h="424" w="703">
                  <a:moveTo>
                    <a:pt x="1" y="0"/>
                  </a:moveTo>
                  <a:lnTo>
                    <a:pt x="21" y="31"/>
                  </a:lnTo>
                  <a:lnTo>
                    <a:pt x="702" y="424"/>
                  </a:lnTo>
                  <a:lnTo>
                    <a:pt x="672" y="348"/>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0"/>
            <p:cNvSpPr/>
            <p:nvPr/>
          </p:nvSpPr>
          <p:spPr>
            <a:xfrm rot="-3560944">
              <a:off x="13666182" y="-943891"/>
              <a:ext cx="412224" cy="251022"/>
            </a:xfrm>
            <a:custGeom>
              <a:rect b="b" l="l" r="r" t="t"/>
              <a:pathLst>
                <a:path extrusionOk="0" h="422" w="693">
                  <a:moveTo>
                    <a:pt x="1" y="0"/>
                  </a:moveTo>
                  <a:cubicBezTo>
                    <a:pt x="3" y="13"/>
                    <a:pt x="3" y="15"/>
                    <a:pt x="3" y="15"/>
                  </a:cubicBezTo>
                  <a:cubicBezTo>
                    <a:pt x="7" y="23"/>
                    <a:pt x="11" y="25"/>
                    <a:pt x="13" y="29"/>
                  </a:cubicBezTo>
                  <a:lnTo>
                    <a:pt x="689" y="420"/>
                  </a:lnTo>
                  <a:lnTo>
                    <a:pt x="689" y="420"/>
                  </a:lnTo>
                  <a:cubicBezTo>
                    <a:pt x="688" y="418"/>
                    <a:pt x="686" y="416"/>
                    <a:pt x="686" y="414"/>
                  </a:cubicBezTo>
                  <a:cubicBezTo>
                    <a:pt x="682" y="409"/>
                    <a:pt x="680" y="403"/>
                    <a:pt x="680" y="397"/>
                  </a:cubicBezTo>
                  <a:lnTo>
                    <a:pt x="1" y="0"/>
                  </a:lnTo>
                  <a:close/>
                  <a:moveTo>
                    <a:pt x="689" y="420"/>
                  </a:moveTo>
                  <a:cubicBezTo>
                    <a:pt x="690" y="421"/>
                    <a:pt x="692" y="422"/>
                    <a:pt x="692" y="422"/>
                  </a:cubicBezTo>
                  <a:lnTo>
                    <a:pt x="689" y="42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0"/>
            <p:cNvSpPr/>
            <p:nvPr/>
          </p:nvSpPr>
          <p:spPr>
            <a:xfrm rot="-3560944">
              <a:off x="13606098" y="-1004698"/>
              <a:ext cx="415793" cy="242695"/>
            </a:xfrm>
            <a:custGeom>
              <a:rect b="b" l="l" r="r" t="t"/>
              <a:pathLst>
                <a:path extrusionOk="0" h="408" w="699">
                  <a:moveTo>
                    <a:pt x="21" y="0"/>
                  </a:moveTo>
                  <a:lnTo>
                    <a:pt x="1" y="11"/>
                  </a:lnTo>
                  <a:lnTo>
                    <a:pt x="680" y="407"/>
                  </a:lnTo>
                  <a:lnTo>
                    <a:pt x="698" y="397"/>
                  </a:lnTo>
                  <a:lnTo>
                    <a:pt x="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0"/>
            <p:cNvSpPr/>
            <p:nvPr/>
          </p:nvSpPr>
          <p:spPr>
            <a:xfrm rot="-3560944">
              <a:off x="13623830" y="-1003942"/>
              <a:ext cx="429474" cy="311101"/>
            </a:xfrm>
            <a:custGeom>
              <a:rect b="b" l="l" r="r" t="t"/>
              <a:pathLst>
                <a:path extrusionOk="0" h="523" w="722">
                  <a:moveTo>
                    <a:pt x="42" y="0"/>
                  </a:moveTo>
                  <a:cubicBezTo>
                    <a:pt x="17" y="23"/>
                    <a:pt x="15" y="23"/>
                    <a:pt x="15" y="25"/>
                  </a:cubicBezTo>
                  <a:cubicBezTo>
                    <a:pt x="13" y="27"/>
                    <a:pt x="13" y="27"/>
                    <a:pt x="13" y="31"/>
                  </a:cubicBezTo>
                  <a:cubicBezTo>
                    <a:pt x="1" y="72"/>
                    <a:pt x="1" y="84"/>
                    <a:pt x="1" y="97"/>
                  </a:cubicBezTo>
                  <a:lnTo>
                    <a:pt x="1" y="115"/>
                  </a:lnTo>
                  <a:lnTo>
                    <a:pt x="1" y="123"/>
                  </a:lnTo>
                  <a:cubicBezTo>
                    <a:pt x="1" y="125"/>
                    <a:pt x="680" y="522"/>
                    <a:pt x="680" y="522"/>
                  </a:cubicBezTo>
                  <a:lnTo>
                    <a:pt x="680" y="518"/>
                  </a:lnTo>
                  <a:lnTo>
                    <a:pt x="680" y="514"/>
                  </a:lnTo>
                  <a:lnTo>
                    <a:pt x="680" y="496"/>
                  </a:lnTo>
                  <a:lnTo>
                    <a:pt x="680" y="467"/>
                  </a:lnTo>
                  <a:cubicBezTo>
                    <a:pt x="680" y="461"/>
                    <a:pt x="682" y="455"/>
                    <a:pt x="682" y="446"/>
                  </a:cubicBezTo>
                  <a:cubicBezTo>
                    <a:pt x="686" y="440"/>
                    <a:pt x="688" y="434"/>
                    <a:pt x="692" y="426"/>
                  </a:cubicBezTo>
                  <a:cubicBezTo>
                    <a:pt x="699" y="418"/>
                    <a:pt x="701" y="414"/>
                    <a:pt x="707" y="410"/>
                  </a:cubicBezTo>
                  <a:cubicBezTo>
                    <a:pt x="711" y="404"/>
                    <a:pt x="717" y="399"/>
                    <a:pt x="721" y="395"/>
                  </a:cubicBezTo>
                  <a:lnTo>
                    <a:pt x="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0"/>
            <p:cNvSpPr/>
            <p:nvPr/>
          </p:nvSpPr>
          <p:spPr>
            <a:xfrm rot="-3560944">
              <a:off x="13575110" y="-1040542"/>
              <a:ext cx="426500" cy="248048"/>
            </a:xfrm>
            <a:custGeom>
              <a:rect b="b" l="l" r="r" t="t"/>
              <a:pathLst>
                <a:path extrusionOk="0" h="417" w="717">
                  <a:moveTo>
                    <a:pt x="37" y="1"/>
                  </a:moveTo>
                  <a:lnTo>
                    <a:pt x="0" y="19"/>
                  </a:lnTo>
                  <a:lnTo>
                    <a:pt x="681" y="416"/>
                  </a:lnTo>
                  <a:lnTo>
                    <a:pt x="716" y="396"/>
                  </a:lnTo>
                  <a:lnTo>
                    <a:pt x="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0"/>
            <p:cNvSpPr/>
            <p:nvPr/>
          </p:nvSpPr>
          <p:spPr>
            <a:xfrm rot="-3560944">
              <a:off x="12372561" y="-3714937"/>
              <a:ext cx="2769573" cy="1578110"/>
            </a:xfrm>
            <a:custGeom>
              <a:rect b="b" l="l" r="r" t="t"/>
              <a:pathLst>
                <a:path extrusionOk="0" h="2653" w="4656">
                  <a:moveTo>
                    <a:pt x="4647" y="408"/>
                  </a:moveTo>
                  <a:lnTo>
                    <a:pt x="4655" y="412"/>
                  </a:lnTo>
                  <a:cubicBezTo>
                    <a:pt x="4653" y="410"/>
                    <a:pt x="4651" y="409"/>
                    <a:pt x="4647" y="408"/>
                  </a:cubicBezTo>
                  <a:close/>
                  <a:moveTo>
                    <a:pt x="3937" y="1"/>
                  </a:moveTo>
                  <a:cubicBezTo>
                    <a:pt x="3935" y="1"/>
                    <a:pt x="3933" y="1"/>
                    <a:pt x="3929" y="3"/>
                  </a:cubicBezTo>
                  <a:cubicBezTo>
                    <a:pt x="3927" y="3"/>
                    <a:pt x="3925" y="7"/>
                    <a:pt x="3923" y="7"/>
                  </a:cubicBezTo>
                  <a:cubicBezTo>
                    <a:pt x="3919" y="7"/>
                    <a:pt x="3916" y="9"/>
                    <a:pt x="3914" y="9"/>
                  </a:cubicBezTo>
                  <a:cubicBezTo>
                    <a:pt x="3912" y="9"/>
                    <a:pt x="3908" y="11"/>
                    <a:pt x="3906" y="11"/>
                  </a:cubicBezTo>
                  <a:cubicBezTo>
                    <a:pt x="3898" y="13"/>
                    <a:pt x="3896" y="17"/>
                    <a:pt x="3894" y="17"/>
                  </a:cubicBezTo>
                  <a:cubicBezTo>
                    <a:pt x="3892" y="19"/>
                    <a:pt x="3888" y="19"/>
                    <a:pt x="3886" y="19"/>
                  </a:cubicBezTo>
                  <a:cubicBezTo>
                    <a:pt x="3884" y="21"/>
                    <a:pt x="3882" y="21"/>
                    <a:pt x="3878" y="21"/>
                  </a:cubicBezTo>
                  <a:cubicBezTo>
                    <a:pt x="3876" y="23"/>
                    <a:pt x="3874" y="23"/>
                    <a:pt x="3871" y="28"/>
                  </a:cubicBezTo>
                  <a:cubicBezTo>
                    <a:pt x="3865" y="30"/>
                    <a:pt x="1" y="2260"/>
                    <a:pt x="1" y="2260"/>
                  </a:cubicBezTo>
                  <a:lnTo>
                    <a:pt x="682" y="2653"/>
                  </a:lnTo>
                  <a:lnTo>
                    <a:pt x="4547" y="422"/>
                  </a:lnTo>
                  <a:cubicBezTo>
                    <a:pt x="4557" y="416"/>
                    <a:pt x="4567" y="412"/>
                    <a:pt x="4577" y="408"/>
                  </a:cubicBezTo>
                  <a:cubicBezTo>
                    <a:pt x="4588" y="402"/>
                    <a:pt x="4598" y="402"/>
                    <a:pt x="4608" y="400"/>
                  </a:cubicBezTo>
                  <a:cubicBezTo>
                    <a:pt x="4618" y="400"/>
                    <a:pt x="4624" y="400"/>
                    <a:pt x="4633" y="402"/>
                  </a:cubicBezTo>
                  <a:cubicBezTo>
                    <a:pt x="4638" y="404"/>
                    <a:pt x="4643" y="406"/>
                    <a:pt x="4647" y="408"/>
                  </a:cubicBezTo>
                  <a:lnTo>
                    <a:pt x="4647" y="408"/>
                  </a:lnTo>
                  <a:lnTo>
                    <a:pt x="3990" y="17"/>
                  </a:lnTo>
                  <a:cubicBezTo>
                    <a:pt x="3988" y="13"/>
                    <a:pt x="3986" y="13"/>
                    <a:pt x="3980" y="11"/>
                  </a:cubicBezTo>
                  <a:cubicBezTo>
                    <a:pt x="3976" y="9"/>
                    <a:pt x="3974" y="9"/>
                    <a:pt x="3970" y="7"/>
                  </a:cubicBezTo>
                  <a:cubicBezTo>
                    <a:pt x="3964" y="3"/>
                    <a:pt x="3964" y="3"/>
                    <a:pt x="3959" y="3"/>
                  </a:cubicBezTo>
                  <a:cubicBezTo>
                    <a:pt x="3957" y="3"/>
                    <a:pt x="3955" y="1"/>
                    <a:pt x="39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0"/>
            <p:cNvSpPr/>
            <p:nvPr/>
          </p:nvSpPr>
          <p:spPr>
            <a:xfrm rot="-3560944">
              <a:off x="13553673" y="-1701671"/>
              <a:ext cx="513347" cy="469328"/>
            </a:xfrm>
            <a:custGeom>
              <a:rect b="b" l="l" r="r" t="t"/>
              <a:pathLst>
                <a:path extrusionOk="0" h="789" w="863">
                  <a:moveTo>
                    <a:pt x="183" y="1"/>
                  </a:moveTo>
                  <a:cubicBezTo>
                    <a:pt x="177" y="3"/>
                    <a:pt x="175" y="5"/>
                    <a:pt x="173" y="9"/>
                  </a:cubicBezTo>
                  <a:cubicBezTo>
                    <a:pt x="169" y="11"/>
                    <a:pt x="167" y="11"/>
                    <a:pt x="165" y="13"/>
                  </a:cubicBezTo>
                  <a:cubicBezTo>
                    <a:pt x="162" y="15"/>
                    <a:pt x="158" y="15"/>
                    <a:pt x="156" y="19"/>
                  </a:cubicBezTo>
                  <a:cubicBezTo>
                    <a:pt x="154" y="21"/>
                    <a:pt x="152" y="21"/>
                    <a:pt x="148" y="23"/>
                  </a:cubicBezTo>
                  <a:cubicBezTo>
                    <a:pt x="144" y="25"/>
                    <a:pt x="144" y="29"/>
                    <a:pt x="142" y="29"/>
                  </a:cubicBezTo>
                  <a:lnTo>
                    <a:pt x="136" y="33"/>
                  </a:lnTo>
                  <a:lnTo>
                    <a:pt x="132" y="40"/>
                  </a:lnTo>
                  <a:lnTo>
                    <a:pt x="126" y="44"/>
                  </a:lnTo>
                  <a:lnTo>
                    <a:pt x="122" y="48"/>
                  </a:lnTo>
                  <a:lnTo>
                    <a:pt x="115" y="54"/>
                  </a:lnTo>
                  <a:lnTo>
                    <a:pt x="111" y="58"/>
                  </a:lnTo>
                  <a:lnTo>
                    <a:pt x="105" y="64"/>
                  </a:lnTo>
                  <a:lnTo>
                    <a:pt x="101" y="68"/>
                  </a:lnTo>
                  <a:lnTo>
                    <a:pt x="95" y="74"/>
                  </a:lnTo>
                  <a:lnTo>
                    <a:pt x="91" y="78"/>
                  </a:lnTo>
                  <a:cubicBezTo>
                    <a:pt x="87" y="83"/>
                    <a:pt x="87" y="85"/>
                    <a:pt x="85" y="85"/>
                  </a:cubicBezTo>
                  <a:cubicBezTo>
                    <a:pt x="83" y="87"/>
                    <a:pt x="83" y="87"/>
                    <a:pt x="83" y="89"/>
                  </a:cubicBezTo>
                  <a:cubicBezTo>
                    <a:pt x="77" y="95"/>
                    <a:pt x="74" y="99"/>
                    <a:pt x="72" y="103"/>
                  </a:cubicBezTo>
                  <a:cubicBezTo>
                    <a:pt x="70" y="107"/>
                    <a:pt x="64" y="113"/>
                    <a:pt x="62" y="117"/>
                  </a:cubicBezTo>
                  <a:cubicBezTo>
                    <a:pt x="60" y="119"/>
                    <a:pt x="60" y="123"/>
                    <a:pt x="56" y="125"/>
                  </a:cubicBezTo>
                  <a:cubicBezTo>
                    <a:pt x="54" y="130"/>
                    <a:pt x="52" y="134"/>
                    <a:pt x="52" y="136"/>
                  </a:cubicBezTo>
                  <a:cubicBezTo>
                    <a:pt x="50" y="138"/>
                    <a:pt x="50" y="140"/>
                    <a:pt x="50" y="144"/>
                  </a:cubicBezTo>
                  <a:cubicBezTo>
                    <a:pt x="46" y="146"/>
                    <a:pt x="46" y="146"/>
                    <a:pt x="46" y="148"/>
                  </a:cubicBezTo>
                  <a:cubicBezTo>
                    <a:pt x="44" y="150"/>
                    <a:pt x="44" y="154"/>
                    <a:pt x="44" y="154"/>
                  </a:cubicBezTo>
                  <a:cubicBezTo>
                    <a:pt x="42" y="156"/>
                    <a:pt x="42" y="156"/>
                    <a:pt x="42" y="158"/>
                  </a:cubicBezTo>
                  <a:cubicBezTo>
                    <a:pt x="40" y="160"/>
                    <a:pt x="40" y="164"/>
                    <a:pt x="40" y="164"/>
                  </a:cubicBezTo>
                  <a:cubicBezTo>
                    <a:pt x="36" y="170"/>
                    <a:pt x="34" y="170"/>
                    <a:pt x="34" y="175"/>
                  </a:cubicBezTo>
                  <a:cubicBezTo>
                    <a:pt x="34" y="177"/>
                    <a:pt x="32" y="179"/>
                    <a:pt x="32" y="179"/>
                  </a:cubicBezTo>
                  <a:cubicBezTo>
                    <a:pt x="29" y="181"/>
                    <a:pt x="29" y="185"/>
                    <a:pt x="29" y="185"/>
                  </a:cubicBezTo>
                  <a:cubicBezTo>
                    <a:pt x="25" y="187"/>
                    <a:pt x="25" y="189"/>
                    <a:pt x="25" y="189"/>
                  </a:cubicBezTo>
                  <a:cubicBezTo>
                    <a:pt x="23" y="191"/>
                    <a:pt x="23" y="195"/>
                    <a:pt x="23" y="197"/>
                  </a:cubicBezTo>
                  <a:cubicBezTo>
                    <a:pt x="21" y="199"/>
                    <a:pt x="21" y="201"/>
                    <a:pt x="21" y="205"/>
                  </a:cubicBezTo>
                  <a:cubicBezTo>
                    <a:pt x="17" y="216"/>
                    <a:pt x="15" y="218"/>
                    <a:pt x="15" y="220"/>
                  </a:cubicBezTo>
                  <a:cubicBezTo>
                    <a:pt x="15" y="222"/>
                    <a:pt x="13" y="226"/>
                    <a:pt x="13" y="228"/>
                  </a:cubicBezTo>
                  <a:cubicBezTo>
                    <a:pt x="11" y="230"/>
                    <a:pt x="11" y="232"/>
                    <a:pt x="11" y="236"/>
                  </a:cubicBezTo>
                  <a:cubicBezTo>
                    <a:pt x="11" y="238"/>
                    <a:pt x="7" y="240"/>
                    <a:pt x="7" y="242"/>
                  </a:cubicBezTo>
                  <a:cubicBezTo>
                    <a:pt x="7" y="246"/>
                    <a:pt x="5" y="248"/>
                    <a:pt x="5" y="250"/>
                  </a:cubicBezTo>
                  <a:cubicBezTo>
                    <a:pt x="3" y="256"/>
                    <a:pt x="3" y="258"/>
                    <a:pt x="3" y="261"/>
                  </a:cubicBezTo>
                  <a:cubicBezTo>
                    <a:pt x="3" y="263"/>
                    <a:pt x="3" y="267"/>
                    <a:pt x="1" y="269"/>
                  </a:cubicBezTo>
                  <a:lnTo>
                    <a:pt x="1" y="277"/>
                  </a:lnTo>
                  <a:lnTo>
                    <a:pt x="1" y="283"/>
                  </a:lnTo>
                  <a:lnTo>
                    <a:pt x="1" y="289"/>
                  </a:lnTo>
                  <a:lnTo>
                    <a:pt x="1" y="299"/>
                  </a:lnTo>
                  <a:lnTo>
                    <a:pt x="1" y="308"/>
                  </a:lnTo>
                  <a:cubicBezTo>
                    <a:pt x="1" y="310"/>
                    <a:pt x="1" y="312"/>
                    <a:pt x="3" y="314"/>
                  </a:cubicBezTo>
                  <a:cubicBezTo>
                    <a:pt x="3" y="318"/>
                    <a:pt x="5" y="320"/>
                    <a:pt x="5" y="322"/>
                  </a:cubicBezTo>
                  <a:cubicBezTo>
                    <a:pt x="7" y="328"/>
                    <a:pt x="7" y="328"/>
                    <a:pt x="7" y="330"/>
                  </a:cubicBezTo>
                  <a:cubicBezTo>
                    <a:pt x="11" y="332"/>
                    <a:pt x="11" y="334"/>
                    <a:pt x="11" y="340"/>
                  </a:cubicBezTo>
                  <a:cubicBezTo>
                    <a:pt x="13" y="344"/>
                    <a:pt x="13" y="348"/>
                    <a:pt x="15" y="351"/>
                  </a:cubicBezTo>
                  <a:cubicBezTo>
                    <a:pt x="17" y="359"/>
                    <a:pt x="21" y="361"/>
                    <a:pt x="21" y="361"/>
                  </a:cubicBezTo>
                  <a:cubicBezTo>
                    <a:pt x="23" y="365"/>
                    <a:pt x="25" y="369"/>
                    <a:pt x="27" y="371"/>
                  </a:cubicBezTo>
                  <a:cubicBezTo>
                    <a:pt x="32" y="373"/>
                    <a:pt x="32" y="375"/>
                    <a:pt x="34" y="379"/>
                  </a:cubicBezTo>
                  <a:cubicBezTo>
                    <a:pt x="38" y="383"/>
                    <a:pt x="44" y="389"/>
                    <a:pt x="52" y="394"/>
                  </a:cubicBezTo>
                  <a:lnTo>
                    <a:pt x="731" y="788"/>
                  </a:lnTo>
                  <a:cubicBezTo>
                    <a:pt x="723" y="782"/>
                    <a:pt x="719" y="780"/>
                    <a:pt x="713" y="772"/>
                  </a:cubicBezTo>
                  <a:cubicBezTo>
                    <a:pt x="737" y="741"/>
                    <a:pt x="735" y="741"/>
                    <a:pt x="735" y="739"/>
                  </a:cubicBezTo>
                  <a:cubicBezTo>
                    <a:pt x="729" y="735"/>
                    <a:pt x="727" y="729"/>
                    <a:pt x="725" y="725"/>
                  </a:cubicBezTo>
                  <a:cubicBezTo>
                    <a:pt x="719" y="715"/>
                    <a:pt x="717" y="704"/>
                    <a:pt x="715" y="696"/>
                  </a:cubicBezTo>
                  <a:cubicBezTo>
                    <a:pt x="711" y="686"/>
                    <a:pt x="711" y="674"/>
                    <a:pt x="709" y="662"/>
                  </a:cubicBezTo>
                  <a:cubicBezTo>
                    <a:pt x="709" y="649"/>
                    <a:pt x="711" y="637"/>
                    <a:pt x="711" y="625"/>
                  </a:cubicBezTo>
                  <a:cubicBezTo>
                    <a:pt x="715" y="610"/>
                    <a:pt x="717" y="598"/>
                    <a:pt x="721" y="586"/>
                  </a:cubicBezTo>
                  <a:lnTo>
                    <a:pt x="737" y="547"/>
                  </a:lnTo>
                  <a:cubicBezTo>
                    <a:pt x="741" y="535"/>
                    <a:pt x="750" y="522"/>
                    <a:pt x="756" y="512"/>
                  </a:cubicBezTo>
                  <a:cubicBezTo>
                    <a:pt x="762" y="500"/>
                    <a:pt x="770" y="486"/>
                    <a:pt x="778" y="475"/>
                  </a:cubicBezTo>
                  <a:cubicBezTo>
                    <a:pt x="786" y="463"/>
                    <a:pt x="797" y="453"/>
                    <a:pt x="803" y="445"/>
                  </a:cubicBezTo>
                  <a:lnTo>
                    <a:pt x="831" y="418"/>
                  </a:lnTo>
                  <a:cubicBezTo>
                    <a:pt x="842" y="408"/>
                    <a:pt x="852" y="402"/>
                    <a:pt x="862" y="394"/>
                  </a:cubicBezTo>
                  <a:lnTo>
                    <a:pt x="1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0"/>
            <p:cNvSpPr/>
            <p:nvPr/>
          </p:nvSpPr>
          <p:spPr>
            <a:xfrm rot="-3560944">
              <a:off x="12804064" y="-3744147"/>
              <a:ext cx="2483456" cy="1561454"/>
            </a:xfrm>
            <a:custGeom>
              <a:rect b="b" l="l" r="r" t="t"/>
              <a:pathLst>
                <a:path extrusionOk="0" h="2625" w="4175">
                  <a:moveTo>
                    <a:pt x="4088" y="0"/>
                  </a:moveTo>
                  <a:cubicBezTo>
                    <a:pt x="4067" y="0"/>
                    <a:pt x="4044" y="7"/>
                    <a:pt x="4019" y="21"/>
                  </a:cubicBezTo>
                  <a:lnTo>
                    <a:pt x="154" y="2251"/>
                  </a:lnTo>
                  <a:cubicBezTo>
                    <a:pt x="70" y="2301"/>
                    <a:pt x="1" y="2419"/>
                    <a:pt x="1" y="2517"/>
                  </a:cubicBezTo>
                  <a:cubicBezTo>
                    <a:pt x="4" y="2585"/>
                    <a:pt x="38" y="2625"/>
                    <a:pt x="88" y="2625"/>
                  </a:cubicBezTo>
                  <a:cubicBezTo>
                    <a:pt x="109" y="2625"/>
                    <a:pt x="133" y="2618"/>
                    <a:pt x="158" y="2603"/>
                  </a:cubicBezTo>
                  <a:lnTo>
                    <a:pt x="4021" y="373"/>
                  </a:lnTo>
                  <a:cubicBezTo>
                    <a:pt x="4107" y="326"/>
                    <a:pt x="4174" y="206"/>
                    <a:pt x="4174" y="109"/>
                  </a:cubicBezTo>
                  <a:cubicBezTo>
                    <a:pt x="4173" y="40"/>
                    <a:pt x="4138" y="0"/>
                    <a:pt x="40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0"/>
            <p:cNvSpPr/>
            <p:nvPr/>
          </p:nvSpPr>
          <p:spPr>
            <a:xfrm rot="-3560944">
              <a:off x="13414312" y="-1485050"/>
              <a:ext cx="500855" cy="248643"/>
            </a:xfrm>
            <a:custGeom>
              <a:rect b="b" l="l" r="r" t="t"/>
              <a:pathLst>
                <a:path extrusionOk="0" h="418" w="842">
                  <a:moveTo>
                    <a:pt x="825" y="387"/>
                  </a:moveTo>
                  <a:lnTo>
                    <a:pt x="842" y="397"/>
                  </a:lnTo>
                  <a:cubicBezTo>
                    <a:pt x="836" y="393"/>
                    <a:pt x="832" y="389"/>
                    <a:pt x="825" y="387"/>
                  </a:cubicBezTo>
                  <a:close/>
                  <a:moveTo>
                    <a:pt x="109" y="0"/>
                  </a:moveTo>
                  <a:cubicBezTo>
                    <a:pt x="105" y="0"/>
                    <a:pt x="99" y="4"/>
                    <a:pt x="97" y="4"/>
                  </a:cubicBezTo>
                  <a:cubicBezTo>
                    <a:pt x="93" y="4"/>
                    <a:pt x="89" y="6"/>
                    <a:pt x="85" y="6"/>
                  </a:cubicBezTo>
                  <a:cubicBezTo>
                    <a:pt x="79" y="8"/>
                    <a:pt x="77" y="8"/>
                    <a:pt x="74" y="8"/>
                  </a:cubicBezTo>
                  <a:cubicBezTo>
                    <a:pt x="68" y="10"/>
                    <a:pt x="66" y="10"/>
                    <a:pt x="64" y="10"/>
                  </a:cubicBezTo>
                  <a:cubicBezTo>
                    <a:pt x="62" y="10"/>
                    <a:pt x="58" y="14"/>
                    <a:pt x="58" y="14"/>
                  </a:cubicBezTo>
                  <a:cubicBezTo>
                    <a:pt x="54" y="17"/>
                    <a:pt x="54" y="17"/>
                    <a:pt x="52" y="17"/>
                  </a:cubicBezTo>
                  <a:cubicBezTo>
                    <a:pt x="46" y="19"/>
                    <a:pt x="44" y="19"/>
                    <a:pt x="42" y="21"/>
                  </a:cubicBezTo>
                  <a:cubicBezTo>
                    <a:pt x="38" y="25"/>
                    <a:pt x="34" y="25"/>
                    <a:pt x="32" y="27"/>
                  </a:cubicBezTo>
                  <a:cubicBezTo>
                    <a:pt x="25" y="29"/>
                    <a:pt x="23" y="31"/>
                    <a:pt x="21" y="31"/>
                  </a:cubicBezTo>
                  <a:cubicBezTo>
                    <a:pt x="15" y="35"/>
                    <a:pt x="13" y="37"/>
                    <a:pt x="7" y="39"/>
                  </a:cubicBezTo>
                  <a:cubicBezTo>
                    <a:pt x="5" y="41"/>
                    <a:pt x="3" y="41"/>
                    <a:pt x="1" y="45"/>
                  </a:cubicBezTo>
                  <a:lnTo>
                    <a:pt x="645" y="418"/>
                  </a:lnTo>
                  <a:cubicBezTo>
                    <a:pt x="656" y="413"/>
                    <a:pt x="662" y="407"/>
                    <a:pt x="672" y="403"/>
                  </a:cubicBezTo>
                  <a:cubicBezTo>
                    <a:pt x="688" y="393"/>
                    <a:pt x="696" y="389"/>
                    <a:pt x="703" y="387"/>
                  </a:cubicBezTo>
                  <a:cubicBezTo>
                    <a:pt x="713" y="383"/>
                    <a:pt x="721" y="383"/>
                    <a:pt x="729" y="379"/>
                  </a:cubicBezTo>
                  <a:cubicBezTo>
                    <a:pt x="739" y="377"/>
                    <a:pt x="748" y="375"/>
                    <a:pt x="754" y="375"/>
                  </a:cubicBezTo>
                  <a:cubicBezTo>
                    <a:pt x="759" y="374"/>
                    <a:pt x="763" y="373"/>
                    <a:pt x="768" y="373"/>
                  </a:cubicBezTo>
                  <a:cubicBezTo>
                    <a:pt x="772" y="373"/>
                    <a:pt x="775" y="374"/>
                    <a:pt x="778" y="375"/>
                  </a:cubicBezTo>
                  <a:cubicBezTo>
                    <a:pt x="784" y="375"/>
                    <a:pt x="793" y="377"/>
                    <a:pt x="799" y="377"/>
                  </a:cubicBezTo>
                  <a:cubicBezTo>
                    <a:pt x="801" y="377"/>
                    <a:pt x="803" y="377"/>
                    <a:pt x="803" y="379"/>
                  </a:cubicBezTo>
                  <a:cubicBezTo>
                    <a:pt x="809" y="383"/>
                    <a:pt x="813" y="383"/>
                    <a:pt x="815" y="385"/>
                  </a:cubicBezTo>
                  <a:cubicBezTo>
                    <a:pt x="819" y="387"/>
                    <a:pt x="821" y="387"/>
                    <a:pt x="823" y="387"/>
                  </a:cubicBezTo>
                  <a:cubicBezTo>
                    <a:pt x="824" y="387"/>
                    <a:pt x="824" y="387"/>
                    <a:pt x="825" y="387"/>
                  </a:cubicBezTo>
                  <a:lnTo>
                    <a:pt x="825" y="387"/>
                  </a:lnTo>
                  <a:lnTo>
                    <a:pt x="197" y="25"/>
                  </a:lnTo>
                  <a:lnTo>
                    <a:pt x="181" y="17"/>
                  </a:lnTo>
                  <a:cubicBezTo>
                    <a:pt x="177" y="14"/>
                    <a:pt x="173" y="14"/>
                    <a:pt x="171" y="10"/>
                  </a:cubicBezTo>
                  <a:cubicBezTo>
                    <a:pt x="169" y="8"/>
                    <a:pt x="167" y="8"/>
                    <a:pt x="160" y="8"/>
                  </a:cubicBezTo>
                  <a:cubicBezTo>
                    <a:pt x="154" y="6"/>
                    <a:pt x="154" y="6"/>
                    <a:pt x="150" y="6"/>
                  </a:cubicBezTo>
                  <a:cubicBezTo>
                    <a:pt x="148" y="6"/>
                    <a:pt x="146" y="4"/>
                    <a:pt x="146" y="4"/>
                  </a:cubicBezTo>
                  <a:cubicBezTo>
                    <a:pt x="140" y="4"/>
                    <a:pt x="136" y="0"/>
                    <a:pt x="1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0"/>
            <p:cNvSpPr/>
            <p:nvPr/>
          </p:nvSpPr>
          <p:spPr>
            <a:xfrm rot="-3560944">
              <a:off x="13487475" y="-1445338"/>
              <a:ext cx="559149" cy="612685"/>
            </a:xfrm>
            <a:custGeom>
              <a:rect b="b" l="l" r="r" t="t"/>
              <a:pathLst>
                <a:path extrusionOk="0" h="1030" w="940">
                  <a:moveTo>
                    <a:pt x="295" y="1"/>
                  </a:moveTo>
                  <a:cubicBezTo>
                    <a:pt x="293" y="5"/>
                    <a:pt x="289" y="5"/>
                    <a:pt x="289" y="5"/>
                  </a:cubicBezTo>
                  <a:cubicBezTo>
                    <a:pt x="285" y="7"/>
                    <a:pt x="283" y="9"/>
                    <a:pt x="277" y="13"/>
                  </a:cubicBezTo>
                  <a:cubicBezTo>
                    <a:pt x="273" y="15"/>
                    <a:pt x="268" y="17"/>
                    <a:pt x="266" y="19"/>
                  </a:cubicBezTo>
                  <a:cubicBezTo>
                    <a:pt x="262" y="25"/>
                    <a:pt x="256" y="27"/>
                    <a:pt x="254" y="30"/>
                  </a:cubicBezTo>
                  <a:cubicBezTo>
                    <a:pt x="248" y="34"/>
                    <a:pt x="246" y="36"/>
                    <a:pt x="242" y="40"/>
                  </a:cubicBezTo>
                  <a:cubicBezTo>
                    <a:pt x="234" y="46"/>
                    <a:pt x="232" y="48"/>
                    <a:pt x="232" y="50"/>
                  </a:cubicBezTo>
                  <a:cubicBezTo>
                    <a:pt x="226" y="52"/>
                    <a:pt x="223" y="58"/>
                    <a:pt x="221" y="60"/>
                  </a:cubicBezTo>
                  <a:lnTo>
                    <a:pt x="213" y="68"/>
                  </a:lnTo>
                  <a:lnTo>
                    <a:pt x="203" y="79"/>
                  </a:lnTo>
                  <a:lnTo>
                    <a:pt x="195" y="87"/>
                  </a:lnTo>
                  <a:lnTo>
                    <a:pt x="187" y="93"/>
                  </a:lnTo>
                  <a:cubicBezTo>
                    <a:pt x="183" y="99"/>
                    <a:pt x="183" y="101"/>
                    <a:pt x="181" y="101"/>
                  </a:cubicBezTo>
                  <a:lnTo>
                    <a:pt x="172" y="109"/>
                  </a:lnTo>
                  <a:lnTo>
                    <a:pt x="164" y="118"/>
                  </a:lnTo>
                  <a:cubicBezTo>
                    <a:pt x="160" y="122"/>
                    <a:pt x="160" y="126"/>
                    <a:pt x="156" y="126"/>
                  </a:cubicBezTo>
                  <a:lnTo>
                    <a:pt x="150" y="132"/>
                  </a:lnTo>
                  <a:cubicBezTo>
                    <a:pt x="146" y="136"/>
                    <a:pt x="144" y="140"/>
                    <a:pt x="142" y="142"/>
                  </a:cubicBezTo>
                  <a:cubicBezTo>
                    <a:pt x="140" y="146"/>
                    <a:pt x="140" y="148"/>
                    <a:pt x="136" y="148"/>
                  </a:cubicBezTo>
                  <a:cubicBezTo>
                    <a:pt x="133" y="152"/>
                    <a:pt x="133" y="152"/>
                    <a:pt x="131" y="152"/>
                  </a:cubicBezTo>
                  <a:cubicBezTo>
                    <a:pt x="125" y="160"/>
                    <a:pt x="121" y="165"/>
                    <a:pt x="119" y="171"/>
                  </a:cubicBezTo>
                  <a:cubicBezTo>
                    <a:pt x="115" y="173"/>
                    <a:pt x="115" y="173"/>
                    <a:pt x="115" y="175"/>
                  </a:cubicBezTo>
                  <a:cubicBezTo>
                    <a:pt x="113" y="179"/>
                    <a:pt x="111" y="183"/>
                    <a:pt x="111" y="185"/>
                  </a:cubicBezTo>
                  <a:cubicBezTo>
                    <a:pt x="109" y="191"/>
                    <a:pt x="105" y="193"/>
                    <a:pt x="103" y="195"/>
                  </a:cubicBezTo>
                  <a:cubicBezTo>
                    <a:pt x="101" y="201"/>
                    <a:pt x="99" y="203"/>
                    <a:pt x="95" y="210"/>
                  </a:cubicBezTo>
                  <a:cubicBezTo>
                    <a:pt x="93" y="212"/>
                    <a:pt x="93" y="212"/>
                    <a:pt x="93" y="214"/>
                  </a:cubicBezTo>
                  <a:cubicBezTo>
                    <a:pt x="88" y="222"/>
                    <a:pt x="88" y="224"/>
                    <a:pt x="84" y="230"/>
                  </a:cubicBezTo>
                  <a:cubicBezTo>
                    <a:pt x="82" y="234"/>
                    <a:pt x="80" y="236"/>
                    <a:pt x="80" y="240"/>
                  </a:cubicBezTo>
                  <a:cubicBezTo>
                    <a:pt x="76" y="242"/>
                    <a:pt x="76" y="244"/>
                    <a:pt x="76" y="246"/>
                  </a:cubicBezTo>
                  <a:cubicBezTo>
                    <a:pt x="74" y="253"/>
                    <a:pt x="72" y="255"/>
                    <a:pt x="72" y="257"/>
                  </a:cubicBezTo>
                  <a:cubicBezTo>
                    <a:pt x="70" y="261"/>
                    <a:pt x="70" y="263"/>
                    <a:pt x="68" y="265"/>
                  </a:cubicBezTo>
                  <a:cubicBezTo>
                    <a:pt x="64" y="267"/>
                    <a:pt x="64" y="271"/>
                    <a:pt x="62" y="273"/>
                  </a:cubicBezTo>
                  <a:cubicBezTo>
                    <a:pt x="60" y="275"/>
                    <a:pt x="60" y="277"/>
                    <a:pt x="60" y="277"/>
                  </a:cubicBezTo>
                  <a:cubicBezTo>
                    <a:pt x="56" y="283"/>
                    <a:pt x="54" y="285"/>
                    <a:pt x="54" y="287"/>
                  </a:cubicBezTo>
                  <a:cubicBezTo>
                    <a:pt x="52" y="291"/>
                    <a:pt x="52" y="296"/>
                    <a:pt x="50" y="298"/>
                  </a:cubicBezTo>
                  <a:cubicBezTo>
                    <a:pt x="45" y="304"/>
                    <a:pt x="45" y="306"/>
                    <a:pt x="43" y="308"/>
                  </a:cubicBezTo>
                  <a:cubicBezTo>
                    <a:pt x="41" y="316"/>
                    <a:pt x="41" y="316"/>
                    <a:pt x="39" y="318"/>
                  </a:cubicBezTo>
                  <a:cubicBezTo>
                    <a:pt x="37" y="324"/>
                    <a:pt x="37" y="326"/>
                    <a:pt x="33" y="328"/>
                  </a:cubicBezTo>
                  <a:cubicBezTo>
                    <a:pt x="31" y="334"/>
                    <a:pt x="31" y="336"/>
                    <a:pt x="29" y="338"/>
                  </a:cubicBezTo>
                  <a:cubicBezTo>
                    <a:pt x="29" y="343"/>
                    <a:pt x="27" y="345"/>
                    <a:pt x="27" y="347"/>
                  </a:cubicBezTo>
                  <a:cubicBezTo>
                    <a:pt x="23" y="349"/>
                    <a:pt x="23" y="353"/>
                    <a:pt x="23" y="353"/>
                  </a:cubicBezTo>
                  <a:cubicBezTo>
                    <a:pt x="21" y="357"/>
                    <a:pt x="21" y="359"/>
                    <a:pt x="19" y="365"/>
                  </a:cubicBezTo>
                  <a:cubicBezTo>
                    <a:pt x="17" y="369"/>
                    <a:pt x="17" y="375"/>
                    <a:pt x="17" y="377"/>
                  </a:cubicBezTo>
                  <a:cubicBezTo>
                    <a:pt x="13" y="386"/>
                    <a:pt x="13" y="388"/>
                    <a:pt x="13" y="390"/>
                  </a:cubicBezTo>
                  <a:cubicBezTo>
                    <a:pt x="11" y="396"/>
                    <a:pt x="11" y="400"/>
                    <a:pt x="11" y="404"/>
                  </a:cubicBezTo>
                  <a:cubicBezTo>
                    <a:pt x="11" y="408"/>
                    <a:pt x="9" y="410"/>
                    <a:pt x="9" y="414"/>
                  </a:cubicBezTo>
                  <a:cubicBezTo>
                    <a:pt x="5" y="420"/>
                    <a:pt x="5" y="426"/>
                    <a:pt x="5" y="431"/>
                  </a:cubicBezTo>
                  <a:cubicBezTo>
                    <a:pt x="3" y="437"/>
                    <a:pt x="3" y="441"/>
                    <a:pt x="3" y="445"/>
                  </a:cubicBezTo>
                  <a:cubicBezTo>
                    <a:pt x="3" y="451"/>
                    <a:pt x="0" y="455"/>
                    <a:pt x="0" y="457"/>
                  </a:cubicBezTo>
                  <a:lnTo>
                    <a:pt x="0" y="469"/>
                  </a:lnTo>
                  <a:lnTo>
                    <a:pt x="0" y="480"/>
                  </a:lnTo>
                  <a:lnTo>
                    <a:pt x="0" y="496"/>
                  </a:lnTo>
                  <a:cubicBezTo>
                    <a:pt x="0" y="500"/>
                    <a:pt x="0" y="506"/>
                    <a:pt x="3" y="508"/>
                  </a:cubicBezTo>
                  <a:cubicBezTo>
                    <a:pt x="3" y="516"/>
                    <a:pt x="5" y="519"/>
                    <a:pt x="5" y="521"/>
                  </a:cubicBezTo>
                  <a:cubicBezTo>
                    <a:pt x="5" y="527"/>
                    <a:pt x="9" y="531"/>
                    <a:pt x="9" y="537"/>
                  </a:cubicBezTo>
                  <a:cubicBezTo>
                    <a:pt x="11" y="543"/>
                    <a:pt x="11" y="547"/>
                    <a:pt x="11" y="551"/>
                  </a:cubicBezTo>
                  <a:cubicBezTo>
                    <a:pt x="13" y="557"/>
                    <a:pt x="13" y="561"/>
                    <a:pt x="15" y="564"/>
                  </a:cubicBezTo>
                  <a:cubicBezTo>
                    <a:pt x="19" y="572"/>
                    <a:pt x="21" y="578"/>
                    <a:pt x="23" y="582"/>
                  </a:cubicBezTo>
                  <a:cubicBezTo>
                    <a:pt x="25" y="590"/>
                    <a:pt x="29" y="592"/>
                    <a:pt x="29" y="594"/>
                  </a:cubicBezTo>
                  <a:cubicBezTo>
                    <a:pt x="31" y="598"/>
                    <a:pt x="31" y="600"/>
                    <a:pt x="33" y="602"/>
                  </a:cubicBezTo>
                  <a:cubicBezTo>
                    <a:pt x="41" y="615"/>
                    <a:pt x="50" y="623"/>
                    <a:pt x="54" y="631"/>
                  </a:cubicBezTo>
                  <a:lnTo>
                    <a:pt x="60" y="635"/>
                  </a:lnTo>
                  <a:cubicBezTo>
                    <a:pt x="66" y="643"/>
                    <a:pt x="76" y="651"/>
                    <a:pt x="84" y="656"/>
                  </a:cubicBezTo>
                  <a:lnTo>
                    <a:pt x="729" y="1030"/>
                  </a:lnTo>
                  <a:cubicBezTo>
                    <a:pt x="719" y="1024"/>
                    <a:pt x="710" y="1018"/>
                    <a:pt x="704" y="1010"/>
                  </a:cubicBezTo>
                  <a:cubicBezTo>
                    <a:pt x="717" y="997"/>
                    <a:pt x="715" y="997"/>
                    <a:pt x="715" y="995"/>
                  </a:cubicBezTo>
                  <a:cubicBezTo>
                    <a:pt x="706" y="987"/>
                    <a:pt x="698" y="977"/>
                    <a:pt x="694" y="969"/>
                  </a:cubicBezTo>
                  <a:cubicBezTo>
                    <a:pt x="690" y="967"/>
                    <a:pt x="688" y="960"/>
                    <a:pt x="688" y="958"/>
                  </a:cubicBezTo>
                  <a:cubicBezTo>
                    <a:pt x="686" y="956"/>
                    <a:pt x="686" y="954"/>
                    <a:pt x="684" y="950"/>
                  </a:cubicBezTo>
                  <a:cubicBezTo>
                    <a:pt x="682" y="944"/>
                    <a:pt x="678" y="938"/>
                    <a:pt x="676" y="930"/>
                  </a:cubicBezTo>
                  <a:cubicBezTo>
                    <a:pt x="674" y="920"/>
                    <a:pt x="672" y="913"/>
                    <a:pt x="667" y="905"/>
                  </a:cubicBezTo>
                  <a:cubicBezTo>
                    <a:pt x="665" y="895"/>
                    <a:pt x="663" y="885"/>
                    <a:pt x="663" y="877"/>
                  </a:cubicBezTo>
                  <a:cubicBezTo>
                    <a:pt x="659" y="866"/>
                    <a:pt x="659" y="856"/>
                    <a:pt x="659" y="844"/>
                  </a:cubicBezTo>
                  <a:cubicBezTo>
                    <a:pt x="659" y="834"/>
                    <a:pt x="659" y="823"/>
                    <a:pt x="663" y="813"/>
                  </a:cubicBezTo>
                  <a:cubicBezTo>
                    <a:pt x="665" y="801"/>
                    <a:pt x="665" y="791"/>
                    <a:pt x="667" y="780"/>
                  </a:cubicBezTo>
                  <a:cubicBezTo>
                    <a:pt x="672" y="766"/>
                    <a:pt x="674" y="756"/>
                    <a:pt x="676" y="746"/>
                  </a:cubicBezTo>
                  <a:cubicBezTo>
                    <a:pt x="678" y="733"/>
                    <a:pt x="682" y="723"/>
                    <a:pt x="686" y="713"/>
                  </a:cubicBezTo>
                  <a:cubicBezTo>
                    <a:pt x="690" y="701"/>
                    <a:pt x="694" y="690"/>
                    <a:pt x="698" y="680"/>
                  </a:cubicBezTo>
                  <a:cubicBezTo>
                    <a:pt x="704" y="666"/>
                    <a:pt x="708" y="658"/>
                    <a:pt x="710" y="645"/>
                  </a:cubicBezTo>
                  <a:cubicBezTo>
                    <a:pt x="717" y="633"/>
                    <a:pt x="721" y="623"/>
                    <a:pt x="727" y="613"/>
                  </a:cubicBezTo>
                  <a:cubicBezTo>
                    <a:pt x="733" y="602"/>
                    <a:pt x="737" y="592"/>
                    <a:pt x="745" y="582"/>
                  </a:cubicBezTo>
                  <a:cubicBezTo>
                    <a:pt x="747" y="580"/>
                    <a:pt x="747" y="578"/>
                    <a:pt x="747" y="578"/>
                  </a:cubicBezTo>
                  <a:lnTo>
                    <a:pt x="764" y="555"/>
                  </a:lnTo>
                  <a:cubicBezTo>
                    <a:pt x="766" y="551"/>
                    <a:pt x="768" y="547"/>
                    <a:pt x="768" y="545"/>
                  </a:cubicBezTo>
                  <a:cubicBezTo>
                    <a:pt x="774" y="535"/>
                    <a:pt x="780" y="527"/>
                    <a:pt x="786" y="519"/>
                  </a:cubicBezTo>
                  <a:cubicBezTo>
                    <a:pt x="794" y="506"/>
                    <a:pt x="800" y="498"/>
                    <a:pt x="809" y="490"/>
                  </a:cubicBezTo>
                  <a:cubicBezTo>
                    <a:pt x="817" y="480"/>
                    <a:pt x="825" y="474"/>
                    <a:pt x="831" y="461"/>
                  </a:cubicBezTo>
                  <a:cubicBezTo>
                    <a:pt x="839" y="453"/>
                    <a:pt x="850" y="445"/>
                    <a:pt x="858" y="437"/>
                  </a:cubicBezTo>
                  <a:cubicBezTo>
                    <a:pt x="868" y="428"/>
                    <a:pt x="874" y="420"/>
                    <a:pt x="882" y="414"/>
                  </a:cubicBezTo>
                  <a:cubicBezTo>
                    <a:pt x="893" y="404"/>
                    <a:pt x="903" y="398"/>
                    <a:pt x="911" y="394"/>
                  </a:cubicBezTo>
                  <a:cubicBezTo>
                    <a:pt x="921" y="386"/>
                    <a:pt x="929" y="381"/>
                    <a:pt x="940" y="375"/>
                  </a:cubicBezTo>
                  <a:lnTo>
                    <a:pt x="2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0"/>
            <p:cNvSpPr/>
            <p:nvPr/>
          </p:nvSpPr>
          <p:spPr>
            <a:xfrm rot="-3560944">
              <a:off x="13834680" y="-1531093"/>
              <a:ext cx="322998" cy="413414"/>
            </a:xfrm>
            <a:custGeom>
              <a:rect b="b" l="l" r="r" t="t"/>
              <a:pathLst>
                <a:path extrusionOk="0" h="695" w="543">
                  <a:moveTo>
                    <a:pt x="392" y="0"/>
                  </a:moveTo>
                  <a:cubicBezTo>
                    <a:pt x="355" y="0"/>
                    <a:pt x="314" y="12"/>
                    <a:pt x="270" y="37"/>
                  </a:cubicBezTo>
                  <a:cubicBezTo>
                    <a:pt x="121" y="125"/>
                    <a:pt x="0" y="334"/>
                    <a:pt x="2" y="504"/>
                  </a:cubicBezTo>
                  <a:cubicBezTo>
                    <a:pt x="2" y="625"/>
                    <a:pt x="64" y="695"/>
                    <a:pt x="152" y="695"/>
                  </a:cubicBezTo>
                  <a:cubicBezTo>
                    <a:pt x="189" y="695"/>
                    <a:pt x="231" y="683"/>
                    <a:pt x="275" y="657"/>
                  </a:cubicBezTo>
                  <a:cubicBezTo>
                    <a:pt x="422" y="573"/>
                    <a:pt x="543" y="363"/>
                    <a:pt x="543" y="191"/>
                  </a:cubicBezTo>
                  <a:cubicBezTo>
                    <a:pt x="543" y="70"/>
                    <a:pt x="481" y="0"/>
                    <a:pt x="3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0"/>
            <p:cNvSpPr/>
            <p:nvPr/>
          </p:nvSpPr>
          <p:spPr>
            <a:xfrm rot="-3560944">
              <a:off x="13460603" y="-4605517"/>
              <a:ext cx="444940" cy="263514"/>
            </a:xfrm>
            <a:custGeom>
              <a:rect b="b" l="l" r="r" t="t"/>
              <a:pathLst>
                <a:path extrusionOk="0" h="443" w="748">
                  <a:moveTo>
                    <a:pt x="744" y="396"/>
                  </a:moveTo>
                  <a:lnTo>
                    <a:pt x="747" y="397"/>
                  </a:lnTo>
                  <a:cubicBezTo>
                    <a:pt x="746" y="397"/>
                    <a:pt x="745" y="396"/>
                    <a:pt x="744" y="396"/>
                  </a:cubicBezTo>
                  <a:close/>
                  <a:moveTo>
                    <a:pt x="66" y="1"/>
                  </a:moveTo>
                  <a:cubicBezTo>
                    <a:pt x="15" y="23"/>
                    <a:pt x="0" y="46"/>
                    <a:pt x="0" y="46"/>
                  </a:cubicBezTo>
                  <a:lnTo>
                    <a:pt x="680" y="443"/>
                  </a:lnTo>
                  <a:lnTo>
                    <a:pt x="696" y="420"/>
                  </a:lnTo>
                  <a:cubicBezTo>
                    <a:pt x="698" y="414"/>
                    <a:pt x="704" y="410"/>
                    <a:pt x="706" y="408"/>
                  </a:cubicBezTo>
                  <a:cubicBezTo>
                    <a:pt x="708" y="404"/>
                    <a:pt x="710" y="402"/>
                    <a:pt x="716" y="400"/>
                  </a:cubicBezTo>
                  <a:cubicBezTo>
                    <a:pt x="720" y="397"/>
                    <a:pt x="727" y="393"/>
                    <a:pt x="731" y="393"/>
                  </a:cubicBezTo>
                  <a:cubicBezTo>
                    <a:pt x="736" y="393"/>
                    <a:pt x="739" y="393"/>
                    <a:pt x="744" y="396"/>
                  </a:cubicBezTo>
                  <a:lnTo>
                    <a:pt x="744" y="396"/>
                  </a:lnTo>
                  <a:lnTo>
                    <a:pt x="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0"/>
            <p:cNvSpPr/>
            <p:nvPr/>
          </p:nvSpPr>
          <p:spPr>
            <a:xfrm rot="-3560944">
              <a:off x="13513008" y="-4568298"/>
              <a:ext cx="437207" cy="312291"/>
            </a:xfrm>
            <a:custGeom>
              <a:rect b="b" l="l" r="r" t="t"/>
              <a:pathLst>
                <a:path extrusionOk="0" h="525" w="735">
                  <a:moveTo>
                    <a:pt x="0" y="0"/>
                  </a:moveTo>
                  <a:lnTo>
                    <a:pt x="4" y="3"/>
                  </a:lnTo>
                  <a:lnTo>
                    <a:pt x="4" y="3"/>
                  </a:lnTo>
                  <a:cubicBezTo>
                    <a:pt x="3" y="2"/>
                    <a:pt x="2" y="1"/>
                    <a:pt x="0" y="0"/>
                  </a:cubicBezTo>
                  <a:close/>
                  <a:moveTo>
                    <a:pt x="4" y="3"/>
                  </a:moveTo>
                  <a:cubicBezTo>
                    <a:pt x="8" y="5"/>
                    <a:pt x="11" y="8"/>
                    <a:pt x="13" y="13"/>
                  </a:cubicBezTo>
                  <a:cubicBezTo>
                    <a:pt x="21" y="21"/>
                    <a:pt x="23" y="25"/>
                    <a:pt x="25" y="33"/>
                  </a:cubicBezTo>
                  <a:cubicBezTo>
                    <a:pt x="27" y="35"/>
                    <a:pt x="31" y="37"/>
                    <a:pt x="31" y="43"/>
                  </a:cubicBezTo>
                  <a:cubicBezTo>
                    <a:pt x="35" y="52"/>
                    <a:pt x="37" y="62"/>
                    <a:pt x="41" y="72"/>
                  </a:cubicBezTo>
                  <a:cubicBezTo>
                    <a:pt x="43" y="84"/>
                    <a:pt x="45" y="92"/>
                    <a:pt x="45" y="99"/>
                  </a:cubicBezTo>
                  <a:cubicBezTo>
                    <a:pt x="45" y="109"/>
                    <a:pt x="47" y="115"/>
                    <a:pt x="47" y="121"/>
                  </a:cubicBezTo>
                  <a:lnTo>
                    <a:pt x="47" y="129"/>
                  </a:lnTo>
                  <a:lnTo>
                    <a:pt x="729" y="524"/>
                  </a:lnTo>
                  <a:cubicBezTo>
                    <a:pt x="735" y="524"/>
                    <a:pt x="735" y="520"/>
                    <a:pt x="735" y="514"/>
                  </a:cubicBezTo>
                  <a:cubicBezTo>
                    <a:pt x="735" y="510"/>
                    <a:pt x="731" y="502"/>
                    <a:pt x="731" y="493"/>
                  </a:cubicBezTo>
                  <a:cubicBezTo>
                    <a:pt x="729" y="485"/>
                    <a:pt x="729" y="481"/>
                    <a:pt x="729" y="473"/>
                  </a:cubicBezTo>
                  <a:cubicBezTo>
                    <a:pt x="729" y="471"/>
                    <a:pt x="727" y="469"/>
                    <a:pt x="727" y="465"/>
                  </a:cubicBezTo>
                  <a:cubicBezTo>
                    <a:pt x="723" y="457"/>
                    <a:pt x="723" y="455"/>
                    <a:pt x="721" y="453"/>
                  </a:cubicBezTo>
                  <a:cubicBezTo>
                    <a:pt x="718" y="451"/>
                    <a:pt x="718" y="448"/>
                    <a:pt x="718" y="444"/>
                  </a:cubicBezTo>
                  <a:cubicBezTo>
                    <a:pt x="716" y="442"/>
                    <a:pt x="716" y="440"/>
                    <a:pt x="712" y="436"/>
                  </a:cubicBezTo>
                  <a:cubicBezTo>
                    <a:pt x="710" y="434"/>
                    <a:pt x="710" y="432"/>
                    <a:pt x="708" y="430"/>
                  </a:cubicBezTo>
                  <a:cubicBezTo>
                    <a:pt x="704" y="422"/>
                    <a:pt x="698" y="416"/>
                    <a:pt x="696" y="412"/>
                  </a:cubicBezTo>
                  <a:cubicBezTo>
                    <a:pt x="688" y="403"/>
                    <a:pt x="686" y="399"/>
                    <a:pt x="680" y="395"/>
                  </a:cubicBezTo>
                  <a:lnTo>
                    <a:pt x="4" y="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0"/>
            <p:cNvSpPr/>
            <p:nvPr/>
          </p:nvSpPr>
          <p:spPr>
            <a:xfrm rot="-3560944">
              <a:off x="13483814" y="-4539814"/>
              <a:ext cx="410439" cy="241505"/>
            </a:xfrm>
            <a:custGeom>
              <a:rect b="b" l="l" r="r" t="t"/>
              <a:pathLst>
                <a:path extrusionOk="0" h="406" w="690">
                  <a:moveTo>
                    <a:pt x="0" y="0"/>
                  </a:moveTo>
                  <a:lnTo>
                    <a:pt x="8" y="8"/>
                  </a:lnTo>
                  <a:lnTo>
                    <a:pt x="690" y="405"/>
                  </a:lnTo>
                  <a:lnTo>
                    <a:pt x="682" y="397"/>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0"/>
            <p:cNvSpPr/>
            <p:nvPr/>
          </p:nvSpPr>
          <p:spPr>
            <a:xfrm rot="-3560944">
              <a:off x="13479412" y="-4534428"/>
              <a:ext cx="408060" cy="237936"/>
            </a:xfrm>
            <a:custGeom>
              <a:rect b="b" l="l" r="r" t="t"/>
              <a:pathLst>
                <a:path extrusionOk="0" h="400" w="686">
                  <a:moveTo>
                    <a:pt x="0" y="0"/>
                  </a:moveTo>
                  <a:lnTo>
                    <a:pt x="679" y="397"/>
                  </a:lnTo>
                  <a:cubicBezTo>
                    <a:pt x="679" y="396"/>
                    <a:pt x="679" y="396"/>
                    <a:pt x="679" y="396"/>
                  </a:cubicBezTo>
                  <a:lnTo>
                    <a:pt x="679" y="396"/>
                  </a:lnTo>
                  <a:lnTo>
                    <a:pt x="681" y="396"/>
                  </a:lnTo>
                  <a:lnTo>
                    <a:pt x="681" y="396"/>
                  </a:lnTo>
                  <a:cubicBezTo>
                    <a:pt x="680" y="396"/>
                    <a:pt x="680" y="395"/>
                    <a:pt x="680" y="395"/>
                  </a:cubicBezTo>
                  <a:cubicBezTo>
                    <a:pt x="679" y="395"/>
                    <a:pt x="679" y="395"/>
                    <a:pt x="679" y="396"/>
                  </a:cubicBezTo>
                  <a:lnTo>
                    <a:pt x="679" y="396"/>
                  </a:lnTo>
                  <a:lnTo>
                    <a:pt x="4" y="2"/>
                  </a:lnTo>
                  <a:cubicBezTo>
                    <a:pt x="2" y="0"/>
                    <a:pt x="0" y="0"/>
                    <a:pt x="0" y="0"/>
                  </a:cubicBezTo>
                  <a:close/>
                  <a:moveTo>
                    <a:pt x="681" y="396"/>
                  </a:moveTo>
                  <a:lnTo>
                    <a:pt x="681" y="396"/>
                  </a:lnTo>
                  <a:cubicBezTo>
                    <a:pt x="681" y="397"/>
                    <a:pt x="683" y="398"/>
                    <a:pt x="685" y="399"/>
                  </a:cubicBezTo>
                  <a:lnTo>
                    <a:pt x="681" y="3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0"/>
            <p:cNvSpPr/>
            <p:nvPr/>
          </p:nvSpPr>
          <p:spPr>
            <a:xfrm rot="-3560944">
              <a:off x="13463499" y="-4562124"/>
              <a:ext cx="414603" cy="240315"/>
            </a:xfrm>
            <a:custGeom>
              <a:rect b="b" l="l" r="r" t="t"/>
              <a:pathLst>
                <a:path extrusionOk="0" h="404" w="697">
                  <a:moveTo>
                    <a:pt x="1" y="0"/>
                  </a:moveTo>
                  <a:lnTo>
                    <a:pt x="517" y="299"/>
                  </a:lnTo>
                  <a:lnTo>
                    <a:pt x="517" y="299"/>
                  </a:lnTo>
                  <a:lnTo>
                    <a:pt x="15" y="6"/>
                  </a:lnTo>
                  <a:cubicBezTo>
                    <a:pt x="9" y="4"/>
                    <a:pt x="1" y="0"/>
                    <a:pt x="1" y="0"/>
                  </a:cubicBezTo>
                  <a:close/>
                  <a:moveTo>
                    <a:pt x="517" y="299"/>
                  </a:moveTo>
                  <a:lnTo>
                    <a:pt x="687" y="398"/>
                  </a:lnTo>
                  <a:lnTo>
                    <a:pt x="687" y="398"/>
                  </a:lnTo>
                  <a:cubicBezTo>
                    <a:pt x="684" y="395"/>
                    <a:pt x="682" y="393"/>
                    <a:pt x="680" y="393"/>
                  </a:cubicBezTo>
                  <a:lnTo>
                    <a:pt x="517" y="299"/>
                  </a:lnTo>
                  <a:close/>
                  <a:moveTo>
                    <a:pt x="687" y="398"/>
                  </a:moveTo>
                  <a:lnTo>
                    <a:pt x="687" y="398"/>
                  </a:lnTo>
                  <a:cubicBezTo>
                    <a:pt x="690" y="400"/>
                    <a:pt x="692" y="402"/>
                    <a:pt x="696" y="403"/>
                  </a:cubicBezTo>
                  <a:lnTo>
                    <a:pt x="687" y="3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0"/>
            <p:cNvSpPr/>
            <p:nvPr/>
          </p:nvSpPr>
          <p:spPr>
            <a:xfrm rot="-3560944">
              <a:off x="13446940" y="-4552875"/>
              <a:ext cx="422931" cy="240315"/>
            </a:xfrm>
            <a:custGeom>
              <a:rect b="b" l="l" r="r" t="t"/>
              <a:pathLst>
                <a:path extrusionOk="0" h="404" w="711">
                  <a:moveTo>
                    <a:pt x="1" y="0"/>
                  </a:moveTo>
                  <a:lnTo>
                    <a:pt x="678" y="393"/>
                  </a:lnTo>
                  <a:lnTo>
                    <a:pt x="711" y="403"/>
                  </a:lnTo>
                  <a:lnTo>
                    <a:pt x="32" y="1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0"/>
            <p:cNvSpPr/>
            <p:nvPr/>
          </p:nvSpPr>
          <p:spPr>
            <a:xfrm rot="-3560944">
              <a:off x="13387764" y="-4547257"/>
              <a:ext cx="420552" cy="239126"/>
            </a:xfrm>
            <a:custGeom>
              <a:rect b="b" l="l" r="r" t="t"/>
              <a:pathLst>
                <a:path extrusionOk="0" h="402" w="707">
                  <a:moveTo>
                    <a:pt x="27" y="0"/>
                  </a:moveTo>
                  <a:cubicBezTo>
                    <a:pt x="15" y="2"/>
                    <a:pt x="5" y="4"/>
                    <a:pt x="1" y="4"/>
                  </a:cubicBezTo>
                  <a:lnTo>
                    <a:pt x="682" y="401"/>
                  </a:lnTo>
                  <a:cubicBezTo>
                    <a:pt x="684" y="401"/>
                    <a:pt x="694" y="399"/>
                    <a:pt x="706" y="395"/>
                  </a:cubicBezTo>
                  <a:lnTo>
                    <a:pt x="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0"/>
            <p:cNvSpPr/>
            <p:nvPr/>
          </p:nvSpPr>
          <p:spPr>
            <a:xfrm rot="-3560944">
              <a:off x="13392141" y="-4539576"/>
              <a:ext cx="406870" cy="236746"/>
            </a:xfrm>
            <a:custGeom>
              <a:rect b="b" l="l" r="r" t="t"/>
              <a:pathLst>
                <a:path extrusionOk="0" h="398" w="684">
                  <a:moveTo>
                    <a:pt x="1" y="0"/>
                  </a:moveTo>
                  <a:cubicBezTo>
                    <a:pt x="1" y="0"/>
                    <a:pt x="1" y="0"/>
                    <a:pt x="1" y="0"/>
                  </a:cubicBezTo>
                  <a:lnTo>
                    <a:pt x="682" y="397"/>
                  </a:lnTo>
                  <a:lnTo>
                    <a:pt x="684" y="393"/>
                  </a:lnTo>
                  <a:cubicBezTo>
                    <a:pt x="684" y="393"/>
                    <a:pt x="10"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0"/>
            <p:cNvSpPr/>
            <p:nvPr/>
          </p:nvSpPr>
          <p:spPr>
            <a:xfrm rot="-3560944">
              <a:off x="13392357" y="-4545461"/>
              <a:ext cx="413414" cy="236746"/>
            </a:xfrm>
            <a:custGeom>
              <a:rect b="b" l="l" r="r" t="t"/>
              <a:pathLst>
                <a:path extrusionOk="0" h="398" w="695">
                  <a:moveTo>
                    <a:pt x="13" y="0"/>
                  </a:moveTo>
                  <a:cubicBezTo>
                    <a:pt x="9" y="0"/>
                    <a:pt x="3" y="0"/>
                    <a:pt x="1" y="2"/>
                  </a:cubicBezTo>
                  <a:lnTo>
                    <a:pt x="680" y="397"/>
                  </a:lnTo>
                  <a:cubicBezTo>
                    <a:pt x="682" y="396"/>
                    <a:pt x="684" y="396"/>
                    <a:pt x="686" y="396"/>
                  </a:cubicBezTo>
                  <a:cubicBezTo>
                    <a:pt x="689" y="396"/>
                    <a:pt x="691" y="396"/>
                    <a:pt x="694" y="397"/>
                  </a:cubicBezTo>
                  <a:lnTo>
                    <a:pt x="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0"/>
            <p:cNvSpPr/>
            <p:nvPr/>
          </p:nvSpPr>
          <p:spPr>
            <a:xfrm rot="-3560944">
              <a:off x="13395784" y="-4551827"/>
              <a:ext cx="409250" cy="237936"/>
            </a:xfrm>
            <a:custGeom>
              <a:rect b="b" l="l" r="r" t="t"/>
              <a:pathLst>
                <a:path extrusionOk="0" h="400" w="688">
                  <a:moveTo>
                    <a:pt x="8" y="0"/>
                  </a:moveTo>
                  <a:cubicBezTo>
                    <a:pt x="4" y="0"/>
                    <a:pt x="2" y="2"/>
                    <a:pt x="0" y="2"/>
                  </a:cubicBezTo>
                  <a:lnTo>
                    <a:pt x="681" y="399"/>
                  </a:lnTo>
                  <a:cubicBezTo>
                    <a:pt x="683" y="399"/>
                    <a:pt x="685" y="395"/>
                    <a:pt x="687" y="395"/>
                  </a:cubicBezTo>
                  <a:lnTo>
                    <a:pt x="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0"/>
            <p:cNvSpPr/>
            <p:nvPr/>
          </p:nvSpPr>
          <p:spPr>
            <a:xfrm rot="-3560944">
              <a:off x="13387776" y="-4537089"/>
              <a:ext cx="414008" cy="239126"/>
            </a:xfrm>
            <a:custGeom>
              <a:rect b="b" l="l" r="r" t="t"/>
              <a:pathLst>
                <a:path extrusionOk="0" h="402" w="696">
                  <a:moveTo>
                    <a:pt x="17" y="0"/>
                  </a:moveTo>
                  <a:cubicBezTo>
                    <a:pt x="11" y="0"/>
                    <a:pt x="6" y="2"/>
                    <a:pt x="0" y="6"/>
                  </a:cubicBezTo>
                  <a:lnTo>
                    <a:pt x="682" y="401"/>
                  </a:lnTo>
                  <a:cubicBezTo>
                    <a:pt x="686" y="399"/>
                    <a:pt x="692" y="397"/>
                    <a:pt x="696" y="397"/>
                  </a:cubicBezTo>
                  <a:lnTo>
                    <a:pt x="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0"/>
            <p:cNvSpPr/>
            <p:nvPr/>
          </p:nvSpPr>
          <p:spPr>
            <a:xfrm rot="-3560944">
              <a:off x="13391352" y="-4530812"/>
              <a:ext cx="405681" cy="235557"/>
            </a:xfrm>
            <a:custGeom>
              <a:rect b="b" l="l" r="r" t="t"/>
              <a:pathLst>
                <a:path extrusionOk="0" h="396" w="682">
                  <a:moveTo>
                    <a:pt x="0" y="0"/>
                  </a:moveTo>
                  <a:cubicBezTo>
                    <a:pt x="0" y="2"/>
                    <a:pt x="682" y="395"/>
                    <a:pt x="682" y="395"/>
                  </a:cubicBez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0"/>
            <p:cNvSpPr/>
            <p:nvPr/>
          </p:nvSpPr>
          <p:spPr>
            <a:xfrm rot="-3560944">
              <a:off x="13391061" y="-4531324"/>
              <a:ext cx="406870" cy="235557"/>
            </a:xfrm>
            <a:custGeom>
              <a:rect b="b" l="l" r="r" t="t"/>
              <a:pathLst>
                <a:path extrusionOk="0" h="396" w="684">
                  <a:moveTo>
                    <a:pt x="0" y="0"/>
                  </a:moveTo>
                  <a:cubicBezTo>
                    <a:pt x="0" y="0"/>
                    <a:pt x="0" y="0"/>
                    <a:pt x="0" y="0"/>
                  </a:cubicBezTo>
                  <a:lnTo>
                    <a:pt x="682" y="395"/>
                  </a:lnTo>
                  <a:cubicBezTo>
                    <a:pt x="684" y="393"/>
                    <a:pt x="9"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0"/>
            <p:cNvSpPr/>
            <p:nvPr/>
          </p:nvSpPr>
          <p:spPr>
            <a:xfrm rot="-3560944">
              <a:off x="13391155" y="-4532056"/>
              <a:ext cx="406870" cy="234367"/>
            </a:xfrm>
            <a:custGeom>
              <a:rect b="b" l="l" r="r" t="t"/>
              <a:pathLst>
                <a:path extrusionOk="0" h="394" w="684">
                  <a:moveTo>
                    <a:pt x="0" y="0"/>
                  </a:moveTo>
                  <a:cubicBezTo>
                    <a:pt x="0" y="0"/>
                    <a:pt x="0" y="0"/>
                    <a:pt x="0" y="0"/>
                  </a:cubicBezTo>
                  <a:lnTo>
                    <a:pt x="682" y="393"/>
                  </a:lnTo>
                  <a:cubicBezTo>
                    <a:pt x="684" y="393"/>
                    <a:pt x="11"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0"/>
            <p:cNvSpPr/>
            <p:nvPr/>
          </p:nvSpPr>
          <p:spPr>
            <a:xfrm rot="-3560944">
              <a:off x="13391928" y="-4534876"/>
              <a:ext cx="404491" cy="236746"/>
            </a:xfrm>
            <a:custGeom>
              <a:rect b="b" l="l" r="r" t="t"/>
              <a:pathLst>
                <a:path extrusionOk="0" h="398" w="680">
                  <a:moveTo>
                    <a:pt x="0" y="0"/>
                  </a:moveTo>
                  <a:lnTo>
                    <a:pt x="680" y="397"/>
                  </a:lnTo>
                  <a:cubicBezTo>
                    <a:pt x="680" y="397"/>
                    <a:pt x="3"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0"/>
            <p:cNvSpPr/>
            <p:nvPr/>
          </p:nvSpPr>
          <p:spPr>
            <a:xfrm rot="-3560944">
              <a:off x="13391637" y="-4535387"/>
              <a:ext cx="405681" cy="236746"/>
            </a:xfrm>
            <a:custGeom>
              <a:rect b="b" l="l" r="r" t="t"/>
              <a:pathLst>
                <a:path extrusionOk="0" h="398" w="682">
                  <a:moveTo>
                    <a:pt x="0" y="0"/>
                  </a:moveTo>
                  <a:lnTo>
                    <a:pt x="680" y="397"/>
                  </a:lnTo>
                  <a:cubicBezTo>
                    <a:pt x="682" y="395"/>
                    <a:pt x="3"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0"/>
            <p:cNvSpPr/>
            <p:nvPr/>
          </p:nvSpPr>
          <p:spPr>
            <a:xfrm rot="-3560944">
              <a:off x="13391951" y="-4536922"/>
              <a:ext cx="406870" cy="236746"/>
            </a:xfrm>
            <a:custGeom>
              <a:rect b="b" l="l" r="r" t="t"/>
              <a:pathLst>
                <a:path extrusionOk="0" h="398" w="684">
                  <a:moveTo>
                    <a:pt x="1" y="0"/>
                  </a:moveTo>
                  <a:lnTo>
                    <a:pt x="680" y="397"/>
                  </a:lnTo>
                  <a:cubicBezTo>
                    <a:pt x="684" y="395"/>
                    <a:pt x="3"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0"/>
            <p:cNvSpPr/>
            <p:nvPr/>
          </p:nvSpPr>
          <p:spPr>
            <a:xfrm rot="-3560944">
              <a:off x="13391826" y="-4538041"/>
              <a:ext cx="405681" cy="236746"/>
            </a:xfrm>
            <a:custGeom>
              <a:rect b="b" l="l" r="r" t="t"/>
              <a:pathLst>
                <a:path extrusionOk="0" h="398" w="682">
                  <a:moveTo>
                    <a:pt x="682" y="397"/>
                  </a:moveTo>
                  <a:lnTo>
                    <a:pt x="1" y="0"/>
                  </a:lnTo>
                  <a:lnTo>
                    <a:pt x="682" y="39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0"/>
            <p:cNvSpPr/>
            <p:nvPr/>
          </p:nvSpPr>
          <p:spPr>
            <a:xfrm rot="-3560944">
              <a:off x="13392433" y="-4539064"/>
              <a:ext cx="405681" cy="236746"/>
            </a:xfrm>
            <a:custGeom>
              <a:rect b="b" l="l" r="r" t="t"/>
              <a:pathLst>
                <a:path extrusionOk="0" h="398" w="682">
                  <a:moveTo>
                    <a:pt x="1" y="0"/>
                  </a:moveTo>
                  <a:lnTo>
                    <a:pt x="682" y="397"/>
                  </a:lnTo>
                  <a:cubicBezTo>
                    <a:pt x="682" y="397"/>
                    <a:pt x="5"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0"/>
            <p:cNvSpPr/>
            <p:nvPr/>
          </p:nvSpPr>
          <p:spPr>
            <a:xfrm rot="-3560944">
              <a:off x="13394740" y="-4539190"/>
              <a:ext cx="403301" cy="235557"/>
            </a:xfrm>
            <a:custGeom>
              <a:rect b="b" l="l" r="r" t="t"/>
              <a:pathLst>
                <a:path extrusionOk="0" h="396" w="678">
                  <a:moveTo>
                    <a:pt x="678" y="395"/>
                  </a:move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0"/>
            <p:cNvSpPr/>
            <p:nvPr/>
          </p:nvSpPr>
          <p:spPr>
            <a:xfrm rot="-3560944">
              <a:off x="13393376" y="-4563507"/>
              <a:ext cx="426500" cy="240315"/>
            </a:xfrm>
            <a:custGeom>
              <a:rect b="b" l="l" r="r" t="t"/>
              <a:pathLst>
                <a:path extrusionOk="0" h="404" w="717">
                  <a:moveTo>
                    <a:pt x="23" y="0"/>
                  </a:moveTo>
                  <a:cubicBezTo>
                    <a:pt x="16" y="0"/>
                    <a:pt x="9" y="3"/>
                    <a:pt x="0" y="4"/>
                  </a:cubicBezTo>
                  <a:lnTo>
                    <a:pt x="679" y="401"/>
                  </a:lnTo>
                  <a:cubicBezTo>
                    <a:pt x="692" y="397"/>
                    <a:pt x="702" y="397"/>
                    <a:pt x="702" y="397"/>
                  </a:cubicBezTo>
                  <a:cubicBezTo>
                    <a:pt x="704" y="397"/>
                    <a:pt x="707" y="398"/>
                    <a:pt x="709" y="399"/>
                  </a:cubicBezTo>
                  <a:lnTo>
                    <a:pt x="709" y="399"/>
                  </a:lnTo>
                  <a:lnTo>
                    <a:pt x="37" y="4"/>
                  </a:lnTo>
                  <a:cubicBezTo>
                    <a:pt x="33" y="2"/>
                    <a:pt x="33" y="2"/>
                    <a:pt x="31" y="2"/>
                  </a:cubicBezTo>
                  <a:cubicBezTo>
                    <a:pt x="28" y="1"/>
                    <a:pt x="26" y="0"/>
                    <a:pt x="23" y="0"/>
                  </a:cubicBezTo>
                  <a:close/>
                  <a:moveTo>
                    <a:pt x="709" y="399"/>
                  </a:moveTo>
                  <a:lnTo>
                    <a:pt x="713" y="401"/>
                  </a:lnTo>
                  <a:lnTo>
                    <a:pt x="713" y="401"/>
                  </a:lnTo>
                  <a:cubicBezTo>
                    <a:pt x="712" y="400"/>
                    <a:pt x="710" y="399"/>
                    <a:pt x="709" y="399"/>
                  </a:cubicBezTo>
                  <a:close/>
                  <a:moveTo>
                    <a:pt x="713" y="401"/>
                  </a:moveTo>
                  <a:lnTo>
                    <a:pt x="713" y="401"/>
                  </a:lnTo>
                  <a:cubicBezTo>
                    <a:pt x="714" y="402"/>
                    <a:pt x="715" y="403"/>
                    <a:pt x="716" y="403"/>
                  </a:cubicBezTo>
                  <a:lnTo>
                    <a:pt x="713" y="40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0"/>
            <p:cNvSpPr/>
            <p:nvPr/>
          </p:nvSpPr>
          <p:spPr>
            <a:xfrm rot="-3560944">
              <a:off x="13414193" y="-4496703"/>
              <a:ext cx="406870" cy="250427"/>
            </a:xfrm>
            <a:custGeom>
              <a:rect b="b" l="l" r="r" t="t"/>
              <a:pathLst>
                <a:path extrusionOk="0" h="421" w="684">
                  <a:moveTo>
                    <a:pt x="2" y="1"/>
                  </a:moveTo>
                  <a:lnTo>
                    <a:pt x="0" y="25"/>
                  </a:lnTo>
                  <a:lnTo>
                    <a:pt x="678" y="420"/>
                  </a:lnTo>
                  <a:lnTo>
                    <a:pt x="684" y="396"/>
                  </a:lnTo>
                  <a:lnTo>
                    <a:pt x="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0"/>
            <p:cNvSpPr/>
            <p:nvPr/>
          </p:nvSpPr>
          <p:spPr>
            <a:xfrm rot="-3560944">
              <a:off x="13388424" y="-4529144"/>
              <a:ext cx="428879" cy="269462"/>
            </a:xfrm>
            <a:custGeom>
              <a:rect b="b" l="l" r="r" t="t"/>
              <a:pathLst>
                <a:path extrusionOk="0" h="453" w="721">
                  <a:moveTo>
                    <a:pt x="39" y="0"/>
                  </a:moveTo>
                  <a:cubicBezTo>
                    <a:pt x="21" y="11"/>
                    <a:pt x="5" y="33"/>
                    <a:pt x="0" y="56"/>
                  </a:cubicBezTo>
                  <a:lnTo>
                    <a:pt x="682" y="453"/>
                  </a:lnTo>
                  <a:cubicBezTo>
                    <a:pt x="684" y="432"/>
                    <a:pt x="700" y="405"/>
                    <a:pt x="721" y="395"/>
                  </a:cubicBezTo>
                  <a:lnTo>
                    <a:pt x="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0"/>
            <p:cNvSpPr/>
            <p:nvPr/>
          </p:nvSpPr>
          <p:spPr>
            <a:xfrm rot="-3560944">
              <a:off x="13408182" y="-4494468"/>
              <a:ext cx="405681" cy="236746"/>
            </a:xfrm>
            <a:custGeom>
              <a:rect b="b" l="l" r="r" t="t"/>
              <a:pathLst>
                <a:path extrusionOk="0" h="398" w="682">
                  <a:moveTo>
                    <a:pt x="0" y="1"/>
                  </a:moveTo>
                  <a:cubicBezTo>
                    <a:pt x="0" y="1"/>
                    <a:pt x="0" y="1"/>
                    <a:pt x="0" y="1"/>
                  </a:cubicBezTo>
                  <a:lnTo>
                    <a:pt x="682" y="398"/>
                  </a:lnTo>
                  <a:lnTo>
                    <a:pt x="682" y="395"/>
                  </a:lnTo>
                  <a:cubicBezTo>
                    <a:pt x="682" y="395"/>
                    <a:pt x="4"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0"/>
            <p:cNvSpPr/>
            <p:nvPr/>
          </p:nvSpPr>
          <p:spPr>
            <a:xfrm rot="-3560944">
              <a:off x="13407159" y="-4495074"/>
              <a:ext cx="405681" cy="236746"/>
            </a:xfrm>
            <a:custGeom>
              <a:rect b="b" l="l" r="r" t="t"/>
              <a:pathLst>
                <a:path extrusionOk="0" h="398" w="682">
                  <a:moveTo>
                    <a:pt x="0" y="1"/>
                  </a:moveTo>
                  <a:cubicBezTo>
                    <a:pt x="0" y="1"/>
                    <a:pt x="0" y="1"/>
                    <a:pt x="0" y="1"/>
                  </a:cubicBezTo>
                  <a:lnTo>
                    <a:pt x="682" y="397"/>
                  </a:lnTo>
                  <a:lnTo>
                    <a:pt x="682" y="393"/>
                  </a:lnTo>
                  <a:cubicBezTo>
                    <a:pt x="682" y="393"/>
                    <a:pt x="4"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0"/>
            <p:cNvSpPr/>
            <p:nvPr/>
          </p:nvSpPr>
          <p:spPr>
            <a:xfrm rot="-3560944">
              <a:off x="13407159" y="-4495074"/>
              <a:ext cx="405681" cy="236746"/>
            </a:xfrm>
            <a:custGeom>
              <a:rect b="b" l="l" r="r" t="t"/>
              <a:pathLst>
                <a:path extrusionOk="0" h="398" w="682">
                  <a:moveTo>
                    <a:pt x="0" y="1"/>
                  </a:moveTo>
                  <a:cubicBezTo>
                    <a:pt x="0" y="1"/>
                    <a:pt x="0" y="1"/>
                    <a:pt x="0" y="1"/>
                  </a:cubicBezTo>
                  <a:lnTo>
                    <a:pt x="682" y="397"/>
                  </a:lnTo>
                  <a:lnTo>
                    <a:pt x="682" y="393"/>
                  </a:lnTo>
                  <a:cubicBezTo>
                    <a:pt x="682" y="393"/>
                    <a:pt x="4"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0"/>
            <p:cNvSpPr/>
            <p:nvPr/>
          </p:nvSpPr>
          <p:spPr>
            <a:xfrm rot="-3560944">
              <a:off x="13406136" y="-4494491"/>
              <a:ext cx="405681" cy="234367"/>
            </a:xfrm>
            <a:custGeom>
              <a:rect b="b" l="l" r="r" t="t"/>
              <a:pathLst>
                <a:path extrusionOk="0" h="394" w="682">
                  <a:moveTo>
                    <a:pt x="0" y="1"/>
                  </a:moveTo>
                  <a:lnTo>
                    <a:pt x="682" y="393"/>
                  </a:lnTo>
                  <a:cubicBezTo>
                    <a:pt x="682" y="393"/>
                    <a:pt x="5"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0"/>
            <p:cNvSpPr/>
            <p:nvPr/>
          </p:nvSpPr>
          <p:spPr>
            <a:xfrm rot="-3560944">
              <a:off x="13405624" y="-4495389"/>
              <a:ext cx="405681" cy="235557"/>
            </a:xfrm>
            <a:custGeom>
              <a:rect b="b" l="l" r="r" t="t"/>
              <a:pathLst>
                <a:path extrusionOk="0" h="396" w="682">
                  <a:moveTo>
                    <a:pt x="1" y="1"/>
                  </a:moveTo>
                  <a:cubicBezTo>
                    <a:pt x="0" y="1"/>
                    <a:pt x="0" y="1"/>
                    <a:pt x="0" y="1"/>
                  </a:cubicBezTo>
                  <a:lnTo>
                    <a:pt x="682" y="395"/>
                  </a:lnTo>
                  <a:lnTo>
                    <a:pt x="682" y="393"/>
                  </a:lnTo>
                  <a:cubicBezTo>
                    <a:pt x="682" y="393"/>
                    <a:pt x="7"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0"/>
            <p:cNvSpPr/>
            <p:nvPr/>
          </p:nvSpPr>
          <p:spPr>
            <a:xfrm rot="-3560944">
              <a:off x="13404089" y="-4496894"/>
              <a:ext cx="405681" cy="236746"/>
            </a:xfrm>
            <a:custGeom>
              <a:rect b="b" l="l" r="r" t="t"/>
              <a:pathLst>
                <a:path extrusionOk="0" h="398" w="682">
                  <a:moveTo>
                    <a:pt x="0" y="0"/>
                  </a:moveTo>
                  <a:cubicBezTo>
                    <a:pt x="0" y="0"/>
                    <a:pt x="0" y="0"/>
                    <a:pt x="0" y="0"/>
                  </a:cubicBezTo>
                  <a:lnTo>
                    <a:pt x="682" y="397"/>
                  </a:lnTo>
                  <a:lnTo>
                    <a:pt x="682" y="395"/>
                  </a:lnTo>
                  <a:cubicBezTo>
                    <a:pt x="682" y="395"/>
                    <a:pt x="4"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0"/>
            <p:cNvSpPr/>
            <p:nvPr/>
          </p:nvSpPr>
          <p:spPr>
            <a:xfrm rot="-3560944">
              <a:off x="13403577" y="-4496602"/>
              <a:ext cx="405681" cy="235557"/>
            </a:xfrm>
            <a:custGeom>
              <a:rect b="b" l="l" r="r" t="t"/>
              <a:pathLst>
                <a:path extrusionOk="0" h="396" w="682">
                  <a:moveTo>
                    <a:pt x="0" y="0"/>
                  </a:moveTo>
                  <a:lnTo>
                    <a:pt x="682" y="395"/>
                  </a:lnTo>
                  <a:cubicBezTo>
                    <a:pt x="682" y="395"/>
                    <a:pt x="5"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0"/>
            <p:cNvSpPr/>
            <p:nvPr/>
          </p:nvSpPr>
          <p:spPr>
            <a:xfrm rot="-3560944">
              <a:off x="13404570" y="-4499035"/>
              <a:ext cx="404491" cy="236746"/>
            </a:xfrm>
            <a:custGeom>
              <a:rect b="b" l="l" r="r" t="t"/>
              <a:pathLst>
                <a:path extrusionOk="0" h="398" w="680">
                  <a:moveTo>
                    <a:pt x="1" y="0"/>
                  </a:moveTo>
                  <a:lnTo>
                    <a:pt x="680" y="397"/>
                  </a:lnTo>
                  <a:cubicBezTo>
                    <a:pt x="680" y="395"/>
                    <a:pt x="3" y="2"/>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0"/>
            <p:cNvSpPr/>
            <p:nvPr/>
          </p:nvSpPr>
          <p:spPr>
            <a:xfrm rot="-3560944">
              <a:off x="13403546" y="-4499642"/>
              <a:ext cx="404491" cy="236746"/>
            </a:xfrm>
            <a:custGeom>
              <a:rect b="b" l="l" r="r" t="t"/>
              <a:pathLst>
                <a:path extrusionOk="0" h="398" w="680">
                  <a:moveTo>
                    <a:pt x="1" y="0"/>
                  </a:moveTo>
                  <a:cubicBezTo>
                    <a:pt x="1" y="0"/>
                    <a:pt x="1" y="0"/>
                    <a:pt x="1" y="0"/>
                  </a:cubicBezTo>
                  <a:lnTo>
                    <a:pt x="680" y="397"/>
                  </a:lnTo>
                  <a:lnTo>
                    <a:pt x="680" y="393"/>
                  </a:lnTo>
                  <a:cubicBezTo>
                    <a:pt x="680" y="393"/>
                    <a:pt x="4"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0"/>
            <p:cNvSpPr/>
            <p:nvPr/>
          </p:nvSpPr>
          <p:spPr>
            <a:xfrm rot="-3560944">
              <a:off x="13404058" y="-4498744"/>
              <a:ext cx="404491" cy="235557"/>
            </a:xfrm>
            <a:custGeom>
              <a:rect b="b" l="l" r="r" t="t"/>
              <a:pathLst>
                <a:path extrusionOk="0" h="396" w="680">
                  <a:moveTo>
                    <a:pt x="1" y="0"/>
                  </a:moveTo>
                  <a:cubicBezTo>
                    <a:pt x="1" y="0"/>
                    <a:pt x="1" y="0"/>
                    <a:pt x="1" y="0"/>
                  </a:cubicBezTo>
                  <a:lnTo>
                    <a:pt x="680" y="395"/>
                  </a:lnTo>
                  <a:cubicBezTo>
                    <a:pt x="680" y="391"/>
                    <a:pt x="6"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0"/>
            <p:cNvSpPr/>
            <p:nvPr/>
          </p:nvSpPr>
          <p:spPr>
            <a:xfrm rot="-3560944">
              <a:off x="13402011" y="-4499957"/>
              <a:ext cx="404491" cy="235557"/>
            </a:xfrm>
            <a:custGeom>
              <a:rect b="b" l="l" r="r" t="t"/>
              <a:pathLst>
                <a:path extrusionOk="0" h="396" w="680">
                  <a:moveTo>
                    <a:pt x="1" y="0"/>
                  </a:moveTo>
                  <a:lnTo>
                    <a:pt x="680" y="395"/>
                  </a:lnTo>
                  <a:cubicBezTo>
                    <a:pt x="680" y="395"/>
                    <a:pt x="3"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0"/>
            <p:cNvSpPr/>
            <p:nvPr/>
          </p:nvSpPr>
          <p:spPr>
            <a:xfrm rot="-3560944">
              <a:off x="13401720" y="-4500469"/>
              <a:ext cx="405681" cy="235557"/>
            </a:xfrm>
            <a:custGeom>
              <a:rect b="b" l="l" r="r" t="t"/>
              <a:pathLst>
                <a:path extrusionOk="0" h="396" w="682">
                  <a:moveTo>
                    <a:pt x="1" y="0"/>
                  </a:moveTo>
                  <a:lnTo>
                    <a:pt x="680" y="395"/>
                  </a:lnTo>
                  <a:cubicBezTo>
                    <a:pt x="682" y="393"/>
                    <a:pt x="3"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0"/>
            <p:cNvSpPr/>
            <p:nvPr/>
          </p:nvSpPr>
          <p:spPr>
            <a:xfrm rot="-3560944">
              <a:off x="13401082" y="-4502485"/>
              <a:ext cx="404491" cy="236746"/>
            </a:xfrm>
            <a:custGeom>
              <a:rect b="b" l="l" r="r" t="t"/>
              <a:pathLst>
                <a:path extrusionOk="0" h="398" w="680">
                  <a:moveTo>
                    <a:pt x="1" y="0"/>
                  </a:moveTo>
                  <a:cubicBezTo>
                    <a:pt x="1" y="4"/>
                    <a:pt x="680" y="397"/>
                    <a:pt x="680" y="397"/>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0"/>
            <p:cNvSpPr/>
            <p:nvPr/>
          </p:nvSpPr>
          <p:spPr>
            <a:xfrm rot="-3560944">
              <a:off x="13402106" y="-4500689"/>
              <a:ext cx="404491" cy="234367"/>
            </a:xfrm>
            <a:custGeom>
              <a:rect b="b" l="l" r="r" t="t"/>
              <a:pathLst>
                <a:path extrusionOk="0" h="394" w="680">
                  <a:moveTo>
                    <a:pt x="1" y="0"/>
                  </a:moveTo>
                  <a:cubicBezTo>
                    <a:pt x="1" y="0"/>
                    <a:pt x="1" y="0"/>
                    <a:pt x="1" y="0"/>
                  </a:cubicBezTo>
                  <a:lnTo>
                    <a:pt x="680" y="393"/>
                  </a:lnTo>
                  <a:cubicBezTo>
                    <a:pt x="680" y="393"/>
                    <a:pt x="10"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0"/>
            <p:cNvSpPr/>
            <p:nvPr/>
          </p:nvSpPr>
          <p:spPr>
            <a:xfrm rot="-3560944">
              <a:off x="13401082" y="-4502485"/>
              <a:ext cx="404491" cy="236746"/>
            </a:xfrm>
            <a:custGeom>
              <a:rect b="b" l="l" r="r" t="t"/>
              <a:pathLst>
                <a:path extrusionOk="0" h="398" w="680">
                  <a:moveTo>
                    <a:pt x="1" y="0"/>
                  </a:moveTo>
                  <a:lnTo>
                    <a:pt x="680" y="397"/>
                  </a:lnTo>
                  <a:cubicBezTo>
                    <a:pt x="680" y="395"/>
                    <a:pt x="3"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0"/>
            <p:cNvSpPr/>
            <p:nvPr/>
          </p:nvSpPr>
          <p:spPr>
            <a:xfrm rot="-3560944">
              <a:off x="13400059" y="-4503091"/>
              <a:ext cx="404491" cy="236746"/>
            </a:xfrm>
            <a:custGeom>
              <a:rect b="b" l="l" r="r" t="t"/>
              <a:pathLst>
                <a:path extrusionOk="0" h="398" w="680">
                  <a:moveTo>
                    <a:pt x="1" y="0"/>
                  </a:moveTo>
                  <a:lnTo>
                    <a:pt x="680" y="397"/>
                  </a:lnTo>
                  <a:cubicBezTo>
                    <a:pt x="680" y="397"/>
                    <a:pt x="3"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0"/>
            <p:cNvSpPr/>
            <p:nvPr/>
          </p:nvSpPr>
          <p:spPr>
            <a:xfrm rot="-3560944">
              <a:off x="13400059" y="-4503091"/>
              <a:ext cx="404491" cy="236746"/>
            </a:xfrm>
            <a:custGeom>
              <a:rect b="b" l="l" r="r" t="t"/>
              <a:pathLst>
                <a:path extrusionOk="0" h="398" w="680">
                  <a:moveTo>
                    <a:pt x="1" y="0"/>
                  </a:moveTo>
                  <a:lnTo>
                    <a:pt x="680" y="397"/>
                  </a:lnTo>
                  <a:cubicBezTo>
                    <a:pt x="680" y="395"/>
                    <a:pt x="3"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0"/>
            <p:cNvSpPr/>
            <p:nvPr/>
          </p:nvSpPr>
          <p:spPr>
            <a:xfrm rot="-3560944">
              <a:off x="13399036" y="-4503698"/>
              <a:ext cx="404491" cy="236746"/>
            </a:xfrm>
            <a:custGeom>
              <a:rect b="b" l="l" r="r" t="t"/>
              <a:pathLst>
                <a:path extrusionOk="0" h="398" w="680">
                  <a:moveTo>
                    <a:pt x="1" y="0"/>
                  </a:moveTo>
                  <a:lnTo>
                    <a:pt x="680" y="397"/>
                  </a:lnTo>
                  <a:cubicBezTo>
                    <a:pt x="680" y="397"/>
                    <a:pt x="3"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0"/>
            <p:cNvSpPr/>
            <p:nvPr/>
          </p:nvSpPr>
          <p:spPr>
            <a:xfrm rot="-3560944">
              <a:off x="13399350" y="-4505233"/>
              <a:ext cx="405681" cy="236746"/>
            </a:xfrm>
            <a:custGeom>
              <a:rect b="b" l="l" r="r" t="t"/>
              <a:pathLst>
                <a:path extrusionOk="0" h="398" w="682">
                  <a:moveTo>
                    <a:pt x="1" y="0"/>
                  </a:moveTo>
                  <a:lnTo>
                    <a:pt x="682" y="397"/>
                  </a:lnTo>
                  <a:cubicBezTo>
                    <a:pt x="682" y="393"/>
                    <a:pt x="3"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0"/>
            <p:cNvSpPr/>
            <p:nvPr/>
          </p:nvSpPr>
          <p:spPr>
            <a:xfrm rot="-3560944">
              <a:off x="13398071" y="-4504504"/>
              <a:ext cx="405681" cy="233772"/>
            </a:xfrm>
            <a:custGeom>
              <a:rect b="b" l="l" r="r" t="t"/>
              <a:pathLst>
                <a:path extrusionOk="0" h="393" w="682">
                  <a:moveTo>
                    <a:pt x="1" y="0"/>
                  </a:moveTo>
                  <a:lnTo>
                    <a:pt x="682" y="393"/>
                  </a:lnTo>
                  <a:cubicBezTo>
                    <a:pt x="682" y="393"/>
                    <a:pt x="3"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0"/>
            <p:cNvSpPr/>
            <p:nvPr/>
          </p:nvSpPr>
          <p:spPr>
            <a:xfrm rot="-3560944">
              <a:off x="13398166" y="-4506426"/>
              <a:ext cx="405681" cy="234962"/>
            </a:xfrm>
            <a:custGeom>
              <a:rect b="b" l="l" r="r" t="t"/>
              <a:pathLst>
                <a:path extrusionOk="0" h="395" w="682">
                  <a:moveTo>
                    <a:pt x="1" y="0"/>
                  </a:moveTo>
                  <a:cubicBezTo>
                    <a:pt x="1" y="0"/>
                    <a:pt x="1" y="0"/>
                    <a:pt x="1" y="0"/>
                  </a:cubicBezTo>
                  <a:lnTo>
                    <a:pt x="682" y="395"/>
                  </a:lnTo>
                  <a:lnTo>
                    <a:pt x="682" y="393"/>
                  </a:lnTo>
                  <a:cubicBezTo>
                    <a:pt x="682" y="393"/>
                    <a:pt x="12"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0"/>
            <p:cNvSpPr/>
            <p:nvPr/>
          </p:nvSpPr>
          <p:spPr>
            <a:xfrm rot="-3560944">
              <a:off x="13394914" y="-4510943"/>
              <a:ext cx="407465" cy="239126"/>
            </a:xfrm>
            <a:custGeom>
              <a:rect b="b" l="l" r="r" t="t"/>
              <a:pathLst>
                <a:path extrusionOk="0" h="402" w="685">
                  <a:moveTo>
                    <a:pt x="5" y="1"/>
                  </a:moveTo>
                  <a:cubicBezTo>
                    <a:pt x="5" y="3"/>
                    <a:pt x="5" y="3"/>
                    <a:pt x="1" y="5"/>
                  </a:cubicBezTo>
                  <a:lnTo>
                    <a:pt x="682" y="402"/>
                  </a:lnTo>
                  <a:cubicBezTo>
                    <a:pt x="684" y="400"/>
                    <a:pt x="684" y="400"/>
                    <a:pt x="684" y="398"/>
                  </a:cubicBezTo>
                  <a:lnTo>
                    <a:pt x="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0"/>
            <p:cNvSpPr/>
            <p:nvPr/>
          </p:nvSpPr>
          <p:spPr>
            <a:xfrm rot="-3560944">
              <a:off x="13395687" y="-4511383"/>
              <a:ext cx="405086" cy="236746"/>
            </a:xfrm>
            <a:custGeom>
              <a:rect b="b" l="l" r="r" t="t"/>
              <a:pathLst>
                <a:path extrusionOk="0" h="398" w="681">
                  <a:moveTo>
                    <a:pt x="1" y="1"/>
                  </a:moveTo>
                  <a:cubicBezTo>
                    <a:pt x="1" y="1"/>
                    <a:pt x="1" y="1"/>
                    <a:pt x="1" y="1"/>
                  </a:cubicBezTo>
                  <a:lnTo>
                    <a:pt x="680" y="398"/>
                  </a:lnTo>
                  <a:lnTo>
                    <a:pt x="680" y="394"/>
                  </a:lnTo>
                  <a:cubicBezTo>
                    <a:pt x="680" y="394"/>
                    <a:pt x="6"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0"/>
            <p:cNvSpPr/>
            <p:nvPr/>
          </p:nvSpPr>
          <p:spPr>
            <a:xfrm rot="-3560944">
              <a:off x="13394758" y="-4512722"/>
              <a:ext cx="405086" cy="235557"/>
            </a:xfrm>
            <a:custGeom>
              <a:rect b="b" l="l" r="r" t="t"/>
              <a:pathLst>
                <a:path extrusionOk="0" h="396" w="681">
                  <a:moveTo>
                    <a:pt x="680" y="396"/>
                  </a:moveTo>
                  <a:lnTo>
                    <a:pt x="1" y="1"/>
                  </a:lnTo>
                  <a:lnTo>
                    <a:pt x="680" y="3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0"/>
            <p:cNvSpPr/>
            <p:nvPr/>
          </p:nvSpPr>
          <p:spPr>
            <a:xfrm rot="-3560944">
              <a:off x="13394687" y="-4512847"/>
              <a:ext cx="407465" cy="234367"/>
            </a:xfrm>
            <a:custGeom>
              <a:rect b="b" l="l" r="r" t="t"/>
              <a:pathLst>
                <a:path extrusionOk="0" h="394" w="685">
                  <a:moveTo>
                    <a:pt x="1" y="1"/>
                  </a:moveTo>
                  <a:cubicBezTo>
                    <a:pt x="1" y="1"/>
                    <a:pt x="1" y="1"/>
                    <a:pt x="1" y="1"/>
                  </a:cubicBezTo>
                  <a:lnTo>
                    <a:pt x="680" y="394"/>
                  </a:lnTo>
                  <a:cubicBezTo>
                    <a:pt x="684" y="392"/>
                    <a:pt x="6"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0"/>
            <p:cNvSpPr/>
            <p:nvPr/>
          </p:nvSpPr>
          <p:spPr>
            <a:xfrm rot="-3560944">
              <a:off x="13393538" y="-4515761"/>
              <a:ext cx="406275" cy="236746"/>
            </a:xfrm>
            <a:custGeom>
              <a:rect b="b" l="l" r="r" t="t"/>
              <a:pathLst>
                <a:path extrusionOk="0" h="398" w="683">
                  <a:moveTo>
                    <a:pt x="1" y="1"/>
                  </a:moveTo>
                  <a:cubicBezTo>
                    <a:pt x="1" y="5"/>
                    <a:pt x="682" y="398"/>
                    <a:pt x="682" y="398"/>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0"/>
            <p:cNvSpPr/>
            <p:nvPr/>
          </p:nvSpPr>
          <p:spPr>
            <a:xfrm rot="-3560944">
              <a:off x="13393538" y="-4515761"/>
              <a:ext cx="406275" cy="236746"/>
            </a:xfrm>
            <a:custGeom>
              <a:rect b="b" l="l" r="r" t="t"/>
              <a:pathLst>
                <a:path extrusionOk="0" h="398" w="683">
                  <a:moveTo>
                    <a:pt x="1" y="1"/>
                  </a:moveTo>
                  <a:lnTo>
                    <a:pt x="682" y="398"/>
                  </a:lnTo>
                  <a:cubicBezTo>
                    <a:pt x="682" y="398"/>
                    <a:pt x="3"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0"/>
            <p:cNvSpPr/>
            <p:nvPr/>
          </p:nvSpPr>
          <p:spPr>
            <a:xfrm rot="-3560944">
              <a:off x="13393246" y="-4516273"/>
              <a:ext cx="407465" cy="236746"/>
            </a:xfrm>
            <a:custGeom>
              <a:rect b="b" l="l" r="r" t="t"/>
              <a:pathLst>
                <a:path extrusionOk="0" h="398" w="685">
                  <a:moveTo>
                    <a:pt x="1" y="1"/>
                  </a:moveTo>
                  <a:lnTo>
                    <a:pt x="682" y="398"/>
                  </a:lnTo>
                  <a:cubicBezTo>
                    <a:pt x="684" y="396"/>
                    <a:pt x="3"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0"/>
            <p:cNvSpPr/>
            <p:nvPr/>
          </p:nvSpPr>
          <p:spPr>
            <a:xfrm rot="-3560944">
              <a:off x="13393121" y="-4517391"/>
              <a:ext cx="406275" cy="236746"/>
            </a:xfrm>
            <a:custGeom>
              <a:rect b="b" l="l" r="r" t="t"/>
              <a:pathLst>
                <a:path extrusionOk="0" h="398" w="683">
                  <a:moveTo>
                    <a:pt x="682" y="398"/>
                  </a:move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0"/>
            <p:cNvSpPr/>
            <p:nvPr/>
          </p:nvSpPr>
          <p:spPr>
            <a:xfrm rot="-3560944">
              <a:off x="13392829" y="-4517903"/>
              <a:ext cx="407465" cy="236746"/>
            </a:xfrm>
            <a:custGeom>
              <a:rect b="b" l="l" r="r" t="t"/>
              <a:pathLst>
                <a:path extrusionOk="0" h="398" w="685">
                  <a:moveTo>
                    <a:pt x="1" y="1"/>
                  </a:moveTo>
                  <a:lnTo>
                    <a:pt x="682" y="398"/>
                  </a:lnTo>
                  <a:cubicBezTo>
                    <a:pt x="684" y="396"/>
                    <a:pt x="5"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0"/>
            <p:cNvSpPr/>
            <p:nvPr/>
          </p:nvSpPr>
          <p:spPr>
            <a:xfrm rot="-3560944">
              <a:off x="13392704" y="-4519021"/>
              <a:ext cx="406275" cy="236746"/>
            </a:xfrm>
            <a:custGeom>
              <a:rect b="b" l="l" r="r" t="t"/>
              <a:pathLst>
                <a:path extrusionOk="0" h="398" w="683">
                  <a:moveTo>
                    <a:pt x="682" y="398"/>
                  </a:move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0"/>
            <p:cNvSpPr/>
            <p:nvPr/>
          </p:nvSpPr>
          <p:spPr>
            <a:xfrm rot="-3560944">
              <a:off x="13392704" y="-4519021"/>
              <a:ext cx="406275" cy="236746"/>
            </a:xfrm>
            <a:custGeom>
              <a:rect b="b" l="l" r="r" t="t"/>
              <a:pathLst>
                <a:path extrusionOk="0" h="398" w="683">
                  <a:moveTo>
                    <a:pt x="1" y="1"/>
                  </a:moveTo>
                  <a:lnTo>
                    <a:pt x="682" y="398"/>
                  </a:lnTo>
                  <a:cubicBezTo>
                    <a:pt x="682" y="393"/>
                    <a:pt x="5"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0"/>
            <p:cNvSpPr/>
            <p:nvPr/>
          </p:nvSpPr>
          <p:spPr>
            <a:xfrm rot="-3560944">
              <a:off x="13391169" y="-4519336"/>
              <a:ext cx="406275" cy="235557"/>
            </a:xfrm>
            <a:custGeom>
              <a:rect b="b" l="l" r="r" t="t"/>
              <a:pathLst>
                <a:path extrusionOk="0" h="396" w="683">
                  <a:moveTo>
                    <a:pt x="1" y="1"/>
                  </a:moveTo>
                  <a:cubicBezTo>
                    <a:pt x="1" y="1"/>
                    <a:pt x="1" y="1"/>
                    <a:pt x="1" y="1"/>
                  </a:cubicBezTo>
                  <a:lnTo>
                    <a:pt x="682" y="395"/>
                  </a:lnTo>
                  <a:lnTo>
                    <a:pt x="682" y="393"/>
                  </a:lnTo>
                  <a:cubicBezTo>
                    <a:pt x="682" y="393"/>
                    <a:pt x="12"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0"/>
            <p:cNvSpPr/>
            <p:nvPr/>
          </p:nvSpPr>
          <p:spPr>
            <a:xfrm rot="-3560944">
              <a:off x="13393634" y="-4520229"/>
              <a:ext cx="404491" cy="234367"/>
            </a:xfrm>
            <a:custGeom>
              <a:rect b="b" l="l" r="r" t="t"/>
              <a:pathLst>
                <a:path extrusionOk="0" h="394" w="680">
                  <a:moveTo>
                    <a:pt x="0" y="1"/>
                  </a:moveTo>
                  <a:cubicBezTo>
                    <a:pt x="0" y="1"/>
                    <a:pt x="0" y="1"/>
                    <a:pt x="0" y="1"/>
                  </a:cubicBezTo>
                  <a:lnTo>
                    <a:pt x="679" y="393"/>
                  </a:lnTo>
                  <a:cubicBezTo>
                    <a:pt x="679" y="393"/>
                    <a:pt x="4"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0"/>
            <p:cNvSpPr/>
            <p:nvPr/>
          </p:nvSpPr>
          <p:spPr>
            <a:xfrm rot="-3560944">
              <a:off x="13392925" y="-4522371"/>
              <a:ext cx="405681" cy="234367"/>
            </a:xfrm>
            <a:custGeom>
              <a:rect b="b" l="l" r="r" t="t"/>
              <a:pathLst>
                <a:path extrusionOk="0" h="394" w="682">
                  <a:moveTo>
                    <a:pt x="0" y="1"/>
                  </a:moveTo>
                  <a:cubicBezTo>
                    <a:pt x="0" y="1"/>
                    <a:pt x="0" y="1"/>
                    <a:pt x="0" y="1"/>
                  </a:cubicBezTo>
                  <a:lnTo>
                    <a:pt x="681" y="393"/>
                  </a:lnTo>
                  <a:cubicBezTo>
                    <a:pt x="681" y="393"/>
                    <a:pt x="7"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0"/>
            <p:cNvSpPr/>
            <p:nvPr/>
          </p:nvSpPr>
          <p:spPr>
            <a:xfrm rot="-3560944">
              <a:off x="13392634" y="-4522883"/>
              <a:ext cx="406870" cy="234367"/>
            </a:xfrm>
            <a:custGeom>
              <a:rect b="b" l="l" r="r" t="t"/>
              <a:pathLst>
                <a:path extrusionOk="0" h="394" w="684">
                  <a:moveTo>
                    <a:pt x="0" y="1"/>
                  </a:moveTo>
                  <a:cubicBezTo>
                    <a:pt x="0" y="1"/>
                    <a:pt x="0" y="1"/>
                    <a:pt x="0" y="1"/>
                  </a:cubicBezTo>
                  <a:lnTo>
                    <a:pt x="681" y="393"/>
                  </a:lnTo>
                  <a:cubicBezTo>
                    <a:pt x="683" y="391"/>
                    <a:pt x="9"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0"/>
            <p:cNvSpPr/>
            <p:nvPr/>
          </p:nvSpPr>
          <p:spPr>
            <a:xfrm rot="-3560944">
              <a:off x="13391485" y="-4525797"/>
              <a:ext cx="405681" cy="236746"/>
            </a:xfrm>
            <a:custGeom>
              <a:rect b="b" l="l" r="r" t="t"/>
              <a:pathLst>
                <a:path extrusionOk="0" h="398" w="682">
                  <a:moveTo>
                    <a:pt x="681" y="397"/>
                  </a:moveTo>
                  <a:lnTo>
                    <a:pt x="0" y="0"/>
                  </a:lnTo>
                  <a:lnTo>
                    <a:pt x="681" y="39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0"/>
            <p:cNvSpPr/>
            <p:nvPr/>
          </p:nvSpPr>
          <p:spPr>
            <a:xfrm rot="-3560944">
              <a:off x="13391193" y="-4526309"/>
              <a:ext cx="406870" cy="236746"/>
            </a:xfrm>
            <a:custGeom>
              <a:rect b="b" l="l" r="r" t="t"/>
              <a:pathLst>
                <a:path extrusionOk="0" h="398" w="684">
                  <a:moveTo>
                    <a:pt x="0" y="0"/>
                  </a:moveTo>
                  <a:lnTo>
                    <a:pt x="681" y="397"/>
                  </a:lnTo>
                  <a:cubicBezTo>
                    <a:pt x="683" y="395"/>
                    <a:pt x="4"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0"/>
            <p:cNvSpPr/>
            <p:nvPr/>
          </p:nvSpPr>
          <p:spPr>
            <a:xfrm rot="-3560944">
              <a:off x="13392186" y="-4527552"/>
              <a:ext cx="405681" cy="235557"/>
            </a:xfrm>
            <a:custGeom>
              <a:rect b="b" l="l" r="r" t="t"/>
              <a:pathLst>
                <a:path extrusionOk="0" h="396" w="682">
                  <a:moveTo>
                    <a:pt x="0" y="0"/>
                  </a:moveTo>
                  <a:lnTo>
                    <a:pt x="679" y="395"/>
                  </a:lnTo>
                  <a:cubicBezTo>
                    <a:pt x="682" y="395"/>
                    <a:pt x="2"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0"/>
            <p:cNvSpPr/>
            <p:nvPr/>
          </p:nvSpPr>
          <p:spPr>
            <a:xfrm rot="-3560944">
              <a:off x="13393084" y="-4528064"/>
              <a:ext cx="404491" cy="235557"/>
            </a:xfrm>
            <a:custGeom>
              <a:rect b="b" l="l" r="r" t="t"/>
              <a:pathLst>
                <a:path extrusionOk="0" h="396" w="680">
                  <a:moveTo>
                    <a:pt x="0" y="0"/>
                  </a:moveTo>
                  <a:cubicBezTo>
                    <a:pt x="0" y="0"/>
                    <a:pt x="0" y="0"/>
                    <a:pt x="0" y="0"/>
                  </a:cubicBezTo>
                  <a:lnTo>
                    <a:pt x="680" y="395"/>
                  </a:lnTo>
                  <a:cubicBezTo>
                    <a:pt x="680" y="395"/>
                    <a:pt x="4"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0"/>
            <p:cNvSpPr/>
            <p:nvPr/>
          </p:nvSpPr>
          <p:spPr>
            <a:xfrm rot="-3560944">
              <a:off x="13391864" y="-4529914"/>
              <a:ext cx="405681" cy="234367"/>
            </a:xfrm>
            <a:custGeom>
              <a:rect b="b" l="l" r="r" t="t"/>
              <a:pathLst>
                <a:path extrusionOk="0" h="394" w="682">
                  <a:moveTo>
                    <a:pt x="682" y="393"/>
                  </a:move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0"/>
            <p:cNvSpPr/>
            <p:nvPr/>
          </p:nvSpPr>
          <p:spPr>
            <a:xfrm rot="-3560944">
              <a:off x="13394612" y="-4467451"/>
              <a:ext cx="456837" cy="264704"/>
            </a:xfrm>
            <a:custGeom>
              <a:rect b="b" l="l" r="r" t="t"/>
              <a:pathLst>
                <a:path extrusionOk="0" h="445" w="768">
                  <a:moveTo>
                    <a:pt x="88" y="0"/>
                  </a:moveTo>
                  <a:lnTo>
                    <a:pt x="68" y="11"/>
                  </a:lnTo>
                  <a:cubicBezTo>
                    <a:pt x="64" y="13"/>
                    <a:pt x="62" y="13"/>
                    <a:pt x="62" y="13"/>
                  </a:cubicBezTo>
                  <a:cubicBezTo>
                    <a:pt x="56" y="17"/>
                    <a:pt x="52" y="17"/>
                    <a:pt x="49" y="21"/>
                  </a:cubicBezTo>
                  <a:cubicBezTo>
                    <a:pt x="47" y="23"/>
                    <a:pt x="45" y="23"/>
                    <a:pt x="45" y="23"/>
                  </a:cubicBezTo>
                  <a:cubicBezTo>
                    <a:pt x="37" y="27"/>
                    <a:pt x="35" y="27"/>
                    <a:pt x="31" y="31"/>
                  </a:cubicBezTo>
                  <a:cubicBezTo>
                    <a:pt x="29" y="33"/>
                    <a:pt x="29" y="33"/>
                    <a:pt x="27" y="33"/>
                  </a:cubicBezTo>
                  <a:cubicBezTo>
                    <a:pt x="11" y="43"/>
                    <a:pt x="0" y="49"/>
                    <a:pt x="0" y="49"/>
                  </a:cubicBezTo>
                  <a:lnTo>
                    <a:pt x="682" y="444"/>
                  </a:lnTo>
                  <a:cubicBezTo>
                    <a:pt x="682" y="444"/>
                    <a:pt x="692" y="438"/>
                    <a:pt x="704" y="432"/>
                  </a:cubicBezTo>
                  <a:cubicBezTo>
                    <a:pt x="706" y="430"/>
                    <a:pt x="706" y="430"/>
                    <a:pt x="710" y="430"/>
                  </a:cubicBezTo>
                  <a:cubicBezTo>
                    <a:pt x="714" y="428"/>
                    <a:pt x="716" y="424"/>
                    <a:pt x="721" y="424"/>
                  </a:cubicBezTo>
                  <a:cubicBezTo>
                    <a:pt x="725" y="422"/>
                    <a:pt x="727" y="420"/>
                    <a:pt x="727" y="420"/>
                  </a:cubicBezTo>
                  <a:cubicBezTo>
                    <a:pt x="733" y="409"/>
                    <a:pt x="735" y="409"/>
                    <a:pt x="737" y="409"/>
                  </a:cubicBezTo>
                  <a:lnTo>
                    <a:pt x="743" y="405"/>
                  </a:lnTo>
                  <a:cubicBezTo>
                    <a:pt x="745" y="403"/>
                    <a:pt x="747" y="403"/>
                    <a:pt x="747" y="403"/>
                  </a:cubicBezTo>
                  <a:cubicBezTo>
                    <a:pt x="757" y="399"/>
                    <a:pt x="768" y="395"/>
                    <a:pt x="768" y="395"/>
                  </a:cubicBezTo>
                  <a:lnTo>
                    <a:pt x="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0"/>
            <p:cNvSpPr/>
            <p:nvPr/>
          </p:nvSpPr>
          <p:spPr>
            <a:xfrm rot="-3560944">
              <a:off x="13375712" y="-4430770"/>
              <a:ext cx="421741" cy="237341"/>
            </a:xfrm>
            <a:custGeom>
              <a:rect b="b" l="l" r="r" t="t"/>
              <a:pathLst>
                <a:path extrusionOk="0" h="399" w="709">
                  <a:moveTo>
                    <a:pt x="23" y="0"/>
                  </a:moveTo>
                  <a:lnTo>
                    <a:pt x="23" y="0"/>
                  </a:lnTo>
                  <a:cubicBezTo>
                    <a:pt x="1" y="4"/>
                    <a:pt x="678" y="399"/>
                    <a:pt x="678" y="399"/>
                  </a:cubicBezTo>
                  <a:cubicBezTo>
                    <a:pt x="686" y="397"/>
                    <a:pt x="690" y="397"/>
                    <a:pt x="696" y="397"/>
                  </a:cubicBezTo>
                  <a:cubicBezTo>
                    <a:pt x="699" y="397"/>
                    <a:pt x="704" y="397"/>
                    <a:pt x="707" y="398"/>
                  </a:cubicBezTo>
                  <a:lnTo>
                    <a:pt x="707" y="398"/>
                  </a:lnTo>
                  <a:lnTo>
                    <a:pt x="29" y="2"/>
                  </a:lnTo>
                  <a:cubicBezTo>
                    <a:pt x="25" y="0"/>
                    <a:pt x="23" y="0"/>
                    <a:pt x="23" y="0"/>
                  </a:cubicBezTo>
                  <a:close/>
                  <a:moveTo>
                    <a:pt x="707" y="398"/>
                  </a:moveTo>
                  <a:lnTo>
                    <a:pt x="709" y="399"/>
                  </a:lnTo>
                  <a:cubicBezTo>
                    <a:pt x="708" y="399"/>
                    <a:pt x="707" y="398"/>
                    <a:pt x="707" y="3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0"/>
            <p:cNvSpPr/>
            <p:nvPr/>
          </p:nvSpPr>
          <p:spPr>
            <a:xfrm rot="-3560944">
              <a:off x="13411526" y="-4352204"/>
              <a:ext cx="404491" cy="248643"/>
            </a:xfrm>
            <a:custGeom>
              <a:rect b="b" l="l" r="r" t="t"/>
              <a:pathLst>
                <a:path extrusionOk="0" h="418" w="680">
                  <a:moveTo>
                    <a:pt x="1" y="0"/>
                  </a:moveTo>
                  <a:lnTo>
                    <a:pt x="1" y="23"/>
                  </a:lnTo>
                  <a:lnTo>
                    <a:pt x="680" y="418"/>
                  </a:lnTo>
                  <a:lnTo>
                    <a:pt x="680" y="393"/>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0"/>
            <p:cNvSpPr/>
            <p:nvPr/>
          </p:nvSpPr>
          <p:spPr>
            <a:xfrm rot="-3560944">
              <a:off x="13367583" y="-4413251"/>
              <a:ext cx="455647" cy="295040"/>
            </a:xfrm>
            <a:custGeom>
              <a:rect b="b" l="l" r="r" t="t"/>
              <a:pathLst>
                <a:path extrusionOk="0" h="496" w="766">
                  <a:moveTo>
                    <a:pt x="87" y="0"/>
                  </a:moveTo>
                  <a:lnTo>
                    <a:pt x="42" y="27"/>
                  </a:lnTo>
                  <a:cubicBezTo>
                    <a:pt x="19" y="49"/>
                    <a:pt x="17" y="49"/>
                    <a:pt x="17" y="51"/>
                  </a:cubicBezTo>
                  <a:cubicBezTo>
                    <a:pt x="15" y="55"/>
                    <a:pt x="15" y="55"/>
                    <a:pt x="15" y="57"/>
                  </a:cubicBezTo>
                  <a:cubicBezTo>
                    <a:pt x="1" y="98"/>
                    <a:pt x="682" y="495"/>
                    <a:pt x="682" y="495"/>
                  </a:cubicBezTo>
                  <a:cubicBezTo>
                    <a:pt x="682" y="487"/>
                    <a:pt x="684" y="481"/>
                    <a:pt x="684" y="475"/>
                  </a:cubicBezTo>
                  <a:cubicBezTo>
                    <a:pt x="690" y="467"/>
                    <a:pt x="692" y="458"/>
                    <a:pt x="694" y="454"/>
                  </a:cubicBezTo>
                  <a:cubicBezTo>
                    <a:pt x="700" y="446"/>
                    <a:pt x="702" y="440"/>
                    <a:pt x="706" y="436"/>
                  </a:cubicBezTo>
                  <a:cubicBezTo>
                    <a:pt x="713" y="430"/>
                    <a:pt x="717" y="426"/>
                    <a:pt x="723" y="424"/>
                  </a:cubicBezTo>
                  <a:lnTo>
                    <a:pt x="766" y="397"/>
                  </a:lnTo>
                  <a:lnTo>
                    <a:pt x="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0"/>
            <p:cNvSpPr/>
            <p:nvPr/>
          </p:nvSpPr>
          <p:spPr>
            <a:xfrm rot="-3560944">
              <a:off x="13390688" y="-4327244"/>
              <a:ext cx="456837" cy="265893"/>
            </a:xfrm>
            <a:custGeom>
              <a:rect b="b" l="l" r="r" t="t"/>
              <a:pathLst>
                <a:path extrusionOk="0" h="447" w="768">
                  <a:moveTo>
                    <a:pt x="89" y="1"/>
                  </a:moveTo>
                  <a:lnTo>
                    <a:pt x="44" y="23"/>
                  </a:lnTo>
                  <a:lnTo>
                    <a:pt x="1" y="50"/>
                  </a:lnTo>
                  <a:lnTo>
                    <a:pt x="682" y="447"/>
                  </a:lnTo>
                  <a:lnTo>
                    <a:pt x="725" y="420"/>
                  </a:lnTo>
                  <a:lnTo>
                    <a:pt x="768" y="396"/>
                  </a:lnTo>
                  <a:lnTo>
                    <a:pt x="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0"/>
            <p:cNvSpPr/>
            <p:nvPr/>
          </p:nvSpPr>
          <p:spPr>
            <a:xfrm rot="-3560944">
              <a:off x="13374099" y="-4284409"/>
              <a:ext cx="420552" cy="237936"/>
            </a:xfrm>
            <a:custGeom>
              <a:rect b="b" l="l" r="r" t="t"/>
              <a:pathLst>
                <a:path extrusionOk="0" h="400" w="707">
                  <a:moveTo>
                    <a:pt x="703" y="394"/>
                  </a:moveTo>
                  <a:lnTo>
                    <a:pt x="707" y="396"/>
                  </a:lnTo>
                  <a:cubicBezTo>
                    <a:pt x="706" y="395"/>
                    <a:pt x="705" y="394"/>
                    <a:pt x="703" y="394"/>
                  </a:cubicBezTo>
                  <a:close/>
                  <a:moveTo>
                    <a:pt x="23" y="1"/>
                  </a:moveTo>
                  <a:lnTo>
                    <a:pt x="23" y="1"/>
                  </a:lnTo>
                  <a:cubicBezTo>
                    <a:pt x="1" y="5"/>
                    <a:pt x="678" y="400"/>
                    <a:pt x="678" y="400"/>
                  </a:cubicBezTo>
                  <a:cubicBezTo>
                    <a:pt x="686" y="395"/>
                    <a:pt x="693" y="393"/>
                    <a:pt x="699" y="393"/>
                  </a:cubicBezTo>
                  <a:cubicBezTo>
                    <a:pt x="700" y="393"/>
                    <a:pt x="702" y="393"/>
                    <a:pt x="703" y="394"/>
                  </a:cubicBezTo>
                  <a:lnTo>
                    <a:pt x="703" y="394"/>
                  </a:lnTo>
                  <a:lnTo>
                    <a:pt x="29" y="3"/>
                  </a:lnTo>
                  <a:cubicBezTo>
                    <a:pt x="27" y="1"/>
                    <a:pt x="23" y="1"/>
                    <a:pt x="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0"/>
            <p:cNvSpPr/>
            <p:nvPr/>
          </p:nvSpPr>
          <p:spPr>
            <a:xfrm rot="-3560944">
              <a:off x="13409219" y="-4207059"/>
              <a:ext cx="405086" cy="249833"/>
            </a:xfrm>
            <a:custGeom>
              <a:rect b="b" l="l" r="r" t="t"/>
              <a:pathLst>
                <a:path extrusionOk="0" h="420" w="681">
                  <a:moveTo>
                    <a:pt x="1" y="0"/>
                  </a:moveTo>
                  <a:lnTo>
                    <a:pt x="1" y="23"/>
                  </a:lnTo>
                  <a:lnTo>
                    <a:pt x="680" y="419"/>
                  </a:lnTo>
                  <a:lnTo>
                    <a:pt x="680" y="395"/>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0"/>
            <p:cNvSpPr/>
            <p:nvPr/>
          </p:nvSpPr>
          <p:spPr>
            <a:xfrm rot="-3560944">
              <a:off x="13364442" y="-4269582"/>
              <a:ext cx="456242" cy="292661"/>
            </a:xfrm>
            <a:custGeom>
              <a:rect b="b" l="l" r="r" t="t"/>
              <a:pathLst>
                <a:path extrusionOk="0" h="492" w="767">
                  <a:moveTo>
                    <a:pt x="85" y="1"/>
                  </a:moveTo>
                  <a:lnTo>
                    <a:pt x="42" y="27"/>
                  </a:lnTo>
                  <a:cubicBezTo>
                    <a:pt x="19" y="50"/>
                    <a:pt x="15" y="50"/>
                    <a:pt x="15" y="52"/>
                  </a:cubicBezTo>
                  <a:cubicBezTo>
                    <a:pt x="1" y="99"/>
                    <a:pt x="680" y="492"/>
                    <a:pt x="680" y="492"/>
                  </a:cubicBezTo>
                  <a:cubicBezTo>
                    <a:pt x="680" y="484"/>
                    <a:pt x="684" y="480"/>
                    <a:pt x="684" y="471"/>
                  </a:cubicBezTo>
                  <a:cubicBezTo>
                    <a:pt x="686" y="467"/>
                    <a:pt x="688" y="461"/>
                    <a:pt x="695" y="453"/>
                  </a:cubicBezTo>
                  <a:cubicBezTo>
                    <a:pt x="699" y="447"/>
                    <a:pt x="701" y="441"/>
                    <a:pt x="707" y="437"/>
                  </a:cubicBezTo>
                  <a:cubicBezTo>
                    <a:pt x="711" y="430"/>
                    <a:pt x="717" y="426"/>
                    <a:pt x="721" y="422"/>
                  </a:cubicBezTo>
                  <a:lnTo>
                    <a:pt x="766" y="398"/>
                  </a:lnTo>
                  <a:lnTo>
                    <a:pt x="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0"/>
            <p:cNvSpPr/>
            <p:nvPr/>
          </p:nvSpPr>
          <p:spPr>
            <a:xfrm rot="-3560944">
              <a:off x="13389604" y="-4182796"/>
              <a:ext cx="454457" cy="264704"/>
            </a:xfrm>
            <a:custGeom>
              <a:rect b="b" l="l" r="r" t="t"/>
              <a:pathLst>
                <a:path extrusionOk="0" h="445" w="764">
                  <a:moveTo>
                    <a:pt x="84" y="1"/>
                  </a:moveTo>
                  <a:lnTo>
                    <a:pt x="41" y="25"/>
                  </a:lnTo>
                  <a:lnTo>
                    <a:pt x="0" y="52"/>
                  </a:lnTo>
                  <a:lnTo>
                    <a:pt x="677" y="445"/>
                  </a:lnTo>
                  <a:lnTo>
                    <a:pt x="720" y="422"/>
                  </a:lnTo>
                  <a:lnTo>
                    <a:pt x="763" y="397"/>
                  </a:lnTo>
                  <a:lnTo>
                    <a:pt x="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0"/>
            <p:cNvSpPr/>
            <p:nvPr/>
          </p:nvSpPr>
          <p:spPr>
            <a:xfrm rot="-3560944">
              <a:off x="13371293" y="-4139997"/>
              <a:ext cx="422336" cy="237936"/>
            </a:xfrm>
            <a:custGeom>
              <a:rect b="b" l="l" r="r" t="t"/>
              <a:pathLst>
                <a:path extrusionOk="0" h="400" w="710">
                  <a:moveTo>
                    <a:pt x="25" y="1"/>
                  </a:moveTo>
                  <a:cubicBezTo>
                    <a:pt x="0" y="5"/>
                    <a:pt x="681" y="399"/>
                    <a:pt x="681" y="399"/>
                  </a:cubicBezTo>
                  <a:cubicBezTo>
                    <a:pt x="690" y="399"/>
                    <a:pt x="694" y="395"/>
                    <a:pt x="696" y="395"/>
                  </a:cubicBezTo>
                  <a:cubicBezTo>
                    <a:pt x="699" y="395"/>
                    <a:pt x="702" y="395"/>
                    <a:pt x="704" y="396"/>
                  </a:cubicBezTo>
                  <a:lnTo>
                    <a:pt x="704" y="396"/>
                  </a:lnTo>
                  <a:lnTo>
                    <a:pt x="29" y="3"/>
                  </a:lnTo>
                  <a:cubicBezTo>
                    <a:pt x="27" y="1"/>
                    <a:pt x="25" y="1"/>
                    <a:pt x="25" y="1"/>
                  </a:cubicBezTo>
                  <a:close/>
                  <a:moveTo>
                    <a:pt x="704" y="396"/>
                  </a:moveTo>
                  <a:lnTo>
                    <a:pt x="710" y="399"/>
                  </a:lnTo>
                  <a:cubicBezTo>
                    <a:pt x="708" y="398"/>
                    <a:pt x="706" y="397"/>
                    <a:pt x="704" y="3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0"/>
            <p:cNvSpPr/>
            <p:nvPr/>
          </p:nvSpPr>
          <p:spPr>
            <a:xfrm rot="-3560944">
              <a:off x="13406449" y="-4061395"/>
              <a:ext cx="405681" cy="248048"/>
            </a:xfrm>
            <a:custGeom>
              <a:rect b="b" l="l" r="r" t="t"/>
              <a:pathLst>
                <a:path extrusionOk="0" h="417" w="682">
                  <a:moveTo>
                    <a:pt x="0" y="1"/>
                  </a:moveTo>
                  <a:lnTo>
                    <a:pt x="0" y="23"/>
                  </a:lnTo>
                  <a:lnTo>
                    <a:pt x="681" y="416"/>
                  </a:lnTo>
                  <a:lnTo>
                    <a:pt x="681" y="396"/>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0"/>
            <p:cNvSpPr/>
            <p:nvPr/>
          </p:nvSpPr>
          <p:spPr>
            <a:xfrm rot="-3560944">
              <a:off x="13364391" y="-4123005"/>
              <a:ext cx="456837" cy="295040"/>
            </a:xfrm>
            <a:custGeom>
              <a:rect b="b" l="l" r="r" t="t"/>
              <a:pathLst>
                <a:path extrusionOk="0" h="496" w="768">
                  <a:moveTo>
                    <a:pt x="86" y="1"/>
                  </a:moveTo>
                  <a:lnTo>
                    <a:pt x="41" y="27"/>
                  </a:lnTo>
                  <a:cubicBezTo>
                    <a:pt x="19" y="50"/>
                    <a:pt x="14" y="50"/>
                    <a:pt x="14" y="52"/>
                  </a:cubicBezTo>
                  <a:cubicBezTo>
                    <a:pt x="12" y="56"/>
                    <a:pt x="12" y="56"/>
                    <a:pt x="12" y="58"/>
                  </a:cubicBezTo>
                  <a:cubicBezTo>
                    <a:pt x="0" y="99"/>
                    <a:pt x="679" y="496"/>
                    <a:pt x="679" y="496"/>
                  </a:cubicBezTo>
                  <a:cubicBezTo>
                    <a:pt x="679" y="488"/>
                    <a:pt x="683" y="481"/>
                    <a:pt x="683" y="475"/>
                  </a:cubicBezTo>
                  <a:cubicBezTo>
                    <a:pt x="686" y="467"/>
                    <a:pt x="688" y="461"/>
                    <a:pt x="694" y="455"/>
                  </a:cubicBezTo>
                  <a:cubicBezTo>
                    <a:pt x="700" y="441"/>
                    <a:pt x="710" y="430"/>
                    <a:pt x="720" y="424"/>
                  </a:cubicBezTo>
                  <a:lnTo>
                    <a:pt x="767" y="398"/>
                  </a:lnTo>
                  <a:lnTo>
                    <a:pt x="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0"/>
            <p:cNvSpPr/>
            <p:nvPr/>
          </p:nvSpPr>
          <p:spPr>
            <a:xfrm rot="-3560944">
              <a:off x="13387664" y="-4037009"/>
              <a:ext cx="455647" cy="264704"/>
            </a:xfrm>
            <a:custGeom>
              <a:rect b="b" l="l" r="r" t="t"/>
              <a:pathLst>
                <a:path extrusionOk="0" h="445" w="766">
                  <a:moveTo>
                    <a:pt x="84" y="0"/>
                  </a:moveTo>
                  <a:lnTo>
                    <a:pt x="41" y="25"/>
                  </a:lnTo>
                  <a:lnTo>
                    <a:pt x="0" y="51"/>
                  </a:lnTo>
                  <a:lnTo>
                    <a:pt x="677" y="444"/>
                  </a:lnTo>
                  <a:lnTo>
                    <a:pt x="720" y="422"/>
                  </a:lnTo>
                  <a:lnTo>
                    <a:pt x="765" y="393"/>
                  </a:lnTo>
                  <a:lnTo>
                    <a:pt x="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0"/>
            <p:cNvSpPr/>
            <p:nvPr/>
          </p:nvSpPr>
          <p:spPr>
            <a:xfrm rot="-3560944">
              <a:off x="13370397" y="-3994466"/>
              <a:ext cx="421741" cy="237936"/>
            </a:xfrm>
            <a:custGeom>
              <a:rect b="b" l="l" r="r" t="t"/>
              <a:pathLst>
                <a:path extrusionOk="0" h="400" w="709">
                  <a:moveTo>
                    <a:pt x="23" y="0"/>
                  </a:moveTo>
                  <a:lnTo>
                    <a:pt x="23" y="0"/>
                  </a:lnTo>
                  <a:cubicBezTo>
                    <a:pt x="0" y="4"/>
                    <a:pt x="680" y="399"/>
                    <a:pt x="680" y="399"/>
                  </a:cubicBezTo>
                  <a:cubicBezTo>
                    <a:pt x="688" y="399"/>
                    <a:pt x="692" y="395"/>
                    <a:pt x="696" y="395"/>
                  </a:cubicBezTo>
                  <a:cubicBezTo>
                    <a:pt x="698" y="395"/>
                    <a:pt x="700" y="395"/>
                    <a:pt x="702" y="395"/>
                  </a:cubicBezTo>
                  <a:lnTo>
                    <a:pt x="702" y="395"/>
                  </a:lnTo>
                  <a:lnTo>
                    <a:pt x="27" y="2"/>
                  </a:lnTo>
                  <a:cubicBezTo>
                    <a:pt x="25" y="0"/>
                    <a:pt x="23" y="0"/>
                    <a:pt x="23" y="0"/>
                  </a:cubicBezTo>
                  <a:close/>
                  <a:moveTo>
                    <a:pt x="702" y="395"/>
                  </a:moveTo>
                  <a:lnTo>
                    <a:pt x="708" y="399"/>
                  </a:lnTo>
                  <a:cubicBezTo>
                    <a:pt x="707" y="397"/>
                    <a:pt x="704" y="396"/>
                    <a:pt x="702" y="3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0"/>
            <p:cNvSpPr/>
            <p:nvPr/>
          </p:nvSpPr>
          <p:spPr>
            <a:xfrm rot="-3560944">
              <a:off x="13406340" y="-3915974"/>
              <a:ext cx="403301" cy="247453"/>
            </a:xfrm>
            <a:custGeom>
              <a:rect b="b" l="l" r="r" t="t"/>
              <a:pathLst>
                <a:path extrusionOk="0" h="416" w="678">
                  <a:moveTo>
                    <a:pt x="0" y="1"/>
                  </a:moveTo>
                  <a:lnTo>
                    <a:pt x="0" y="23"/>
                  </a:lnTo>
                  <a:lnTo>
                    <a:pt x="678" y="416"/>
                  </a:lnTo>
                  <a:lnTo>
                    <a:pt x="678" y="393"/>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0"/>
            <p:cNvSpPr/>
            <p:nvPr/>
          </p:nvSpPr>
          <p:spPr>
            <a:xfrm rot="-3560944">
              <a:off x="13364562" y="-3979777"/>
              <a:ext cx="456837" cy="295040"/>
            </a:xfrm>
            <a:custGeom>
              <a:rect b="b" l="l" r="r" t="t"/>
              <a:pathLst>
                <a:path extrusionOk="0" h="496" w="768">
                  <a:moveTo>
                    <a:pt x="84" y="0"/>
                  </a:moveTo>
                  <a:lnTo>
                    <a:pt x="41" y="27"/>
                  </a:lnTo>
                  <a:cubicBezTo>
                    <a:pt x="17" y="50"/>
                    <a:pt x="15" y="50"/>
                    <a:pt x="15" y="52"/>
                  </a:cubicBezTo>
                  <a:cubicBezTo>
                    <a:pt x="13" y="56"/>
                    <a:pt x="13" y="56"/>
                    <a:pt x="13" y="58"/>
                  </a:cubicBezTo>
                  <a:cubicBezTo>
                    <a:pt x="0" y="99"/>
                    <a:pt x="680" y="496"/>
                    <a:pt x="680" y="496"/>
                  </a:cubicBezTo>
                  <a:cubicBezTo>
                    <a:pt x="680" y="487"/>
                    <a:pt x="682" y="481"/>
                    <a:pt x="682" y="475"/>
                  </a:cubicBezTo>
                  <a:cubicBezTo>
                    <a:pt x="686" y="467"/>
                    <a:pt x="688" y="461"/>
                    <a:pt x="692" y="455"/>
                  </a:cubicBezTo>
                  <a:cubicBezTo>
                    <a:pt x="700" y="440"/>
                    <a:pt x="710" y="430"/>
                    <a:pt x="721" y="424"/>
                  </a:cubicBezTo>
                  <a:lnTo>
                    <a:pt x="768" y="397"/>
                  </a:lnTo>
                  <a:lnTo>
                    <a:pt x="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0"/>
            <p:cNvSpPr/>
            <p:nvPr/>
          </p:nvSpPr>
          <p:spPr>
            <a:xfrm rot="-3560944">
              <a:off x="13386015" y="-3890711"/>
              <a:ext cx="455647" cy="264704"/>
            </a:xfrm>
            <a:custGeom>
              <a:rect b="b" l="l" r="r" t="t"/>
              <a:pathLst>
                <a:path extrusionOk="0" h="445" w="766">
                  <a:moveTo>
                    <a:pt x="88" y="0"/>
                  </a:moveTo>
                  <a:lnTo>
                    <a:pt x="41" y="25"/>
                  </a:lnTo>
                  <a:lnTo>
                    <a:pt x="1" y="51"/>
                  </a:lnTo>
                  <a:lnTo>
                    <a:pt x="682" y="444"/>
                  </a:lnTo>
                  <a:lnTo>
                    <a:pt x="723" y="419"/>
                  </a:lnTo>
                  <a:lnTo>
                    <a:pt x="766" y="393"/>
                  </a:lnTo>
                  <a:lnTo>
                    <a:pt x="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0"/>
            <p:cNvSpPr/>
            <p:nvPr/>
          </p:nvSpPr>
          <p:spPr>
            <a:xfrm rot="-3560944">
              <a:off x="13369099" y="-3849046"/>
              <a:ext cx="421741" cy="237341"/>
            </a:xfrm>
            <a:custGeom>
              <a:rect b="b" l="l" r="r" t="t"/>
              <a:pathLst>
                <a:path extrusionOk="0" h="399" w="709">
                  <a:moveTo>
                    <a:pt x="23" y="0"/>
                  </a:moveTo>
                  <a:lnTo>
                    <a:pt x="23" y="0"/>
                  </a:lnTo>
                  <a:cubicBezTo>
                    <a:pt x="1" y="4"/>
                    <a:pt x="682" y="399"/>
                    <a:pt x="682" y="399"/>
                  </a:cubicBezTo>
                  <a:cubicBezTo>
                    <a:pt x="686" y="395"/>
                    <a:pt x="692" y="395"/>
                    <a:pt x="696" y="395"/>
                  </a:cubicBezTo>
                  <a:cubicBezTo>
                    <a:pt x="698" y="395"/>
                    <a:pt x="700" y="395"/>
                    <a:pt x="702" y="395"/>
                  </a:cubicBezTo>
                  <a:lnTo>
                    <a:pt x="702" y="395"/>
                  </a:lnTo>
                  <a:lnTo>
                    <a:pt x="29" y="2"/>
                  </a:lnTo>
                  <a:cubicBezTo>
                    <a:pt x="25" y="0"/>
                    <a:pt x="23" y="0"/>
                    <a:pt x="23" y="0"/>
                  </a:cubicBezTo>
                  <a:close/>
                  <a:moveTo>
                    <a:pt x="702" y="395"/>
                  </a:moveTo>
                  <a:lnTo>
                    <a:pt x="708" y="399"/>
                  </a:lnTo>
                  <a:cubicBezTo>
                    <a:pt x="707" y="396"/>
                    <a:pt x="705" y="395"/>
                    <a:pt x="702" y="3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0"/>
            <p:cNvSpPr/>
            <p:nvPr/>
          </p:nvSpPr>
          <p:spPr>
            <a:xfrm rot="-3560944">
              <a:off x="13405424" y="-3770771"/>
              <a:ext cx="404491" cy="249833"/>
            </a:xfrm>
            <a:custGeom>
              <a:rect b="b" l="l" r="r" t="t"/>
              <a:pathLst>
                <a:path extrusionOk="0" h="420" w="680">
                  <a:moveTo>
                    <a:pt x="1" y="0"/>
                  </a:moveTo>
                  <a:lnTo>
                    <a:pt x="1" y="23"/>
                  </a:lnTo>
                  <a:lnTo>
                    <a:pt x="680" y="420"/>
                  </a:lnTo>
                  <a:lnTo>
                    <a:pt x="680" y="393"/>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0"/>
            <p:cNvSpPr/>
            <p:nvPr/>
          </p:nvSpPr>
          <p:spPr>
            <a:xfrm rot="-3560944">
              <a:off x="13359559" y="-3830723"/>
              <a:ext cx="456837" cy="293851"/>
            </a:xfrm>
            <a:custGeom>
              <a:rect b="b" l="l" r="r" t="t"/>
              <a:pathLst>
                <a:path extrusionOk="0" h="494" w="768">
                  <a:moveTo>
                    <a:pt x="89" y="0"/>
                  </a:moveTo>
                  <a:lnTo>
                    <a:pt x="42" y="27"/>
                  </a:lnTo>
                  <a:cubicBezTo>
                    <a:pt x="19" y="49"/>
                    <a:pt x="17" y="49"/>
                    <a:pt x="17" y="51"/>
                  </a:cubicBezTo>
                  <a:cubicBezTo>
                    <a:pt x="13" y="53"/>
                    <a:pt x="13" y="53"/>
                    <a:pt x="13" y="57"/>
                  </a:cubicBezTo>
                  <a:cubicBezTo>
                    <a:pt x="1" y="98"/>
                    <a:pt x="682" y="493"/>
                    <a:pt x="682" y="493"/>
                  </a:cubicBezTo>
                  <a:cubicBezTo>
                    <a:pt x="682" y="487"/>
                    <a:pt x="684" y="481"/>
                    <a:pt x="684" y="473"/>
                  </a:cubicBezTo>
                  <a:cubicBezTo>
                    <a:pt x="692" y="467"/>
                    <a:pt x="694" y="458"/>
                    <a:pt x="696" y="452"/>
                  </a:cubicBezTo>
                  <a:cubicBezTo>
                    <a:pt x="702" y="446"/>
                    <a:pt x="704" y="440"/>
                    <a:pt x="711" y="436"/>
                  </a:cubicBezTo>
                  <a:cubicBezTo>
                    <a:pt x="715" y="430"/>
                    <a:pt x="721" y="426"/>
                    <a:pt x="725" y="422"/>
                  </a:cubicBezTo>
                  <a:lnTo>
                    <a:pt x="768" y="397"/>
                  </a:lnTo>
                  <a:lnTo>
                    <a:pt x="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0"/>
            <p:cNvSpPr/>
            <p:nvPr/>
          </p:nvSpPr>
          <p:spPr>
            <a:xfrm rot="-3560944">
              <a:off x="13383563" y="-3745228"/>
              <a:ext cx="456837" cy="264704"/>
            </a:xfrm>
            <a:custGeom>
              <a:rect b="b" l="l" r="r" t="t"/>
              <a:pathLst>
                <a:path extrusionOk="0" h="445" w="768">
                  <a:moveTo>
                    <a:pt x="89" y="1"/>
                  </a:moveTo>
                  <a:lnTo>
                    <a:pt x="46" y="23"/>
                  </a:lnTo>
                  <a:lnTo>
                    <a:pt x="1" y="52"/>
                  </a:lnTo>
                  <a:lnTo>
                    <a:pt x="682" y="445"/>
                  </a:lnTo>
                  <a:lnTo>
                    <a:pt x="723" y="420"/>
                  </a:lnTo>
                  <a:lnTo>
                    <a:pt x="768" y="398"/>
                  </a:lnTo>
                  <a:lnTo>
                    <a:pt x="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0"/>
            <p:cNvSpPr/>
            <p:nvPr/>
          </p:nvSpPr>
          <p:spPr>
            <a:xfrm rot="-3560944">
              <a:off x="13367670" y="-3703551"/>
              <a:ext cx="422931" cy="238531"/>
            </a:xfrm>
            <a:custGeom>
              <a:rect b="b" l="l" r="r" t="t"/>
              <a:pathLst>
                <a:path extrusionOk="0" h="401" w="711">
                  <a:moveTo>
                    <a:pt x="706" y="396"/>
                  </a:moveTo>
                  <a:lnTo>
                    <a:pt x="711" y="399"/>
                  </a:lnTo>
                  <a:cubicBezTo>
                    <a:pt x="709" y="398"/>
                    <a:pt x="708" y="397"/>
                    <a:pt x="706" y="396"/>
                  </a:cubicBezTo>
                  <a:close/>
                  <a:moveTo>
                    <a:pt x="20" y="1"/>
                  </a:moveTo>
                  <a:cubicBezTo>
                    <a:pt x="14" y="1"/>
                    <a:pt x="7" y="2"/>
                    <a:pt x="1" y="6"/>
                  </a:cubicBezTo>
                  <a:lnTo>
                    <a:pt x="682" y="401"/>
                  </a:lnTo>
                  <a:cubicBezTo>
                    <a:pt x="688" y="396"/>
                    <a:pt x="693" y="394"/>
                    <a:pt x="698" y="394"/>
                  </a:cubicBezTo>
                  <a:cubicBezTo>
                    <a:pt x="701" y="394"/>
                    <a:pt x="704" y="395"/>
                    <a:pt x="706" y="396"/>
                  </a:cubicBezTo>
                  <a:lnTo>
                    <a:pt x="706" y="396"/>
                  </a:lnTo>
                  <a:lnTo>
                    <a:pt x="29" y="2"/>
                  </a:lnTo>
                  <a:cubicBezTo>
                    <a:pt x="26" y="1"/>
                    <a:pt x="23" y="1"/>
                    <a:pt x="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0"/>
            <p:cNvSpPr/>
            <p:nvPr/>
          </p:nvSpPr>
          <p:spPr>
            <a:xfrm rot="-3560944">
              <a:off x="13373031" y="-3694141"/>
              <a:ext cx="406275" cy="235557"/>
            </a:xfrm>
            <a:custGeom>
              <a:rect b="b" l="l" r="r" t="t"/>
              <a:pathLst>
                <a:path extrusionOk="0" h="396" w="683">
                  <a:moveTo>
                    <a:pt x="1" y="1"/>
                  </a:moveTo>
                  <a:cubicBezTo>
                    <a:pt x="1" y="1"/>
                    <a:pt x="1" y="1"/>
                    <a:pt x="1" y="1"/>
                  </a:cubicBezTo>
                  <a:lnTo>
                    <a:pt x="682" y="396"/>
                  </a:lnTo>
                  <a:cubicBezTo>
                    <a:pt x="682" y="396"/>
                    <a:pt x="8"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0"/>
            <p:cNvSpPr/>
            <p:nvPr/>
          </p:nvSpPr>
          <p:spPr>
            <a:xfrm rot="-3560944">
              <a:off x="13372740" y="-3694653"/>
              <a:ext cx="407465" cy="235557"/>
            </a:xfrm>
            <a:custGeom>
              <a:rect b="b" l="l" r="r" t="t"/>
              <a:pathLst>
                <a:path extrusionOk="0" h="396" w="685">
                  <a:moveTo>
                    <a:pt x="1" y="1"/>
                  </a:moveTo>
                  <a:cubicBezTo>
                    <a:pt x="1" y="1"/>
                    <a:pt x="1" y="1"/>
                    <a:pt x="1" y="1"/>
                  </a:cubicBezTo>
                  <a:lnTo>
                    <a:pt x="682" y="396"/>
                  </a:lnTo>
                  <a:cubicBezTo>
                    <a:pt x="684" y="396"/>
                    <a:pt x="8"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0"/>
            <p:cNvSpPr/>
            <p:nvPr/>
          </p:nvSpPr>
          <p:spPr>
            <a:xfrm rot="-3560944">
              <a:off x="13373221" y="-3696795"/>
              <a:ext cx="406275" cy="235557"/>
            </a:xfrm>
            <a:custGeom>
              <a:rect b="b" l="l" r="r" t="t"/>
              <a:pathLst>
                <a:path extrusionOk="0" h="396" w="683">
                  <a:moveTo>
                    <a:pt x="1" y="1"/>
                  </a:moveTo>
                  <a:cubicBezTo>
                    <a:pt x="1" y="1"/>
                    <a:pt x="1" y="1"/>
                    <a:pt x="1" y="1"/>
                  </a:cubicBezTo>
                  <a:lnTo>
                    <a:pt x="680" y="396"/>
                  </a:lnTo>
                  <a:cubicBezTo>
                    <a:pt x="682" y="396"/>
                    <a:pt x="6"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0"/>
            <p:cNvSpPr/>
            <p:nvPr/>
          </p:nvSpPr>
          <p:spPr>
            <a:xfrm rot="-3560944">
              <a:off x="13373607" y="-3698204"/>
              <a:ext cx="405086" cy="236746"/>
            </a:xfrm>
            <a:custGeom>
              <a:rect b="b" l="l" r="r" t="t"/>
              <a:pathLst>
                <a:path extrusionOk="0" h="398" w="681">
                  <a:moveTo>
                    <a:pt x="680" y="398"/>
                  </a:moveTo>
                  <a:lnTo>
                    <a:pt x="1" y="1"/>
                  </a:lnTo>
                  <a:lnTo>
                    <a:pt x="680" y="3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0"/>
            <p:cNvSpPr/>
            <p:nvPr/>
          </p:nvSpPr>
          <p:spPr>
            <a:xfrm rot="-3560944">
              <a:off x="13373024" y="-3699228"/>
              <a:ext cx="407465" cy="236746"/>
            </a:xfrm>
            <a:custGeom>
              <a:rect b="b" l="l" r="r" t="t"/>
              <a:pathLst>
                <a:path extrusionOk="0" h="398" w="685">
                  <a:moveTo>
                    <a:pt x="1" y="1"/>
                  </a:moveTo>
                  <a:lnTo>
                    <a:pt x="680" y="398"/>
                  </a:lnTo>
                  <a:cubicBezTo>
                    <a:pt x="684" y="394"/>
                    <a:pt x="3"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0"/>
            <p:cNvSpPr/>
            <p:nvPr/>
          </p:nvSpPr>
          <p:spPr>
            <a:xfrm rot="-3560944">
              <a:off x="13374371" y="-3699996"/>
              <a:ext cx="405681" cy="236746"/>
            </a:xfrm>
            <a:custGeom>
              <a:rect b="b" l="l" r="r" t="t"/>
              <a:pathLst>
                <a:path extrusionOk="0" h="398" w="682">
                  <a:moveTo>
                    <a:pt x="0" y="1"/>
                  </a:moveTo>
                  <a:lnTo>
                    <a:pt x="681" y="398"/>
                  </a:lnTo>
                  <a:cubicBezTo>
                    <a:pt x="681" y="394"/>
                    <a:pt x="1" y="2"/>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0"/>
            <p:cNvSpPr/>
            <p:nvPr/>
          </p:nvSpPr>
          <p:spPr>
            <a:xfrm rot="-3560944">
              <a:off x="13373954" y="-3700436"/>
              <a:ext cx="405681" cy="234367"/>
            </a:xfrm>
            <a:custGeom>
              <a:rect b="b" l="l" r="r" t="t"/>
              <a:pathLst>
                <a:path extrusionOk="0" h="394" w="682">
                  <a:moveTo>
                    <a:pt x="681" y="394"/>
                  </a:moveTo>
                  <a:lnTo>
                    <a:pt x="0" y="1"/>
                  </a:lnTo>
                  <a:lnTo>
                    <a:pt x="681" y="39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0"/>
            <p:cNvSpPr/>
            <p:nvPr/>
          </p:nvSpPr>
          <p:spPr>
            <a:xfrm rot="-3560944">
              <a:off x="13373663" y="-3700948"/>
              <a:ext cx="406870" cy="234367"/>
            </a:xfrm>
            <a:custGeom>
              <a:rect b="b" l="l" r="r" t="t"/>
              <a:pathLst>
                <a:path extrusionOk="0" h="394" w="684">
                  <a:moveTo>
                    <a:pt x="0" y="1"/>
                  </a:moveTo>
                  <a:lnTo>
                    <a:pt x="681" y="394"/>
                  </a:lnTo>
                  <a:cubicBezTo>
                    <a:pt x="683" y="394"/>
                    <a:pt x="4"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0"/>
            <p:cNvSpPr/>
            <p:nvPr/>
          </p:nvSpPr>
          <p:spPr>
            <a:xfrm rot="-3560944">
              <a:off x="13374947" y="-3702869"/>
              <a:ext cx="404491" cy="235557"/>
            </a:xfrm>
            <a:custGeom>
              <a:rect b="b" l="l" r="r" t="t"/>
              <a:pathLst>
                <a:path extrusionOk="0" h="396" w="680">
                  <a:moveTo>
                    <a:pt x="679" y="396"/>
                  </a:moveTo>
                  <a:lnTo>
                    <a:pt x="0" y="1"/>
                  </a:lnTo>
                  <a:lnTo>
                    <a:pt x="679" y="3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0"/>
            <p:cNvSpPr/>
            <p:nvPr/>
          </p:nvSpPr>
          <p:spPr>
            <a:xfrm rot="-3560944">
              <a:off x="13374656" y="-3703381"/>
              <a:ext cx="405681" cy="235557"/>
            </a:xfrm>
            <a:custGeom>
              <a:rect b="b" l="l" r="r" t="t"/>
              <a:pathLst>
                <a:path extrusionOk="0" h="396" w="682">
                  <a:moveTo>
                    <a:pt x="0" y="1"/>
                  </a:moveTo>
                  <a:lnTo>
                    <a:pt x="679" y="396"/>
                  </a:lnTo>
                  <a:cubicBezTo>
                    <a:pt x="681" y="396"/>
                    <a:pt x="2"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0"/>
            <p:cNvSpPr/>
            <p:nvPr/>
          </p:nvSpPr>
          <p:spPr>
            <a:xfrm rot="-3560944">
              <a:off x="13373727" y="-3705909"/>
              <a:ext cx="405681" cy="236746"/>
            </a:xfrm>
            <a:custGeom>
              <a:rect b="b" l="l" r="r" t="t"/>
              <a:pathLst>
                <a:path extrusionOk="0" h="398" w="682">
                  <a:moveTo>
                    <a:pt x="0" y="1"/>
                  </a:moveTo>
                  <a:cubicBezTo>
                    <a:pt x="1" y="3"/>
                    <a:pt x="206" y="122"/>
                    <a:pt x="391" y="229"/>
                  </a:cubicBezTo>
                  <a:lnTo>
                    <a:pt x="391" y="229"/>
                  </a:lnTo>
                  <a:lnTo>
                    <a:pt x="0" y="1"/>
                  </a:lnTo>
                  <a:close/>
                  <a:moveTo>
                    <a:pt x="391" y="229"/>
                  </a:moveTo>
                  <a:lnTo>
                    <a:pt x="679" y="398"/>
                  </a:lnTo>
                  <a:cubicBezTo>
                    <a:pt x="681" y="398"/>
                    <a:pt x="543" y="317"/>
                    <a:pt x="391" y="2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0"/>
            <p:cNvSpPr/>
            <p:nvPr/>
          </p:nvSpPr>
          <p:spPr>
            <a:xfrm rot="-3560944">
              <a:off x="13374333" y="-3706932"/>
              <a:ext cx="405681" cy="236746"/>
            </a:xfrm>
            <a:custGeom>
              <a:rect b="b" l="l" r="r" t="t"/>
              <a:pathLst>
                <a:path extrusionOk="0" h="398" w="682">
                  <a:moveTo>
                    <a:pt x="0" y="1"/>
                  </a:moveTo>
                  <a:cubicBezTo>
                    <a:pt x="0" y="5"/>
                    <a:pt x="682" y="398"/>
                    <a:pt x="682" y="398"/>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0"/>
            <p:cNvSpPr/>
            <p:nvPr/>
          </p:nvSpPr>
          <p:spPr>
            <a:xfrm rot="-3560944">
              <a:off x="13374940" y="-3707956"/>
              <a:ext cx="405681" cy="236746"/>
            </a:xfrm>
            <a:custGeom>
              <a:rect b="b" l="l" r="r" t="t"/>
              <a:pathLst>
                <a:path extrusionOk="0" h="398" w="682">
                  <a:moveTo>
                    <a:pt x="0" y="1"/>
                  </a:moveTo>
                  <a:cubicBezTo>
                    <a:pt x="0" y="5"/>
                    <a:pt x="682" y="398"/>
                    <a:pt x="682" y="398"/>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0"/>
            <p:cNvSpPr/>
            <p:nvPr/>
          </p:nvSpPr>
          <p:spPr>
            <a:xfrm rot="-3560944">
              <a:off x="13374648" y="-3708468"/>
              <a:ext cx="406870" cy="236746"/>
            </a:xfrm>
            <a:custGeom>
              <a:rect b="b" l="l" r="r" t="t"/>
              <a:pathLst>
                <a:path extrusionOk="0" h="398" w="684">
                  <a:moveTo>
                    <a:pt x="0" y="1"/>
                  </a:moveTo>
                  <a:lnTo>
                    <a:pt x="682" y="398"/>
                  </a:lnTo>
                  <a:lnTo>
                    <a:pt x="684" y="398"/>
                  </a:lnTo>
                  <a:cubicBezTo>
                    <a:pt x="684" y="398"/>
                    <a:pt x="4"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0"/>
            <p:cNvSpPr/>
            <p:nvPr/>
          </p:nvSpPr>
          <p:spPr>
            <a:xfrm rot="-3560944">
              <a:off x="13379223" y="-3708183"/>
              <a:ext cx="405681" cy="236746"/>
            </a:xfrm>
            <a:custGeom>
              <a:rect b="b" l="l" r="r" t="t"/>
              <a:pathLst>
                <a:path extrusionOk="0" h="398" w="682">
                  <a:moveTo>
                    <a:pt x="0" y="1"/>
                  </a:moveTo>
                  <a:cubicBezTo>
                    <a:pt x="2" y="3"/>
                    <a:pt x="682" y="398"/>
                    <a:pt x="682" y="398"/>
                  </a:cubicBezTo>
                  <a:lnTo>
                    <a:pt x="680" y="394"/>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0"/>
            <p:cNvSpPr/>
            <p:nvPr/>
          </p:nvSpPr>
          <p:spPr>
            <a:xfrm rot="-3560944">
              <a:off x="13379538" y="-3709718"/>
              <a:ext cx="406870" cy="236746"/>
            </a:xfrm>
            <a:custGeom>
              <a:rect b="b" l="l" r="r" t="t"/>
              <a:pathLst>
                <a:path extrusionOk="0" h="398" w="684">
                  <a:moveTo>
                    <a:pt x="0" y="1"/>
                  </a:moveTo>
                  <a:lnTo>
                    <a:pt x="0" y="1"/>
                  </a:lnTo>
                  <a:cubicBezTo>
                    <a:pt x="2" y="3"/>
                    <a:pt x="684" y="398"/>
                    <a:pt x="684" y="398"/>
                  </a:cubicBezTo>
                  <a:lnTo>
                    <a:pt x="680" y="394"/>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0"/>
            <p:cNvSpPr/>
            <p:nvPr/>
          </p:nvSpPr>
          <p:spPr>
            <a:xfrm rot="-3560944">
              <a:off x="13402314" y="-3624657"/>
              <a:ext cx="406275" cy="247453"/>
            </a:xfrm>
            <a:custGeom>
              <a:rect b="b" l="l" r="r" t="t"/>
              <a:pathLst>
                <a:path extrusionOk="0" h="416" w="683">
                  <a:moveTo>
                    <a:pt x="1" y="0"/>
                  </a:moveTo>
                  <a:lnTo>
                    <a:pt x="1" y="21"/>
                  </a:lnTo>
                  <a:lnTo>
                    <a:pt x="682" y="415"/>
                  </a:lnTo>
                  <a:lnTo>
                    <a:pt x="682" y="393"/>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0"/>
            <p:cNvSpPr/>
            <p:nvPr/>
          </p:nvSpPr>
          <p:spPr>
            <a:xfrm rot="-3560944">
              <a:off x="13360257" y="-3686862"/>
              <a:ext cx="457432" cy="295635"/>
            </a:xfrm>
            <a:custGeom>
              <a:rect b="b" l="l" r="r" t="t"/>
              <a:pathLst>
                <a:path extrusionOk="0" h="497" w="769">
                  <a:moveTo>
                    <a:pt x="87" y="1"/>
                  </a:moveTo>
                  <a:lnTo>
                    <a:pt x="42" y="28"/>
                  </a:lnTo>
                  <a:cubicBezTo>
                    <a:pt x="19" y="50"/>
                    <a:pt x="15" y="50"/>
                    <a:pt x="15" y="52"/>
                  </a:cubicBezTo>
                  <a:cubicBezTo>
                    <a:pt x="13" y="56"/>
                    <a:pt x="13" y="56"/>
                    <a:pt x="13" y="58"/>
                  </a:cubicBezTo>
                  <a:cubicBezTo>
                    <a:pt x="1" y="99"/>
                    <a:pt x="680" y="496"/>
                    <a:pt x="680" y="496"/>
                  </a:cubicBezTo>
                  <a:cubicBezTo>
                    <a:pt x="680" y="488"/>
                    <a:pt x="684" y="482"/>
                    <a:pt x="684" y="476"/>
                  </a:cubicBezTo>
                  <a:cubicBezTo>
                    <a:pt x="688" y="465"/>
                    <a:pt x="690" y="457"/>
                    <a:pt x="694" y="451"/>
                  </a:cubicBezTo>
                  <a:cubicBezTo>
                    <a:pt x="699" y="445"/>
                    <a:pt x="701" y="439"/>
                    <a:pt x="707" y="435"/>
                  </a:cubicBezTo>
                  <a:cubicBezTo>
                    <a:pt x="711" y="429"/>
                    <a:pt x="717" y="424"/>
                    <a:pt x="721" y="420"/>
                  </a:cubicBezTo>
                  <a:lnTo>
                    <a:pt x="768" y="396"/>
                  </a:lnTo>
                  <a:lnTo>
                    <a:pt x="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0"/>
            <p:cNvSpPr/>
            <p:nvPr/>
          </p:nvSpPr>
          <p:spPr>
            <a:xfrm rot="-3560944">
              <a:off x="13382312" y="-3601363"/>
              <a:ext cx="456837" cy="265893"/>
            </a:xfrm>
            <a:custGeom>
              <a:rect b="b" l="l" r="r" t="t"/>
              <a:pathLst>
                <a:path extrusionOk="0" h="447" w="768">
                  <a:moveTo>
                    <a:pt x="86" y="1"/>
                  </a:moveTo>
                  <a:lnTo>
                    <a:pt x="43" y="25"/>
                  </a:lnTo>
                  <a:lnTo>
                    <a:pt x="0" y="52"/>
                  </a:lnTo>
                  <a:lnTo>
                    <a:pt x="679" y="447"/>
                  </a:lnTo>
                  <a:lnTo>
                    <a:pt x="720" y="422"/>
                  </a:lnTo>
                  <a:lnTo>
                    <a:pt x="767" y="395"/>
                  </a:lnTo>
                  <a:lnTo>
                    <a:pt x="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0"/>
            <p:cNvSpPr/>
            <p:nvPr/>
          </p:nvSpPr>
          <p:spPr>
            <a:xfrm rot="-3560944">
              <a:off x="13367750" y="-3556453"/>
              <a:ext cx="422336" cy="237936"/>
            </a:xfrm>
            <a:custGeom>
              <a:rect b="b" l="l" r="r" t="t"/>
              <a:pathLst>
                <a:path extrusionOk="0" h="400" w="710">
                  <a:moveTo>
                    <a:pt x="704" y="392"/>
                  </a:moveTo>
                  <a:lnTo>
                    <a:pt x="710" y="395"/>
                  </a:lnTo>
                  <a:cubicBezTo>
                    <a:pt x="708" y="393"/>
                    <a:pt x="706" y="392"/>
                    <a:pt x="704" y="392"/>
                  </a:cubicBezTo>
                  <a:close/>
                  <a:moveTo>
                    <a:pt x="29" y="1"/>
                  </a:moveTo>
                  <a:cubicBezTo>
                    <a:pt x="0" y="3"/>
                    <a:pt x="681" y="400"/>
                    <a:pt x="681" y="400"/>
                  </a:cubicBezTo>
                  <a:cubicBezTo>
                    <a:pt x="687" y="395"/>
                    <a:pt x="692" y="391"/>
                    <a:pt x="698" y="391"/>
                  </a:cubicBezTo>
                  <a:cubicBezTo>
                    <a:pt x="700" y="391"/>
                    <a:pt x="702" y="391"/>
                    <a:pt x="704" y="392"/>
                  </a:cubicBezTo>
                  <a:lnTo>
                    <a:pt x="704" y="392"/>
                  </a:lnTo>
                  <a:lnTo>
                    <a:pt x="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0"/>
            <p:cNvSpPr/>
            <p:nvPr/>
          </p:nvSpPr>
          <p:spPr>
            <a:xfrm rot="-3560944">
              <a:off x="13399835" y="-3480860"/>
              <a:ext cx="405681" cy="250427"/>
            </a:xfrm>
            <a:custGeom>
              <a:rect b="b" l="l" r="r" t="t"/>
              <a:pathLst>
                <a:path extrusionOk="0" h="421" w="682">
                  <a:moveTo>
                    <a:pt x="0" y="1"/>
                  </a:moveTo>
                  <a:lnTo>
                    <a:pt x="0" y="25"/>
                  </a:lnTo>
                  <a:lnTo>
                    <a:pt x="681" y="420"/>
                  </a:lnTo>
                  <a:lnTo>
                    <a:pt x="681" y="398"/>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0"/>
            <p:cNvSpPr/>
            <p:nvPr/>
          </p:nvSpPr>
          <p:spPr>
            <a:xfrm rot="-3560944">
              <a:off x="13357266" y="-3540989"/>
              <a:ext cx="456837" cy="293851"/>
            </a:xfrm>
            <a:custGeom>
              <a:rect b="b" l="l" r="r" t="t"/>
              <a:pathLst>
                <a:path extrusionOk="0" h="494" w="768">
                  <a:moveTo>
                    <a:pt x="88" y="1"/>
                  </a:moveTo>
                  <a:lnTo>
                    <a:pt x="41" y="27"/>
                  </a:lnTo>
                  <a:cubicBezTo>
                    <a:pt x="19" y="50"/>
                    <a:pt x="16" y="50"/>
                    <a:pt x="16" y="52"/>
                  </a:cubicBezTo>
                  <a:cubicBezTo>
                    <a:pt x="12" y="54"/>
                    <a:pt x="12" y="54"/>
                    <a:pt x="12" y="58"/>
                  </a:cubicBezTo>
                  <a:cubicBezTo>
                    <a:pt x="0" y="99"/>
                    <a:pt x="681" y="494"/>
                    <a:pt x="681" y="494"/>
                  </a:cubicBezTo>
                  <a:cubicBezTo>
                    <a:pt x="681" y="488"/>
                    <a:pt x="683" y="481"/>
                    <a:pt x="683" y="473"/>
                  </a:cubicBezTo>
                  <a:cubicBezTo>
                    <a:pt x="688" y="463"/>
                    <a:pt x="692" y="459"/>
                    <a:pt x="694" y="451"/>
                  </a:cubicBezTo>
                  <a:cubicBezTo>
                    <a:pt x="698" y="443"/>
                    <a:pt x="702" y="438"/>
                    <a:pt x="706" y="432"/>
                  </a:cubicBezTo>
                  <a:cubicBezTo>
                    <a:pt x="712" y="428"/>
                    <a:pt x="716" y="422"/>
                    <a:pt x="722" y="420"/>
                  </a:cubicBezTo>
                  <a:lnTo>
                    <a:pt x="767" y="395"/>
                  </a:lnTo>
                  <a:lnTo>
                    <a:pt x="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0"/>
            <p:cNvSpPr/>
            <p:nvPr/>
          </p:nvSpPr>
          <p:spPr>
            <a:xfrm rot="-3560944">
              <a:off x="13380152" y="-3454773"/>
              <a:ext cx="456837" cy="264704"/>
            </a:xfrm>
            <a:custGeom>
              <a:rect b="b" l="l" r="r" t="t"/>
              <a:pathLst>
                <a:path extrusionOk="0" h="445" w="768">
                  <a:moveTo>
                    <a:pt x="86" y="0"/>
                  </a:moveTo>
                  <a:lnTo>
                    <a:pt x="43" y="25"/>
                  </a:lnTo>
                  <a:lnTo>
                    <a:pt x="0" y="51"/>
                  </a:lnTo>
                  <a:lnTo>
                    <a:pt x="679" y="444"/>
                  </a:lnTo>
                  <a:lnTo>
                    <a:pt x="724" y="422"/>
                  </a:lnTo>
                  <a:lnTo>
                    <a:pt x="767" y="395"/>
                  </a:lnTo>
                  <a:lnTo>
                    <a:pt x="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0"/>
            <p:cNvSpPr/>
            <p:nvPr/>
          </p:nvSpPr>
          <p:spPr>
            <a:xfrm rot="-3560944">
              <a:off x="13364806" y="-3412135"/>
              <a:ext cx="421741" cy="237936"/>
            </a:xfrm>
            <a:custGeom>
              <a:rect b="b" l="l" r="r" t="t"/>
              <a:pathLst>
                <a:path extrusionOk="0" h="400" w="709">
                  <a:moveTo>
                    <a:pt x="23" y="0"/>
                  </a:moveTo>
                  <a:cubicBezTo>
                    <a:pt x="0" y="4"/>
                    <a:pt x="680" y="399"/>
                    <a:pt x="680" y="399"/>
                  </a:cubicBezTo>
                  <a:cubicBezTo>
                    <a:pt x="686" y="395"/>
                    <a:pt x="690" y="395"/>
                    <a:pt x="696" y="395"/>
                  </a:cubicBezTo>
                  <a:cubicBezTo>
                    <a:pt x="698" y="395"/>
                    <a:pt x="700" y="395"/>
                    <a:pt x="702" y="395"/>
                  </a:cubicBezTo>
                  <a:lnTo>
                    <a:pt x="702" y="395"/>
                  </a:lnTo>
                  <a:lnTo>
                    <a:pt x="29" y="2"/>
                  </a:lnTo>
                  <a:cubicBezTo>
                    <a:pt x="25" y="0"/>
                    <a:pt x="23" y="0"/>
                    <a:pt x="23" y="0"/>
                  </a:cubicBezTo>
                  <a:close/>
                  <a:moveTo>
                    <a:pt x="702" y="395"/>
                  </a:moveTo>
                  <a:lnTo>
                    <a:pt x="708" y="399"/>
                  </a:lnTo>
                  <a:cubicBezTo>
                    <a:pt x="707" y="397"/>
                    <a:pt x="704" y="396"/>
                    <a:pt x="702" y="3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0"/>
            <p:cNvSpPr/>
            <p:nvPr/>
          </p:nvSpPr>
          <p:spPr>
            <a:xfrm rot="-3560944">
              <a:off x="13399727" y="-3335439"/>
              <a:ext cx="403301" cy="249833"/>
            </a:xfrm>
            <a:custGeom>
              <a:rect b="b" l="l" r="r" t="t"/>
              <a:pathLst>
                <a:path extrusionOk="0" h="420" w="678">
                  <a:moveTo>
                    <a:pt x="0" y="0"/>
                  </a:moveTo>
                  <a:lnTo>
                    <a:pt x="0" y="25"/>
                  </a:lnTo>
                  <a:lnTo>
                    <a:pt x="678" y="420"/>
                  </a:lnTo>
                  <a:lnTo>
                    <a:pt x="678" y="395"/>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0"/>
            <p:cNvSpPr/>
            <p:nvPr/>
          </p:nvSpPr>
          <p:spPr>
            <a:xfrm rot="-3560944">
              <a:off x="13355909" y="-3394179"/>
              <a:ext cx="455647" cy="293851"/>
            </a:xfrm>
            <a:custGeom>
              <a:rect b="b" l="l" r="r" t="t"/>
              <a:pathLst>
                <a:path extrusionOk="0" h="494" w="766">
                  <a:moveTo>
                    <a:pt x="88" y="0"/>
                  </a:moveTo>
                  <a:lnTo>
                    <a:pt x="41" y="27"/>
                  </a:lnTo>
                  <a:cubicBezTo>
                    <a:pt x="19" y="49"/>
                    <a:pt x="17" y="49"/>
                    <a:pt x="17" y="52"/>
                  </a:cubicBezTo>
                  <a:cubicBezTo>
                    <a:pt x="13" y="54"/>
                    <a:pt x="13" y="54"/>
                    <a:pt x="13" y="58"/>
                  </a:cubicBezTo>
                  <a:cubicBezTo>
                    <a:pt x="0" y="99"/>
                    <a:pt x="682" y="493"/>
                    <a:pt x="682" y="493"/>
                  </a:cubicBezTo>
                  <a:cubicBezTo>
                    <a:pt x="682" y="487"/>
                    <a:pt x="684" y="481"/>
                    <a:pt x="684" y="473"/>
                  </a:cubicBezTo>
                  <a:cubicBezTo>
                    <a:pt x="686" y="467"/>
                    <a:pt x="690" y="461"/>
                    <a:pt x="692" y="453"/>
                  </a:cubicBezTo>
                  <a:cubicBezTo>
                    <a:pt x="700" y="440"/>
                    <a:pt x="710" y="430"/>
                    <a:pt x="721" y="422"/>
                  </a:cubicBezTo>
                  <a:lnTo>
                    <a:pt x="766" y="397"/>
                  </a:lnTo>
                  <a:lnTo>
                    <a:pt x="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0"/>
            <p:cNvSpPr/>
            <p:nvPr/>
          </p:nvSpPr>
          <p:spPr>
            <a:xfrm rot="-3560944">
              <a:off x="13378247" y="-3308329"/>
              <a:ext cx="456837" cy="264109"/>
            </a:xfrm>
            <a:custGeom>
              <a:rect b="b" l="l" r="r" t="t"/>
              <a:pathLst>
                <a:path extrusionOk="0" h="444" w="768">
                  <a:moveTo>
                    <a:pt x="90" y="0"/>
                  </a:moveTo>
                  <a:lnTo>
                    <a:pt x="43" y="25"/>
                  </a:lnTo>
                  <a:lnTo>
                    <a:pt x="0" y="51"/>
                  </a:lnTo>
                  <a:lnTo>
                    <a:pt x="682" y="444"/>
                  </a:lnTo>
                  <a:lnTo>
                    <a:pt x="725" y="422"/>
                  </a:lnTo>
                  <a:lnTo>
                    <a:pt x="768" y="395"/>
                  </a:lnTo>
                  <a:lnTo>
                    <a:pt x="9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0"/>
            <p:cNvSpPr/>
            <p:nvPr/>
          </p:nvSpPr>
          <p:spPr>
            <a:xfrm rot="-3560944">
              <a:off x="13360914" y="-3268888"/>
              <a:ext cx="422931" cy="237936"/>
            </a:xfrm>
            <a:custGeom>
              <a:rect b="b" l="l" r="r" t="t"/>
              <a:pathLst>
                <a:path extrusionOk="0" h="400" w="711">
                  <a:moveTo>
                    <a:pt x="25" y="1"/>
                  </a:moveTo>
                  <a:lnTo>
                    <a:pt x="25" y="1"/>
                  </a:lnTo>
                  <a:cubicBezTo>
                    <a:pt x="1" y="7"/>
                    <a:pt x="682" y="400"/>
                    <a:pt x="682" y="400"/>
                  </a:cubicBezTo>
                  <a:cubicBezTo>
                    <a:pt x="686" y="398"/>
                    <a:pt x="692" y="396"/>
                    <a:pt x="696" y="396"/>
                  </a:cubicBezTo>
                  <a:cubicBezTo>
                    <a:pt x="700" y="398"/>
                    <a:pt x="704" y="400"/>
                    <a:pt x="711" y="400"/>
                  </a:cubicBezTo>
                  <a:lnTo>
                    <a:pt x="29" y="5"/>
                  </a:lnTo>
                  <a:cubicBezTo>
                    <a:pt x="27" y="1"/>
                    <a:pt x="25" y="1"/>
                    <a:pt x="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0"/>
            <p:cNvSpPr/>
            <p:nvPr/>
          </p:nvSpPr>
          <p:spPr>
            <a:xfrm rot="-3560944">
              <a:off x="13397495" y="-3190164"/>
              <a:ext cx="405681" cy="249833"/>
            </a:xfrm>
            <a:custGeom>
              <a:rect b="b" l="l" r="r" t="t"/>
              <a:pathLst>
                <a:path extrusionOk="0" h="420" w="682">
                  <a:moveTo>
                    <a:pt x="1" y="0"/>
                  </a:moveTo>
                  <a:lnTo>
                    <a:pt x="1" y="25"/>
                  </a:lnTo>
                  <a:lnTo>
                    <a:pt x="682" y="420"/>
                  </a:lnTo>
                  <a:lnTo>
                    <a:pt x="682" y="395"/>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0"/>
            <p:cNvSpPr/>
            <p:nvPr/>
          </p:nvSpPr>
          <p:spPr>
            <a:xfrm rot="-3560944">
              <a:off x="13355056" y="-3251557"/>
              <a:ext cx="455647" cy="293851"/>
            </a:xfrm>
            <a:custGeom>
              <a:rect b="b" l="l" r="r" t="t"/>
              <a:pathLst>
                <a:path extrusionOk="0" h="494" w="766">
                  <a:moveTo>
                    <a:pt x="85" y="0"/>
                  </a:moveTo>
                  <a:lnTo>
                    <a:pt x="42" y="25"/>
                  </a:lnTo>
                  <a:cubicBezTo>
                    <a:pt x="19" y="49"/>
                    <a:pt x="17" y="49"/>
                    <a:pt x="17" y="51"/>
                  </a:cubicBezTo>
                  <a:cubicBezTo>
                    <a:pt x="13" y="53"/>
                    <a:pt x="13" y="53"/>
                    <a:pt x="13" y="55"/>
                  </a:cubicBezTo>
                  <a:cubicBezTo>
                    <a:pt x="1" y="96"/>
                    <a:pt x="682" y="493"/>
                    <a:pt x="682" y="493"/>
                  </a:cubicBezTo>
                  <a:cubicBezTo>
                    <a:pt x="682" y="485"/>
                    <a:pt x="684" y="481"/>
                    <a:pt x="684" y="473"/>
                  </a:cubicBezTo>
                  <a:cubicBezTo>
                    <a:pt x="686" y="465"/>
                    <a:pt x="688" y="458"/>
                    <a:pt x="692" y="452"/>
                  </a:cubicBezTo>
                  <a:cubicBezTo>
                    <a:pt x="696" y="444"/>
                    <a:pt x="698" y="440"/>
                    <a:pt x="705" y="434"/>
                  </a:cubicBezTo>
                  <a:cubicBezTo>
                    <a:pt x="709" y="430"/>
                    <a:pt x="715" y="424"/>
                    <a:pt x="719" y="422"/>
                  </a:cubicBezTo>
                  <a:lnTo>
                    <a:pt x="766" y="397"/>
                  </a:lnTo>
                  <a:lnTo>
                    <a:pt x="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0"/>
            <p:cNvSpPr/>
            <p:nvPr/>
          </p:nvSpPr>
          <p:spPr>
            <a:xfrm rot="-3560944">
              <a:off x="13377555" y="-3164527"/>
              <a:ext cx="456837" cy="264704"/>
            </a:xfrm>
            <a:custGeom>
              <a:rect b="b" l="l" r="r" t="t"/>
              <a:pathLst>
                <a:path extrusionOk="0" h="445" w="768">
                  <a:moveTo>
                    <a:pt x="87" y="1"/>
                  </a:moveTo>
                  <a:lnTo>
                    <a:pt x="44" y="25"/>
                  </a:lnTo>
                  <a:lnTo>
                    <a:pt x="1" y="52"/>
                  </a:lnTo>
                  <a:lnTo>
                    <a:pt x="678" y="445"/>
                  </a:lnTo>
                  <a:lnTo>
                    <a:pt x="721" y="420"/>
                  </a:lnTo>
                  <a:lnTo>
                    <a:pt x="768" y="396"/>
                  </a:lnTo>
                  <a:lnTo>
                    <a:pt x="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0"/>
            <p:cNvSpPr/>
            <p:nvPr/>
          </p:nvSpPr>
          <p:spPr>
            <a:xfrm rot="-3560944">
              <a:off x="13360163" y="-3123102"/>
              <a:ext cx="421741" cy="237936"/>
            </a:xfrm>
            <a:custGeom>
              <a:rect b="b" l="l" r="r" t="t"/>
              <a:pathLst>
                <a:path extrusionOk="0" h="400" w="709">
                  <a:moveTo>
                    <a:pt x="23" y="1"/>
                  </a:moveTo>
                  <a:lnTo>
                    <a:pt x="23" y="1"/>
                  </a:lnTo>
                  <a:cubicBezTo>
                    <a:pt x="1" y="7"/>
                    <a:pt x="680" y="400"/>
                    <a:pt x="680" y="400"/>
                  </a:cubicBezTo>
                  <a:cubicBezTo>
                    <a:pt x="686" y="400"/>
                    <a:pt x="690" y="398"/>
                    <a:pt x="696" y="398"/>
                  </a:cubicBezTo>
                  <a:cubicBezTo>
                    <a:pt x="700" y="398"/>
                    <a:pt x="704" y="398"/>
                    <a:pt x="707" y="399"/>
                  </a:cubicBezTo>
                  <a:lnTo>
                    <a:pt x="707" y="399"/>
                  </a:lnTo>
                  <a:lnTo>
                    <a:pt x="27" y="5"/>
                  </a:lnTo>
                  <a:cubicBezTo>
                    <a:pt x="25" y="1"/>
                    <a:pt x="23" y="1"/>
                    <a:pt x="23" y="1"/>
                  </a:cubicBezTo>
                  <a:close/>
                  <a:moveTo>
                    <a:pt x="707" y="399"/>
                  </a:moveTo>
                  <a:lnTo>
                    <a:pt x="709" y="400"/>
                  </a:lnTo>
                  <a:cubicBezTo>
                    <a:pt x="708" y="399"/>
                    <a:pt x="708" y="399"/>
                    <a:pt x="707" y="39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0"/>
            <p:cNvSpPr/>
            <p:nvPr/>
          </p:nvSpPr>
          <p:spPr>
            <a:xfrm rot="-3560944">
              <a:off x="13395188" y="-3043830"/>
              <a:ext cx="406275" cy="248643"/>
            </a:xfrm>
            <a:custGeom>
              <a:rect b="b" l="l" r="r" t="t"/>
              <a:pathLst>
                <a:path extrusionOk="0" h="418" w="683">
                  <a:moveTo>
                    <a:pt x="1" y="0"/>
                  </a:moveTo>
                  <a:lnTo>
                    <a:pt x="1" y="25"/>
                  </a:lnTo>
                  <a:lnTo>
                    <a:pt x="682" y="417"/>
                  </a:lnTo>
                  <a:lnTo>
                    <a:pt x="682" y="395"/>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0"/>
            <p:cNvSpPr/>
            <p:nvPr/>
          </p:nvSpPr>
          <p:spPr>
            <a:xfrm rot="-3560944">
              <a:off x="13351852" y="-3105306"/>
              <a:ext cx="457432" cy="293851"/>
            </a:xfrm>
            <a:custGeom>
              <a:rect b="b" l="l" r="r" t="t"/>
              <a:pathLst>
                <a:path extrusionOk="0" h="494" w="769">
                  <a:moveTo>
                    <a:pt x="89" y="1"/>
                  </a:moveTo>
                  <a:lnTo>
                    <a:pt x="42" y="25"/>
                  </a:lnTo>
                  <a:cubicBezTo>
                    <a:pt x="19" y="50"/>
                    <a:pt x="17" y="50"/>
                    <a:pt x="17" y="52"/>
                  </a:cubicBezTo>
                  <a:cubicBezTo>
                    <a:pt x="13" y="54"/>
                    <a:pt x="13" y="54"/>
                    <a:pt x="13" y="56"/>
                  </a:cubicBezTo>
                  <a:cubicBezTo>
                    <a:pt x="1" y="97"/>
                    <a:pt x="682" y="494"/>
                    <a:pt x="682" y="494"/>
                  </a:cubicBezTo>
                  <a:cubicBezTo>
                    <a:pt x="682" y="486"/>
                    <a:pt x="684" y="482"/>
                    <a:pt x="684" y="473"/>
                  </a:cubicBezTo>
                  <a:cubicBezTo>
                    <a:pt x="688" y="465"/>
                    <a:pt x="692" y="459"/>
                    <a:pt x="694" y="453"/>
                  </a:cubicBezTo>
                  <a:cubicBezTo>
                    <a:pt x="699" y="445"/>
                    <a:pt x="703" y="441"/>
                    <a:pt x="707" y="435"/>
                  </a:cubicBezTo>
                  <a:cubicBezTo>
                    <a:pt x="713" y="430"/>
                    <a:pt x="717" y="424"/>
                    <a:pt x="723" y="422"/>
                  </a:cubicBezTo>
                  <a:lnTo>
                    <a:pt x="768" y="398"/>
                  </a:lnTo>
                  <a:lnTo>
                    <a:pt x="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0"/>
            <p:cNvSpPr/>
            <p:nvPr/>
          </p:nvSpPr>
          <p:spPr>
            <a:xfrm rot="-3560944">
              <a:off x="13376210" y="-3018740"/>
              <a:ext cx="456837" cy="264704"/>
            </a:xfrm>
            <a:custGeom>
              <a:rect b="b" l="l" r="r" t="t"/>
              <a:pathLst>
                <a:path extrusionOk="0" h="445" w="768">
                  <a:moveTo>
                    <a:pt x="86" y="1"/>
                  </a:moveTo>
                  <a:lnTo>
                    <a:pt x="43" y="25"/>
                  </a:lnTo>
                  <a:lnTo>
                    <a:pt x="0" y="52"/>
                  </a:lnTo>
                  <a:lnTo>
                    <a:pt x="679" y="445"/>
                  </a:lnTo>
                  <a:lnTo>
                    <a:pt x="720" y="420"/>
                  </a:lnTo>
                  <a:lnTo>
                    <a:pt x="767" y="393"/>
                  </a:lnTo>
                  <a:lnTo>
                    <a:pt x="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0"/>
            <p:cNvSpPr/>
            <p:nvPr/>
          </p:nvSpPr>
          <p:spPr>
            <a:xfrm rot="-3560944">
              <a:off x="13358963" y="-2977059"/>
              <a:ext cx="421146" cy="237936"/>
            </a:xfrm>
            <a:custGeom>
              <a:rect b="b" l="l" r="r" t="t"/>
              <a:pathLst>
                <a:path extrusionOk="0" h="400" w="708">
                  <a:moveTo>
                    <a:pt x="23" y="0"/>
                  </a:moveTo>
                  <a:lnTo>
                    <a:pt x="23" y="0"/>
                  </a:lnTo>
                  <a:cubicBezTo>
                    <a:pt x="0" y="7"/>
                    <a:pt x="679" y="399"/>
                    <a:pt x="679" y="399"/>
                  </a:cubicBezTo>
                  <a:cubicBezTo>
                    <a:pt x="685" y="399"/>
                    <a:pt x="690" y="397"/>
                    <a:pt x="696" y="397"/>
                  </a:cubicBezTo>
                  <a:cubicBezTo>
                    <a:pt x="699" y="397"/>
                    <a:pt x="703" y="397"/>
                    <a:pt x="706" y="398"/>
                  </a:cubicBezTo>
                  <a:lnTo>
                    <a:pt x="706" y="398"/>
                  </a:lnTo>
                  <a:lnTo>
                    <a:pt x="29" y="5"/>
                  </a:lnTo>
                  <a:cubicBezTo>
                    <a:pt x="25" y="0"/>
                    <a:pt x="23" y="0"/>
                    <a:pt x="23" y="0"/>
                  </a:cubicBezTo>
                  <a:close/>
                  <a:moveTo>
                    <a:pt x="706" y="398"/>
                  </a:moveTo>
                  <a:lnTo>
                    <a:pt x="708" y="399"/>
                  </a:lnTo>
                  <a:cubicBezTo>
                    <a:pt x="708" y="399"/>
                    <a:pt x="707" y="399"/>
                    <a:pt x="706" y="3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0"/>
            <p:cNvSpPr/>
            <p:nvPr/>
          </p:nvSpPr>
          <p:spPr>
            <a:xfrm rot="-3560944">
              <a:off x="13394631" y="-2898749"/>
              <a:ext cx="404491" cy="249238"/>
            </a:xfrm>
            <a:custGeom>
              <a:rect b="b" l="l" r="r" t="t"/>
              <a:pathLst>
                <a:path extrusionOk="0" h="419" w="680">
                  <a:moveTo>
                    <a:pt x="0" y="1"/>
                  </a:moveTo>
                  <a:lnTo>
                    <a:pt x="0" y="21"/>
                  </a:lnTo>
                  <a:lnTo>
                    <a:pt x="679" y="418"/>
                  </a:lnTo>
                  <a:lnTo>
                    <a:pt x="679" y="396"/>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0"/>
            <p:cNvSpPr/>
            <p:nvPr/>
          </p:nvSpPr>
          <p:spPr>
            <a:xfrm rot="-3560944">
              <a:off x="13350652" y="-2959264"/>
              <a:ext cx="456837" cy="293851"/>
            </a:xfrm>
            <a:custGeom>
              <a:rect b="b" l="l" r="r" t="t"/>
              <a:pathLst>
                <a:path extrusionOk="0" h="494" w="768">
                  <a:moveTo>
                    <a:pt x="88" y="1"/>
                  </a:moveTo>
                  <a:lnTo>
                    <a:pt x="41" y="25"/>
                  </a:lnTo>
                  <a:cubicBezTo>
                    <a:pt x="19" y="50"/>
                    <a:pt x="16" y="50"/>
                    <a:pt x="16" y="52"/>
                  </a:cubicBezTo>
                  <a:cubicBezTo>
                    <a:pt x="14" y="54"/>
                    <a:pt x="14" y="54"/>
                    <a:pt x="14" y="56"/>
                  </a:cubicBezTo>
                  <a:cubicBezTo>
                    <a:pt x="0" y="97"/>
                    <a:pt x="681" y="494"/>
                    <a:pt x="681" y="494"/>
                  </a:cubicBezTo>
                  <a:cubicBezTo>
                    <a:pt x="681" y="485"/>
                    <a:pt x="683" y="481"/>
                    <a:pt x="683" y="473"/>
                  </a:cubicBezTo>
                  <a:cubicBezTo>
                    <a:pt x="690" y="465"/>
                    <a:pt x="692" y="459"/>
                    <a:pt x="694" y="453"/>
                  </a:cubicBezTo>
                  <a:cubicBezTo>
                    <a:pt x="700" y="445"/>
                    <a:pt x="702" y="440"/>
                    <a:pt x="706" y="434"/>
                  </a:cubicBezTo>
                  <a:cubicBezTo>
                    <a:pt x="712" y="430"/>
                    <a:pt x="716" y="424"/>
                    <a:pt x="722" y="422"/>
                  </a:cubicBezTo>
                  <a:lnTo>
                    <a:pt x="767" y="398"/>
                  </a:lnTo>
                  <a:lnTo>
                    <a:pt x="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0"/>
            <p:cNvSpPr/>
            <p:nvPr/>
          </p:nvSpPr>
          <p:spPr>
            <a:xfrm rot="-3560944">
              <a:off x="13373538" y="-2874238"/>
              <a:ext cx="456837" cy="267083"/>
            </a:xfrm>
            <a:custGeom>
              <a:rect b="b" l="l" r="r" t="t"/>
              <a:pathLst>
                <a:path extrusionOk="0" h="449" w="768">
                  <a:moveTo>
                    <a:pt x="88" y="0"/>
                  </a:moveTo>
                  <a:lnTo>
                    <a:pt x="43" y="29"/>
                  </a:lnTo>
                  <a:lnTo>
                    <a:pt x="0" y="51"/>
                  </a:lnTo>
                  <a:lnTo>
                    <a:pt x="682" y="448"/>
                  </a:lnTo>
                  <a:lnTo>
                    <a:pt x="724" y="424"/>
                  </a:lnTo>
                  <a:lnTo>
                    <a:pt x="767" y="397"/>
                  </a:lnTo>
                  <a:lnTo>
                    <a:pt x="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0"/>
            <p:cNvSpPr/>
            <p:nvPr/>
          </p:nvSpPr>
          <p:spPr>
            <a:xfrm rot="-3560944">
              <a:off x="13359216" y="-2829804"/>
              <a:ext cx="421741" cy="237936"/>
            </a:xfrm>
            <a:custGeom>
              <a:rect b="b" l="l" r="r" t="t"/>
              <a:pathLst>
                <a:path extrusionOk="0" h="400" w="709">
                  <a:moveTo>
                    <a:pt x="23" y="0"/>
                  </a:moveTo>
                  <a:lnTo>
                    <a:pt x="23" y="0"/>
                  </a:lnTo>
                  <a:cubicBezTo>
                    <a:pt x="0" y="4"/>
                    <a:pt x="682" y="399"/>
                    <a:pt x="682" y="399"/>
                  </a:cubicBezTo>
                  <a:cubicBezTo>
                    <a:pt x="686" y="395"/>
                    <a:pt x="692" y="393"/>
                    <a:pt x="696" y="393"/>
                  </a:cubicBezTo>
                  <a:cubicBezTo>
                    <a:pt x="702" y="393"/>
                    <a:pt x="706" y="395"/>
                    <a:pt x="708" y="395"/>
                  </a:cubicBezTo>
                  <a:lnTo>
                    <a:pt x="29" y="2"/>
                  </a:lnTo>
                  <a:cubicBezTo>
                    <a:pt x="25" y="0"/>
                    <a:pt x="23" y="0"/>
                    <a:pt x="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0"/>
            <p:cNvSpPr/>
            <p:nvPr/>
          </p:nvSpPr>
          <p:spPr>
            <a:xfrm rot="-3560944">
              <a:off x="13392215" y="-2753203"/>
              <a:ext cx="404491" cy="249833"/>
            </a:xfrm>
            <a:custGeom>
              <a:rect b="b" l="l" r="r" t="t"/>
              <a:pathLst>
                <a:path extrusionOk="0" h="420" w="680">
                  <a:moveTo>
                    <a:pt x="0" y="0"/>
                  </a:moveTo>
                  <a:lnTo>
                    <a:pt x="0" y="23"/>
                  </a:lnTo>
                  <a:lnTo>
                    <a:pt x="680" y="420"/>
                  </a:lnTo>
                  <a:lnTo>
                    <a:pt x="680" y="397"/>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0"/>
            <p:cNvSpPr/>
            <p:nvPr/>
          </p:nvSpPr>
          <p:spPr>
            <a:xfrm rot="-3560944">
              <a:off x="13349098" y="-2813698"/>
              <a:ext cx="456837" cy="292661"/>
            </a:xfrm>
            <a:custGeom>
              <a:rect b="b" l="l" r="r" t="t"/>
              <a:pathLst>
                <a:path extrusionOk="0" h="492" w="768">
                  <a:moveTo>
                    <a:pt x="86" y="0"/>
                  </a:moveTo>
                  <a:lnTo>
                    <a:pt x="41" y="25"/>
                  </a:lnTo>
                  <a:cubicBezTo>
                    <a:pt x="17" y="49"/>
                    <a:pt x="17" y="49"/>
                    <a:pt x="15" y="49"/>
                  </a:cubicBezTo>
                  <a:cubicBezTo>
                    <a:pt x="13" y="52"/>
                    <a:pt x="13" y="52"/>
                    <a:pt x="13" y="54"/>
                  </a:cubicBezTo>
                  <a:cubicBezTo>
                    <a:pt x="0" y="94"/>
                    <a:pt x="680" y="491"/>
                    <a:pt x="680" y="491"/>
                  </a:cubicBezTo>
                  <a:cubicBezTo>
                    <a:pt x="680" y="483"/>
                    <a:pt x="682" y="479"/>
                    <a:pt x="682" y="471"/>
                  </a:cubicBezTo>
                  <a:cubicBezTo>
                    <a:pt x="688" y="463"/>
                    <a:pt x="690" y="459"/>
                    <a:pt x="692" y="450"/>
                  </a:cubicBezTo>
                  <a:cubicBezTo>
                    <a:pt x="698" y="442"/>
                    <a:pt x="700" y="438"/>
                    <a:pt x="706" y="432"/>
                  </a:cubicBezTo>
                  <a:cubicBezTo>
                    <a:pt x="710" y="428"/>
                    <a:pt x="716" y="422"/>
                    <a:pt x="721" y="420"/>
                  </a:cubicBezTo>
                  <a:lnTo>
                    <a:pt x="768" y="393"/>
                  </a:lnTo>
                  <a:lnTo>
                    <a:pt x="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0"/>
            <p:cNvSpPr/>
            <p:nvPr/>
          </p:nvSpPr>
          <p:spPr>
            <a:xfrm rot="-3560944">
              <a:off x="13371633" y="-2728389"/>
              <a:ext cx="456837" cy="267678"/>
            </a:xfrm>
            <a:custGeom>
              <a:rect b="b" l="l" r="r" t="t"/>
              <a:pathLst>
                <a:path extrusionOk="0" h="450" w="768">
                  <a:moveTo>
                    <a:pt x="88" y="1"/>
                  </a:moveTo>
                  <a:lnTo>
                    <a:pt x="45" y="28"/>
                  </a:lnTo>
                  <a:lnTo>
                    <a:pt x="0" y="52"/>
                  </a:lnTo>
                  <a:lnTo>
                    <a:pt x="682" y="449"/>
                  </a:lnTo>
                  <a:lnTo>
                    <a:pt x="725" y="424"/>
                  </a:lnTo>
                  <a:lnTo>
                    <a:pt x="768" y="398"/>
                  </a:lnTo>
                  <a:lnTo>
                    <a:pt x="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0"/>
            <p:cNvSpPr/>
            <p:nvPr/>
          </p:nvSpPr>
          <p:spPr>
            <a:xfrm rot="-3560944">
              <a:off x="13357501" y="-2687798"/>
              <a:ext cx="421741" cy="240910"/>
            </a:xfrm>
            <a:custGeom>
              <a:rect b="b" l="l" r="r" t="t"/>
              <a:pathLst>
                <a:path extrusionOk="0" h="405" w="709">
                  <a:moveTo>
                    <a:pt x="16" y="1"/>
                  </a:moveTo>
                  <a:cubicBezTo>
                    <a:pt x="12" y="1"/>
                    <a:pt x="6" y="3"/>
                    <a:pt x="1" y="7"/>
                  </a:cubicBezTo>
                  <a:lnTo>
                    <a:pt x="680" y="404"/>
                  </a:lnTo>
                  <a:cubicBezTo>
                    <a:pt x="686" y="399"/>
                    <a:pt x="692" y="397"/>
                    <a:pt x="697" y="397"/>
                  </a:cubicBezTo>
                  <a:cubicBezTo>
                    <a:pt x="701" y="397"/>
                    <a:pt x="705" y="398"/>
                    <a:pt x="709" y="400"/>
                  </a:cubicBezTo>
                  <a:lnTo>
                    <a:pt x="27" y="5"/>
                  </a:lnTo>
                  <a:cubicBezTo>
                    <a:pt x="24" y="2"/>
                    <a:pt x="21" y="1"/>
                    <a:pt x="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0"/>
            <p:cNvSpPr/>
            <p:nvPr/>
          </p:nvSpPr>
          <p:spPr>
            <a:xfrm rot="-3560944">
              <a:off x="13362015" y="-2675699"/>
              <a:ext cx="405681" cy="236746"/>
            </a:xfrm>
            <a:custGeom>
              <a:rect b="b" l="l" r="r" t="t"/>
              <a:pathLst>
                <a:path extrusionOk="0" h="398" w="682">
                  <a:moveTo>
                    <a:pt x="1" y="0"/>
                  </a:moveTo>
                  <a:lnTo>
                    <a:pt x="682" y="397"/>
                  </a:lnTo>
                  <a:cubicBezTo>
                    <a:pt x="682" y="393"/>
                    <a:pt x="5"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0"/>
            <p:cNvSpPr/>
            <p:nvPr/>
          </p:nvSpPr>
          <p:spPr>
            <a:xfrm rot="-3560944">
              <a:off x="13359932" y="-2676380"/>
              <a:ext cx="406870" cy="234962"/>
            </a:xfrm>
            <a:custGeom>
              <a:rect b="b" l="l" r="r" t="t"/>
              <a:pathLst>
                <a:path extrusionOk="0" h="395" w="684">
                  <a:moveTo>
                    <a:pt x="1" y="0"/>
                  </a:moveTo>
                  <a:lnTo>
                    <a:pt x="682" y="395"/>
                  </a:lnTo>
                  <a:cubicBezTo>
                    <a:pt x="684" y="395"/>
                    <a:pt x="5"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0"/>
            <p:cNvSpPr/>
            <p:nvPr/>
          </p:nvSpPr>
          <p:spPr>
            <a:xfrm rot="-3560944">
              <a:off x="13361437" y="-2677915"/>
              <a:ext cx="405681" cy="234962"/>
            </a:xfrm>
            <a:custGeom>
              <a:rect b="b" l="l" r="r" t="t"/>
              <a:pathLst>
                <a:path extrusionOk="0" h="395" w="682">
                  <a:moveTo>
                    <a:pt x="1" y="0"/>
                  </a:moveTo>
                  <a:lnTo>
                    <a:pt x="680" y="395"/>
                  </a:lnTo>
                  <a:cubicBezTo>
                    <a:pt x="682" y="395"/>
                    <a:pt x="3"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0"/>
            <p:cNvSpPr/>
            <p:nvPr/>
          </p:nvSpPr>
          <p:spPr>
            <a:xfrm rot="-3560944">
              <a:off x="13362847" y="-2677529"/>
              <a:ext cx="404491" cy="233772"/>
            </a:xfrm>
            <a:custGeom>
              <a:rect b="b" l="l" r="r" t="t"/>
              <a:pathLst>
                <a:path extrusionOk="0" h="393" w="680">
                  <a:moveTo>
                    <a:pt x="1" y="0"/>
                  </a:moveTo>
                  <a:cubicBezTo>
                    <a:pt x="1" y="0"/>
                    <a:pt x="1" y="0"/>
                    <a:pt x="1" y="0"/>
                  </a:cubicBezTo>
                  <a:lnTo>
                    <a:pt x="680" y="393"/>
                  </a:lnTo>
                  <a:cubicBezTo>
                    <a:pt x="680" y="393"/>
                    <a:pt x="6"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0"/>
            <p:cNvSpPr/>
            <p:nvPr/>
          </p:nvSpPr>
          <p:spPr>
            <a:xfrm rot="-3560944">
              <a:off x="13359961" y="-2681404"/>
              <a:ext cx="406870" cy="236746"/>
            </a:xfrm>
            <a:custGeom>
              <a:rect b="b" l="l" r="r" t="t"/>
              <a:pathLst>
                <a:path extrusionOk="0" h="398" w="684">
                  <a:moveTo>
                    <a:pt x="1" y="1"/>
                  </a:moveTo>
                  <a:lnTo>
                    <a:pt x="680" y="398"/>
                  </a:lnTo>
                  <a:cubicBezTo>
                    <a:pt x="684" y="398"/>
                    <a:pt x="3"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0"/>
            <p:cNvSpPr/>
            <p:nvPr/>
          </p:nvSpPr>
          <p:spPr>
            <a:xfrm rot="-3560944">
              <a:off x="13360422" y="-2682683"/>
              <a:ext cx="407465" cy="236746"/>
            </a:xfrm>
            <a:custGeom>
              <a:rect b="b" l="l" r="r" t="t"/>
              <a:pathLst>
                <a:path extrusionOk="0" h="398" w="685">
                  <a:moveTo>
                    <a:pt x="1" y="1"/>
                  </a:moveTo>
                  <a:lnTo>
                    <a:pt x="682" y="398"/>
                  </a:lnTo>
                  <a:cubicBezTo>
                    <a:pt x="684" y="398"/>
                    <a:pt x="3"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0"/>
            <p:cNvSpPr/>
            <p:nvPr/>
          </p:nvSpPr>
          <p:spPr>
            <a:xfrm rot="-3560944">
              <a:off x="13361320" y="-2683195"/>
              <a:ext cx="406275" cy="236746"/>
            </a:xfrm>
            <a:custGeom>
              <a:rect b="b" l="l" r="r" t="t"/>
              <a:pathLst>
                <a:path extrusionOk="0" h="398" w="683">
                  <a:moveTo>
                    <a:pt x="1" y="1"/>
                  </a:moveTo>
                  <a:lnTo>
                    <a:pt x="682" y="398"/>
                  </a:lnTo>
                  <a:cubicBezTo>
                    <a:pt x="682" y="398"/>
                    <a:pt x="5"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0"/>
            <p:cNvSpPr/>
            <p:nvPr/>
          </p:nvSpPr>
          <p:spPr>
            <a:xfrm rot="-3560944">
              <a:off x="13361028" y="-2683707"/>
              <a:ext cx="407465" cy="236746"/>
            </a:xfrm>
            <a:custGeom>
              <a:rect b="b" l="l" r="r" t="t"/>
              <a:pathLst>
                <a:path extrusionOk="0" h="398" w="685">
                  <a:moveTo>
                    <a:pt x="1" y="1"/>
                  </a:moveTo>
                  <a:lnTo>
                    <a:pt x="682" y="398"/>
                  </a:lnTo>
                  <a:cubicBezTo>
                    <a:pt x="684" y="396"/>
                    <a:pt x="5"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0"/>
            <p:cNvSpPr/>
            <p:nvPr/>
          </p:nvSpPr>
          <p:spPr>
            <a:xfrm rot="-3560944">
              <a:off x="13364104" y="-2682485"/>
              <a:ext cx="405086" cy="233772"/>
            </a:xfrm>
            <a:custGeom>
              <a:rect b="b" l="l" r="r" t="t"/>
              <a:pathLst>
                <a:path extrusionOk="0" h="393" w="681">
                  <a:moveTo>
                    <a:pt x="1" y="0"/>
                  </a:moveTo>
                  <a:cubicBezTo>
                    <a:pt x="1" y="0"/>
                    <a:pt x="1" y="0"/>
                    <a:pt x="1" y="0"/>
                  </a:cubicBezTo>
                  <a:lnTo>
                    <a:pt x="680" y="393"/>
                  </a:lnTo>
                  <a:cubicBezTo>
                    <a:pt x="680" y="393"/>
                    <a:pt x="10"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0"/>
            <p:cNvSpPr/>
            <p:nvPr/>
          </p:nvSpPr>
          <p:spPr>
            <a:xfrm rot="-3560944">
              <a:off x="13362533" y="-2685242"/>
              <a:ext cx="406275" cy="236746"/>
            </a:xfrm>
            <a:custGeom>
              <a:rect b="b" l="l" r="r" t="t"/>
              <a:pathLst>
                <a:path extrusionOk="0" h="398" w="683">
                  <a:moveTo>
                    <a:pt x="1" y="1"/>
                  </a:moveTo>
                  <a:lnTo>
                    <a:pt x="680" y="398"/>
                  </a:lnTo>
                  <a:cubicBezTo>
                    <a:pt x="682" y="396"/>
                    <a:pt x="3"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0"/>
            <p:cNvSpPr/>
            <p:nvPr/>
          </p:nvSpPr>
          <p:spPr>
            <a:xfrm rot="-3560944">
              <a:off x="13362848" y="-2686777"/>
              <a:ext cx="407465" cy="236746"/>
            </a:xfrm>
            <a:custGeom>
              <a:rect b="b" l="l" r="r" t="t"/>
              <a:pathLst>
                <a:path extrusionOk="0" h="398" w="685">
                  <a:moveTo>
                    <a:pt x="1" y="1"/>
                  </a:moveTo>
                  <a:lnTo>
                    <a:pt x="680" y="398"/>
                  </a:lnTo>
                  <a:cubicBezTo>
                    <a:pt x="684" y="398"/>
                    <a:pt x="3"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0"/>
            <p:cNvSpPr/>
            <p:nvPr/>
          </p:nvSpPr>
          <p:spPr>
            <a:xfrm rot="-3560944">
              <a:off x="13363746" y="-2687289"/>
              <a:ext cx="406275" cy="236746"/>
            </a:xfrm>
            <a:custGeom>
              <a:rect b="b" l="l" r="r" t="t"/>
              <a:pathLst>
                <a:path extrusionOk="0" h="398" w="683">
                  <a:moveTo>
                    <a:pt x="1" y="1"/>
                  </a:moveTo>
                  <a:lnTo>
                    <a:pt x="682" y="398"/>
                  </a:lnTo>
                  <a:cubicBezTo>
                    <a:pt x="682" y="398"/>
                    <a:pt x="3"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0"/>
            <p:cNvSpPr/>
            <p:nvPr/>
          </p:nvSpPr>
          <p:spPr>
            <a:xfrm rot="-3560944">
              <a:off x="13363454" y="-2687801"/>
              <a:ext cx="407465" cy="236746"/>
            </a:xfrm>
            <a:custGeom>
              <a:rect b="b" l="l" r="r" t="t"/>
              <a:pathLst>
                <a:path extrusionOk="0" h="398" w="685">
                  <a:moveTo>
                    <a:pt x="1" y="1"/>
                  </a:moveTo>
                  <a:lnTo>
                    <a:pt x="682" y="398"/>
                  </a:lnTo>
                  <a:cubicBezTo>
                    <a:pt x="684" y="398"/>
                    <a:pt x="3"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0"/>
            <p:cNvSpPr/>
            <p:nvPr/>
          </p:nvSpPr>
          <p:spPr>
            <a:xfrm rot="-3560944">
              <a:off x="13364061" y="-2688824"/>
              <a:ext cx="407465" cy="236746"/>
            </a:xfrm>
            <a:custGeom>
              <a:rect b="b" l="l" r="r" t="t"/>
              <a:pathLst>
                <a:path extrusionOk="0" h="398" w="685">
                  <a:moveTo>
                    <a:pt x="1" y="1"/>
                  </a:moveTo>
                  <a:lnTo>
                    <a:pt x="682" y="398"/>
                  </a:lnTo>
                  <a:lnTo>
                    <a:pt x="684" y="398"/>
                  </a:lnTo>
                  <a:cubicBezTo>
                    <a:pt x="684" y="398"/>
                    <a:pt x="5"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0"/>
            <p:cNvSpPr/>
            <p:nvPr/>
          </p:nvSpPr>
          <p:spPr>
            <a:xfrm rot="-3560944">
              <a:off x="13366014" y="-2690615"/>
              <a:ext cx="405681" cy="236746"/>
            </a:xfrm>
            <a:custGeom>
              <a:rect b="b" l="l" r="r" t="t"/>
              <a:pathLst>
                <a:path extrusionOk="0" h="398" w="682">
                  <a:moveTo>
                    <a:pt x="0" y="1"/>
                  </a:moveTo>
                  <a:cubicBezTo>
                    <a:pt x="1" y="3"/>
                    <a:pt x="257" y="152"/>
                    <a:pt x="455" y="267"/>
                  </a:cubicBezTo>
                  <a:lnTo>
                    <a:pt x="455" y="267"/>
                  </a:lnTo>
                  <a:lnTo>
                    <a:pt x="0" y="1"/>
                  </a:lnTo>
                  <a:close/>
                  <a:moveTo>
                    <a:pt x="455" y="267"/>
                  </a:moveTo>
                  <a:lnTo>
                    <a:pt x="679" y="398"/>
                  </a:lnTo>
                  <a:lnTo>
                    <a:pt x="681" y="398"/>
                  </a:lnTo>
                  <a:cubicBezTo>
                    <a:pt x="681" y="398"/>
                    <a:pt x="580" y="339"/>
                    <a:pt x="455" y="2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0"/>
            <p:cNvSpPr/>
            <p:nvPr/>
          </p:nvSpPr>
          <p:spPr>
            <a:xfrm rot="-3560944">
              <a:off x="13368192" y="-2688882"/>
              <a:ext cx="404491" cy="233772"/>
            </a:xfrm>
            <a:custGeom>
              <a:rect b="b" l="l" r="r" t="t"/>
              <a:pathLst>
                <a:path extrusionOk="0" h="393" w="680">
                  <a:moveTo>
                    <a:pt x="0" y="0"/>
                  </a:moveTo>
                  <a:lnTo>
                    <a:pt x="679" y="393"/>
                  </a:lnTo>
                  <a:cubicBezTo>
                    <a:pt x="679" y="393"/>
                    <a:pt x="679" y="393"/>
                    <a:pt x="679" y="393"/>
                  </a:cubicBezTo>
                  <a:cubicBezTo>
                    <a:pt x="680" y="393"/>
                    <a:pt x="4"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0"/>
            <p:cNvSpPr/>
            <p:nvPr/>
          </p:nvSpPr>
          <p:spPr>
            <a:xfrm rot="-3560944">
              <a:off x="13390274" y="-2607416"/>
              <a:ext cx="405681" cy="249833"/>
            </a:xfrm>
            <a:custGeom>
              <a:rect b="b" l="l" r="r" t="t"/>
              <a:pathLst>
                <a:path extrusionOk="0" h="420" w="682">
                  <a:moveTo>
                    <a:pt x="1" y="0"/>
                  </a:moveTo>
                  <a:lnTo>
                    <a:pt x="1" y="23"/>
                  </a:lnTo>
                  <a:lnTo>
                    <a:pt x="682" y="420"/>
                  </a:lnTo>
                  <a:lnTo>
                    <a:pt x="682" y="395"/>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0"/>
            <p:cNvSpPr/>
            <p:nvPr/>
          </p:nvSpPr>
          <p:spPr>
            <a:xfrm rot="-3560944">
              <a:off x="13347544" y="-2669321"/>
              <a:ext cx="456837" cy="293851"/>
            </a:xfrm>
            <a:custGeom>
              <a:rect b="b" l="l" r="r" t="t"/>
              <a:pathLst>
                <a:path extrusionOk="0" h="494" w="768">
                  <a:moveTo>
                    <a:pt x="89" y="0"/>
                  </a:moveTo>
                  <a:lnTo>
                    <a:pt x="42" y="25"/>
                  </a:lnTo>
                  <a:cubicBezTo>
                    <a:pt x="19" y="47"/>
                    <a:pt x="17" y="47"/>
                    <a:pt x="17" y="51"/>
                  </a:cubicBezTo>
                  <a:cubicBezTo>
                    <a:pt x="13" y="53"/>
                    <a:pt x="13" y="53"/>
                    <a:pt x="13" y="55"/>
                  </a:cubicBezTo>
                  <a:cubicBezTo>
                    <a:pt x="1" y="96"/>
                    <a:pt x="682" y="493"/>
                    <a:pt x="682" y="493"/>
                  </a:cubicBezTo>
                  <a:cubicBezTo>
                    <a:pt x="682" y="485"/>
                    <a:pt x="684" y="481"/>
                    <a:pt x="684" y="473"/>
                  </a:cubicBezTo>
                  <a:cubicBezTo>
                    <a:pt x="686" y="464"/>
                    <a:pt x="688" y="460"/>
                    <a:pt x="694" y="452"/>
                  </a:cubicBezTo>
                  <a:cubicBezTo>
                    <a:pt x="698" y="444"/>
                    <a:pt x="702" y="440"/>
                    <a:pt x="706" y="434"/>
                  </a:cubicBezTo>
                  <a:cubicBezTo>
                    <a:pt x="713" y="430"/>
                    <a:pt x="717" y="424"/>
                    <a:pt x="723" y="422"/>
                  </a:cubicBezTo>
                  <a:lnTo>
                    <a:pt x="768" y="395"/>
                  </a:lnTo>
                  <a:lnTo>
                    <a:pt x="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0"/>
            <p:cNvSpPr/>
            <p:nvPr/>
          </p:nvSpPr>
          <p:spPr>
            <a:xfrm rot="-3560944">
              <a:off x="13369823" y="-2582677"/>
              <a:ext cx="456837" cy="265893"/>
            </a:xfrm>
            <a:custGeom>
              <a:rect b="b" l="l" r="r" t="t"/>
              <a:pathLst>
                <a:path extrusionOk="0" h="447" w="768">
                  <a:moveTo>
                    <a:pt x="87" y="1"/>
                  </a:moveTo>
                  <a:lnTo>
                    <a:pt x="46" y="27"/>
                  </a:lnTo>
                  <a:lnTo>
                    <a:pt x="1" y="52"/>
                  </a:lnTo>
                  <a:lnTo>
                    <a:pt x="680" y="447"/>
                  </a:lnTo>
                  <a:lnTo>
                    <a:pt x="723" y="424"/>
                  </a:lnTo>
                  <a:lnTo>
                    <a:pt x="768" y="398"/>
                  </a:lnTo>
                  <a:lnTo>
                    <a:pt x="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0"/>
            <p:cNvSpPr/>
            <p:nvPr/>
          </p:nvSpPr>
          <p:spPr>
            <a:xfrm rot="-3560944">
              <a:off x="13355596" y="-2541354"/>
              <a:ext cx="421741" cy="240315"/>
            </a:xfrm>
            <a:custGeom>
              <a:rect b="b" l="l" r="r" t="t"/>
              <a:pathLst>
                <a:path extrusionOk="0" h="404" w="709">
                  <a:moveTo>
                    <a:pt x="17" y="0"/>
                  </a:moveTo>
                  <a:cubicBezTo>
                    <a:pt x="12" y="0"/>
                    <a:pt x="6" y="2"/>
                    <a:pt x="1" y="7"/>
                  </a:cubicBezTo>
                  <a:lnTo>
                    <a:pt x="680" y="404"/>
                  </a:lnTo>
                  <a:cubicBezTo>
                    <a:pt x="686" y="399"/>
                    <a:pt x="692" y="397"/>
                    <a:pt x="698" y="397"/>
                  </a:cubicBezTo>
                  <a:cubicBezTo>
                    <a:pt x="702" y="397"/>
                    <a:pt x="705" y="398"/>
                    <a:pt x="709" y="400"/>
                  </a:cubicBezTo>
                  <a:lnTo>
                    <a:pt x="29" y="5"/>
                  </a:lnTo>
                  <a:cubicBezTo>
                    <a:pt x="26" y="2"/>
                    <a:pt x="21" y="0"/>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0"/>
            <p:cNvSpPr/>
            <p:nvPr/>
          </p:nvSpPr>
          <p:spPr>
            <a:xfrm rot="-3560944">
              <a:off x="13358780" y="-2531299"/>
              <a:ext cx="406275" cy="235557"/>
            </a:xfrm>
            <a:custGeom>
              <a:rect b="b" l="l" r="r" t="t"/>
              <a:pathLst>
                <a:path extrusionOk="0" h="396" w="683">
                  <a:moveTo>
                    <a:pt x="1" y="1"/>
                  </a:moveTo>
                  <a:lnTo>
                    <a:pt x="680" y="396"/>
                  </a:lnTo>
                  <a:cubicBezTo>
                    <a:pt x="682" y="396"/>
                    <a:pt x="3"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0"/>
            <p:cNvSpPr/>
            <p:nvPr/>
          </p:nvSpPr>
          <p:spPr>
            <a:xfrm rot="-3560944">
              <a:off x="13359678" y="-2531810"/>
              <a:ext cx="405086" cy="235557"/>
            </a:xfrm>
            <a:custGeom>
              <a:rect b="b" l="l" r="r" t="t"/>
              <a:pathLst>
                <a:path extrusionOk="0" h="396" w="681">
                  <a:moveTo>
                    <a:pt x="1" y="1"/>
                  </a:moveTo>
                  <a:lnTo>
                    <a:pt x="680" y="396"/>
                  </a:lnTo>
                  <a:cubicBezTo>
                    <a:pt x="680" y="396"/>
                    <a:pt x="3"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0"/>
            <p:cNvSpPr/>
            <p:nvPr/>
          </p:nvSpPr>
          <p:spPr>
            <a:xfrm rot="-3560944">
              <a:off x="13359607" y="-2531936"/>
              <a:ext cx="407465" cy="234367"/>
            </a:xfrm>
            <a:custGeom>
              <a:rect b="b" l="l" r="r" t="t"/>
              <a:pathLst>
                <a:path extrusionOk="0" h="394" w="685">
                  <a:moveTo>
                    <a:pt x="1" y="1"/>
                  </a:moveTo>
                  <a:cubicBezTo>
                    <a:pt x="1" y="1"/>
                    <a:pt x="1" y="1"/>
                    <a:pt x="1" y="1"/>
                  </a:cubicBezTo>
                  <a:lnTo>
                    <a:pt x="680" y="394"/>
                  </a:lnTo>
                  <a:cubicBezTo>
                    <a:pt x="684" y="394"/>
                    <a:pt x="6"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0"/>
            <p:cNvSpPr/>
            <p:nvPr/>
          </p:nvSpPr>
          <p:spPr>
            <a:xfrm rot="-3560944">
              <a:off x="13359702" y="-2533857"/>
              <a:ext cx="407465" cy="235557"/>
            </a:xfrm>
            <a:custGeom>
              <a:rect b="b" l="l" r="r" t="t"/>
              <a:pathLst>
                <a:path extrusionOk="0" h="396" w="685">
                  <a:moveTo>
                    <a:pt x="1" y="1"/>
                  </a:moveTo>
                  <a:cubicBezTo>
                    <a:pt x="1" y="1"/>
                    <a:pt x="1" y="1"/>
                    <a:pt x="1" y="1"/>
                  </a:cubicBezTo>
                  <a:lnTo>
                    <a:pt x="682" y="396"/>
                  </a:lnTo>
                  <a:cubicBezTo>
                    <a:pt x="684" y="394"/>
                    <a:pt x="10"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0"/>
            <p:cNvSpPr/>
            <p:nvPr/>
          </p:nvSpPr>
          <p:spPr>
            <a:xfrm rot="-3560944">
              <a:off x="13359064" y="-2535873"/>
              <a:ext cx="406275" cy="236746"/>
            </a:xfrm>
            <a:custGeom>
              <a:rect b="b" l="l" r="r" t="t"/>
              <a:pathLst>
                <a:path extrusionOk="0" h="398" w="683">
                  <a:moveTo>
                    <a:pt x="682" y="398"/>
                  </a:moveTo>
                  <a:lnTo>
                    <a:pt x="1" y="1"/>
                  </a:lnTo>
                  <a:lnTo>
                    <a:pt x="682" y="3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0"/>
            <p:cNvSpPr/>
            <p:nvPr/>
          </p:nvSpPr>
          <p:spPr>
            <a:xfrm rot="-3560944">
              <a:off x="13362042" y="-2535868"/>
              <a:ext cx="404491" cy="234367"/>
            </a:xfrm>
            <a:custGeom>
              <a:rect b="b" l="l" r="r" t="t"/>
              <a:pathLst>
                <a:path extrusionOk="0" h="394" w="680">
                  <a:moveTo>
                    <a:pt x="679" y="394"/>
                  </a:moveTo>
                  <a:lnTo>
                    <a:pt x="0" y="1"/>
                  </a:lnTo>
                  <a:lnTo>
                    <a:pt x="679" y="39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0"/>
            <p:cNvSpPr/>
            <p:nvPr/>
          </p:nvSpPr>
          <p:spPr>
            <a:xfrm rot="-3560944">
              <a:off x="13360727" y="-2538176"/>
              <a:ext cx="405681" cy="236746"/>
            </a:xfrm>
            <a:custGeom>
              <a:rect b="b" l="l" r="r" t="t"/>
              <a:pathLst>
                <a:path extrusionOk="0" h="398" w="682">
                  <a:moveTo>
                    <a:pt x="0" y="1"/>
                  </a:moveTo>
                  <a:lnTo>
                    <a:pt x="679" y="398"/>
                  </a:lnTo>
                  <a:cubicBezTo>
                    <a:pt x="681" y="396"/>
                    <a:pt x="2"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0"/>
            <p:cNvSpPr/>
            <p:nvPr/>
          </p:nvSpPr>
          <p:spPr>
            <a:xfrm rot="-3560944">
              <a:off x="13361625" y="-2538688"/>
              <a:ext cx="404491" cy="236746"/>
            </a:xfrm>
            <a:custGeom>
              <a:rect b="b" l="l" r="r" t="t"/>
              <a:pathLst>
                <a:path extrusionOk="0" h="398" w="680">
                  <a:moveTo>
                    <a:pt x="0" y="1"/>
                  </a:moveTo>
                  <a:lnTo>
                    <a:pt x="679" y="398"/>
                  </a:lnTo>
                  <a:cubicBezTo>
                    <a:pt x="679" y="396"/>
                    <a:pt x="2" y="2"/>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0"/>
            <p:cNvSpPr/>
            <p:nvPr/>
          </p:nvSpPr>
          <p:spPr>
            <a:xfrm rot="-3560944">
              <a:off x="13361041" y="-2539711"/>
              <a:ext cx="406870" cy="236746"/>
            </a:xfrm>
            <a:custGeom>
              <a:rect b="b" l="l" r="r" t="t"/>
              <a:pathLst>
                <a:path extrusionOk="0" h="398" w="684">
                  <a:moveTo>
                    <a:pt x="0" y="1"/>
                  </a:moveTo>
                  <a:lnTo>
                    <a:pt x="679" y="398"/>
                  </a:lnTo>
                  <a:cubicBezTo>
                    <a:pt x="683" y="396"/>
                    <a:pt x="2"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0"/>
            <p:cNvSpPr/>
            <p:nvPr/>
          </p:nvSpPr>
          <p:spPr>
            <a:xfrm rot="-3560944">
              <a:off x="13360624" y="-2541341"/>
              <a:ext cx="406870" cy="236746"/>
            </a:xfrm>
            <a:custGeom>
              <a:rect b="b" l="l" r="r" t="t"/>
              <a:pathLst>
                <a:path extrusionOk="0" h="398" w="684">
                  <a:moveTo>
                    <a:pt x="0" y="1"/>
                  </a:moveTo>
                  <a:lnTo>
                    <a:pt x="681" y="398"/>
                  </a:lnTo>
                  <a:cubicBezTo>
                    <a:pt x="683" y="398"/>
                    <a:pt x="2"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0"/>
            <p:cNvSpPr/>
            <p:nvPr/>
          </p:nvSpPr>
          <p:spPr>
            <a:xfrm rot="-3560944">
              <a:off x="13361523" y="-2541853"/>
              <a:ext cx="405681" cy="236746"/>
            </a:xfrm>
            <a:custGeom>
              <a:rect b="b" l="l" r="r" t="t"/>
              <a:pathLst>
                <a:path extrusionOk="0" h="398" w="682">
                  <a:moveTo>
                    <a:pt x="681" y="398"/>
                  </a:moveTo>
                  <a:lnTo>
                    <a:pt x="0" y="1"/>
                  </a:lnTo>
                  <a:lnTo>
                    <a:pt x="681" y="3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0"/>
            <p:cNvSpPr/>
            <p:nvPr/>
          </p:nvSpPr>
          <p:spPr>
            <a:xfrm rot="-3560944">
              <a:off x="13361743" y="-2541467"/>
              <a:ext cx="406870" cy="235557"/>
            </a:xfrm>
            <a:custGeom>
              <a:rect b="b" l="l" r="r" t="t"/>
              <a:pathLst>
                <a:path extrusionOk="0" h="396" w="684">
                  <a:moveTo>
                    <a:pt x="0" y="1"/>
                  </a:moveTo>
                  <a:lnTo>
                    <a:pt x="681" y="396"/>
                  </a:lnTo>
                  <a:cubicBezTo>
                    <a:pt x="684" y="396"/>
                    <a:pt x="4"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0"/>
            <p:cNvSpPr/>
            <p:nvPr/>
          </p:nvSpPr>
          <p:spPr>
            <a:xfrm rot="-3560944">
              <a:off x="13363539" y="-2542490"/>
              <a:ext cx="404491" cy="235557"/>
            </a:xfrm>
            <a:custGeom>
              <a:rect b="b" l="l" r="r" t="t"/>
              <a:pathLst>
                <a:path extrusionOk="0" h="396" w="680">
                  <a:moveTo>
                    <a:pt x="0" y="1"/>
                  </a:moveTo>
                  <a:lnTo>
                    <a:pt x="424" y="247"/>
                  </a:lnTo>
                  <a:lnTo>
                    <a:pt x="424" y="247"/>
                  </a:lnTo>
                  <a:cubicBezTo>
                    <a:pt x="231" y="135"/>
                    <a:pt x="1" y="1"/>
                    <a:pt x="0" y="1"/>
                  </a:cubicBezTo>
                  <a:close/>
                  <a:moveTo>
                    <a:pt x="424" y="247"/>
                  </a:moveTo>
                  <a:cubicBezTo>
                    <a:pt x="561" y="327"/>
                    <a:pt x="679" y="396"/>
                    <a:pt x="680" y="396"/>
                  </a:cubicBezTo>
                  <a:cubicBezTo>
                    <a:pt x="680" y="396"/>
                    <a:pt x="680" y="396"/>
                    <a:pt x="680" y="396"/>
                  </a:cubicBezTo>
                  <a:lnTo>
                    <a:pt x="424" y="2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0"/>
            <p:cNvSpPr/>
            <p:nvPr/>
          </p:nvSpPr>
          <p:spPr>
            <a:xfrm rot="-3560944">
              <a:off x="13363342" y="-2544924"/>
              <a:ext cx="405681" cy="236746"/>
            </a:xfrm>
            <a:custGeom>
              <a:rect b="b" l="l" r="r" t="t"/>
              <a:pathLst>
                <a:path extrusionOk="0" h="398" w="682">
                  <a:moveTo>
                    <a:pt x="0" y="1"/>
                  </a:moveTo>
                  <a:lnTo>
                    <a:pt x="680" y="398"/>
                  </a:lnTo>
                  <a:lnTo>
                    <a:pt x="682" y="398"/>
                  </a:lnTo>
                  <a:cubicBezTo>
                    <a:pt x="682" y="398"/>
                    <a:pt x="2"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0"/>
            <p:cNvSpPr/>
            <p:nvPr/>
          </p:nvSpPr>
          <p:spPr>
            <a:xfrm rot="-3560944">
              <a:off x="13364680" y="-2545852"/>
              <a:ext cx="406870" cy="236746"/>
            </a:xfrm>
            <a:custGeom>
              <a:rect b="b" l="l" r="r" t="t"/>
              <a:pathLst>
                <a:path extrusionOk="0" h="398" w="684">
                  <a:moveTo>
                    <a:pt x="0" y="1"/>
                  </a:moveTo>
                  <a:lnTo>
                    <a:pt x="0" y="1"/>
                  </a:lnTo>
                  <a:cubicBezTo>
                    <a:pt x="2" y="3"/>
                    <a:pt x="259" y="152"/>
                    <a:pt x="457" y="267"/>
                  </a:cubicBezTo>
                  <a:lnTo>
                    <a:pt x="457" y="267"/>
                  </a:lnTo>
                  <a:lnTo>
                    <a:pt x="0" y="1"/>
                  </a:lnTo>
                  <a:close/>
                  <a:moveTo>
                    <a:pt x="457" y="267"/>
                  </a:moveTo>
                  <a:lnTo>
                    <a:pt x="682" y="398"/>
                  </a:lnTo>
                  <a:lnTo>
                    <a:pt x="684" y="398"/>
                  </a:lnTo>
                  <a:cubicBezTo>
                    <a:pt x="684" y="398"/>
                    <a:pt x="582" y="339"/>
                    <a:pt x="457" y="2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0"/>
            <p:cNvSpPr/>
            <p:nvPr/>
          </p:nvSpPr>
          <p:spPr>
            <a:xfrm rot="-3560944">
              <a:off x="13365287" y="-2546876"/>
              <a:ext cx="406870" cy="236746"/>
            </a:xfrm>
            <a:custGeom>
              <a:rect b="b" l="l" r="r" t="t"/>
              <a:pathLst>
                <a:path extrusionOk="0" h="398" w="684">
                  <a:moveTo>
                    <a:pt x="0" y="1"/>
                  </a:moveTo>
                  <a:cubicBezTo>
                    <a:pt x="3" y="3"/>
                    <a:pt x="183" y="108"/>
                    <a:pt x="358" y="209"/>
                  </a:cubicBezTo>
                  <a:lnTo>
                    <a:pt x="358" y="209"/>
                  </a:lnTo>
                  <a:lnTo>
                    <a:pt x="0" y="1"/>
                  </a:lnTo>
                  <a:close/>
                  <a:moveTo>
                    <a:pt x="358" y="209"/>
                  </a:moveTo>
                  <a:lnTo>
                    <a:pt x="682" y="398"/>
                  </a:lnTo>
                  <a:lnTo>
                    <a:pt x="684" y="398"/>
                  </a:lnTo>
                  <a:cubicBezTo>
                    <a:pt x="684" y="398"/>
                    <a:pt x="524" y="305"/>
                    <a:pt x="358" y="20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0"/>
            <p:cNvSpPr/>
            <p:nvPr/>
          </p:nvSpPr>
          <p:spPr>
            <a:xfrm rot="-3560944">
              <a:off x="13389728" y="-2463358"/>
              <a:ext cx="405086" cy="250427"/>
            </a:xfrm>
            <a:custGeom>
              <a:rect b="b" l="l" r="r" t="t"/>
              <a:pathLst>
                <a:path extrusionOk="0" h="421" w="681">
                  <a:moveTo>
                    <a:pt x="1" y="1"/>
                  </a:moveTo>
                  <a:lnTo>
                    <a:pt x="1" y="23"/>
                  </a:lnTo>
                  <a:lnTo>
                    <a:pt x="680" y="420"/>
                  </a:lnTo>
                  <a:lnTo>
                    <a:pt x="680" y="420"/>
                  </a:lnTo>
                  <a:lnTo>
                    <a:pt x="678" y="396"/>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0"/>
            <p:cNvSpPr/>
            <p:nvPr/>
          </p:nvSpPr>
          <p:spPr>
            <a:xfrm rot="-3560944">
              <a:off x="13345238" y="-2523582"/>
              <a:ext cx="457432" cy="293851"/>
            </a:xfrm>
            <a:custGeom>
              <a:rect b="b" l="l" r="r" t="t"/>
              <a:pathLst>
                <a:path extrusionOk="0" h="494" w="769">
                  <a:moveTo>
                    <a:pt x="89" y="1"/>
                  </a:moveTo>
                  <a:lnTo>
                    <a:pt x="42" y="25"/>
                  </a:lnTo>
                  <a:cubicBezTo>
                    <a:pt x="19" y="48"/>
                    <a:pt x="17" y="48"/>
                    <a:pt x="17" y="52"/>
                  </a:cubicBezTo>
                  <a:cubicBezTo>
                    <a:pt x="15" y="54"/>
                    <a:pt x="15" y="54"/>
                    <a:pt x="15" y="56"/>
                  </a:cubicBezTo>
                  <a:cubicBezTo>
                    <a:pt x="1" y="97"/>
                    <a:pt x="682" y="494"/>
                    <a:pt x="682" y="494"/>
                  </a:cubicBezTo>
                  <a:cubicBezTo>
                    <a:pt x="682" y="486"/>
                    <a:pt x="684" y="482"/>
                    <a:pt x="684" y="473"/>
                  </a:cubicBezTo>
                  <a:cubicBezTo>
                    <a:pt x="686" y="465"/>
                    <a:pt x="692" y="457"/>
                    <a:pt x="694" y="453"/>
                  </a:cubicBezTo>
                  <a:cubicBezTo>
                    <a:pt x="701" y="445"/>
                    <a:pt x="703" y="441"/>
                    <a:pt x="707" y="435"/>
                  </a:cubicBezTo>
                  <a:cubicBezTo>
                    <a:pt x="713" y="430"/>
                    <a:pt x="717" y="424"/>
                    <a:pt x="723" y="422"/>
                  </a:cubicBezTo>
                  <a:lnTo>
                    <a:pt x="768" y="396"/>
                  </a:lnTo>
                  <a:lnTo>
                    <a:pt x="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0"/>
            <p:cNvSpPr/>
            <p:nvPr/>
          </p:nvSpPr>
          <p:spPr>
            <a:xfrm rot="-3560944">
              <a:off x="13368635" y="-2437658"/>
              <a:ext cx="457432" cy="265893"/>
            </a:xfrm>
            <a:custGeom>
              <a:rect b="b" l="l" r="r" t="t"/>
              <a:pathLst>
                <a:path extrusionOk="0" h="447" w="769">
                  <a:moveTo>
                    <a:pt x="89" y="0"/>
                  </a:moveTo>
                  <a:lnTo>
                    <a:pt x="44" y="27"/>
                  </a:lnTo>
                  <a:lnTo>
                    <a:pt x="1" y="52"/>
                  </a:lnTo>
                  <a:lnTo>
                    <a:pt x="678" y="447"/>
                  </a:lnTo>
                  <a:lnTo>
                    <a:pt x="723" y="420"/>
                  </a:lnTo>
                  <a:lnTo>
                    <a:pt x="768" y="397"/>
                  </a:lnTo>
                  <a:lnTo>
                    <a:pt x="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0"/>
            <p:cNvSpPr/>
            <p:nvPr/>
          </p:nvSpPr>
          <p:spPr>
            <a:xfrm rot="-3560944">
              <a:off x="13352349" y="-2395335"/>
              <a:ext cx="421146" cy="237936"/>
            </a:xfrm>
            <a:custGeom>
              <a:rect b="b" l="l" r="r" t="t"/>
              <a:pathLst>
                <a:path extrusionOk="0" h="400" w="708">
                  <a:moveTo>
                    <a:pt x="23" y="0"/>
                  </a:moveTo>
                  <a:lnTo>
                    <a:pt x="23" y="0"/>
                  </a:lnTo>
                  <a:cubicBezTo>
                    <a:pt x="0" y="7"/>
                    <a:pt x="681" y="399"/>
                    <a:pt x="681" y="399"/>
                  </a:cubicBezTo>
                  <a:cubicBezTo>
                    <a:pt x="685" y="399"/>
                    <a:pt x="692" y="397"/>
                    <a:pt x="696" y="397"/>
                  </a:cubicBezTo>
                  <a:cubicBezTo>
                    <a:pt x="700" y="397"/>
                    <a:pt x="703" y="397"/>
                    <a:pt x="706" y="398"/>
                  </a:cubicBezTo>
                  <a:lnTo>
                    <a:pt x="706" y="398"/>
                  </a:lnTo>
                  <a:lnTo>
                    <a:pt x="29" y="2"/>
                  </a:lnTo>
                  <a:cubicBezTo>
                    <a:pt x="25" y="0"/>
                    <a:pt x="23" y="0"/>
                    <a:pt x="23" y="0"/>
                  </a:cubicBezTo>
                  <a:close/>
                  <a:moveTo>
                    <a:pt x="706" y="398"/>
                  </a:moveTo>
                  <a:lnTo>
                    <a:pt x="708" y="399"/>
                  </a:lnTo>
                  <a:cubicBezTo>
                    <a:pt x="707" y="399"/>
                    <a:pt x="707" y="398"/>
                    <a:pt x="706" y="3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0"/>
            <p:cNvSpPr/>
            <p:nvPr/>
          </p:nvSpPr>
          <p:spPr>
            <a:xfrm rot="-3560944">
              <a:off x="13388017" y="-2317024"/>
              <a:ext cx="404491" cy="249238"/>
            </a:xfrm>
            <a:custGeom>
              <a:rect b="b" l="l" r="r" t="t"/>
              <a:pathLst>
                <a:path extrusionOk="0" h="419" w="680">
                  <a:moveTo>
                    <a:pt x="0" y="1"/>
                  </a:moveTo>
                  <a:lnTo>
                    <a:pt x="0" y="23"/>
                  </a:lnTo>
                  <a:lnTo>
                    <a:pt x="679" y="418"/>
                  </a:lnTo>
                  <a:lnTo>
                    <a:pt x="677" y="396"/>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0"/>
            <p:cNvSpPr/>
            <p:nvPr/>
          </p:nvSpPr>
          <p:spPr>
            <a:xfrm rot="-3560944">
              <a:off x="13345668" y="-2377956"/>
              <a:ext cx="456837" cy="293851"/>
            </a:xfrm>
            <a:custGeom>
              <a:rect b="b" l="l" r="r" t="t"/>
              <a:pathLst>
                <a:path extrusionOk="0" h="494" w="768">
                  <a:moveTo>
                    <a:pt x="86" y="1"/>
                  </a:moveTo>
                  <a:lnTo>
                    <a:pt x="41" y="25"/>
                  </a:lnTo>
                  <a:cubicBezTo>
                    <a:pt x="17" y="50"/>
                    <a:pt x="14" y="50"/>
                    <a:pt x="14" y="52"/>
                  </a:cubicBezTo>
                  <a:cubicBezTo>
                    <a:pt x="12" y="54"/>
                    <a:pt x="12" y="54"/>
                    <a:pt x="12" y="56"/>
                  </a:cubicBezTo>
                  <a:cubicBezTo>
                    <a:pt x="0" y="97"/>
                    <a:pt x="679" y="494"/>
                    <a:pt x="679" y="494"/>
                  </a:cubicBezTo>
                  <a:cubicBezTo>
                    <a:pt x="679" y="486"/>
                    <a:pt x="681" y="481"/>
                    <a:pt x="681" y="473"/>
                  </a:cubicBezTo>
                  <a:cubicBezTo>
                    <a:pt x="688" y="463"/>
                    <a:pt x="690" y="455"/>
                    <a:pt x="692" y="451"/>
                  </a:cubicBezTo>
                  <a:cubicBezTo>
                    <a:pt x="698" y="443"/>
                    <a:pt x="700" y="438"/>
                    <a:pt x="706" y="432"/>
                  </a:cubicBezTo>
                  <a:cubicBezTo>
                    <a:pt x="710" y="428"/>
                    <a:pt x="716" y="422"/>
                    <a:pt x="720" y="420"/>
                  </a:cubicBezTo>
                  <a:lnTo>
                    <a:pt x="767" y="393"/>
                  </a:lnTo>
                  <a:lnTo>
                    <a:pt x="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0"/>
            <p:cNvSpPr/>
            <p:nvPr/>
          </p:nvSpPr>
          <p:spPr>
            <a:xfrm rot="-3560944">
              <a:off x="13367435" y="-2291615"/>
              <a:ext cx="456837" cy="265893"/>
            </a:xfrm>
            <a:custGeom>
              <a:rect b="b" l="l" r="r" t="t"/>
              <a:pathLst>
                <a:path extrusionOk="0" h="447" w="768">
                  <a:moveTo>
                    <a:pt x="88" y="0"/>
                  </a:moveTo>
                  <a:lnTo>
                    <a:pt x="45" y="27"/>
                  </a:lnTo>
                  <a:lnTo>
                    <a:pt x="0" y="51"/>
                  </a:lnTo>
                  <a:lnTo>
                    <a:pt x="679" y="446"/>
                  </a:lnTo>
                  <a:lnTo>
                    <a:pt x="724" y="420"/>
                  </a:lnTo>
                  <a:lnTo>
                    <a:pt x="767" y="395"/>
                  </a:lnTo>
                  <a:lnTo>
                    <a:pt x="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0"/>
            <p:cNvSpPr/>
            <p:nvPr/>
          </p:nvSpPr>
          <p:spPr>
            <a:xfrm rot="-3560944">
              <a:off x="13350263" y="-2249804"/>
              <a:ext cx="422931" cy="237936"/>
            </a:xfrm>
            <a:custGeom>
              <a:rect b="b" l="l" r="r" t="t"/>
              <a:pathLst>
                <a:path extrusionOk="0" h="400" w="711">
                  <a:moveTo>
                    <a:pt x="25" y="0"/>
                  </a:moveTo>
                  <a:cubicBezTo>
                    <a:pt x="0" y="6"/>
                    <a:pt x="682" y="399"/>
                    <a:pt x="682" y="399"/>
                  </a:cubicBezTo>
                  <a:cubicBezTo>
                    <a:pt x="686" y="399"/>
                    <a:pt x="692" y="397"/>
                    <a:pt x="696" y="397"/>
                  </a:cubicBezTo>
                  <a:cubicBezTo>
                    <a:pt x="702" y="397"/>
                    <a:pt x="706" y="397"/>
                    <a:pt x="710" y="399"/>
                  </a:cubicBezTo>
                  <a:lnTo>
                    <a:pt x="29" y="2"/>
                  </a:lnTo>
                  <a:lnTo>
                    <a:pt x="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0"/>
            <p:cNvSpPr/>
            <p:nvPr/>
          </p:nvSpPr>
          <p:spPr>
            <a:xfrm rot="-3560944">
              <a:off x="13385821" y="-2171092"/>
              <a:ext cx="405681" cy="248643"/>
            </a:xfrm>
            <a:custGeom>
              <a:rect b="b" l="l" r="r" t="t"/>
              <a:pathLst>
                <a:path extrusionOk="0" h="418" w="682">
                  <a:moveTo>
                    <a:pt x="0" y="0"/>
                  </a:moveTo>
                  <a:lnTo>
                    <a:pt x="0" y="23"/>
                  </a:lnTo>
                  <a:lnTo>
                    <a:pt x="682" y="418"/>
                  </a:lnTo>
                  <a:lnTo>
                    <a:pt x="682" y="395"/>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0"/>
            <p:cNvSpPr/>
            <p:nvPr/>
          </p:nvSpPr>
          <p:spPr>
            <a:xfrm rot="-3560944">
              <a:off x="13343894" y="-2232776"/>
              <a:ext cx="455647" cy="293851"/>
            </a:xfrm>
            <a:custGeom>
              <a:rect b="b" l="l" r="r" t="t"/>
              <a:pathLst>
                <a:path extrusionOk="0" h="494" w="766">
                  <a:moveTo>
                    <a:pt x="84" y="0"/>
                  </a:moveTo>
                  <a:lnTo>
                    <a:pt x="41" y="25"/>
                  </a:lnTo>
                  <a:cubicBezTo>
                    <a:pt x="19" y="47"/>
                    <a:pt x="17" y="47"/>
                    <a:pt x="17" y="51"/>
                  </a:cubicBezTo>
                  <a:cubicBezTo>
                    <a:pt x="13" y="54"/>
                    <a:pt x="13" y="54"/>
                    <a:pt x="13" y="56"/>
                  </a:cubicBezTo>
                  <a:cubicBezTo>
                    <a:pt x="0" y="96"/>
                    <a:pt x="682" y="493"/>
                    <a:pt x="682" y="493"/>
                  </a:cubicBezTo>
                  <a:cubicBezTo>
                    <a:pt x="682" y="485"/>
                    <a:pt x="684" y="481"/>
                    <a:pt x="684" y="473"/>
                  </a:cubicBezTo>
                  <a:cubicBezTo>
                    <a:pt x="686" y="465"/>
                    <a:pt x="688" y="457"/>
                    <a:pt x="692" y="452"/>
                  </a:cubicBezTo>
                  <a:cubicBezTo>
                    <a:pt x="696" y="444"/>
                    <a:pt x="698" y="440"/>
                    <a:pt x="704" y="434"/>
                  </a:cubicBezTo>
                  <a:cubicBezTo>
                    <a:pt x="708" y="430"/>
                    <a:pt x="714" y="424"/>
                    <a:pt x="719" y="422"/>
                  </a:cubicBezTo>
                  <a:lnTo>
                    <a:pt x="766" y="395"/>
                  </a:lnTo>
                  <a:lnTo>
                    <a:pt x="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0"/>
            <p:cNvSpPr/>
            <p:nvPr/>
          </p:nvSpPr>
          <p:spPr>
            <a:xfrm rot="-3560944">
              <a:off x="13366137" y="-2146195"/>
              <a:ext cx="456837" cy="265298"/>
            </a:xfrm>
            <a:custGeom>
              <a:rect b="b" l="l" r="r" t="t"/>
              <a:pathLst>
                <a:path extrusionOk="0" h="446" w="768">
                  <a:moveTo>
                    <a:pt x="86" y="0"/>
                  </a:moveTo>
                  <a:lnTo>
                    <a:pt x="43" y="27"/>
                  </a:lnTo>
                  <a:lnTo>
                    <a:pt x="0" y="49"/>
                  </a:lnTo>
                  <a:lnTo>
                    <a:pt x="680" y="446"/>
                  </a:lnTo>
                  <a:lnTo>
                    <a:pt x="723" y="419"/>
                  </a:lnTo>
                  <a:lnTo>
                    <a:pt x="768" y="395"/>
                  </a:lnTo>
                  <a:lnTo>
                    <a:pt x="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0"/>
            <p:cNvSpPr/>
            <p:nvPr/>
          </p:nvSpPr>
          <p:spPr>
            <a:xfrm rot="-3560944">
              <a:off x="13349607" y="-2105344"/>
              <a:ext cx="421741" cy="237936"/>
            </a:xfrm>
            <a:custGeom>
              <a:rect b="b" l="l" r="r" t="t"/>
              <a:pathLst>
                <a:path extrusionOk="0" h="400" w="709">
                  <a:moveTo>
                    <a:pt x="701" y="394"/>
                  </a:moveTo>
                  <a:lnTo>
                    <a:pt x="709" y="398"/>
                  </a:lnTo>
                  <a:cubicBezTo>
                    <a:pt x="707" y="396"/>
                    <a:pt x="704" y="394"/>
                    <a:pt x="701" y="394"/>
                  </a:cubicBezTo>
                  <a:close/>
                  <a:moveTo>
                    <a:pt x="23" y="1"/>
                  </a:moveTo>
                  <a:lnTo>
                    <a:pt x="23" y="1"/>
                  </a:lnTo>
                  <a:cubicBezTo>
                    <a:pt x="1" y="7"/>
                    <a:pt x="680" y="400"/>
                    <a:pt x="680" y="400"/>
                  </a:cubicBezTo>
                  <a:cubicBezTo>
                    <a:pt x="688" y="396"/>
                    <a:pt x="694" y="393"/>
                    <a:pt x="699" y="393"/>
                  </a:cubicBezTo>
                  <a:cubicBezTo>
                    <a:pt x="700" y="393"/>
                    <a:pt x="701" y="394"/>
                    <a:pt x="701" y="394"/>
                  </a:cubicBezTo>
                  <a:lnTo>
                    <a:pt x="701" y="394"/>
                  </a:lnTo>
                  <a:lnTo>
                    <a:pt x="29" y="3"/>
                  </a:lnTo>
                  <a:cubicBezTo>
                    <a:pt x="25" y="1"/>
                    <a:pt x="23" y="1"/>
                    <a:pt x="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0"/>
            <p:cNvSpPr/>
            <p:nvPr/>
          </p:nvSpPr>
          <p:spPr>
            <a:xfrm rot="-3560944">
              <a:off x="13383660" y="-2025691"/>
              <a:ext cx="405681" cy="249833"/>
            </a:xfrm>
            <a:custGeom>
              <a:rect b="b" l="l" r="r" t="t"/>
              <a:pathLst>
                <a:path extrusionOk="0" h="420" w="682">
                  <a:moveTo>
                    <a:pt x="1" y="0"/>
                  </a:moveTo>
                  <a:lnTo>
                    <a:pt x="1" y="23"/>
                  </a:lnTo>
                  <a:lnTo>
                    <a:pt x="682" y="420"/>
                  </a:lnTo>
                  <a:lnTo>
                    <a:pt x="682" y="397"/>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0"/>
            <p:cNvSpPr/>
            <p:nvPr/>
          </p:nvSpPr>
          <p:spPr>
            <a:xfrm rot="-3560944">
              <a:off x="13340710" y="-2087983"/>
              <a:ext cx="455647" cy="295040"/>
            </a:xfrm>
            <a:custGeom>
              <a:rect b="b" l="l" r="r" t="t"/>
              <a:pathLst>
                <a:path extrusionOk="0" h="496" w="766">
                  <a:moveTo>
                    <a:pt x="87" y="0"/>
                  </a:moveTo>
                  <a:lnTo>
                    <a:pt x="42" y="27"/>
                  </a:lnTo>
                  <a:cubicBezTo>
                    <a:pt x="19" y="49"/>
                    <a:pt x="17" y="49"/>
                    <a:pt x="17" y="51"/>
                  </a:cubicBezTo>
                  <a:cubicBezTo>
                    <a:pt x="15" y="55"/>
                    <a:pt x="15" y="55"/>
                    <a:pt x="15" y="57"/>
                  </a:cubicBezTo>
                  <a:cubicBezTo>
                    <a:pt x="1" y="98"/>
                    <a:pt x="682" y="495"/>
                    <a:pt x="682" y="495"/>
                  </a:cubicBezTo>
                  <a:cubicBezTo>
                    <a:pt x="682" y="487"/>
                    <a:pt x="684" y="481"/>
                    <a:pt x="684" y="475"/>
                  </a:cubicBezTo>
                  <a:cubicBezTo>
                    <a:pt x="686" y="466"/>
                    <a:pt x="690" y="460"/>
                    <a:pt x="694" y="454"/>
                  </a:cubicBezTo>
                  <a:cubicBezTo>
                    <a:pt x="700" y="446"/>
                    <a:pt x="702" y="440"/>
                    <a:pt x="706" y="436"/>
                  </a:cubicBezTo>
                  <a:cubicBezTo>
                    <a:pt x="713" y="430"/>
                    <a:pt x="717" y="426"/>
                    <a:pt x="723" y="424"/>
                  </a:cubicBezTo>
                  <a:lnTo>
                    <a:pt x="766" y="397"/>
                  </a:lnTo>
                  <a:lnTo>
                    <a:pt x="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0"/>
            <p:cNvSpPr/>
            <p:nvPr/>
          </p:nvSpPr>
          <p:spPr>
            <a:xfrm rot="-3560944">
              <a:off x="13363209" y="-2000952"/>
              <a:ext cx="456837" cy="265893"/>
            </a:xfrm>
            <a:custGeom>
              <a:rect b="b" l="l" r="r" t="t"/>
              <a:pathLst>
                <a:path extrusionOk="0" h="447" w="768">
                  <a:moveTo>
                    <a:pt x="87" y="1"/>
                  </a:moveTo>
                  <a:lnTo>
                    <a:pt x="44" y="27"/>
                  </a:lnTo>
                  <a:lnTo>
                    <a:pt x="1" y="52"/>
                  </a:lnTo>
                  <a:lnTo>
                    <a:pt x="680" y="447"/>
                  </a:lnTo>
                  <a:lnTo>
                    <a:pt x="725" y="422"/>
                  </a:lnTo>
                  <a:lnTo>
                    <a:pt x="768" y="398"/>
                  </a:lnTo>
                  <a:lnTo>
                    <a:pt x="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0"/>
            <p:cNvSpPr/>
            <p:nvPr/>
          </p:nvSpPr>
          <p:spPr>
            <a:xfrm rot="-3560944">
              <a:off x="13348982" y="-1958440"/>
              <a:ext cx="421741" cy="237936"/>
            </a:xfrm>
            <a:custGeom>
              <a:rect b="b" l="l" r="r" t="t"/>
              <a:pathLst>
                <a:path extrusionOk="0" h="400" w="709">
                  <a:moveTo>
                    <a:pt x="706" y="396"/>
                  </a:moveTo>
                  <a:lnTo>
                    <a:pt x="709" y="398"/>
                  </a:lnTo>
                  <a:cubicBezTo>
                    <a:pt x="708" y="397"/>
                    <a:pt x="707" y="397"/>
                    <a:pt x="706" y="396"/>
                  </a:cubicBezTo>
                  <a:close/>
                  <a:moveTo>
                    <a:pt x="23" y="1"/>
                  </a:moveTo>
                  <a:lnTo>
                    <a:pt x="23" y="1"/>
                  </a:lnTo>
                  <a:cubicBezTo>
                    <a:pt x="1" y="7"/>
                    <a:pt x="680" y="400"/>
                    <a:pt x="680" y="400"/>
                  </a:cubicBezTo>
                  <a:cubicBezTo>
                    <a:pt x="684" y="396"/>
                    <a:pt x="692" y="396"/>
                    <a:pt x="696" y="396"/>
                  </a:cubicBezTo>
                  <a:cubicBezTo>
                    <a:pt x="701" y="396"/>
                    <a:pt x="704" y="396"/>
                    <a:pt x="706" y="396"/>
                  </a:cubicBezTo>
                  <a:lnTo>
                    <a:pt x="706" y="396"/>
                  </a:lnTo>
                  <a:lnTo>
                    <a:pt x="29" y="5"/>
                  </a:lnTo>
                  <a:cubicBezTo>
                    <a:pt x="25" y="1"/>
                    <a:pt x="23" y="1"/>
                    <a:pt x="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0"/>
            <p:cNvSpPr/>
            <p:nvPr/>
          </p:nvSpPr>
          <p:spPr>
            <a:xfrm rot="-3560944">
              <a:off x="13382508" y="-1880610"/>
              <a:ext cx="405086" cy="250427"/>
            </a:xfrm>
            <a:custGeom>
              <a:rect b="b" l="l" r="r" t="t"/>
              <a:pathLst>
                <a:path extrusionOk="0" h="421" w="681">
                  <a:moveTo>
                    <a:pt x="1" y="1"/>
                  </a:moveTo>
                  <a:lnTo>
                    <a:pt x="1" y="23"/>
                  </a:lnTo>
                  <a:lnTo>
                    <a:pt x="680" y="420"/>
                  </a:lnTo>
                  <a:lnTo>
                    <a:pt x="680" y="398"/>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0"/>
            <p:cNvSpPr/>
            <p:nvPr/>
          </p:nvSpPr>
          <p:spPr>
            <a:xfrm rot="-3560944">
              <a:off x="13339939" y="-1940739"/>
              <a:ext cx="456242" cy="293851"/>
            </a:xfrm>
            <a:custGeom>
              <a:rect b="b" l="l" r="r" t="t"/>
              <a:pathLst>
                <a:path extrusionOk="0" h="494" w="767">
                  <a:moveTo>
                    <a:pt x="87" y="1"/>
                  </a:moveTo>
                  <a:lnTo>
                    <a:pt x="44" y="25"/>
                  </a:lnTo>
                  <a:cubicBezTo>
                    <a:pt x="19" y="48"/>
                    <a:pt x="17" y="48"/>
                    <a:pt x="17" y="52"/>
                  </a:cubicBezTo>
                  <a:cubicBezTo>
                    <a:pt x="15" y="54"/>
                    <a:pt x="15" y="54"/>
                    <a:pt x="15" y="56"/>
                  </a:cubicBezTo>
                  <a:cubicBezTo>
                    <a:pt x="1" y="97"/>
                    <a:pt x="682" y="494"/>
                    <a:pt x="682" y="494"/>
                  </a:cubicBezTo>
                  <a:cubicBezTo>
                    <a:pt x="682" y="486"/>
                    <a:pt x="684" y="482"/>
                    <a:pt x="684" y="473"/>
                  </a:cubicBezTo>
                  <a:cubicBezTo>
                    <a:pt x="688" y="463"/>
                    <a:pt x="690" y="457"/>
                    <a:pt x="694" y="451"/>
                  </a:cubicBezTo>
                  <a:cubicBezTo>
                    <a:pt x="701" y="443"/>
                    <a:pt x="703" y="437"/>
                    <a:pt x="709" y="433"/>
                  </a:cubicBezTo>
                  <a:cubicBezTo>
                    <a:pt x="713" y="426"/>
                    <a:pt x="717" y="422"/>
                    <a:pt x="723" y="420"/>
                  </a:cubicBezTo>
                  <a:lnTo>
                    <a:pt x="766" y="394"/>
                  </a:lnTo>
                  <a:lnTo>
                    <a:pt x="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0"/>
            <p:cNvSpPr/>
            <p:nvPr/>
          </p:nvSpPr>
          <p:spPr>
            <a:xfrm rot="-3560944">
              <a:off x="13361415" y="-1854910"/>
              <a:ext cx="457432" cy="265893"/>
            </a:xfrm>
            <a:custGeom>
              <a:rect b="b" l="l" r="r" t="t"/>
              <a:pathLst>
                <a:path extrusionOk="0" h="447" w="769">
                  <a:moveTo>
                    <a:pt x="89" y="0"/>
                  </a:moveTo>
                  <a:lnTo>
                    <a:pt x="48" y="27"/>
                  </a:lnTo>
                  <a:lnTo>
                    <a:pt x="1" y="52"/>
                  </a:lnTo>
                  <a:lnTo>
                    <a:pt x="682" y="446"/>
                  </a:lnTo>
                  <a:lnTo>
                    <a:pt x="725" y="422"/>
                  </a:lnTo>
                  <a:lnTo>
                    <a:pt x="768" y="397"/>
                  </a:lnTo>
                  <a:lnTo>
                    <a:pt x="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0"/>
            <p:cNvSpPr/>
            <p:nvPr/>
          </p:nvSpPr>
          <p:spPr>
            <a:xfrm rot="-3560944">
              <a:off x="13346212" y="-1813964"/>
              <a:ext cx="422336" cy="238531"/>
            </a:xfrm>
            <a:custGeom>
              <a:rect b="b" l="l" r="r" t="t"/>
              <a:pathLst>
                <a:path extrusionOk="0" h="401" w="710">
                  <a:moveTo>
                    <a:pt x="705" y="396"/>
                  </a:moveTo>
                  <a:lnTo>
                    <a:pt x="710" y="398"/>
                  </a:lnTo>
                  <a:cubicBezTo>
                    <a:pt x="708" y="397"/>
                    <a:pt x="707" y="396"/>
                    <a:pt x="705" y="396"/>
                  </a:cubicBezTo>
                  <a:close/>
                  <a:moveTo>
                    <a:pt x="18" y="0"/>
                  </a:moveTo>
                  <a:cubicBezTo>
                    <a:pt x="12" y="0"/>
                    <a:pt x="6" y="1"/>
                    <a:pt x="0" y="4"/>
                  </a:cubicBezTo>
                  <a:lnTo>
                    <a:pt x="681" y="400"/>
                  </a:lnTo>
                  <a:cubicBezTo>
                    <a:pt x="687" y="396"/>
                    <a:pt x="692" y="394"/>
                    <a:pt x="697" y="394"/>
                  </a:cubicBezTo>
                  <a:cubicBezTo>
                    <a:pt x="700" y="394"/>
                    <a:pt x="703" y="395"/>
                    <a:pt x="705" y="396"/>
                  </a:cubicBezTo>
                  <a:lnTo>
                    <a:pt x="705" y="396"/>
                  </a:lnTo>
                  <a:lnTo>
                    <a:pt x="29" y="1"/>
                  </a:lnTo>
                  <a:cubicBezTo>
                    <a:pt x="25" y="1"/>
                    <a:pt x="22" y="0"/>
                    <a:pt x="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0"/>
            <p:cNvSpPr/>
            <p:nvPr/>
          </p:nvSpPr>
          <p:spPr>
            <a:xfrm rot="-3560944">
              <a:off x="13351061" y="-1805453"/>
              <a:ext cx="405681" cy="236746"/>
            </a:xfrm>
            <a:custGeom>
              <a:rect b="b" l="l" r="r" t="t"/>
              <a:pathLst>
                <a:path extrusionOk="0" h="398" w="682">
                  <a:moveTo>
                    <a:pt x="681" y="397"/>
                  </a:move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0"/>
            <p:cNvSpPr/>
            <p:nvPr/>
          </p:nvSpPr>
          <p:spPr>
            <a:xfrm rot="-3560944">
              <a:off x="13351061" y="-1805453"/>
              <a:ext cx="405681" cy="236746"/>
            </a:xfrm>
            <a:custGeom>
              <a:rect b="b" l="l" r="r" t="t"/>
              <a:pathLst>
                <a:path extrusionOk="0" h="398" w="682">
                  <a:moveTo>
                    <a:pt x="681" y="397"/>
                  </a:moveTo>
                  <a:lnTo>
                    <a:pt x="0" y="1"/>
                  </a:lnTo>
                  <a:lnTo>
                    <a:pt x="681" y="39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0"/>
            <p:cNvSpPr/>
            <p:nvPr/>
          </p:nvSpPr>
          <p:spPr>
            <a:xfrm rot="-3560944">
              <a:off x="13353589" y="-1805192"/>
              <a:ext cx="404491" cy="234367"/>
            </a:xfrm>
            <a:custGeom>
              <a:rect b="b" l="l" r="r" t="t"/>
              <a:pathLst>
                <a:path extrusionOk="0" h="394" w="680">
                  <a:moveTo>
                    <a:pt x="0" y="1"/>
                  </a:moveTo>
                  <a:cubicBezTo>
                    <a:pt x="0" y="1"/>
                    <a:pt x="0" y="1"/>
                    <a:pt x="0" y="1"/>
                  </a:cubicBezTo>
                  <a:lnTo>
                    <a:pt x="679" y="393"/>
                  </a:lnTo>
                  <a:cubicBezTo>
                    <a:pt x="679" y="393"/>
                    <a:pt x="7"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0"/>
            <p:cNvSpPr/>
            <p:nvPr/>
          </p:nvSpPr>
          <p:spPr>
            <a:xfrm rot="-3560944">
              <a:off x="13352274" y="-1807500"/>
              <a:ext cx="405681" cy="236746"/>
            </a:xfrm>
            <a:custGeom>
              <a:rect b="b" l="l" r="r" t="t"/>
              <a:pathLst>
                <a:path extrusionOk="0" h="398" w="682">
                  <a:moveTo>
                    <a:pt x="0" y="1"/>
                  </a:moveTo>
                  <a:cubicBezTo>
                    <a:pt x="0" y="1"/>
                    <a:pt x="0" y="1"/>
                    <a:pt x="0" y="1"/>
                  </a:cubicBezTo>
                  <a:lnTo>
                    <a:pt x="679" y="397"/>
                  </a:lnTo>
                  <a:cubicBezTo>
                    <a:pt x="681" y="395"/>
                    <a:pt x="6"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0"/>
            <p:cNvSpPr/>
            <p:nvPr/>
          </p:nvSpPr>
          <p:spPr>
            <a:xfrm rot="-3560944">
              <a:off x="13352149" y="-1808618"/>
              <a:ext cx="404491" cy="236746"/>
            </a:xfrm>
            <a:custGeom>
              <a:rect b="b" l="l" r="r" t="t"/>
              <a:pathLst>
                <a:path extrusionOk="0" h="398" w="680">
                  <a:moveTo>
                    <a:pt x="679" y="397"/>
                  </a:moveTo>
                  <a:lnTo>
                    <a:pt x="0" y="0"/>
                  </a:lnTo>
                  <a:lnTo>
                    <a:pt x="679" y="39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0"/>
            <p:cNvSpPr/>
            <p:nvPr/>
          </p:nvSpPr>
          <p:spPr>
            <a:xfrm rot="-3560944">
              <a:off x="13352077" y="-1808744"/>
              <a:ext cx="406870" cy="235557"/>
            </a:xfrm>
            <a:custGeom>
              <a:rect b="b" l="l" r="r" t="t"/>
              <a:pathLst>
                <a:path extrusionOk="0" h="396" w="684">
                  <a:moveTo>
                    <a:pt x="0" y="1"/>
                  </a:moveTo>
                  <a:cubicBezTo>
                    <a:pt x="0" y="1"/>
                    <a:pt x="0" y="1"/>
                    <a:pt x="0" y="1"/>
                  </a:cubicBezTo>
                  <a:lnTo>
                    <a:pt x="679" y="395"/>
                  </a:lnTo>
                  <a:cubicBezTo>
                    <a:pt x="684" y="395"/>
                    <a:pt x="6"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0"/>
            <p:cNvSpPr/>
            <p:nvPr/>
          </p:nvSpPr>
          <p:spPr>
            <a:xfrm rot="-3560944">
              <a:off x="13352172" y="-1810665"/>
              <a:ext cx="406870" cy="236746"/>
            </a:xfrm>
            <a:custGeom>
              <a:rect b="b" l="l" r="r" t="t"/>
              <a:pathLst>
                <a:path extrusionOk="0" h="398" w="684">
                  <a:moveTo>
                    <a:pt x="0" y="0"/>
                  </a:moveTo>
                  <a:lnTo>
                    <a:pt x="682" y="397"/>
                  </a:lnTo>
                  <a:cubicBezTo>
                    <a:pt x="684" y="395"/>
                    <a:pt x="2"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0"/>
            <p:cNvSpPr/>
            <p:nvPr/>
          </p:nvSpPr>
          <p:spPr>
            <a:xfrm rot="-3560944">
              <a:off x="13353070" y="-1811177"/>
              <a:ext cx="405681" cy="236746"/>
            </a:xfrm>
            <a:custGeom>
              <a:rect b="b" l="l" r="r" t="t"/>
              <a:pathLst>
                <a:path extrusionOk="0" h="398" w="682">
                  <a:moveTo>
                    <a:pt x="0" y="0"/>
                  </a:moveTo>
                  <a:lnTo>
                    <a:pt x="682" y="397"/>
                  </a:lnTo>
                  <a:cubicBezTo>
                    <a:pt x="682" y="395"/>
                    <a:pt x="2" y="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0"/>
            <p:cNvSpPr/>
            <p:nvPr/>
          </p:nvSpPr>
          <p:spPr>
            <a:xfrm rot="-3560944">
              <a:off x="13352779" y="-1811689"/>
              <a:ext cx="406870" cy="236746"/>
            </a:xfrm>
            <a:custGeom>
              <a:rect b="b" l="l" r="r" t="t"/>
              <a:pathLst>
                <a:path extrusionOk="0" h="398" w="684">
                  <a:moveTo>
                    <a:pt x="0" y="0"/>
                  </a:moveTo>
                  <a:lnTo>
                    <a:pt x="682" y="397"/>
                  </a:lnTo>
                  <a:cubicBezTo>
                    <a:pt x="684" y="395"/>
                    <a:pt x="4"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0"/>
            <p:cNvSpPr/>
            <p:nvPr/>
          </p:nvSpPr>
          <p:spPr>
            <a:xfrm rot="-3560944">
              <a:off x="13354063" y="-1812420"/>
              <a:ext cx="404491" cy="235557"/>
            </a:xfrm>
            <a:custGeom>
              <a:rect b="b" l="l" r="r" t="t"/>
              <a:pathLst>
                <a:path extrusionOk="0" h="396" w="680">
                  <a:moveTo>
                    <a:pt x="680" y="395"/>
                  </a:moveTo>
                  <a:lnTo>
                    <a:pt x="0" y="0"/>
                  </a:lnTo>
                  <a:lnTo>
                    <a:pt x="680" y="3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0"/>
            <p:cNvSpPr/>
            <p:nvPr/>
          </p:nvSpPr>
          <p:spPr>
            <a:xfrm rot="-3560944">
              <a:off x="13354158" y="-1814342"/>
              <a:ext cx="404491" cy="236746"/>
            </a:xfrm>
            <a:custGeom>
              <a:rect b="b" l="l" r="r" t="t"/>
              <a:pathLst>
                <a:path extrusionOk="0" h="398" w="680">
                  <a:moveTo>
                    <a:pt x="680" y="397"/>
                  </a:moveTo>
                  <a:lnTo>
                    <a:pt x="0" y="0"/>
                  </a:lnTo>
                  <a:lnTo>
                    <a:pt x="680" y="39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0"/>
            <p:cNvSpPr/>
            <p:nvPr/>
          </p:nvSpPr>
          <p:spPr>
            <a:xfrm rot="-3560944">
              <a:off x="13354087" y="-1814467"/>
              <a:ext cx="406870" cy="235557"/>
            </a:xfrm>
            <a:custGeom>
              <a:rect b="b" l="l" r="r" t="t"/>
              <a:pathLst>
                <a:path extrusionOk="0" h="396" w="684">
                  <a:moveTo>
                    <a:pt x="0" y="0"/>
                  </a:moveTo>
                  <a:lnTo>
                    <a:pt x="680" y="395"/>
                  </a:lnTo>
                  <a:cubicBezTo>
                    <a:pt x="684" y="395"/>
                    <a:pt x="2"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0"/>
            <p:cNvSpPr/>
            <p:nvPr/>
          </p:nvSpPr>
          <p:spPr>
            <a:xfrm rot="-3560944">
              <a:off x="13354985" y="-1814979"/>
              <a:ext cx="405681" cy="235557"/>
            </a:xfrm>
            <a:custGeom>
              <a:rect b="b" l="l" r="r" t="t"/>
              <a:pathLst>
                <a:path extrusionOk="0" h="396" w="682">
                  <a:moveTo>
                    <a:pt x="0" y="0"/>
                  </a:moveTo>
                  <a:lnTo>
                    <a:pt x="423" y="246"/>
                  </a:lnTo>
                  <a:lnTo>
                    <a:pt x="423" y="246"/>
                  </a:lnTo>
                  <a:cubicBezTo>
                    <a:pt x="231" y="134"/>
                    <a:pt x="2" y="0"/>
                    <a:pt x="0" y="0"/>
                  </a:cubicBezTo>
                  <a:close/>
                  <a:moveTo>
                    <a:pt x="423" y="246"/>
                  </a:moveTo>
                  <a:cubicBezTo>
                    <a:pt x="562" y="326"/>
                    <a:pt x="681" y="395"/>
                    <a:pt x="682" y="395"/>
                  </a:cubicBezTo>
                  <a:cubicBezTo>
                    <a:pt x="682" y="395"/>
                    <a:pt x="682" y="395"/>
                    <a:pt x="682" y="395"/>
                  </a:cubicBezTo>
                  <a:lnTo>
                    <a:pt x="423" y="2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0"/>
            <p:cNvSpPr/>
            <p:nvPr/>
          </p:nvSpPr>
          <p:spPr>
            <a:xfrm rot="-3560944">
              <a:off x="13355811" y="-1816806"/>
              <a:ext cx="406870" cy="236746"/>
            </a:xfrm>
            <a:custGeom>
              <a:rect b="b" l="l" r="r" t="t"/>
              <a:pathLst>
                <a:path extrusionOk="0" h="398" w="684">
                  <a:moveTo>
                    <a:pt x="1" y="0"/>
                  </a:moveTo>
                  <a:lnTo>
                    <a:pt x="479" y="278"/>
                  </a:lnTo>
                  <a:lnTo>
                    <a:pt x="479" y="278"/>
                  </a:lnTo>
                  <a:cubicBezTo>
                    <a:pt x="278" y="161"/>
                    <a:pt x="3" y="0"/>
                    <a:pt x="1" y="0"/>
                  </a:cubicBezTo>
                  <a:close/>
                  <a:moveTo>
                    <a:pt x="479" y="278"/>
                  </a:moveTo>
                  <a:lnTo>
                    <a:pt x="479" y="278"/>
                  </a:lnTo>
                  <a:cubicBezTo>
                    <a:pt x="594" y="345"/>
                    <a:pt x="684" y="397"/>
                    <a:pt x="684" y="397"/>
                  </a:cubicBezTo>
                  <a:lnTo>
                    <a:pt x="682" y="395"/>
                  </a:lnTo>
                  <a:lnTo>
                    <a:pt x="479" y="2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0"/>
            <p:cNvSpPr/>
            <p:nvPr/>
          </p:nvSpPr>
          <p:spPr>
            <a:xfrm rot="-3560944">
              <a:off x="13356418" y="-1817829"/>
              <a:ext cx="406870" cy="236746"/>
            </a:xfrm>
            <a:custGeom>
              <a:rect b="b" l="l" r="r" t="t"/>
              <a:pathLst>
                <a:path extrusionOk="0" h="398" w="684">
                  <a:moveTo>
                    <a:pt x="1" y="0"/>
                  </a:moveTo>
                  <a:lnTo>
                    <a:pt x="682" y="397"/>
                  </a:lnTo>
                  <a:lnTo>
                    <a:pt x="684" y="397"/>
                  </a:lnTo>
                  <a:cubicBezTo>
                    <a:pt x="684" y="397"/>
                    <a:pt x="5" y="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0"/>
            <p:cNvSpPr/>
            <p:nvPr/>
          </p:nvSpPr>
          <p:spPr>
            <a:xfrm rot="-3560944">
              <a:off x="13357631" y="-1819876"/>
              <a:ext cx="406870" cy="236746"/>
            </a:xfrm>
            <a:custGeom>
              <a:rect b="b" l="l" r="r" t="t"/>
              <a:pathLst>
                <a:path extrusionOk="0" h="398" w="684">
                  <a:moveTo>
                    <a:pt x="1" y="0"/>
                  </a:moveTo>
                  <a:cubicBezTo>
                    <a:pt x="1" y="1"/>
                    <a:pt x="42" y="25"/>
                    <a:pt x="103" y="60"/>
                  </a:cubicBezTo>
                  <a:lnTo>
                    <a:pt x="103" y="60"/>
                  </a:lnTo>
                  <a:lnTo>
                    <a:pt x="1" y="0"/>
                  </a:lnTo>
                  <a:close/>
                  <a:moveTo>
                    <a:pt x="103" y="60"/>
                  </a:moveTo>
                  <a:lnTo>
                    <a:pt x="680" y="397"/>
                  </a:lnTo>
                  <a:lnTo>
                    <a:pt x="684" y="397"/>
                  </a:lnTo>
                  <a:cubicBezTo>
                    <a:pt x="684" y="397"/>
                    <a:pt x="294" y="171"/>
                    <a:pt x="103" y="6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0"/>
            <p:cNvSpPr/>
            <p:nvPr/>
          </p:nvSpPr>
          <p:spPr>
            <a:xfrm rot="-3560944">
              <a:off x="13381308" y="-1734567"/>
              <a:ext cx="404491" cy="250427"/>
            </a:xfrm>
            <a:custGeom>
              <a:rect b="b" l="l" r="r" t="t"/>
              <a:pathLst>
                <a:path extrusionOk="0" h="421" w="680">
                  <a:moveTo>
                    <a:pt x="0" y="1"/>
                  </a:moveTo>
                  <a:lnTo>
                    <a:pt x="0" y="23"/>
                  </a:lnTo>
                  <a:lnTo>
                    <a:pt x="679" y="420"/>
                  </a:lnTo>
                  <a:lnTo>
                    <a:pt x="679" y="398"/>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0"/>
            <p:cNvSpPr/>
            <p:nvPr/>
          </p:nvSpPr>
          <p:spPr>
            <a:xfrm rot="-3560944">
              <a:off x="13337810" y="-1797225"/>
              <a:ext cx="455647" cy="295040"/>
            </a:xfrm>
            <a:custGeom>
              <a:rect b="b" l="l" r="r" t="t"/>
              <a:pathLst>
                <a:path extrusionOk="0" h="496" w="766">
                  <a:moveTo>
                    <a:pt x="84" y="1"/>
                  </a:moveTo>
                  <a:lnTo>
                    <a:pt x="41" y="27"/>
                  </a:lnTo>
                  <a:cubicBezTo>
                    <a:pt x="19" y="50"/>
                    <a:pt x="14" y="50"/>
                    <a:pt x="14" y="52"/>
                  </a:cubicBezTo>
                  <a:cubicBezTo>
                    <a:pt x="12" y="56"/>
                    <a:pt x="12" y="56"/>
                    <a:pt x="12" y="58"/>
                  </a:cubicBezTo>
                  <a:cubicBezTo>
                    <a:pt x="0" y="99"/>
                    <a:pt x="679" y="496"/>
                    <a:pt x="679" y="496"/>
                  </a:cubicBezTo>
                  <a:cubicBezTo>
                    <a:pt x="679" y="487"/>
                    <a:pt x="683" y="481"/>
                    <a:pt x="683" y="475"/>
                  </a:cubicBezTo>
                  <a:cubicBezTo>
                    <a:pt x="686" y="467"/>
                    <a:pt x="688" y="459"/>
                    <a:pt x="694" y="455"/>
                  </a:cubicBezTo>
                  <a:cubicBezTo>
                    <a:pt x="698" y="447"/>
                    <a:pt x="700" y="440"/>
                    <a:pt x="706" y="436"/>
                  </a:cubicBezTo>
                  <a:cubicBezTo>
                    <a:pt x="710" y="430"/>
                    <a:pt x="716" y="426"/>
                    <a:pt x="720" y="424"/>
                  </a:cubicBezTo>
                  <a:lnTo>
                    <a:pt x="765" y="397"/>
                  </a:lnTo>
                  <a:lnTo>
                    <a:pt x="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0"/>
            <p:cNvSpPr/>
            <p:nvPr/>
          </p:nvSpPr>
          <p:spPr>
            <a:xfrm rot="-3560944">
              <a:off x="13362011" y="-1709891"/>
              <a:ext cx="454457" cy="265893"/>
            </a:xfrm>
            <a:custGeom>
              <a:rect b="b" l="l" r="r" t="t"/>
              <a:pathLst>
                <a:path extrusionOk="0" h="447" w="764">
                  <a:moveTo>
                    <a:pt x="84" y="0"/>
                  </a:moveTo>
                  <a:lnTo>
                    <a:pt x="43" y="27"/>
                  </a:lnTo>
                  <a:lnTo>
                    <a:pt x="0" y="51"/>
                  </a:lnTo>
                  <a:lnTo>
                    <a:pt x="677" y="446"/>
                  </a:lnTo>
                  <a:lnTo>
                    <a:pt x="722" y="420"/>
                  </a:lnTo>
                  <a:lnTo>
                    <a:pt x="763" y="397"/>
                  </a:lnTo>
                  <a:lnTo>
                    <a:pt x="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0"/>
            <p:cNvSpPr/>
            <p:nvPr/>
          </p:nvSpPr>
          <p:spPr>
            <a:xfrm rot="-3560944">
              <a:off x="13379498" y="-1588855"/>
              <a:ext cx="404491" cy="248643"/>
            </a:xfrm>
            <a:custGeom>
              <a:rect b="b" l="l" r="r" t="t"/>
              <a:pathLst>
                <a:path extrusionOk="0" h="418" w="680">
                  <a:moveTo>
                    <a:pt x="0" y="0"/>
                  </a:moveTo>
                  <a:lnTo>
                    <a:pt x="0" y="23"/>
                  </a:lnTo>
                  <a:lnTo>
                    <a:pt x="680" y="418"/>
                  </a:lnTo>
                  <a:lnTo>
                    <a:pt x="680" y="397"/>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0"/>
            <p:cNvSpPr/>
            <p:nvPr/>
          </p:nvSpPr>
          <p:spPr>
            <a:xfrm rot="-3560944">
              <a:off x="13331642" y="-1660048"/>
              <a:ext cx="474087" cy="297420"/>
            </a:xfrm>
            <a:custGeom>
              <a:rect b="b" l="l" r="r" t="t"/>
              <a:pathLst>
                <a:path extrusionOk="0" h="500" w="797">
                  <a:moveTo>
                    <a:pt x="794" y="396"/>
                  </a:moveTo>
                  <a:lnTo>
                    <a:pt x="796" y="397"/>
                  </a:lnTo>
                  <a:cubicBezTo>
                    <a:pt x="796" y="397"/>
                    <a:pt x="795" y="396"/>
                    <a:pt x="794" y="396"/>
                  </a:cubicBezTo>
                  <a:close/>
                  <a:moveTo>
                    <a:pt x="111" y="0"/>
                  </a:moveTo>
                  <a:cubicBezTo>
                    <a:pt x="88" y="6"/>
                    <a:pt x="41" y="31"/>
                    <a:pt x="41" y="31"/>
                  </a:cubicBezTo>
                  <a:cubicBezTo>
                    <a:pt x="19" y="53"/>
                    <a:pt x="17" y="53"/>
                    <a:pt x="17" y="58"/>
                  </a:cubicBezTo>
                  <a:cubicBezTo>
                    <a:pt x="13" y="60"/>
                    <a:pt x="13" y="60"/>
                    <a:pt x="13" y="62"/>
                  </a:cubicBezTo>
                  <a:cubicBezTo>
                    <a:pt x="0" y="103"/>
                    <a:pt x="682" y="499"/>
                    <a:pt x="682" y="499"/>
                  </a:cubicBezTo>
                  <a:cubicBezTo>
                    <a:pt x="682" y="491"/>
                    <a:pt x="684" y="487"/>
                    <a:pt x="684" y="479"/>
                  </a:cubicBezTo>
                  <a:cubicBezTo>
                    <a:pt x="686" y="471"/>
                    <a:pt x="688" y="467"/>
                    <a:pt x="694" y="459"/>
                  </a:cubicBezTo>
                  <a:cubicBezTo>
                    <a:pt x="698" y="450"/>
                    <a:pt x="702" y="446"/>
                    <a:pt x="706" y="440"/>
                  </a:cubicBezTo>
                  <a:cubicBezTo>
                    <a:pt x="712" y="436"/>
                    <a:pt x="716" y="430"/>
                    <a:pt x="723" y="428"/>
                  </a:cubicBezTo>
                  <a:lnTo>
                    <a:pt x="766" y="401"/>
                  </a:lnTo>
                  <a:cubicBezTo>
                    <a:pt x="774" y="397"/>
                    <a:pt x="778" y="395"/>
                    <a:pt x="784" y="395"/>
                  </a:cubicBezTo>
                  <a:cubicBezTo>
                    <a:pt x="787" y="395"/>
                    <a:pt x="792" y="395"/>
                    <a:pt x="794" y="396"/>
                  </a:cubicBezTo>
                  <a:lnTo>
                    <a:pt x="794" y="396"/>
                  </a:lnTo>
                  <a:lnTo>
                    <a:pt x="115" y="2"/>
                  </a:lnTo>
                  <a:lnTo>
                    <a:pt x="1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0"/>
            <p:cNvSpPr/>
            <p:nvPr/>
          </p:nvSpPr>
          <p:spPr>
            <a:xfrm rot="-3560944">
              <a:off x="13359559" y="-1564407"/>
              <a:ext cx="455647" cy="265893"/>
            </a:xfrm>
            <a:custGeom>
              <a:rect b="b" l="l" r="r" t="t"/>
              <a:pathLst>
                <a:path extrusionOk="0" h="447" w="766">
                  <a:moveTo>
                    <a:pt x="86" y="1"/>
                  </a:moveTo>
                  <a:lnTo>
                    <a:pt x="43" y="28"/>
                  </a:lnTo>
                  <a:lnTo>
                    <a:pt x="0" y="52"/>
                  </a:lnTo>
                  <a:lnTo>
                    <a:pt x="678" y="447"/>
                  </a:lnTo>
                  <a:lnTo>
                    <a:pt x="725" y="420"/>
                  </a:lnTo>
                  <a:lnTo>
                    <a:pt x="766" y="396"/>
                  </a:lnTo>
                  <a:lnTo>
                    <a:pt x="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0"/>
            <p:cNvSpPr/>
            <p:nvPr/>
          </p:nvSpPr>
          <p:spPr>
            <a:xfrm rot="-3560944">
              <a:off x="13342387" y="-1522596"/>
              <a:ext cx="421741" cy="237936"/>
            </a:xfrm>
            <a:custGeom>
              <a:rect b="b" l="l" r="r" t="t"/>
              <a:pathLst>
                <a:path extrusionOk="0" h="400" w="709">
                  <a:moveTo>
                    <a:pt x="23" y="1"/>
                  </a:moveTo>
                  <a:lnTo>
                    <a:pt x="23" y="1"/>
                  </a:lnTo>
                  <a:cubicBezTo>
                    <a:pt x="1" y="5"/>
                    <a:pt x="680" y="400"/>
                    <a:pt x="680" y="400"/>
                  </a:cubicBezTo>
                  <a:cubicBezTo>
                    <a:pt x="686" y="400"/>
                    <a:pt x="690" y="398"/>
                    <a:pt x="696" y="398"/>
                  </a:cubicBezTo>
                  <a:cubicBezTo>
                    <a:pt x="699" y="398"/>
                    <a:pt x="704" y="398"/>
                    <a:pt x="707" y="399"/>
                  </a:cubicBezTo>
                  <a:lnTo>
                    <a:pt x="707" y="399"/>
                  </a:lnTo>
                  <a:lnTo>
                    <a:pt x="29" y="3"/>
                  </a:lnTo>
                  <a:cubicBezTo>
                    <a:pt x="25" y="1"/>
                    <a:pt x="23" y="1"/>
                    <a:pt x="23" y="1"/>
                  </a:cubicBezTo>
                  <a:close/>
                  <a:moveTo>
                    <a:pt x="707" y="399"/>
                  </a:moveTo>
                  <a:lnTo>
                    <a:pt x="708" y="400"/>
                  </a:lnTo>
                  <a:cubicBezTo>
                    <a:pt x="708" y="399"/>
                    <a:pt x="707" y="399"/>
                    <a:pt x="707" y="39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0"/>
            <p:cNvSpPr/>
            <p:nvPr/>
          </p:nvSpPr>
          <p:spPr>
            <a:xfrm rot="-3560944">
              <a:off x="13378456" y="-1443580"/>
              <a:ext cx="404491" cy="248643"/>
            </a:xfrm>
            <a:custGeom>
              <a:rect b="b" l="l" r="r" t="t"/>
              <a:pathLst>
                <a:path extrusionOk="0" h="418" w="680">
                  <a:moveTo>
                    <a:pt x="1" y="0"/>
                  </a:moveTo>
                  <a:lnTo>
                    <a:pt x="1" y="21"/>
                  </a:lnTo>
                  <a:lnTo>
                    <a:pt x="680" y="418"/>
                  </a:lnTo>
                  <a:lnTo>
                    <a:pt x="680" y="418"/>
                  </a:lnTo>
                  <a:lnTo>
                    <a:pt x="678" y="393"/>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0"/>
            <p:cNvSpPr/>
            <p:nvPr/>
          </p:nvSpPr>
          <p:spPr>
            <a:xfrm rot="-3560944">
              <a:off x="13337029" y="-1504361"/>
              <a:ext cx="430069" cy="249833"/>
            </a:xfrm>
            <a:custGeom>
              <a:rect b="b" l="l" r="r" t="t"/>
              <a:pathLst>
                <a:path extrusionOk="0" h="420" w="723">
                  <a:moveTo>
                    <a:pt x="44" y="0"/>
                  </a:moveTo>
                  <a:lnTo>
                    <a:pt x="1" y="25"/>
                  </a:lnTo>
                  <a:lnTo>
                    <a:pt x="680" y="420"/>
                  </a:lnTo>
                  <a:lnTo>
                    <a:pt x="723" y="393"/>
                  </a:lnTo>
                  <a:lnTo>
                    <a:pt x="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0"/>
            <p:cNvSpPr/>
            <p:nvPr/>
          </p:nvSpPr>
          <p:spPr>
            <a:xfrm rot="-3560944">
              <a:off x="13345899" y="-1482266"/>
              <a:ext cx="430069" cy="278385"/>
            </a:xfrm>
            <a:custGeom>
              <a:rect b="b" l="l" r="r" t="t"/>
              <a:pathLst>
                <a:path extrusionOk="0" h="468" w="723">
                  <a:moveTo>
                    <a:pt x="41" y="1"/>
                  </a:moveTo>
                  <a:cubicBezTo>
                    <a:pt x="19" y="23"/>
                    <a:pt x="17" y="23"/>
                    <a:pt x="17" y="25"/>
                  </a:cubicBezTo>
                  <a:cubicBezTo>
                    <a:pt x="15" y="27"/>
                    <a:pt x="15" y="27"/>
                    <a:pt x="15" y="31"/>
                  </a:cubicBezTo>
                  <a:cubicBezTo>
                    <a:pt x="1" y="72"/>
                    <a:pt x="682" y="467"/>
                    <a:pt x="682" y="467"/>
                  </a:cubicBezTo>
                  <a:cubicBezTo>
                    <a:pt x="682" y="461"/>
                    <a:pt x="684" y="455"/>
                    <a:pt x="684" y="447"/>
                  </a:cubicBezTo>
                  <a:cubicBezTo>
                    <a:pt x="690" y="442"/>
                    <a:pt x="692" y="434"/>
                    <a:pt x="694" y="426"/>
                  </a:cubicBezTo>
                  <a:cubicBezTo>
                    <a:pt x="702" y="414"/>
                    <a:pt x="713" y="404"/>
                    <a:pt x="723" y="395"/>
                  </a:cubicBezTo>
                  <a:lnTo>
                    <a:pt x="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0"/>
            <p:cNvSpPr/>
            <p:nvPr/>
          </p:nvSpPr>
          <p:spPr>
            <a:xfrm rot="-3560944">
              <a:off x="13357107" y="-1419519"/>
              <a:ext cx="456837" cy="267083"/>
            </a:xfrm>
            <a:custGeom>
              <a:rect b="b" l="l" r="r" t="t"/>
              <a:pathLst>
                <a:path extrusionOk="0" h="449" w="768">
                  <a:moveTo>
                    <a:pt x="89" y="1"/>
                  </a:moveTo>
                  <a:lnTo>
                    <a:pt x="44" y="29"/>
                  </a:lnTo>
                  <a:lnTo>
                    <a:pt x="1" y="52"/>
                  </a:lnTo>
                  <a:lnTo>
                    <a:pt x="682" y="449"/>
                  </a:lnTo>
                  <a:lnTo>
                    <a:pt x="725" y="422"/>
                  </a:lnTo>
                  <a:lnTo>
                    <a:pt x="768" y="398"/>
                  </a:lnTo>
                  <a:lnTo>
                    <a:pt x="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0"/>
            <p:cNvSpPr/>
            <p:nvPr/>
          </p:nvSpPr>
          <p:spPr>
            <a:xfrm rot="-3560944">
              <a:off x="13585587" y="-1052493"/>
              <a:ext cx="405681" cy="296230"/>
            </a:xfrm>
            <a:custGeom>
              <a:rect b="b" l="l" r="r" t="t"/>
              <a:pathLst>
                <a:path extrusionOk="0" h="498" w="682">
                  <a:moveTo>
                    <a:pt x="0" y="0"/>
                  </a:moveTo>
                  <a:lnTo>
                    <a:pt x="0" y="49"/>
                  </a:lnTo>
                  <a:lnTo>
                    <a:pt x="4" y="100"/>
                  </a:lnTo>
                  <a:lnTo>
                    <a:pt x="681" y="497"/>
                  </a:lnTo>
                  <a:lnTo>
                    <a:pt x="681" y="446"/>
                  </a:lnTo>
                  <a:lnTo>
                    <a:pt x="681" y="395"/>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0"/>
            <p:cNvSpPr/>
            <p:nvPr/>
          </p:nvSpPr>
          <p:spPr>
            <a:xfrm rot="-3560944">
              <a:off x="13340738" y="-1376298"/>
              <a:ext cx="421741" cy="237936"/>
            </a:xfrm>
            <a:custGeom>
              <a:rect b="b" l="l" r="r" t="t"/>
              <a:pathLst>
                <a:path extrusionOk="0" h="400" w="709">
                  <a:moveTo>
                    <a:pt x="23" y="1"/>
                  </a:moveTo>
                  <a:lnTo>
                    <a:pt x="23" y="1"/>
                  </a:lnTo>
                  <a:cubicBezTo>
                    <a:pt x="1" y="5"/>
                    <a:pt x="682" y="400"/>
                    <a:pt x="682" y="400"/>
                  </a:cubicBezTo>
                  <a:cubicBezTo>
                    <a:pt x="686" y="400"/>
                    <a:pt x="692" y="398"/>
                    <a:pt x="696" y="398"/>
                  </a:cubicBezTo>
                  <a:cubicBezTo>
                    <a:pt x="701" y="398"/>
                    <a:pt x="704" y="398"/>
                    <a:pt x="706" y="398"/>
                  </a:cubicBezTo>
                  <a:lnTo>
                    <a:pt x="706" y="398"/>
                  </a:lnTo>
                  <a:lnTo>
                    <a:pt x="29" y="3"/>
                  </a:lnTo>
                  <a:cubicBezTo>
                    <a:pt x="25" y="1"/>
                    <a:pt x="23" y="1"/>
                    <a:pt x="23" y="1"/>
                  </a:cubicBezTo>
                  <a:close/>
                  <a:moveTo>
                    <a:pt x="706" y="398"/>
                  </a:moveTo>
                  <a:lnTo>
                    <a:pt x="709" y="400"/>
                  </a:lnTo>
                  <a:cubicBezTo>
                    <a:pt x="708" y="399"/>
                    <a:pt x="707" y="399"/>
                    <a:pt x="706" y="3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0"/>
            <p:cNvSpPr/>
            <p:nvPr/>
          </p:nvSpPr>
          <p:spPr>
            <a:xfrm rot="-3560944">
              <a:off x="13539047" y="-1017100"/>
              <a:ext cx="413414" cy="251617"/>
            </a:xfrm>
            <a:custGeom>
              <a:rect b="b" l="l" r="r" t="t"/>
              <a:pathLst>
                <a:path extrusionOk="0" h="423" w="695">
                  <a:moveTo>
                    <a:pt x="1" y="1"/>
                  </a:moveTo>
                  <a:cubicBezTo>
                    <a:pt x="1" y="13"/>
                    <a:pt x="7" y="21"/>
                    <a:pt x="15" y="25"/>
                  </a:cubicBezTo>
                  <a:lnTo>
                    <a:pt x="692" y="421"/>
                  </a:lnTo>
                  <a:lnTo>
                    <a:pt x="692" y="421"/>
                  </a:lnTo>
                  <a:cubicBezTo>
                    <a:pt x="685" y="416"/>
                    <a:pt x="682" y="408"/>
                    <a:pt x="682" y="394"/>
                  </a:cubicBezTo>
                  <a:lnTo>
                    <a:pt x="1" y="1"/>
                  </a:lnTo>
                  <a:close/>
                  <a:moveTo>
                    <a:pt x="692" y="421"/>
                  </a:moveTo>
                  <a:lnTo>
                    <a:pt x="692" y="421"/>
                  </a:lnTo>
                  <a:cubicBezTo>
                    <a:pt x="693" y="421"/>
                    <a:pt x="694" y="422"/>
                    <a:pt x="694" y="422"/>
                  </a:cubicBezTo>
                  <a:lnTo>
                    <a:pt x="692" y="4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0"/>
            <p:cNvSpPr/>
            <p:nvPr/>
          </p:nvSpPr>
          <p:spPr>
            <a:xfrm rot="-3560944">
              <a:off x="13539487" y="-1009202"/>
              <a:ext cx="405086" cy="235557"/>
            </a:xfrm>
            <a:custGeom>
              <a:rect b="b" l="l" r="r" t="t"/>
              <a:pathLst>
                <a:path extrusionOk="0" h="396" w="681">
                  <a:moveTo>
                    <a:pt x="1" y="1"/>
                  </a:moveTo>
                  <a:cubicBezTo>
                    <a:pt x="1" y="1"/>
                    <a:pt x="1" y="1"/>
                    <a:pt x="1" y="1"/>
                  </a:cubicBezTo>
                  <a:lnTo>
                    <a:pt x="680" y="396"/>
                  </a:lnTo>
                  <a:lnTo>
                    <a:pt x="680" y="394"/>
                  </a:lnTo>
                  <a:cubicBezTo>
                    <a:pt x="680" y="394"/>
                    <a:pt x="8"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0"/>
            <p:cNvSpPr/>
            <p:nvPr/>
          </p:nvSpPr>
          <p:spPr>
            <a:xfrm rot="-3560944">
              <a:off x="13539487" y="-1009202"/>
              <a:ext cx="405086" cy="235557"/>
            </a:xfrm>
            <a:custGeom>
              <a:rect b="b" l="l" r="r" t="t"/>
              <a:pathLst>
                <a:path extrusionOk="0" h="396" w="681">
                  <a:moveTo>
                    <a:pt x="1" y="1"/>
                  </a:moveTo>
                  <a:cubicBezTo>
                    <a:pt x="1" y="1"/>
                    <a:pt x="1" y="1"/>
                    <a:pt x="1" y="1"/>
                  </a:cubicBezTo>
                  <a:lnTo>
                    <a:pt x="680" y="396"/>
                  </a:lnTo>
                  <a:lnTo>
                    <a:pt x="680" y="394"/>
                  </a:lnTo>
                  <a:cubicBezTo>
                    <a:pt x="680" y="394"/>
                    <a:pt x="8"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0"/>
            <p:cNvSpPr/>
            <p:nvPr/>
          </p:nvSpPr>
          <p:spPr>
            <a:xfrm rot="-3560944">
              <a:off x="13534400" y="-1010385"/>
              <a:ext cx="406275" cy="236746"/>
            </a:xfrm>
            <a:custGeom>
              <a:rect b="b" l="l" r="r" t="t"/>
              <a:pathLst>
                <a:path extrusionOk="0" h="398" w="683">
                  <a:moveTo>
                    <a:pt x="1" y="1"/>
                  </a:moveTo>
                  <a:lnTo>
                    <a:pt x="682" y="398"/>
                  </a:lnTo>
                  <a:cubicBezTo>
                    <a:pt x="682" y="398"/>
                    <a:pt x="5"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0"/>
            <p:cNvSpPr/>
            <p:nvPr/>
          </p:nvSpPr>
          <p:spPr>
            <a:xfrm rot="-3560944">
              <a:off x="13378125" y="-1297349"/>
              <a:ext cx="407465" cy="248643"/>
            </a:xfrm>
            <a:custGeom>
              <a:rect b="b" l="l" r="r" t="t"/>
              <a:pathLst>
                <a:path extrusionOk="0" h="418" w="685">
                  <a:moveTo>
                    <a:pt x="1" y="0"/>
                  </a:moveTo>
                  <a:lnTo>
                    <a:pt x="3" y="25"/>
                  </a:lnTo>
                  <a:lnTo>
                    <a:pt x="684" y="417"/>
                  </a:lnTo>
                  <a:lnTo>
                    <a:pt x="684" y="417"/>
                  </a:lnTo>
                  <a:lnTo>
                    <a:pt x="680" y="397"/>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0"/>
            <p:cNvSpPr/>
            <p:nvPr/>
          </p:nvSpPr>
          <p:spPr>
            <a:xfrm rot="-3560944">
              <a:off x="13480425" y="-1081617"/>
              <a:ext cx="418172" cy="237936"/>
            </a:xfrm>
            <a:custGeom>
              <a:rect b="b" l="l" r="r" t="t"/>
              <a:pathLst>
                <a:path extrusionOk="0" h="400" w="703">
                  <a:moveTo>
                    <a:pt x="21" y="1"/>
                  </a:moveTo>
                  <a:lnTo>
                    <a:pt x="1" y="3"/>
                  </a:lnTo>
                  <a:lnTo>
                    <a:pt x="682" y="400"/>
                  </a:lnTo>
                  <a:lnTo>
                    <a:pt x="703" y="396"/>
                  </a:lnTo>
                  <a:lnTo>
                    <a:pt x="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0"/>
            <p:cNvSpPr/>
            <p:nvPr/>
          </p:nvSpPr>
          <p:spPr>
            <a:xfrm rot="-3560944">
              <a:off x="13369427" y="-1279818"/>
              <a:ext cx="452078" cy="284333"/>
            </a:xfrm>
            <a:custGeom>
              <a:rect b="b" l="l" r="r" t="t"/>
              <a:pathLst>
                <a:path extrusionOk="0" h="478" w="760">
                  <a:moveTo>
                    <a:pt x="80" y="1"/>
                  </a:moveTo>
                  <a:cubicBezTo>
                    <a:pt x="72" y="9"/>
                    <a:pt x="68" y="11"/>
                    <a:pt x="64" y="15"/>
                  </a:cubicBezTo>
                  <a:lnTo>
                    <a:pt x="59" y="19"/>
                  </a:lnTo>
                  <a:lnTo>
                    <a:pt x="49" y="29"/>
                  </a:lnTo>
                  <a:lnTo>
                    <a:pt x="41" y="37"/>
                  </a:lnTo>
                  <a:lnTo>
                    <a:pt x="39" y="39"/>
                  </a:lnTo>
                  <a:lnTo>
                    <a:pt x="0" y="80"/>
                  </a:lnTo>
                  <a:lnTo>
                    <a:pt x="681" y="477"/>
                  </a:lnTo>
                  <a:lnTo>
                    <a:pt x="718" y="436"/>
                  </a:lnTo>
                  <a:cubicBezTo>
                    <a:pt x="724" y="430"/>
                    <a:pt x="726" y="428"/>
                    <a:pt x="728" y="428"/>
                  </a:cubicBezTo>
                  <a:lnTo>
                    <a:pt x="731" y="424"/>
                  </a:lnTo>
                  <a:cubicBezTo>
                    <a:pt x="733" y="420"/>
                    <a:pt x="737" y="418"/>
                    <a:pt x="741" y="414"/>
                  </a:cubicBezTo>
                  <a:cubicBezTo>
                    <a:pt x="743" y="410"/>
                    <a:pt x="745" y="410"/>
                    <a:pt x="745" y="408"/>
                  </a:cubicBezTo>
                  <a:cubicBezTo>
                    <a:pt x="749" y="406"/>
                    <a:pt x="753" y="404"/>
                    <a:pt x="755" y="399"/>
                  </a:cubicBezTo>
                  <a:lnTo>
                    <a:pt x="759" y="395"/>
                  </a:lnTo>
                  <a:lnTo>
                    <a:pt x="8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0"/>
            <p:cNvSpPr/>
            <p:nvPr/>
          </p:nvSpPr>
          <p:spPr>
            <a:xfrm rot="-3560944">
              <a:off x="13332478" y="-1358705"/>
              <a:ext cx="456837" cy="297420"/>
            </a:xfrm>
            <a:custGeom>
              <a:rect b="b" l="l" r="r" t="t"/>
              <a:pathLst>
                <a:path extrusionOk="0" h="500" w="768">
                  <a:moveTo>
                    <a:pt x="91" y="1"/>
                  </a:moveTo>
                  <a:cubicBezTo>
                    <a:pt x="89" y="1"/>
                    <a:pt x="78" y="9"/>
                    <a:pt x="68" y="15"/>
                  </a:cubicBezTo>
                  <a:lnTo>
                    <a:pt x="42" y="29"/>
                  </a:lnTo>
                  <a:lnTo>
                    <a:pt x="17" y="56"/>
                  </a:lnTo>
                  <a:cubicBezTo>
                    <a:pt x="15" y="58"/>
                    <a:pt x="15" y="58"/>
                    <a:pt x="15" y="60"/>
                  </a:cubicBezTo>
                  <a:cubicBezTo>
                    <a:pt x="1" y="107"/>
                    <a:pt x="682" y="500"/>
                    <a:pt x="682" y="500"/>
                  </a:cubicBezTo>
                  <a:cubicBezTo>
                    <a:pt x="680" y="496"/>
                    <a:pt x="680" y="488"/>
                    <a:pt x="682" y="482"/>
                  </a:cubicBezTo>
                  <a:cubicBezTo>
                    <a:pt x="684" y="475"/>
                    <a:pt x="686" y="467"/>
                    <a:pt x="690" y="461"/>
                  </a:cubicBezTo>
                  <a:cubicBezTo>
                    <a:pt x="694" y="455"/>
                    <a:pt x="696" y="449"/>
                    <a:pt x="703" y="441"/>
                  </a:cubicBezTo>
                  <a:cubicBezTo>
                    <a:pt x="707" y="435"/>
                    <a:pt x="713" y="428"/>
                    <a:pt x="721" y="426"/>
                  </a:cubicBezTo>
                  <a:lnTo>
                    <a:pt x="745" y="410"/>
                  </a:lnTo>
                  <a:cubicBezTo>
                    <a:pt x="758" y="402"/>
                    <a:pt x="768" y="398"/>
                    <a:pt x="768" y="398"/>
                  </a:cubicBezTo>
                  <a:lnTo>
                    <a:pt x="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0"/>
            <p:cNvSpPr/>
            <p:nvPr/>
          </p:nvSpPr>
          <p:spPr>
            <a:xfrm rot="-3560944">
              <a:off x="13457756" y="-1142426"/>
              <a:ext cx="427690" cy="300989"/>
            </a:xfrm>
            <a:custGeom>
              <a:rect b="b" l="l" r="r" t="t"/>
              <a:pathLst>
                <a:path extrusionOk="0" h="506" w="719">
                  <a:moveTo>
                    <a:pt x="39" y="0"/>
                  </a:moveTo>
                  <a:cubicBezTo>
                    <a:pt x="39" y="0"/>
                    <a:pt x="37" y="3"/>
                    <a:pt x="37" y="5"/>
                  </a:cubicBezTo>
                  <a:cubicBezTo>
                    <a:pt x="33" y="11"/>
                    <a:pt x="31" y="13"/>
                    <a:pt x="31" y="19"/>
                  </a:cubicBezTo>
                  <a:cubicBezTo>
                    <a:pt x="29" y="21"/>
                    <a:pt x="29" y="25"/>
                    <a:pt x="27" y="29"/>
                  </a:cubicBezTo>
                  <a:cubicBezTo>
                    <a:pt x="23" y="31"/>
                    <a:pt x="23" y="33"/>
                    <a:pt x="23" y="35"/>
                  </a:cubicBezTo>
                  <a:cubicBezTo>
                    <a:pt x="21" y="41"/>
                    <a:pt x="19" y="46"/>
                    <a:pt x="19" y="50"/>
                  </a:cubicBezTo>
                  <a:cubicBezTo>
                    <a:pt x="17" y="52"/>
                    <a:pt x="17" y="54"/>
                    <a:pt x="17" y="54"/>
                  </a:cubicBezTo>
                  <a:cubicBezTo>
                    <a:pt x="13" y="58"/>
                    <a:pt x="0" y="109"/>
                    <a:pt x="0" y="109"/>
                  </a:cubicBezTo>
                  <a:lnTo>
                    <a:pt x="682" y="506"/>
                  </a:lnTo>
                  <a:lnTo>
                    <a:pt x="696" y="455"/>
                  </a:lnTo>
                  <a:cubicBezTo>
                    <a:pt x="696" y="455"/>
                    <a:pt x="698" y="451"/>
                    <a:pt x="698" y="447"/>
                  </a:cubicBezTo>
                  <a:cubicBezTo>
                    <a:pt x="702" y="444"/>
                    <a:pt x="702" y="440"/>
                    <a:pt x="704" y="438"/>
                  </a:cubicBezTo>
                  <a:cubicBezTo>
                    <a:pt x="706" y="434"/>
                    <a:pt x="706" y="432"/>
                    <a:pt x="706" y="430"/>
                  </a:cubicBezTo>
                  <a:cubicBezTo>
                    <a:pt x="708" y="426"/>
                    <a:pt x="708" y="424"/>
                    <a:pt x="712" y="422"/>
                  </a:cubicBezTo>
                  <a:cubicBezTo>
                    <a:pt x="712" y="408"/>
                    <a:pt x="714" y="404"/>
                    <a:pt x="716" y="401"/>
                  </a:cubicBezTo>
                  <a:cubicBezTo>
                    <a:pt x="718" y="393"/>
                    <a:pt x="39" y="0"/>
                    <a:pt x="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0"/>
            <p:cNvSpPr/>
            <p:nvPr/>
          </p:nvSpPr>
          <p:spPr>
            <a:xfrm rot="-3560944">
              <a:off x="13495077" y="-1082675"/>
              <a:ext cx="436612" cy="314670"/>
            </a:xfrm>
            <a:custGeom>
              <a:rect b="b" l="l" r="r" t="t"/>
              <a:pathLst>
                <a:path extrusionOk="0" h="529" w="734">
                  <a:moveTo>
                    <a:pt x="52" y="1"/>
                  </a:moveTo>
                  <a:cubicBezTo>
                    <a:pt x="21" y="27"/>
                    <a:pt x="21" y="27"/>
                    <a:pt x="19" y="27"/>
                  </a:cubicBezTo>
                  <a:cubicBezTo>
                    <a:pt x="17" y="27"/>
                    <a:pt x="17" y="30"/>
                    <a:pt x="17" y="32"/>
                  </a:cubicBezTo>
                  <a:cubicBezTo>
                    <a:pt x="5" y="68"/>
                    <a:pt x="5" y="70"/>
                    <a:pt x="5" y="70"/>
                  </a:cubicBezTo>
                  <a:cubicBezTo>
                    <a:pt x="5" y="70"/>
                    <a:pt x="5" y="89"/>
                    <a:pt x="1" y="103"/>
                  </a:cubicBezTo>
                  <a:lnTo>
                    <a:pt x="1" y="109"/>
                  </a:lnTo>
                  <a:lnTo>
                    <a:pt x="1" y="130"/>
                  </a:lnTo>
                  <a:cubicBezTo>
                    <a:pt x="1" y="132"/>
                    <a:pt x="682" y="529"/>
                    <a:pt x="682" y="529"/>
                  </a:cubicBezTo>
                  <a:lnTo>
                    <a:pt x="682" y="521"/>
                  </a:lnTo>
                  <a:lnTo>
                    <a:pt x="682" y="508"/>
                  </a:lnTo>
                  <a:lnTo>
                    <a:pt x="682" y="500"/>
                  </a:lnTo>
                  <a:cubicBezTo>
                    <a:pt x="684" y="486"/>
                    <a:pt x="684" y="469"/>
                    <a:pt x="684" y="469"/>
                  </a:cubicBezTo>
                  <a:cubicBezTo>
                    <a:pt x="686" y="461"/>
                    <a:pt x="686" y="455"/>
                    <a:pt x="690" y="449"/>
                  </a:cubicBezTo>
                  <a:cubicBezTo>
                    <a:pt x="690" y="441"/>
                    <a:pt x="694" y="435"/>
                    <a:pt x="698" y="428"/>
                  </a:cubicBezTo>
                  <a:cubicBezTo>
                    <a:pt x="703" y="424"/>
                    <a:pt x="705" y="418"/>
                    <a:pt x="711" y="412"/>
                  </a:cubicBezTo>
                  <a:cubicBezTo>
                    <a:pt x="715" y="408"/>
                    <a:pt x="721" y="406"/>
                    <a:pt x="723" y="404"/>
                  </a:cubicBezTo>
                  <a:cubicBezTo>
                    <a:pt x="725" y="400"/>
                    <a:pt x="731" y="398"/>
                    <a:pt x="733" y="398"/>
                  </a:cubicBezTo>
                  <a:lnTo>
                    <a:pt x="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0"/>
            <p:cNvSpPr/>
            <p:nvPr/>
          </p:nvSpPr>
          <p:spPr>
            <a:xfrm rot="-3560944">
              <a:off x="13382200" y="-1186455"/>
              <a:ext cx="427690" cy="271842"/>
            </a:xfrm>
            <a:custGeom>
              <a:rect b="b" l="l" r="r" t="t"/>
              <a:pathLst>
                <a:path extrusionOk="0" h="457" w="719">
                  <a:moveTo>
                    <a:pt x="40" y="0"/>
                  </a:moveTo>
                  <a:lnTo>
                    <a:pt x="1" y="64"/>
                  </a:lnTo>
                  <a:lnTo>
                    <a:pt x="682" y="457"/>
                  </a:lnTo>
                  <a:lnTo>
                    <a:pt x="719" y="395"/>
                  </a:lnTo>
                  <a:lnTo>
                    <a:pt x="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0"/>
            <p:cNvSpPr/>
            <p:nvPr/>
          </p:nvSpPr>
          <p:spPr>
            <a:xfrm rot="-3560944">
              <a:off x="13369930" y="-1214504"/>
              <a:ext cx="436612" cy="251617"/>
            </a:xfrm>
            <a:custGeom>
              <a:rect b="b" l="l" r="r" t="t"/>
              <a:pathLst>
                <a:path extrusionOk="0" h="423" w="734">
                  <a:moveTo>
                    <a:pt x="727" y="392"/>
                  </a:moveTo>
                  <a:lnTo>
                    <a:pt x="733" y="396"/>
                  </a:lnTo>
                  <a:cubicBezTo>
                    <a:pt x="731" y="394"/>
                    <a:pt x="729" y="393"/>
                    <a:pt x="727" y="392"/>
                  </a:cubicBezTo>
                  <a:close/>
                  <a:moveTo>
                    <a:pt x="52" y="1"/>
                  </a:moveTo>
                  <a:lnTo>
                    <a:pt x="52" y="1"/>
                  </a:lnTo>
                  <a:cubicBezTo>
                    <a:pt x="1" y="30"/>
                    <a:pt x="678" y="422"/>
                    <a:pt x="678" y="422"/>
                  </a:cubicBezTo>
                  <a:cubicBezTo>
                    <a:pt x="684" y="416"/>
                    <a:pt x="686" y="412"/>
                    <a:pt x="692" y="408"/>
                  </a:cubicBezTo>
                  <a:cubicBezTo>
                    <a:pt x="696" y="402"/>
                    <a:pt x="702" y="400"/>
                    <a:pt x="705" y="398"/>
                  </a:cubicBezTo>
                  <a:cubicBezTo>
                    <a:pt x="709" y="396"/>
                    <a:pt x="715" y="392"/>
                    <a:pt x="719" y="392"/>
                  </a:cubicBezTo>
                  <a:cubicBezTo>
                    <a:pt x="722" y="392"/>
                    <a:pt x="725" y="392"/>
                    <a:pt x="727" y="392"/>
                  </a:cubicBezTo>
                  <a:lnTo>
                    <a:pt x="727" y="392"/>
                  </a:lnTo>
                  <a:lnTo>
                    <a:pt x="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0"/>
            <p:cNvSpPr/>
            <p:nvPr/>
          </p:nvSpPr>
          <p:spPr>
            <a:xfrm rot="-3560944">
              <a:off x="13415036" y="-1159735"/>
              <a:ext cx="412224" cy="277195"/>
            </a:xfrm>
            <a:custGeom>
              <a:rect b="b" l="l" r="r" t="t"/>
              <a:pathLst>
                <a:path extrusionOk="0" h="466" w="693">
                  <a:moveTo>
                    <a:pt x="11" y="1"/>
                  </a:moveTo>
                  <a:lnTo>
                    <a:pt x="1" y="60"/>
                  </a:lnTo>
                  <a:lnTo>
                    <a:pt x="9" y="68"/>
                  </a:lnTo>
                  <a:lnTo>
                    <a:pt x="690" y="465"/>
                  </a:lnTo>
                  <a:cubicBezTo>
                    <a:pt x="684" y="461"/>
                    <a:pt x="682" y="459"/>
                    <a:pt x="682" y="455"/>
                  </a:cubicBezTo>
                  <a:cubicBezTo>
                    <a:pt x="676" y="451"/>
                    <a:pt x="674" y="447"/>
                    <a:pt x="676" y="441"/>
                  </a:cubicBezTo>
                  <a:cubicBezTo>
                    <a:pt x="676" y="434"/>
                    <a:pt x="680" y="428"/>
                    <a:pt x="682" y="420"/>
                  </a:cubicBezTo>
                  <a:cubicBezTo>
                    <a:pt x="684" y="414"/>
                    <a:pt x="686" y="406"/>
                    <a:pt x="692" y="398"/>
                  </a:cubicBezTo>
                  <a:lnTo>
                    <a:pt x="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0"/>
            <p:cNvSpPr/>
            <p:nvPr/>
          </p:nvSpPr>
          <p:spPr>
            <a:xfrm rot="-3560944">
              <a:off x="12438414" y="-3841601"/>
              <a:ext cx="3137779" cy="2191984"/>
            </a:xfrm>
            <a:custGeom>
              <a:rect b="b" l="l" r="r" t="t"/>
              <a:pathLst>
                <a:path extrusionOk="0" h="3685" w="5275">
                  <a:moveTo>
                    <a:pt x="5044" y="131"/>
                  </a:moveTo>
                  <a:cubicBezTo>
                    <a:pt x="5058" y="131"/>
                    <a:pt x="5072" y="133"/>
                    <a:pt x="5081" y="136"/>
                  </a:cubicBezTo>
                  <a:cubicBezTo>
                    <a:pt x="5093" y="142"/>
                    <a:pt x="5101" y="144"/>
                    <a:pt x="5101" y="144"/>
                  </a:cubicBezTo>
                  <a:lnTo>
                    <a:pt x="5107" y="150"/>
                  </a:lnTo>
                  <a:cubicBezTo>
                    <a:pt x="5111" y="152"/>
                    <a:pt x="5117" y="154"/>
                    <a:pt x="5120" y="159"/>
                  </a:cubicBezTo>
                  <a:cubicBezTo>
                    <a:pt x="5132" y="167"/>
                    <a:pt x="5142" y="183"/>
                    <a:pt x="5150" y="201"/>
                  </a:cubicBezTo>
                  <a:cubicBezTo>
                    <a:pt x="5160" y="218"/>
                    <a:pt x="5162" y="242"/>
                    <a:pt x="5165" y="257"/>
                  </a:cubicBezTo>
                  <a:cubicBezTo>
                    <a:pt x="5169" y="267"/>
                    <a:pt x="5169" y="273"/>
                    <a:pt x="5169" y="277"/>
                  </a:cubicBezTo>
                  <a:lnTo>
                    <a:pt x="5169" y="287"/>
                  </a:lnTo>
                  <a:lnTo>
                    <a:pt x="5169" y="531"/>
                  </a:lnTo>
                  <a:cubicBezTo>
                    <a:pt x="5170" y="530"/>
                    <a:pt x="5170" y="530"/>
                    <a:pt x="5171" y="530"/>
                  </a:cubicBezTo>
                  <a:lnTo>
                    <a:pt x="5171" y="530"/>
                  </a:lnTo>
                  <a:cubicBezTo>
                    <a:pt x="5179" y="530"/>
                    <a:pt x="5177" y="575"/>
                    <a:pt x="5158" y="625"/>
                  </a:cubicBezTo>
                  <a:cubicBezTo>
                    <a:pt x="5148" y="654"/>
                    <a:pt x="5134" y="682"/>
                    <a:pt x="5124" y="703"/>
                  </a:cubicBezTo>
                  <a:cubicBezTo>
                    <a:pt x="5120" y="713"/>
                    <a:pt x="5113" y="719"/>
                    <a:pt x="5109" y="725"/>
                  </a:cubicBezTo>
                  <a:cubicBezTo>
                    <a:pt x="5103" y="733"/>
                    <a:pt x="5103" y="735"/>
                    <a:pt x="5101" y="735"/>
                  </a:cubicBezTo>
                  <a:cubicBezTo>
                    <a:pt x="5099" y="738"/>
                    <a:pt x="5068" y="789"/>
                    <a:pt x="5025" y="830"/>
                  </a:cubicBezTo>
                  <a:cubicBezTo>
                    <a:pt x="5003" y="852"/>
                    <a:pt x="4980" y="868"/>
                    <a:pt x="4966" y="881"/>
                  </a:cubicBezTo>
                  <a:cubicBezTo>
                    <a:pt x="4948" y="893"/>
                    <a:pt x="4937" y="899"/>
                    <a:pt x="4937" y="899"/>
                  </a:cubicBezTo>
                  <a:lnTo>
                    <a:pt x="4725" y="1022"/>
                  </a:lnTo>
                  <a:lnTo>
                    <a:pt x="4512" y="1145"/>
                  </a:lnTo>
                  <a:lnTo>
                    <a:pt x="4301" y="1267"/>
                  </a:lnTo>
                  <a:lnTo>
                    <a:pt x="4088" y="1390"/>
                  </a:lnTo>
                  <a:lnTo>
                    <a:pt x="3876" y="1513"/>
                  </a:lnTo>
                  <a:lnTo>
                    <a:pt x="3663" y="1636"/>
                  </a:lnTo>
                  <a:lnTo>
                    <a:pt x="3452" y="1758"/>
                  </a:lnTo>
                  <a:lnTo>
                    <a:pt x="3239" y="1881"/>
                  </a:lnTo>
                  <a:lnTo>
                    <a:pt x="3027" y="2004"/>
                  </a:lnTo>
                  <a:lnTo>
                    <a:pt x="2814" y="2127"/>
                  </a:lnTo>
                  <a:lnTo>
                    <a:pt x="2603" y="2249"/>
                  </a:lnTo>
                  <a:lnTo>
                    <a:pt x="2390" y="2372"/>
                  </a:lnTo>
                  <a:lnTo>
                    <a:pt x="2177" y="2495"/>
                  </a:lnTo>
                  <a:lnTo>
                    <a:pt x="1965" y="2618"/>
                  </a:lnTo>
                  <a:lnTo>
                    <a:pt x="1754" y="2740"/>
                  </a:lnTo>
                  <a:lnTo>
                    <a:pt x="1541" y="2863"/>
                  </a:lnTo>
                  <a:lnTo>
                    <a:pt x="1328" y="2986"/>
                  </a:lnTo>
                  <a:lnTo>
                    <a:pt x="1116" y="3109"/>
                  </a:lnTo>
                  <a:lnTo>
                    <a:pt x="905" y="3232"/>
                  </a:lnTo>
                  <a:lnTo>
                    <a:pt x="692" y="3354"/>
                  </a:lnTo>
                  <a:lnTo>
                    <a:pt x="479" y="3477"/>
                  </a:lnTo>
                  <a:cubicBezTo>
                    <a:pt x="477" y="3477"/>
                    <a:pt x="467" y="3485"/>
                    <a:pt x="447" y="3497"/>
                  </a:cubicBezTo>
                  <a:cubicBezTo>
                    <a:pt x="438" y="3502"/>
                    <a:pt x="430" y="3508"/>
                    <a:pt x="420" y="3512"/>
                  </a:cubicBezTo>
                  <a:cubicBezTo>
                    <a:pt x="406" y="3522"/>
                    <a:pt x="387" y="3530"/>
                    <a:pt x="375" y="3538"/>
                  </a:cubicBezTo>
                  <a:cubicBezTo>
                    <a:pt x="353" y="3551"/>
                    <a:pt x="332" y="3559"/>
                    <a:pt x="314" y="3563"/>
                  </a:cubicBezTo>
                  <a:cubicBezTo>
                    <a:pt x="305" y="3567"/>
                    <a:pt x="297" y="3567"/>
                    <a:pt x="293" y="3569"/>
                  </a:cubicBezTo>
                  <a:cubicBezTo>
                    <a:pt x="287" y="3571"/>
                    <a:pt x="285" y="3571"/>
                    <a:pt x="285" y="3571"/>
                  </a:cubicBezTo>
                  <a:cubicBezTo>
                    <a:pt x="284" y="3571"/>
                    <a:pt x="277" y="3572"/>
                    <a:pt x="267" y="3572"/>
                  </a:cubicBezTo>
                  <a:cubicBezTo>
                    <a:pt x="252" y="3572"/>
                    <a:pt x="230" y="3570"/>
                    <a:pt x="211" y="3559"/>
                  </a:cubicBezTo>
                  <a:cubicBezTo>
                    <a:pt x="193" y="3551"/>
                    <a:pt x="183" y="3538"/>
                    <a:pt x="172" y="3528"/>
                  </a:cubicBezTo>
                  <a:cubicBezTo>
                    <a:pt x="168" y="3520"/>
                    <a:pt x="164" y="3516"/>
                    <a:pt x="162" y="3512"/>
                  </a:cubicBezTo>
                  <a:cubicBezTo>
                    <a:pt x="160" y="3510"/>
                    <a:pt x="160" y="3506"/>
                    <a:pt x="160" y="3506"/>
                  </a:cubicBezTo>
                  <a:cubicBezTo>
                    <a:pt x="160" y="3506"/>
                    <a:pt x="154" y="3497"/>
                    <a:pt x="150" y="3481"/>
                  </a:cubicBezTo>
                  <a:cubicBezTo>
                    <a:pt x="144" y="3467"/>
                    <a:pt x="142" y="3446"/>
                    <a:pt x="142" y="3418"/>
                  </a:cubicBezTo>
                  <a:lnTo>
                    <a:pt x="142" y="3295"/>
                  </a:lnTo>
                  <a:lnTo>
                    <a:pt x="142" y="3174"/>
                  </a:lnTo>
                  <a:cubicBezTo>
                    <a:pt x="142" y="3150"/>
                    <a:pt x="148" y="3123"/>
                    <a:pt x="152" y="3103"/>
                  </a:cubicBezTo>
                  <a:cubicBezTo>
                    <a:pt x="154" y="3092"/>
                    <a:pt x="158" y="3086"/>
                    <a:pt x="160" y="3078"/>
                  </a:cubicBezTo>
                  <a:cubicBezTo>
                    <a:pt x="162" y="3070"/>
                    <a:pt x="162" y="3068"/>
                    <a:pt x="162" y="3068"/>
                  </a:cubicBezTo>
                  <a:cubicBezTo>
                    <a:pt x="164" y="3066"/>
                    <a:pt x="181" y="3011"/>
                    <a:pt x="215" y="2959"/>
                  </a:cubicBezTo>
                  <a:cubicBezTo>
                    <a:pt x="234" y="2935"/>
                    <a:pt x="252" y="2908"/>
                    <a:pt x="267" y="2894"/>
                  </a:cubicBezTo>
                  <a:cubicBezTo>
                    <a:pt x="275" y="2886"/>
                    <a:pt x="283" y="2878"/>
                    <a:pt x="285" y="2873"/>
                  </a:cubicBezTo>
                  <a:lnTo>
                    <a:pt x="293" y="2865"/>
                  </a:lnTo>
                  <a:lnTo>
                    <a:pt x="301" y="2857"/>
                  </a:lnTo>
                  <a:cubicBezTo>
                    <a:pt x="305" y="2853"/>
                    <a:pt x="314" y="2847"/>
                    <a:pt x="322" y="2841"/>
                  </a:cubicBezTo>
                  <a:cubicBezTo>
                    <a:pt x="336" y="2824"/>
                    <a:pt x="359" y="2810"/>
                    <a:pt x="383" y="2796"/>
                  </a:cubicBezTo>
                  <a:cubicBezTo>
                    <a:pt x="436" y="2765"/>
                    <a:pt x="485" y="2738"/>
                    <a:pt x="488" y="2734"/>
                  </a:cubicBezTo>
                  <a:lnTo>
                    <a:pt x="700" y="2612"/>
                  </a:lnTo>
                  <a:lnTo>
                    <a:pt x="911" y="2489"/>
                  </a:lnTo>
                  <a:lnTo>
                    <a:pt x="1124" y="2366"/>
                  </a:lnTo>
                  <a:lnTo>
                    <a:pt x="1337" y="2243"/>
                  </a:lnTo>
                  <a:lnTo>
                    <a:pt x="1549" y="2121"/>
                  </a:lnTo>
                  <a:lnTo>
                    <a:pt x="1760" y="1998"/>
                  </a:lnTo>
                  <a:lnTo>
                    <a:pt x="1973" y="1875"/>
                  </a:lnTo>
                  <a:lnTo>
                    <a:pt x="2186" y="1752"/>
                  </a:lnTo>
                  <a:lnTo>
                    <a:pt x="2398" y="1630"/>
                  </a:lnTo>
                  <a:lnTo>
                    <a:pt x="2609" y="1507"/>
                  </a:lnTo>
                  <a:lnTo>
                    <a:pt x="2822" y="1384"/>
                  </a:lnTo>
                  <a:lnTo>
                    <a:pt x="3035" y="1261"/>
                  </a:lnTo>
                  <a:lnTo>
                    <a:pt x="3247" y="1139"/>
                  </a:lnTo>
                  <a:lnTo>
                    <a:pt x="3458" y="1016"/>
                  </a:lnTo>
                  <a:lnTo>
                    <a:pt x="3671" y="893"/>
                  </a:lnTo>
                  <a:lnTo>
                    <a:pt x="3884" y="770"/>
                  </a:lnTo>
                  <a:lnTo>
                    <a:pt x="4097" y="647"/>
                  </a:lnTo>
                  <a:lnTo>
                    <a:pt x="4309" y="525"/>
                  </a:lnTo>
                  <a:lnTo>
                    <a:pt x="4520" y="402"/>
                  </a:lnTo>
                  <a:lnTo>
                    <a:pt x="4733" y="279"/>
                  </a:lnTo>
                  <a:cubicBezTo>
                    <a:pt x="4735" y="277"/>
                    <a:pt x="4786" y="249"/>
                    <a:pt x="4837" y="218"/>
                  </a:cubicBezTo>
                  <a:cubicBezTo>
                    <a:pt x="4889" y="189"/>
                    <a:pt x="4937" y="160"/>
                    <a:pt x="4940" y="160"/>
                  </a:cubicBezTo>
                  <a:lnTo>
                    <a:pt x="4940" y="160"/>
                  </a:lnTo>
                  <a:cubicBezTo>
                    <a:pt x="4940" y="160"/>
                    <a:pt x="4940" y="160"/>
                    <a:pt x="4939" y="161"/>
                  </a:cubicBezTo>
                  <a:cubicBezTo>
                    <a:pt x="4944" y="156"/>
                    <a:pt x="4987" y="134"/>
                    <a:pt x="5027" y="132"/>
                  </a:cubicBezTo>
                  <a:cubicBezTo>
                    <a:pt x="5033" y="131"/>
                    <a:pt x="5038" y="131"/>
                    <a:pt x="5044" y="131"/>
                  </a:cubicBezTo>
                  <a:close/>
                  <a:moveTo>
                    <a:pt x="5093" y="1"/>
                  </a:moveTo>
                  <a:cubicBezTo>
                    <a:pt x="5093" y="1"/>
                    <a:pt x="5081" y="3"/>
                    <a:pt x="5070" y="3"/>
                  </a:cubicBezTo>
                  <a:cubicBezTo>
                    <a:pt x="5058" y="7"/>
                    <a:pt x="5048" y="9"/>
                    <a:pt x="5046" y="9"/>
                  </a:cubicBezTo>
                  <a:cubicBezTo>
                    <a:pt x="5040" y="11"/>
                    <a:pt x="5036" y="11"/>
                    <a:pt x="5029" y="13"/>
                  </a:cubicBezTo>
                  <a:cubicBezTo>
                    <a:pt x="5009" y="28"/>
                    <a:pt x="4995" y="50"/>
                    <a:pt x="4991" y="71"/>
                  </a:cubicBezTo>
                  <a:lnTo>
                    <a:pt x="4987" y="95"/>
                  </a:lnTo>
                  <a:cubicBezTo>
                    <a:pt x="4987" y="95"/>
                    <a:pt x="4976" y="101"/>
                    <a:pt x="4966" y="103"/>
                  </a:cubicBezTo>
                  <a:lnTo>
                    <a:pt x="4946" y="114"/>
                  </a:lnTo>
                  <a:cubicBezTo>
                    <a:pt x="4946" y="114"/>
                    <a:pt x="4937" y="120"/>
                    <a:pt x="4927" y="124"/>
                  </a:cubicBezTo>
                  <a:cubicBezTo>
                    <a:pt x="4925" y="126"/>
                    <a:pt x="4925" y="126"/>
                    <a:pt x="4923" y="126"/>
                  </a:cubicBezTo>
                  <a:cubicBezTo>
                    <a:pt x="4913" y="134"/>
                    <a:pt x="4903" y="140"/>
                    <a:pt x="4899" y="140"/>
                  </a:cubicBezTo>
                  <a:lnTo>
                    <a:pt x="4899" y="116"/>
                  </a:lnTo>
                  <a:cubicBezTo>
                    <a:pt x="4899" y="98"/>
                    <a:pt x="4890" y="88"/>
                    <a:pt x="4877" y="88"/>
                  </a:cubicBezTo>
                  <a:cubicBezTo>
                    <a:pt x="4871" y="88"/>
                    <a:pt x="4865" y="90"/>
                    <a:pt x="4858" y="93"/>
                  </a:cubicBezTo>
                  <a:lnTo>
                    <a:pt x="4815" y="120"/>
                  </a:lnTo>
                  <a:cubicBezTo>
                    <a:pt x="4792" y="132"/>
                    <a:pt x="4774" y="163"/>
                    <a:pt x="4774" y="187"/>
                  </a:cubicBezTo>
                  <a:lnTo>
                    <a:pt x="4774" y="212"/>
                  </a:lnTo>
                  <a:lnTo>
                    <a:pt x="4731" y="236"/>
                  </a:lnTo>
                  <a:lnTo>
                    <a:pt x="4688" y="263"/>
                  </a:lnTo>
                  <a:lnTo>
                    <a:pt x="4688" y="238"/>
                  </a:lnTo>
                  <a:cubicBezTo>
                    <a:pt x="4688" y="221"/>
                    <a:pt x="4678" y="211"/>
                    <a:pt x="4665" y="211"/>
                  </a:cubicBezTo>
                  <a:cubicBezTo>
                    <a:pt x="4660" y="211"/>
                    <a:pt x="4653" y="212"/>
                    <a:pt x="4647" y="216"/>
                  </a:cubicBezTo>
                  <a:lnTo>
                    <a:pt x="4602" y="242"/>
                  </a:lnTo>
                  <a:cubicBezTo>
                    <a:pt x="4579" y="255"/>
                    <a:pt x="4561" y="285"/>
                    <a:pt x="4561" y="310"/>
                  </a:cubicBezTo>
                  <a:lnTo>
                    <a:pt x="4561" y="334"/>
                  </a:lnTo>
                  <a:lnTo>
                    <a:pt x="4518" y="359"/>
                  </a:lnTo>
                  <a:lnTo>
                    <a:pt x="4475" y="386"/>
                  </a:lnTo>
                  <a:lnTo>
                    <a:pt x="4475" y="361"/>
                  </a:lnTo>
                  <a:cubicBezTo>
                    <a:pt x="4475" y="344"/>
                    <a:pt x="4466" y="333"/>
                    <a:pt x="4452" y="333"/>
                  </a:cubicBezTo>
                  <a:cubicBezTo>
                    <a:pt x="4447" y="333"/>
                    <a:pt x="4441" y="335"/>
                    <a:pt x="4434" y="339"/>
                  </a:cubicBezTo>
                  <a:lnTo>
                    <a:pt x="4387" y="365"/>
                  </a:lnTo>
                  <a:cubicBezTo>
                    <a:pt x="4365" y="377"/>
                    <a:pt x="4346" y="408"/>
                    <a:pt x="4346" y="433"/>
                  </a:cubicBezTo>
                  <a:lnTo>
                    <a:pt x="4346" y="457"/>
                  </a:lnTo>
                  <a:lnTo>
                    <a:pt x="4303" y="482"/>
                  </a:lnTo>
                  <a:lnTo>
                    <a:pt x="4260" y="508"/>
                  </a:lnTo>
                  <a:lnTo>
                    <a:pt x="4260" y="484"/>
                  </a:lnTo>
                  <a:cubicBezTo>
                    <a:pt x="4260" y="466"/>
                    <a:pt x="4251" y="456"/>
                    <a:pt x="4237" y="456"/>
                  </a:cubicBezTo>
                  <a:cubicBezTo>
                    <a:pt x="4232" y="456"/>
                    <a:pt x="4226" y="458"/>
                    <a:pt x="4219" y="461"/>
                  </a:cubicBezTo>
                  <a:lnTo>
                    <a:pt x="4172" y="488"/>
                  </a:lnTo>
                  <a:cubicBezTo>
                    <a:pt x="4150" y="500"/>
                    <a:pt x="4131" y="531"/>
                    <a:pt x="4131" y="555"/>
                  </a:cubicBezTo>
                  <a:lnTo>
                    <a:pt x="4131" y="580"/>
                  </a:lnTo>
                  <a:lnTo>
                    <a:pt x="4088" y="605"/>
                  </a:lnTo>
                  <a:lnTo>
                    <a:pt x="4045" y="631"/>
                  </a:lnTo>
                  <a:lnTo>
                    <a:pt x="4045" y="607"/>
                  </a:lnTo>
                  <a:cubicBezTo>
                    <a:pt x="4045" y="589"/>
                    <a:pt x="4036" y="579"/>
                    <a:pt x="4023" y="579"/>
                  </a:cubicBezTo>
                  <a:cubicBezTo>
                    <a:pt x="4017" y="579"/>
                    <a:pt x="4011" y="581"/>
                    <a:pt x="4004" y="584"/>
                  </a:cubicBezTo>
                  <a:lnTo>
                    <a:pt x="3962" y="611"/>
                  </a:lnTo>
                  <a:cubicBezTo>
                    <a:pt x="3937" y="623"/>
                    <a:pt x="3921" y="654"/>
                    <a:pt x="3921" y="678"/>
                  </a:cubicBezTo>
                  <a:lnTo>
                    <a:pt x="3921" y="703"/>
                  </a:lnTo>
                  <a:lnTo>
                    <a:pt x="3876" y="727"/>
                  </a:lnTo>
                  <a:lnTo>
                    <a:pt x="3833" y="754"/>
                  </a:lnTo>
                  <a:lnTo>
                    <a:pt x="3833" y="729"/>
                  </a:lnTo>
                  <a:cubicBezTo>
                    <a:pt x="3833" y="712"/>
                    <a:pt x="3823" y="702"/>
                    <a:pt x="3810" y="702"/>
                  </a:cubicBezTo>
                  <a:cubicBezTo>
                    <a:pt x="3804" y="702"/>
                    <a:pt x="3798" y="703"/>
                    <a:pt x="3792" y="707"/>
                  </a:cubicBezTo>
                  <a:lnTo>
                    <a:pt x="3747" y="733"/>
                  </a:lnTo>
                  <a:cubicBezTo>
                    <a:pt x="3722" y="746"/>
                    <a:pt x="3704" y="776"/>
                    <a:pt x="3704" y="801"/>
                  </a:cubicBezTo>
                  <a:lnTo>
                    <a:pt x="3704" y="825"/>
                  </a:lnTo>
                  <a:lnTo>
                    <a:pt x="3661" y="850"/>
                  </a:lnTo>
                  <a:lnTo>
                    <a:pt x="3618" y="877"/>
                  </a:lnTo>
                  <a:lnTo>
                    <a:pt x="3618" y="852"/>
                  </a:lnTo>
                  <a:cubicBezTo>
                    <a:pt x="3618" y="835"/>
                    <a:pt x="3608" y="824"/>
                    <a:pt x="3595" y="824"/>
                  </a:cubicBezTo>
                  <a:cubicBezTo>
                    <a:pt x="3589" y="824"/>
                    <a:pt x="3583" y="826"/>
                    <a:pt x="3577" y="830"/>
                  </a:cubicBezTo>
                  <a:lnTo>
                    <a:pt x="3530" y="856"/>
                  </a:lnTo>
                  <a:cubicBezTo>
                    <a:pt x="3507" y="868"/>
                    <a:pt x="3489" y="899"/>
                    <a:pt x="3489" y="924"/>
                  </a:cubicBezTo>
                  <a:lnTo>
                    <a:pt x="3489" y="948"/>
                  </a:lnTo>
                  <a:lnTo>
                    <a:pt x="3446" y="973"/>
                  </a:lnTo>
                  <a:lnTo>
                    <a:pt x="3403" y="999"/>
                  </a:lnTo>
                  <a:lnTo>
                    <a:pt x="3403" y="975"/>
                  </a:lnTo>
                  <a:cubicBezTo>
                    <a:pt x="3403" y="957"/>
                    <a:pt x="3394" y="947"/>
                    <a:pt x="3380" y="947"/>
                  </a:cubicBezTo>
                  <a:cubicBezTo>
                    <a:pt x="3375" y="947"/>
                    <a:pt x="3369" y="949"/>
                    <a:pt x="3362" y="952"/>
                  </a:cubicBezTo>
                  <a:lnTo>
                    <a:pt x="3315" y="979"/>
                  </a:lnTo>
                  <a:cubicBezTo>
                    <a:pt x="3293" y="991"/>
                    <a:pt x="3274" y="1022"/>
                    <a:pt x="3274" y="1046"/>
                  </a:cubicBezTo>
                  <a:lnTo>
                    <a:pt x="3274" y="1071"/>
                  </a:lnTo>
                  <a:lnTo>
                    <a:pt x="3231" y="1096"/>
                  </a:lnTo>
                  <a:lnTo>
                    <a:pt x="3188" y="1122"/>
                  </a:lnTo>
                  <a:lnTo>
                    <a:pt x="3188" y="1098"/>
                  </a:lnTo>
                  <a:cubicBezTo>
                    <a:pt x="3188" y="1080"/>
                    <a:pt x="3179" y="1070"/>
                    <a:pt x="3165" y="1070"/>
                  </a:cubicBezTo>
                  <a:cubicBezTo>
                    <a:pt x="3160" y="1070"/>
                    <a:pt x="3154" y="1072"/>
                    <a:pt x="3147" y="1075"/>
                  </a:cubicBezTo>
                  <a:lnTo>
                    <a:pt x="3100" y="1102"/>
                  </a:lnTo>
                  <a:cubicBezTo>
                    <a:pt x="3078" y="1114"/>
                    <a:pt x="3059" y="1145"/>
                    <a:pt x="3059" y="1169"/>
                  </a:cubicBezTo>
                  <a:lnTo>
                    <a:pt x="3059" y="1194"/>
                  </a:lnTo>
                  <a:lnTo>
                    <a:pt x="3016" y="1218"/>
                  </a:lnTo>
                  <a:lnTo>
                    <a:pt x="2973" y="1245"/>
                  </a:lnTo>
                  <a:lnTo>
                    <a:pt x="2973" y="1220"/>
                  </a:lnTo>
                  <a:cubicBezTo>
                    <a:pt x="2973" y="1203"/>
                    <a:pt x="2964" y="1193"/>
                    <a:pt x="2950" y="1193"/>
                  </a:cubicBezTo>
                  <a:cubicBezTo>
                    <a:pt x="2945" y="1193"/>
                    <a:pt x="2939" y="1194"/>
                    <a:pt x="2932" y="1198"/>
                  </a:cubicBezTo>
                  <a:lnTo>
                    <a:pt x="2885" y="1224"/>
                  </a:lnTo>
                  <a:cubicBezTo>
                    <a:pt x="2863" y="1237"/>
                    <a:pt x="2844" y="1267"/>
                    <a:pt x="2844" y="1292"/>
                  </a:cubicBezTo>
                  <a:lnTo>
                    <a:pt x="2844" y="1317"/>
                  </a:lnTo>
                  <a:lnTo>
                    <a:pt x="2801" y="1341"/>
                  </a:lnTo>
                  <a:lnTo>
                    <a:pt x="2759" y="1368"/>
                  </a:lnTo>
                  <a:lnTo>
                    <a:pt x="2759" y="1343"/>
                  </a:lnTo>
                  <a:cubicBezTo>
                    <a:pt x="2759" y="1326"/>
                    <a:pt x="2749" y="1315"/>
                    <a:pt x="2736" y="1315"/>
                  </a:cubicBezTo>
                  <a:cubicBezTo>
                    <a:pt x="2730" y="1315"/>
                    <a:pt x="2724" y="1317"/>
                    <a:pt x="2718" y="1321"/>
                  </a:cubicBezTo>
                  <a:lnTo>
                    <a:pt x="2671" y="1347"/>
                  </a:lnTo>
                  <a:cubicBezTo>
                    <a:pt x="2648" y="1359"/>
                    <a:pt x="2630" y="1390"/>
                    <a:pt x="2630" y="1415"/>
                  </a:cubicBezTo>
                  <a:lnTo>
                    <a:pt x="2630" y="1439"/>
                  </a:lnTo>
                  <a:lnTo>
                    <a:pt x="2587" y="1464"/>
                  </a:lnTo>
                  <a:lnTo>
                    <a:pt x="2544" y="1490"/>
                  </a:lnTo>
                  <a:lnTo>
                    <a:pt x="2544" y="1466"/>
                  </a:lnTo>
                  <a:cubicBezTo>
                    <a:pt x="2544" y="1448"/>
                    <a:pt x="2534" y="1438"/>
                    <a:pt x="2521" y="1438"/>
                  </a:cubicBezTo>
                  <a:cubicBezTo>
                    <a:pt x="2515" y="1438"/>
                    <a:pt x="2509" y="1440"/>
                    <a:pt x="2503" y="1443"/>
                  </a:cubicBezTo>
                  <a:lnTo>
                    <a:pt x="2456" y="1470"/>
                  </a:lnTo>
                  <a:cubicBezTo>
                    <a:pt x="2433" y="1482"/>
                    <a:pt x="2415" y="1513"/>
                    <a:pt x="2415" y="1537"/>
                  </a:cubicBezTo>
                  <a:lnTo>
                    <a:pt x="2415" y="1562"/>
                  </a:lnTo>
                  <a:lnTo>
                    <a:pt x="2372" y="1587"/>
                  </a:lnTo>
                  <a:lnTo>
                    <a:pt x="2329" y="1613"/>
                  </a:lnTo>
                  <a:lnTo>
                    <a:pt x="2329" y="1589"/>
                  </a:lnTo>
                  <a:cubicBezTo>
                    <a:pt x="2329" y="1571"/>
                    <a:pt x="2320" y="1561"/>
                    <a:pt x="2306" y="1561"/>
                  </a:cubicBezTo>
                  <a:cubicBezTo>
                    <a:pt x="2301" y="1561"/>
                    <a:pt x="2294" y="1563"/>
                    <a:pt x="2288" y="1566"/>
                  </a:cubicBezTo>
                  <a:lnTo>
                    <a:pt x="2241" y="1593"/>
                  </a:lnTo>
                  <a:cubicBezTo>
                    <a:pt x="2218" y="1605"/>
                    <a:pt x="2200" y="1636"/>
                    <a:pt x="2200" y="1660"/>
                  </a:cubicBezTo>
                  <a:lnTo>
                    <a:pt x="2200" y="1685"/>
                  </a:lnTo>
                  <a:lnTo>
                    <a:pt x="2157" y="1709"/>
                  </a:lnTo>
                  <a:lnTo>
                    <a:pt x="2114" y="1736"/>
                  </a:lnTo>
                  <a:lnTo>
                    <a:pt x="2114" y="1711"/>
                  </a:lnTo>
                  <a:cubicBezTo>
                    <a:pt x="2114" y="1694"/>
                    <a:pt x="2105" y="1684"/>
                    <a:pt x="2091" y="1684"/>
                  </a:cubicBezTo>
                  <a:cubicBezTo>
                    <a:pt x="2086" y="1684"/>
                    <a:pt x="2080" y="1685"/>
                    <a:pt x="2073" y="1689"/>
                  </a:cubicBezTo>
                  <a:lnTo>
                    <a:pt x="2026" y="1715"/>
                  </a:lnTo>
                  <a:cubicBezTo>
                    <a:pt x="2004" y="1728"/>
                    <a:pt x="1985" y="1758"/>
                    <a:pt x="1985" y="1783"/>
                  </a:cubicBezTo>
                  <a:lnTo>
                    <a:pt x="1985" y="1808"/>
                  </a:lnTo>
                  <a:lnTo>
                    <a:pt x="1942" y="1832"/>
                  </a:lnTo>
                  <a:lnTo>
                    <a:pt x="1899" y="1859"/>
                  </a:lnTo>
                  <a:lnTo>
                    <a:pt x="1899" y="1834"/>
                  </a:lnTo>
                  <a:cubicBezTo>
                    <a:pt x="1899" y="1817"/>
                    <a:pt x="1890" y="1806"/>
                    <a:pt x="1876" y="1806"/>
                  </a:cubicBezTo>
                  <a:cubicBezTo>
                    <a:pt x="1871" y="1806"/>
                    <a:pt x="1865" y="1808"/>
                    <a:pt x="1858" y="1812"/>
                  </a:cubicBezTo>
                  <a:lnTo>
                    <a:pt x="1811" y="1838"/>
                  </a:lnTo>
                  <a:cubicBezTo>
                    <a:pt x="1789" y="1851"/>
                    <a:pt x="1770" y="1881"/>
                    <a:pt x="1770" y="1906"/>
                  </a:cubicBezTo>
                  <a:lnTo>
                    <a:pt x="1770" y="1930"/>
                  </a:lnTo>
                  <a:lnTo>
                    <a:pt x="1727" y="1955"/>
                  </a:lnTo>
                  <a:lnTo>
                    <a:pt x="1684" y="1981"/>
                  </a:lnTo>
                  <a:lnTo>
                    <a:pt x="1684" y="1957"/>
                  </a:lnTo>
                  <a:cubicBezTo>
                    <a:pt x="1684" y="1939"/>
                    <a:pt x="1675" y="1929"/>
                    <a:pt x="1662" y="1929"/>
                  </a:cubicBezTo>
                  <a:cubicBezTo>
                    <a:pt x="1656" y="1929"/>
                    <a:pt x="1650" y="1931"/>
                    <a:pt x="1643" y="1934"/>
                  </a:cubicBezTo>
                  <a:lnTo>
                    <a:pt x="1596" y="1961"/>
                  </a:lnTo>
                  <a:cubicBezTo>
                    <a:pt x="1574" y="1973"/>
                    <a:pt x="1556" y="2004"/>
                    <a:pt x="1556" y="2028"/>
                  </a:cubicBezTo>
                  <a:lnTo>
                    <a:pt x="1556" y="2053"/>
                  </a:lnTo>
                  <a:lnTo>
                    <a:pt x="1513" y="2078"/>
                  </a:lnTo>
                  <a:lnTo>
                    <a:pt x="1470" y="2104"/>
                  </a:lnTo>
                  <a:lnTo>
                    <a:pt x="1470" y="2080"/>
                  </a:lnTo>
                  <a:cubicBezTo>
                    <a:pt x="1470" y="2062"/>
                    <a:pt x="1460" y="2052"/>
                    <a:pt x="1447" y="2052"/>
                  </a:cubicBezTo>
                  <a:cubicBezTo>
                    <a:pt x="1441" y="2052"/>
                    <a:pt x="1435" y="2054"/>
                    <a:pt x="1429" y="2057"/>
                  </a:cubicBezTo>
                  <a:lnTo>
                    <a:pt x="1386" y="2084"/>
                  </a:lnTo>
                  <a:cubicBezTo>
                    <a:pt x="1361" y="2096"/>
                    <a:pt x="1345" y="2127"/>
                    <a:pt x="1345" y="2151"/>
                  </a:cubicBezTo>
                  <a:lnTo>
                    <a:pt x="1345" y="2176"/>
                  </a:lnTo>
                  <a:lnTo>
                    <a:pt x="1300" y="2200"/>
                  </a:lnTo>
                  <a:lnTo>
                    <a:pt x="1257" y="2227"/>
                  </a:lnTo>
                  <a:lnTo>
                    <a:pt x="1257" y="2202"/>
                  </a:lnTo>
                  <a:cubicBezTo>
                    <a:pt x="1257" y="2185"/>
                    <a:pt x="1247" y="2175"/>
                    <a:pt x="1234" y="2175"/>
                  </a:cubicBezTo>
                  <a:cubicBezTo>
                    <a:pt x="1229" y="2175"/>
                    <a:pt x="1222" y="2176"/>
                    <a:pt x="1216" y="2180"/>
                  </a:cubicBezTo>
                  <a:lnTo>
                    <a:pt x="1173" y="2206"/>
                  </a:lnTo>
                  <a:cubicBezTo>
                    <a:pt x="1150" y="2219"/>
                    <a:pt x="1132" y="2249"/>
                    <a:pt x="1132" y="2274"/>
                  </a:cubicBezTo>
                  <a:lnTo>
                    <a:pt x="1132" y="2299"/>
                  </a:lnTo>
                  <a:lnTo>
                    <a:pt x="1089" y="2323"/>
                  </a:lnTo>
                  <a:lnTo>
                    <a:pt x="1044" y="2350"/>
                  </a:lnTo>
                  <a:lnTo>
                    <a:pt x="1044" y="2325"/>
                  </a:lnTo>
                  <a:cubicBezTo>
                    <a:pt x="1044" y="2308"/>
                    <a:pt x="1036" y="2297"/>
                    <a:pt x="1022" y="2297"/>
                  </a:cubicBezTo>
                  <a:cubicBezTo>
                    <a:pt x="1017" y="2297"/>
                    <a:pt x="1010" y="2299"/>
                    <a:pt x="1003" y="2303"/>
                  </a:cubicBezTo>
                  <a:lnTo>
                    <a:pt x="960" y="2329"/>
                  </a:lnTo>
                  <a:cubicBezTo>
                    <a:pt x="938" y="2342"/>
                    <a:pt x="919" y="2372"/>
                    <a:pt x="919" y="2397"/>
                  </a:cubicBezTo>
                  <a:lnTo>
                    <a:pt x="919" y="2421"/>
                  </a:lnTo>
                  <a:lnTo>
                    <a:pt x="876" y="2446"/>
                  </a:lnTo>
                  <a:lnTo>
                    <a:pt x="833" y="2472"/>
                  </a:lnTo>
                  <a:lnTo>
                    <a:pt x="833" y="2448"/>
                  </a:lnTo>
                  <a:cubicBezTo>
                    <a:pt x="833" y="2430"/>
                    <a:pt x="824" y="2420"/>
                    <a:pt x="810" y="2420"/>
                  </a:cubicBezTo>
                  <a:cubicBezTo>
                    <a:pt x="805" y="2420"/>
                    <a:pt x="799" y="2422"/>
                    <a:pt x="792" y="2425"/>
                  </a:cubicBezTo>
                  <a:lnTo>
                    <a:pt x="747" y="2452"/>
                  </a:lnTo>
                  <a:cubicBezTo>
                    <a:pt x="725" y="2464"/>
                    <a:pt x="706" y="2495"/>
                    <a:pt x="706" y="2520"/>
                  </a:cubicBezTo>
                  <a:lnTo>
                    <a:pt x="706" y="2544"/>
                  </a:lnTo>
                  <a:lnTo>
                    <a:pt x="663" y="2569"/>
                  </a:lnTo>
                  <a:lnTo>
                    <a:pt x="621" y="2595"/>
                  </a:lnTo>
                  <a:lnTo>
                    <a:pt x="621" y="2571"/>
                  </a:lnTo>
                  <a:cubicBezTo>
                    <a:pt x="621" y="2553"/>
                    <a:pt x="611" y="2543"/>
                    <a:pt x="598" y="2543"/>
                  </a:cubicBezTo>
                  <a:cubicBezTo>
                    <a:pt x="592" y="2543"/>
                    <a:pt x="586" y="2545"/>
                    <a:pt x="580" y="2548"/>
                  </a:cubicBezTo>
                  <a:lnTo>
                    <a:pt x="533" y="2575"/>
                  </a:lnTo>
                  <a:cubicBezTo>
                    <a:pt x="510" y="2587"/>
                    <a:pt x="492" y="2618"/>
                    <a:pt x="492" y="2642"/>
                  </a:cubicBezTo>
                  <a:lnTo>
                    <a:pt x="492" y="2667"/>
                  </a:lnTo>
                  <a:lnTo>
                    <a:pt x="449" y="2691"/>
                  </a:lnTo>
                  <a:lnTo>
                    <a:pt x="406" y="2718"/>
                  </a:lnTo>
                  <a:lnTo>
                    <a:pt x="406" y="2693"/>
                  </a:lnTo>
                  <a:cubicBezTo>
                    <a:pt x="406" y="2676"/>
                    <a:pt x="396" y="2666"/>
                    <a:pt x="383" y="2666"/>
                  </a:cubicBezTo>
                  <a:cubicBezTo>
                    <a:pt x="377" y="2666"/>
                    <a:pt x="371" y="2667"/>
                    <a:pt x="365" y="2671"/>
                  </a:cubicBezTo>
                  <a:cubicBezTo>
                    <a:pt x="365" y="2671"/>
                    <a:pt x="353" y="2679"/>
                    <a:pt x="342" y="2683"/>
                  </a:cubicBezTo>
                  <a:lnTo>
                    <a:pt x="316" y="2700"/>
                  </a:lnTo>
                  <a:cubicBezTo>
                    <a:pt x="291" y="2718"/>
                    <a:pt x="273" y="2751"/>
                    <a:pt x="277" y="2773"/>
                  </a:cubicBezTo>
                  <a:lnTo>
                    <a:pt x="283" y="2794"/>
                  </a:lnTo>
                  <a:cubicBezTo>
                    <a:pt x="283" y="2794"/>
                    <a:pt x="273" y="2804"/>
                    <a:pt x="262" y="2812"/>
                  </a:cubicBezTo>
                  <a:cubicBezTo>
                    <a:pt x="252" y="2822"/>
                    <a:pt x="242" y="2831"/>
                    <a:pt x="242" y="2833"/>
                  </a:cubicBezTo>
                  <a:lnTo>
                    <a:pt x="203" y="2873"/>
                  </a:lnTo>
                  <a:lnTo>
                    <a:pt x="193" y="2857"/>
                  </a:lnTo>
                  <a:cubicBezTo>
                    <a:pt x="188" y="2851"/>
                    <a:pt x="182" y="2848"/>
                    <a:pt x="175" y="2848"/>
                  </a:cubicBezTo>
                  <a:cubicBezTo>
                    <a:pt x="170" y="2848"/>
                    <a:pt x="165" y="2850"/>
                    <a:pt x="160" y="2853"/>
                  </a:cubicBezTo>
                  <a:cubicBezTo>
                    <a:pt x="150" y="2857"/>
                    <a:pt x="142" y="2865"/>
                    <a:pt x="134" y="2878"/>
                  </a:cubicBezTo>
                  <a:lnTo>
                    <a:pt x="93" y="2939"/>
                  </a:lnTo>
                  <a:cubicBezTo>
                    <a:pt x="72" y="2974"/>
                    <a:pt x="76" y="3004"/>
                    <a:pt x="97" y="3006"/>
                  </a:cubicBezTo>
                  <a:lnTo>
                    <a:pt x="113" y="3011"/>
                  </a:lnTo>
                  <a:cubicBezTo>
                    <a:pt x="113" y="3015"/>
                    <a:pt x="109" y="3025"/>
                    <a:pt x="101" y="3037"/>
                  </a:cubicBezTo>
                  <a:cubicBezTo>
                    <a:pt x="97" y="3049"/>
                    <a:pt x="91" y="3062"/>
                    <a:pt x="91" y="3066"/>
                  </a:cubicBezTo>
                  <a:lnTo>
                    <a:pt x="76" y="3117"/>
                  </a:lnTo>
                  <a:lnTo>
                    <a:pt x="56" y="3121"/>
                  </a:lnTo>
                  <a:cubicBezTo>
                    <a:pt x="50" y="3123"/>
                    <a:pt x="48" y="3123"/>
                    <a:pt x="46" y="3127"/>
                  </a:cubicBezTo>
                  <a:cubicBezTo>
                    <a:pt x="27" y="3137"/>
                    <a:pt x="9" y="3164"/>
                    <a:pt x="7" y="3193"/>
                  </a:cubicBezTo>
                  <a:cubicBezTo>
                    <a:pt x="7" y="3195"/>
                    <a:pt x="7" y="3209"/>
                    <a:pt x="5" y="3223"/>
                  </a:cubicBezTo>
                  <a:cubicBezTo>
                    <a:pt x="1" y="3240"/>
                    <a:pt x="5" y="3250"/>
                    <a:pt x="5" y="3252"/>
                  </a:cubicBezTo>
                  <a:cubicBezTo>
                    <a:pt x="5" y="3269"/>
                    <a:pt x="13" y="3280"/>
                    <a:pt x="27" y="3280"/>
                  </a:cubicBezTo>
                  <a:cubicBezTo>
                    <a:pt x="32" y="3280"/>
                    <a:pt x="39" y="3278"/>
                    <a:pt x="46" y="3274"/>
                  </a:cubicBezTo>
                  <a:lnTo>
                    <a:pt x="66" y="3262"/>
                  </a:lnTo>
                  <a:lnTo>
                    <a:pt x="66" y="3313"/>
                  </a:lnTo>
                  <a:lnTo>
                    <a:pt x="66" y="3364"/>
                  </a:lnTo>
                  <a:lnTo>
                    <a:pt x="46" y="3377"/>
                  </a:lnTo>
                  <a:cubicBezTo>
                    <a:pt x="21" y="3389"/>
                    <a:pt x="5" y="3420"/>
                    <a:pt x="5" y="3446"/>
                  </a:cubicBezTo>
                  <a:lnTo>
                    <a:pt x="5" y="3471"/>
                  </a:lnTo>
                  <a:cubicBezTo>
                    <a:pt x="5" y="3485"/>
                    <a:pt x="7" y="3500"/>
                    <a:pt x="7" y="3500"/>
                  </a:cubicBezTo>
                  <a:cubicBezTo>
                    <a:pt x="8" y="3519"/>
                    <a:pt x="19" y="3530"/>
                    <a:pt x="32" y="3530"/>
                  </a:cubicBezTo>
                  <a:cubicBezTo>
                    <a:pt x="36" y="3530"/>
                    <a:pt x="41" y="3529"/>
                    <a:pt x="46" y="3526"/>
                  </a:cubicBezTo>
                  <a:lnTo>
                    <a:pt x="52" y="3518"/>
                  </a:lnTo>
                  <a:lnTo>
                    <a:pt x="72" y="3500"/>
                  </a:lnTo>
                  <a:lnTo>
                    <a:pt x="78" y="3520"/>
                  </a:lnTo>
                  <a:cubicBezTo>
                    <a:pt x="82" y="3530"/>
                    <a:pt x="87" y="3538"/>
                    <a:pt x="87" y="3538"/>
                  </a:cubicBezTo>
                  <a:lnTo>
                    <a:pt x="107" y="3569"/>
                  </a:lnTo>
                  <a:lnTo>
                    <a:pt x="89" y="3592"/>
                  </a:lnTo>
                  <a:cubicBezTo>
                    <a:pt x="68" y="3618"/>
                    <a:pt x="66" y="3651"/>
                    <a:pt x="82" y="3663"/>
                  </a:cubicBezTo>
                  <a:cubicBezTo>
                    <a:pt x="82" y="3663"/>
                    <a:pt x="93" y="3669"/>
                    <a:pt x="101" y="3675"/>
                  </a:cubicBezTo>
                  <a:cubicBezTo>
                    <a:pt x="111" y="3682"/>
                    <a:pt x="121" y="3684"/>
                    <a:pt x="121" y="3684"/>
                  </a:cubicBezTo>
                  <a:cubicBezTo>
                    <a:pt x="125" y="3684"/>
                    <a:pt x="129" y="3685"/>
                    <a:pt x="132" y="3685"/>
                  </a:cubicBezTo>
                  <a:cubicBezTo>
                    <a:pt x="138" y="3685"/>
                    <a:pt x="143" y="3683"/>
                    <a:pt x="150" y="3680"/>
                  </a:cubicBezTo>
                  <a:cubicBezTo>
                    <a:pt x="162" y="3671"/>
                    <a:pt x="175" y="3655"/>
                    <a:pt x="181" y="3641"/>
                  </a:cubicBezTo>
                  <a:lnTo>
                    <a:pt x="191" y="3614"/>
                  </a:lnTo>
                  <a:cubicBezTo>
                    <a:pt x="191" y="3614"/>
                    <a:pt x="201" y="3618"/>
                    <a:pt x="209" y="3618"/>
                  </a:cubicBezTo>
                  <a:cubicBezTo>
                    <a:pt x="215" y="3618"/>
                    <a:pt x="226" y="3614"/>
                    <a:pt x="230" y="3614"/>
                  </a:cubicBezTo>
                  <a:lnTo>
                    <a:pt x="271" y="3608"/>
                  </a:lnTo>
                  <a:lnTo>
                    <a:pt x="271" y="3608"/>
                  </a:lnTo>
                  <a:lnTo>
                    <a:pt x="265" y="3633"/>
                  </a:lnTo>
                  <a:cubicBezTo>
                    <a:pt x="261" y="3654"/>
                    <a:pt x="269" y="3670"/>
                    <a:pt x="285" y="3670"/>
                  </a:cubicBezTo>
                  <a:cubicBezTo>
                    <a:pt x="289" y="3670"/>
                    <a:pt x="295" y="3669"/>
                    <a:pt x="301" y="3665"/>
                  </a:cubicBezTo>
                  <a:lnTo>
                    <a:pt x="348" y="3641"/>
                  </a:lnTo>
                  <a:cubicBezTo>
                    <a:pt x="373" y="3628"/>
                    <a:pt x="389" y="3598"/>
                    <a:pt x="389" y="3571"/>
                  </a:cubicBezTo>
                  <a:lnTo>
                    <a:pt x="389" y="3549"/>
                  </a:lnTo>
                  <a:lnTo>
                    <a:pt x="434" y="3522"/>
                  </a:lnTo>
                  <a:lnTo>
                    <a:pt x="477" y="3497"/>
                  </a:lnTo>
                  <a:lnTo>
                    <a:pt x="477" y="3520"/>
                  </a:lnTo>
                  <a:cubicBezTo>
                    <a:pt x="477" y="3538"/>
                    <a:pt x="486" y="3549"/>
                    <a:pt x="499" y="3549"/>
                  </a:cubicBezTo>
                  <a:cubicBezTo>
                    <a:pt x="505" y="3549"/>
                    <a:pt x="511" y="3547"/>
                    <a:pt x="518" y="3542"/>
                  </a:cubicBezTo>
                  <a:lnTo>
                    <a:pt x="561" y="3518"/>
                  </a:lnTo>
                  <a:cubicBezTo>
                    <a:pt x="584" y="3506"/>
                    <a:pt x="602" y="3475"/>
                    <a:pt x="602" y="3448"/>
                  </a:cubicBezTo>
                  <a:lnTo>
                    <a:pt x="602" y="3426"/>
                  </a:lnTo>
                  <a:lnTo>
                    <a:pt x="645" y="3399"/>
                  </a:lnTo>
                  <a:lnTo>
                    <a:pt x="690" y="3375"/>
                  </a:lnTo>
                  <a:lnTo>
                    <a:pt x="690" y="3397"/>
                  </a:lnTo>
                  <a:cubicBezTo>
                    <a:pt x="690" y="3416"/>
                    <a:pt x="698" y="3426"/>
                    <a:pt x="711" y="3426"/>
                  </a:cubicBezTo>
                  <a:cubicBezTo>
                    <a:pt x="717" y="3426"/>
                    <a:pt x="723" y="3424"/>
                    <a:pt x="731" y="3420"/>
                  </a:cubicBezTo>
                  <a:lnTo>
                    <a:pt x="776" y="3395"/>
                  </a:lnTo>
                  <a:cubicBezTo>
                    <a:pt x="799" y="3383"/>
                    <a:pt x="817" y="3352"/>
                    <a:pt x="817" y="3326"/>
                  </a:cubicBezTo>
                  <a:lnTo>
                    <a:pt x="817" y="3303"/>
                  </a:lnTo>
                  <a:lnTo>
                    <a:pt x="860" y="3277"/>
                  </a:lnTo>
                  <a:lnTo>
                    <a:pt x="905" y="3252"/>
                  </a:lnTo>
                  <a:lnTo>
                    <a:pt x="905" y="3274"/>
                  </a:lnTo>
                  <a:cubicBezTo>
                    <a:pt x="905" y="3293"/>
                    <a:pt x="913" y="3303"/>
                    <a:pt x="926" y="3303"/>
                  </a:cubicBezTo>
                  <a:cubicBezTo>
                    <a:pt x="932" y="3303"/>
                    <a:pt x="938" y="3301"/>
                    <a:pt x="946" y="3297"/>
                  </a:cubicBezTo>
                  <a:lnTo>
                    <a:pt x="989" y="3272"/>
                  </a:lnTo>
                  <a:cubicBezTo>
                    <a:pt x="1011" y="3260"/>
                    <a:pt x="1030" y="3229"/>
                    <a:pt x="1030" y="3203"/>
                  </a:cubicBezTo>
                  <a:lnTo>
                    <a:pt x="1030" y="3180"/>
                  </a:lnTo>
                  <a:lnTo>
                    <a:pt x="1073" y="3154"/>
                  </a:lnTo>
                  <a:lnTo>
                    <a:pt x="1116" y="3129"/>
                  </a:lnTo>
                  <a:lnTo>
                    <a:pt x="1116" y="3152"/>
                  </a:lnTo>
                  <a:cubicBezTo>
                    <a:pt x="1116" y="3170"/>
                    <a:pt x="1124" y="3181"/>
                    <a:pt x="1137" y="3181"/>
                  </a:cubicBezTo>
                  <a:cubicBezTo>
                    <a:pt x="1143" y="3181"/>
                    <a:pt x="1150" y="3179"/>
                    <a:pt x="1157" y="3174"/>
                  </a:cubicBezTo>
                  <a:lnTo>
                    <a:pt x="1204" y="3150"/>
                  </a:lnTo>
                  <a:cubicBezTo>
                    <a:pt x="1226" y="3137"/>
                    <a:pt x="1245" y="3107"/>
                    <a:pt x="1245" y="3080"/>
                  </a:cubicBezTo>
                  <a:lnTo>
                    <a:pt x="1245" y="3058"/>
                  </a:lnTo>
                  <a:lnTo>
                    <a:pt x="1287" y="3031"/>
                  </a:lnTo>
                  <a:lnTo>
                    <a:pt x="1330" y="3006"/>
                  </a:lnTo>
                  <a:lnTo>
                    <a:pt x="1330" y="3029"/>
                  </a:lnTo>
                  <a:cubicBezTo>
                    <a:pt x="1330" y="3047"/>
                    <a:pt x="1339" y="3058"/>
                    <a:pt x="1352" y="3058"/>
                  </a:cubicBezTo>
                  <a:cubicBezTo>
                    <a:pt x="1358" y="3058"/>
                    <a:pt x="1364" y="3056"/>
                    <a:pt x="1371" y="3051"/>
                  </a:cubicBezTo>
                  <a:lnTo>
                    <a:pt x="1418" y="3027"/>
                  </a:lnTo>
                  <a:cubicBezTo>
                    <a:pt x="1441" y="3015"/>
                    <a:pt x="1459" y="2984"/>
                    <a:pt x="1459" y="2957"/>
                  </a:cubicBezTo>
                  <a:lnTo>
                    <a:pt x="1459" y="2935"/>
                  </a:lnTo>
                  <a:lnTo>
                    <a:pt x="1502" y="2908"/>
                  </a:lnTo>
                  <a:lnTo>
                    <a:pt x="1545" y="2884"/>
                  </a:lnTo>
                  <a:lnTo>
                    <a:pt x="1545" y="2906"/>
                  </a:lnTo>
                  <a:cubicBezTo>
                    <a:pt x="1545" y="2925"/>
                    <a:pt x="1554" y="2935"/>
                    <a:pt x="1567" y="2935"/>
                  </a:cubicBezTo>
                  <a:cubicBezTo>
                    <a:pt x="1573" y="2935"/>
                    <a:pt x="1579" y="2933"/>
                    <a:pt x="1586" y="2929"/>
                  </a:cubicBezTo>
                  <a:lnTo>
                    <a:pt x="1633" y="2904"/>
                  </a:lnTo>
                  <a:cubicBezTo>
                    <a:pt x="1656" y="2892"/>
                    <a:pt x="1674" y="2861"/>
                    <a:pt x="1674" y="2835"/>
                  </a:cubicBezTo>
                  <a:lnTo>
                    <a:pt x="1674" y="2812"/>
                  </a:lnTo>
                  <a:lnTo>
                    <a:pt x="1717" y="2785"/>
                  </a:lnTo>
                  <a:lnTo>
                    <a:pt x="1760" y="2761"/>
                  </a:lnTo>
                  <a:lnTo>
                    <a:pt x="1760" y="2783"/>
                  </a:lnTo>
                  <a:cubicBezTo>
                    <a:pt x="1760" y="2802"/>
                    <a:pt x="1769" y="2812"/>
                    <a:pt x="1782" y="2812"/>
                  </a:cubicBezTo>
                  <a:cubicBezTo>
                    <a:pt x="1788" y="2812"/>
                    <a:pt x="1794" y="2810"/>
                    <a:pt x="1801" y="2806"/>
                  </a:cubicBezTo>
                  <a:lnTo>
                    <a:pt x="1848" y="2781"/>
                  </a:lnTo>
                  <a:cubicBezTo>
                    <a:pt x="1871" y="2769"/>
                    <a:pt x="1889" y="2738"/>
                    <a:pt x="1889" y="2712"/>
                  </a:cubicBezTo>
                  <a:lnTo>
                    <a:pt x="1889" y="2689"/>
                  </a:lnTo>
                  <a:lnTo>
                    <a:pt x="1932" y="2663"/>
                  </a:lnTo>
                  <a:lnTo>
                    <a:pt x="1975" y="2638"/>
                  </a:lnTo>
                  <a:lnTo>
                    <a:pt x="1975" y="2661"/>
                  </a:lnTo>
                  <a:cubicBezTo>
                    <a:pt x="1975" y="2679"/>
                    <a:pt x="1984" y="2690"/>
                    <a:pt x="1997" y="2690"/>
                  </a:cubicBezTo>
                  <a:cubicBezTo>
                    <a:pt x="2002" y="2690"/>
                    <a:pt x="2009" y="2688"/>
                    <a:pt x="2016" y="2683"/>
                  </a:cubicBezTo>
                  <a:lnTo>
                    <a:pt x="2063" y="2659"/>
                  </a:lnTo>
                  <a:cubicBezTo>
                    <a:pt x="2085" y="2646"/>
                    <a:pt x="2104" y="2616"/>
                    <a:pt x="2104" y="2589"/>
                  </a:cubicBezTo>
                  <a:lnTo>
                    <a:pt x="2104" y="2567"/>
                  </a:lnTo>
                  <a:lnTo>
                    <a:pt x="2147" y="2540"/>
                  </a:lnTo>
                  <a:lnTo>
                    <a:pt x="2190" y="2515"/>
                  </a:lnTo>
                  <a:lnTo>
                    <a:pt x="2190" y="2538"/>
                  </a:lnTo>
                  <a:cubicBezTo>
                    <a:pt x="2190" y="2556"/>
                    <a:pt x="2199" y="2567"/>
                    <a:pt x="2211" y="2567"/>
                  </a:cubicBezTo>
                  <a:cubicBezTo>
                    <a:pt x="2217" y="2567"/>
                    <a:pt x="2224" y="2565"/>
                    <a:pt x="2231" y="2560"/>
                  </a:cubicBezTo>
                  <a:lnTo>
                    <a:pt x="2278" y="2536"/>
                  </a:lnTo>
                  <a:cubicBezTo>
                    <a:pt x="2300" y="2524"/>
                    <a:pt x="2319" y="2493"/>
                    <a:pt x="2319" y="2466"/>
                  </a:cubicBezTo>
                  <a:lnTo>
                    <a:pt x="2319" y="2444"/>
                  </a:lnTo>
                  <a:lnTo>
                    <a:pt x="2362" y="2417"/>
                  </a:lnTo>
                  <a:lnTo>
                    <a:pt x="2405" y="2393"/>
                  </a:lnTo>
                  <a:lnTo>
                    <a:pt x="2405" y="2415"/>
                  </a:lnTo>
                  <a:cubicBezTo>
                    <a:pt x="2405" y="2434"/>
                    <a:pt x="2413" y="2444"/>
                    <a:pt x="2426" y="2444"/>
                  </a:cubicBezTo>
                  <a:cubicBezTo>
                    <a:pt x="2432" y="2444"/>
                    <a:pt x="2439" y="2442"/>
                    <a:pt x="2445" y="2438"/>
                  </a:cubicBezTo>
                  <a:lnTo>
                    <a:pt x="2493" y="2413"/>
                  </a:lnTo>
                  <a:cubicBezTo>
                    <a:pt x="2515" y="2401"/>
                    <a:pt x="2533" y="2370"/>
                    <a:pt x="2533" y="2344"/>
                  </a:cubicBezTo>
                  <a:lnTo>
                    <a:pt x="2533" y="2321"/>
                  </a:lnTo>
                  <a:lnTo>
                    <a:pt x="2576" y="2294"/>
                  </a:lnTo>
                  <a:lnTo>
                    <a:pt x="2619" y="2270"/>
                  </a:lnTo>
                  <a:lnTo>
                    <a:pt x="2619" y="2292"/>
                  </a:lnTo>
                  <a:cubicBezTo>
                    <a:pt x="2619" y="2311"/>
                    <a:pt x="2628" y="2321"/>
                    <a:pt x="2641" y="2321"/>
                  </a:cubicBezTo>
                  <a:cubicBezTo>
                    <a:pt x="2647" y="2321"/>
                    <a:pt x="2653" y="2319"/>
                    <a:pt x="2660" y="2315"/>
                  </a:cubicBezTo>
                  <a:lnTo>
                    <a:pt x="2707" y="2290"/>
                  </a:lnTo>
                  <a:cubicBezTo>
                    <a:pt x="2730" y="2278"/>
                    <a:pt x="2748" y="2247"/>
                    <a:pt x="2748" y="2221"/>
                  </a:cubicBezTo>
                  <a:lnTo>
                    <a:pt x="2748" y="2198"/>
                  </a:lnTo>
                  <a:lnTo>
                    <a:pt x="2791" y="2172"/>
                  </a:lnTo>
                  <a:lnTo>
                    <a:pt x="2834" y="2147"/>
                  </a:lnTo>
                  <a:lnTo>
                    <a:pt x="2834" y="2170"/>
                  </a:lnTo>
                  <a:cubicBezTo>
                    <a:pt x="2834" y="2188"/>
                    <a:pt x="2843" y="2199"/>
                    <a:pt x="2856" y="2199"/>
                  </a:cubicBezTo>
                  <a:cubicBezTo>
                    <a:pt x="2862" y="2199"/>
                    <a:pt x="2868" y="2197"/>
                    <a:pt x="2875" y="2192"/>
                  </a:cubicBezTo>
                  <a:lnTo>
                    <a:pt x="2922" y="2168"/>
                  </a:lnTo>
                  <a:cubicBezTo>
                    <a:pt x="2945" y="2155"/>
                    <a:pt x="2963" y="2125"/>
                    <a:pt x="2963" y="2098"/>
                  </a:cubicBezTo>
                  <a:lnTo>
                    <a:pt x="2963" y="2076"/>
                  </a:lnTo>
                  <a:lnTo>
                    <a:pt x="3006" y="2049"/>
                  </a:lnTo>
                  <a:lnTo>
                    <a:pt x="3049" y="2024"/>
                  </a:lnTo>
                  <a:lnTo>
                    <a:pt x="3049" y="2047"/>
                  </a:lnTo>
                  <a:cubicBezTo>
                    <a:pt x="3049" y="2065"/>
                    <a:pt x="3058" y="2076"/>
                    <a:pt x="3071" y="2076"/>
                  </a:cubicBezTo>
                  <a:cubicBezTo>
                    <a:pt x="3077" y="2076"/>
                    <a:pt x="3083" y="2074"/>
                    <a:pt x="3090" y="2069"/>
                  </a:cubicBezTo>
                  <a:lnTo>
                    <a:pt x="3137" y="2045"/>
                  </a:lnTo>
                  <a:cubicBezTo>
                    <a:pt x="3160" y="2033"/>
                    <a:pt x="3178" y="2002"/>
                    <a:pt x="3178" y="1975"/>
                  </a:cubicBezTo>
                  <a:lnTo>
                    <a:pt x="3178" y="1953"/>
                  </a:lnTo>
                  <a:lnTo>
                    <a:pt x="3221" y="1926"/>
                  </a:lnTo>
                  <a:lnTo>
                    <a:pt x="3264" y="1902"/>
                  </a:lnTo>
                  <a:lnTo>
                    <a:pt x="3264" y="1924"/>
                  </a:lnTo>
                  <a:cubicBezTo>
                    <a:pt x="3264" y="1943"/>
                    <a:pt x="3273" y="1953"/>
                    <a:pt x="3286" y="1953"/>
                  </a:cubicBezTo>
                  <a:cubicBezTo>
                    <a:pt x="3292" y="1953"/>
                    <a:pt x="3299" y="1951"/>
                    <a:pt x="3307" y="1947"/>
                  </a:cubicBezTo>
                  <a:lnTo>
                    <a:pt x="3352" y="1922"/>
                  </a:lnTo>
                  <a:cubicBezTo>
                    <a:pt x="3374" y="1910"/>
                    <a:pt x="3393" y="1879"/>
                    <a:pt x="3393" y="1853"/>
                  </a:cubicBezTo>
                  <a:lnTo>
                    <a:pt x="3393" y="1830"/>
                  </a:lnTo>
                  <a:lnTo>
                    <a:pt x="3436" y="1803"/>
                  </a:lnTo>
                  <a:lnTo>
                    <a:pt x="3481" y="1779"/>
                  </a:lnTo>
                  <a:lnTo>
                    <a:pt x="3481" y="1801"/>
                  </a:lnTo>
                  <a:cubicBezTo>
                    <a:pt x="3481" y="1820"/>
                    <a:pt x="3489" y="1830"/>
                    <a:pt x="3502" y="1830"/>
                  </a:cubicBezTo>
                  <a:cubicBezTo>
                    <a:pt x="3507" y="1830"/>
                    <a:pt x="3514" y="1828"/>
                    <a:pt x="3522" y="1824"/>
                  </a:cubicBezTo>
                  <a:lnTo>
                    <a:pt x="3567" y="1799"/>
                  </a:lnTo>
                  <a:cubicBezTo>
                    <a:pt x="3589" y="1787"/>
                    <a:pt x="3608" y="1756"/>
                    <a:pt x="3608" y="1730"/>
                  </a:cubicBezTo>
                  <a:lnTo>
                    <a:pt x="3608" y="1707"/>
                  </a:lnTo>
                  <a:lnTo>
                    <a:pt x="3651" y="1681"/>
                  </a:lnTo>
                  <a:lnTo>
                    <a:pt x="3696" y="1656"/>
                  </a:lnTo>
                  <a:lnTo>
                    <a:pt x="3696" y="1679"/>
                  </a:lnTo>
                  <a:cubicBezTo>
                    <a:pt x="3696" y="1697"/>
                    <a:pt x="3703" y="1708"/>
                    <a:pt x="3716" y="1708"/>
                  </a:cubicBezTo>
                  <a:cubicBezTo>
                    <a:pt x="3722" y="1708"/>
                    <a:pt x="3729" y="1706"/>
                    <a:pt x="3736" y="1701"/>
                  </a:cubicBezTo>
                  <a:lnTo>
                    <a:pt x="3779" y="1677"/>
                  </a:lnTo>
                  <a:cubicBezTo>
                    <a:pt x="3802" y="1664"/>
                    <a:pt x="3820" y="1634"/>
                    <a:pt x="3820" y="1607"/>
                  </a:cubicBezTo>
                  <a:lnTo>
                    <a:pt x="3820" y="1585"/>
                  </a:lnTo>
                  <a:lnTo>
                    <a:pt x="3863" y="1558"/>
                  </a:lnTo>
                  <a:lnTo>
                    <a:pt x="3906" y="1533"/>
                  </a:lnTo>
                  <a:lnTo>
                    <a:pt x="3906" y="1556"/>
                  </a:lnTo>
                  <a:cubicBezTo>
                    <a:pt x="3906" y="1574"/>
                    <a:pt x="3915" y="1585"/>
                    <a:pt x="3928" y="1585"/>
                  </a:cubicBezTo>
                  <a:cubicBezTo>
                    <a:pt x="3934" y="1585"/>
                    <a:pt x="3940" y="1583"/>
                    <a:pt x="3947" y="1578"/>
                  </a:cubicBezTo>
                  <a:lnTo>
                    <a:pt x="3992" y="1554"/>
                  </a:lnTo>
                  <a:cubicBezTo>
                    <a:pt x="4015" y="1542"/>
                    <a:pt x="4033" y="1511"/>
                    <a:pt x="4033" y="1484"/>
                  </a:cubicBezTo>
                  <a:lnTo>
                    <a:pt x="4033" y="1462"/>
                  </a:lnTo>
                  <a:lnTo>
                    <a:pt x="4076" y="1435"/>
                  </a:lnTo>
                  <a:lnTo>
                    <a:pt x="4119" y="1411"/>
                  </a:lnTo>
                  <a:lnTo>
                    <a:pt x="4119" y="1433"/>
                  </a:lnTo>
                  <a:cubicBezTo>
                    <a:pt x="4119" y="1452"/>
                    <a:pt x="4128" y="1462"/>
                    <a:pt x="4141" y="1462"/>
                  </a:cubicBezTo>
                  <a:cubicBezTo>
                    <a:pt x="4147" y="1462"/>
                    <a:pt x="4153" y="1460"/>
                    <a:pt x="4160" y="1456"/>
                  </a:cubicBezTo>
                  <a:lnTo>
                    <a:pt x="4203" y="1431"/>
                  </a:lnTo>
                  <a:cubicBezTo>
                    <a:pt x="4227" y="1419"/>
                    <a:pt x="4244" y="1388"/>
                    <a:pt x="4244" y="1362"/>
                  </a:cubicBezTo>
                  <a:lnTo>
                    <a:pt x="4244" y="1339"/>
                  </a:lnTo>
                  <a:lnTo>
                    <a:pt x="4289" y="1312"/>
                  </a:lnTo>
                  <a:lnTo>
                    <a:pt x="4332" y="1288"/>
                  </a:lnTo>
                  <a:lnTo>
                    <a:pt x="4332" y="1310"/>
                  </a:lnTo>
                  <a:cubicBezTo>
                    <a:pt x="4332" y="1329"/>
                    <a:pt x="4341" y="1339"/>
                    <a:pt x="4354" y="1339"/>
                  </a:cubicBezTo>
                  <a:cubicBezTo>
                    <a:pt x="4359" y="1339"/>
                    <a:pt x="4366" y="1337"/>
                    <a:pt x="4373" y="1333"/>
                  </a:cubicBezTo>
                  <a:lnTo>
                    <a:pt x="4418" y="1308"/>
                  </a:lnTo>
                  <a:cubicBezTo>
                    <a:pt x="4442" y="1296"/>
                    <a:pt x="4459" y="1265"/>
                    <a:pt x="4459" y="1239"/>
                  </a:cubicBezTo>
                  <a:lnTo>
                    <a:pt x="4459" y="1216"/>
                  </a:lnTo>
                  <a:lnTo>
                    <a:pt x="4504" y="1190"/>
                  </a:lnTo>
                  <a:lnTo>
                    <a:pt x="4547" y="1165"/>
                  </a:lnTo>
                  <a:lnTo>
                    <a:pt x="4547" y="1188"/>
                  </a:lnTo>
                  <a:cubicBezTo>
                    <a:pt x="4547" y="1206"/>
                    <a:pt x="4555" y="1217"/>
                    <a:pt x="4568" y="1217"/>
                  </a:cubicBezTo>
                  <a:cubicBezTo>
                    <a:pt x="4574" y="1217"/>
                    <a:pt x="4581" y="1215"/>
                    <a:pt x="4588" y="1210"/>
                  </a:cubicBezTo>
                  <a:lnTo>
                    <a:pt x="4633" y="1186"/>
                  </a:lnTo>
                  <a:cubicBezTo>
                    <a:pt x="4657" y="1173"/>
                    <a:pt x="4674" y="1143"/>
                    <a:pt x="4674" y="1116"/>
                  </a:cubicBezTo>
                  <a:lnTo>
                    <a:pt x="4674" y="1094"/>
                  </a:lnTo>
                  <a:lnTo>
                    <a:pt x="4719" y="1067"/>
                  </a:lnTo>
                  <a:lnTo>
                    <a:pt x="4761" y="1042"/>
                  </a:lnTo>
                  <a:lnTo>
                    <a:pt x="4761" y="1065"/>
                  </a:lnTo>
                  <a:cubicBezTo>
                    <a:pt x="4761" y="1083"/>
                    <a:pt x="4770" y="1094"/>
                    <a:pt x="4783" y="1094"/>
                  </a:cubicBezTo>
                  <a:cubicBezTo>
                    <a:pt x="4789" y="1094"/>
                    <a:pt x="4795" y="1092"/>
                    <a:pt x="4802" y="1087"/>
                  </a:cubicBezTo>
                  <a:lnTo>
                    <a:pt x="4847" y="1063"/>
                  </a:lnTo>
                  <a:cubicBezTo>
                    <a:pt x="4872" y="1051"/>
                    <a:pt x="4888" y="1020"/>
                    <a:pt x="4888" y="993"/>
                  </a:cubicBezTo>
                  <a:lnTo>
                    <a:pt x="4888" y="971"/>
                  </a:lnTo>
                  <a:lnTo>
                    <a:pt x="4933" y="944"/>
                  </a:lnTo>
                  <a:cubicBezTo>
                    <a:pt x="4933" y="944"/>
                    <a:pt x="4944" y="938"/>
                    <a:pt x="4954" y="932"/>
                  </a:cubicBezTo>
                  <a:cubicBezTo>
                    <a:pt x="4958" y="930"/>
                    <a:pt x="4964" y="924"/>
                    <a:pt x="4968" y="922"/>
                  </a:cubicBezTo>
                  <a:cubicBezTo>
                    <a:pt x="4974" y="920"/>
                    <a:pt x="4976" y="918"/>
                    <a:pt x="4976" y="918"/>
                  </a:cubicBezTo>
                  <a:lnTo>
                    <a:pt x="4978" y="938"/>
                  </a:lnTo>
                  <a:cubicBezTo>
                    <a:pt x="4980" y="951"/>
                    <a:pt x="4987" y="958"/>
                    <a:pt x="4998" y="958"/>
                  </a:cubicBezTo>
                  <a:cubicBezTo>
                    <a:pt x="5003" y="958"/>
                    <a:pt x="5010" y="956"/>
                    <a:pt x="5017" y="952"/>
                  </a:cubicBezTo>
                  <a:cubicBezTo>
                    <a:pt x="5021" y="950"/>
                    <a:pt x="5025" y="948"/>
                    <a:pt x="5029" y="942"/>
                  </a:cubicBezTo>
                  <a:cubicBezTo>
                    <a:pt x="5029" y="940"/>
                    <a:pt x="5042" y="930"/>
                    <a:pt x="5056" y="920"/>
                  </a:cubicBezTo>
                  <a:cubicBezTo>
                    <a:pt x="5062" y="913"/>
                    <a:pt x="5068" y="907"/>
                    <a:pt x="5072" y="901"/>
                  </a:cubicBezTo>
                  <a:lnTo>
                    <a:pt x="5081" y="893"/>
                  </a:lnTo>
                  <a:cubicBezTo>
                    <a:pt x="5107" y="868"/>
                    <a:pt x="5113" y="832"/>
                    <a:pt x="5101" y="817"/>
                  </a:cubicBezTo>
                  <a:lnTo>
                    <a:pt x="5091" y="805"/>
                  </a:lnTo>
                  <a:cubicBezTo>
                    <a:pt x="5091" y="805"/>
                    <a:pt x="5101" y="791"/>
                    <a:pt x="5109" y="780"/>
                  </a:cubicBezTo>
                  <a:cubicBezTo>
                    <a:pt x="5117" y="768"/>
                    <a:pt x="5124" y="758"/>
                    <a:pt x="5124" y="756"/>
                  </a:cubicBezTo>
                  <a:lnTo>
                    <a:pt x="5154" y="705"/>
                  </a:lnTo>
                  <a:lnTo>
                    <a:pt x="5171" y="713"/>
                  </a:lnTo>
                  <a:cubicBezTo>
                    <a:pt x="5173" y="714"/>
                    <a:pt x="5176" y="714"/>
                    <a:pt x="5178" y="714"/>
                  </a:cubicBezTo>
                  <a:cubicBezTo>
                    <a:pt x="5183" y="714"/>
                    <a:pt x="5188" y="712"/>
                    <a:pt x="5193" y="707"/>
                  </a:cubicBezTo>
                  <a:cubicBezTo>
                    <a:pt x="5205" y="699"/>
                    <a:pt x="5222" y="684"/>
                    <a:pt x="5230" y="662"/>
                  </a:cubicBezTo>
                  <a:cubicBezTo>
                    <a:pt x="5230" y="658"/>
                    <a:pt x="5236" y="643"/>
                    <a:pt x="5242" y="625"/>
                  </a:cubicBezTo>
                  <a:cubicBezTo>
                    <a:pt x="5250" y="607"/>
                    <a:pt x="5252" y="592"/>
                    <a:pt x="5252" y="592"/>
                  </a:cubicBezTo>
                  <a:cubicBezTo>
                    <a:pt x="5263" y="561"/>
                    <a:pt x="5256" y="541"/>
                    <a:pt x="5238" y="541"/>
                  </a:cubicBezTo>
                  <a:cubicBezTo>
                    <a:pt x="5234" y="541"/>
                    <a:pt x="5230" y="541"/>
                    <a:pt x="5226" y="543"/>
                  </a:cubicBezTo>
                  <a:lnTo>
                    <a:pt x="5205" y="551"/>
                  </a:lnTo>
                  <a:cubicBezTo>
                    <a:pt x="5205" y="549"/>
                    <a:pt x="5210" y="539"/>
                    <a:pt x="5212" y="525"/>
                  </a:cubicBezTo>
                  <a:cubicBezTo>
                    <a:pt x="5212" y="512"/>
                    <a:pt x="5214" y="502"/>
                    <a:pt x="5214" y="500"/>
                  </a:cubicBezTo>
                  <a:lnTo>
                    <a:pt x="5214" y="474"/>
                  </a:lnTo>
                  <a:lnTo>
                    <a:pt x="5214" y="449"/>
                  </a:lnTo>
                  <a:lnTo>
                    <a:pt x="5234" y="437"/>
                  </a:lnTo>
                  <a:cubicBezTo>
                    <a:pt x="5257" y="422"/>
                    <a:pt x="5275" y="392"/>
                    <a:pt x="5275" y="367"/>
                  </a:cubicBezTo>
                  <a:lnTo>
                    <a:pt x="5275" y="316"/>
                  </a:lnTo>
                  <a:cubicBezTo>
                    <a:pt x="5275" y="298"/>
                    <a:pt x="5266" y="287"/>
                    <a:pt x="5253" y="287"/>
                  </a:cubicBezTo>
                  <a:cubicBezTo>
                    <a:pt x="5248" y="287"/>
                    <a:pt x="5241" y="289"/>
                    <a:pt x="5234" y="294"/>
                  </a:cubicBezTo>
                  <a:lnTo>
                    <a:pt x="5214" y="306"/>
                  </a:lnTo>
                  <a:lnTo>
                    <a:pt x="5214" y="257"/>
                  </a:lnTo>
                  <a:lnTo>
                    <a:pt x="5210" y="212"/>
                  </a:lnTo>
                  <a:lnTo>
                    <a:pt x="5230" y="195"/>
                  </a:lnTo>
                  <a:cubicBezTo>
                    <a:pt x="5252" y="181"/>
                    <a:pt x="5267" y="144"/>
                    <a:pt x="5257" y="120"/>
                  </a:cubicBezTo>
                  <a:cubicBezTo>
                    <a:pt x="5257" y="116"/>
                    <a:pt x="5252" y="105"/>
                    <a:pt x="5246" y="95"/>
                  </a:cubicBezTo>
                  <a:cubicBezTo>
                    <a:pt x="5242" y="83"/>
                    <a:pt x="5234" y="75"/>
                    <a:pt x="5234" y="75"/>
                  </a:cubicBezTo>
                  <a:cubicBezTo>
                    <a:pt x="5229" y="68"/>
                    <a:pt x="5223" y="64"/>
                    <a:pt x="5216" y="64"/>
                  </a:cubicBezTo>
                  <a:cubicBezTo>
                    <a:pt x="5210" y="64"/>
                    <a:pt x="5205" y="66"/>
                    <a:pt x="5199" y="71"/>
                  </a:cubicBezTo>
                  <a:cubicBezTo>
                    <a:pt x="5191" y="75"/>
                    <a:pt x="5183" y="83"/>
                    <a:pt x="5175" y="91"/>
                  </a:cubicBezTo>
                  <a:lnTo>
                    <a:pt x="5160" y="114"/>
                  </a:lnTo>
                  <a:cubicBezTo>
                    <a:pt x="5160" y="114"/>
                    <a:pt x="5152" y="109"/>
                    <a:pt x="5148" y="103"/>
                  </a:cubicBezTo>
                  <a:cubicBezTo>
                    <a:pt x="5140" y="99"/>
                    <a:pt x="5132" y="95"/>
                    <a:pt x="5132" y="93"/>
                  </a:cubicBezTo>
                  <a:lnTo>
                    <a:pt x="5099" y="83"/>
                  </a:lnTo>
                  <a:lnTo>
                    <a:pt x="5111" y="58"/>
                  </a:lnTo>
                  <a:cubicBezTo>
                    <a:pt x="5124" y="30"/>
                    <a:pt x="5117" y="1"/>
                    <a:pt x="50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0"/>
            <p:cNvSpPr/>
            <p:nvPr/>
          </p:nvSpPr>
          <p:spPr>
            <a:xfrm rot="-3560944">
              <a:off x="12309070" y="-3688007"/>
              <a:ext cx="427690" cy="240315"/>
            </a:xfrm>
            <a:custGeom>
              <a:rect b="b" l="l" r="r" t="t"/>
              <a:pathLst>
                <a:path extrusionOk="0" h="404" w="719">
                  <a:moveTo>
                    <a:pt x="40" y="1"/>
                  </a:moveTo>
                  <a:cubicBezTo>
                    <a:pt x="21" y="1"/>
                    <a:pt x="1" y="7"/>
                    <a:pt x="1" y="7"/>
                  </a:cubicBezTo>
                  <a:lnTo>
                    <a:pt x="682" y="404"/>
                  </a:lnTo>
                  <a:lnTo>
                    <a:pt x="703" y="396"/>
                  </a:lnTo>
                  <a:cubicBezTo>
                    <a:pt x="705" y="394"/>
                    <a:pt x="709" y="394"/>
                    <a:pt x="713" y="394"/>
                  </a:cubicBezTo>
                  <a:cubicBezTo>
                    <a:pt x="715" y="394"/>
                    <a:pt x="717" y="396"/>
                    <a:pt x="719" y="396"/>
                  </a:cubicBezTo>
                  <a:lnTo>
                    <a:pt x="4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0"/>
            <p:cNvSpPr/>
            <p:nvPr/>
          </p:nvSpPr>
          <p:spPr>
            <a:xfrm rot="-3560944">
              <a:off x="12437516" y="-3462660"/>
              <a:ext cx="413414" cy="261135"/>
            </a:xfrm>
            <a:custGeom>
              <a:rect b="b" l="l" r="r" t="t"/>
              <a:pathLst>
                <a:path extrusionOk="0" h="439" w="695">
                  <a:moveTo>
                    <a:pt x="1" y="1"/>
                  </a:moveTo>
                  <a:lnTo>
                    <a:pt x="3" y="23"/>
                  </a:lnTo>
                  <a:cubicBezTo>
                    <a:pt x="9" y="40"/>
                    <a:pt x="11" y="42"/>
                    <a:pt x="13" y="42"/>
                  </a:cubicBezTo>
                  <a:lnTo>
                    <a:pt x="691" y="437"/>
                  </a:lnTo>
                  <a:lnTo>
                    <a:pt x="691" y="437"/>
                  </a:lnTo>
                  <a:cubicBezTo>
                    <a:pt x="689" y="435"/>
                    <a:pt x="688" y="434"/>
                    <a:pt x="688" y="433"/>
                  </a:cubicBezTo>
                  <a:cubicBezTo>
                    <a:pt x="686" y="431"/>
                    <a:pt x="686" y="424"/>
                    <a:pt x="684" y="420"/>
                  </a:cubicBezTo>
                  <a:lnTo>
                    <a:pt x="682" y="398"/>
                  </a:lnTo>
                  <a:lnTo>
                    <a:pt x="1" y="1"/>
                  </a:lnTo>
                  <a:close/>
                  <a:moveTo>
                    <a:pt x="691" y="437"/>
                  </a:moveTo>
                  <a:cubicBezTo>
                    <a:pt x="692" y="438"/>
                    <a:pt x="693" y="439"/>
                    <a:pt x="694" y="439"/>
                  </a:cubicBezTo>
                  <a:lnTo>
                    <a:pt x="691" y="437"/>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0"/>
            <p:cNvSpPr/>
            <p:nvPr/>
          </p:nvSpPr>
          <p:spPr>
            <a:xfrm rot="-3560944">
              <a:off x="12184360" y="-3772012"/>
              <a:ext cx="433638" cy="247453"/>
            </a:xfrm>
            <a:custGeom>
              <a:rect b="b" l="l" r="r" t="t"/>
              <a:pathLst>
                <a:path extrusionOk="0" h="416" w="729">
                  <a:moveTo>
                    <a:pt x="727" y="396"/>
                  </a:moveTo>
                  <a:lnTo>
                    <a:pt x="728" y="397"/>
                  </a:lnTo>
                  <a:cubicBezTo>
                    <a:pt x="728" y="397"/>
                    <a:pt x="727" y="396"/>
                    <a:pt x="727" y="396"/>
                  </a:cubicBezTo>
                  <a:close/>
                  <a:moveTo>
                    <a:pt x="43" y="0"/>
                  </a:moveTo>
                  <a:cubicBezTo>
                    <a:pt x="20" y="6"/>
                    <a:pt x="0" y="19"/>
                    <a:pt x="0" y="19"/>
                  </a:cubicBezTo>
                  <a:lnTo>
                    <a:pt x="679" y="415"/>
                  </a:lnTo>
                  <a:lnTo>
                    <a:pt x="700" y="401"/>
                  </a:lnTo>
                  <a:cubicBezTo>
                    <a:pt x="706" y="395"/>
                    <a:pt x="710" y="395"/>
                    <a:pt x="716" y="395"/>
                  </a:cubicBezTo>
                  <a:cubicBezTo>
                    <a:pt x="719" y="395"/>
                    <a:pt x="724" y="395"/>
                    <a:pt x="727" y="396"/>
                  </a:cubicBezTo>
                  <a:lnTo>
                    <a:pt x="727" y="396"/>
                  </a:lnTo>
                  <a:lnTo>
                    <a:pt x="47" y="2"/>
                  </a:lnTo>
                  <a:cubicBezTo>
                    <a:pt x="45" y="0"/>
                    <a:pt x="43" y="0"/>
                    <a:pt x="43"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0"/>
            <p:cNvSpPr/>
            <p:nvPr/>
          </p:nvSpPr>
          <p:spPr>
            <a:xfrm rot="-3560944">
              <a:off x="12213606" y="-3777095"/>
              <a:ext cx="565098" cy="611495"/>
            </a:xfrm>
            <a:custGeom>
              <a:rect b="b" l="l" r="r" t="t"/>
              <a:pathLst>
                <a:path extrusionOk="0" h="1028" w="950">
                  <a:moveTo>
                    <a:pt x="250" y="1"/>
                  </a:moveTo>
                  <a:lnTo>
                    <a:pt x="250" y="244"/>
                  </a:lnTo>
                  <a:lnTo>
                    <a:pt x="250" y="254"/>
                  </a:lnTo>
                  <a:lnTo>
                    <a:pt x="250" y="263"/>
                  </a:lnTo>
                  <a:cubicBezTo>
                    <a:pt x="250" y="271"/>
                    <a:pt x="248" y="273"/>
                    <a:pt x="248" y="279"/>
                  </a:cubicBezTo>
                  <a:cubicBezTo>
                    <a:pt x="246" y="285"/>
                    <a:pt x="246" y="287"/>
                    <a:pt x="246" y="293"/>
                  </a:cubicBezTo>
                  <a:cubicBezTo>
                    <a:pt x="242" y="302"/>
                    <a:pt x="242" y="306"/>
                    <a:pt x="240" y="312"/>
                  </a:cubicBezTo>
                  <a:cubicBezTo>
                    <a:pt x="238" y="320"/>
                    <a:pt x="238" y="326"/>
                    <a:pt x="236" y="332"/>
                  </a:cubicBezTo>
                  <a:lnTo>
                    <a:pt x="228" y="355"/>
                  </a:lnTo>
                  <a:cubicBezTo>
                    <a:pt x="222" y="367"/>
                    <a:pt x="218" y="383"/>
                    <a:pt x="211" y="396"/>
                  </a:cubicBezTo>
                  <a:lnTo>
                    <a:pt x="195" y="432"/>
                  </a:lnTo>
                  <a:cubicBezTo>
                    <a:pt x="189" y="441"/>
                    <a:pt x="185" y="449"/>
                    <a:pt x="179" y="457"/>
                  </a:cubicBezTo>
                  <a:cubicBezTo>
                    <a:pt x="175" y="461"/>
                    <a:pt x="175" y="467"/>
                    <a:pt x="170" y="467"/>
                  </a:cubicBezTo>
                  <a:cubicBezTo>
                    <a:pt x="170" y="467"/>
                    <a:pt x="168" y="469"/>
                    <a:pt x="168" y="471"/>
                  </a:cubicBezTo>
                  <a:cubicBezTo>
                    <a:pt x="166" y="477"/>
                    <a:pt x="164" y="480"/>
                    <a:pt x="160" y="482"/>
                  </a:cubicBezTo>
                  <a:cubicBezTo>
                    <a:pt x="158" y="486"/>
                    <a:pt x="158" y="486"/>
                    <a:pt x="158" y="488"/>
                  </a:cubicBezTo>
                  <a:lnTo>
                    <a:pt x="150" y="496"/>
                  </a:lnTo>
                  <a:cubicBezTo>
                    <a:pt x="148" y="498"/>
                    <a:pt x="148" y="500"/>
                    <a:pt x="146" y="500"/>
                  </a:cubicBezTo>
                  <a:cubicBezTo>
                    <a:pt x="140" y="508"/>
                    <a:pt x="138" y="512"/>
                    <a:pt x="134" y="516"/>
                  </a:cubicBezTo>
                  <a:cubicBezTo>
                    <a:pt x="127" y="520"/>
                    <a:pt x="125" y="527"/>
                    <a:pt x="119" y="531"/>
                  </a:cubicBezTo>
                  <a:cubicBezTo>
                    <a:pt x="115" y="539"/>
                    <a:pt x="109" y="543"/>
                    <a:pt x="105" y="547"/>
                  </a:cubicBezTo>
                  <a:cubicBezTo>
                    <a:pt x="99" y="555"/>
                    <a:pt x="95" y="559"/>
                    <a:pt x="89" y="561"/>
                  </a:cubicBezTo>
                  <a:cubicBezTo>
                    <a:pt x="78" y="572"/>
                    <a:pt x="68" y="582"/>
                    <a:pt x="58" y="590"/>
                  </a:cubicBezTo>
                  <a:cubicBezTo>
                    <a:pt x="46" y="600"/>
                    <a:pt x="37" y="608"/>
                    <a:pt x="31" y="613"/>
                  </a:cubicBezTo>
                  <a:cubicBezTo>
                    <a:pt x="25" y="619"/>
                    <a:pt x="21" y="621"/>
                    <a:pt x="15" y="623"/>
                  </a:cubicBezTo>
                  <a:cubicBezTo>
                    <a:pt x="11" y="629"/>
                    <a:pt x="7" y="629"/>
                    <a:pt x="5" y="631"/>
                  </a:cubicBezTo>
                  <a:cubicBezTo>
                    <a:pt x="3" y="633"/>
                    <a:pt x="1" y="633"/>
                    <a:pt x="1" y="633"/>
                  </a:cubicBezTo>
                  <a:lnTo>
                    <a:pt x="680" y="1028"/>
                  </a:lnTo>
                  <a:cubicBezTo>
                    <a:pt x="688" y="1022"/>
                    <a:pt x="690" y="1020"/>
                    <a:pt x="692" y="1020"/>
                  </a:cubicBezTo>
                  <a:cubicBezTo>
                    <a:pt x="700" y="1016"/>
                    <a:pt x="702" y="1011"/>
                    <a:pt x="709" y="1009"/>
                  </a:cubicBezTo>
                  <a:cubicBezTo>
                    <a:pt x="711" y="1007"/>
                    <a:pt x="717" y="1005"/>
                    <a:pt x="719" y="1001"/>
                  </a:cubicBezTo>
                  <a:cubicBezTo>
                    <a:pt x="723" y="997"/>
                    <a:pt x="729" y="995"/>
                    <a:pt x="733" y="989"/>
                  </a:cubicBezTo>
                  <a:cubicBezTo>
                    <a:pt x="741" y="985"/>
                    <a:pt x="743" y="981"/>
                    <a:pt x="743" y="979"/>
                  </a:cubicBezTo>
                  <a:cubicBezTo>
                    <a:pt x="747" y="977"/>
                    <a:pt x="749" y="975"/>
                    <a:pt x="754" y="971"/>
                  </a:cubicBezTo>
                  <a:lnTo>
                    <a:pt x="762" y="964"/>
                  </a:lnTo>
                  <a:lnTo>
                    <a:pt x="768" y="958"/>
                  </a:lnTo>
                  <a:lnTo>
                    <a:pt x="772" y="954"/>
                  </a:lnTo>
                  <a:lnTo>
                    <a:pt x="778" y="948"/>
                  </a:lnTo>
                  <a:lnTo>
                    <a:pt x="782" y="944"/>
                  </a:lnTo>
                  <a:lnTo>
                    <a:pt x="788" y="938"/>
                  </a:lnTo>
                  <a:cubicBezTo>
                    <a:pt x="790" y="936"/>
                    <a:pt x="792" y="934"/>
                    <a:pt x="792" y="930"/>
                  </a:cubicBezTo>
                  <a:cubicBezTo>
                    <a:pt x="794" y="928"/>
                    <a:pt x="799" y="926"/>
                    <a:pt x="799" y="923"/>
                  </a:cubicBezTo>
                  <a:lnTo>
                    <a:pt x="803" y="917"/>
                  </a:lnTo>
                  <a:cubicBezTo>
                    <a:pt x="809" y="913"/>
                    <a:pt x="809" y="909"/>
                    <a:pt x="811" y="907"/>
                  </a:cubicBezTo>
                  <a:lnTo>
                    <a:pt x="819" y="899"/>
                  </a:lnTo>
                  <a:lnTo>
                    <a:pt x="825" y="893"/>
                  </a:lnTo>
                  <a:cubicBezTo>
                    <a:pt x="829" y="889"/>
                    <a:pt x="829" y="887"/>
                    <a:pt x="831" y="887"/>
                  </a:cubicBezTo>
                  <a:cubicBezTo>
                    <a:pt x="835" y="878"/>
                    <a:pt x="835" y="878"/>
                    <a:pt x="839" y="876"/>
                  </a:cubicBezTo>
                  <a:cubicBezTo>
                    <a:pt x="842" y="874"/>
                    <a:pt x="844" y="872"/>
                    <a:pt x="844" y="868"/>
                  </a:cubicBezTo>
                  <a:cubicBezTo>
                    <a:pt x="846" y="866"/>
                    <a:pt x="846" y="864"/>
                    <a:pt x="846" y="864"/>
                  </a:cubicBezTo>
                  <a:cubicBezTo>
                    <a:pt x="850" y="862"/>
                    <a:pt x="852" y="858"/>
                    <a:pt x="852" y="856"/>
                  </a:cubicBezTo>
                  <a:cubicBezTo>
                    <a:pt x="854" y="852"/>
                    <a:pt x="856" y="852"/>
                    <a:pt x="856" y="848"/>
                  </a:cubicBezTo>
                  <a:cubicBezTo>
                    <a:pt x="856" y="846"/>
                    <a:pt x="860" y="844"/>
                    <a:pt x="864" y="838"/>
                  </a:cubicBezTo>
                  <a:cubicBezTo>
                    <a:pt x="870" y="831"/>
                    <a:pt x="872" y="823"/>
                    <a:pt x="880" y="813"/>
                  </a:cubicBezTo>
                  <a:cubicBezTo>
                    <a:pt x="882" y="807"/>
                    <a:pt x="884" y="805"/>
                    <a:pt x="887" y="801"/>
                  </a:cubicBezTo>
                  <a:cubicBezTo>
                    <a:pt x="891" y="795"/>
                    <a:pt x="893" y="793"/>
                    <a:pt x="893" y="786"/>
                  </a:cubicBezTo>
                  <a:cubicBezTo>
                    <a:pt x="895" y="784"/>
                    <a:pt x="895" y="782"/>
                    <a:pt x="897" y="780"/>
                  </a:cubicBezTo>
                  <a:cubicBezTo>
                    <a:pt x="901" y="774"/>
                    <a:pt x="901" y="774"/>
                    <a:pt x="903" y="772"/>
                  </a:cubicBezTo>
                  <a:cubicBezTo>
                    <a:pt x="905" y="770"/>
                    <a:pt x="905" y="766"/>
                    <a:pt x="905" y="764"/>
                  </a:cubicBezTo>
                  <a:cubicBezTo>
                    <a:pt x="907" y="762"/>
                    <a:pt x="907" y="760"/>
                    <a:pt x="907" y="760"/>
                  </a:cubicBezTo>
                  <a:cubicBezTo>
                    <a:pt x="907" y="756"/>
                    <a:pt x="911" y="754"/>
                    <a:pt x="911" y="754"/>
                  </a:cubicBezTo>
                  <a:cubicBezTo>
                    <a:pt x="913" y="752"/>
                    <a:pt x="913" y="750"/>
                    <a:pt x="913" y="750"/>
                  </a:cubicBezTo>
                  <a:cubicBezTo>
                    <a:pt x="915" y="745"/>
                    <a:pt x="915" y="743"/>
                    <a:pt x="915" y="743"/>
                  </a:cubicBezTo>
                  <a:cubicBezTo>
                    <a:pt x="915" y="741"/>
                    <a:pt x="917" y="739"/>
                    <a:pt x="917" y="739"/>
                  </a:cubicBezTo>
                  <a:cubicBezTo>
                    <a:pt x="921" y="733"/>
                    <a:pt x="921" y="731"/>
                    <a:pt x="921" y="731"/>
                  </a:cubicBezTo>
                  <a:cubicBezTo>
                    <a:pt x="923" y="729"/>
                    <a:pt x="923" y="725"/>
                    <a:pt x="923" y="723"/>
                  </a:cubicBezTo>
                  <a:cubicBezTo>
                    <a:pt x="925" y="721"/>
                    <a:pt x="925" y="719"/>
                    <a:pt x="925" y="715"/>
                  </a:cubicBezTo>
                  <a:cubicBezTo>
                    <a:pt x="929" y="711"/>
                    <a:pt x="929" y="709"/>
                    <a:pt x="929" y="709"/>
                  </a:cubicBezTo>
                  <a:cubicBezTo>
                    <a:pt x="932" y="705"/>
                    <a:pt x="932" y="700"/>
                    <a:pt x="932" y="698"/>
                  </a:cubicBezTo>
                  <a:cubicBezTo>
                    <a:pt x="934" y="690"/>
                    <a:pt x="934" y="690"/>
                    <a:pt x="934" y="688"/>
                  </a:cubicBezTo>
                  <a:cubicBezTo>
                    <a:pt x="936" y="682"/>
                    <a:pt x="936" y="680"/>
                    <a:pt x="936" y="678"/>
                  </a:cubicBezTo>
                  <a:cubicBezTo>
                    <a:pt x="936" y="674"/>
                    <a:pt x="940" y="672"/>
                    <a:pt x="940" y="672"/>
                  </a:cubicBezTo>
                  <a:cubicBezTo>
                    <a:pt x="940" y="670"/>
                    <a:pt x="942" y="668"/>
                    <a:pt x="942" y="668"/>
                  </a:cubicBezTo>
                  <a:cubicBezTo>
                    <a:pt x="942" y="664"/>
                    <a:pt x="944" y="662"/>
                    <a:pt x="944" y="660"/>
                  </a:cubicBezTo>
                  <a:cubicBezTo>
                    <a:pt x="946" y="651"/>
                    <a:pt x="946" y="649"/>
                    <a:pt x="946" y="643"/>
                  </a:cubicBezTo>
                  <a:cubicBezTo>
                    <a:pt x="946" y="637"/>
                    <a:pt x="946" y="637"/>
                    <a:pt x="950" y="633"/>
                  </a:cubicBezTo>
                  <a:lnTo>
                    <a:pt x="950" y="629"/>
                  </a:lnTo>
                  <a:lnTo>
                    <a:pt x="932" y="643"/>
                  </a:lnTo>
                  <a:lnTo>
                    <a:pt x="932" y="398"/>
                  </a:lnTo>
                  <a:lnTo>
                    <a:pt x="250" y="1"/>
                  </a:lnTo>
                  <a:close/>
                </a:path>
              </a:pathLst>
            </a:custGeom>
            <a:solidFill>
              <a:srgbClr val="13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0"/>
            <p:cNvSpPr/>
            <p:nvPr/>
          </p:nvSpPr>
          <p:spPr>
            <a:xfrm rot="-3560944">
              <a:off x="12439482" y="-3317910"/>
              <a:ext cx="412819" cy="264704"/>
            </a:xfrm>
            <a:custGeom>
              <a:rect b="b" l="l" r="r" t="t"/>
              <a:pathLst>
                <a:path extrusionOk="0" h="445" w="694">
                  <a:moveTo>
                    <a:pt x="0" y="1"/>
                  </a:moveTo>
                  <a:lnTo>
                    <a:pt x="0" y="23"/>
                  </a:lnTo>
                  <a:cubicBezTo>
                    <a:pt x="8" y="48"/>
                    <a:pt x="10" y="50"/>
                    <a:pt x="14" y="50"/>
                  </a:cubicBezTo>
                  <a:lnTo>
                    <a:pt x="683" y="436"/>
                  </a:lnTo>
                  <a:lnTo>
                    <a:pt x="683" y="436"/>
                  </a:lnTo>
                  <a:cubicBezTo>
                    <a:pt x="681" y="431"/>
                    <a:pt x="681" y="427"/>
                    <a:pt x="681" y="420"/>
                  </a:cubicBezTo>
                  <a:lnTo>
                    <a:pt x="681" y="398"/>
                  </a:lnTo>
                  <a:lnTo>
                    <a:pt x="0" y="1"/>
                  </a:lnTo>
                  <a:close/>
                  <a:moveTo>
                    <a:pt x="683" y="436"/>
                  </a:moveTo>
                  <a:cubicBezTo>
                    <a:pt x="683" y="437"/>
                    <a:pt x="683" y="438"/>
                    <a:pt x="683" y="439"/>
                  </a:cubicBezTo>
                  <a:cubicBezTo>
                    <a:pt x="686" y="441"/>
                    <a:pt x="688" y="444"/>
                    <a:pt x="691" y="444"/>
                  </a:cubicBezTo>
                  <a:cubicBezTo>
                    <a:pt x="691" y="444"/>
                    <a:pt x="692" y="444"/>
                    <a:pt x="694" y="443"/>
                  </a:cubicBezTo>
                  <a:lnTo>
                    <a:pt x="683" y="436"/>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0"/>
            <p:cNvSpPr/>
            <p:nvPr/>
          </p:nvSpPr>
          <p:spPr>
            <a:xfrm rot="-3560944">
              <a:off x="12441510" y="-3170815"/>
              <a:ext cx="412819" cy="264704"/>
            </a:xfrm>
            <a:custGeom>
              <a:rect b="b" l="l" r="r" t="t"/>
              <a:pathLst>
                <a:path extrusionOk="0" h="445" w="694">
                  <a:moveTo>
                    <a:pt x="0" y="1"/>
                  </a:moveTo>
                  <a:lnTo>
                    <a:pt x="0" y="23"/>
                  </a:lnTo>
                  <a:cubicBezTo>
                    <a:pt x="2" y="35"/>
                    <a:pt x="2" y="37"/>
                    <a:pt x="2" y="37"/>
                  </a:cubicBezTo>
                  <a:cubicBezTo>
                    <a:pt x="9" y="46"/>
                    <a:pt x="11" y="48"/>
                    <a:pt x="13" y="48"/>
                  </a:cubicBezTo>
                  <a:lnTo>
                    <a:pt x="694" y="445"/>
                  </a:lnTo>
                  <a:cubicBezTo>
                    <a:pt x="688" y="440"/>
                    <a:pt x="686" y="436"/>
                    <a:pt x="686" y="432"/>
                  </a:cubicBezTo>
                  <a:cubicBezTo>
                    <a:pt x="684" y="426"/>
                    <a:pt x="680" y="422"/>
                    <a:pt x="680" y="416"/>
                  </a:cubicBezTo>
                  <a:lnTo>
                    <a:pt x="680" y="393"/>
                  </a:ln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0"/>
            <p:cNvSpPr/>
            <p:nvPr/>
          </p:nvSpPr>
          <p:spPr>
            <a:xfrm rot="-3560944">
              <a:off x="12440322" y="-3025796"/>
              <a:ext cx="413414" cy="264704"/>
            </a:xfrm>
            <a:custGeom>
              <a:rect b="b" l="l" r="r" t="t"/>
              <a:pathLst>
                <a:path extrusionOk="0" h="445" w="695">
                  <a:moveTo>
                    <a:pt x="1" y="0"/>
                  </a:moveTo>
                  <a:lnTo>
                    <a:pt x="1" y="23"/>
                  </a:lnTo>
                  <a:cubicBezTo>
                    <a:pt x="9" y="43"/>
                    <a:pt x="11" y="45"/>
                    <a:pt x="13" y="47"/>
                  </a:cubicBezTo>
                  <a:lnTo>
                    <a:pt x="694" y="444"/>
                  </a:lnTo>
                  <a:cubicBezTo>
                    <a:pt x="690" y="440"/>
                    <a:pt x="686" y="436"/>
                    <a:pt x="684" y="432"/>
                  </a:cubicBezTo>
                  <a:cubicBezTo>
                    <a:pt x="682" y="426"/>
                    <a:pt x="682" y="422"/>
                    <a:pt x="682" y="416"/>
                  </a:cubicBezTo>
                  <a:lnTo>
                    <a:pt x="682" y="393"/>
                  </a:lnTo>
                  <a:lnTo>
                    <a:pt x="1"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0"/>
            <p:cNvSpPr/>
            <p:nvPr/>
          </p:nvSpPr>
          <p:spPr>
            <a:xfrm rot="-3560944">
              <a:off x="12436501" y="-2882424"/>
              <a:ext cx="412224" cy="265893"/>
            </a:xfrm>
            <a:custGeom>
              <a:rect b="b" l="l" r="r" t="t"/>
              <a:pathLst>
                <a:path extrusionOk="0" h="447" w="693">
                  <a:moveTo>
                    <a:pt x="1" y="1"/>
                  </a:moveTo>
                  <a:lnTo>
                    <a:pt x="1" y="28"/>
                  </a:lnTo>
                  <a:cubicBezTo>
                    <a:pt x="7" y="48"/>
                    <a:pt x="11" y="50"/>
                    <a:pt x="13" y="52"/>
                  </a:cubicBezTo>
                  <a:lnTo>
                    <a:pt x="692" y="447"/>
                  </a:lnTo>
                  <a:cubicBezTo>
                    <a:pt x="688" y="443"/>
                    <a:pt x="686" y="441"/>
                    <a:pt x="686" y="437"/>
                  </a:cubicBezTo>
                  <a:cubicBezTo>
                    <a:pt x="682" y="431"/>
                    <a:pt x="680" y="426"/>
                    <a:pt x="680" y="420"/>
                  </a:cubicBezTo>
                  <a:lnTo>
                    <a:pt x="680" y="398"/>
                  </a:lnTo>
                  <a:lnTo>
                    <a:pt x="1"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0"/>
            <p:cNvSpPr/>
            <p:nvPr/>
          </p:nvSpPr>
          <p:spPr>
            <a:xfrm rot="-3560944">
              <a:off x="12436033" y="-2736287"/>
              <a:ext cx="412819" cy="265893"/>
            </a:xfrm>
            <a:custGeom>
              <a:rect b="b" l="l" r="r" t="t"/>
              <a:pathLst>
                <a:path extrusionOk="0" h="447" w="694">
                  <a:moveTo>
                    <a:pt x="0" y="1"/>
                  </a:moveTo>
                  <a:lnTo>
                    <a:pt x="0" y="25"/>
                  </a:lnTo>
                  <a:cubicBezTo>
                    <a:pt x="8" y="46"/>
                    <a:pt x="10" y="50"/>
                    <a:pt x="12" y="50"/>
                  </a:cubicBezTo>
                  <a:lnTo>
                    <a:pt x="689" y="444"/>
                  </a:lnTo>
                  <a:lnTo>
                    <a:pt x="689" y="444"/>
                  </a:lnTo>
                  <a:cubicBezTo>
                    <a:pt x="686" y="442"/>
                    <a:pt x="685" y="438"/>
                    <a:pt x="683" y="437"/>
                  </a:cubicBezTo>
                  <a:cubicBezTo>
                    <a:pt x="679" y="430"/>
                    <a:pt x="679" y="426"/>
                    <a:pt x="679" y="420"/>
                  </a:cubicBezTo>
                  <a:lnTo>
                    <a:pt x="679" y="398"/>
                  </a:lnTo>
                  <a:lnTo>
                    <a:pt x="0" y="1"/>
                  </a:lnTo>
                  <a:close/>
                  <a:moveTo>
                    <a:pt x="689" y="444"/>
                  </a:moveTo>
                  <a:cubicBezTo>
                    <a:pt x="691" y="445"/>
                    <a:pt x="692" y="446"/>
                    <a:pt x="694" y="447"/>
                  </a:cubicBezTo>
                  <a:lnTo>
                    <a:pt x="689" y="444"/>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0"/>
            <p:cNvSpPr/>
            <p:nvPr/>
          </p:nvSpPr>
          <p:spPr>
            <a:xfrm rot="-3560944">
              <a:off x="12433361" y="-2590595"/>
              <a:ext cx="412819" cy="265893"/>
            </a:xfrm>
            <a:custGeom>
              <a:rect b="b" l="l" r="r" t="t"/>
              <a:pathLst>
                <a:path extrusionOk="0" h="447" w="694">
                  <a:moveTo>
                    <a:pt x="0" y="0"/>
                  </a:moveTo>
                  <a:lnTo>
                    <a:pt x="0" y="23"/>
                  </a:lnTo>
                  <a:cubicBezTo>
                    <a:pt x="9" y="43"/>
                    <a:pt x="11" y="45"/>
                    <a:pt x="13" y="50"/>
                  </a:cubicBezTo>
                  <a:lnTo>
                    <a:pt x="694" y="446"/>
                  </a:lnTo>
                  <a:cubicBezTo>
                    <a:pt x="688" y="442"/>
                    <a:pt x="686" y="440"/>
                    <a:pt x="684" y="436"/>
                  </a:cubicBezTo>
                  <a:cubicBezTo>
                    <a:pt x="682" y="430"/>
                    <a:pt x="682" y="426"/>
                    <a:pt x="682" y="420"/>
                  </a:cubicBezTo>
                  <a:lnTo>
                    <a:pt x="682" y="397"/>
                  </a:lnTo>
                  <a:lnTo>
                    <a:pt x="0"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0"/>
            <p:cNvSpPr/>
            <p:nvPr/>
          </p:nvSpPr>
          <p:spPr>
            <a:xfrm rot="-3560944">
              <a:off x="12435118" y="-2443685"/>
              <a:ext cx="412224" cy="263514"/>
            </a:xfrm>
            <a:custGeom>
              <a:rect b="b" l="l" r="r" t="t"/>
              <a:pathLst>
                <a:path extrusionOk="0" h="443" w="693">
                  <a:moveTo>
                    <a:pt x="1" y="0"/>
                  </a:moveTo>
                  <a:lnTo>
                    <a:pt x="1" y="21"/>
                  </a:lnTo>
                  <a:cubicBezTo>
                    <a:pt x="7" y="41"/>
                    <a:pt x="9" y="43"/>
                    <a:pt x="13" y="45"/>
                  </a:cubicBezTo>
                  <a:lnTo>
                    <a:pt x="691" y="442"/>
                  </a:lnTo>
                  <a:lnTo>
                    <a:pt x="691" y="442"/>
                  </a:lnTo>
                  <a:cubicBezTo>
                    <a:pt x="688" y="439"/>
                    <a:pt x="686" y="436"/>
                    <a:pt x="686" y="432"/>
                  </a:cubicBezTo>
                  <a:cubicBezTo>
                    <a:pt x="682" y="426"/>
                    <a:pt x="682" y="422"/>
                    <a:pt x="680" y="416"/>
                  </a:cubicBezTo>
                  <a:lnTo>
                    <a:pt x="680" y="393"/>
                  </a:lnTo>
                  <a:lnTo>
                    <a:pt x="1" y="0"/>
                  </a:lnTo>
                  <a:close/>
                  <a:moveTo>
                    <a:pt x="691" y="442"/>
                  </a:moveTo>
                  <a:lnTo>
                    <a:pt x="691" y="442"/>
                  </a:lnTo>
                  <a:cubicBezTo>
                    <a:pt x="691" y="442"/>
                    <a:pt x="692" y="442"/>
                    <a:pt x="692" y="442"/>
                  </a:cubicBezTo>
                  <a:lnTo>
                    <a:pt x="691" y="442"/>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0"/>
            <p:cNvSpPr/>
            <p:nvPr/>
          </p:nvSpPr>
          <p:spPr>
            <a:xfrm rot="-3560944">
              <a:off x="12429596" y="-2300022"/>
              <a:ext cx="413414" cy="263514"/>
            </a:xfrm>
            <a:custGeom>
              <a:rect b="b" l="l" r="r" t="t"/>
              <a:pathLst>
                <a:path extrusionOk="0" h="443" w="695">
                  <a:moveTo>
                    <a:pt x="1" y="1"/>
                  </a:moveTo>
                  <a:lnTo>
                    <a:pt x="1" y="23"/>
                  </a:lnTo>
                  <a:cubicBezTo>
                    <a:pt x="9" y="44"/>
                    <a:pt x="11" y="48"/>
                    <a:pt x="13" y="50"/>
                  </a:cubicBezTo>
                  <a:lnTo>
                    <a:pt x="684" y="437"/>
                  </a:lnTo>
                  <a:lnTo>
                    <a:pt x="684" y="437"/>
                  </a:lnTo>
                  <a:cubicBezTo>
                    <a:pt x="684" y="437"/>
                    <a:pt x="684" y="437"/>
                    <a:pt x="684" y="437"/>
                  </a:cubicBezTo>
                  <a:cubicBezTo>
                    <a:pt x="680" y="431"/>
                    <a:pt x="680" y="427"/>
                    <a:pt x="680" y="420"/>
                  </a:cubicBezTo>
                  <a:lnTo>
                    <a:pt x="680" y="398"/>
                  </a:lnTo>
                  <a:lnTo>
                    <a:pt x="1" y="1"/>
                  </a:lnTo>
                  <a:close/>
                  <a:moveTo>
                    <a:pt x="684" y="437"/>
                  </a:moveTo>
                  <a:lnTo>
                    <a:pt x="684" y="437"/>
                  </a:lnTo>
                  <a:cubicBezTo>
                    <a:pt x="686" y="441"/>
                    <a:pt x="689" y="443"/>
                    <a:pt x="694" y="443"/>
                  </a:cubicBezTo>
                  <a:lnTo>
                    <a:pt x="684" y="437"/>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0"/>
            <p:cNvSpPr/>
            <p:nvPr/>
          </p:nvSpPr>
          <p:spPr>
            <a:xfrm rot="-3560944">
              <a:off x="12429419" y="-2154562"/>
              <a:ext cx="412819" cy="265893"/>
            </a:xfrm>
            <a:custGeom>
              <a:rect b="b" l="l" r="r" t="t"/>
              <a:pathLst>
                <a:path extrusionOk="0" h="447" w="694">
                  <a:moveTo>
                    <a:pt x="0" y="1"/>
                  </a:moveTo>
                  <a:lnTo>
                    <a:pt x="0" y="23"/>
                  </a:lnTo>
                  <a:cubicBezTo>
                    <a:pt x="8" y="44"/>
                    <a:pt x="10" y="48"/>
                    <a:pt x="12" y="50"/>
                  </a:cubicBezTo>
                  <a:lnTo>
                    <a:pt x="694" y="447"/>
                  </a:lnTo>
                  <a:cubicBezTo>
                    <a:pt x="688" y="443"/>
                    <a:pt x="686" y="439"/>
                    <a:pt x="683" y="437"/>
                  </a:cubicBezTo>
                  <a:cubicBezTo>
                    <a:pt x="681" y="430"/>
                    <a:pt x="681" y="426"/>
                    <a:pt x="681" y="420"/>
                  </a:cubicBezTo>
                  <a:lnTo>
                    <a:pt x="681" y="398"/>
                  </a:ln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0"/>
            <p:cNvSpPr/>
            <p:nvPr/>
          </p:nvSpPr>
          <p:spPr>
            <a:xfrm rot="-3560944">
              <a:off x="12426235" y="-2008579"/>
              <a:ext cx="412819" cy="264704"/>
            </a:xfrm>
            <a:custGeom>
              <a:rect b="b" l="l" r="r" t="t"/>
              <a:pathLst>
                <a:path extrusionOk="0" h="445" w="694">
                  <a:moveTo>
                    <a:pt x="0" y="0"/>
                  </a:moveTo>
                  <a:lnTo>
                    <a:pt x="0" y="23"/>
                  </a:lnTo>
                  <a:cubicBezTo>
                    <a:pt x="9" y="45"/>
                    <a:pt x="11" y="50"/>
                    <a:pt x="13" y="50"/>
                  </a:cubicBezTo>
                  <a:lnTo>
                    <a:pt x="687" y="440"/>
                  </a:lnTo>
                  <a:lnTo>
                    <a:pt x="687" y="440"/>
                  </a:lnTo>
                  <a:cubicBezTo>
                    <a:pt x="686" y="439"/>
                    <a:pt x="684" y="437"/>
                    <a:pt x="684" y="434"/>
                  </a:cubicBezTo>
                  <a:cubicBezTo>
                    <a:pt x="682" y="430"/>
                    <a:pt x="682" y="424"/>
                    <a:pt x="682" y="420"/>
                  </a:cubicBezTo>
                  <a:lnTo>
                    <a:pt x="682" y="397"/>
                  </a:lnTo>
                  <a:lnTo>
                    <a:pt x="0" y="0"/>
                  </a:lnTo>
                  <a:close/>
                  <a:moveTo>
                    <a:pt x="687" y="440"/>
                  </a:moveTo>
                  <a:cubicBezTo>
                    <a:pt x="689" y="443"/>
                    <a:pt x="691" y="444"/>
                    <a:pt x="694" y="444"/>
                  </a:cubicBezTo>
                  <a:lnTo>
                    <a:pt x="687" y="44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0"/>
            <p:cNvSpPr/>
            <p:nvPr/>
          </p:nvSpPr>
          <p:spPr>
            <a:xfrm rot="-3560944">
              <a:off x="12425654" y="-1864584"/>
              <a:ext cx="413414" cy="264704"/>
            </a:xfrm>
            <a:custGeom>
              <a:rect b="b" l="l" r="r" t="t"/>
              <a:pathLst>
                <a:path extrusionOk="0" h="445" w="695">
                  <a:moveTo>
                    <a:pt x="1" y="0"/>
                  </a:moveTo>
                  <a:lnTo>
                    <a:pt x="1" y="23"/>
                  </a:lnTo>
                  <a:cubicBezTo>
                    <a:pt x="9" y="45"/>
                    <a:pt x="11" y="49"/>
                    <a:pt x="13" y="49"/>
                  </a:cubicBezTo>
                  <a:lnTo>
                    <a:pt x="686" y="440"/>
                  </a:lnTo>
                  <a:lnTo>
                    <a:pt x="686" y="440"/>
                  </a:lnTo>
                  <a:cubicBezTo>
                    <a:pt x="685" y="438"/>
                    <a:pt x="685" y="436"/>
                    <a:pt x="684" y="434"/>
                  </a:cubicBezTo>
                  <a:cubicBezTo>
                    <a:pt x="680" y="430"/>
                    <a:pt x="680" y="424"/>
                    <a:pt x="680" y="420"/>
                  </a:cubicBezTo>
                  <a:lnTo>
                    <a:pt x="680" y="397"/>
                  </a:lnTo>
                  <a:lnTo>
                    <a:pt x="1" y="0"/>
                  </a:lnTo>
                  <a:close/>
                  <a:moveTo>
                    <a:pt x="686" y="440"/>
                  </a:moveTo>
                  <a:cubicBezTo>
                    <a:pt x="688" y="442"/>
                    <a:pt x="690" y="444"/>
                    <a:pt x="694" y="444"/>
                  </a:cubicBezTo>
                  <a:lnTo>
                    <a:pt x="686" y="44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0"/>
            <p:cNvSpPr/>
            <p:nvPr/>
          </p:nvSpPr>
          <p:spPr>
            <a:xfrm rot="-3560944">
              <a:off x="12425029" y="-1718274"/>
              <a:ext cx="413414" cy="265893"/>
            </a:xfrm>
            <a:custGeom>
              <a:rect b="b" l="l" r="r" t="t"/>
              <a:pathLst>
                <a:path extrusionOk="0" h="447" w="695">
                  <a:moveTo>
                    <a:pt x="1" y="1"/>
                  </a:moveTo>
                  <a:lnTo>
                    <a:pt x="1" y="23"/>
                  </a:lnTo>
                  <a:cubicBezTo>
                    <a:pt x="9" y="44"/>
                    <a:pt x="11" y="50"/>
                    <a:pt x="13" y="50"/>
                  </a:cubicBezTo>
                  <a:lnTo>
                    <a:pt x="694" y="447"/>
                  </a:lnTo>
                  <a:cubicBezTo>
                    <a:pt x="688" y="443"/>
                    <a:pt x="686" y="439"/>
                    <a:pt x="684" y="433"/>
                  </a:cubicBezTo>
                  <a:cubicBezTo>
                    <a:pt x="682" y="429"/>
                    <a:pt x="682" y="422"/>
                    <a:pt x="682" y="418"/>
                  </a:cubicBezTo>
                  <a:lnTo>
                    <a:pt x="682" y="396"/>
                  </a:lnTo>
                  <a:lnTo>
                    <a:pt x="1"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0"/>
            <p:cNvSpPr/>
            <p:nvPr/>
          </p:nvSpPr>
          <p:spPr>
            <a:xfrm rot="-3560944">
              <a:off x="12423829" y="-1572231"/>
              <a:ext cx="412819" cy="265893"/>
            </a:xfrm>
            <a:custGeom>
              <a:rect b="b" l="l" r="r" t="t"/>
              <a:pathLst>
                <a:path extrusionOk="0" h="447" w="694">
                  <a:moveTo>
                    <a:pt x="0" y="1"/>
                  </a:moveTo>
                  <a:lnTo>
                    <a:pt x="0" y="23"/>
                  </a:lnTo>
                  <a:cubicBezTo>
                    <a:pt x="8" y="44"/>
                    <a:pt x="10" y="48"/>
                    <a:pt x="12" y="50"/>
                  </a:cubicBezTo>
                  <a:lnTo>
                    <a:pt x="694" y="447"/>
                  </a:lnTo>
                  <a:cubicBezTo>
                    <a:pt x="690" y="441"/>
                    <a:pt x="685" y="439"/>
                    <a:pt x="683" y="432"/>
                  </a:cubicBezTo>
                  <a:cubicBezTo>
                    <a:pt x="681" y="428"/>
                    <a:pt x="681" y="422"/>
                    <a:pt x="681" y="418"/>
                  </a:cubicBezTo>
                  <a:lnTo>
                    <a:pt x="681" y="396"/>
                  </a:ln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0"/>
            <p:cNvSpPr/>
            <p:nvPr/>
          </p:nvSpPr>
          <p:spPr>
            <a:xfrm rot="-3560944">
              <a:off x="12421543" y="-1426760"/>
              <a:ext cx="411629" cy="264704"/>
            </a:xfrm>
            <a:custGeom>
              <a:rect b="b" l="l" r="r" t="t"/>
              <a:pathLst>
                <a:path extrusionOk="0" h="445" w="692">
                  <a:moveTo>
                    <a:pt x="0" y="0"/>
                  </a:moveTo>
                  <a:lnTo>
                    <a:pt x="0" y="23"/>
                  </a:lnTo>
                  <a:cubicBezTo>
                    <a:pt x="7" y="45"/>
                    <a:pt x="9" y="50"/>
                    <a:pt x="13" y="50"/>
                  </a:cubicBezTo>
                  <a:lnTo>
                    <a:pt x="689" y="443"/>
                  </a:lnTo>
                  <a:lnTo>
                    <a:pt x="689" y="443"/>
                  </a:lnTo>
                  <a:cubicBezTo>
                    <a:pt x="687" y="441"/>
                    <a:pt x="685" y="439"/>
                    <a:pt x="682" y="434"/>
                  </a:cubicBezTo>
                  <a:cubicBezTo>
                    <a:pt x="680" y="430"/>
                    <a:pt x="680" y="424"/>
                    <a:pt x="680" y="420"/>
                  </a:cubicBezTo>
                  <a:lnTo>
                    <a:pt x="680" y="397"/>
                  </a:lnTo>
                  <a:lnTo>
                    <a:pt x="0" y="0"/>
                  </a:lnTo>
                  <a:close/>
                  <a:moveTo>
                    <a:pt x="689" y="443"/>
                  </a:moveTo>
                  <a:cubicBezTo>
                    <a:pt x="690" y="443"/>
                    <a:pt x="691" y="444"/>
                    <a:pt x="692" y="444"/>
                  </a:cubicBezTo>
                  <a:lnTo>
                    <a:pt x="689" y="443"/>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0"/>
            <p:cNvSpPr/>
            <p:nvPr/>
          </p:nvSpPr>
          <p:spPr>
            <a:xfrm rot="-3560944">
              <a:off x="12420063" y="-1282252"/>
              <a:ext cx="413414" cy="264704"/>
            </a:xfrm>
            <a:custGeom>
              <a:rect b="b" l="l" r="r" t="t"/>
              <a:pathLst>
                <a:path extrusionOk="0" h="445" w="695">
                  <a:moveTo>
                    <a:pt x="1" y="0"/>
                  </a:moveTo>
                  <a:lnTo>
                    <a:pt x="1" y="23"/>
                  </a:lnTo>
                  <a:cubicBezTo>
                    <a:pt x="9" y="45"/>
                    <a:pt x="11" y="49"/>
                    <a:pt x="13" y="49"/>
                  </a:cubicBezTo>
                  <a:lnTo>
                    <a:pt x="685" y="439"/>
                  </a:lnTo>
                  <a:lnTo>
                    <a:pt x="685" y="439"/>
                  </a:lnTo>
                  <a:cubicBezTo>
                    <a:pt x="684" y="437"/>
                    <a:pt x="684" y="436"/>
                    <a:pt x="684" y="434"/>
                  </a:cubicBezTo>
                  <a:cubicBezTo>
                    <a:pt x="680" y="430"/>
                    <a:pt x="680" y="424"/>
                    <a:pt x="680" y="420"/>
                  </a:cubicBezTo>
                  <a:lnTo>
                    <a:pt x="680" y="397"/>
                  </a:lnTo>
                  <a:lnTo>
                    <a:pt x="1" y="0"/>
                  </a:lnTo>
                  <a:close/>
                  <a:moveTo>
                    <a:pt x="685" y="439"/>
                  </a:moveTo>
                  <a:cubicBezTo>
                    <a:pt x="686" y="441"/>
                    <a:pt x="689" y="443"/>
                    <a:pt x="694" y="444"/>
                  </a:cubicBezTo>
                  <a:lnTo>
                    <a:pt x="685" y="439"/>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0"/>
            <p:cNvSpPr/>
            <p:nvPr/>
          </p:nvSpPr>
          <p:spPr>
            <a:xfrm rot="-3560944">
              <a:off x="12417391" y="-1135966"/>
              <a:ext cx="413414" cy="263514"/>
            </a:xfrm>
            <a:custGeom>
              <a:rect b="b" l="l" r="r" t="t"/>
              <a:pathLst>
                <a:path extrusionOk="0" h="443" w="695">
                  <a:moveTo>
                    <a:pt x="1" y="1"/>
                  </a:moveTo>
                  <a:lnTo>
                    <a:pt x="1" y="23"/>
                  </a:lnTo>
                  <a:cubicBezTo>
                    <a:pt x="9" y="44"/>
                    <a:pt x="11" y="50"/>
                    <a:pt x="15" y="50"/>
                  </a:cubicBezTo>
                  <a:lnTo>
                    <a:pt x="685" y="437"/>
                  </a:lnTo>
                  <a:lnTo>
                    <a:pt x="685" y="437"/>
                  </a:lnTo>
                  <a:cubicBezTo>
                    <a:pt x="684" y="436"/>
                    <a:pt x="684" y="436"/>
                    <a:pt x="684" y="435"/>
                  </a:cubicBezTo>
                  <a:cubicBezTo>
                    <a:pt x="682" y="431"/>
                    <a:pt x="682" y="424"/>
                    <a:pt x="682" y="420"/>
                  </a:cubicBezTo>
                  <a:lnTo>
                    <a:pt x="682" y="398"/>
                  </a:lnTo>
                  <a:lnTo>
                    <a:pt x="1" y="1"/>
                  </a:lnTo>
                  <a:close/>
                  <a:moveTo>
                    <a:pt x="685" y="437"/>
                  </a:moveTo>
                  <a:lnTo>
                    <a:pt x="685" y="437"/>
                  </a:lnTo>
                  <a:cubicBezTo>
                    <a:pt x="686" y="441"/>
                    <a:pt x="691" y="443"/>
                    <a:pt x="694" y="443"/>
                  </a:cubicBezTo>
                  <a:lnTo>
                    <a:pt x="685" y="437"/>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0"/>
            <p:cNvSpPr/>
            <p:nvPr/>
          </p:nvSpPr>
          <p:spPr>
            <a:xfrm rot="-3560944">
              <a:off x="12417090" y="-990435"/>
              <a:ext cx="411629" cy="263514"/>
            </a:xfrm>
            <a:custGeom>
              <a:rect b="b" l="l" r="r" t="t"/>
              <a:pathLst>
                <a:path extrusionOk="0" h="443" w="692">
                  <a:moveTo>
                    <a:pt x="0" y="1"/>
                  </a:moveTo>
                  <a:lnTo>
                    <a:pt x="0" y="23"/>
                  </a:lnTo>
                  <a:cubicBezTo>
                    <a:pt x="6" y="46"/>
                    <a:pt x="8" y="48"/>
                    <a:pt x="12" y="48"/>
                  </a:cubicBezTo>
                  <a:lnTo>
                    <a:pt x="686" y="439"/>
                  </a:lnTo>
                  <a:lnTo>
                    <a:pt x="686" y="439"/>
                  </a:lnTo>
                  <a:cubicBezTo>
                    <a:pt x="684" y="438"/>
                    <a:pt x="683" y="436"/>
                    <a:pt x="681" y="434"/>
                  </a:cubicBezTo>
                  <a:cubicBezTo>
                    <a:pt x="679" y="430"/>
                    <a:pt x="679" y="424"/>
                    <a:pt x="679" y="420"/>
                  </a:cubicBezTo>
                  <a:lnTo>
                    <a:pt x="679" y="398"/>
                  </a:lnTo>
                  <a:lnTo>
                    <a:pt x="0" y="1"/>
                  </a:lnTo>
                  <a:close/>
                  <a:moveTo>
                    <a:pt x="686" y="439"/>
                  </a:moveTo>
                  <a:cubicBezTo>
                    <a:pt x="688" y="441"/>
                    <a:pt x="689" y="443"/>
                    <a:pt x="692" y="443"/>
                  </a:cubicBezTo>
                  <a:lnTo>
                    <a:pt x="686" y="439"/>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0"/>
            <p:cNvSpPr/>
            <p:nvPr/>
          </p:nvSpPr>
          <p:spPr>
            <a:xfrm rot="-3560944">
              <a:off x="12416173" y="-844042"/>
              <a:ext cx="412819" cy="263514"/>
            </a:xfrm>
            <a:custGeom>
              <a:rect b="b" l="l" r="r" t="t"/>
              <a:pathLst>
                <a:path extrusionOk="0" h="443" w="694">
                  <a:moveTo>
                    <a:pt x="0" y="1"/>
                  </a:moveTo>
                  <a:lnTo>
                    <a:pt x="0" y="21"/>
                  </a:lnTo>
                  <a:cubicBezTo>
                    <a:pt x="9" y="41"/>
                    <a:pt x="11" y="43"/>
                    <a:pt x="13" y="48"/>
                  </a:cubicBezTo>
                  <a:lnTo>
                    <a:pt x="687" y="439"/>
                  </a:lnTo>
                  <a:lnTo>
                    <a:pt x="687" y="439"/>
                  </a:lnTo>
                  <a:cubicBezTo>
                    <a:pt x="686" y="437"/>
                    <a:pt x="686" y="435"/>
                    <a:pt x="686" y="432"/>
                  </a:cubicBezTo>
                  <a:cubicBezTo>
                    <a:pt x="684" y="428"/>
                    <a:pt x="680" y="422"/>
                    <a:pt x="680" y="418"/>
                  </a:cubicBezTo>
                  <a:lnTo>
                    <a:pt x="680" y="395"/>
                  </a:lnTo>
                  <a:lnTo>
                    <a:pt x="0" y="1"/>
                  </a:lnTo>
                  <a:close/>
                  <a:moveTo>
                    <a:pt x="687" y="439"/>
                  </a:moveTo>
                  <a:cubicBezTo>
                    <a:pt x="689" y="440"/>
                    <a:pt x="691" y="441"/>
                    <a:pt x="694" y="442"/>
                  </a:cubicBezTo>
                  <a:lnTo>
                    <a:pt x="687" y="439"/>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0"/>
            <p:cNvSpPr/>
            <p:nvPr/>
          </p:nvSpPr>
          <p:spPr>
            <a:xfrm rot="-3560944">
              <a:off x="12412843" y="-699504"/>
              <a:ext cx="413414" cy="264704"/>
            </a:xfrm>
            <a:custGeom>
              <a:rect b="b" l="l" r="r" t="t"/>
              <a:pathLst>
                <a:path extrusionOk="0" h="445" w="695">
                  <a:moveTo>
                    <a:pt x="1" y="0"/>
                  </a:moveTo>
                  <a:lnTo>
                    <a:pt x="1" y="23"/>
                  </a:lnTo>
                  <a:cubicBezTo>
                    <a:pt x="9" y="43"/>
                    <a:pt x="11" y="47"/>
                    <a:pt x="13" y="47"/>
                  </a:cubicBezTo>
                  <a:lnTo>
                    <a:pt x="687" y="440"/>
                  </a:lnTo>
                  <a:lnTo>
                    <a:pt x="687" y="440"/>
                  </a:lnTo>
                  <a:cubicBezTo>
                    <a:pt x="686" y="438"/>
                    <a:pt x="685" y="437"/>
                    <a:pt x="684" y="434"/>
                  </a:cubicBezTo>
                  <a:cubicBezTo>
                    <a:pt x="682" y="430"/>
                    <a:pt x="682" y="424"/>
                    <a:pt x="682" y="418"/>
                  </a:cubicBezTo>
                  <a:lnTo>
                    <a:pt x="682" y="395"/>
                  </a:lnTo>
                  <a:lnTo>
                    <a:pt x="1" y="0"/>
                  </a:lnTo>
                  <a:close/>
                  <a:moveTo>
                    <a:pt x="687" y="440"/>
                  </a:moveTo>
                  <a:lnTo>
                    <a:pt x="687" y="440"/>
                  </a:lnTo>
                  <a:cubicBezTo>
                    <a:pt x="689" y="442"/>
                    <a:pt x="691" y="443"/>
                    <a:pt x="694" y="444"/>
                  </a:cubicBezTo>
                  <a:lnTo>
                    <a:pt x="687" y="44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0"/>
            <p:cNvSpPr/>
            <p:nvPr/>
          </p:nvSpPr>
          <p:spPr>
            <a:xfrm rot="-3560944">
              <a:off x="12410171" y="-553218"/>
              <a:ext cx="413414" cy="263514"/>
            </a:xfrm>
            <a:custGeom>
              <a:rect b="b" l="l" r="r" t="t"/>
              <a:pathLst>
                <a:path extrusionOk="0" h="443" w="695">
                  <a:moveTo>
                    <a:pt x="1" y="1"/>
                  </a:moveTo>
                  <a:lnTo>
                    <a:pt x="1" y="23"/>
                  </a:lnTo>
                  <a:cubicBezTo>
                    <a:pt x="9" y="44"/>
                    <a:pt x="11" y="46"/>
                    <a:pt x="15" y="48"/>
                  </a:cubicBezTo>
                  <a:lnTo>
                    <a:pt x="692" y="442"/>
                  </a:lnTo>
                  <a:lnTo>
                    <a:pt x="692" y="442"/>
                  </a:lnTo>
                  <a:cubicBezTo>
                    <a:pt x="689" y="440"/>
                    <a:pt x="686" y="436"/>
                    <a:pt x="686" y="433"/>
                  </a:cubicBezTo>
                  <a:cubicBezTo>
                    <a:pt x="684" y="426"/>
                    <a:pt x="682" y="422"/>
                    <a:pt x="682" y="416"/>
                  </a:cubicBezTo>
                  <a:lnTo>
                    <a:pt x="682" y="394"/>
                  </a:lnTo>
                  <a:lnTo>
                    <a:pt x="1" y="1"/>
                  </a:lnTo>
                  <a:close/>
                  <a:moveTo>
                    <a:pt x="692" y="442"/>
                  </a:moveTo>
                  <a:cubicBezTo>
                    <a:pt x="693" y="442"/>
                    <a:pt x="694" y="443"/>
                    <a:pt x="694" y="443"/>
                  </a:cubicBezTo>
                  <a:lnTo>
                    <a:pt x="692" y="44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0"/>
            <p:cNvSpPr/>
            <p:nvPr/>
          </p:nvSpPr>
          <p:spPr>
            <a:xfrm rot="-3560944">
              <a:off x="12410893" y="-407081"/>
              <a:ext cx="411629" cy="263514"/>
            </a:xfrm>
            <a:custGeom>
              <a:rect b="b" l="l" r="r" t="t"/>
              <a:pathLst>
                <a:path extrusionOk="0" h="443" w="692">
                  <a:moveTo>
                    <a:pt x="0" y="1"/>
                  </a:moveTo>
                  <a:lnTo>
                    <a:pt x="0" y="23"/>
                  </a:lnTo>
                  <a:cubicBezTo>
                    <a:pt x="6" y="44"/>
                    <a:pt x="8" y="46"/>
                    <a:pt x="12" y="50"/>
                  </a:cubicBezTo>
                  <a:lnTo>
                    <a:pt x="691" y="442"/>
                  </a:lnTo>
                  <a:lnTo>
                    <a:pt x="691" y="442"/>
                  </a:lnTo>
                  <a:cubicBezTo>
                    <a:pt x="687" y="440"/>
                    <a:pt x="685" y="434"/>
                    <a:pt x="681" y="432"/>
                  </a:cubicBezTo>
                  <a:cubicBezTo>
                    <a:pt x="679" y="428"/>
                    <a:pt x="679" y="422"/>
                    <a:pt x="679" y="418"/>
                  </a:cubicBezTo>
                  <a:lnTo>
                    <a:pt x="679" y="394"/>
                  </a:lnTo>
                  <a:lnTo>
                    <a:pt x="0" y="1"/>
                  </a:lnTo>
                  <a:close/>
                  <a:moveTo>
                    <a:pt x="691" y="442"/>
                  </a:moveTo>
                  <a:cubicBezTo>
                    <a:pt x="691" y="442"/>
                    <a:pt x="691" y="443"/>
                    <a:pt x="692" y="443"/>
                  </a:cubicBezTo>
                  <a:lnTo>
                    <a:pt x="691" y="44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0"/>
            <p:cNvSpPr/>
            <p:nvPr/>
          </p:nvSpPr>
          <p:spPr>
            <a:xfrm rot="-3560944">
              <a:off x="12403395" y="-268668"/>
              <a:ext cx="410439" cy="273031"/>
            </a:xfrm>
            <a:custGeom>
              <a:rect b="b" l="l" r="r" t="t"/>
              <a:pathLst>
                <a:path extrusionOk="0" h="459" w="690">
                  <a:moveTo>
                    <a:pt x="4" y="0"/>
                  </a:moveTo>
                  <a:lnTo>
                    <a:pt x="0" y="25"/>
                  </a:lnTo>
                  <a:cubicBezTo>
                    <a:pt x="2" y="51"/>
                    <a:pt x="2" y="51"/>
                    <a:pt x="2" y="53"/>
                  </a:cubicBezTo>
                  <a:cubicBezTo>
                    <a:pt x="4" y="59"/>
                    <a:pt x="8" y="61"/>
                    <a:pt x="11" y="61"/>
                  </a:cubicBezTo>
                  <a:lnTo>
                    <a:pt x="688" y="457"/>
                  </a:lnTo>
                  <a:lnTo>
                    <a:pt x="688" y="457"/>
                  </a:lnTo>
                  <a:cubicBezTo>
                    <a:pt x="686" y="456"/>
                    <a:pt x="685" y="454"/>
                    <a:pt x="684" y="452"/>
                  </a:cubicBezTo>
                  <a:cubicBezTo>
                    <a:pt x="680" y="450"/>
                    <a:pt x="680" y="448"/>
                    <a:pt x="680" y="444"/>
                  </a:cubicBezTo>
                  <a:cubicBezTo>
                    <a:pt x="678" y="440"/>
                    <a:pt x="678" y="438"/>
                    <a:pt x="678" y="434"/>
                  </a:cubicBezTo>
                  <a:cubicBezTo>
                    <a:pt x="678" y="430"/>
                    <a:pt x="678" y="428"/>
                    <a:pt x="680" y="422"/>
                  </a:cubicBezTo>
                  <a:lnTo>
                    <a:pt x="686" y="397"/>
                  </a:lnTo>
                  <a:lnTo>
                    <a:pt x="4" y="0"/>
                  </a:lnTo>
                  <a:close/>
                  <a:moveTo>
                    <a:pt x="688" y="457"/>
                  </a:moveTo>
                  <a:lnTo>
                    <a:pt x="688" y="457"/>
                  </a:lnTo>
                  <a:cubicBezTo>
                    <a:pt x="688" y="458"/>
                    <a:pt x="689" y="458"/>
                    <a:pt x="690" y="458"/>
                  </a:cubicBezTo>
                  <a:lnTo>
                    <a:pt x="688" y="4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0"/>
            <p:cNvSpPr/>
            <p:nvPr/>
          </p:nvSpPr>
          <p:spPr>
            <a:xfrm rot="-3560944">
              <a:off x="10968884" y="-2612619"/>
              <a:ext cx="3224626" cy="1827347"/>
            </a:xfrm>
            <a:custGeom>
              <a:rect b="b" l="l" r="r" t="t"/>
              <a:pathLst>
                <a:path extrusionOk="0" h="3072" w="5421">
                  <a:moveTo>
                    <a:pt x="1" y="2656"/>
                  </a:moveTo>
                  <a:lnTo>
                    <a:pt x="1" y="2656"/>
                  </a:lnTo>
                  <a:cubicBezTo>
                    <a:pt x="3" y="2658"/>
                    <a:pt x="5" y="2658"/>
                    <a:pt x="7" y="2660"/>
                  </a:cubicBezTo>
                  <a:cubicBezTo>
                    <a:pt x="8" y="2661"/>
                    <a:pt x="9" y="2662"/>
                    <a:pt x="11" y="2662"/>
                  </a:cubicBezTo>
                  <a:lnTo>
                    <a:pt x="11" y="2662"/>
                  </a:lnTo>
                  <a:lnTo>
                    <a:pt x="1" y="2656"/>
                  </a:lnTo>
                  <a:close/>
                  <a:moveTo>
                    <a:pt x="11" y="2662"/>
                  </a:moveTo>
                  <a:lnTo>
                    <a:pt x="15" y="2665"/>
                  </a:lnTo>
                  <a:lnTo>
                    <a:pt x="15" y="2665"/>
                  </a:lnTo>
                  <a:cubicBezTo>
                    <a:pt x="13" y="2663"/>
                    <a:pt x="12" y="2663"/>
                    <a:pt x="11" y="2662"/>
                  </a:cubicBezTo>
                  <a:close/>
                  <a:moveTo>
                    <a:pt x="15" y="2665"/>
                  </a:moveTo>
                  <a:lnTo>
                    <a:pt x="15" y="2665"/>
                  </a:lnTo>
                  <a:cubicBezTo>
                    <a:pt x="15" y="2665"/>
                    <a:pt x="16" y="2666"/>
                    <a:pt x="17" y="2667"/>
                  </a:cubicBezTo>
                  <a:cubicBezTo>
                    <a:pt x="17" y="2667"/>
                    <a:pt x="18" y="2667"/>
                    <a:pt x="18" y="2667"/>
                  </a:cubicBezTo>
                  <a:lnTo>
                    <a:pt x="18" y="2667"/>
                  </a:lnTo>
                  <a:lnTo>
                    <a:pt x="15" y="2665"/>
                  </a:lnTo>
                  <a:close/>
                  <a:moveTo>
                    <a:pt x="4739" y="1"/>
                  </a:moveTo>
                  <a:lnTo>
                    <a:pt x="4526" y="123"/>
                  </a:lnTo>
                  <a:lnTo>
                    <a:pt x="4315" y="246"/>
                  </a:lnTo>
                  <a:lnTo>
                    <a:pt x="4103" y="369"/>
                  </a:lnTo>
                  <a:lnTo>
                    <a:pt x="3890" y="492"/>
                  </a:lnTo>
                  <a:lnTo>
                    <a:pt x="3677" y="614"/>
                  </a:lnTo>
                  <a:lnTo>
                    <a:pt x="3464" y="737"/>
                  </a:lnTo>
                  <a:lnTo>
                    <a:pt x="3254" y="860"/>
                  </a:lnTo>
                  <a:lnTo>
                    <a:pt x="3041" y="983"/>
                  </a:lnTo>
                  <a:lnTo>
                    <a:pt x="2828" y="1105"/>
                  </a:lnTo>
                  <a:lnTo>
                    <a:pt x="2615" y="1228"/>
                  </a:lnTo>
                  <a:lnTo>
                    <a:pt x="2405" y="1351"/>
                  </a:lnTo>
                  <a:lnTo>
                    <a:pt x="2192" y="1474"/>
                  </a:lnTo>
                  <a:lnTo>
                    <a:pt x="1979" y="1597"/>
                  </a:lnTo>
                  <a:lnTo>
                    <a:pt x="1766" y="1719"/>
                  </a:lnTo>
                  <a:lnTo>
                    <a:pt x="1555" y="1842"/>
                  </a:lnTo>
                  <a:lnTo>
                    <a:pt x="1343" y="1965"/>
                  </a:lnTo>
                  <a:lnTo>
                    <a:pt x="1130" y="2088"/>
                  </a:lnTo>
                  <a:lnTo>
                    <a:pt x="917" y="2210"/>
                  </a:lnTo>
                  <a:lnTo>
                    <a:pt x="706" y="2333"/>
                  </a:lnTo>
                  <a:lnTo>
                    <a:pt x="494" y="2456"/>
                  </a:lnTo>
                  <a:lnTo>
                    <a:pt x="281" y="2579"/>
                  </a:lnTo>
                  <a:cubicBezTo>
                    <a:pt x="279" y="2579"/>
                    <a:pt x="269" y="2587"/>
                    <a:pt x="248" y="2599"/>
                  </a:cubicBezTo>
                  <a:cubicBezTo>
                    <a:pt x="240" y="2605"/>
                    <a:pt x="232" y="2609"/>
                    <a:pt x="222" y="2615"/>
                  </a:cubicBezTo>
                  <a:cubicBezTo>
                    <a:pt x="211" y="2619"/>
                    <a:pt x="201" y="2628"/>
                    <a:pt x="191" y="2632"/>
                  </a:cubicBezTo>
                  <a:cubicBezTo>
                    <a:pt x="187" y="2636"/>
                    <a:pt x="179" y="2640"/>
                    <a:pt x="174" y="2642"/>
                  </a:cubicBezTo>
                  <a:cubicBezTo>
                    <a:pt x="160" y="2650"/>
                    <a:pt x="150" y="2652"/>
                    <a:pt x="140" y="2658"/>
                  </a:cubicBezTo>
                  <a:cubicBezTo>
                    <a:pt x="127" y="2662"/>
                    <a:pt x="119" y="2667"/>
                    <a:pt x="113" y="2669"/>
                  </a:cubicBezTo>
                  <a:cubicBezTo>
                    <a:pt x="105" y="2671"/>
                    <a:pt x="97" y="2671"/>
                    <a:pt x="93" y="2673"/>
                  </a:cubicBezTo>
                  <a:cubicBezTo>
                    <a:pt x="89" y="2677"/>
                    <a:pt x="86" y="2677"/>
                    <a:pt x="86" y="2677"/>
                  </a:cubicBezTo>
                  <a:lnTo>
                    <a:pt x="58" y="2677"/>
                  </a:lnTo>
                  <a:cubicBezTo>
                    <a:pt x="54" y="2677"/>
                    <a:pt x="48" y="2673"/>
                    <a:pt x="46" y="2673"/>
                  </a:cubicBezTo>
                  <a:cubicBezTo>
                    <a:pt x="37" y="2671"/>
                    <a:pt x="35" y="2671"/>
                    <a:pt x="33" y="2671"/>
                  </a:cubicBezTo>
                  <a:cubicBezTo>
                    <a:pt x="31" y="2671"/>
                    <a:pt x="31" y="2669"/>
                    <a:pt x="27" y="2669"/>
                  </a:cubicBezTo>
                  <a:cubicBezTo>
                    <a:pt x="25" y="2667"/>
                    <a:pt x="23" y="2667"/>
                    <a:pt x="18" y="2667"/>
                  </a:cubicBezTo>
                  <a:lnTo>
                    <a:pt x="18" y="2667"/>
                  </a:lnTo>
                  <a:lnTo>
                    <a:pt x="680" y="3051"/>
                  </a:lnTo>
                  <a:cubicBezTo>
                    <a:pt x="682" y="3055"/>
                    <a:pt x="686" y="3055"/>
                    <a:pt x="688" y="3057"/>
                  </a:cubicBezTo>
                  <a:cubicBezTo>
                    <a:pt x="690" y="3059"/>
                    <a:pt x="692" y="3059"/>
                    <a:pt x="696" y="3061"/>
                  </a:cubicBezTo>
                  <a:cubicBezTo>
                    <a:pt x="700" y="3065"/>
                    <a:pt x="702" y="3065"/>
                    <a:pt x="706" y="3068"/>
                  </a:cubicBezTo>
                  <a:cubicBezTo>
                    <a:pt x="713" y="3070"/>
                    <a:pt x="717" y="3070"/>
                    <a:pt x="719" y="3070"/>
                  </a:cubicBezTo>
                  <a:cubicBezTo>
                    <a:pt x="729" y="3072"/>
                    <a:pt x="731" y="3072"/>
                    <a:pt x="737" y="3072"/>
                  </a:cubicBezTo>
                  <a:lnTo>
                    <a:pt x="764" y="3072"/>
                  </a:lnTo>
                  <a:cubicBezTo>
                    <a:pt x="778" y="3070"/>
                    <a:pt x="782" y="3068"/>
                    <a:pt x="790" y="3068"/>
                  </a:cubicBezTo>
                  <a:cubicBezTo>
                    <a:pt x="792" y="3065"/>
                    <a:pt x="794" y="3065"/>
                    <a:pt x="801" y="3065"/>
                  </a:cubicBezTo>
                  <a:cubicBezTo>
                    <a:pt x="805" y="3061"/>
                    <a:pt x="811" y="3061"/>
                    <a:pt x="815" y="3059"/>
                  </a:cubicBezTo>
                  <a:cubicBezTo>
                    <a:pt x="823" y="3057"/>
                    <a:pt x="825" y="3055"/>
                    <a:pt x="829" y="3055"/>
                  </a:cubicBezTo>
                  <a:cubicBezTo>
                    <a:pt x="831" y="3051"/>
                    <a:pt x="835" y="3051"/>
                    <a:pt x="839" y="3049"/>
                  </a:cubicBezTo>
                  <a:cubicBezTo>
                    <a:pt x="841" y="3047"/>
                    <a:pt x="843" y="3047"/>
                    <a:pt x="846" y="3045"/>
                  </a:cubicBezTo>
                  <a:cubicBezTo>
                    <a:pt x="850" y="3041"/>
                    <a:pt x="852" y="3041"/>
                    <a:pt x="854" y="3039"/>
                  </a:cubicBezTo>
                  <a:cubicBezTo>
                    <a:pt x="860" y="3037"/>
                    <a:pt x="864" y="3035"/>
                    <a:pt x="866" y="3031"/>
                  </a:cubicBezTo>
                  <a:cubicBezTo>
                    <a:pt x="870" y="3029"/>
                    <a:pt x="872" y="3029"/>
                    <a:pt x="872" y="3027"/>
                  </a:cubicBezTo>
                  <a:cubicBezTo>
                    <a:pt x="882" y="3020"/>
                    <a:pt x="893" y="3014"/>
                    <a:pt x="903" y="3008"/>
                  </a:cubicBezTo>
                  <a:cubicBezTo>
                    <a:pt x="913" y="3004"/>
                    <a:pt x="921" y="2998"/>
                    <a:pt x="927" y="2994"/>
                  </a:cubicBezTo>
                  <a:cubicBezTo>
                    <a:pt x="938" y="2986"/>
                    <a:pt x="946" y="2984"/>
                    <a:pt x="952" y="2978"/>
                  </a:cubicBezTo>
                  <a:cubicBezTo>
                    <a:pt x="958" y="2973"/>
                    <a:pt x="962" y="2973"/>
                    <a:pt x="962" y="2973"/>
                  </a:cubicBezTo>
                  <a:lnTo>
                    <a:pt x="1173" y="2851"/>
                  </a:lnTo>
                  <a:lnTo>
                    <a:pt x="1386" y="2728"/>
                  </a:lnTo>
                  <a:lnTo>
                    <a:pt x="1598" y="2605"/>
                  </a:lnTo>
                  <a:lnTo>
                    <a:pt x="1811" y="2482"/>
                  </a:lnTo>
                  <a:lnTo>
                    <a:pt x="2022" y="2360"/>
                  </a:lnTo>
                  <a:lnTo>
                    <a:pt x="2235" y="2237"/>
                  </a:lnTo>
                  <a:lnTo>
                    <a:pt x="2447" y="2114"/>
                  </a:lnTo>
                  <a:lnTo>
                    <a:pt x="2660" y="1991"/>
                  </a:lnTo>
                  <a:lnTo>
                    <a:pt x="2871" y="1869"/>
                  </a:lnTo>
                  <a:lnTo>
                    <a:pt x="3084" y="1746"/>
                  </a:lnTo>
                  <a:lnTo>
                    <a:pt x="3297" y="1623"/>
                  </a:lnTo>
                  <a:lnTo>
                    <a:pt x="3509" y="1500"/>
                  </a:lnTo>
                  <a:lnTo>
                    <a:pt x="3720" y="1378"/>
                  </a:lnTo>
                  <a:lnTo>
                    <a:pt x="3933" y="1255"/>
                  </a:lnTo>
                  <a:lnTo>
                    <a:pt x="4146" y="1132"/>
                  </a:lnTo>
                  <a:lnTo>
                    <a:pt x="4358" y="1009"/>
                  </a:lnTo>
                  <a:lnTo>
                    <a:pt x="4569" y="887"/>
                  </a:lnTo>
                  <a:lnTo>
                    <a:pt x="4782" y="764"/>
                  </a:lnTo>
                  <a:lnTo>
                    <a:pt x="4995" y="641"/>
                  </a:lnTo>
                  <a:lnTo>
                    <a:pt x="5207" y="518"/>
                  </a:lnTo>
                  <a:lnTo>
                    <a:pt x="5420" y="396"/>
                  </a:lnTo>
                  <a:lnTo>
                    <a:pt x="47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0"/>
            <p:cNvSpPr/>
            <p:nvPr/>
          </p:nvSpPr>
          <p:spPr>
            <a:xfrm rot="-3560944">
              <a:off x="12366542" y="-152575"/>
              <a:ext cx="416388" cy="242695"/>
            </a:xfrm>
            <a:custGeom>
              <a:rect b="b" l="l" r="r" t="t"/>
              <a:pathLst>
                <a:path extrusionOk="0" h="408" w="700">
                  <a:moveTo>
                    <a:pt x="0" y="0"/>
                  </a:moveTo>
                  <a:cubicBezTo>
                    <a:pt x="0" y="0"/>
                    <a:pt x="7" y="5"/>
                    <a:pt x="16" y="9"/>
                  </a:cubicBezTo>
                  <a:lnTo>
                    <a:pt x="16" y="9"/>
                  </a:lnTo>
                  <a:lnTo>
                    <a:pt x="0" y="0"/>
                  </a:lnTo>
                  <a:close/>
                  <a:moveTo>
                    <a:pt x="16" y="9"/>
                  </a:moveTo>
                  <a:lnTo>
                    <a:pt x="166" y="97"/>
                  </a:lnTo>
                  <a:lnTo>
                    <a:pt x="166" y="97"/>
                  </a:lnTo>
                  <a:lnTo>
                    <a:pt x="19" y="11"/>
                  </a:lnTo>
                  <a:cubicBezTo>
                    <a:pt x="18" y="10"/>
                    <a:pt x="17" y="10"/>
                    <a:pt x="16" y="9"/>
                  </a:cubicBezTo>
                  <a:close/>
                  <a:moveTo>
                    <a:pt x="166" y="97"/>
                  </a:moveTo>
                  <a:lnTo>
                    <a:pt x="700" y="408"/>
                  </a:lnTo>
                  <a:cubicBezTo>
                    <a:pt x="692" y="399"/>
                    <a:pt x="682" y="395"/>
                    <a:pt x="682" y="395"/>
                  </a:cubicBezTo>
                  <a:lnTo>
                    <a:pt x="166" y="9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0"/>
            <p:cNvSpPr/>
            <p:nvPr/>
          </p:nvSpPr>
          <p:spPr>
            <a:xfrm rot="-3560944">
              <a:off x="12332666" y="-192071"/>
              <a:ext cx="425310" cy="290282"/>
            </a:xfrm>
            <a:custGeom>
              <a:rect b="b" l="l" r="r" t="t"/>
              <a:pathLst>
                <a:path extrusionOk="0" h="488" w="715">
                  <a:moveTo>
                    <a:pt x="35" y="0"/>
                  </a:moveTo>
                  <a:lnTo>
                    <a:pt x="16" y="23"/>
                  </a:lnTo>
                  <a:cubicBezTo>
                    <a:pt x="14" y="25"/>
                    <a:pt x="14" y="27"/>
                    <a:pt x="10" y="27"/>
                  </a:cubicBezTo>
                  <a:cubicBezTo>
                    <a:pt x="0" y="84"/>
                    <a:pt x="0" y="86"/>
                    <a:pt x="0" y="86"/>
                  </a:cubicBezTo>
                  <a:cubicBezTo>
                    <a:pt x="4" y="88"/>
                    <a:pt x="6" y="94"/>
                    <a:pt x="8" y="94"/>
                  </a:cubicBezTo>
                  <a:lnTo>
                    <a:pt x="684" y="484"/>
                  </a:lnTo>
                  <a:lnTo>
                    <a:pt x="684" y="484"/>
                  </a:lnTo>
                  <a:cubicBezTo>
                    <a:pt x="682" y="482"/>
                    <a:pt x="681" y="479"/>
                    <a:pt x="679" y="475"/>
                  </a:cubicBezTo>
                  <a:cubicBezTo>
                    <a:pt x="681" y="473"/>
                    <a:pt x="679" y="465"/>
                    <a:pt x="681" y="461"/>
                  </a:cubicBezTo>
                  <a:cubicBezTo>
                    <a:pt x="683" y="446"/>
                    <a:pt x="690" y="432"/>
                    <a:pt x="696" y="420"/>
                  </a:cubicBezTo>
                  <a:lnTo>
                    <a:pt x="714" y="395"/>
                  </a:lnTo>
                  <a:lnTo>
                    <a:pt x="35" y="0"/>
                  </a:lnTo>
                  <a:close/>
                  <a:moveTo>
                    <a:pt x="684" y="484"/>
                  </a:moveTo>
                  <a:lnTo>
                    <a:pt x="684" y="484"/>
                  </a:lnTo>
                  <a:cubicBezTo>
                    <a:pt x="686" y="485"/>
                    <a:pt x="687" y="486"/>
                    <a:pt x="690" y="487"/>
                  </a:cubicBezTo>
                  <a:lnTo>
                    <a:pt x="684" y="48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0"/>
            <p:cNvSpPr/>
            <p:nvPr/>
          </p:nvSpPr>
          <p:spPr>
            <a:xfrm rot="-3560944">
              <a:off x="12309308" y="-195334"/>
              <a:ext cx="415793" cy="255186"/>
            </a:xfrm>
            <a:custGeom>
              <a:rect b="b" l="l" r="r" t="t"/>
              <a:pathLst>
                <a:path extrusionOk="0" h="429" w="699">
                  <a:moveTo>
                    <a:pt x="0" y="1"/>
                  </a:moveTo>
                  <a:lnTo>
                    <a:pt x="17" y="31"/>
                  </a:lnTo>
                  <a:lnTo>
                    <a:pt x="698" y="428"/>
                  </a:lnTo>
                  <a:lnTo>
                    <a:pt x="669" y="348"/>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0"/>
            <p:cNvSpPr/>
            <p:nvPr/>
          </p:nvSpPr>
          <p:spPr>
            <a:xfrm rot="-3560944">
              <a:off x="12262800" y="-163395"/>
              <a:ext cx="412224" cy="251617"/>
            </a:xfrm>
            <a:custGeom>
              <a:rect b="b" l="l" r="r" t="t"/>
              <a:pathLst>
                <a:path extrusionOk="0" h="423" w="693">
                  <a:moveTo>
                    <a:pt x="1" y="1"/>
                  </a:moveTo>
                  <a:cubicBezTo>
                    <a:pt x="3" y="13"/>
                    <a:pt x="3" y="15"/>
                    <a:pt x="3" y="15"/>
                  </a:cubicBezTo>
                  <a:cubicBezTo>
                    <a:pt x="7" y="23"/>
                    <a:pt x="11" y="25"/>
                    <a:pt x="13" y="29"/>
                  </a:cubicBezTo>
                  <a:lnTo>
                    <a:pt x="689" y="420"/>
                  </a:lnTo>
                  <a:lnTo>
                    <a:pt x="689" y="420"/>
                  </a:lnTo>
                  <a:cubicBezTo>
                    <a:pt x="688" y="419"/>
                    <a:pt x="687" y="417"/>
                    <a:pt x="686" y="414"/>
                  </a:cubicBezTo>
                  <a:cubicBezTo>
                    <a:pt x="682" y="410"/>
                    <a:pt x="680" y="404"/>
                    <a:pt x="680" y="398"/>
                  </a:cubicBezTo>
                  <a:lnTo>
                    <a:pt x="1" y="1"/>
                  </a:lnTo>
                  <a:close/>
                  <a:moveTo>
                    <a:pt x="689" y="420"/>
                  </a:moveTo>
                  <a:cubicBezTo>
                    <a:pt x="690" y="422"/>
                    <a:pt x="691" y="422"/>
                    <a:pt x="692" y="422"/>
                  </a:cubicBezTo>
                  <a:lnTo>
                    <a:pt x="689" y="42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0"/>
            <p:cNvSpPr/>
            <p:nvPr/>
          </p:nvSpPr>
          <p:spPr>
            <a:xfrm rot="-3560944">
              <a:off x="12202680" y="-223669"/>
              <a:ext cx="416983" cy="241505"/>
            </a:xfrm>
            <a:custGeom>
              <a:rect b="b" l="l" r="r" t="t"/>
              <a:pathLst>
                <a:path extrusionOk="0" h="406" w="701">
                  <a:moveTo>
                    <a:pt x="21" y="1"/>
                  </a:moveTo>
                  <a:lnTo>
                    <a:pt x="0" y="11"/>
                  </a:lnTo>
                  <a:lnTo>
                    <a:pt x="680" y="406"/>
                  </a:lnTo>
                  <a:lnTo>
                    <a:pt x="700" y="396"/>
                  </a:lnTo>
                  <a:lnTo>
                    <a:pt x="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0"/>
            <p:cNvSpPr/>
            <p:nvPr/>
          </p:nvSpPr>
          <p:spPr>
            <a:xfrm rot="-3560944">
              <a:off x="12216787" y="-222722"/>
              <a:ext cx="430069" cy="311101"/>
            </a:xfrm>
            <a:custGeom>
              <a:rect b="b" l="l" r="r" t="t"/>
              <a:pathLst>
                <a:path extrusionOk="0" h="523" w="723">
                  <a:moveTo>
                    <a:pt x="41" y="1"/>
                  </a:moveTo>
                  <a:cubicBezTo>
                    <a:pt x="19" y="25"/>
                    <a:pt x="17" y="25"/>
                    <a:pt x="17" y="27"/>
                  </a:cubicBezTo>
                  <a:cubicBezTo>
                    <a:pt x="0" y="72"/>
                    <a:pt x="0" y="87"/>
                    <a:pt x="0" y="97"/>
                  </a:cubicBezTo>
                  <a:cubicBezTo>
                    <a:pt x="0" y="103"/>
                    <a:pt x="0" y="109"/>
                    <a:pt x="5" y="113"/>
                  </a:cubicBezTo>
                  <a:lnTo>
                    <a:pt x="5" y="122"/>
                  </a:lnTo>
                  <a:cubicBezTo>
                    <a:pt x="5" y="128"/>
                    <a:pt x="684" y="521"/>
                    <a:pt x="684" y="521"/>
                  </a:cubicBezTo>
                  <a:lnTo>
                    <a:pt x="686" y="523"/>
                  </a:lnTo>
                  <a:lnTo>
                    <a:pt x="686" y="518"/>
                  </a:lnTo>
                  <a:cubicBezTo>
                    <a:pt x="686" y="510"/>
                    <a:pt x="686" y="506"/>
                    <a:pt x="684" y="500"/>
                  </a:cubicBezTo>
                  <a:lnTo>
                    <a:pt x="684" y="469"/>
                  </a:lnTo>
                  <a:cubicBezTo>
                    <a:pt x="684" y="461"/>
                    <a:pt x="686" y="457"/>
                    <a:pt x="686" y="449"/>
                  </a:cubicBezTo>
                  <a:cubicBezTo>
                    <a:pt x="690" y="441"/>
                    <a:pt x="692" y="437"/>
                    <a:pt x="694" y="428"/>
                  </a:cubicBezTo>
                  <a:cubicBezTo>
                    <a:pt x="700" y="420"/>
                    <a:pt x="702" y="416"/>
                    <a:pt x="706" y="410"/>
                  </a:cubicBezTo>
                  <a:cubicBezTo>
                    <a:pt x="712" y="406"/>
                    <a:pt x="717" y="400"/>
                    <a:pt x="723" y="398"/>
                  </a:cubicBezTo>
                  <a:lnTo>
                    <a:pt x="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0"/>
            <p:cNvSpPr/>
            <p:nvPr/>
          </p:nvSpPr>
          <p:spPr>
            <a:xfrm rot="-3560944">
              <a:off x="12173222" y="-259963"/>
              <a:ext cx="424121" cy="247453"/>
            </a:xfrm>
            <a:custGeom>
              <a:rect b="b" l="l" r="r" t="t"/>
              <a:pathLst>
                <a:path extrusionOk="0" h="416" w="713">
                  <a:moveTo>
                    <a:pt x="36" y="0"/>
                  </a:moveTo>
                  <a:lnTo>
                    <a:pt x="1" y="21"/>
                  </a:lnTo>
                  <a:lnTo>
                    <a:pt x="680" y="416"/>
                  </a:lnTo>
                  <a:lnTo>
                    <a:pt x="713" y="397"/>
                  </a:lnTo>
                  <a:lnTo>
                    <a:pt x="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0"/>
            <p:cNvSpPr/>
            <p:nvPr/>
          </p:nvSpPr>
          <p:spPr>
            <a:xfrm rot="-3560944">
              <a:off x="10970604" y="-2934320"/>
              <a:ext cx="2768979" cy="1580489"/>
            </a:xfrm>
            <a:custGeom>
              <a:rect b="b" l="l" r="r" t="t"/>
              <a:pathLst>
                <a:path extrusionOk="0" h="2657" w="4655">
                  <a:moveTo>
                    <a:pt x="4641" y="408"/>
                  </a:moveTo>
                  <a:lnTo>
                    <a:pt x="4655" y="416"/>
                  </a:lnTo>
                  <a:cubicBezTo>
                    <a:pt x="4652" y="412"/>
                    <a:pt x="4647" y="409"/>
                    <a:pt x="4641" y="408"/>
                  </a:cubicBezTo>
                  <a:close/>
                  <a:moveTo>
                    <a:pt x="3937" y="0"/>
                  </a:moveTo>
                  <a:cubicBezTo>
                    <a:pt x="3935" y="0"/>
                    <a:pt x="3933" y="0"/>
                    <a:pt x="3928" y="2"/>
                  </a:cubicBezTo>
                  <a:cubicBezTo>
                    <a:pt x="3926" y="2"/>
                    <a:pt x="3924" y="7"/>
                    <a:pt x="3922" y="7"/>
                  </a:cubicBezTo>
                  <a:cubicBezTo>
                    <a:pt x="3918" y="7"/>
                    <a:pt x="3916" y="9"/>
                    <a:pt x="3914" y="9"/>
                  </a:cubicBezTo>
                  <a:cubicBezTo>
                    <a:pt x="3910" y="9"/>
                    <a:pt x="3908" y="11"/>
                    <a:pt x="3906" y="11"/>
                  </a:cubicBezTo>
                  <a:cubicBezTo>
                    <a:pt x="3898" y="13"/>
                    <a:pt x="3896" y="17"/>
                    <a:pt x="3894" y="17"/>
                  </a:cubicBezTo>
                  <a:cubicBezTo>
                    <a:pt x="3890" y="19"/>
                    <a:pt x="3888" y="19"/>
                    <a:pt x="3885" y="19"/>
                  </a:cubicBezTo>
                  <a:cubicBezTo>
                    <a:pt x="3883" y="21"/>
                    <a:pt x="3881" y="21"/>
                    <a:pt x="3877" y="21"/>
                  </a:cubicBezTo>
                  <a:cubicBezTo>
                    <a:pt x="3875" y="23"/>
                    <a:pt x="3873" y="23"/>
                    <a:pt x="3869" y="27"/>
                  </a:cubicBezTo>
                  <a:cubicBezTo>
                    <a:pt x="3865" y="29"/>
                    <a:pt x="0" y="2259"/>
                    <a:pt x="0" y="2259"/>
                  </a:cubicBezTo>
                  <a:lnTo>
                    <a:pt x="682" y="2656"/>
                  </a:lnTo>
                  <a:lnTo>
                    <a:pt x="4546" y="426"/>
                  </a:lnTo>
                  <a:cubicBezTo>
                    <a:pt x="4554" y="418"/>
                    <a:pt x="4567" y="416"/>
                    <a:pt x="4575" y="410"/>
                  </a:cubicBezTo>
                  <a:cubicBezTo>
                    <a:pt x="4585" y="406"/>
                    <a:pt x="4597" y="401"/>
                    <a:pt x="4606" y="401"/>
                  </a:cubicBezTo>
                  <a:cubicBezTo>
                    <a:pt x="4608" y="401"/>
                    <a:pt x="4611" y="401"/>
                    <a:pt x="4613" y="401"/>
                  </a:cubicBezTo>
                  <a:cubicBezTo>
                    <a:pt x="4620" y="401"/>
                    <a:pt x="4626" y="403"/>
                    <a:pt x="4632" y="406"/>
                  </a:cubicBezTo>
                  <a:cubicBezTo>
                    <a:pt x="4635" y="406"/>
                    <a:pt x="4638" y="407"/>
                    <a:pt x="4641" y="408"/>
                  </a:cubicBezTo>
                  <a:lnTo>
                    <a:pt x="4641" y="408"/>
                  </a:lnTo>
                  <a:lnTo>
                    <a:pt x="3990" y="17"/>
                  </a:lnTo>
                  <a:cubicBezTo>
                    <a:pt x="3988" y="13"/>
                    <a:pt x="3986" y="13"/>
                    <a:pt x="3980" y="11"/>
                  </a:cubicBezTo>
                  <a:cubicBezTo>
                    <a:pt x="3975" y="9"/>
                    <a:pt x="3973" y="9"/>
                    <a:pt x="3969" y="7"/>
                  </a:cubicBezTo>
                  <a:cubicBezTo>
                    <a:pt x="3963" y="2"/>
                    <a:pt x="3963" y="2"/>
                    <a:pt x="3959" y="2"/>
                  </a:cubicBezTo>
                  <a:cubicBezTo>
                    <a:pt x="3957" y="2"/>
                    <a:pt x="3955" y="0"/>
                    <a:pt x="39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0"/>
            <p:cNvSpPr/>
            <p:nvPr/>
          </p:nvSpPr>
          <p:spPr>
            <a:xfrm rot="-3560944">
              <a:off x="12151044" y="-922538"/>
              <a:ext cx="512752" cy="471113"/>
            </a:xfrm>
            <a:custGeom>
              <a:rect b="b" l="l" r="r" t="t"/>
              <a:pathLst>
                <a:path extrusionOk="0" h="792" w="862">
                  <a:moveTo>
                    <a:pt x="183" y="0"/>
                  </a:moveTo>
                  <a:cubicBezTo>
                    <a:pt x="176" y="2"/>
                    <a:pt x="174" y="4"/>
                    <a:pt x="172" y="6"/>
                  </a:cubicBezTo>
                  <a:cubicBezTo>
                    <a:pt x="170" y="10"/>
                    <a:pt x="166" y="10"/>
                    <a:pt x="164" y="12"/>
                  </a:cubicBezTo>
                  <a:cubicBezTo>
                    <a:pt x="162" y="14"/>
                    <a:pt x="160" y="14"/>
                    <a:pt x="156" y="16"/>
                  </a:cubicBezTo>
                  <a:cubicBezTo>
                    <a:pt x="154" y="21"/>
                    <a:pt x="152" y="23"/>
                    <a:pt x="150" y="23"/>
                  </a:cubicBezTo>
                  <a:cubicBezTo>
                    <a:pt x="144" y="25"/>
                    <a:pt x="144" y="27"/>
                    <a:pt x="142" y="27"/>
                  </a:cubicBezTo>
                  <a:lnTo>
                    <a:pt x="136" y="33"/>
                  </a:lnTo>
                  <a:lnTo>
                    <a:pt x="131" y="37"/>
                  </a:lnTo>
                  <a:cubicBezTo>
                    <a:pt x="129" y="41"/>
                    <a:pt x="125" y="41"/>
                    <a:pt x="125" y="43"/>
                  </a:cubicBezTo>
                  <a:lnTo>
                    <a:pt x="121" y="47"/>
                  </a:lnTo>
                  <a:lnTo>
                    <a:pt x="115" y="53"/>
                  </a:lnTo>
                  <a:lnTo>
                    <a:pt x="111" y="57"/>
                  </a:lnTo>
                  <a:lnTo>
                    <a:pt x="105" y="64"/>
                  </a:lnTo>
                  <a:lnTo>
                    <a:pt x="101" y="68"/>
                  </a:lnTo>
                  <a:lnTo>
                    <a:pt x="95" y="74"/>
                  </a:lnTo>
                  <a:lnTo>
                    <a:pt x="91" y="78"/>
                  </a:lnTo>
                  <a:cubicBezTo>
                    <a:pt x="88" y="80"/>
                    <a:pt x="88" y="84"/>
                    <a:pt x="84" y="84"/>
                  </a:cubicBezTo>
                  <a:cubicBezTo>
                    <a:pt x="82" y="86"/>
                    <a:pt x="82" y="86"/>
                    <a:pt x="82" y="88"/>
                  </a:cubicBezTo>
                  <a:cubicBezTo>
                    <a:pt x="78" y="96"/>
                    <a:pt x="74" y="98"/>
                    <a:pt x="72" y="100"/>
                  </a:cubicBezTo>
                  <a:cubicBezTo>
                    <a:pt x="70" y="106"/>
                    <a:pt x="64" y="111"/>
                    <a:pt x="62" y="117"/>
                  </a:cubicBezTo>
                  <a:cubicBezTo>
                    <a:pt x="60" y="119"/>
                    <a:pt x="60" y="121"/>
                    <a:pt x="58" y="125"/>
                  </a:cubicBezTo>
                  <a:cubicBezTo>
                    <a:pt x="54" y="129"/>
                    <a:pt x="52" y="131"/>
                    <a:pt x="52" y="135"/>
                  </a:cubicBezTo>
                  <a:cubicBezTo>
                    <a:pt x="50" y="137"/>
                    <a:pt x="50" y="139"/>
                    <a:pt x="50" y="141"/>
                  </a:cubicBezTo>
                  <a:cubicBezTo>
                    <a:pt x="48" y="145"/>
                    <a:pt x="48" y="145"/>
                    <a:pt x="48" y="147"/>
                  </a:cubicBezTo>
                  <a:cubicBezTo>
                    <a:pt x="43" y="149"/>
                    <a:pt x="43" y="149"/>
                    <a:pt x="43" y="151"/>
                  </a:cubicBezTo>
                  <a:cubicBezTo>
                    <a:pt x="41" y="156"/>
                    <a:pt x="41" y="156"/>
                    <a:pt x="41" y="158"/>
                  </a:cubicBezTo>
                  <a:cubicBezTo>
                    <a:pt x="39" y="160"/>
                    <a:pt x="39" y="162"/>
                    <a:pt x="39" y="162"/>
                  </a:cubicBezTo>
                  <a:cubicBezTo>
                    <a:pt x="37" y="170"/>
                    <a:pt x="33" y="170"/>
                    <a:pt x="33" y="172"/>
                  </a:cubicBezTo>
                  <a:cubicBezTo>
                    <a:pt x="31" y="176"/>
                    <a:pt x="31" y="178"/>
                    <a:pt x="31" y="178"/>
                  </a:cubicBezTo>
                  <a:cubicBezTo>
                    <a:pt x="29" y="180"/>
                    <a:pt x="29" y="182"/>
                    <a:pt x="29" y="182"/>
                  </a:cubicBezTo>
                  <a:cubicBezTo>
                    <a:pt x="27" y="186"/>
                    <a:pt x="27" y="188"/>
                    <a:pt x="27" y="188"/>
                  </a:cubicBezTo>
                  <a:cubicBezTo>
                    <a:pt x="23" y="190"/>
                    <a:pt x="23" y="192"/>
                    <a:pt x="23" y="197"/>
                  </a:cubicBezTo>
                  <a:cubicBezTo>
                    <a:pt x="21" y="199"/>
                    <a:pt x="21" y="201"/>
                    <a:pt x="21" y="203"/>
                  </a:cubicBezTo>
                  <a:cubicBezTo>
                    <a:pt x="19" y="213"/>
                    <a:pt x="15" y="217"/>
                    <a:pt x="15" y="219"/>
                  </a:cubicBezTo>
                  <a:cubicBezTo>
                    <a:pt x="15" y="221"/>
                    <a:pt x="13" y="223"/>
                    <a:pt x="13" y="227"/>
                  </a:cubicBezTo>
                  <a:cubicBezTo>
                    <a:pt x="11" y="229"/>
                    <a:pt x="11" y="231"/>
                    <a:pt x="11" y="233"/>
                  </a:cubicBezTo>
                  <a:cubicBezTo>
                    <a:pt x="11" y="237"/>
                    <a:pt x="9" y="239"/>
                    <a:pt x="9" y="242"/>
                  </a:cubicBezTo>
                  <a:cubicBezTo>
                    <a:pt x="9" y="244"/>
                    <a:pt x="9" y="248"/>
                    <a:pt x="5" y="250"/>
                  </a:cubicBezTo>
                  <a:cubicBezTo>
                    <a:pt x="5" y="254"/>
                    <a:pt x="3" y="258"/>
                    <a:pt x="3" y="260"/>
                  </a:cubicBezTo>
                  <a:cubicBezTo>
                    <a:pt x="3" y="262"/>
                    <a:pt x="3" y="264"/>
                    <a:pt x="1" y="268"/>
                  </a:cubicBezTo>
                  <a:lnTo>
                    <a:pt x="1" y="274"/>
                  </a:lnTo>
                  <a:lnTo>
                    <a:pt x="1" y="282"/>
                  </a:lnTo>
                  <a:lnTo>
                    <a:pt x="1" y="291"/>
                  </a:lnTo>
                  <a:lnTo>
                    <a:pt x="1" y="301"/>
                  </a:lnTo>
                  <a:lnTo>
                    <a:pt x="1" y="309"/>
                  </a:lnTo>
                  <a:cubicBezTo>
                    <a:pt x="1" y="311"/>
                    <a:pt x="1" y="313"/>
                    <a:pt x="3" y="315"/>
                  </a:cubicBezTo>
                  <a:cubicBezTo>
                    <a:pt x="3" y="319"/>
                    <a:pt x="5" y="321"/>
                    <a:pt x="5" y="323"/>
                  </a:cubicBezTo>
                  <a:cubicBezTo>
                    <a:pt x="9" y="329"/>
                    <a:pt x="9" y="332"/>
                    <a:pt x="9" y="332"/>
                  </a:cubicBezTo>
                  <a:cubicBezTo>
                    <a:pt x="11" y="334"/>
                    <a:pt x="11" y="340"/>
                    <a:pt x="11" y="342"/>
                  </a:cubicBezTo>
                  <a:cubicBezTo>
                    <a:pt x="13" y="344"/>
                    <a:pt x="13" y="350"/>
                    <a:pt x="15" y="352"/>
                  </a:cubicBezTo>
                  <a:cubicBezTo>
                    <a:pt x="21" y="360"/>
                    <a:pt x="21" y="362"/>
                    <a:pt x="21" y="362"/>
                  </a:cubicBezTo>
                  <a:cubicBezTo>
                    <a:pt x="23" y="364"/>
                    <a:pt x="25" y="370"/>
                    <a:pt x="29" y="372"/>
                  </a:cubicBezTo>
                  <a:cubicBezTo>
                    <a:pt x="31" y="375"/>
                    <a:pt x="31" y="377"/>
                    <a:pt x="33" y="381"/>
                  </a:cubicBezTo>
                  <a:cubicBezTo>
                    <a:pt x="39" y="385"/>
                    <a:pt x="43" y="391"/>
                    <a:pt x="52" y="395"/>
                  </a:cubicBezTo>
                  <a:lnTo>
                    <a:pt x="731" y="792"/>
                  </a:lnTo>
                  <a:cubicBezTo>
                    <a:pt x="725" y="786"/>
                    <a:pt x="719" y="782"/>
                    <a:pt x="715" y="776"/>
                  </a:cubicBezTo>
                  <a:cubicBezTo>
                    <a:pt x="735" y="747"/>
                    <a:pt x="733" y="743"/>
                    <a:pt x="733" y="741"/>
                  </a:cubicBezTo>
                  <a:cubicBezTo>
                    <a:pt x="727" y="737"/>
                    <a:pt x="725" y="730"/>
                    <a:pt x="723" y="726"/>
                  </a:cubicBezTo>
                  <a:cubicBezTo>
                    <a:pt x="717" y="716"/>
                    <a:pt x="715" y="706"/>
                    <a:pt x="713" y="698"/>
                  </a:cubicBezTo>
                  <a:cubicBezTo>
                    <a:pt x="708" y="688"/>
                    <a:pt x="708" y="675"/>
                    <a:pt x="708" y="665"/>
                  </a:cubicBezTo>
                  <a:cubicBezTo>
                    <a:pt x="708" y="651"/>
                    <a:pt x="713" y="638"/>
                    <a:pt x="713" y="626"/>
                  </a:cubicBezTo>
                  <a:cubicBezTo>
                    <a:pt x="715" y="614"/>
                    <a:pt x="717" y="600"/>
                    <a:pt x="723" y="587"/>
                  </a:cubicBezTo>
                  <a:lnTo>
                    <a:pt x="737" y="548"/>
                  </a:lnTo>
                  <a:cubicBezTo>
                    <a:pt x="743" y="536"/>
                    <a:pt x="749" y="524"/>
                    <a:pt x="755" y="514"/>
                  </a:cubicBezTo>
                  <a:cubicBezTo>
                    <a:pt x="764" y="501"/>
                    <a:pt x="770" y="487"/>
                    <a:pt x="778" y="477"/>
                  </a:cubicBezTo>
                  <a:cubicBezTo>
                    <a:pt x="786" y="465"/>
                    <a:pt x="796" y="454"/>
                    <a:pt x="805" y="446"/>
                  </a:cubicBezTo>
                  <a:cubicBezTo>
                    <a:pt x="815" y="436"/>
                    <a:pt x="821" y="426"/>
                    <a:pt x="831" y="420"/>
                  </a:cubicBezTo>
                  <a:cubicBezTo>
                    <a:pt x="841" y="409"/>
                    <a:pt x="852" y="403"/>
                    <a:pt x="862" y="395"/>
                  </a:cubicBezTo>
                  <a:lnTo>
                    <a:pt x="183"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0"/>
            <p:cNvSpPr/>
            <p:nvPr/>
          </p:nvSpPr>
          <p:spPr>
            <a:xfrm rot="-3560944">
              <a:off x="11402509" y="-2962229"/>
              <a:ext cx="2482266" cy="1562049"/>
            </a:xfrm>
            <a:custGeom>
              <a:rect b="b" l="l" r="r" t="t"/>
              <a:pathLst>
                <a:path extrusionOk="0" h="2626" w="4173">
                  <a:moveTo>
                    <a:pt x="4087" y="1"/>
                  </a:moveTo>
                  <a:cubicBezTo>
                    <a:pt x="4066" y="1"/>
                    <a:pt x="4043" y="7"/>
                    <a:pt x="4019" y="21"/>
                  </a:cubicBezTo>
                  <a:lnTo>
                    <a:pt x="154" y="2251"/>
                  </a:lnTo>
                  <a:cubicBezTo>
                    <a:pt x="70" y="2300"/>
                    <a:pt x="0" y="2421"/>
                    <a:pt x="0" y="2517"/>
                  </a:cubicBezTo>
                  <a:cubicBezTo>
                    <a:pt x="0" y="2586"/>
                    <a:pt x="35" y="2625"/>
                    <a:pt x="85" y="2625"/>
                  </a:cubicBezTo>
                  <a:cubicBezTo>
                    <a:pt x="106" y="2625"/>
                    <a:pt x="129" y="2619"/>
                    <a:pt x="154" y="2605"/>
                  </a:cubicBezTo>
                  <a:lnTo>
                    <a:pt x="4019" y="375"/>
                  </a:lnTo>
                  <a:cubicBezTo>
                    <a:pt x="4102" y="326"/>
                    <a:pt x="4172" y="205"/>
                    <a:pt x="4172" y="109"/>
                  </a:cubicBezTo>
                  <a:cubicBezTo>
                    <a:pt x="4172" y="39"/>
                    <a:pt x="4137" y="1"/>
                    <a:pt x="4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0"/>
            <p:cNvSpPr/>
            <p:nvPr/>
          </p:nvSpPr>
          <p:spPr>
            <a:xfrm rot="-3560944">
              <a:off x="12013458" y="-705483"/>
              <a:ext cx="499665" cy="249238"/>
            </a:xfrm>
            <a:custGeom>
              <a:rect b="b" l="l" r="r" t="t"/>
              <a:pathLst>
                <a:path extrusionOk="0" h="419" w="840">
                  <a:moveTo>
                    <a:pt x="822" y="386"/>
                  </a:moveTo>
                  <a:lnTo>
                    <a:pt x="839" y="396"/>
                  </a:lnTo>
                  <a:cubicBezTo>
                    <a:pt x="836" y="392"/>
                    <a:pt x="830" y="388"/>
                    <a:pt x="822" y="386"/>
                  </a:cubicBezTo>
                  <a:close/>
                  <a:moveTo>
                    <a:pt x="109" y="1"/>
                  </a:moveTo>
                  <a:cubicBezTo>
                    <a:pt x="103" y="1"/>
                    <a:pt x="99" y="5"/>
                    <a:pt x="95" y="5"/>
                  </a:cubicBezTo>
                  <a:cubicBezTo>
                    <a:pt x="93" y="5"/>
                    <a:pt x="89" y="7"/>
                    <a:pt x="82" y="7"/>
                  </a:cubicBezTo>
                  <a:cubicBezTo>
                    <a:pt x="78" y="9"/>
                    <a:pt x="74" y="9"/>
                    <a:pt x="72" y="9"/>
                  </a:cubicBezTo>
                  <a:cubicBezTo>
                    <a:pt x="68" y="11"/>
                    <a:pt x="64" y="11"/>
                    <a:pt x="62" y="11"/>
                  </a:cubicBezTo>
                  <a:cubicBezTo>
                    <a:pt x="60" y="11"/>
                    <a:pt x="58" y="15"/>
                    <a:pt x="58" y="15"/>
                  </a:cubicBezTo>
                  <a:lnTo>
                    <a:pt x="52" y="17"/>
                  </a:lnTo>
                  <a:cubicBezTo>
                    <a:pt x="48" y="19"/>
                    <a:pt x="44" y="19"/>
                    <a:pt x="41" y="23"/>
                  </a:cubicBezTo>
                  <a:cubicBezTo>
                    <a:pt x="37" y="25"/>
                    <a:pt x="33" y="25"/>
                    <a:pt x="31" y="27"/>
                  </a:cubicBezTo>
                  <a:cubicBezTo>
                    <a:pt x="27" y="29"/>
                    <a:pt x="23" y="33"/>
                    <a:pt x="21" y="33"/>
                  </a:cubicBezTo>
                  <a:cubicBezTo>
                    <a:pt x="17" y="35"/>
                    <a:pt x="13" y="37"/>
                    <a:pt x="9" y="40"/>
                  </a:cubicBezTo>
                  <a:cubicBezTo>
                    <a:pt x="7" y="44"/>
                    <a:pt x="3" y="44"/>
                    <a:pt x="1" y="46"/>
                  </a:cubicBezTo>
                  <a:lnTo>
                    <a:pt x="645" y="418"/>
                  </a:lnTo>
                  <a:cubicBezTo>
                    <a:pt x="655" y="414"/>
                    <a:pt x="663" y="408"/>
                    <a:pt x="674" y="404"/>
                  </a:cubicBezTo>
                  <a:cubicBezTo>
                    <a:pt x="684" y="393"/>
                    <a:pt x="694" y="387"/>
                    <a:pt x="702" y="385"/>
                  </a:cubicBezTo>
                  <a:cubicBezTo>
                    <a:pt x="710" y="381"/>
                    <a:pt x="719" y="381"/>
                    <a:pt x="727" y="377"/>
                  </a:cubicBezTo>
                  <a:cubicBezTo>
                    <a:pt x="737" y="375"/>
                    <a:pt x="745" y="373"/>
                    <a:pt x="753" y="373"/>
                  </a:cubicBezTo>
                  <a:cubicBezTo>
                    <a:pt x="758" y="371"/>
                    <a:pt x="762" y="370"/>
                    <a:pt x="765" y="370"/>
                  </a:cubicBezTo>
                  <a:cubicBezTo>
                    <a:pt x="769" y="370"/>
                    <a:pt x="773" y="371"/>
                    <a:pt x="776" y="373"/>
                  </a:cubicBezTo>
                  <a:cubicBezTo>
                    <a:pt x="784" y="373"/>
                    <a:pt x="788" y="375"/>
                    <a:pt x="796" y="375"/>
                  </a:cubicBezTo>
                  <a:cubicBezTo>
                    <a:pt x="798" y="375"/>
                    <a:pt x="801" y="375"/>
                    <a:pt x="801" y="377"/>
                  </a:cubicBezTo>
                  <a:cubicBezTo>
                    <a:pt x="807" y="381"/>
                    <a:pt x="811" y="381"/>
                    <a:pt x="813" y="383"/>
                  </a:cubicBezTo>
                  <a:cubicBezTo>
                    <a:pt x="817" y="385"/>
                    <a:pt x="819" y="385"/>
                    <a:pt x="821" y="385"/>
                  </a:cubicBezTo>
                  <a:cubicBezTo>
                    <a:pt x="821" y="385"/>
                    <a:pt x="822" y="386"/>
                    <a:pt x="822" y="386"/>
                  </a:cubicBezTo>
                  <a:lnTo>
                    <a:pt x="822" y="386"/>
                  </a:lnTo>
                  <a:lnTo>
                    <a:pt x="195" y="23"/>
                  </a:lnTo>
                  <a:lnTo>
                    <a:pt x="179" y="15"/>
                  </a:lnTo>
                  <a:cubicBezTo>
                    <a:pt x="174" y="11"/>
                    <a:pt x="172" y="11"/>
                    <a:pt x="170" y="11"/>
                  </a:cubicBezTo>
                  <a:cubicBezTo>
                    <a:pt x="166" y="9"/>
                    <a:pt x="164" y="9"/>
                    <a:pt x="160" y="9"/>
                  </a:cubicBezTo>
                  <a:cubicBezTo>
                    <a:pt x="152" y="7"/>
                    <a:pt x="152" y="7"/>
                    <a:pt x="150" y="7"/>
                  </a:cubicBezTo>
                  <a:cubicBezTo>
                    <a:pt x="146" y="7"/>
                    <a:pt x="144" y="5"/>
                    <a:pt x="144" y="5"/>
                  </a:cubicBezTo>
                  <a:cubicBezTo>
                    <a:pt x="140" y="1"/>
                    <a:pt x="134" y="1"/>
                    <a:pt x="13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0"/>
            <p:cNvSpPr/>
            <p:nvPr/>
          </p:nvSpPr>
          <p:spPr>
            <a:xfrm rot="-3560944">
              <a:off x="12085205" y="-661824"/>
              <a:ext cx="563313" cy="618633"/>
            </a:xfrm>
            <a:custGeom>
              <a:rect b="b" l="l" r="r" t="t"/>
              <a:pathLst>
                <a:path extrusionOk="0" h="1040" w="947">
                  <a:moveTo>
                    <a:pt x="302" y="0"/>
                  </a:moveTo>
                  <a:cubicBezTo>
                    <a:pt x="298" y="2"/>
                    <a:pt x="296" y="2"/>
                    <a:pt x="296" y="2"/>
                  </a:cubicBezTo>
                  <a:cubicBezTo>
                    <a:pt x="291" y="5"/>
                    <a:pt x="287" y="7"/>
                    <a:pt x="283" y="11"/>
                  </a:cubicBezTo>
                  <a:cubicBezTo>
                    <a:pt x="277" y="13"/>
                    <a:pt x="275" y="15"/>
                    <a:pt x="273" y="19"/>
                  </a:cubicBezTo>
                  <a:cubicBezTo>
                    <a:pt x="267" y="23"/>
                    <a:pt x="263" y="25"/>
                    <a:pt x="261" y="27"/>
                  </a:cubicBezTo>
                  <a:cubicBezTo>
                    <a:pt x="255" y="31"/>
                    <a:pt x="253" y="33"/>
                    <a:pt x="246" y="37"/>
                  </a:cubicBezTo>
                  <a:cubicBezTo>
                    <a:pt x="240" y="43"/>
                    <a:pt x="236" y="45"/>
                    <a:pt x="234" y="47"/>
                  </a:cubicBezTo>
                  <a:cubicBezTo>
                    <a:pt x="230" y="52"/>
                    <a:pt x="226" y="56"/>
                    <a:pt x="224" y="58"/>
                  </a:cubicBezTo>
                  <a:lnTo>
                    <a:pt x="216" y="66"/>
                  </a:lnTo>
                  <a:lnTo>
                    <a:pt x="206" y="76"/>
                  </a:lnTo>
                  <a:lnTo>
                    <a:pt x="199" y="84"/>
                  </a:lnTo>
                  <a:lnTo>
                    <a:pt x="191" y="93"/>
                  </a:lnTo>
                  <a:cubicBezTo>
                    <a:pt x="185" y="97"/>
                    <a:pt x="185" y="99"/>
                    <a:pt x="183" y="103"/>
                  </a:cubicBezTo>
                  <a:lnTo>
                    <a:pt x="175" y="109"/>
                  </a:lnTo>
                  <a:lnTo>
                    <a:pt x="169" y="117"/>
                  </a:lnTo>
                  <a:cubicBezTo>
                    <a:pt x="163" y="123"/>
                    <a:pt x="163" y="125"/>
                    <a:pt x="161" y="125"/>
                  </a:cubicBezTo>
                  <a:lnTo>
                    <a:pt x="152" y="133"/>
                  </a:lnTo>
                  <a:cubicBezTo>
                    <a:pt x="150" y="135"/>
                    <a:pt x="148" y="140"/>
                    <a:pt x="144" y="144"/>
                  </a:cubicBezTo>
                  <a:cubicBezTo>
                    <a:pt x="142" y="146"/>
                    <a:pt x="142" y="148"/>
                    <a:pt x="140" y="150"/>
                  </a:cubicBezTo>
                  <a:cubicBezTo>
                    <a:pt x="136" y="154"/>
                    <a:pt x="136" y="156"/>
                    <a:pt x="134" y="156"/>
                  </a:cubicBezTo>
                  <a:cubicBezTo>
                    <a:pt x="130" y="164"/>
                    <a:pt x="124" y="168"/>
                    <a:pt x="122" y="174"/>
                  </a:cubicBezTo>
                  <a:cubicBezTo>
                    <a:pt x="120" y="176"/>
                    <a:pt x="120" y="176"/>
                    <a:pt x="120" y="178"/>
                  </a:cubicBezTo>
                  <a:cubicBezTo>
                    <a:pt x="116" y="180"/>
                    <a:pt x="113" y="187"/>
                    <a:pt x="113" y="189"/>
                  </a:cubicBezTo>
                  <a:cubicBezTo>
                    <a:pt x="111" y="195"/>
                    <a:pt x="109" y="197"/>
                    <a:pt x="107" y="199"/>
                  </a:cubicBezTo>
                  <a:cubicBezTo>
                    <a:pt x="103" y="205"/>
                    <a:pt x="101" y="207"/>
                    <a:pt x="99" y="211"/>
                  </a:cubicBezTo>
                  <a:cubicBezTo>
                    <a:pt x="95" y="215"/>
                    <a:pt x="95" y="215"/>
                    <a:pt x="95" y="217"/>
                  </a:cubicBezTo>
                  <a:cubicBezTo>
                    <a:pt x="91" y="225"/>
                    <a:pt x="91" y="228"/>
                    <a:pt x="89" y="232"/>
                  </a:cubicBezTo>
                  <a:cubicBezTo>
                    <a:pt x="85" y="238"/>
                    <a:pt x="83" y="240"/>
                    <a:pt x="83" y="242"/>
                  </a:cubicBezTo>
                  <a:cubicBezTo>
                    <a:pt x="81" y="246"/>
                    <a:pt x="81" y="248"/>
                    <a:pt x="81" y="250"/>
                  </a:cubicBezTo>
                  <a:cubicBezTo>
                    <a:pt x="79" y="256"/>
                    <a:pt x="75" y="258"/>
                    <a:pt x="75" y="260"/>
                  </a:cubicBezTo>
                  <a:cubicBezTo>
                    <a:pt x="73" y="262"/>
                    <a:pt x="73" y="266"/>
                    <a:pt x="71" y="271"/>
                  </a:cubicBezTo>
                  <a:cubicBezTo>
                    <a:pt x="68" y="273"/>
                    <a:pt x="68" y="277"/>
                    <a:pt x="64" y="279"/>
                  </a:cubicBezTo>
                  <a:cubicBezTo>
                    <a:pt x="62" y="281"/>
                    <a:pt x="62" y="283"/>
                    <a:pt x="62" y="283"/>
                  </a:cubicBezTo>
                  <a:lnTo>
                    <a:pt x="58" y="293"/>
                  </a:lnTo>
                  <a:cubicBezTo>
                    <a:pt x="54" y="297"/>
                    <a:pt x="54" y="301"/>
                    <a:pt x="52" y="303"/>
                  </a:cubicBezTo>
                  <a:cubicBezTo>
                    <a:pt x="50" y="307"/>
                    <a:pt x="50" y="311"/>
                    <a:pt x="48" y="313"/>
                  </a:cubicBezTo>
                  <a:cubicBezTo>
                    <a:pt x="44" y="322"/>
                    <a:pt x="44" y="322"/>
                    <a:pt x="42" y="324"/>
                  </a:cubicBezTo>
                  <a:cubicBezTo>
                    <a:pt x="40" y="330"/>
                    <a:pt x="40" y="332"/>
                    <a:pt x="38" y="334"/>
                  </a:cubicBezTo>
                  <a:cubicBezTo>
                    <a:pt x="34" y="340"/>
                    <a:pt x="34" y="342"/>
                    <a:pt x="32" y="344"/>
                  </a:cubicBezTo>
                  <a:cubicBezTo>
                    <a:pt x="32" y="348"/>
                    <a:pt x="30" y="350"/>
                    <a:pt x="30" y="352"/>
                  </a:cubicBezTo>
                  <a:cubicBezTo>
                    <a:pt x="28" y="354"/>
                    <a:pt x="28" y="358"/>
                    <a:pt x="28" y="358"/>
                  </a:cubicBezTo>
                  <a:cubicBezTo>
                    <a:pt x="23" y="363"/>
                    <a:pt x="23" y="369"/>
                    <a:pt x="21" y="371"/>
                  </a:cubicBezTo>
                  <a:cubicBezTo>
                    <a:pt x="19" y="375"/>
                    <a:pt x="19" y="381"/>
                    <a:pt x="17" y="383"/>
                  </a:cubicBezTo>
                  <a:cubicBezTo>
                    <a:pt x="13" y="391"/>
                    <a:pt x="13" y="393"/>
                    <a:pt x="13" y="399"/>
                  </a:cubicBezTo>
                  <a:cubicBezTo>
                    <a:pt x="11" y="403"/>
                    <a:pt x="11" y="410"/>
                    <a:pt x="11" y="412"/>
                  </a:cubicBezTo>
                  <a:cubicBezTo>
                    <a:pt x="9" y="414"/>
                    <a:pt x="9" y="420"/>
                    <a:pt x="9" y="422"/>
                  </a:cubicBezTo>
                  <a:cubicBezTo>
                    <a:pt x="7" y="430"/>
                    <a:pt x="7" y="434"/>
                    <a:pt x="7" y="440"/>
                  </a:cubicBezTo>
                  <a:cubicBezTo>
                    <a:pt x="7" y="444"/>
                    <a:pt x="3" y="451"/>
                    <a:pt x="3" y="453"/>
                  </a:cubicBezTo>
                  <a:cubicBezTo>
                    <a:pt x="3" y="461"/>
                    <a:pt x="1" y="463"/>
                    <a:pt x="1" y="465"/>
                  </a:cubicBezTo>
                  <a:lnTo>
                    <a:pt x="1" y="477"/>
                  </a:lnTo>
                  <a:lnTo>
                    <a:pt x="1" y="487"/>
                  </a:lnTo>
                  <a:lnTo>
                    <a:pt x="1" y="506"/>
                  </a:lnTo>
                  <a:cubicBezTo>
                    <a:pt x="1" y="512"/>
                    <a:pt x="1" y="516"/>
                    <a:pt x="3" y="518"/>
                  </a:cubicBezTo>
                  <a:cubicBezTo>
                    <a:pt x="3" y="524"/>
                    <a:pt x="7" y="528"/>
                    <a:pt x="7" y="532"/>
                  </a:cubicBezTo>
                  <a:cubicBezTo>
                    <a:pt x="7" y="536"/>
                    <a:pt x="9" y="543"/>
                    <a:pt x="9" y="547"/>
                  </a:cubicBezTo>
                  <a:cubicBezTo>
                    <a:pt x="11" y="555"/>
                    <a:pt x="11" y="557"/>
                    <a:pt x="11" y="563"/>
                  </a:cubicBezTo>
                  <a:cubicBezTo>
                    <a:pt x="13" y="567"/>
                    <a:pt x="13" y="573"/>
                    <a:pt x="17" y="575"/>
                  </a:cubicBezTo>
                  <a:cubicBezTo>
                    <a:pt x="19" y="584"/>
                    <a:pt x="21" y="588"/>
                    <a:pt x="23" y="594"/>
                  </a:cubicBezTo>
                  <a:cubicBezTo>
                    <a:pt x="28" y="600"/>
                    <a:pt x="30" y="604"/>
                    <a:pt x="30" y="606"/>
                  </a:cubicBezTo>
                  <a:cubicBezTo>
                    <a:pt x="32" y="608"/>
                    <a:pt x="32" y="610"/>
                    <a:pt x="34" y="614"/>
                  </a:cubicBezTo>
                  <a:cubicBezTo>
                    <a:pt x="42" y="626"/>
                    <a:pt x="50" y="635"/>
                    <a:pt x="54" y="641"/>
                  </a:cubicBezTo>
                  <a:lnTo>
                    <a:pt x="60" y="647"/>
                  </a:lnTo>
                  <a:cubicBezTo>
                    <a:pt x="68" y="655"/>
                    <a:pt x="75" y="661"/>
                    <a:pt x="85" y="667"/>
                  </a:cubicBezTo>
                  <a:lnTo>
                    <a:pt x="720" y="1035"/>
                  </a:lnTo>
                  <a:lnTo>
                    <a:pt x="720" y="1035"/>
                  </a:lnTo>
                  <a:cubicBezTo>
                    <a:pt x="715" y="1030"/>
                    <a:pt x="710" y="1025"/>
                    <a:pt x="705" y="1019"/>
                  </a:cubicBezTo>
                  <a:cubicBezTo>
                    <a:pt x="725" y="993"/>
                    <a:pt x="723" y="993"/>
                    <a:pt x="723" y="991"/>
                  </a:cubicBezTo>
                  <a:cubicBezTo>
                    <a:pt x="715" y="982"/>
                    <a:pt x="707" y="972"/>
                    <a:pt x="703" y="964"/>
                  </a:cubicBezTo>
                  <a:cubicBezTo>
                    <a:pt x="699" y="962"/>
                    <a:pt x="697" y="956"/>
                    <a:pt x="697" y="954"/>
                  </a:cubicBezTo>
                  <a:cubicBezTo>
                    <a:pt x="695" y="952"/>
                    <a:pt x="695" y="950"/>
                    <a:pt x="692" y="946"/>
                  </a:cubicBezTo>
                  <a:cubicBezTo>
                    <a:pt x="690" y="940"/>
                    <a:pt x="686" y="933"/>
                    <a:pt x="684" y="925"/>
                  </a:cubicBezTo>
                  <a:cubicBezTo>
                    <a:pt x="682" y="915"/>
                    <a:pt x="680" y="909"/>
                    <a:pt x="676" y="901"/>
                  </a:cubicBezTo>
                  <a:cubicBezTo>
                    <a:pt x="674" y="890"/>
                    <a:pt x="672" y="880"/>
                    <a:pt x="672" y="872"/>
                  </a:cubicBezTo>
                  <a:cubicBezTo>
                    <a:pt x="670" y="862"/>
                    <a:pt x="670" y="852"/>
                    <a:pt x="670" y="841"/>
                  </a:cubicBezTo>
                  <a:cubicBezTo>
                    <a:pt x="670" y="831"/>
                    <a:pt x="670" y="821"/>
                    <a:pt x="672" y="811"/>
                  </a:cubicBezTo>
                  <a:cubicBezTo>
                    <a:pt x="674" y="798"/>
                    <a:pt x="674" y="788"/>
                    <a:pt x="676" y="778"/>
                  </a:cubicBezTo>
                  <a:cubicBezTo>
                    <a:pt x="680" y="766"/>
                    <a:pt x="682" y="755"/>
                    <a:pt x="684" y="743"/>
                  </a:cubicBezTo>
                  <a:cubicBezTo>
                    <a:pt x="686" y="731"/>
                    <a:pt x="692" y="721"/>
                    <a:pt x="695" y="710"/>
                  </a:cubicBezTo>
                  <a:cubicBezTo>
                    <a:pt x="699" y="698"/>
                    <a:pt x="703" y="688"/>
                    <a:pt x="707" y="678"/>
                  </a:cubicBezTo>
                  <a:cubicBezTo>
                    <a:pt x="713" y="665"/>
                    <a:pt x="717" y="655"/>
                    <a:pt x="721" y="645"/>
                  </a:cubicBezTo>
                  <a:cubicBezTo>
                    <a:pt x="725" y="631"/>
                    <a:pt x="729" y="620"/>
                    <a:pt x="735" y="610"/>
                  </a:cubicBezTo>
                  <a:cubicBezTo>
                    <a:pt x="742" y="600"/>
                    <a:pt x="748" y="590"/>
                    <a:pt x="754" y="579"/>
                  </a:cubicBezTo>
                  <a:cubicBezTo>
                    <a:pt x="756" y="577"/>
                    <a:pt x="756" y="577"/>
                    <a:pt x="756" y="575"/>
                  </a:cubicBezTo>
                  <a:cubicBezTo>
                    <a:pt x="762" y="567"/>
                    <a:pt x="766" y="559"/>
                    <a:pt x="768" y="553"/>
                  </a:cubicBezTo>
                  <a:cubicBezTo>
                    <a:pt x="772" y="549"/>
                    <a:pt x="774" y="545"/>
                    <a:pt x="774" y="543"/>
                  </a:cubicBezTo>
                  <a:cubicBezTo>
                    <a:pt x="778" y="532"/>
                    <a:pt x="787" y="524"/>
                    <a:pt x="793" y="516"/>
                  </a:cubicBezTo>
                  <a:cubicBezTo>
                    <a:pt x="799" y="506"/>
                    <a:pt x="807" y="496"/>
                    <a:pt x="815" y="487"/>
                  </a:cubicBezTo>
                  <a:cubicBezTo>
                    <a:pt x="825" y="479"/>
                    <a:pt x="830" y="467"/>
                    <a:pt x="838" y="461"/>
                  </a:cubicBezTo>
                  <a:cubicBezTo>
                    <a:pt x="846" y="451"/>
                    <a:pt x="856" y="442"/>
                    <a:pt x="862" y="434"/>
                  </a:cubicBezTo>
                  <a:cubicBezTo>
                    <a:pt x="873" y="426"/>
                    <a:pt x="881" y="420"/>
                    <a:pt x="889" y="412"/>
                  </a:cubicBezTo>
                  <a:cubicBezTo>
                    <a:pt x="899" y="401"/>
                    <a:pt x="909" y="395"/>
                    <a:pt x="918" y="391"/>
                  </a:cubicBezTo>
                  <a:cubicBezTo>
                    <a:pt x="928" y="383"/>
                    <a:pt x="934" y="379"/>
                    <a:pt x="946" y="373"/>
                  </a:cubicBezTo>
                  <a:lnTo>
                    <a:pt x="302" y="0"/>
                  </a:lnTo>
                  <a:close/>
                  <a:moveTo>
                    <a:pt x="720" y="1035"/>
                  </a:moveTo>
                  <a:cubicBezTo>
                    <a:pt x="723" y="1037"/>
                    <a:pt x="726" y="1038"/>
                    <a:pt x="729" y="1040"/>
                  </a:cubicBezTo>
                  <a:lnTo>
                    <a:pt x="720" y="10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0"/>
            <p:cNvSpPr/>
            <p:nvPr/>
          </p:nvSpPr>
          <p:spPr>
            <a:xfrm rot="-3560944">
              <a:off x="12432322" y="-749396"/>
              <a:ext cx="322998" cy="412819"/>
            </a:xfrm>
            <a:custGeom>
              <a:rect b="b" l="l" r="r" t="t"/>
              <a:pathLst>
                <a:path extrusionOk="0" h="694" w="543">
                  <a:moveTo>
                    <a:pt x="393" y="1"/>
                  </a:moveTo>
                  <a:cubicBezTo>
                    <a:pt x="356" y="1"/>
                    <a:pt x="314" y="13"/>
                    <a:pt x="270" y="39"/>
                  </a:cubicBezTo>
                  <a:cubicBezTo>
                    <a:pt x="121" y="125"/>
                    <a:pt x="0" y="331"/>
                    <a:pt x="2" y="503"/>
                  </a:cubicBezTo>
                  <a:cubicBezTo>
                    <a:pt x="2" y="625"/>
                    <a:pt x="63" y="694"/>
                    <a:pt x="152" y="694"/>
                  </a:cubicBezTo>
                  <a:cubicBezTo>
                    <a:pt x="189" y="694"/>
                    <a:pt x="230" y="682"/>
                    <a:pt x="274" y="657"/>
                  </a:cubicBezTo>
                  <a:cubicBezTo>
                    <a:pt x="421" y="573"/>
                    <a:pt x="542" y="362"/>
                    <a:pt x="542" y="192"/>
                  </a:cubicBezTo>
                  <a:cubicBezTo>
                    <a:pt x="542" y="71"/>
                    <a:pt x="481" y="1"/>
                    <a:pt x="3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0"/>
            <p:cNvSpPr/>
            <p:nvPr/>
          </p:nvSpPr>
          <p:spPr>
            <a:xfrm rot="-3560944">
              <a:off x="12056311" y="-3822891"/>
              <a:ext cx="444940" cy="262919"/>
            </a:xfrm>
            <a:custGeom>
              <a:rect b="b" l="l" r="r" t="t"/>
              <a:pathLst>
                <a:path extrusionOk="0" h="442" w="748">
                  <a:moveTo>
                    <a:pt x="742" y="393"/>
                  </a:moveTo>
                  <a:lnTo>
                    <a:pt x="748" y="397"/>
                  </a:lnTo>
                  <a:cubicBezTo>
                    <a:pt x="746" y="395"/>
                    <a:pt x="744" y="394"/>
                    <a:pt x="742" y="393"/>
                  </a:cubicBezTo>
                  <a:close/>
                  <a:moveTo>
                    <a:pt x="66" y="0"/>
                  </a:moveTo>
                  <a:cubicBezTo>
                    <a:pt x="15" y="23"/>
                    <a:pt x="1" y="45"/>
                    <a:pt x="1" y="45"/>
                  </a:cubicBezTo>
                  <a:lnTo>
                    <a:pt x="680" y="442"/>
                  </a:lnTo>
                  <a:lnTo>
                    <a:pt x="696" y="419"/>
                  </a:lnTo>
                  <a:cubicBezTo>
                    <a:pt x="699" y="413"/>
                    <a:pt x="703" y="409"/>
                    <a:pt x="707" y="407"/>
                  </a:cubicBezTo>
                  <a:cubicBezTo>
                    <a:pt x="711" y="403"/>
                    <a:pt x="717" y="401"/>
                    <a:pt x="719" y="399"/>
                  </a:cubicBezTo>
                  <a:cubicBezTo>
                    <a:pt x="723" y="397"/>
                    <a:pt x="729" y="393"/>
                    <a:pt x="733" y="393"/>
                  </a:cubicBezTo>
                  <a:cubicBezTo>
                    <a:pt x="737" y="393"/>
                    <a:pt x="739" y="393"/>
                    <a:pt x="742" y="393"/>
                  </a:cubicBezTo>
                  <a:lnTo>
                    <a:pt x="742" y="393"/>
                  </a:lnTo>
                  <a:lnTo>
                    <a:pt x="66"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0"/>
            <p:cNvSpPr/>
            <p:nvPr/>
          </p:nvSpPr>
          <p:spPr>
            <a:xfrm rot="-3560944">
              <a:off x="12111512" y="-3788365"/>
              <a:ext cx="437207" cy="313480"/>
            </a:xfrm>
            <a:custGeom>
              <a:rect b="b" l="l" r="r" t="t"/>
              <a:pathLst>
                <a:path extrusionOk="0" h="527" w="735">
                  <a:moveTo>
                    <a:pt x="0" y="1"/>
                  </a:moveTo>
                  <a:lnTo>
                    <a:pt x="2" y="2"/>
                  </a:lnTo>
                  <a:lnTo>
                    <a:pt x="2" y="2"/>
                  </a:lnTo>
                  <a:cubicBezTo>
                    <a:pt x="1" y="1"/>
                    <a:pt x="1" y="1"/>
                    <a:pt x="0" y="1"/>
                  </a:cubicBezTo>
                  <a:close/>
                  <a:moveTo>
                    <a:pt x="2" y="2"/>
                  </a:moveTo>
                  <a:cubicBezTo>
                    <a:pt x="6" y="4"/>
                    <a:pt x="11" y="10"/>
                    <a:pt x="12" y="13"/>
                  </a:cubicBezTo>
                  <a:cubicBezTo>
                    <a:pt x="21" y="21"/>
                    <a:pt x="23" y="25"/>
                    <a:pt x="25" y="34"/>
                  </a:cubicBezTo>
                  <a:cubicBezTo>
                    <a:pt x="29" y="36"/>
                    <a:pt x="29" y="40"/>
                    <a:pt x="31" y="44"/>
                  </a:cubicBezTo>
                  <a:cubicBezTo>
                    <a:pt x="35" y="52"/>
                    <a:pt x="39" y="62"/>
                    <a:pt x="41" y="73"/>
                  </a:cubicBezTo>
                  <a:cubicBezTo>
                    <a:pt x="43" y="85"/>
                    <a:pt x="45" y="93"/>
                    <a:pt x="45" y="101"/>
                  </a:cubicBezTo>
                  <a:cubicBezTo>
                    <a:pt x="49" y="111"/>
                    <a:pt x="49" y="116"/>
                    <a:pt x="49" y="122"/>
                  </a:cubicBezTo>
                  <a:lnTo>
                    <a:pt x="49" y="132"/>
                  </a:lnTo>
                  <a:lnTo>
                    <a:pt x="728" y="527"/>
                  </a:lnTo>
                  <a:cubicBezTo>
                    <a:pt x="735" y="525"/>
                    <a:pt x="735" y="521"/>
                    <a:pt x="735" y="514"/>
                  </a:cubicBezTo>
                  <a:cubicBezTo>
                    <a:pt x="735" y="510"/>
                    <a:pt x="735" y="502"/>
                    <a:pt x="732" y="494"/>
                  </a:cubicBezTo>
                  <a:cubicBezTo>
                    <a:pt x="728" y="490"/>
                    <a:pt x="728" y="482"/>
                    <a:pt x="728" y="474"/>
                  </a:cubicBezTo>
                  <a:cubicBezTo>
                    <a:pt x="728" y="471"/>
                    <a:pt x="726" y="469"/>
                    <a:pt x="726" y="465"/>
                  </a:cubicBezTo>
                  <a:cubicBezTo>
                    <a:pt x="724" y="459"/>
                    <a:pt x="724" y="457"/>
                    <a:pt x="720" y="453"/>
                  </a:cubicBezTo>
                  <a:cubicBezTo>
                    <a:pt x="718" y="451"/>
                    <a:pt x="718" y="449"/>
                    <a:pt x="718" y="445"/>
                  </a:cubicBezTo>
                  <a:cubicBezTo>
                    <a:pt x="716" y="443"/>
                    <a:pt x="716" y="441"/>
                    <a:pt x="714" y="439"/>
                  </a:cubicBezTo>
                  <a:cubicBezTo>
                    <a:pt x="710" y="435"/>
                    <a:pt x="710" y="433"/>
                    <a:pt x="708" y="431"/>
                  </a:cubicBezTo>
                  <a:cubicBezTo>
                    <a:pt x="704" y="422"/>
                    <a:pt x="698" y="418"/>
                    <a:pt x="696" y="412"/>
                  </a:cubicBezTo>
                  <a:cubicBezTo>
                    <a:pt x="687" y="404"/>
                    <a:pt x="685" y="400"/>
                    <a:pt x="679" y="398"/>
                  </a:cubicBezTo>
                  <a:lnTo>
                    <a:pt x="2" y="2"/>
                  </a:lnTo>
                  <a:close/>
                </a:path>
              </a:pathLst>
            </a:custGeom>
            <a:solidFill>
              <a:srgbClr val="13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0"/>
            <p:cNvSpPr/>
            <p:nvPr/>
          </p:nvSpPr>
          <p:spPr>
            <a:xfrm rot="-3560944">
              <a:off x="12082704" y="-3760101"/>
              <a:ext cx="409250" cy="241505"/>
            </a:xfrm>
            <a:custGeom>
              <a:rect b="b" l="l" r="r" t="t"/>
              <a:pathLst>
                <a:path extrusionOk="0" h="406" w="688">
                  <a:moveTo>
                    <a:pt x="0" y="1"/>
                  </a:moveTo>
                  <a:lnTo>
                    <a:pt x="8" y="9"/>
                  </a:lnTo>
                  <a:lnTo>
                    <a:pt x="687" y="406"/>
                  </a:lnTo>
                  <a:cubicBezTo>
                    <a:pt x="685" y="404"/>
                    <a:pt x="679" y="400"/>
                    <a:pt x="679" y="396"/>
                  </a:cubicBezTo>
                  <a:lnTo>
                    <a:pt x="0" y="1"/>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0"/>
            <p:cNvSpPr/>
            <p:nvPr/>
          </p:nvSpPr>
          <p:spPr>
            <a:xfrm rot="-3560944">
              <a:off x="12075325" y="-3753531"/>
              <a:ext cx="408655" cy="237936"/>
            </a:xfrm>
            <a:custGeom>
              <a:rect b="b" l="l" r="r" t="t"/>
              <a:pathLst>
                <a:path extrusionOk="0" h="400" w="687">
                  <a:moveTo>
                    <a:pt x="1" y="1"/>
                  </a:moveTo>
                  <a:lnTo>
                    <a:pt x="269" y="157"/>
                  </a:lnTo>
                  <a:lnTo>
                    <a:pt x="269" y="157"/>
                  </a:lnTo>
                  <a:lnTo>
                    <a:pt x="5" y="3"/>
                  </a:lnTo>
                  <a:cubicBezTo>
                    <a:pt x="3" y="1"/>
                    <a:pt x="1" y="1"/>
                    <a:pt x="1" y="1"/>
                  </a:cubicBezTo>
                  <a:close/>
                  <a:moveTo>
                    <a:pt x="269" y="157"/>
                  </a:moveTo>
                  <a:lnTo>
                    <a:pt x="680" y="396"/>
                  </a:lnTo>
                  <a:lnTo>
                    <a:pt x="680" y="396"/>
                  </a:lnTo>
                  <a:cubicBezTo>
                    <a:pt x="680" y="396"/>
                    <a:pt x="680" y="396"/>
                    <a:pt x="680" y="396"/>
                  </a:cubicBezTo>
                  <a:lnTo>
                    <a:pt x="269" y="157"/>
                  </a:lnTo>
                  <a:close/>
                  <a:moveTo>
                    <a:pt x="680" y="396"/>
                  </a:moveTo>
                  <a:cubicBezTo>
                    <a:pt x="680" y="398"/>
                    <a:pt x="682" y="400"/>
                    <a:pt x="686" y="400"/>
                  </a:cubicBezTo>
                  <a:lnTo>
                    <a:pt x="680" y="396"/>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0"/>
            <p:cNvSpPr/>
            <p:nvPr/>
          </p:nvSpPr>
          <p:spPr>
            <a:xfrm rot="-3560944">
              <a:off x="12061125" y="-3781351"/>
              <a:ext cx="414008" cy="239126"/>
            </a:xfrm>
            <a:custGeom>
              <a:rect b="b" l="l" r="r" t="t"/>
              <a:pathLst>
                <a:path extrusionOk="0" h="402" w="696">
                  <a:moveTo>
                    <a:pt x="0" y="1"/>
                  </a:moveTo>
                  <a:lnTo>
                    <a:pt x="682" y="394"/>
                  </a:lnTo>
                  <a:cubicBezTo>
                    <a:pt x="682" y="394"/>
                    <a:pt x="686" y="400"/>
                    <a:pt x="696" y="402"/>
                  </a:cubicBezTo>
                  <a:lnTo>
                    <a:pt x="17" y="9"/>
                  </a:lnTo>
                  <a:cubicBezTo>
                    <a:pt x="8" y="5"/>
                    <a:pt x="0" y="1"/>
                    <a:pt x="0" y="1"/>
                  </a:cubicBez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0"/>
            <p:cNvSpPr/>
            <p:nvPr/>
          </p:nvSpPr>
          <p:spPr>
            <a:xfrm rot="-3560944">
              <a:off x="12043231" y="-3773548"/>
              <a:ext cx="425310" cy="241505"/>
            </a:xfrm>
            <a:custGeom>
              <a:rect b="b" l="l" r="r" t="t"/>
              <a:pathLst>
                <a:path extrusionOk="0" h="406" w="715">
                  <a:moveTo>
                    <a:pt x="1" y="0"/>
                  </a:moveTo>
                  <a:lnTo>
                    <a:pt x="680" y="395"/>
                  </a:lnTo>
                  <a:lnTo>
                    <a:pt x="715" y="406"/>
                  </a:lnTo>
                  <a:lnTo>
                    <a:pt x="33" y="13"/>
                  </a:lnTo>
                  <a:lnTo>
                    <a:pt x="1"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0"/>
            <p:cNvSpPr/>
            <p:nvPr/>
          </p:nvSpPr>
          <p:spPr>
            <a:xfrm rot="-3560944">
              <a:off x="11984953" y="-3767252"/>
              <a:ext cx="421741" cy="237936"/>
            </a:xfrm>
            <a:custGeom>
              <a:rect b="b" l="l" r="r" t="t"/>
              <a:pathLst>
                <a:path extrusionOk="0" h="400" w="709">
                  <a:moveTo>
                    <a:pt x="27" y="1"/>
                  </a:moveTo>
                  <a:cubicBezTo>
                    <a:pt x="15" y="3"/>
                    <a:pt x="4" y="5"/>
                    <a:pt x="0" y="5"/>
                  </a:cubicBezTo>
                  <a:lnTo>
                    <a:pt x="682" y="400"/>
                  </a:lnTo>
                  <a:lnTo>
                    <a:pt x="708" y="393"/>
                  </a:lnTo>
                  <a:lnTo>
                    <a:pt x="27"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0"/>
            <p:cNvSpPr/>
            <p:nvPr/>
          </p:nvSpPr>
          <p:spPr>
            <a:xfrm rot="-3560944">
              <a:off x="11989621" y="-3759059"/>
              <a:ext cx="406870" cy="235557"/>
            </a:xfrm>
            <a:custGeom>
              <a:rect b="b" l="l" r="r" t="t"/>
              <a:pathLst>
                <a:path extrusionOk="0" h="396" w="684">
                  <a:moveTo>
                    <a:pt x="0" y="1"/>
                  </a:moveTo>
                  <a:cubicBezTo>
                    <a:pt x="0" y="1"/>
                    <a:pt x="0" y="1"/>
                    <a:pt x="0" y="1"/>
                  </a:cubicBezTo>
                  <a:lnTo>
                    <a:pt x="682" y="396"/>
                  </a:lnTo>
                  <a:lnTo>
                    <a:pt x="684" y="396"/>
                  </a:lnTo>
                  <a:cubicBezTo>
                    <a:pt x="684" y="396"/>
                    <a:pt x="10"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0"/>
            <p:cNvSpPr/>
            <p:nvPr/>
          </p:nvSpPr>
          <p:spPr>
            <a:xfrm rot="-3560944">
              <a:off x="11988865" y="-3764563"/>
              <a:ext cx="412819" cy="236746"/>
            </a:xfrm>
            <a:custGeom>
              <a:rect b="b" l="l" r="r" t="t"/>
              <a:pathLst>
                <a:path extrusionOk="0" h="398" w="694">
                  <a:moveTo>
                    <a:pt x="13" y="1"/>
                  </a:moveTo>
                  <a:cubicBezTo>
                    <a:pt x="9" y="1"/>
                    <a:pt x="2" y="1"/>
                    <a:pt x="0" y="3"/>
                  </a:cubicBezTo>
                  <a:lnTo>
                    <a:pt x="680" y="398"/>
                  </a:lnTo>
                  <a:cubicBezTo>
                    <a:pt x="686" y="398"/>
                    <a:pt x="688" y="396"/>
                    <a:pt x="694" y="396"/>
                  </a:cubicBezTo>
                  <a:lnTo>
                    <a:pt x="13"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0"/>
            <p:cNvSpPr/>
            <p:nvPr/>
          </p:nvSpPr>
          <p:spPr>
            <a:xfrm rot="-3560944">
              <a:off x="11992209" y="-3770031"/>
              <a:ext cx="409845" cy="236746"/>
            </a:xfrm>
            <a:custGeom>
              <a:rect b="b" l="l" r="r" t="t"/>
              <a:pathLst>
                <a:path extrusionOk="0" h="398" w="689">
                  <a:moveTo>
                    <a:pt x="9" y="1"/>
                  </a:moveTo>
                  <a:cubicBezTo>
                    <a:pt x="7" y="1"/>
                    <a:pt x="3" y="3"/>
                    <a:pt x="1" y="3"/>
                  </a:cubicBezTo>
                  <a:lnTo>
                    <a:pt x="682" y="398"/>
                  </a:lnTo>
                  <a:cubicBezTo>
                    <a:pt x="684" y="398"/>
                    <a:pt x="686" y="398"/>
                    <a:pt x="688" y="393"/>
                  </a:cubicBezTo>
                  <a:lnTo>
                    <a:pt x="9"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0"/>
            <p:cNvSpPr/>
            <p:nvPr/>
          </p:nvSpPr>
          <p:spPr>
            <a:xfrm rot="-3560944">
              <a:off x="11984201" y="-3755293"/>
              <a:ext cx="414603" cy="237936"/>
            </a:xfrm>
            <a:custGeom>
              <a:rect b="b" l="l" r="r" t="t"/>
              <a:pathLst>
                <a:path extrusionOk="0" h="400" w="697">
                  <a:moveTo>
                    <a:pt x="17" y="1"/>
                  </a:moveTo>
                  <a:cubicBezTo>
                    <a:pt x="11" y="1"/>
                    <a:pt x="7" y="5"/>
                    <a:pt x="1" y="7"/>
                  </a:cubicBezTo>
                  <a:lnTo>
                    <a:pt x="682" y="400"/>
                  </a:lnTo>
                  <a:cubicBezTo>
                    <a:pt x="686" y="398"/>
                    <a:pt x="693" y="398"/>
                    <a:pt x="697" y="396"/>
                  </a:cubicBezTo>
                  <a:lnTo>
                    <a:pt x="17"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0"/>
            <p:cNvSpPr/>
            <p:nvPr/>
          </p:nvSpPr>
          <p:spPr>
            <a:xfrm rot="-3560944">
              <a:off x="11987777" y="-3749017"/>
              <a:ext cx="406275" cy="234367"/>
            </a:xfrm>
            <a:custGeom>
              <a:rect b="b" l="l" r="r" t="t"/>
              <a:pathLst>
                <a:path extrusionOk="0" h="394" w="683">
                  <a:moveTo>
                    <a:pt x="1" y="1"/>
                  </a:moveTo>
                  <a:lnTo>
                    <a:pt x="682" y="394"/>
                  </a:lnTo>
                  <a:cubicBezTo>
                    <a:pt x="682" y="394"/>
                    <a:pt x="3"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0"/>
            <p:cNvSpPr/>
            <p:nvPr/>
          </p:nvSpPr>
          <p:spPr>
            <a:xfrm rot="-3560944">
              <a:off x="11986974" y="-3750426"/>
              <a:ext cx="407465" cy="235557"/>
            </a:xfrm>
            <a:custGeom>
              <a:rect b="b" l="l" r="r" t="t"/>
              <a:pathLst>
                <a:path extrusionOk="0" h="396" w="685">
                  <a:moveTo>
                    <a:pt x="1" y="1"/>
                  </a:moveTo>
                  <a:lnTo>
                    <a:pt x="682" y="396"/>
                  </a:lnTo>
                  <a:cubicBezTo>
                    <a:pt x="684" y="396"/>
                    <a:pt x="3"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0"/>
            <p:cNvSpPr/>
            <p:nvPr/>
          </p:nvSpPr>
          <p:spPr>
            <a:xfrm rot="-3560944">
              <a:off x="11988541" y="-3750808"/>
              <a:ext cx="406870" cy="234367"/>
            </a:xfrm>
            <a:custGeom>
              <a:rect b="b" l="l" r="r" t="t"/>
              <a:pathLst>
                <a:path extrusionOk="0" h="394" w="684">
                  <a:moveTo>
                    <a:pt x="0" y="1"/>
                  </a:moveTo>
                  <a:cubicBezTo>
                    <a:pt x="0" y="1"/>
                    <a:pt x="0" y="1"/>
                    <a:pt x="0" y="1"/>
                  </a:cubicBezTo>
                  <a:lnTo>
                    <a:pt x="681" y="394"/>
                  </a:lnTo>
                  <a:cubicBezTo>
                    <a:pt x="683" y="394"/>
                    <a:pt x="8"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0"/>
            <p:cNvSpPr/>
            <p:nvPr/>
          </p:nvSpPr>
          <p:spPr>
            <a:xfrm rot="-3560944">
              <a:off x="11988290" y="-3754234"/>
              <a:ext cx="404491" cy="236746"/>
            </a:xfrm>
            <a:custGeom>
              <a:rect b="b" l="l" r="r" t="t"/>
              <a:pathLst>
                <a:path extrusionOk="0" h="398" w="680">
                  <a:moveTo>
                    <a:pt x="0" y="1"/>
                  </a:moveTo>
                  <a:lnTo>
                    <a:pt x="679" y="398"/>
                  </a:lnTo>
                  <a:cubicBezTo>
                    <a:pt x="679" y="398"/>
                    <a:pt x="2"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0"/>
            <p:cNvSpPr/>
            <p:nvPr/>
          </p:nvSpPr>
          <p:spPr>
            <a:xfrm rot="-3560944">
              <a:off x="11988897" y="-3755257"/>
              <a:ext cx="404491" cy="236746"/>
            </a:xfrm>
            <a:custGeom>
              <a:rect b="b" l="l" r="r" t="t"/>
              <a:pathLst>
                <a:path extrusionOk="0" h="398" w="680">
                  <a:moveTo>
                    <a:pt x="0" y="1"/>
                  </a:moveTo>
                  <a:cubicBezTo>
                    <a:pt x="2" y="5"/>
                    <a:pt x="679" y="398"/>
                    <a:pt x="679" y="398"/>
                  </a:cubicBez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0"/>
            <p:cNvSpPr/>
            <p:nvPr/>
          </p:nvSpPr>
          <p:spPr>
            <a:xfrm rot="-3560944">
              <a:off x="11988314" y="-3756281"/>
              <a:ext cx="406870" cy="236746"/>
            </a:xfrm>
            <a:custGeom>
              <a:rect b="b" l="l" r="r" t="t"/>
              <a:pathLst>
                <a:path extrusionOk="0" h="398" w="684">
                  <a:moveTo>
                    <a:pt x="0" y="1"/>
                  </a:moveTo>
                  <a:lnTo>
                    <a:pt x="679" y="398"/>
                  </a:lnTo>
                  <a:cubicBezTo>
                    <a:pt x="684" y="396"/>
                    <a:pt x="2"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0"/>
            <p:cNvSpPr/>
            <p:nvPr/>
          </p:nvSpPr>
          <p:spPr>
            <a:xfrm rot="-3560944">
              <a:off x="11989212" y="-3756792"/>
              <a:ext cx="405681" cy="236746"/>
            </a:xfrm>
            <a:custGeom>
              <a:rect b="b" l="l" r="r" t="t"/>
              <a:pathLst>
                <a:path extrusionOk="0" h="398" w="682">
                  <a:moveTo>
                    <a:pt x="0" y="1"/>
                  </a:moveTo>
                  <a:lnTo>
                    <a:pt x="682" y="398"/>
                  </a:lnTo>
                  <a:cubicBezTo>
                    <a:pt x="682" y="396"/>
                    <a:pt x="2"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0"/>
            <p:cNvSpPr/>
            <p:nvPr/>
          </p:nvSpPr>
          <p:spPr>
            <a:xfrm rot="-3560944">
              <a:off x="11988795" y="-3758422"/>
              <a:ext cx="405681" cy="236746"/>
            </a:xfrm>
            <a:custGeom>
              <a:rect b="b" l="l" r="r" t="t"/>
              <a:pathLst>
                <a:path extrusionOk="0" h="398" w="682">
                  <a:moveTo>
                    <a:pt x="0" y="1"/>
                  </a:moveTo>
                  <a:lnTo>
                    <a:pt x="682" y="398"/>
                  </a:lnTo>
                  <a:cubicBezTo>
                    <a:pt x="682" y="398"/>
                    <a:pt x="4" y="3"/>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0"/>
            <p:cNvSpPr/>
            <p:nvPr/>
          </p:nvSpPr>
          <p:spPr>
            <a:xfrm rot="-3560944">
              <a:off x="11989401" y="-3759446"/>
              <a:ext cx="405681" cy="236746"/>
            </a:xfrm>
            <a:custGeom>
              <a:rect b="b" l="l" r="r" t="t"/>
              <a:pathLst>
                <a:path extrusionOk="0" h="398" w="682">
                  <a:moveTo>
                    <a:pt x="682" y="398"/>
                  </a:move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0"/>
            <p:cNvSpPr/>
            <p:nvPr/>
          </p:nvSpPr>
          <p:spPr>
            <a:xfrm rot="-3560944">
              <a:off x="11989947" y="-3781455"/>
              <a:ext cx="426500" cy="239126"/>
            </a:xfrm>
            <a:custGeom>
              <a:rect b="b" l="l" r="r" t="t"/>
              <a:pathLst>
                <a:path extrusionOk="0" h="402" w="717">
                  <a:moveTo>
                    <a:pt x="23" y="1"/>
                  </a:moveTo>
                  <a:cubicBezTo>
                    <a:pt x="17" y="1"/>
                    <a:pt x="9" y="3"/>
                    <a:pt x="1" y="5"/>
                  </a:cubicBezTo>
                  <a:lnTo>
                    <a:pt x="680" y="400"/>
                  </a:lnTo>
                  <a:cubicBezTo>
                    <a:pt x="692" y="395"/>
                    <a:pt x="703" y="395"/>
                    <a:pt x="703" y="395"/>
                  </a:cubicBezTo>
                  <a:cubicBezTo>
                    <a:pt x="705" y="395"/>
                    <a:pt x="707" y="396"/>
                    <a:pt x="709" y="397"/>
                  </a:cubicBezTo>
                  <a:lnTo>
                    <a:pt x="709" y="397"/>
                  </a:lnTo>
                  <a:lnTo>
                    <a:pt x="38" y="5"/>
                  </a:lnTo>
                  <a:cubicBezTo>
                    <a:pt x="34" y="3"/>
                    <a:pt x="34" y="3"/>
                    <a:pt x="31" y="3"/>
                  </a:cubicBezTo>
                  <a:cubicBezTo>
                    <a:pt x="29" y="1"/>
                    <a:pt x="26" y="1"/>
                    <a:pt x="23" y="1"/>
                  </a:cubicBezTo>
                  <a:close/>
                  <a:moveTo>
                    <a:pt x="709" y="397"/>
                  </a:moveTo>
                  <a:lnTo>
                    <a:pt x="714" y="400"/>
                  </a:lnTo>
                  <a:lnTo>
                    <a:pt x="714" y="400"/>
                  </a:lnTo>
                  <a:cubicBezTo>
                    <a:pt x="712" y="399"/>
                    <a:pt x="711" y="398"/>
                    <a:pt x="709" y="397"/>
                  </a:cubicBezTo>
                  <a:close/>
                  <a:moveTo>
                    <a:pt x="714" y="400"/>
                  </a:moveTo>
                  <a:cubicBezTo>
                    <a:pt x="715" y="401"/>
                    <a:pt x="716" y="401"/>
                    <a:pt x="717" y="402"/>
                  </a:cubicBezTo>
                  <a:lnTo>
                    <a:pt x="714" y="40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0"/>
            <p:cNvSpPr/>
            <p:nvPr/>
          </p:nvSpPr>
          <p:spPr>
            <a:xfrm rot="-3560944">
              <a:off x="12011834" y="-3713816"/>
              <a:ext cx="406870" cy="247453"/>
            </a:xfrm>
            <a:custGeom>
              <a:rect b="b" l="l" r="r" t="t"/>
              <a:pathLst>
                <a:path extrusionOk="0" h="416" w="684">
                  <a:moveTo>
                    <a:pt x="2" y="0"/>
                  </a:moveTo>
                  <a:lnTo>
                    <a:pt x="0" y="23"/>
                  </a:lnTo>
                  <a:lnTo>
                    <a:pt x="681" y="416"/>
                  </a:lnTo>
                  <a:lnTo>
                    <a:pt x="683" y="393"/>
                  </a:lnTo>
                  <a:lnTo>
                    <a:pt x="2"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0"/>
            <p:cNvSpPr/>
            <p:nvPr/>
          </p:nvSpPr>
          <p:spPr>
            <a:xfrm rot="-3560944">
              <a:off x="11986066" y="-3748041"/>
              <a:ext cx="428879" cy="270057"/>
            </a:xfrm>
            <a:custGeom>
              <a:rect b="b" l="l" r="r" t="t"/>
              <a:pathLst>
                <a:path extrusionOk="0" h="454" w="721">
                  <a:moveTo>
                    <a:pt x="39" y="1"/>
                  </a:moveTo>
                  <a:cubicBezTo>
                    <a:pt x="21" y="11"/>
                    <a:pt x="4" y="34"/>
                    <a:pt x="0" y="56"/>
                  </a:cubicBezTo>
                  <a:lnTo>
                    <a:pt x="681" y="453"/>
                  </a:lnTo>
                  <a:cubicBezTo>
                    <a:pt x="683" y="431"/>
                    <a:pt x="702" y="408"/>
                    <a:pt x="720" y="394"/>
                  </a:cubicBezTo>
                  <a:lnTo>
                    <a:pt x="39"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0"/>
            <p:cNvSpPr/>
            <p:nvPr/>
          </p:nvSpPr>
          <p:spPr>
            <a:xfrm rot="-3560944">
              <a:off x="12006080" y="-3712916"/>
              <a:ext cx="405681" cy="236746"/>
            </a:xfrm>
            <a:custGeom>
              <a:rect b="b" l="l" r="r" t="t"/>
              <a:pathLst>
                <a:path extrusionOk="0" h="398" w="682">
                  <a:moveTo>
                    <a:pt x="0" y="0"/>
                  </a:moveTo>
                  <a:cubicBezTo>
                    <a:pt x="0" y="0"/>
                    <a:pt x="0" y="0"/>
                    <a:pt x="0" y="0"/>
                  </a:cubicBezTo>
                  <a:lnTo>
                    <a:pt x="681" y="397"/>
                  </a:lnTo>
                  <a:lnTo>
                    <a:pt x="681" y="395"/>
                  </a:lnTo>
                  <a:cubicBezTo>
                    <a:pt x="681" y="395"/>
                    <a:pt x="4" y="0"/>
                    <a:pt x="0"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0"/>
            <p:cNvSpPr/>
            <p:nvPr/>
          </p:nvSpPr>
          <p:spPr>
            <a:xfrm rot="-3560944">
              <a:off x="12004801" y="-3713377"/>
              <a:ext cx="405681" cy="236151"/>
            </a:xfrm>
            <a:custGeom>
              <a:rect b="b" l="l" r="r" t="t"/>
              <a:pathLst>
                <a:path extrusionOk="0" h="397" w="682">
                  <a:moveTo>
                    <a:pt x="0" y="0"/>
                  </a:moveTo>
                  <a:cubicBezTo>
                    <a:pt x="0" y="0"/>
                    <a:pt x="0" y="0"/>
                    <a:pt x="0" y="0"/>
                  </a:cubicBezTo>
                  <a:lnTo>
                    <a:pt x="681" y="397"/>
                  </a:lnTo>
                  <a:lnTo>
                    <a:pt x="681" y="395"/>
                  </a:lnTo>
                  <a:cubicBezTo>
                    <a:pt x="681" y="395"/>
                    <a:pt x="4" y="0"/>
                    <a:pt x="0"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0"/>
            <p:cNvSpPr/>
            <p:nvPr/>
          </p:nvSpPr>
          <p:spPr>
            <a:xfrm rot="-3560944">
              <a:off x="12005407" y="-3714400"/>
              <a:ext cx="405681" cy="236151"/>
            </a:xfrm>
            <a:custGeom>
              <a:rect b="b" l="l" r="r" t="t"/>
              <a:pathLst>
                <a:path extrusionOk="0" h="397" w="682">
                  <a:moveTo>
                    <a:pt x="0" y="0"/>
                  </a:moveTo>
                  <a:cubicBezTo>
                    <a:pt x="0" y="0"/>
                    <a:pt x="0" y="0"/>
                    <a:pt x="0" y="0"/>
                  </a:cubicBezTo>
                  <a:lnTo>
                    <a:pt x="681" y="397"/>
                  </a:lnTo>
                  <a:lnTo>
                    <a:pt x="681" y="395"/>
                  </a:lnTo>
                  <a:cubicBezTo>
                    <a:pt x="681" y="395"/>
                    <a:pt x="4" y="0"/>
                    <a:pt x="0"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0"/>
            <p:cNvSpPr/>
            <p:nvPr/>
          </p:nvSpPr>
          <p:spPr>
            <a:xfrm rot="-3560944">
              <a:off x="12004384" y="-3715007"/>
              <a:ext cx="405681" cy="236151"/>
            </a:xfrm>
            <a:custGeom>
              <a:rect b="b" l="l" r="r" t="t"/>
              <a:pathLst>
                <a:path extrusionOk="0" h="397" w="682">
                  <a:moveTo>
                    <a:pt x="0" y="0"/>
                  </a:moveTo>
                  <a:cubicBezTo>
                    <a:pt x="0" y="0"/>
                    <a:pt x="0" y="0"/>
                    <a:pt x="0" y="0"/>
                  </a:cubicBezTo>
                  <a:lnTo>
                    <a:pt x="681" y="397"/>
                  </a:lnTo>
                  <a:lnTo>
                    <a:pt x="681" y="393"/>
                  </a:lnTo>
                  <a:cubicBezTo>
                    <a:pt x="681" y="393"/>
                    <a:pt x="4" y="0"/>
                    <a:pt x="0"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0"/>
            <p:cNvSpPr/>
            <p:nvPr/>
          </p:nvSpPr>
          <p:spPr>
            <a:xfrm rot="-3560944">
              <a:off x="12002849" y="-3715322"/>
              <a:ext cx="405681" cy="234962"/>
            </a:xfrm>
            <a:custGeom>
              <a:rect b="b" l="l" r="r" t="t"/>
              <a:pathLst>
                <a:path extrusionOk="0" h="395" w="682">
                  <a:moveTo>
                    <a:pt x="681" y="395"/>
                  </a:moveTo>
                  <a:lnTo>
                    <a:pt x="0" y="0"/>
                  </a:lnTo>
                  <a:lnTo>
                    <a:pt x="681" y="395"/>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0"/>
            <p:cNvSpPr/>
            <p:nvPr/>
          </p:nvSpPr>
          <p:spPr>
            <a:xfrm rot="-3560944">
              <a:off x="12002593" y="-3715771"/>
              <a:ext cx="405681" cy="235557"/>
            </a:xfrm>
            <a:custGeom>
              <a:rect b="b" l="l" r="r" t="t"/>
              <a:pathLst>
                <a:path extrusionOk="0" h="396" w="682">
                  <a:moveTo>
                    <a:pt x="0" y="1"/>
                  </a:moveTo>
                  <a:cubicBezTo>
                    <a:pt x="0" y="1"/>
                    <a:pt x="0" y="1"/>
                    <a:pt x="0" y="1"/>
                  </a:cubicBezTo>
                  <a:lnTo>
                    <a:pt x="681" y="396"/>
                  </a:lnTo>
                  <a:lnTo>
                    <a:pt x="681" y="394"/>
                  </a:lnTo>
                  <a:cubicBezTo>
                    <a:pt x="681" y="394"/>
                    <a:pt x="7"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0"/>
            <p:cNvSpPr/>
            <p:nvPr/>
          </p:nvSpPr>
          <p:spPr>
            <a:xfrm rot="-3560944">
              <a:off x="12002081" y="-3715479"/>
              <a:ext cx="405681" cy="234367"/>
            </a:xfrm>
            <a:custGeom>
              <a:rect b="b" l="l" r="r" t="t"/>
              <a:pathLst>
                <a:path extrusionOk="0" h="394" w="682">
                  <a:moveTo>
                    <a:pt x="0" y="1"/>
                  </a:moveTo>
                  <a:cubicBezTo>
                    <a:pt x="0" y="1"/>
                    <a:pt x="0" y="1"/>
                    <a:pt x="0" y="1"/>
                  </a:cubicBezTo>
                  <a:lnTo>
                    <a:pt x="681" y="394"/>
                  </a:lnTo>
                  <a:cubicBezTo>
                    <a:pt x="681" y="392"/>
                    <a:pt x="9"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0"/>
            <p:cNvSpPr/>
            <p:nvPr/>
          </p:nvSpPr>
          <p:spPr>
            <a:xfrm rot="-3560944">
              <a:off x="12000034" y="-3717882"/>
              <a:ext cx="405681" cy="236746"/>
            </a:xfrm>
            <a:custGeom>
              <a:rect b="b" l="l" r="r" t="t"/>
              <a:pathLst>
                <a:path extrusionOk="0" h="398" w="682">
                  <a:moveTo>
                    <a:pt x="681" y="398"/>
                  </a:moveTo>
                  <a:lnTo>
                    <a:pt x="0" y="1"/>
                  </a:lnTo>
                  <a:lnTo>
                    <a:pt x="681" y="398"/>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0"/>
            <p:cNvSpPr/>
            <p:nvPr/>
          </p:nvSpPr>
          <p:spPr>
            <a:xfrm rot="-3560944">
              <a:off x="12000034" y="-3717882"/>
              <a:ext cx="405681" cy="236746"/>
            </a:xfrm>
            <a:custGeom>
              <a:rect b="b" l="l" r="r" t="t"/>
              <a:pathLst>
                <a:path extrusionOk="0" h="398" w="682">
                  <a:moveTo>
                    <a:pt x="0" y="1"/>
                  </a:moveTo>
                  <a:cubicBezTo>
                    <a:pt x="0" y="1"/>
                    <a:pt x="0" y="1"/>
                    <a:pt x="0" y="1"/>
                  </a:cubicBezTo>
                  <a:lnTo>
                    <a:pt x="681" y="398"/>
                  </a:lnTo>
                  <a:lnTo>
                    <a:pt x="681" y="396"/>
                  </a:lnTo>
                  <a:cubicBezTo>
                    <a:pt x="681" y="396"/>
                    <a:pt x="4"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0"/>
            <p:cNvSpPr/>
            <p:nvPr/>
          </p:nvSpPr>
          <p:spPr>
            <a:xfrm rot="-3560944">
              <a:off x="12001027" y="-3719126"/>
              <a:ext cx="404491" cy="235557"/>
            </a:xfrm>
            <a:custGeom>
              <a:rect b="b" l="l" r="r" t="t"/>
              <a:pathLst>
                <a:path extrusionOk="0" h="396" w="680">
                  <a:moveTo>
                    <a:pt x="679" y="396"/>
                  </a:move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0"/>
            <p:cNvSpPr/>
            <p:nvPr/>
          </p:nvSpPr>
          <p:spPr>
            <a:xfrm rot="-3560944">
              <a:off x="12001027" y="-3719126"/>
              <a:ext cx="404491" cy="235557"/>
            </a:xfrm>
            <a:custGeom>
              <a:rect b="b" l="l" r="r" t="t"/>
              <a:pathLst>
                <a:path extrusionOk="0" h="396" w="680">
                  <a:moveTo>
                    <a:pt x="0" y="1"/>
                  </a:moveTo>
                  <a:cubicBezTo>
                    <a:pt x="0" y="1"/>
                    <a:pt x="0" y="1"/>
                    <a:pt x="0" y="1"/>
                  </a:cubicBezTo>
                  <a:lnTo>
                    <a:pt x="679" y="396"/>
                  </a:lnTo>
                  <a:cubicBezTo>
                    <a:pt x="679" y="392"/>
                    <a:pt x="4"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0"/>
            <p:cNvSpPr/>
            <p:nvPr/>
          </p:nvSpPr>
          <p:spPr>
            <a:xfrm rot="-3560944">
              <a:off x="11998980" y="-3720338"/>
              <a:ext cx="404491" cy="235557"/>
            </a:xfrm>
            <a:custGeom>
              <a:rect b="b" l="l" r="r" t="t"/>
              <a:pathLst>
                <a:path extrusionOk="0" h="396" w="680">
                  <a:moveTo>
                    <a:pt x="0" y="1"/>
                  </a:moveTo>
                  <a:cubicBezTo>
                    <a:pt x="0" y="3"/>
                    <a:pt x="679" y="396"/>
                    <a:pt x="679" y="396"/>
                  </a:cubicBez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0"/>
            <p:cNvSpPr/>
            <p:nvPr/>
          </p:nvSpPr>
          <p:spPr>
            <a:xfrm rot="-3560944">
              <a:off x="11998980" y="-3720338"/>
              <a:ext cx="404491" cy="235557"/>
            </a:xfrm>
            <a:custGeom>
              <a:rect b="b" l="l" r="r" t="t"/>
              <a:pathLst>
                <a:path extrusionOk="0" h="396" w="680">
                  <a:moveTo>
                    <a:pt x="679" y="396"/>
                  </a:move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0"/>
            <p:cNvSpPr/>
            <p:nvPr/>
          </p:nvSpPr>
          <p:spPr>
            <a:xfrm rot="-3560944">
              <a:off x="11998909" y="-3720464"/>
              <a:ext cx="406870" cy="234367"/>
            </a:xfrm>
            <a:custGeom>
              <a:rect b="b" l="l" r="r" t="t"/>
              <a:pathLst>
                <a:path extrusionOk="0" h="394" w="684">
                  <a:moveTo>
                    <a:pt x="0" y="1"/>
                  </a:moveTo>
                  <a:cubicBezTo>
                    <a:pt x="0" y="1"/>
                    <a:pt x="0" y="1"/>
                    <a:pt x="0" y="1"/>
                  </a:cubicBezTo>
                  <a:lnTo>
                    <a:pt x="679" y="394"/>
                  </a:lnTo>
                  <a:cubicBezTo>
                    <a:pt x="684" y="392"/>
                    <a:pt x="6"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0"/>
            <p:cNvSpPr/>
            <p:nvPr/>
          </p:nvSpPr>
          <p:spPr>
            <a:xfrm rot="-3560944">
              <a:off x="11998783" y="-3721582"/>
              <a:ext cx="405681" cy="234367"/>
            </a:xfrm>
            <a:custGeom>
              <a:rect b="b" l="l" r="r" t="t"/>
              <a:pathLst>
                <a:path extrusionOk="0" h="394" w="682">
                  <a:moveTo>
                    <a:pt x="682" y="394"/>
                  </a:move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0"/>
            <p:cNvSpPr/>
            <p:nvPr/>
          </p:nvSpPr>
          <p:spPr>
            <a:xfrm rot="-3560944">
              <a:off x="11998783" y="-3721582"/>
              <a:ext cx="405681" cy="234367"/>
            </a:xfrm>
            <a:custGeom>
              <a:rect b="b" l="l" r="r" t="t"/>
              <a:pathLst>
                <a:path extrusionOk="0" h="394" w="682">
                  <a:moveTo>
                    <a:pt x="0" y="1"/>
                  </a:moveTo>
                  <a:cubicBezTo>
                    <a:pt x="0" y="1"/>
                    <a:pt x="0" y="1"/>
                    <a:pt x="0" y="1"/>
                  </a:cubicBezTo>
                  <a:lnTo>
                    <a:pt x="682" y="394"/>
                  </a:lnTo>
                  <a:cubicBezTo>
                    <a:pt x="682" y="392"/>
                    <a:pt x="7"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0"/>
            <p:cNvSpPr/>
            <p:nvPr/>
          </p:nvSpPr>
          <p:spPr>
            <a:xfrm rot="-3560944">
              <a:off x="11996736" y="-3723985"/>
              <a:ext cx="405681" cy="236746"/>
            </a:xfrm>
            <a:custGeom>
              <a:rect b="b" l="l" r="r" t="t"/>
              <a:pathLst>
                <a:path extrusionOk="0" h="398" w="682">
                  <a:moveTo>
                    <a:pt x="682" y="398"/>
                  </a:move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0"/>
            <p:cNvSpPr/>
            <p:nvPr/>
          </p:nvSpPr>
          <p:spPr>
            <a:xfrm rot="-3560944">
              <a:off x="11996736" y="-3723985"/>
              <a:ext cx="405681" cy="236746"/>
            </a:xfrm>
            <a:custGeom>
              <a:rect b="b" l="l" r="r" t="t"/>
              <a:pathLst>
                <a:path extrusionOk="0" h="398" w="682">
                  <a:moveTo>
                    <a:pt x="682" y="398"/>
                  </a:move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0"/>
            <p:cNvSpPr/>
            <p:nvPr/>
          </p:nvSpPr>
          <p:spPr>
            <a:xfrm rot="-3560944">
              <a:off x="11996736" y="-3723985"/>
              <a:ext cx="405681" cy="236746"/>
            </a:xfrm>
            <a:custGeom>
              <a:rect b="b" l="l" r="r" t="t"/>
              <a:pathLst>
                <a:path extrusionOk="0" h="398" w="682">
                  <a:moveTo>
                    <a:pt x="0" y="1"/>
                  </a:moveTo>
                  <a:cubicBezTo>
                    <a:pt x="0" y="1"/>
                    <a:pt x="0" y="1"/>
                    <a:pt x="0" y="1"/>
                  </a:cubicBezTo>
                  <a:lnTo>
                    <a:pt x="682" y="398"/>
                  </a:lnTo>
                  <a:cubicBezTo>
                    <a:pt x="682" y="396"/>
                    <a:pt x="6"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0"/>
            <p:cNvSpPr/>
            <p:nvPr/>
          </p:nvSpPr>
          <p:spPr>
            <a:xfrm rot="-3560944">
              <a:off x="11996831" y="-3724717"/>
              <a:ext cx="405681" cy="235557"/>
            </a:xfrm>
            <a:custGeom>
              <a:rect b="b" l="l" r="r" t="t"/>
              <a:pathLst>
                <a:path extrusionOk="0" h="396" w="682">
                  <a:moveTo>
                    <a:pt x="0" y="1"/>
                  </a:moveTo>
                  <a:cubicBezTo>
                    <a:pt x="0" y="1"/>
                    <a:pt x="0" y="1"/>
                    <a:pt x="0" y="1"/>
                  </a:cubicBezTo>
                  <a:lnTo>
                    <a:pt x="682" y="395"/>
                  </a:lnTo>
                  <a:cubicBezTo>
                    <a:pt x="682" y="395"/>
                    <a:pt x="4"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0"/>
            <p:cNvSpPr/>
            <p:nvPr/>
          </p:nvSpPr>
          <p:spPr>
            <a:xfrm rot="-3560944">
              <a:off x="11996319" y="-3725615"/>
              <a:ext cx="405681" cy="236746"/>
            </a:xfrm>
            <a:custGeom>
              <a:rect b="b" l="l" r="r" t="t"/>
              <a:pathLst>
                <a:path extrusionOk="0" h="398" w="682">
                  <a:moveTo>
                    <a:pt x="0" y="1"/>
                  </a:moveTo>
                  <a:cubicBezTo>
                    <a:pt x="0" y="1"/>
                    <a:pt x="0" y="1"/>
                    <a:pt x="0" y="1"/>
                  </a:cubicBezTo>
                  <a:lnTo>
                    <a:pt x="682" y="397"/>
                  </a:lnTo>
                  <a:lnTo>
                    <a:pt x="682" y="393"/>
                  </a:lnTo>
                  <a:cubicBezTo>
                    <a:pt x="682" y="393"/>
                    <a:pt x="8" y="1"/>
                    <a:pt x="0"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0"/>
            <p:cNvSpPr/>
            <p:nvPr/>
          </p:nvSpPr>
          <p:spPr>
            <a:xfrm rot="-3560944">
              <a:off x="11992957" y="-3729136"/>
              <a:ext cx="406870" cy="239126"/>
            </a:xfrm>
            <a:custGeom>
              <a:rect b="b" l="l" r="r" t="t"/>
              <a:pathLst>
                <a:path extrusionOk="0" h="402" w="684">
                  <a:moveTo>
                    <a:pt x="4" y="0"/>
                  </a:moveTo>
                  <a:cubicBezTo>
                    <a:pt x="4" y="2"/>
                    <a:pt x="4" y="2"/>
                    <a:pt x="0" y="7"/>
                  </a:cubicBezTo>
                  <a:lnTo>
                    <a:pt x="682" y="401"/>
                  </a:lnTo>
                  <a:cubicBezTo>
                    <a:pt x="684" y="399"/>
                    <a:pt x="684" y="399"/>
                    <a:pt x="684" y="397"/>
                  </a:cubicBezTo>
                  <a:lnTo>
                    <a:pt x="4"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0"/>
            <p:cNvSpPr/>
            <p:nvPr/>
          </p:nvSpPr>
          <p:spPr>
            <a:xfrm rot="-3560944">
              <a:off x="11993730" y="-3729576"/>
              <a:ext cx="404491" cy="236746"/>
            </a:xfrm>
            <a:custGeom>
              <a:rect b="b" l="l" r="r" t="t"/>
              <a:pathLst>
                <a:path extrusionOk="0" h="398" w="680">
                  <a:moveTo>
                    <a:pt x="0" y="0"/>
                  </a:moveTo>
                  <a:cubicBezTo>
                    <a:pt x="0" y="0"/>
                    <a:pt x="0" y="0"/>
                    <a:pt x="0" y="0"/>
                  </a:cubicBezTo>
                  <a:lnTo>
                    <a:pt x="680" y="397"/>
                  </a:lnTo>
                  <a:lnTo>
                    <a:pt x="680" y="393"/>
                  </a:lnTo>
                  <a:cubicBezTo>
                    <a:pt x="680" y="393"/>
                    <a:pt x="6" y="0"/>
                    <a:pt x="0"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0"/>
            <p:cNvSpPr/>
            <p:nvPr/>
          </p:nvSpPr>
          <p:spPr>
            <a:xfrm rot="-3560944">
              <a:off x="11993313" y="-3731206"/>
              <a:ext cx="404491" cy="236746"/>
            </a:xfrm>
            <a:custGeom>
              <a:rect b="b" l="l" r="r" t="t"/>
              <a:pathLst>
                <a:path extrusionOk="0" h="398" w="680">
                  <a:moveTo>
                    <a:pt x="1" y="0"/>
                  </a:moveTo>
                  <a:cubicBezTo>
                    <a:pt x="0" y="0"/>
                    <a:pt x="0" y="0"/>
                    <a:pt x="0" y="0"/>
                  </a:cubicBezTo>
                  <a:lnTo>
                    <a:pt x="680" y="397"/>
                  </a:lnTo>
                  <a:lnTo>
                    <a:pt x="680" y="393"/>
                  </a:lnTo>
                  <a:cubicBezTo>
                    <a:pt x="680" y="393"/>
                    <a:pt x="6"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0"/>
            <p:cNvSpPr/>
            <p:nvPr/>
          </p:nvSpPr>
          <p:spPr>
            <a:xfrm rot="-3560944">
              <a:off x="11993242" y="-3731331"/>
              <a:ext cx="406870" cy="235557"/>
            </a:xfrm>
            <a:custGeom>
              <a:rect b="b" l="l" r="r" t="t"/>
              <a:pathLst>
                <a:path extrusionOk="0" h="396" w="684">
                  <a:moveTo>
                    <a:pt x="1" y="0"/>
                  </a:moveTo>
                  <a:cubicBezTo>
                    <a:pt x="0" y="0"/>
                    <a:pt x="0" y="0"/>
                    <a:pt x="0" y="0"/>
                  </a:cubicBezTo>
                  <a:lnTo>
                    <a:pt x="680" y="395"/>
                  </a:lnTo>
                  <a:cubicBezTo>
                    <a:pt x="684" y="391"/>
                    <a:pt x="6"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0"/>
            <p:cNvSpPr/>
            <p:nvPr/>
          </p:nvSpPr>
          <p:spPr>
            <a:xfrm rot="-3560944">
              <a:off x="11992604" y="-3732158"/>
              <a:ext cx="405681" cy="234367"/>
            </a:xfrm>
            <a:custGeom>
              <a:rect b="b" l="l" r="r" t="t"/>
              <a:pathLst>
                <a:path extrusionOk="0" h="394" w="682">
                  <a:moveTo>
                    <a:pt x="1" y="0"/>
                  </a:moveTo>
                  <a:cubicBezTo>
                    <a:pt x="1" y="0"/>
                    <a:pt x="1" y="0"/>
                    <a:pt x="1" y="0"/>
                  </a:cubicBezTo>
                  <a:lnTo>
                    <a:pt x="682" y="393"/>
                  </a:lnTo>
                  <a:cubicBezTo>
                    <a:pt x="682" y="393"/>
                    <a:pt x="6"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0"/>
            <p:cNvSpPr/>
            <p:nvPr/>
          </p:nvSpPr>
          <p:spPr>
            <a:xfrm rot="-3560944">
              <a:off x="11992093" y="-3733056"/>
              <a:ext cx="405681" cy="235557"/>
            </a:xfrm>
            <a:custGeom>
              <a:rect b="b" l="l" r="r" t="t"/>
              <a:pathLst>
                <a:path extrusionOk="0" h="396" w="682">
                  <a:moveTo>
                    <a:pt x="1" y="0"/>
                  </a:moveTo>
                  <a:cubicBezTo>
                    <a:pt x="1" y="0"/>
                    <a:pt x="1" y="0"/>
                    <a:pt x="1" y="0"/>
                  </a:cubicBezTo>
                  <a:lnTo>
                    <a:pt x="682" y="395"/>
                  </a:lnTo>
                  <a:cubicBezTo>
                    <a:pt x="682" y="393"/>
                    <a:pt x="10"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0"/>
            <p:cNvSpPr/>
            <p:nvPr/>
          </p:nvSpPr>
          <p:spPr>
            <a:xfrm rot="-3560944">
              <a:off x="11992187" y="-3733788"/>
              <a:ext cx="405681" cy="234367"/>
            </a:xfrm>
            <a:custGeom>
              <a:rect b="b" l="l" r="r" t="t"/>
              <a:pathLst>
                <a:path extrusionOk="0" h="394" w="682">
                  <a:moveTo>
                    <a:pt x="1" y="0"/>
                  </a:moveTo>
                  <a:cubicBezTo>
                    <a:pt x="1" y="0"/>
                    <a:pt x="1" y="0"/>
                    <a:pt x="1" y="0"/>
                  </a:cubicBezTo>
                  <a:lnTo>
                    <a:pt x="682" y="393"/>
                  </a:lnTo>
                  <a:cubicBezTo>
                    <a:pt x="682" y="393"/>
                    <a:pt x="12"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0"/>
            <p:cNvSpPr/>
            <p:nvPr/>
          </p:nvSpPr>
          <p:spPr>
            <a:xfrm rot="-3560944">
              <a:off x="11991164" y="-3735584"/>
              <a:ext cx="405681" cy="236746"/>
            </a:xfrm>
            <a:custGeom>
              <a:rect b="b" l="l" r="r" t="t"/>
              <a:pathLst>
                <a:path extrusionOk="0" h="398" w="682">
                  <a:moveTo>
                    <a:pt x="1" y="0"/>
                  </a:moveTo>
                  <a:lnTo>
                    <a:pt x="682" y="397"/>
                  </a:lnTo>
                  <a:cubicBezTo>
                    <a:pt x="682" y="395"/>
                    <a:pt x="5"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0"/>
            <p:cNvSpPr/>
            <p:nvPr/>
          </p:nvSpPr>
          <p:spPr>
            <a:xfrm rot="-3560944">
              <a:off x="11989849" y="-3736702"/>
              <a:ext cx="406870" cy="236746"/>
            </a:xfrm>
            <a:custGeom>
              <a:rect b="b" l="l" r="r" t="t"/>
              <a:pathLst>
                <a:path extrusionOk="0" h="398" w="684">
                  <a:moveTo>
                    <a:pt x="1" y="0"/>
                  </a:moveTo>
                  <a:lnTo>
                    <a:pt x="682" y="397"/>
                  </a:lnTo>
                  <a:cubicBezTo>
                    <a:pt x="684" y="397"/>
                    <a:pt x="5"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0"/>
            <p:cNvSpPr/>
            <p:nvPr/>
          </p:nvSpPr>
          <p:spPr>
            <a:xfrm rot="-3560944">
              <a:off x="11991645" y="-3737726"/>
              <a:ext cx="404491" cy="236746"/>
            </a:xfrm>
            <a:custGeom>
              <a:rect b="b" l="l" r="r" t="t"/>
              <a:pathLst>
                <a:path extrusionOk="0" h="398" w="680">
                  <a:moveTo>
                    <a:pt x="1" y="0"/>
                  </a:moveTo>
                  <a:lnTo>
                    <a:pt x="680" y="397"/>
                  </a:lnTo>
                  <a:cubicBezTo>
                    <a:pt x="680" y="397"/>
                    <a:pt x="3"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0"/>
            <p:cNvSpPr/>
            <p:nvPr/>
          </p:nvSpPr>
          <p:spPr>
            <a:xfrm rot="-3560944">
              <a:off x="11991354" y="-3738237"/>
              <a:ext cx="405681" cy="236746"/>
            </a:xfrm>
            <a:custGeom>
              <a:rect b="b" l="l" r="r" t="t"/>
              <a:pathLst>
                <a:path extrusionOk="0" h="398" w="682">
                  <a:moveTo>
                    <a:pt x="1" y="0"/>
                  </a:moveTo>
                  <a:cubicBezTo>
                    <a:pt x="1" y="0"/>
                    <a:pt x="1" y="0"/>
                    <a:pt x="1" y="0"/>
                  </a:cubicBezTo>
                  <a:lnTo>
                    <a:pt x="680" y="397"/>
                  </a:lnTo>
                  <a:cubicBezTo>
                    <a:pt x="682" y="395"/>
                    <a:pt x="6"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0"/>
            <p:cNvSpPr/>
            <p:nvPr/>
          </p:nvSpPr>
          <p:spPr>
            <a:xfrm rot="-3560944">
              <a:off x="11991228" y="-3739356"/>
              <a:ext cx="404491" cy="236746"/>
            </a:xfrm>
            <a:custGeom>
              <a:rect b="b" l="l" r="r" t="t"/>
              <a:pathLst>
                <a:path extrusionOk="0" h="398" w="680">
                  <a:moveTo>
                    <a:pt x="1" y="0"/>
                  </a:moveTo>
                  <a:cubicBezTo>
                    <a:pt x="1" y="0"/>
                    <a:pt x="1" y="0"/>
                    <a:pt x="1" y="0"/>
                  </a:cubicBezTo>
                  <a:lnTo>
                    <a:pt x="680" y="397"/>
                  </a:lnTo>
                  <a:lnTo>
                    <a:pt x="680" y="393"/>
                  </a:lnTo>
                  <a:cubicBezTo>
                    <a:pt x="680" y="393"/>
                    <a:pt x="10"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0"/>
            <p:cNvSpPr/>
            <p:nvPr/>
          </p:nvSpPr>
          <p:spPr>
            <a:xfrm rot="-3560944">
              <a:off x="11990499" y="-3740635"/>
              <a:ext cx="407465" cy="236746"/>
            </a:xfrm>
            <a:custGeom>
              <a:rect b="b" l="l" r="r" t="t"/>
              <a:pathLst>
                <a:path extrusionOk="0" h="398" w="685">
                  <a:moveTo>
                    <a:pt x="1" y="0"/>
                  </a:moveTo>
                  <a:cubicBezTo>
                    <a:pt x="1" y="0"/>
                    <a:pt x="1" y="0"/>
                    <a:pt x="1" y="0"/>
                  </a:cubicBezTo>
                  <a:lnTo>
                    <a:pt x="680" y="397"/>
                  </a:lnTo>
                  <a:cubicBezTo>
                    <a:pt x="684" y="393"/>
                    <a:pt x="6"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0"/>
            <p:cNvSpPr/>
            <p:nvPr/>
          </p:nvSpPr>
          <p:spPr>
            <a:xfrm rot="-3560944">
              <a:off x="11989606" y="-3741316"/>
              <a:ext cx="406275" cy="234962"/>
            </a:xfrm>
            <a:custGeom>
              <a:rect b="b" l="l" r="r" t="t"/>
              <a:pathLst>
                <a:path extrusionOk="0" h="395" w="683">
                  <a:moveTo>
                    <a:pt x="1" y="0"/>
                  </a:moveTo>
                  <a:cubicBezTo>
                    <a:pt x="1" y="0"/>
                    <a:pt x="1" y="0"/>
                    <a:pt x="1" y="0"/>
                  </a:cubicBezTo>
                  <a:lnTo>
                    <a:pt x="682" y="395"/>
                  </a:lnTo>
                  <a:lnTo>
                    <a:pt x="682" y="393"/>
                  </a:lnTo>
                  <a:cubicBezTo>
                    <a:pt x="682" y="393"/>
                    <a:pt x="10" y="0"/>
                    <a:pt x="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0"/>
            <p:cNvSpPr/>
            <p:nvPr/>
          </p:nvSpPr>
          <p:spPr>
            <a:xfrm rot="-3560944">
              <a:off x="11987524" y="-3743781"/>
              <a:ext cx="407465" cy="236746"/>
            </a:xfrm>
            <a:custGeom>
              <a:rect b="b" l="l" r="r" t="t"/>
              <a:pathLst>
                <a:path extrusionOk="0" h="398" w="685">
                  <a:moveTo>
                    <a:pt x="1" y="1"/>
                  </a:moveTo>
                  <a:lnTo>
                    <a:pt x="682" y="398"/>
                  </a:lnTo>
                  <a:cubicBezTo>
                    <a:pt x="684" y="398"/>
                    <a:pt x="3"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0"/>
            <p:cNvSpPr/>
            <p:nvPr/>
          </p:nvSpPr>
          <p:spPr>
            <a:xfrm rot="-3560944">
              <a:off x="11988422" y="-3744293"/>
              <a:ext cx="406275" cy="236746"/>
            </a:xfrm>
            <a:custGeom>
              <a:rect b="b" l="l" r="r" t="t"/>
              <a:pathLst>
                <a:path extrusionOk="0" h="398" w="683">
                  <a:moveTo>
                    <a:pt x="1" y="1"/>
                  </a:moveTo>
                  <a:cubicBezTo>
                    <a:pt x="1" y="1"/>
                    <a:pt x="1" y="1"/>
                    <a:pt x="1" y="1"/>
                  </a:cubicBezTo>
                  <a:lnTo>
                    <a:pt x="682" y="398"/>
                  </a:lnTo>
                  <a:cubicBezTo>
                    <a:pt x="682" y="396"/>
                    <a:pt x="8"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0"/>
            <p:cNvSpPr/>
            <p:nvPr/>
          </p:nvSpPr>
          <p:spPr>
            <a:xfrm rot="-3560944">
              <a:off x="11988903" y="-3746435"/>
              <a:ext cx="405086" cy="236746"/>
            </a:xfrm>
            <a:custGeom>
              <a:rect b="b" l="l" r="r" t="t"/>
              <a:pathLst>
                <a:path extrusionOk="0" h="398" w="681">
                  <a:moveTo>
                    <a:pt x="1" y="1"/>
                  </a:moveTo>
                  <a:cubicBezTo>
                    <a:pt x="1" y="1"/>
                    <a:pt x="1" y="1"/>
                    <a:pt x="1" y="1"/>
                  </a:cubicBezTo>
                  <a:lnTo>
                    <a:pt x="680" y="398"/>
                  </a:lnTo>
                  <a:lnTo>
                    <a:pt x="680" y="396"/>
                  </a:lnTo>
                  <a:cubicBezTo>
                    <a:pt x="680" y="396"/>
                    <a:pt x="6"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0"/>
            <p:cNvSpPr/>
            <p:nvPr/>
          </p:nvSpPr>
          <p:spPr>
            <a:xfrm rot="-3560944">
              <a:off x="11988099" y="-3746655"/>
              <a:ext cx="406275" cy="235557"/>
            </a:xfrm>
            <a:custGeom>
              <a:rect b="b" l="l" r="r" t="t"/>
              <a:pathLst>
                <a:path extrusionOk="0" h="396" w="683">
                  <a:moveTo>
                    <a:pt x="1" y="1"/>
                  </a:moveTo>
                  <a:lnTo>
                    <a:pt x="680" y="396"/>
                  </a:lnTo>
                  <a:cubicBezTo>
                    <a:pt x="682" y="396"/>
                    <a:pt x="3"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0"/>
            <p:cNvSpPr/>
            <p:nvPr/>
          </p:nvSpPr>
          <p:spPr>
            <a:xfrm rot="-3560944">
              <a:off x="11987903" y="-3749088"/>
              <a:ext cx="407465" cy="236746"/>
            </a:xfrm>
            <a:custGeom>
              <a:rect b="b" l="l" r="r" t="t"/>
              <a:pathLst>
                <a:path extrusionOk="0" h="398" w="685">
                  <a:moveTo>
                    <a:pt x="1" y="1"/>
                  </a:moveTo>
                  <a:lnTo>
                    <a:pt x="680" y="398"/>
                  </a:lnTo>
                  <a:cubicBezTo>
                    <a:pt x="684" y="394"/>
                    <a:pt x="3"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0"/>
            <p:cNvSpPr/>
            <p:nvPr/>
          </p:nvSpPr>
          <p:spPr>
            <a:xfrm rot="-3560944">
              <a:off x="11987777" y="-3749017"/>
              <a:ext cx="406275" cy="234367"/>
            </a:xfrm>
            <a:custGeom>
              <a:rect b="b" l="l" r="r" t="t"/>
              <a:pathLst>
                <a:path extrusionOk="0" h="394" w="683">
                  <a:moveTo>
                    <a:pt x="1" y="1"/>
                  </a:moveTo>
                  <a:lnTo>
                    <a:pt x="682" y="394"/>
                  </a:lnTo>
                  <a:cubicBezTo>
                    <a:pt x="682" y="394"/>
                    <a:pt x="3" y="1"/>
                    <a:pt x="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0"/>
            <p:cNvSpPr/>
            <p:nvPr/>
          </p:nvSpPr>
          <p:spPr>
            <a:xfrm rot="-3560944">
              <a:off x="11992187" y="-3688856"/>
              <a:ext cx="456837" cy="264704"/>
            </a:xfrm>
            <a:custGeom>
              <a:rect b="b" l="l" r="r" t="t"/>
              <a:pathLst>
                <a:path extrusionOk="0" h="445" w="768">
                  <a:moveTo>
                    <a:pt x="86" y="1"/>
                  </a:moveTo>
                  <a:lnTo>
                    <a:pt x="66" y="11"/>
                  </a:lnTo>
                  <a:cubicBezTo>
                    <a:pt x="64" y="13"/>
                    <a:pt x="62" y="13"/>
                    <a:pt x="62" y="13"/>
                  </a:cubicBezTo>
                  <a:cubicBezTo>
                    <a:pt x="53" y="17"/>
                    <a:pt x="51" y="17"/>
                    <a:pt x="47" y="21"/>
                  </a:cubicBezTo>
                  <a:cubicBezTo>
                    <a:pt x="45" y="23"/>
                    <a:pt x="43" y="23"/>
                    <a:pt x="43" y="23"/>
                  </a:cubicBezTo>
                  <a:cubicBezTo>
                    <a:pt x="33" y="27"/>
                    <a:pt x="33" y="27"/>
                    <a:pt x="31" y="31"/>
                  </a:cubicBezTo>
                  <a:cubicBezTo>
                    <a:pt x="27" y="33"/>
                    <a:pt x="27" y="33"/>
                    <a:pt x="25" y="33"/>
                  </a:cubicBezTo>
                  <a:cubicBezTo>
                    <a:pt x="10" y="44"/>
                    <a:pt x="0" y="50"/>
                    <a:pt x="0" y="50"/>
                  </a:cubicBezTo>
                  <a:lnTo>
                    <a:pt x="679" y="445"/>
                  </a:lnTo>
                  <a:cubicBezTo>
                    <a:pt x="679" y="445"/>
                    <a:pt x="690" y="439"/>
                    <a:pt x="702" y="432"/>
                  </a:cubicBezTo>
                  <a:cubicBezTo>
                    <a:pt x="706" y="430"/>
                    <a:pt x="706" y="430"/>
                    <a:pt x="708" y="430"/>
                  </a:cubicBezTo>
                  <a:cubicBezTo>
                    <a:pt x="712" y="428"/>
                    <a:pt x="716" y="424"/>
                    <a:pt x="718" y="424"/>
                  </a:cubicBezTo>
                  <a:cubicBezTo>
                    <a:pt x="722" y="422"/>
                    <a:pt x="726" y="420"/>
                    <a:pt x="726" y="420"/>
                  </a:cubicBezTo>
                  <a:cubicBezTo>
                    <a:pt x="731" y="412"/>
                    <a:pt x="733" y="410"/>
                    <a:pt x="737" y="410"/>
                  </a:cubicBezTo>
                  <a:lnTo>
                    <a:pt x="741" y="408"/>
                  </a:lnTo>
                  <a:cubicBezTo>
                    <a:pt x="743" y="404"/>
                    <a:pt x="747" y="404"/>
                    <a:pt x="747" y="404"/>
                  </a:cubicBezTo>
                  <a:cubicBezTo>
                    <a:pt x="755" y="400"/>
                    <a:pt x="767" y="396"/>
                    <a:pt x="767" y="396"/>
                  </a:cubicBezTo>
                  <a:lnTo>
                    <a:pt x="86" y="1"/>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0"/>
            <p:cNvSpPr/>
            <p:nvPr/>
          </p:nvSpPr>
          <p:spPr>
            <a:xfrm rot="-3560944">
              <a:off x="11973354" y="-3649668"/>
              <a:ext cx="421741" cy="237936"/>
            </a:xfrm>
            <a:custGeom>
              <a:rect b="b" l="l" r="r" t="t"/>
              <a:pathLst>
                <a:path extrusionOk="0" h="400" w="709">
                  <a:moveTo>
                    <a:pt x="706" y="396"/>
                  </a:moveTo>
                  <a:lnTo>
                    <a:pt x="708" y="397"/>
                  </a:lnTo>
                  <a:cubicBezTo>
                    <a:pt x="708" y="397"/>
                    <a:pt x="707" y="397"/>
                    <a:pt x="706" y="396"/>
                  </a:cubicBezTo>
                  <a:close/>
                  <a:moveTo>
                    <a:pt x="23" y="1"/>
                  </a:moveTo>
                  <a:lnTo>
                    <a:pt x="23" y="1"/>
                  </a:lnTo>
                  <a:cubicBezTo>
                    <a:pt x="0" y="7"/>
                    <a:pt x="677" y="400"/>
                    <a:pt x="677" y="400"/>
                  </a:cubicBezTo>
                  <a:cubicBezTo>
                    <a:pt x="686" y="397"/>
                    <a:pt x="690" y="395"/>
                    <a:pt x="696" y="395"/>
                  </a:cubicBezTo>
                  <a:cubicBezTo>
                    <a:pt x="699" y="395"/>
                    <a:pt x="704" y="395"/>
                    <a:pt x="706" y="396"/>
                  </a:cubicBezTo>
                  <a:lnTo>
                    <a:pt x="706" y="396"/>
                  </a:lnTo>
                  <a:lnTo>
                    <a:pt x="27" y="3"/>
                  </a:lnTo>
                  <a:cubicBezTo>
                    <a:pt x="25" y="1"/>
                    <a:pt x="23" y="1"/>
                    <a:pt x="23"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0"/>
            <p:cNvSpPr/>
            <p:nvPr/>
          </p:nvSpPr>
          <p:spPr>
            <a:xfrm rot="-3560944">
              <a:off x="12009042" y="-3572219"/>
              <a:ext cx="403301" cy="249238"/>
            </a:xfrm>
            <a:custGeom>
              <a:rect b="b" l="l" r="r" t="t"/>
              <a:pathLst>
                <a:path extrusionOk="0" h="419" w="678">
                  <a:moveTo>
                    <a:pt x="0" y="1"/>
                  </a:moveTo>
                  <a:lnTo>
                    <a:pt x="0" y="23"/>
                  </a:lnTo>
                  <a:lnTo>
                    <a:pt x="678" y="418"/>
                  </a:lnTo>
                  <a:lnTo>
                    <a:pt x="678" y="398"/>
                  </a:ln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0"/>
            <p:cNvSpPr/>
            <p:nvPr/>
          </p:nvSpPr>
          <p:spPr>
            <a:xfrm rot="-3560944">
              <a:off x="11965449" y="-3634145"/>
              <a:ext cx="454457" cy="295040"/>
            </a:xfrm>
            <a:custGeom>
              <a:rect b="b" l="l" r="r" t="t"/>
              <a:pathLst>
                <a:path extrusionOk="0" h="496" w="764">
                  <a:moveTo>
                    <a:pt x="84" y="1"/>
                  </a:moveTo>
                  <a:lnTo>
                    <a:pt x="41" y="27"/>
                  </a:lnTo>
                  <a:cubicBezTo>
                    <a:pt x="17" y="50"/>
                    <a:pt x="15" y="50"/>
                    <a:pt x="15" y="52"/>
                  </a:cubicBezTo>
                  <a:cubicBezTo>
                    <a:pt x="13" y="56"/>
                    <a:pt x="13" y="56"/>
                    <a:pt x="13" y="58"/>
                  </a:cubicBezTo>
                  <a:cubicBezTo>
                    <a:pt x="0" y="99"/>
                    <a:pt x="680" y="496"/>
                    <a:pt x="680" y="496"/>
                  </a:cubicBezTo>
                  <a:cubicBezTo>
                    <a:pt x="680" y="488"/>
                    <a:pt x="682" y="481"/>
                    <a:pt x="686" y="475"/>
                  </a:cubicBezTo>
                  <a:cubicBezTo>
                    <a:pt x="686" y="467"/>
                    <a:pt x="688" y="461"/>
                    <a:pt x="692" y="455"/>
                  </a:cubicBezTo>
                  <a:cubicBezTo>
                    <a:pt x="698" y="447"/>
                    <a:pt x="700" y="440"/>
                    <a:pt x="706" y="436"/>
                  </a:cubicBezTo>
                  <a:cubicBezTo>
                    <a:pt x="710" y="430"/>
                    <a:pt x="716" y="426"/>
                    <a:pt x="721" y="424"/>
                  </a:cubicBezTo>
                  <a:lnTo>
                    <a:pt x="764" y="398"/>
                  </a:lnTo>
                  <a:lnTo>
                    <a:pt x="84"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0"/>
            <p:cNvSpPr/>
            <p:nvPr/>
          </p:nvSpPr>
          <p:spPr>
            <a:xfrm rot="-3560944">
              <a:off x="11988461" y="-3546811"/>
              <a:ext cx="455647" cy="265893"/>
            </a:xfrm>
            <a:custGeom>
              <a:rect b="b" l="l" r="r" t="t"/>
              <a:pathLst>
                <a:path extrusionOk="0" h="447" w="766">
                  <a:moveTo>
                    <a:pt x="88" y="0"/>
                  </a:moveTo>
                  <a:lnTo>
                    <a:pt x="41" y="27"/>
                  </a:lnTo>
                  <a:lnTo>
                    <a:pt x="0" y="51"/>
                  </a:lnTo>
                  <a:lnTo>
                    <a:pt x="680" y="446"/>
                  </a:lnTo>
                  <a:lnTo>
                    <a:pt x="723" y="420"/>
                  </a:lnTo>
                  <a:lnTo>
                    <a:pt x="766" y="395"/>
                  </a:lnTo>
                  <a:lnTo>
                    <a:pt x="88"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0"/>
            <p:cNvSpPr/>
            <p:nvPr/>
          </p:nvSpPr>
          <p:spPr>
            <a:xfrm rot="-3560944">
              <a:off x="11972603" y="-3503881"/>
              <a:ext cx="420552" cy="237936"/>
            </a:xfrm>
            <a:custGeom>
              <a:rect b="b" l="l" r="r" t="t"/>
              <a:pathLst>
                <a:path extrusionOk="0" h="400" w="707">
                  <a:moveTo>
                    <a:pt x="699" y="393"/>
                  </a:moveTo>
                  <a:lnTo>
                    <a:pt x="706" y="397"/>
                  </a:lnTo>
                  <a:cubicBezTo>
                    <a:pt x="705" y="395"/>
                    <a:pt x="702" y="393"/>
                    <a:pt x="699" y="393"/>
                  </a:cubicBezTo>
                  <a:close/>
                  <a:moveTo>
                    <a:pt x="25" y="0"/>
                  </a:moveTo>
                  <a:cubicBezTo>
                    <a:pt x="1" y="6"/>
                    <a:pt x="680" y="399"/>
                    <a:pt x="680" y="399"/>
                  </a:cubicBezTo>
                  <a:cubicBezTo>
                    <a:pt x="686" y="395"/>
                    <a:pt x="692" y="393"/>
                    <a:pt x="697" y="393"/>
                  </a:cubicBezTo>
                  <a:cubicBezTo>
                    <a:pt x="698" y="393"/>
                    <a:pt x="698" y="393"/>
                    <a:pt x="699" y="393"/>
                  </a:cubicBezTo>
                  <a:lnTo>
                    <a:pt x="699" y="393"/>
                  </a:lnTo>
                  <a:lnTo>
                    <a:pt x="29" y="2"/>
                  </a:lnTo>
                  <a:lnTo>
                    <a:pt x="25"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0"/>
            <p:cNvSpPr/>
            <p:nvPr/>
          </p:nvSpPr>
          <p:spPr>
            <a:xfrm rot="-3560944">
              <a:off x="12006554" y="-3426799"/>
              <a:ext cx="405681" cy="248643"/>
            </a:xfrm>
            <a:custGeom>
              <a:rect b="b" l="l" r="r" t="t"/>
              <a:pathLst>
                <a:path extrusionOk="0" h="418" w="682">
                  <a:moveTo>
                    <a:pt x="1" y="1"/>
                  </a:moveTo>
                  <a:lnTo>
                    <a:pt x="1" y="23"/>
                  </a:lnTo>
                  <a:lnTo>
                    <a:pt x="682" y="418"/>
                  </a:lnTo>
                  <a:lnTo>
                    <a:pt x="682" y="393"/>
                  </a:lnTo>
                  <a:lnTo>
                    <a:pt x="1"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0"/>
            <p:cNvSpPr/>
            <p:nvPr/>
          </p:nvSpPr>
          <p:spPr>
            <a:xfrm rot="-3560944">
              <a:off x="11963509" y="-3488358"/>
              <a:ext cx="455647" cy="295040"/>
            </a:xfrm>
            <a:custGeom>
              <a:rect b="b" l="l" r="r" t="t"/>
              <a:pathLst>
                <a:path extrusionOk="0" h="496" w="766">
                  <a:moveTo>
                    <a:pt x="84" y="0"/>
                  </a:moveTo>
                  <a:lnTo>
                    <a:pt x="42" y="27"/>
                  </a:lnTo>
                  <a:cubicBezTo>
                    <a:pt x="19" y="49"/>
                    <a:pt x="15" y="49"/>
                    <a:pt x="15" y="52"/>
                  </a:cubicBezTo>
                  <a:cubicBezTo>
                    <a:pt x="13" y="56"/>
                    <a:pt x="13" y="56"/>
                    <a:pt x="13" y="58"/>
                  </a:cubicBezTo>
                  <a:cubicBezTo>
                    <a:pt x="1" y="99"/>
                    <a:pt x="680" y="495"/>
                    <a:pt x="680" y="495"/>
                  </a:cubicBezTo>
                  <a:cubicBezTo>
                    <a:pt x="680" y="487"/>
                    <a:pt x="684" y="481"/>
                    <a:pt x="684" y="475"/>
                  </a:cubicBezTo>
                  <a:cubicBezTo>
                    <a:pt x="688" y="467"/>
                    <a:pt x="690" y="461"/>
                    <a:pt x="694" y="455"/>
                  </a:cubicBezTo>
                  <a:cubicBezTo>
                    <a:pt x="698" y="446"/>
                    <a:pt x="700" y="440"/>
                    <a:pt x="706" y="436"/>
                  </a:cubicBezTo>
                  <a:cubicBezTo>
                    <a:pt x="711" y="430"/>
                    <a:pt x="717" y="426"/>
                    <a:pt x="721" y="424"/>
                  </a:cubicBezTo>
                  <a:lnTo>
                    <a:pt x="766" y="397"/>
                  </a:lnTo>
                  <a:lnTo>
                    <a:pt x="84"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0"/>
            <p:cNvSpPr/>
            <p:nvPr/>
          </p:nvSpPr>
          <p:spPr>
            <a:xfrm rot="-3560944">
              <a:off x="11987127" y="-3402048"/>
              <a:ext cx="456837" cy="265893"/>
            </a:xfrm>
            <a:custGeom>
              <a:rect b="b" l="l" r="r" t="t"/>
              <a:pathLst>
                <a:path extrusionOk="0" h="447" w="768">
                  <a:moveTo>
                    <a:pt x="87" y="0"/>
                  </a:moveTo>
                  <a:lnTo>
                    <a:pt x="42" y="27"/>
                  </a:lnTo>
                  <a:lnTo>
                    <a:pt x="1" y="49"/>
                  </a:lnTo>
                  <a:lnTo>
                    <a:pt x="680" y="446"/>
                  </a:lnTo>
                  <a:lnTo>
                    <a:pt x="721" y="419"/>
                  </a:lnTo>
                  <a:lnTo>
                    <a:pt x="768" y="395"/>
                  </a:lnTo>
                  <a:lnTo>
                    <a:pt x="87"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0"/>
            <p:cNvSpPr/>
            <p:nvPr/>
          </p:nvSpPr>
          <p:spPr>
            <a:xfrm rot="-3560944">
              <a:off x="11971395" y="-3358000"/>
              <a:ext cx="422931" cy="237936"/>
            </a:xfrm>
            <a:custGeom>
              <a:rect b="b" l="l" r="r" t="t"/>
              <a:pathLst>
                <a:path extrusionOk="0" h="400" w="711">
                  <a:moveTo>
                    <a:pt x="29" y="0"/>
                  </a:moveTo>
                  <a:cubicBezTo>
                    <a:pt x="1" y="4"/>
                    <a:pt x="682" y="399"/>
                    <a:pt x="682" y="399"/>
                  </a:cubicBezTo>
                  <a:cubicBezTo>
                    <a:pt x="688" y="395"/>
                    <a:pt x="692" y="393"/>
                    <a:pt x="698" y="393"/>
                  </a:cubicBezTo>
                  <a:cubicBezTo>
                    <a:pt x="703" y="393"/>
                    <a:pt x="707" y="393"/>
                    <a:pt x="711" y="395"/>
                  </a:cubicBezTo>
                  <a:lnTo>
                    <a:pt x="29"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0"/>
            <p:cNvSpPr/>
            <p:nvPr/>
          </p:nvSpPr>
          <p:spPr>
            <a:xfrm rot="-3560944">
              <a:off x="12004760" y="-3280756"/>
              <a:ext cx="406275" cy="248643"/>
            </a:xfrm>
            <a:custGeom>
              <a:rect b="b" l="l" r="r" t="t"/>
              <a:pathLst>
                <a:path extrusionOk="0" h="418" w="683">
                  <a:moveTo>
                    <a:pt x="1" y="0"/>
                  </a:moveTo>
                  <a:lnTo>
                    <a:pt x="1" y="23"/>
                  </a:lnTo>
                  <a:lnTo>
                    <a:pt x="682" y="418"/>
                  </a:lnTo>
                  <a:lnTo>
                    <a:pt x="682" y="393"/>
                  </a:ln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0"/>
            <p:cNvSpPr/>
            <p:nvPr/>
          </p:nvSpPr>
          <p:spPr>
            <a:xfrm rot="-3560944">
              <a:off x="11962958" y="-3341323"/>
              <a:ext cx="457432" cy="293851"/>
            </a:xfrm>
            <a:custGeom>
              <a:rect b="b" l="l" r="r" t="t"/>
              <a:pathLst>
                <a:path extrusionOk="0" h="494" w="769">
                  <a:moveTo>
                    <a:pt x="89" y="0"/>
                  </a:moveTo>
                  <a:lnTo>
                    <a:pt x="42" y="25"/>
                  </a:lnTo>
                  <a:cubicBezTo>
                    <a:pt x="19" y="47"/>
                    <a:pt x="17" y="47"/>
                    <a:pt x="17" y="51"/>
                  </a:cubicBezTo>
                  <a:cubicBezTo>
                    <a:pt x="13" y="53"/>
                    <a:pt x="13" y="53"/>
                    <a:pt x="13" y="55"/>
                  </a:cubicBezTo>
                  <a:cubicBezTo>
                    <a:pt x="1" y="96"/>
                    <a:pt x="682" y="493"/>
                    <a:pt x="682" y="493"/>
                  </a:cubicBezTo>
                  <a:cubicBezTo>
                    <a:pt x="682" y="485"/>
                    <a:pt x="684" y="481"/>
                    <a:pt x="684" y="473"/>
                  </a:cubicBezTo>
                  <a:cubicBezTo>
                    <a:pt x="686" y="465"/>
                    <a:pt x="688" y="461"/>
                    <a:pt x="694" y="452"/>
                  </a:cubicBezTo>
                  <a:cubicBezTo>
                    <a:pt x="703" y="440"/>
                    <a:pt x="713" y="430"/>
                    <a:pt x="723" y="422"/>
                  </a:cubicBezTo>
                  <a:lnTo>
                    <a:pt x="768" y="395"/>
                  </a:lnTo>
                  <a:lnTo>
                    <a:pt x="89"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0"/>
            <p:cNvSpPr/>
            <p:nvPr/>
          </p:nvSpPr>
          <p:spPr>
            <a:xfrm rot="-3560944">
              <a:off x="11984820" y="-3256309"/>
              <a:ext cx="457432" cy="265893"/>
            </a:xfrm>
            <a:custGeom>
              <a:rect b="b" l="l" r="r" t="t"/>
              <a:pathLst>
                <a:path extrusionOk="0" h="447" w="769">
                  <a:moveTo>
                    <a:pt x="87" y="1"/>
                  </a:moveTo>
                  <a:lnTo>
                    <a:pt x="44" y="27"/>
                  </a:lnTo>
                  <a:lnTo>
                    <a:pt x="1" y="50"/>
                  </a:lnTo>
                  <a:lnTo>
                    <a:pt x="680" y="447"/>
                  </a:lnTo>
                  <a:lnTo>
                    <a:pt x="721" y="420"/>
                  </a:lnTo>
                  <a:lnTo>
                    <a:pt x="768" y="396"/>
                  </a:lnTo>
                  <a:lnTo>
                    <a:pt x="87" y="1"/>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0"/>
            <p:cNvSpPr/>
            <p:nvPr/>
          </p:nvSpPr>
          <p:spPr>
            <a:xfrm rot="-3560944">
              <a:off x="11968535" y="-3213986"/>
              <a:ext cx="421146" cy="237936"/>
            </a:xfrm>
            <a:custGeom>
              <a:rect b="b" l="l" r="r" t="t"/>
              <a:pathLst>
                <a:path extrusionOk="0" h="400" w="708">
                  <a:moveTo>
                    <a:pt x="23" y="1"/>
                  </a:moveTo>
                  <a:cubicBezTo>
                    <a:pt x="0" y="5"/>
                    <a:pt x="679" y="400"/>
                    <a:pt x="679" y="400"/>
                  </a:cubicBezTo>
                  <a:cubicBezTo>
                    <a:pt x="685" y="398"/>
                    <a:pt x="690" y="398"/>
                    <a:pt x="696" y="398"/>
                  </a:cubicBezTo>
                  <a:cubicBezTo>
                    <a:pt x="699" y="398"/>
                    <a:pt x="703" y="398"/>
                    <a:pt x="706" y="399"/>
                  </a:cubicBezTo>
                  <a:lnTo>
                    <a:pt x="706" y="399"/>
                  </a:lnTo>
                  <a:lnTo>
                    <a:pt x="29" y="3"/>
                  </a:lnTo>
                  <a:cubicBezTo>
                    <a:pt x="25" y="1"/>
                    <a:pt x="23" y="1"/>
                    <a:pt x="23" y="1"/>
                  </a:cubicBezTo>
                  <a:close/>
                  <a:moveTo>
                    <a:pt x="706" y="399"/>
                  </a:moveTo>
                  <a:lnTo>
                    <a:pt x="708" y="400"/>
                  </a:lnTo>
                  <a:cubicBezTo>
                    <a:pt x="707" y="399"/>
                    <a:pt x="707" y="399"/>
                    <a:pt x="706" y="399"/>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0"/>
            <p:cNvSpPr/>
            <p:nvPr/>
          </p:nvSpPr>
          <p:spPr>
            <a:xfrm rot="-3560944">
              <a:off x="12004458" y="-3135226"/>
              <a:ext cx="404491" cy="248643"/>
            </a:xfrm>
            <a:custGeom>
              <a:rect b="b" l="l" r="r" t="t"/>
              <a:pathLst>
                <a:path extrusionOk="0" h="418" w="680">
                  <a:moveTo>
                    <a:pt x="0" y="0"/>
                  </a:moveTo>
                  <a:lnTo>
                    <a:pt x="0" y="23"/>
                  </a:lnTo>
                  <a:lnTo>
                    <a:pt x="679" y="417"/>
                  </a:lnTo>
                  <a:lnTo>
                    <a:pt x="679" y="393"/>
                  </a:lnTo>
                  <a:lnTo>
                    <a:pt x="0"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0"/>
            <p:cNvSpPr/>
            <p:nvPr/>
          </p:nvSpPr>
          <p:spPr>
            <a:xfrm rot="-3560944">
              <a:off x="11958688" y="-3196505"/>
              <a:ext cx="456837" cy="292661"/>
            </a:xfrm>
            <a:custGeom>
              <a:rect b="b" l="l" r="r" t="t"/>
              <a:pathLst>
                <a:path extrusionOk="0" h="492" w="768">
                  <a:moveTo>
                    <a:pt x="88" y="1"/>
                  </a:moveTo>
                  <a:lnTo>
                    <a:pt x="41" y="27"/>
                  </a:lnTo>
                  <a:cubicBezTo>
                    <a:pt x="18" y="50"/>
                    <a:pt x="16" y="50"/>
                    <a:pt x="16" y="52"/>
                  </a:cubicBezTo>
                  <a:cubicBezTo>
                    <a:pt x="0" y="99"/>
                    <a:pt x="681" y="492"/>
                    <a:pt x="681" y="492"/>
                  </a:cubicBezTo>
                  <a:cubicBezTo>
                    <a:pt x="681" y="484"/>
                    <a:pt x="683" y="480"/>
                    <a:pt x="683" y="471"/>
                  </a:cubicBezTo>
                  <a:cubicBezTo>
                    <a:pt x="685" y="463"/>
                    <a:pt x="690" y="459"/>
                    <a:pt x="694" y="451"/>
                  </a:cubicBezTo>
                  <a:cubicBezTo>
                    <a:pt x="702" y="439"/>
                    <a:pt x="712" y="428"/>
                    <a:pt x="722" y="420"/>
                  </a:cubicBezTo>
                  <a:lnTo>
                    <a:pt x="767" y="396"/>
                  </a:lnTo>
                  <a:lnTo>
                    <a:pt x="88"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0"/>
            <p:cNvSpPr/>
            <p:nvPr/>
          </p:nvSpPr>
          <p:spPr>
            <a:xfrm rot="-3560944">
              <a:off x="11983621" y="-3110266"/>
              <a:ext cx="456837" cy="265893"/>
            </a:xfrm>
            <a:custGeom>
              <a:rect b="b" l="l" r="r" t="t"/>
              <a:pathLst>
                <a:path extrusionOk="0" h="447" w="768">
                  <a:moveTo>
                    <a:pt x="88" y="1"/>
                  </a:moveTo>
                  <a:lnTo>
                    <a:pt x="43" y="23"/>
                  </a:lnTo>
                  <a:lnTo>
                    <a:pt x="0" y="50"/>
                  </a:lnTo>
                  <a:lnTo>
                    <a:pt x="681" y="447"/>
                  </a:lnTo>
                  <a:lnTo>
                    <a:pt x="724" y="420"/>
                  </a:lnTo>
                  <a:lnTo>
                    <a:pt x="767" y="395"/>
                  </a:lnTo>
                  <a:lnTo>
                    <a:pt x="88" y="1"/>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0"/>
            <p:cNvSpPr/>
            <p:nvPr/>
          </p:nvSpPr>
          <p:spPr>
            <a:xfrm rot="-3560944">
              <a:off x="11965717" y="-3068550"/>
              <a:ext cx="421741" cy="237936"/>
            </a:xfrm>
            <a:custGeom>
              <a:rect b="b" l="l" r="r" t="t"/>
              <a:pathLst>
                <a:path extrusionOk="0" h="400" w="709">
                  <a:moveTo>
                    <a:pt x="23" y="0"/>
                  </a:moveTo>
                  <a:lnTo>
                    <a:pt x="23" y="0"/>
                  </a:lnTo>
                  <a:cubicBezTo>
                    <a:pt x="0" y="5"/>
                    <a:pt x="682" y="399"/>
                    <a:pt x="682" y="399"/>
                  </a:cubicBezTo>
                  <a:cubicBezTo>
                    <a:pt x="686" y="399"/>
                    <a:pt x="692" y="395"/>
                    <a:pt x="696" y="395"/>
                  </a:cubicBezTo>
                  <a:cubicBezTo>
                    <a:pt x="698" y="395"/>
                    <a:pt x="700" y="395"/>
                    <a:pt x="701" y="396"/>
                  </a:cubicBezTo>
                  <a:lnTo>
                    <a:pt x="701" y="396"/>
                  </a:lnTo>
                  <a:lnTo>
                    <a:pt x="29" y="3"/>
                  </a:lnTo>
                  <a:cubicBezTo>
                    <a:pt x="27" y="0"/>
                    <a:pt x="23" y="0"/>
                    <a:pt x="23" y="0"/>
                  </a:cubicBezTo>
                  <a:close/>
                  <a:moveTo>
                    <a:pt x="701" y="396"/>
                  </a:moveTo>
                  <a:lnTo>
                    <a:pt x="708" y="399"/>
                  </a:lnTo>
                  <a:cubicBezTo>
                    <a:pt x="707" y="397"/>
                    <a:pt x="705" y="396"/>
                    <a:pt x="701" y="396"/>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0"/>
            <p:cNvSpPr/>
            <p:nvPr/>
          </p:nvSpPr>
          <p:spPr>
            <a:xfrm rot="-3560944">
              <a:off x="12002042" y="-2990275"/>
              <a:ext cx="404491" cy="250427"/>
            </a:xfrm>
            <a:custGeom>
              <a:rect b="b" l="l" r="r" t="t"/>
              <a:pathLst>
                <a:path extrusionOk="0" h="421" w="680">
                  <a:moveTo>
                    <a:pt x="0" y="1"/>
                  </a:moveTo>
                  <a:lnTo>
                    <a:pt x="0" y="23"/>
                  </a:lnTo>
                  <a:lnTo>
                    <a:pt x="680" y="420"/>
                  </a:lnTo>
                  <a:lnTo>
                    <a:pt x="680" y="396"/>
                  </a:ln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0"/>
            <p:cNvSpPr/>
            <p:nvPr/>
          </p:nvSpPr>
          <p:spPr>
            <a:xfrm rot="-3560944">
              <a:off x="11957134" y="-3052128"/>
              <a:ext cx="456837" cy="293851"/>
            </a:xfrm>
            <a:custGeom>
              <a:rect b="b" l="l" r="r" t="t"/>
              <a:pathLst>
                <a:path extrusionOk="0" h="494" w="768">
                  <a:moveTo>
                    <a:pt x="86" y="1"/>
                  </a:moveTo>
                  <a:lnTo>
                    <a:pt x="41" y="27"/>
                  </a:lnTo>
                  <a:cubicBezTo>
                    <a:pt x="17" y="50"/>
                    <a:pt x="15" y="50"/>
                    <a:pt x="15" y="52"/>
                  </a:cubicBezTo>
                  <a:cubicBezTo>
                    <a:pt x="13" y="54"/>
                    <a:pt x="13" y="54"/>
                    <a:pt x="13" y="58"/>
                  </a:cubicBezTo>
                  <a:cubicBezTo>
                    <a:pt x="0" y="99"/>
                    <a:pt x="680" y="494"/>
                    <a:pt x="680" y="494"/>
                  </a:cubicBezTo>
                  <a:cubicBezTo>
                    <a:pt x="680" y="488"/>
                    <a:pt x="682" y="481"/>
                    <a:pt x="682" y="473"/>
                  </a:cubicBezTo>
                  <a:cubicBezTo>
                    <a:pt x="688" y="467"/>
                    <a:pt x="690" y="461"/>
                    <a:pt x="692" y="453"/>
                  </a:cubicBezTo>
                  <a:cubicBezTo>
                    <a:pt x="698" y="447"/>
                    <a:pt x="700" y="440"/>
                    <a:pt x="706" y="436"/>
                  </a:cubicBezTo>
                  <a:cubicBezTo>
                    <a:pt x="710" y="430"/>
                    <a:pt x="716" y="426"/>
                    <a:pt x="720" y="422"/>
                  </a:cubicBezTo>
                  <a:lnTo>
                    <a:pt x="768" y="397"/>
                  </a:lnTo>
                  <a:lnTo>
                    <a:pt x="86"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0"/>
            <p:cNvSpPr/>
            <p:nvPr/>
          </p:nvSpPr>
          <p:spPr>
            <a:xfrm rot="-3560944">
              <a:off x="11981460" y="-2964866"/>
              <a:ext cx="456837" cy="267083"/>
            </a:xfrm>
            <a:custGeom>
              <a:rect b="b" l="l" r="r" t="t"/>
              <a:pathLst>
                <a:path extrusionOk="0" h="449" w="768">
                  <a:moveTo>
                    <a:pt x="88" y="0"/>
                  </a:moveTo>
                  <a:lnTo>
                    <a:pt x="45" y="25"/>
                  </a:lnTo>
                  <a:lnTo>
                    <a:pt x="0" y="51"/>
                  </a:lnTo>
                  <a:lnTo>
                    <a:pt x="682" y="448"/>
                  </a:lnTo>
                  <a:lnTo>
                    <a:pt x="725" y="420"/>
                  </a:lnTo>
                  <a:lnTo>
                    <a:pt x="768" y="397"/>
                  </a:lnTo>
                  <a:lnTo>
                    <a:pt x="88"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0"/>
            <p:cNvSpPr/>
            <p:nvPr/>
          </p:nvSpPr>
          <p:spPr>
            <a:xfrm rot="-3560944">
              <a:off x="11966560" y="-2924432"/>
              <a:ext cx="421741" cy="239720"/>
            </a:xfrm>
            <a:custGeom>
              <a:rect b="b" l="l" r="r" t="t"/>
              <a:pathLst>
                <a:path extrusionOk="0" h="403" w="709">
                  <a:moveTo>
                    <a:pt x="704" y="397"/>
                  </a:moveTo>
                  <a:lnTo>
                    <a:pt x="708" y="400"/>
                  </a:lnTo>
                  <a:cubicBezTo>
                    <a:pt x="707" y="399"/>
                    <a:pt x="705" y="398"/>
                    <a:pt x="704" y="397"/>
                  </a:cubicBezTo>
                  <a:close/>
                  <a:moveTo>
                    <a:pt x="18" y="1"/>
                  </a:moveTo>
                  <a:cubicBezTo>
                    <a:pt x="13" y="1"/>
                    <a:pt x="7" y="3"/>
                    <a:pt x="1" y="9"/>
                  </a:cubicBezTo>
                  <a:lnTo>
                    <a:pt x="680" y="402"/>
                  </a:lnTo>
                  <a:cubicBezTo>
                    <a:pt x="685" y="398"/>
                    <a:pt x="691" y="396"/>
                    <a:pt x="696" y="396"/>
                  </a:cubicBezTo>
                  <a:cubicBezTo>
                    <a:pt x="699" y="396"/>
                    <a:pt x="701" y="396"/>
                    <a:pt x="704" y="397"/>
                  </a:cubicBezTo>
                  <a:lnTo>
                    <a:pt x="704" y="397"/>
                  </a:lnTo>
                  <a:lnTo>
                    <a:pt x="27" y="3"/>
                  </a:lnTo>
                  <a:cubicBezTo>
                    <a:pt x="25" y="2"/>
                    <a:pt x="22" y="1"/>
                    <a:pt x="18"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0"/>
            <p:cNvSpPr/>
            <p:nvPr/>
          </p:nvSpPr>
          <p:spPr>
            <a:xfrm rot="-3560944">
              <a:off x="11969760" y="-2913452"/>
              <a:ext cx="406870" cy="235557"/>
            </a:xfrm>
            <a:custGeom>
              <a:rect b="b" l="l" r="r" t="t"/>
              <a:pathLst>
                <a:path extrusionOk="0" h="396" w="684">
                  <a:moveTo>
                    <a:pt x="0" y="0"/>
                  </a:moveTo>
                  <a:lnTo>
                    <a:pt x="682" y="395"/>
                  </a:lnTo>
                  <a:cubicBezTo>
                    <a:pt x="684" y="395"/>
                    <a:pt x="5" y="0"/>
                    <a:pt x="0"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0"/>
            <p:cNvSpPr/>
            <p:nvPr/>
          </p:nvSpPr>
          <p:spPr>
            <a:xfrm rot="-3560944">
              <a:off x="11971556" y="-2914476"/>
              <a:ext cx="404491" cy="235557"/>
            </a:xfrm>
            <a:custGeom>
              <a:rect b="b" l="l" r="r" t="t"/>
              <a:pathLst>
                <a:path extrusionOk="0" h="396" w="680">
                  <a:moveTo>
                    <a:pt x="1" y="0"/>
                  </a:moveTo>
                  <a:cubicBezTo>
                    <a:pt x="1" y="0"/>
                    <a:pt x="1" y="0"/>
                    <a:pt x="1" y="0"/>
                  </a:cubicBezTo>
                  <a:lnTo>
                    <a:pt x="680" y="395"/>
                  </a:lnTo>
                  <a:cubicBezTo>
                    <a:pt x="680" y="395"/>
                    <a:pt x="6"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0"/>
            <p:cNvSpPr/>
            <p:nvPr/>
          </p:nvSpPr>
          <p:spPr>
            <a:xfrm rot="-3560944">
              <a:off x="11970753" y="-2915885"/>
              <a:ext cx="405681" cy="236746"/>
            </a:xfrm>
            <a:custGeom>
              <a:rect b="b" l="l" r="r" t="t"/>
              <a:pathLst>
                <a:path extrusionOk="0" h="398" w="682">
                  <a:moveTo>
                    <a:pt x="1" y="0"/>
                  </a:moveTo>
                  <a:lnTo>
                    <a:pt x="680" y="397"/>
                  </a:lnTo>
                  <a:cubicBezTo>
                    <a:pt x="682" y="395"/>
                    <a:pt x="3"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0"/>
            <p:cNvSpPr/>
            <p:nvPr/>
          </p:nvSpPr>
          <p:spPr>
            <a:xfrm rot="-3560944">
              <a:off x="11970627" y="-2917004"/>
              <a:ext cx="404491" cy="236746"/>
            </a:xfrm>
            <a:custGeom>
              <a:rect b="b" l="l" r="r" t="t"/>
              <a:pathLst>
                <a:path extrusionOk="0" h="398" w="680">
                  <a:moveTo>
                    <a:pt x="1" y="0"/>
                  </a:moveTo>
                  <a:lnTo>
                    <a:pt x="680" y="397"/>
                  </a:lnTo>
                  <a:cubicBezTo>
                    <a:pt x="680" y="397"/>
                    <a:pt x="3"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0"/>
            <p:cNvSpPr/>
            <p:nvPr/>
          </p:nvSpPr>
          <p:spPr>
            <a:xfrm rot="-3560944">
              <a:off x="11970190" y="-2917771"/>
              <a:ext cx="406275" cy="236746"/>
            </a:xfrm>
            <a:custGeom>
              <a:rect b="b" l="l" r="r" t="t"/>
              <a:pathLst>
                <a:path extrusionOk="0" h="398" w="683">
                  <a:moveTo>
                    <a:pt x="1" y="0"/>
                  </a:moveTo>
                  <a:cubicBezTo>
                    <a:pt x="1" y="1"/>
                    <a:pt x="48" y="28"/>
                    <a:pt x="118" y="69"/>
                  </a:cubicBezTo>
                  <a:lnTo>
                    <a:pt x="118" y="69"/>
                  </a:lnTo>
                  <a:lnTo>
                    <a:pt x="1" y="0"/>
                  </a:lnTo>
                  <a:close/>
                  <a:moveTo>
                    <a:pt x="118" y="69"/>
                  </a:moveTo>
                  <a:lnTo>
                    <a:pt x="680" y="397"/>
                  </a:lnTo>
                  <a:cubicBezTo>
                    <a:pt x="683" y="397"/>
                    <a:pt x="313" y="182"/>
                    <a:pt x="118" y="69"/>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0"/>
            <p:cNvSpPr/>
            <p:nvPr/>
          </p:nvSpPr>
          <p:spPr>
            <a:xfrm rot="-3560944">
              <a:off x="11970651" y="-2919051"/>
              <a:ext cx="406870" cy="236746"/>
            </a:xfrm>
            <a:custGeom>
              <a:rect b="b" l="l" r="r" t="t"/>
              <a:pathLst>
                <a:path extrusionOk="0" h="398" w="684">
                  <a:moveTo>
                    <a:pt x="1" y="0"/>
                  </a:moveTo>
                  <a:lnTo>
                    <a:pt x="682" y="397"/>
                  </a:lnTo>
                  <a:cubicBezTo>
                    <a:pt x="684" y="393"/>
                    <a:pt x="3"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0"/>
            <p:cNvSpPr/>
            <p:nvPr/>
          </p:nvSpPr>
          <p:spPr>
            <a:xfrm rot="-3560944">
              <a:off x="11972060" y="-2918664"/>
              <a:ext cx="405681" cy="235557"/>
            </a:xfrm>
            <a:custGeom>
              <a:rect b="b" l="l" r="r" t="t"/>
              <a:pathLst>
                <a:path extrusionOk="0" h="396" w="682">
                  <a:moveTo>
                    <a:pt x="1" y="0"/>
                  </a:moveTo>
                  <a:lnTo>
                    <a:pt x="682" y="395"/>
                  </a:lnTo>
                  <a:cubicBezTo>
                    <a:pt x="682" y="395"/>
                    <a:pt x="5"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0"/>
            <p:cNvSpPr/>
            <p:nvPr/>
          </p:nvSpPr>
          <p:spPr>
            <a:xfrm rot="-3560944">
              <a:off x="11970088" y="-2919747"/>
              <a:ext cx="407465" cy="234367"/>
            </a:xfrm>
            <a:custGeom>
              <a:rect b="b" l="l" r="r" t="t"/>
              <a:pathLst>
                <a:path extrusionOk="0" h="394" w="685">
                  <a:moveTo>
                    <a:pt x="1" y="0"/>
                  </a:moveTo>
                  <a:lnTo>
                    <a:pt x="682" y="393"/>
                  </a:lnTo>
                  <a:cubicBezTo>
                    <a:pt x="684" y="393"/>
                    <a:pt x="5"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0"/>
            <p:cNvSpPr/>
            <p:nvPr/>
          </p:nvSpPr>
          <p:spPr>
            <a:xfrm rot="-3560944">
              <a:off x="11970474" y="-2921157"/>
              <a:ext cx="406275" cy="235557"/>
            </a:xfrm>
            <a:custGeom>
              <a:rect b="b" l="l" r="r" t="t"/>
              <a:pathLst>
                <a:path extrusionOk="0" h="396" w="683">
                  <a:moveTo>
                    <a:pt x="1" y="0"/>
                  </a:moveTo>
                  <a:lnTo>
                    <a:pt x="682" y="395"/>
                  </a:lnTo>
                  <a:cubicBezTo>
                    <a:pt x="682" y="395"/>
                    <a:pt x="5" y="2"/>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0"/>
            <p:cNvSpPr/>
            <p:nvPr/>
          </p:nvSpPr>
          <p:spPr>
            <a:xfrm rot="-3560944">
              <a:off x="11971979" y="-2922692"/>
              <a:ext cx="405086" cy="235557"/>
            </a:xfrm>
            <a:custGeom>
              <a:rect b="b" l="l" r="r" t="t"/>
              <a:pathLst>
                <a:path extrusionOk="0" h="396" w="681">
                  <a:moveTo>
                    <a:pt x="1" y="0"/>
                  </a:moveTo>
                  <a:cubicBezTo>
                    <a:pt x="3" y="2"/>
                    <a:pt x="680" y="395"/>
                    <a:pt x="680" y="395"/>
                  </a:cubicBez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0"/>
            <p:cNvSpPr/>
            <p:nvPr/>
          </p:nvSpPr>
          <p:spPr>
            <a:xfrm rot="-3560944">
              <a:off x="11971541" y="-2923459"/>
              <a:ext cx="406870" cy="235557"/>
            </a:xfrm>
            <a:custGeom>
              <a:rect b="b" l="l" r="r" t="t"/>
              <a:pathLst>
                <a:path extrusionOk="0" h="396" w="684">
                  <a:moveTo>
                    <a:pt x="1" y="0"/>
                  </a:moveTo>
                  <a:cubicBezTo>
                    <a:pt x="1" y="1"/>
                    <a:pt x="50" y="29"/>
                    <a:pt x="120" y="69"/>
                  </a:cubicBezTo>
                  <a:lnTo>
                    <a:pt x="120" y="69"/>
                  </a:lnTo>
                  <a:lnTo>
                    <a:pt x="1" y="0"/>
                  </a:lnTo>
                  <a:close/>
                  <a:moveTo>
                    <a:pt x="120" y="70"/>
                  </a:moveTo>
                  <a:lnTo>
                    <a:pt x="680" y="395"/>
                  </a:lnTo>
                  <a:cubicBezTo>
                    <a:pt x="683" y="395"/>
                    <a:pt x="316" y="183"/>
                    <a:pt x="120" y="7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0"/>
            <p:cNvSpPr/>
            <p:nvPr/>
          </p:nvSpPr>
          <p:spPr>
            <a:xfrm rot="-3560944">
              <a:off x="11972294" y="-2924227"/>
              <a:ext cx="406275" cy="235557"/>
            </a:xfrm>
            <a:custGeom>
              <a:rect b="b" l="l" r="r" t="t"/>
              <a:pathLst>
                <a:path extrusionOk="0" h="396" w="683">
                  <a:moveTo>
                    <a:pt x="1" y="0"/>
                  </a:moveTo>
                  <a:cubicBezTo>
                    <a:pt x="3" y="2"/>
                    <a:pt x="682" y="395"/>
                    <a:pt x="682" y="395"/>
                  </a:cubicBez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0"/>
            <p:cNvSpPr/>
            <p:nvPr/>
          </p:nvSpPr>
          <p:spPr>
            <a:xfrm rot="-3560944">
              <a:off x="11972900" y="-2925250"/>
              <a:ext cx="406275" cy="235557"/>
            </a:xfrm>
            <a:custGeom>
              <a:rect b="b" l="l" r="r" t="t"/>
              <a:pathLst>
                <a:path extrusionOk="0" h="396" w="683">
                  <a:moveTo>
                    <a:pt x="1" y="0"/>
                  </a:moveTo>
                  <a:lnTo>
                    <a:pt x="682" y="395"/>
                  </a:lnTo>
                  <a:cubicBezTo>
                    <a:pt x="682" y="395"/>
                    <a:pt x="5" y="2"/>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0"/>
            <p:cNvSpPr/>
            <p:nvPr/>
          </p:nvSpPr>
          <p:spPr>
            <a:xfrm rot="-3560944">
              <a:off x="11972609" y="-2925762"/>
              <a:ext cx="407465" cy="235557"/>
            </a:xfrm>
            <a:custGeom>
              <a:rect b="b" l="l" r="r" t="t"/>
              <a:pathLst>
                <a:path extrusionOk="0" h="396" w="685">
                  <a:moveTo>
                    <a:pt x="1" y="0"/>
                  </a:moveTo>
                  <a:lnTo>
                    <a:pt x="682" y="395"/>
                  </a:lnTo>
                  <a:cubicBezTo>
                    <a:pt x="684" y="395"/>
                    <a:pt x="7" y="2"/>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0"/>
            <p:cNvSpPr/>
            <p:nvPr/>
          </p:nvSpPr>
          <p:spPr>
            <a:xfrm rot="-3560944">
              <a:off x="11974562" y="-2927553"/>
              <a:ext cx="405681" cy="235557"/>
            </a:xfrm>
            <a:custGeom>
              <a:rect b="b" l="l" r="r" t="t"/>
              <a:pathLst>
                <a:path extrusionOk="0" h="396" w="682">
                  <a:moveTo>
                    <a:pt x="0" y="0"/>
                  </a:moveTo>
                  <a:cubicBezTo>
                    <a:pt x="1" y="1"/>
                    <a:pt x="97" y="57"/>
                    <a:pt x="217" y="126"/>
                  </a:cubicBezTo>
                  <a:lnTo>
                    <a:pt x="217" y="126"/>
                  </a:lnTo>
                  <a:lnTo>
                    <a:pt x="0" y="0"/>
                  </a:lnTo>
                  <a:close/>
                  <a:moveTo>
                    <a:pt x="217" y="126"/>
                  </a:moveTo>
                  <a:lnTo>
                    <a:pt x="679" y="395"/>
                  </a:lnTo>
                  <a:lnTo>
                    <a:pt x="681" y="395"/>
                  </a:lnTo>
                  <a:cubicBezTo>
                    <a:pt x="681" y="395"/>
                    <a:pt x="416" y="242"/>
                    <a:pt x="217" y="126"/>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0"/>
            <p:cNvSpPr/>
            <p:nvPr/>
          </p:nvSpPr>
          <p:spPr>
            <a:xfrm rot="-3560944">
              <a:off x="11976704" y="-2928262"/>
              <a:ext cx="405681" cy="236746"/>
            </a:xfrm>
            <a:custGeom>
              <a:rect b="b" l="l" r="r" t="t"/>
              <a:pathLst>
                <a:path extrusionOk="0" h="398" w="682">
                  <a:moveTo>
                    <a:pt x="0" y="0"/>
                  </a:moveTo>
                  <a:cubicBezTo>
                    <a:pt x="1" y="1"/>
                    <a:pt x="96" y="56"/>
                    <a:pt x="214" y="125"/>
                  </a:cubicBezTo>
                  <a:lnTo>
                    <a:pt x="214" y="125"/>
                  </a:lnTo>
                  <a:lnTo>
                    <a:pt x="0" y="0"/>
                  </a:lnTo>
                  <a:close/>
                  <a:moveTo>
                    <a:pt x="214" y="125"/>
                  </a:moveTo>
                  <a:lnTo>
                    <a:pt x="679" y="397"/>
                  </a:lnTo>
                  <a:lnTo>
                    <a:pt x="681" y="397"/>
                  </a:lnTo>
                  <a:cubicBezTo>
                    <a:pt x="681" y="397"/>
                    <a:pt x="414" y="242"/>
                    <a:pt x="214" y="125"/>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0"/>
            <p:cNvSpPr/>
            <p:nvPr/>
          </p:nvSpPr>
          <p:spPr>
            <a:xfrm rot="-3560944">
              <a:off x="11999720" y="-2844271"/>
              <a:ext cx="404491" cy="247453"/>
            </a:xfrm>
            <a:custGeom>
              <a:rect b="b" l="l" r="r" t="t"/>
              <a:pathLst>
                <a:path extrusionOk="0" h="416" w="680">
                  <a:moveTo>
                    <a:pt x="1" y="1"/>
                  </a:moveTo>
                  <a:lnTo>
                    <a:pt x="1" y="23"/>
                  </a:lnTo>
                  <a:lnTo>
                    <a:pt x="680" y="416"/>
                  </a:lnTo>
                  <a:lnTo>
                    <a:pt x="680" y="395"/>
                  </a:lnTo>
                  <a:lnTo>
                    <a:pt x="1"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0"/>
            <p:cNvSpPr/>
            <p:nvPr/>
          </p:nvSpPr>
          <p:spPr>
            <a:xfrm rot="-3560944">
              <a:off x="11957627" y="-2906539"/>
              <a:ext cx="456837" cy="295040"/>
            </a:xfrm>
            <a:custGeom>
              <a:rect b="b" l="l" r="r" t="t"/>
              <a:pathLst>
                <a:path extrusionOk="0" h="496" w="768">
                  <a:moveTo>
                    <a:pt x="89" y="0"/>
                  </a:moveTo>
                  <a:lnTo>
                    <a:pt x="42" y="27"/>
                  </a:lnTo>
                  <a:cubicBezTo>
                    <a:pt x="19" y="49"/>
                    <a:pt x="17" y="49"/>
                    <a:pt x="17" y="52"/>
                  </a:cubicBezTo>
                  <a:cubicBezTo>
                    <a:pt x="13" y="56"/>
                    <a:pt x="13" y="56"/>
                    <a:pt x="13" y="58"/>
                  </a:cubicBezTo>
                  <a:cubicBezTo>
                    <a:pt x="1" y="99"/>
                    <a:pt x="682" y="495"/>
                    <a:pt x="682" y="495"/>
                  </a:cubicBezTo>
                  <a:cubicBezTo>
                    <a:pt x="682" y="487"/>
                    <a:pt x="684" y="481"/>
                    <a:pt x="684" y="475"/>
                  </a:cubicBezTo>
                  <a:cubicBezTo>
                    <a:pt x="686" y="465"/>
                    <a:pt x="692" y="459"/>
                    <a:pt x="694" y="450"/>
                  </a:cubicBezTo>
                  <a:cubicBezTo>
                    <a:pt x="698" y="444"/>
                    <a:pt x="702" y="438"/>
                    <a:pt x="706" y="434"/>
                  </a:cubicBezTo>
                  <a:cubicBezTo>
                    <a:pt x="713" y="428"/>
                    <a:pt x="717" y="424"/>
                    <a:pt x="723" y="420"/>
                  </a:cubicBezTo>
                  <a:lnTo>
                    <a:pt x="768" y="395"/>
                  </a:lnTo>
                  <a:lnTo>
                    <a:pt x="89"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0"/>
            <p:cNvSpPr/>
            <p:nvPr/>
          </p:nvSpPr>
          <p:spPr>
            <a:xfrm rot="-3560944">
              <a:off x="11979139" y="-2818862"/>
              <a:ext cx="456837" cy="264109"/>
            </a:xfrm>
            <a:custGeom>
              <a:rect b="b" l="l" r="r" t="t"/>
              <a:pathLst>
                <a:path extrusionOk="0" h="444" w="768">
                  <a:moveTo>
                    <a:pt x="89" y="0"/>
                  </a:moveTo>
                  <a:lnTo>
                    <a:pt x="44" y="25"/>
                  </a:lnTo>
                  <a:lnTo>
                    <a:pt x="1" y="51"/>
                  </a:lnTo>
                  <a:lnTo>
                    <a:pt x="680" y="444"/>
                  </a:lnTo>
                  <a:lnTo>
                    <a:pt x="723" y="419"/>
                  </a:lnTo>
                  <a:lnTo>
                    <a:pt x="768" y="393"/>
                  </a:lnTo>
                  <a:lnTo>
                    <a:pt x="89"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0"/>
            <p:cNvSpPr/>
            <p:nvPr/>
          </p:nvSpPr>
          <p:spPr>
            <a:xfrm rot="-3560944">
              <a:off x="11964400" y="-2777248"/>
              <a:ext cx="421741" cy="237341"/>
            </a:xfrm>
            <a:custGeom>
              <a:rect b="b" l="l" r="r" t="t"/>
              <a:pathLst>
                <a:path extrusionOk="0" h="399" w="709">
                  <a:moveTo>
                    <a:pt x="702" y="393"/>
                  </a:moveTo>
                  <a:lnTo>
                    <a:pt x="709" y="397"/>
                  </a:lnTo>
                  <a:cubicBezTo>
                    <a:pt x="707" y="395"/>
                    <a:pt x="705" y="394"/>
                    <a:pt x="702" y="393"/>
                  </a:cubicBezTo>
                  <a:close/>
                  <a:moveTo>
                    <a:pt x="23" y="0"/>
                  </a:moveTo>
                  <a:lnTo>
                    <a:pt x="23" y="0"/>
                  </a:lnTo>
                  <a:cubicBezTo>
                    <a:pt x="1" y="4"/>
                    <a:pt x="680" y="399"/>
                    <a:pt x="680" y="399"/>
                  </a:cubicBezTo>
                  <a:cubicBezTo>
                    <a:pt x="684" y="397"/>
                    <a:pt x="690" y="393"/>
                    <a:pt x="696" y="393"/>
                  </a:cubicBezTo>
                  <a:cubicBezTo>
                    <a:pt x="698" y="393"/>
                    <a:pt x="700" y="393"/>
                    <a:pt x="702" y="393"/>
                  </a:cubicBezTo>
                  <a:lnTo>
                    <a:pt x="702" y="393"/>
                  </a:lnTo>
                  <a:lnTo>
                    <a:pt x="29" y="2"/>
                  </a:lnTo>
                  <a:cubicBezTo>
                    <a:pt x="25" y="0"/>
                    <a:pt x="23" y="0"/>
                    <a:pt x="23"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0"/>
            <p:cNvSpPr/>
            <p:nvPr/>
          </p:nvSpPr>
          <p:spPr>
            <a:xfrm rot="-3560944">
              <a:off x="11998532" y="-2699252"/>
              <a:ext cx="405086" cy="247453"/>
            </a:xfrm>
            <a:custGeom>
              <a:rect b="b" l="l" r="r" t="t"/>
              <a:pathLst>
                <a:path extrusionOk="0" h="416" w="681">
                  <a:moveTo>
                    <a:pt x="1" y="0"/>
                  </a:moveTo>
                  <a:lnTo>
                    <a:pt x="1" y="23"/>
                  </a:lnTo>
                  <a:lnTo>
                    <a:pt x="680" y="416"/>
                  </a:lnTo>
                  <a:lnTo>
                    <a:pt x="680" y="393"/>
                  </a:ln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0"/>
            <p:cNvSpPr/>
            <p:nvPr/>
          </p:nvSpPr>
          <p:spPr>
            <a:xfrm rot="-3560944">
              <a:off x="11954297" y="-2760811"/>
              <a:ext cx="457432" cy="293851"/>
            </a:xfrm>
            <a:custGeom>
              <a:rect b="b" l="l" r="r" t="t"/>
              <a:pathLst>
                <a:path extrusionOk="0" h="494" w="769">
                  <a:moveTo>
                    <a:pt x="89" y="0"/>
                  </a:moveTo>
                  <a:lnTo>
                    <a:pt x="42" y="27"/>
                  </a:lnTo>
                  <a:cubicBezTo>
                    <a:pt x="19" y="49"/>
                    <a:pt x="17" y="49"/>
                    <a:pt x="17" y="51"/>
                  </a:cubicBezTo>
                  <a:cubicBezTo>
                    <a:pt x="15" y="53"/>
                    <a:pt x="15" y="53"/>
                    <a:pt x="15" y="57"/>
                  </a:cubicBezTo>
                  <a:cubicBezTo>
                    <a:pt x="1" y="98"/>
                    <a:pt x="682" y="493"/>
                    <a:pt x="682" y="493"/>
                  </a:cubicBezTo>
                  <a:cubicBezTo>
                    <a:pt x="682" y="487"/>
                    <a:pt x="684" y="481"/>
                    <a:pt x="684" y="473"/>
                  </a:cubicBezTo>
                  <a:cubicBezTo>
                    <a:pt x="690" y="467"/>
                    <a:pt x="692" y="458"/>
                    <a:pt x="694" y="452"/>
                  </a:cubicBezTo>
                  <a:cubicBezTo>
                    <a:pt x="701" y="446"/>
                    <a:pt x="703" y="440"/>
                    <a:pt x="707" y="436"/>
                  </a:cubicBezTo>
                  <a:cubicBezTo>
                    <a:pt x="713" y="430"/>
                    <a:pt x="717" y="426"/>
                    <a:pt x="723" y="422"/>
                  </a:cubicBezTo>
                  <a:lnTo>
                    <a:pt x="768" y="397"/>
                  </a:lnTo>
                  <a:lnTo>
                    <a:pt x="89"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0"/>
            <p:cNvSpPr/>
            <p:nvPr/>
          </p:nvSpPr>
          <p:spPr>
            <a:xfrm rot="-3560944">
              <a:off x="11976797" y="-2673781"/>
              <a:ext cx="458621" cy="264704"/>
            </a:xfrm>
            <a:custGeom>
              <a:rect b="b" l="l" r="r" t="t"/>
              <a:pathLst>
                <a:path extrusionOk="0" h="445" w="771">
                  <a:moveTo>
                    <a:pt x="91" y="1"/>
                  </a:moveTo>
                  <a:lnTo>
                    <a:pt x="46" y="25"/>
                  </a:lnTo>
                  <a:lnTo>
                    <a:pt x="1" y="50"/>
                  </a:lnTo>
                  <a:lnTo>
                    <a:pt x="680" y="445"/>
                  </a:lnTo>
                  <a:lnTo>
                    <a:pt x="725" y="420"/>
                  </a:lnTo>
                  <a:lnTo>
                    <a:pt x="770" y="394"/>
                  </a:lnTo>
                  <a:lnTo>
                    <a:pt x="91" y="1"/>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0"/>
            <p:cNvSpPr/>
            <p:nvPr/>
          </p:nvSpPr>
          <p:spPr>
            <a:xfrm rot="-3560944">
              <a:off x="11961921" y="-2632261"/>
              <a:ext cx="421146" cy="237936"/>
            </a:xfrm>
            <a:custGeom>
              <a:rect b="b" l="l" r="r" t="t"/>
              <a:pathLst>
                <a:path extrusionOk="0" h="400" w="708">
                  <a:moveTo>
                    <a:pt x="23" y="1"/>
                  </a:moveTo>
                  <a:cubicBezTo>
                    <a:pt x="0" y="5"/>
                    <a:pt x="681" y="400"/>
                    <a:pt x="681" y="400"/>
                  </a:cubicBezTo>
                  <a:cubicBezTo>
                    <a:pt x="685" y="400"/>
                    <a:pt x="692" y="396"/>
                    <a:pt x="696" y="396"/>
                  </a:cubicBezTo>
                  <a:cubicBezTo>
                    <a:pt x="698" y="396"/>
                    <a:pt x="700" y="396"/>
                    <a:pt x="701" y="396"/>
                  </a:cubicBezTo>
                  <a:lnTo>
                    <a:pt x="701" y="396"/>
                  </a:lnTo>
                  <a:lnTo>
                    <a:pt x="29" y="3"/>
                  </a:lnTo>
                  <a:cubicBezTo>
                    <a:pt x="25" y="1"/>
                    <a:pt x="23" y="1"/>
                    <a:pt x="23" y="1"/>
                  </a:cubicBezTo>
                  <a:close/>
                  <a:moveTo>
                    <a:pt x="701" y="396"/>
                  </a:moveTo>
                  <a:lnTo>
                    <a:pt x="708" y="400"/>
                  </a:lnTo>
                  <a:cubicBezTo>
                    <a:pt x="707" y="397"/>
                    <a:pt x="704" y="396"/>
                    <a:pt x="701" y="396"/>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0"/>
            <p:cNvSpPr/>
            <p:nvPr/>
          </p:nvSpPr>
          <p:spPr>
            <a:xfrm rot="-3560944">
              <a:off x="11997332" y="-2553210"/>
              <a:ext cx="404491" cy="247453"/>
            </a:xfrm>
            <a:custGeom>
              <a:rect b="b" l="l" r="r" t="t"/>
              <a:pathLst>
                <a:path extrusionOk="0" h="416" w="680">
                  <a:moveTo>
                    <a:pt x="0" y="0"/>
                  </a:moveTo>
                  <a:lnTo>
                    <a:pt x="0" y="23"/>
                  </a:lnTo>
                  <a:lnTo>
                    <a:pt x="679" y="415"/>
                  </a:lnTo>
                  <a:lnTo>
                    <a:pt x="679" y="393"/>
                  </a:lnTo>
                  <a:lnTo>
                    <a:pt x="0"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0"/>
            <p:cNvSpPr/>
            <p:nvPr/>
          </p:nvSpPr>
          <p:spPr>
            <a:xfrm rot="-3560944">
              <a:off x="11956209" y="-2615269"/>
              <a:ext cx="453268" cy="295040"/>
            </a:xfrm>
            <a:custGeom>
              <a:rect b="b" l="l" r="r" t="t"/>
              <a:pathLst>
                <a:path extrusionOk="0" h="496" w="762">
                  <a:moveTo>
                    <a:pt x="84" y="1"/>
                  </a:moveTo>
                  <a:lnTo>
                    <a:pt x="41" y="27"/>
                  </a:lnTo>
                  <a:cubicBezTo>
                    <a:pt x="19" y="50"/>
                    <a:pt x="14" y="50"/>
                    <a:pt x="14" y="52"/>
                  </a:cubicBezTo>
                  <a:cubicBezTo>
                    <a:pt x="12" y="56"/>
                    <a:pt x="12" y="56"/>
                    <a:pt x="12" y="58"/>
                  </a:cubicBezTo>
                  <a:cubicBezTo>
                    <a:pt x="0" y="99"/>
                    <a:pt x="679" y="496"/>
                    <a:pt x="679" y="496"/>
                  </a:cubicBezTo>
                  <a:cubicBezTo>
                    <a:pt x="679" y="488"/>
                    <a:pt x="683" y="482"/>
                    <a:pt x="683" y="476"/>
                  </a:cubicBezTo>
                  <a:cubicBezTo>
                    <a:pt x="686" y="467"/>
                    <a:pt x="688" y="461"/>
                    <a:pt x="690" y="455"/>
                  </a:cubicBezTo>
                  <a:cubicBezTo>
                    <a:pt x="698" y="441"/>
                    <a:pt x="708" y="431"/>
                    <a:pt x="718" y="424"/>
                  </a:cubicBezTo>
                  <a:lnTo>
                    <a:pt x="761" y="398"/>
                  </a:lnTo>
                  <a:lnTo>
                    <a:pt x="84"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0"/>
            <p:cNvSpPr/>
            <p:nvPr/>
          </p:nvSpPr>
          <p:spPr>
            <a:xfrm rot="-3560944">
              <a:off x="11976495" y="-2528250"/>
              <a:ext cx="456837" cy="264704"/>
            </a:xfrm>
            <a:custGeom>
              <a:rect b="b" l="l" r="r" t="t"/>
              <a:pathLst>
                <a:path extrusionOk="0" h="445" w="768">
                  <a:moveTo>
                    <a:pt x="88" y="1"/>
                  </a:moveTo>
                  <a:lnTo>
                    <a:pt x="45" y="25"/>
                  </a:lnTo>
                  <a:lnTo>
                    <a:pt x="0" y="50"/>
                  </a:lnTo>
                  <a:lnTo>
                    <a:pt x="679" y="445"/>
                  </a:lnTo>
                  <a:lnTo>
                    <a:pt x="724" y="420"/>
                  </a:lnTo>
                  <a:lnTo>
                    <a:pt x="767" y="393"/>
                  </a:lnTo>
                  <a:lnTo>
                    <a:pt x="88" y="1"/>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0"/>
            <p:cNvSpPr/>
            <p:nvPr/>
          </p:nvSpPr>
          <p:spPr>
            <a:xfrm rot="-3560944">
              <a:off x="11957788" y="-2487943"/>
              <a:ext cx="422931" cy="237936"/>
            </a:xfrm>
            <a:custGeom>
              <a:rect b="b" l="l" r="r" t="t"/>
              <a:pathLst>
                <a:path extrusionOk="0" h="400" w="711">
                  <a:moveTo>
                    <a:pt x="25" y="0"/>
                  </a:moveTo>
                  <a:cubicBezTo>
                    <a:pt x="0" y="7"/>
                    <a:pt x="682" y="399"/>
                    <a:pt x="682" y="399"/>
                  </a:cubicBezTo>
                  <a:cubicBezTo>
                    <a:pt x="686" y="397"/>
                    <a:pt x="692" y="395"/>
                    <a:pt x="696" y="395"/>
                  </a:cubicBezTo>
                  <a:cubicBezTo>
                    <a:pt x="702" y="397"/>
                    <a:pt x="706" y="399"/>
                    <a:pt x="710" y="399"/>
                  </a:cubicBezTo>
                  <a:lnTo>
                    <a:pt x="29" y="5"/>
                  </a:lnTo>
                  <a:lnTo>
                    <a:pt x="25"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0"/>
            <p:cNvSpPr/>
            <p:nvPr/>
          </p:nvSpPr>
          <p:spPr>
            <a:xfrm rot="-3560944">
              <a:off x="11995136" y="-2407872"/>
              <a:ext cx="405681" cy="248048"/>
            </a:xfrm>
            <a:custGeom>
              <a:rect b="b" l="l" r="r" t="t"/>
              <a:pathLst>
                <a:path extrusionOk="0" h="417" w="682">
                  <a:moveTo>
                    <a:pt x="0" y="1"/>
                  </a:moveTo>
                  <a:lnTo>
                    <a:pt x="0" y="21"/>
                  </a:lnTo>
                  <a:lnTo>
                    <a:pt x="682" y="416"/>
                  </a:lnTo>
                  <a:lnTo>
                    <a:pt x="682" y="394"/>
                  </a:lnTo>
                  <a:lnTo>
                    <a:pt x="0"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0"/>
            <p:cNvSpPr/>
            <p:nvPr/>
          </p:nvSpPr>
          <p:spPr>
            <a:xfrm rot="-3560944">
              <a:off x="11953079" y="-2469482"/>
              <a:ext cx="456837" cy="295040"/>
            </a:xfrm>
            <a:custGeom>
              <a:rect b="b" l="l" r="r" t="t"/>
              <a:pathLst>
                <a:path extrusionOk="0" h="496" w="768">
                  <a:moveTo>
                    <a:pt x="86" y="1"/>
                  </a:moveTo>
                  <a:lnTo>
                    <a:pt x="41" y="27"/>
                  </a:lnTo>
                  <a:cubicBezTo>
                    <a:pt x="19" y="50"/>
                    <a:pt x="15" y="50"/>
                    <a:pt x="15" y="52"/>
                  </a:cubicBezTo>
                  <a:cubicBezTo>
                    <a:pt x="13" y="56"/>
                    <a:pt x="13" y="56"/>
                    <a:pt x="13" y="58"/>
                  </a:cubicBezTo>
                  <a:cubicBezTo>
                    <a:pt x="0" y="99"/>
                    <a:pt x="680" y="496"/>
                    <a:pt x="680" y="496"/>
                  </a:cubicBezTo>
                  <a:cubicBezTo>
                    <a:pt x="680" y="488"/>
                    <a:pt x="684" y="481"/>
                    <a:pt x="684" y="475"/>
                  </a:cubicBezTo>
                  <a:cubicBezTo>
                    <a:pt x="688" y="465"/>
                    <a:pt x="690" y="457"/>
                    <a:pt x="694" y="451"/>
                  </a:cubicBezTo>
                  <a:cubicBezTo>
                    <a:pt x="698" y="445"/>
                    <a:pt x="700" y="438"/>
                    <a:pt x="706" y="434"/>
                  </a:cubicBezTo>
                  <a:cubicBezTo>
                    <a:pt x="710" y="428"/>
                    <a:pt x="716" y="424"/>
                    <a:pt x="720" y="420"/>
                  </a:cubicBezTo>
                  <a:lnTo>
                    <a:pt x="768" y="396"/>
                  </a:lnTo>
                  <a:lnTo>
                    <a:pt x="86"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0"/>
            <p:cNvSpPr/>
            <p:nvPr/>
          </p:nvSpPr>
          <p:spPr>
            <a:xfrm rot="-3560944">
              <a:off x="11974941" y="-2383873"/>
              <a:ext cx="456837" cy="265893"/>
            </a:xfrm>
            <a:custGeom>
              <a:rect b="b" l="l" r="r" t="t"/>
              <a:pathLst>
                <a:path extrusionOk="0" h="447" w="768">
                  <a:moveTo>
                    <a:pt x="86" y="0"/>
                  </a:moveTo>
                  <a:lnTo>
                    <a:pt x="43" y="25"/>
                  </a:lnTo>
                  <a:lnTo>
                    <a:pt x="0" y="51"/>
                  </a:lnTo>
                  <a:lnTo>
                    <a:pt x="680" y="446"/>
                  </a:lnTo>
                  <a:lnTo>
                    <a:pt x="723" y="422"/>
                  </a:lnTo>
                  <a:lnTo>
                    <a:pt x="768" y="395"/>
                  </a:lnTo>
                  <a:lnTo>
                    <a:pt x="86"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0"/>
            <p:cNvSpPr/>
            <p:nvPr/>
          </p:nvSpPr>
          <p:spPr>
            <a:xfrm rot="-3560944">
              <a:off x="11957037" y="-2342157"/>
              <a:ext cx="421741" cy="237936"/>
            </a:xfrm>
            <a:custGeom>
              <a:rect b="b" l="l" r="r" t="t"/>
              <a:pathLst>
                <a:path extrusionOk="0" h="400" w="709">
                  <a:moveTo>
                    <a:pt x="23" y="0"/>
                  </a:moveTo>
                  <a:lnTo>
                    <a:pt x="23" y="0"/>
                  </a:lnTo>
                  <a:cubicBezTo>
                    <a:pt x="1" y="6"/>
                    <a:pt x="680" y="399"/>
                    <a:pt x="680" y="399"/>
                  </a:cubicBezTo>
                  <a:cubicBezTo>
                    <a:pt x="686" y="399"/>
                    <a:pt x="690" y="397"/>
                    <a:pt x="696" y="397"/>
                  </a:cubicBezTo>
                  <a:cubicBezTo>
                    <a:pt x="700" y="397"/>
                    <a:pt x="704" y="397"/>
                    <a:pt x="708" y="399"/>
                  </a:cubicBezTo>
                  <a:lnTo>
                    <a:pt x="27" y="4"/>
                  </a:lnTo>
                  <a:cubicBezTo>
                    <a:pt x="25" y="0"/>
                    <a:pt x="23" y="0"/>
                    <a:pt x="23"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0"/>
            <p:cNvSpPr/>
            <p:nvPr/>
          </p:nvSpPr>
          <p:spPr>
            <a:xfrm rot="-3560944">
              <a:off x="11992208" y="-2263224"/>
              <a:ext cx="405681" cy="249833"/>
            </a:xfrm>
            <a:custGeom>
              <a:rect b="b" l="l" r="r" t="t"/>
              <a:pathLst>
                <a:path extrusionOk="0" h="420" w="682">
                  <a:moveTo>
                    <a:pt x="1" y="0"/>
                  </a:moveTo>
                  <a:lnTo>
                    <a:pt x="1" y="25"/>
                  </a:lnTo>
                  <a:lnTo>
                    <a:pt x="682" y="420"/>
                  </a:lnTo>
                  <a:lnTo>
                    <a:pt x="682" y="397"/>
                  </a:ln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0"/>
            <p:cNvSpPr/>
            <p:nvPr/>
          </p:nvSpPr>
          <p:spPr>
            <a:xfrm rot="-3560944">
              <a:off x="11951274" y="-2326152"/>
              <a:ext cx="454457" cy="293851"/>
            </a:xfrm>
            <a:custGeom>
              <a:rect b="b" l="l" r="r" t="t"/>
              <a:pathLst>
                <a:path extrusionOk="0" h="494" w="764">
                  <a:moveTo>
                    <a:pt x="85" y="0"/>
                  </a:moveTo>
                  <a:lnTo>
                    <a:pt x="42" y="25"/>
                  </a:lnTo>
                  <a:cubicBezTo>
                    <a:pt x="17" y="49"/>
                    <a:pt x="15" y="49"/>
                    <a:pt x="15" y="51"/>
                  </a:cubicBezTo>
                  <a:cubicBezTo>
                    <a:pt x="13" y="54"/>
                    <a:pt x="13" y="54"/>
                    <a:pt x="13" y="56"/>
                  </a:cubicBezTo>
                  <a:cubicBezTo>
                    <a:pt x="1" y="96"/>
                    <a:pt x="680" y="493"/>
                    <a:pt x="680" y="493"/>
                  </a:cubicBezTo>
                  <a:cubicBezTo>
                    <a:pt x="680" y="485"/>
                    <a:pt x="682" y="481"/>
                    <a:pt x="682" y="473"/>
                  </a:cubicBezTo>
                  <a:cubicBezTo>
                    <a:pt x="682" y="465"/>
                    <a:pt x="686" y="461"/>
                    <a:pt x="690" y="452"/>
                  </a:cubicBezTo>
                  <a:cubicBezTo>
                    <a:pt x="696" y="444"/>
                    <a:pt x="698" y="440"/>
                    <a:pt x="702" y="434"/>
                  </a:cubicBezTo>
                  <a:cubicBezTo>
                    <a:pt x="709" y="430"/>
                    <a:pt x="713" y="424"/>
                    <a:pt x="719" y="422"/>
                  </a:cubicBezTo>
                  <a:lnTo>
                    <a:pt x="764" y="397"/>
                  </a:lnTo>
                  <a:lnTo>
                    <a:pt x="85"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0"/>
            <p:cNvSpPr/>
            <p:nvPr/>
          </p:nvSpPr>
          <p:spPr>
            <a:xfrm rot="-3560944">
              <a:off x="11973292" y="-2237575"/>
              <a:ext cx="456837" cy="265893"/>
            </a:xfrm>
            <a:custGeom>
              <a:rect b="b" l="l" r="r" t="t"/>
              <a:pathLst>
                <a:path extrusionOk="0" h="447" w="768">
                  <a:moveTo>
                    <a:pt x="87" y="0"/>
                  </a:moveTo>
                  <a:lnTo>
                    <a:pt x="44" y="25"/>
                  </a:lnTo>
                  <a:lnTo>
                    <a:pt x="1" y="51"/>
                  </a:lnTo>
                  <a:lnTo>
                    <a:pt x="680" y="446"/>
                  </a:lnTo>
                  <a:lnTo>
                    <a:pt x="725" y="419"/>
                  </a:lnTo>
                  <a:lnTo>
                    <a:pt x="768" y="395"/>
                  </a:lnTo>
                  <a:lnTo>
                    <a:pt x="87"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0"/>
            <p:cNvSpPr/>
            <p:nvPr/>
          </p:nvSpPr>
          <p:spPr>
            <a:xfrm rot="-3560944">
              <a:off x="11957179" y="-2194500"/>
              <a:ext cx="421741" cy="237341"/>
            </a:xfrm>
            <a:custGeom>
              <a:rect b="b" l="l" r="r" t="t"/>
              <a:pathLst>
                <a:path extrusionOk="0" h="399" w="709">
                  <a:moveTo>
                    <a:pt x="707" y="394"/>
                  </a:moveTo>
                  <a:lnTo>
                    <a:pt x="709" y="395"/>
                  </a:lnTo>
                  <a:cubicBezTo>
                    <a:pt x="708" y="394"/>
                    <a:pt x="708" y="394"/>
                    <a:pt x="707" y="394"/>
                  </a:cubicBezTo>
                  <a:close/>
                  <a:moveTo>
                    <a:pt x="23" y="0"/>
                  </a:moveTo>
                  <a:lnTo>
                    <a:pt x="23" y="0"/>
                  </a:lnTo>
                  <a:cubicBezTo>
                    <a:pt x="1" y="4"/>
                    <a:pt x="680" y="399"/>
                    <a:pt x="680" y="399"/>
                  </a:cubicBezTo>
                  <a:cubicBezTo>
                    <a:pt x="686" y="395"/>
                    <a:pt x="690" y="393"/>
                    <a:pt x="696" y="393"/>
                  </a:cubicBezTo>
                  <a:cubicBezTo>
                    <a:pt x="700" y="393"/>
                    <a:pt x="704" y="393"/>
                    <a:pt x="707" y="394"/>
                  </a:cubicBezTo>
                  <a:lnTo>
                    <a:pt x="707" y="394"/>
                  </a:lnTo>
                  <a:lnTo>
                    <a:pt x="29" y="2"/>
                  </a:lnTo>
                  <a:cubicBezTo>
                    <a:pt x="25" y="0"/>
                    <a:pt x="23" y="0"/>
                    <a:pt x="23"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0"/>
            <p:cNvSpPr/>
            <p:nvPr/>
          </p:nvSpPr>
          <p:spPr>
            <a:xfrm rot="-3560944">
              <a:off x="11990800" y="-2117402"/>
              <a:ext cx="405086" cy="248643"/>
            </a:xfrm>
            <a:custGeom>
              <a:rect b="b" l="l" r="r" t="t"/>
              <a:pathLst>
                <a:path extrusionOk="0" h="418" w="681">
                  <a:moveTo>
                    <a:pt x="1" y="0"/>
                  </a:moveTo>
                  <a:lnTo>
                    <a:pt x="3" y="25"/>
                  </a:lnTo>
                  <a:lnTo>
                    <a:pt x="680" y="418"/>
                  </a:lnTo>
                  <a:lnTo>
                    <a:pt x="680" y="397"/>
                  </a:ln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0"/>
            <p:cNvSpPr/>
            <p:nvPr/>
          </p:nvSpPr>
          <p:spPr>
            <a:xfrm rot="-3560944">
              <a:off x="11949188" y="-2180622"/>
              <a:ext cx="456242" cy="293851"/>
            </a:xfrm>
            <a:custGeom>
              <a:rect b="b" l="l" r="r" t="t"/>
              <a:pathLst>
                <a:path extrusionOk="0" h="494" w="767">
                  <a:moveTo>
                    <a:pt x="85" y="0"/>
                  </a:moveTo>
                  <a:lnTo>
                    <a:pt x="42" y="25"/>
                  </a:lnTo>
                  <a:cubicBezTo>
                    <a:pt x="19" y="49"/>
                    <a:pt x="15" y="49"/>
                    <a:pt x="15" y="51"/>
                  </a:cubicBezTo>
                  <a:cubicBezTo>
                    <a:pt x="13" y="53"/>
                    <a:pt x="13" y="53"/>
                    <a:pt x="13" y="55"/>
                  </a:cubicBezTo>
                  <a:cubicBezTo>
                    <a:pt x="1" y="96"/>
                    <a:pt x="680" y="493"/>
                    <a:pt x="680" y="493"/>
                  </a:cubicBezTo>
                  <a:cubicBezTo>
                    <a:pt x="680" y="485"/>
                    <a:pt x="684" y="481"/>
                    <a:pt x="684" y="473"/>
                  </a:cubicBezTo>
                  <a:cubicBezTo>
                    <a:pt x="684" y="464"/>
                    <a:pt x="686" y="460"/>
                    <a:pt x="690" y="452"/>
                  </a:cubicBezTo>
                  <a:cubicBezTo>
                    <a:pt x="697" y="444"/>
                    <a:pt x="699" y="440"/>
                    <a:pt x="705" y="434"/>
                  </a:cubicBezTo>
                  <a:cubicBezTo>
                    <a:pt x="709" y="430"/>
                    <a:pt x="715" y="424"/>
                    <a:pt x="719" y="422"/>
                  </a:cubicBezTo>
                  <a:lnTo>
                    <a:pt x="766" y="397"/>
                  </a:lnTo>
                  <a:lnTo>
                    <a:pt x="85"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0"/>
            <p:cNvSpPr/>
            <p:nvPr/>
          </p:nvSpPr>
          <p:spPr>
            <a:xfrm rot="-3560944">
              <a:off x="11970474" y="-2091544"/>
              <a:ext cx="457432" cy="264704"/>
            </a:xfrm>
            <a:custGeom>
              <a:rect b="b" l="l" r="r" t="t"/>
              <a:pathLst>
                <a:path extrusionOk="0" h="445" w="769">
                  <a:moveTo>
                    <a:pt x="91" y="1"/>
                  </a:moveTo>
                  <a:lnTo>
                    <a:pt x="48" y="25"/>
                  </a:lnTo>
                  <a:lnTo>
                    <a:pt x="1" y="52"/>
                  </a:lnTo>
                  <a:lnTo>
                    <a:pt x="682" y="445"/>
                  </a:lnTo>
                  <a:lnTo>
                    <a:pt x="725" y="422"/>
                  </a:lnTo>
                  <a:lnTo>
                    <a:pt x="768" y="394"/>
                  </a:lnTo>
                  <a:lnTo>
                    <a:pt x="91" y="1"/>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0"/>
            <p:cNvSpPr/>
            <p:nvPr/>
          </p:nvSpPr>
          <p:spPr>
            <a:xfrm rot="-3560944">
              <a:off x="11955590" y="-2050186"/>
              <a:ext cx="422931" cy="237936"/>
            </a:xfrm>
            <a:custGeom>
              <a:rect b="b" l="l" r="r" t="t"/>
              <a:pathLst>
                <a:path extrusionOk="0" h="400" w="711">
                  <a:moveTo>
                    <a:pt x="26" y="1"/>
                  </a:moveTo>
                  <a:cubicBezTo>
                    <a:pt x="1" y="5"/>
                    <a:pt x="682" y="400"/>
                    <a:pt x="682" y="400"/>
                  </a:cubicBezTo>
                  <a:cubicBezTo>
                    <a:pt x="686" y="396"/>
                    <a:pt x="693" y="394"/>
                    <a:pt x="697" y="394"/>
                  </a:cubicBezTo>
                  <a:cubicBezTo>
                    <a:pt x="703" y="394"/>
                    <a:pt x="707" y="394"/>
                    <a:pt x="711" y="396"/>
                  </a:cubicBezTo>
                  <a:lnTo>
                    <a:pt x="30" y="3"/>
                  </a:lnTo>
                  <a:cubicBezTo>
                    <a:pt x="28" y="1"/>
                    <a:pt x="26" y="1"/>
                    <a:pt x="26"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0"/>
            <p:cNvSpPr/>
            <p:nvPr/>
          </p:nvSpPr>
          <p:spPr>
            <a:xfrm rot="-3560944">
              <a:off x="11990243" y="-1972320"/>
              <a:ext cx="403301" cy="249238"/>
            </a:xfrm>
            <a:custGeom>
              <a:rect b="b" l="l" r="r" t="t"/>
              <a:pathLst>
                <a:path extrusionOk="0" h="419" w="678">
                  <a:moveTo>
                    <a:pt x="0" y="1"/>
                  </a:moveTo>
                  <a:lnTo>
                    <a:pt x="0" y="26"/>
                  </a:lnTo>
                  <a:lnTo>
                    <a:pt x="677" y="418"/>
                  </a:lnTo>
                  <a:lnTo>
                    <a:pt x="677" y="396"/>
                  </a:ln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0"/>
            <p:cNvSpPr/>
            <p:nvPr/>
          </p:nvSpPr>
          <p:spPr>
            <a:xfrm rot="-3560944">
              <a:off x="11946579" y="-2034371"/>
              <a:ext cx="456837" cy="293851"/>
            </a:xfrm>
            <a:custGeom>
              <a:rect b="b" l="l" r="r" t="t"/>
              <a:pathLst>
                <a:path extrusionOk="0" h="494" w="768">
                  <a:moveTo>
                    <a:pt x="86" y="1"/>
                  </a:moveTo>
                  <a:lnTo>
                    <a:pt x="41" y="25"/>
                  </a:lnTo>
                  <a:lnTo>
                    <a:pt x="14" y="52"/>
                  </a:lnTo>
                  <a:cubicBezTo>
                    <a:pt x="12" y="54"/>
                    <a:pt x="12" y="54"/>
                    <a:pt x="12" y="56"/>
                  </a:cubicBezTo>
                  <a:cubicBezTo>
                    <a:pt x="0" y="97"/>
                    <a:pt x="679" y="494"/>
                    <a:pt x="679" y="494"/>
                  </a:cubicBezTo>
                  <a:cubicBezTo>
                    <a:pt x="679" y="486"/>
                    <a:pt x="683" y="482"/>
                    <a:pt x="683" y="473"/>
                  </a:cubicBezTo>
                  <a:cubicBezTo>
                    <a:pt x="685" y="465"/>
                    <a:pt x="690" y="459"/>
                    <a:pt x="694" y="453"/>
                  </a:cubicBezTo>
                  <a:cubicBezTo>
                    <a:pt x="698" y="445"/>
                    <a:pt x="700" y="441"/>
                    <a:pt x="706" y="435"/>
                  </a:cubicBezTo>
                  <a:cubicBezTo>
                    <a:pt x="710" y="430"/>
                    <a:pt x="716" y="424"/>
                    <a:pt x="720" y="422"/>
                  </a:cubicBezTo>
                  <a:lnTo>
                    <a:pt x="767" y="398"/>
                  </a:lnTo>
                  <a:lnTo>
                    <a:pt x="86"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0"/>
            <p:cNvSpPr/>
            <p:nvPr/>
          </p:nvSpPr>
          <p:spPr>
            <a:xfrm rot="-3560944">
              <a:off x="11971071" y="-1946525"/>
              <a:ext cx="454457" cy="264704"/>
            </a:xfrm>
            <a:custGeom>
              <a:rect b="b" l="l" r="r" t="t"/>
              <a:pathLst>
                <a:path extrusionOk="0" h="445" w="764">
                  <a:moveTo>
                    <a:pt x="86" y="1"/>
                  </a:moveTo>
                  <a:lnTo>
                    <a:pt x="43" y="25"/>
                  </a:lnTo>
                  <a:lnTo>
                    <a:pt x="0" y="48"/>
                  </a:lnTo>
                  <a:lnTo>
                    <a:pt x="677" y="444"/>
                  </a:lnTo>
                  <a:lnTo>
                    <a:pt x="722" y="420"/>
                  </a:lnTo>
                  <a:lnTo>
                    <a:pt x="763" y="393"/>
                  </a:lnTo>
                  <a:lnTo>
                    <a:pt x="86" y="1"/>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0"/>
            <p:cNvSpPr/>
            <p:nvPr/>
          </p:nvSpPr>
          <p:spPr>
            <a:xfrm rot="-3560944">
              <a:off x="11954375" y="-1906258"/>
              <a:ext cx="421741" cy="239720"/>
            </a:xfrm>
            <a:custGeom>
              <a:rect b="b" l="l" r="r" t="t"/>
              <a:pathLst>
                <a:path extrusionOk="0" h="403" w="709">
                  <a:moveTo>
                    <a:pt x="16" y="1"/>
                  </a:moveTo>
                  <a:cubicBezTo>
                    <a:pt x="12" y="1"/>
                    <a:pt x="6" y="2"/>
                    <a:pt x="0" y="6"/>
                  </a:cubicBezTo>
                  <a:lnTo>
                    <a:pt x="680" y="402"/>
                  </a:lnTo>
                  <a:cubicBezTo>
                    <a:pt x="686" y="398"/>
                    <a:pt x="692" y="396"/>
                    <a:pt x="697" y="396"/>
                  </a:cubicBezTo>
                  <a:cubicBezTo>
                    <a:pt x="701" y="396"/>
                    <a:pt x="705" y="397"/>
                    <a:pt x="708" y="398"/>
                  </a:cubicBezTo>
                  <a:lnTo>
                    <a:pt x="27" y="4"/>
                  </a:lnTo>
                  <a:cubicBezTo>
                    <a:pt x="24" y="2"/>
                    <a:pt x="21" y="1"/>
                    <a:pt x="16"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0"/>
            <p:cNvSpPr/>
            <p:nvPr/>
          </p:nvSpPr>
          <p:spPr>
            <a:xfrm rot="-3560944">
              <a:off x="11959882" y="-1896593"/>
              <a:ext cx="404491" cy="236746"/>
            </a:xfrm>
            <a:custGeom>
              <a:rect b="b" l="l" r="r" t="t"/>
              <a:pathLst>
                <a:path extrusionOk="0" h="398" w="680">
                  <a:moveTo>
                    <a:pt x="680" y="397"/>
                  </a:move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0"/>
            <p:cNvSpPr/>
            <p:nvPr/>
          </p:nvSpPr>
          <p:spPr>
            <a:xfrm rot="-3560944">
              <a:off x="11959590" y="-1897104"/>
              <a:ext cx="405681" cy="236746"/>
            </a:xfrm>
            <a:custGeom>
              <a:rect b="b" l="l" r="r" t="t"/>
              <a:pathLst>
                <a:path extrusionOk="0" h="398" w="682">
                  <a:moveTo>
                    <a:pt x="0" y="1"/>
                  </a:moveTo>
                  <a:lnTo>
                    <a:pt x="680" y="397"/>
                  </a:lnTo>
                  <a:cubicBezTo>
                    <a:pt x="682" y="393"/>
                    <a:pt x="2" y="1"/>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0"/>
            <p:cNvSpPr/>
            <p:nvPr/>
          </p:nvSpPr>
          <p:spPr>
            <a:xfrm rot="-3560944">
              <a:off x="11958953" y="-1897931"/>
              <a:ext cx="404491" cy="235557"/>
            </a:xfrm>
            <a:custGeom>
              <a:rect b="b" l="l" r="r" t="t"/>
              <a:pathLst>
                <a:path extrusionOk="0" h="396" w="680">
                  <a:moveTo>
                    <a:pt x="680" y="395"/>
                  </a:moveTo>
                  <a:lnTo>
                    <a:pt x="0" y="1"/>
                  </a:lnTo>
                  <a:lnTo>
                    <a:pt x="680" y="395"/>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0"/>
            <p:cNvSpPr/>
            <p:nvPr/>
          </p:nvSpPr>
          <p:spPr>
            <a:xfrm rot="-3560944">
              <a:off x="11958370" y="-1898955"/>
              <a:ext cx="406870" cy="235557"/>
            </a:xfrm>
            <a:custGeom>
              <a:rect b="b" l="l" r="r" t="t"/>
              <a:pathLst>
                <a:path extrusionOk="0" h="396" w="684">
                  <a:moveTo>
                    <a:pt x="0" y="1"/>
                  </a:moveTo>
                  <a:lnTo>
                    <a:pt x="680" y="395"/>
                  </a:lnTo>
                  <a:cubicBezTo>
                    <a:pt x="684" y="393"/>
                    <a:pt x="2" y="1"/>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0"/>
            <p:cNvSpPr/>
            <p:nvPr/>
          </p:nvSpPr>
          <p:spPr>
            <a:xfrm rot="-3560944">
              <a:off x="11959268" y="-1899466"/>
              <a:ext cx="405681" cy="235557"/>
            </a:xfrm>
            <a:custGeom>
              <a:rect b="b" l="l" r="r" t="t"/>
              <a:pathLst>
                <a:path extrusionOk="0" h="396" w="682">
                  <a:moveTo>
                    <a:pt x="0" y="1"/>
                  </a:moveTo>
                  <a:lnTo>
                    <a:pt x="682" y="395"/>
                  </a:lnTo>
                  <a:cubicBezTo>
                    <a:pt x="682" y="393"/>
                    <a:pt x="2" y="2"/>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0"/>
            <p:cNvSpPr/>
            <p:nvPr/>
          </p:nvSpPr>
          <p:spPr>
            <a:xfrm rot="-3560944">
              <a:off x="11958340" y="-1901994"/>
              <a:ext cx="405681" cy="236746"/>
            </a:xfrm>
            <a:custGeom>
              <a:rect b="b" l="l" r="r" t="t"/>
              <a:pathLst>
                <a:path extrusionOk="0" h="398" w="682">
                  <a:moveTo>
                    <a:pt x="682" y="397"/>
                  </a:moveTo>
                  <a:lnTo>
                    <a:pt x="0" y="0"/>
                  </a:lnTo>
                  <a:lnTo>
                    <a:pt x="682" y="397"/>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0"/>
            <p:cNvSpPr/>
            <p:nvPr/>
          </p:nvSpPr>
          <p:spPr>
            <a:xfrm rot="-3560944">
              <a:off x="11958194" y="-1902250"/>
              <a:ext cx="406275" cy="236746"/>
            </a:xfrm>
            <a:custGeom>
              <a:rect b="b" l="l" r="r" t="t"/>
              <a:pathLst>
                <a:path extrusionOk="0" h="398" w="683">
                  <a:moveTo>
                    <a:pt x="0" y="0"/>
                  </a:moveTo>
                  <a:cubicBezTo>
                    <a:pt x="3" y="3"/>
                    <a:pt x="239" y="140"/>
                    <a:pt x="433" y="253"/>
                  </a:cubicBezTo>
                  <a:lnTo>
                    <a:pt x="433" y="253"/>
                  </a:lnTo>
                  <a:lnTo>
                    <a:pt x="0" y="0"/>
                  </a:lnTo>
                  <a:close/>
                  <a:moveTo>
                    <a:pt x="433" y="253"/>
                  </a:moveTo>
                  <a:lnTo>
                    <a:pt x="682" y="397"/>
                  </a:lnTo>
                  <a:cubicBezTo>
                    <a:pt x="683" y="397"/>
                    <a:pt x="568" y="331"/>
                    <a:pt x="433" y="253"/>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0"/>
            <p:cNvSpPr/>
            <p:nvPr/>
          </p:nvSpPr>
          <p:spPr>
            <a:xfrm rot="-3560944">
              <a:off x="11958946" y="-1903018"/>
              <a:ext cx="405681" cy="236746"/>
            </a:xfrm>
            <a:custGeom>
              <a:rect b="b" l="l" r="r" t="t"/>
              <a:pathLst>
                <a:path extrusionOk="0" h="398" w="682">
                  <a:moveTo>
                    <a:pt x="0" y="0"/>
                  </a:moveTo>
                  <a:lnTo>
                    <a:pt x="0" y="0"/>
                  </a:lnTo>
                  <a:cubicBezTo>
                    <a:pt x="3" y="5"/>
                    <a:pt x="682" y="397"/>
                    <a:pt x="682" y="397"/>
                  </a:cubicBezTo>
                  <a:lnTo>
                    <a:pt x="0"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0"/>
            <p:cNvSpPr/>
            <p:nvPr/>
          </p:nvSpPr>
          <p:spPr>
            <a:xfrm rot="-3560944">
              <a:off x="11958654" y="-1903529"/>
              <a:ext cx="406870" cy="236746"/>
            </a:xfrm>
            <a:custGeom>
              <a:rect b="b" l="l" r="r" t="t"/>
              <a:pathLst>
                <a:path extrusionOk="0" h="398" w="684">
                  <a:moveTo>
                    <a:pt x="0" y="0"/>
                  </a:moveTo>
                  <a:lnTo>
                    <a:pt x="682" y="397"/>
                  </a:lnTo>
                  <a:cubicBezTo>
                    <a:pt x="684" y="395"/>
                    <a:pt x="5" y="0"/>
                    <a:pt x="0"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0"/>
            <p:cNvSpPr/>
            <p:nvPr/>
          </p:nvSpPr>
          <p:spPr>
            <a:xfrm rot="-3560944">
              <a:off x="11960891" y="-1903780"/>
              <a:ext cx="406870" cy="234367"/>
            </a:xfrm>
            <a:custGeom>
              <a:rect b="b" l="l" r="r" t="t"/>
              <a:pathLst>
                <a:path extrusionOk="0" h="394" w="684">
                  <a:moveTo>
                    <a:pt x="1" y="1"/>
                  </a:moveTo>
                  <a:lnTo>
                    <a:pt x="680" y="393"/>
                  </a:lnTo>
                  <a:cubicBezTo>
                    <a:pt x="684" y="393"/>
                    <a:pt x="3"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0"/>
            <p:cNvSpPr/>
            <p:nvPr/>
          </p:nvSpPr>
          <p:spPr>
            <a:xfrm rot="-3560944">
              <a:off x="11960766" y="-1906088"/>
              <a:ext cx="405681" cy="236746"/>
            </a:xfrm>
            <a:custGeom>
              <a:rect b="b" l="l" r="r" t="t"/>
              <a:pathLst>
                <a:path extrusionOk="0" h="398" w="682">
                  <a:moveTo>
                    <a:pt x="682" y="397"/>
                  </a:moveTo>
                  <a:lnTo>
                    <a:pt x="1" y="0"/>
                  </a:lnTo>
                  <a:lnTo>
                    <a:pt x="682" y="397"/>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0"/>
            <p:cNvSpPr/>
            <p:nvPr/>
          </p:nvSpPr>
          <p:spPr>
            <a:xfrm rot="-3560944">
              <a:off x="11960474" y="-1906600"/>
              <a:ext cx="406870" cy="236746"/>
            </a:xfrm>
            <a:custGeom>
              <a:rect b="b" l="l" r="r" t="t"/>
              <a:pathLst>
                <a:path extrusionOk="0" h="398" w="684">
                  <a:moveTo>
                    <a:pt x="1" y="0"/>
                  </a:moveTo>
                  <a:lnTo>
                    <a:pt x="682" y="397"/>
                  </a:lnTo>
                  <a:cubicBezTo>
                    <a:pt x="684" y="397"/>
                    <a:pt x="3"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0"/>
            <p:cNvSpPr/>
            <p:nvPr/>
          </p:nvSpPr>
          <p:spPr>
            <a:xfrm rot="-3560944">
              <a:off x="11961080" y="-1907623"/>
              <a:ext cx="406870" cy="236746"/>
            </a:xfrm>
            <a:custGeom>
              <a:rect b="b" l="l" r="r" t="t"/>
              <a:pathLst>
                <a:path extrusionOk="0" h="398" w="684">
                  <a:moveTo>
                    <a:pt x="1" y="0"/>
                  </a:moveTo>
                  <a:lnTo>
                    <a:pt x="682" y="397"/>
                  </a:lnTo>
                  <a:cubicBezTo>
                    <a:pt x="684" y="397"/>
                    <a:pt x="5"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0"/>
            <p:cNvSpPr/>
            <p:nvPr/>
          </p:nvSpPr>
          <p:spPr>
            <a:xfrm rot="-3560944">
              <a:off x="11963900" y="-1906851"/>
              <a:ext cx="404491" cy="234367"/>
            </a:xfrm>
            <a:custGeom>
              <a:rect b="b" l="l" r="r" t="t"/>
              <a:pathLst>
                <a:path extrusionOk="0" h="394" w="680">
                  <a:moveTo>
                    <a:pt x="1" y="1"/>
                  </a:moveTo>
                  <a:lnTo>
                    <a:pt x="680" y="393"/>
                  </a:lnTo>
                  <a:cubicBezTo>
                    <a:pt x="680" y="393"/>
                    <a:pt x="3"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0"/>
            <p:cNvSpPr/>
            <p:nvPr/>
          </p:nvSpPr>
          <p:spPr>
            <a:xfrm rot="-3560944">
              <a:off x="11963046" y="-1910438"/>
              <a:ext cx="406275" cy="236746"/>
            </a:xfrm>
            <a:custGeom>
              <a:rect b="b" l="l" r="r" t="t"/>
              <a:pathLst>
                <a:path extrusionOk="0" h="398" w="683">
                  <a:moveTo>
                    <a:pt x="1" y="0"/>
                  </a:moveTo>
                  <a:cubicBezTo>
                    <a:pt x="2" y="3"/>
                    <a:pt x="258" y="152"/>
                    <a:pt x="456" y="266"/>
                  </a:cubicBezTo>
                  <a:lnTo>
                    <a:pt x="456" y="266"/>
                  </a:lnTo>
                  <a:lnTo>
                    <a:pt x="1" y="0"/>
                  </a:lnTo>
                  <a:close/>
                  <a:moveTo>
                    <a:pt x="456" y="266"/>
                  </a:moveTo>
                  <a:lnTo>
                    <a:pt x="680" y="397"/>
                  </a:lnTo>
                  <a:lnTo>
                    <a:pt x="682" y="397"/>
                  </a:lnTo>
                  <a:cubicBezTo>
                    <a:pt x="682" y="397"/>
                    <a:pt x="580" y="339"/>
                    <a:pt x="456" y="266"/>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0"/>
            <p:cNvSpPr/>
            <p:nvPr/>
          </p:nvSpPr>
          <p:spPr>
            <a:xfrm rot="-3560944">
              <a:off x="11964896" y="-1910469"/>
              <a:ext cx="407465" cy="235557"/>
            </a:xfrm>
            <a:custGeom>
              <a:rect b="b" l="l" r="r" t="t"/>
              <a:pathLst>
                <a:path extrusionOk="0" h="396" w="685">
                  <a:moveTo>
                    <a:pt x="1" y="1"/>
                  </a:moveTo>
                  <a:lnTo>
                    <a:pt x="1" y="1"/>
                  </a:lnTo>
                  <a:cubicBezTo>
                    <a:pt x="3" y="3"/>
                    <a:pt x="684" y="395"/>
                    <a:pt x="684" y="395"/>
                  </a:cubicBezTo>
                  <a:lnTo>
                    <a:pt x="682" y="393"/>
                  </a:lnTo>
                  <a:lnTo>
                    <a:pt x="1"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0"/>
            <p:cNvSpPr/>
            <p:nvPr/>
          </p:nvSpPr>
          <p:spPr>
            <a:xfrm rot="-3560944">
              <a:off x="11988011" y="-1827045"/>
              <a:ext cx="405681" cy="249238"/>
            </a:xfrm>
            <a:custGeom>
              <a:rect b="b" l="l" r="r" t="t"/>
              <a:pathLst>
                <a:path extrusionOk="0" h="419" w="682">
                  <a:moveTo>
                    <a:pt x="0" y="1"/>
                  </a:moveTo>
                  <a:lnTo>
                    <a:pt x="0" y="25"/>
                  </a:lnTo>
                  <a:lnTo>
                    <a:pt x="682" y="418"/>
                  </a:lnTo>
                  <a:lnTo>
                    <a:pt x="682" y="396"/>
                  </a:ln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0"/>
            <p:cNvSpPr/>
            <p:nvPr/>
          </p:nvSpPr>
          <p:spPr>
            <a:xfrm rot="-3560944">
              <a:off x="11945828" y="-1888584"/>
              <a:ext cx="455647" cy="293851"/>
            </a:xfrm>
            <a:custGeom>
              <a:rect b="b" l="l" r="r" t="t"/>
              <a:pathLst>
                <a:path extrusionOk="0" h="494" w="766">
                  <a:moveTo>
                    <a:pt x="86" y="1"/>
                  </a:moveTo>
                  <a:lnTo>
                    <a:pt x="41" y="25"/>
                  </a:lnTo>
                  <a:cubicBezTo>
                    <a:pt x="19" y="50"/>
                    <a:pt x="17" y="50"/>
                    <a:pt x="17" y="52"/>
                  </a:cubicBezTo>
                  <a:cubicBezTo>
                    <a:pt x="15" y="54"/>
                    <a:pt x="15" y="54"/>
                    <a:pt x="15" y="56"/>
                  </a:cubicBezTo>
                  <a:cubicBezTo>
                    <a:pt x="0" y="97"/>
                    <a:pt x="682" y="494"/>
                    <a:pt x="682" y="494"/>
                  </a:cubicBezTo>
                  <a:cubicBezTo>
                    <a:pt x="682" y="485"/>
                    <a:pt x="684" y="481"/>
                    <a:pt x="684" y="473"/>
                  </a:cubicBezTo>
                  <a:cubicBezTo>
                    <a:pt x="686" y="465"/>
                    <a:pt x="690" y="459"/>
                    <a:pt x="692" y="453"/>
                  </a:cubicBezTo>
                  <a:cubicBezTo>
                    <a:pt x="696" y="445"/>
                    <a:pt x="700" y="440"/>
                    <a:pt x="704" y="434"/>
                  </a:cubicBezTo>
                  <a:cubicBezTo>
                    <a:pt x="710" y="430"/>
                    <a:pt x="714" y="424"/>
                    <a:pt x="721" y="422"/>
                  </a:cubicBezTo>
                  <a:lnTo>
                    <a:pt x="766" y="397"/>
                  </a:lnTo>
                  <a:lnTo>
                    <a:pt x="86"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0"/>
            <p:cNvSpPr/>
            <p:nvPr/>
          </p:nvSpPr>
          <p:spPr>
            <a:xfrm rot="-3560944">
              <a:off x="11968839" y="-1801251"/>
              <a:ext cx="456837" cy="264704"/>
            </a:xfrm>
            <a:custGeom>
              <a:rect b="b" l="l" r="r" t="t"/>
              <a:pathLst>
                <a:path extrusionOk="0" h="445" w="768">
                  <a:moveTo>
                    <a:pt x="86" y="0"/>
                  </a:moveTo>
                  <a:lnTo>
                    <a:pt x="43" y="23"/>
                  </a:lnTo>
                  <a:lnTo>
                    <a:pt x="0" y="47"/>
                  </a:lnTo>
                  <a:lnTo>
                    <a:pt x="678" y="444"/>
                  </a:lnTo>
                  <a:lnTo>
                    <a:pt x="725" y="420"/>
                  </a:lnTo>
                  <a:lnTo>
                    <a:pt x="768" y="393"/>
                  </a:lnTo>
                  <a:lnTo>
                    <a:pt x="86"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0"/>
            <p:cNvSpPr/>
            <p:nvPr/>
          </p:nvSpPr>
          <p:spPr>
            <a:xfrm rot="-3560944">
              <a:off x="11952726" y="-1759960"/>
              <a:ext cx="421741" cy="239720"/>
            </a:xfrm>
            <a:custGeom>
              <a:rect b="b" l="l" r="r" t="t"/>
              <a:pathLst>
                <a:path extrusionOk="0" h="403" w="709">
                  <a:moveTo>
                    <a:pt x="19" y="0"/>
                  </a:moveTo>
                  <a:cubicBezTo>
                    <a:pt x="13" y="0"/>
                    <a:pt x="7" y="2"/>
                    <a:pt x="0" y="5"/>
                  </a:cubicBezTo>
                  <a:lnTo>
                    <a:pt x="680" y="402"/>
                  </a:lnTo>
                  <a:cubicBezTo>
                    <a:pt x="686" y="397"/>
                    <a:pt x="692" y="395"/>
                    <a:pt x="697" y="395"/>
                  </a:cubicBezTo>
                  <a:cubicBezTo>
                    <a:pt x="701" y="395"/>
                    <a:pt x="705" y="396"/>
                    <a:pt x="708" y="398"/>
                  </a:cubicBezTo>
                  <a:lnTo>
                    <a:pt x="29" y="3"/>
                  </a:lnTo>
                  <a:cubicBezTo>
                    <a:pt x="26" y="1"/>
                    <a:pt x="23" y="0"/>
                    <a:pt x="19"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0"/>
            <p:cNvSpPr/>
            <p:nvPr/>
          </p:nvSpPr>
          <p:spPr>
            <a:xfrm rot="-3560944">
              <a:off x="11958233" y="-1750294"/>
              <a:ext cx="404491" cy="236746"/>
            </a:xfrm>
            <a:custGeom>
              <a:rect b="b" l="l" r="r" t="t"/>
              <a:pathLst>
                <a:path extrusionOk="0" h="398" w="680">
                  <a:moveTo>
                    <a:pt x="0" y="0"/>
                  </a:moveTo>
                  <a:lnTo>
                    <a:pt x="680" y="397"/>
                  </a:lnTo>
                  <a:cubicBezTo>
                    <a:pt x="680" y="393"/>
                    <a:pt x="2" y="1"/>
                    <a:pt x="0"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0"/>
            <p:cNvSpPr/>
            <p:nvPr/>
          </p:nvSpPr>
          <p:spPr>
            <a:xfrm rot="-3560944">
              <a:off x="11956115" y="-1751633"/>
              <a:ext cx="406870" cy="235557"/>
            </a:xfrm>
            <a:custGeom>
              <a:rect b="b" l="l" r="r" t="t"/>
              <a:pathLst>
                <a:path extrusionOk="0" h="396" w="684">
                  <a:moveTo>
                    <a:pt x="0" y="0"/>
                  </a:moveTo>
                  <a:lnTo>
                    <a:pt x="680" y="395"/>
                  </a:lnTo>
                  <a:cubicBezTo>
                    <a:pt x="684" y="395"/>
                    <a:pt x="3" y="0"/>
                    <a:pt x="0"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0"/>
            <p:cNvSpPr/>
            <p:nvPr/>
          </p:nvSpPr>
          <p:spPr>
            <a:xfrm rot="-3560944">
              <a:off x="11957013" y="-1752145"/>
              <a:ext cx="405681" cy="235557"/>
            </a:xfrm>
            <a:custGeom>
              <a:rect b="b" l="l" r="r" t="t"/>
              <a:pathLst>
                <a:path extrusionOk="0" h="396" w="682">
                  <a:moveTo>
                    <a:pt x="682" y="395"/>
                  </a:moveTo>
                  <a:lnTo>
                    <a:pt x="1" y="0"/>
                  </a:lnTo>
                  <a:lnTo>
                    <a:pt x="682" y="395"/>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0"/>
            <p:cNvSpPr/>
            <p:nvPr/>
          </p:nvSpPr>
          <p:spPr>
            <a:xfrm rot="-3560944">
              <a:off x="11956721" y="-1752656"/>
              <a:ext cx="406870" cy="235557"/>
            </a:xfrm>
            <a:custGeom>
              <a:rect b="b" l="l" r="r" t="t"/>
              <a:pathLst>
                <a:path extrusionOk="0" h="396" w="684">
                  <a:moveTo>
                    <a:pt x="1" y="0"/>
                  </a:moveTo>
                  <a:lnTo>
                    <a:pt x="682" y="395"/>
                  </a:lnTo>
                  <a:cubicBezTo>
                    <a:pt x="684" y="393"/>
                    <a:pt x="3"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0"/>
            <p:cNvSpPr/>
            <p:nvPr/>
          </p:nvSpPr>
          <p:spPr>
            <a:xfrm rot="-3560944">
              <a:off x="11957328" y="-1753680"/>
              <a:ext cx="406870" cy="235557"/>
            </a:xfrm>
            <a:custGeom>
              <a:rect b="b" l="l" r="r" t="t"/>
              <a:pathLst>
                <a:path extrusionOk="0" h="396" w="684">
                  <a:moveTo>
                    <a:pt x="1" y="0"/>
                  </a:moveTo>
                  <a:lnTo>
                    <a:pt x="682" y="395"/>
                  </a:lnTo>
                  <a:cubicBezTo>
                    <a:pt x="684" y="393"/>
                    <a:pt x="5"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0"/>
            <p:cNvSpPr/>
            <p:nvPr/>
          </p:nvSpPr>
          <p:spPr>
            <a:xfrm rot="-3560944">
              <a:off x="11957589" y="-1756208"/>
              <a:ext cx="404491" cy="236746"/>
            </a:xfrm>
            <a:custGeom>
              <a:rect b="b" l="l" r="r" t="t"/>
              <a:pathLst>
                <a:path extrusionOk="0" h="398" w="680">
                  <a:moveTo>
                    <a:pt x="1" y="0"/>
                  </a:moveTo>
                  <a:cubicBezTo>
                    <a:pt x="1" y="4"/>
                    <a:pt x="680" y="397"/>
                    <a:pt x="680" y="397"/>
                  </a:cubicBez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0"/>
            <p:cNvSpPr/>
            <p:nvPr/>
          </p:nvSpPr>
          <p:spPr>
            <a:xfrm rot="-3560944">
              <a:off x="11958321" y="-1754923"/>
              <a:ext cx="405681" cy="234367"/>
            </a:xfrm>
            <a:custGeom>
              <a:rect b="b" l="l" r="r" t="t"/>
              <a:pathLst>
                <a:path extrusionOk="0" h="394" w="682">
                  <a:moveTo>
                    <a:pt x="1" y="0"/>
                  </a:moveTo>
                  <a:lnTo>
                    <a:pt x="680" y="393"/>
                  </a:lnTo>
                  <a:cubicBezTo>
                    <a:pt x="682" y="393"/>
                    <a:pt x="3"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0"/>
            <p:cNvSpPr/>
            <p:nvPr/>
          </p:nvSpPr>
          <p:spPr>
            <a:xfrm rot="-3560944">
              <a:off x="11958195" y="-1757231"/>
              <a:ext cx="404491" cy="236746"/>
            </a:xfrm>
            <a:custGeom>
              <a:rect b="b" l="l" r="r" t="t"/>
              <a:pathLst>
                <a:path extrusionOk="0" h="398" w="680">
                  <a:moveTo>
                    <a:pt x="1" y="0"/>
                  </a:moveTo>
                  <a:lnTo>
                    <a:pt x="680" y="397"/>
                  </a:lnTo>
                  <a:cubicBezTo>
                    <a:pt x="680" y="395"/>
                    <a:pt x="3"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0"/>
            <p:cNvSpPr/>
            <p:nvPr/>
          </p:nvSpPr>
          <p:spPr>
            <a:xfrm rot="-3560944">
              <a:off x="11958365" y="-1759022"/>
              <a:ext cx="406275" cy="236746"/>
            </a:xfrm>
            <a:custGeom>
              <a:rect b="b" l="l" r="r" t="t"/>
              <a:pathLst>
                <a:path extrusionOk="0" h="398" w="683">
                  <a:moveTo>
                    <a:pt x="1" y="0"/>
                  </a:moveTo>
                  <a:lnTo>
                    <a:pt x="682" y="397"/>
                  </a:lnTo>
                  <a:cubicBezTo>
                    <a:pt x="682" y="397"/>
                    <a:pt x="3"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0"/>
            <p:cNvSpPr/>
            <p:nvPr/>
          </p:nvSpPr>
          <p:spPr>
            <a:xfrm rot="-3560944">
              <a:off x="11958073" y="-1759534"/>
              <a:ext cx="407465" cy="236746"/>
            </a:xfrm>
            <a:custGeom>
              <a:rect b="b" l="l" r="r" t="t"/>
              <a:pathLst>
                <a:path extrusionOk="0" h="398" w="685">
                  <a:moveTo>
                    <a:pt x="1" y="0"/>
                  </a:moveTo>
                  <a:lnTo>
                    <a:pt x="682" y="397"/>
                  </a:lnTo>
                  <a:cubicBezTo>
                    <a:pt x="684" y="397"/>
                    <a:pt x="3"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0"/>
            <p:cNvSpPr/>
            <p:nvPr/>
          </p:nvSpPr>
          <p:spPr>
            <a:xfrm rot="-3560944">
              <a:off x="11958971" y="-1760046"/>
              <a:ext cx="406275" cy="236746"/>
            </a:xfrm>
            <a:custGeom>
              <a:rect b="b" l="l" r="r" t="t"/>
              <a:pathLst>
                <a:path extrusionOk="0" h="398" w="683">
                  <a:moveTo>
                    <a:pt x="1" y="0"/>
                  </a:moveTo>
                  <a:lnTo>
                    <a:pt x="682" y="397"/>
                  </a:lnTo>
                  <a:cubicBezTo>
                    <a:pt x="682" y="397"/>
                    <a:pt x="5"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0"/>
            <p:cNvSpPr/>
            <p:nvPr/>
          </p:nvSpPr>
          <p:spPr>
            <a:xfrm rot="-3560944">
              <a:off x="11958554" y="-1761676"/>
              <a:ext cx="406275" cy="236746"/>
            </a:xfrm>
            <a:custGeom>
              <a:rect b="b" l="l" r="r" t="t"/>
              <a:pathLst>
                <a:path extrusionOk="0" h="398" w="683">
                  <a:moveTo>
                    <a:pt x="1" y="0"/>
                  </a:moveTo>
                  <a:lnTo>
                    <a:pt x="682" y="397"/>
                  </a:lnTo>
                  <a:cubicBezTo>
                    <a:pt x="682" y="397"/>
                    <a:pt x="5" y="2"/>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0"/>
            <p:cNvSpPr/>
            <p:nvPr/>
          </p:nvSpPr>
          <p:spPr>
            <a:xfrm rot="-3560944">
              <a:off x="11959286" y="-1761581"/>
              <a:ext cx="407465" cy="236746"/>
            </a:xfrm>
            <a:custGeom>
              <a:rect b="b" l="l" r="r" t="t"/>
              <a:pathLst>
                <a:path extrusionOk="0" h="398" w="685">
                  <a:moveTo>
                    <a:pt x="1" y="0"/>
                  </a:moveTo>
                  <a:lnTo>
                    <a:pt x="682" y="397"/>
                  </a:lnTo>
                  <a:cubicBezTo>
                    <a:pt x="684" y="397"/>
                    <a:pt x="7"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0"/>
            <p:cNvSpPr/>
            <p:nvPr/>
          </p:nvSpPr>
          <p:spPr>
            <a:xfrm rot="-3560944">
              <a:off x="11960499" y="-1763628"/>
              <a:ext cx="407465" cy="236746"/>
            </a:xfrm>
            <a:custGeom>
              <a:rect b="b" l="l" r="r" t="t"/>
              <a:pathLst>
                <a:path extrusionOk="0" h="398" w="685">
                  <a:moveTo>
                    <a:pt x="1" y="0"/>
                  </a:moveTo>
                  <a:lnTo>
                    <a:pt x="680" y="397"/>
                  </a:lnTo>
                  <a:cubicBezTo>
                    <a:pt x="684" y="397"/>
                    <a:pt x="5"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0"/>
            <p:cNvSpPr/>
            <p:nvPr/>
          </p:nvSpPr>
          <p:spPr>
            <a:xfrm rot="-3560944">
              <a:off x="11961105" y="-1764651"/>
              <a:ext cx="407465" cy="236746"/>
            </a:xfrm>
            <a:custGeom>
              <a:rect b="b" l="l" r="r" t="t"/>
              <a:pathLst>
                <a:path extrusionOk="0" h="398" w="685">
                  <a:moveTo>
                    <a:pt x="1" y="0"/>
                  </a:moveTo>
                  <a:lnTo>
                    <a:pt x="1" y="0"/>
                  </a:lnTo>
                  <a:cubicBezTo>
                    <a:pt x="2" y="3"/>
                    <a:pt x="260" y="152"/>
                    <a:pt x="458" y="266"/>
                  </a:cubicBezTo>
                  <a:lnTo>
                    <a:pt x="458" y="266"/>
                  </a:lnTo>
                  <a:lnTo>
                    <a:pt x="1" y="0"/>
                  </a:lnTo>
                  <a:close/>
                  <a:moveTo>
                    <a:pt x="458" y="266"/>
                  </a:moveTo>
                  <a:lnTo>
                    <a:pt x="682" y="397"/>
                  </a:lnTo>
                  <a:lnTo>
                    <a:pt x="684" y="397"/>
                  </a:lnTo>
                  <a:cubicBezTo>
                    <a:pt x="684" y="397"/>
                    <a:pt x="583" y="339"/>
                    <a:pt x="458" y="266"/>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0"/>
            <p:cNvSpPr/>
            <p:nvPr/>
          </p:nvSpPr>
          <p:spPr>
            <a:xfrm rot="-3560944">
              <a:off x="11962161" y="-1765931"/>
              <a:ext cx="406870" cy="236746"/>
            </a:xfrm>
            <a:custGeom>
              <a:rect b="b" l="l" r="r" t="t"/>
              <a:pathLst>
                <a:path extrusionOk="0" h="398" w="684">
                  <a:moveTo>
                    <a:pt x="0" y="0"/>
                  </a:moveTo>
                  <a:cubicBezTo>
                    <a:pt x="2" y="2"/>
                    <a:pt x="183" y="107"/>
                    <a:pt x="358" y="209"/>
                  </a:cubicBezTo>
                  <a:lnTo>
                    <a:pt x="358" y="209"/>
                  </a:lnTo>
                  <a:lnTo>
                    <a:pt x="0" y="0"/>
                  </a:lnTo>
                  <a:close/>
                  <a:moveTo>
                    <a:pt x="358" y="209"/>
                  </a:moveTo>
                  <a:lnTo>
                    <a:pt x="681" y="397"/>
                  </a:lnTo>
                  <a:lnTo>
                    <a:pt x="683" y="397"/>
                  </a:lnTo>
                  <a:cubicBezTo>
                    <a:pt x="683" y="397"/>
                    <a:pt x="523" y="304"/>
                    <a:pt x="358" y="209"/>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0"/>
            <p:cNvSpPr/>
            <p:nvPr/>
          </p:nvSpPr>
          <p:spPr>
            <a:xfrm rot="-3560944">
              <a:off x="11987004" y="-1681113"/>
              <a:ext cx="404491" cy="248643"/>
            </a:xfrm>
            <a:custGeom>
              <a:rect b="b" l="l" r="r" t="t"/>
              <a:pathLst>
                <a:path extrusionOk="0" h="418" w="680">
                  <a:moveTo>
                    <a:pt x="1" y="0"/>
                  </a:moveTo>
                  <a:lnTo>
                    <a:pt x="1" y="25"/>
                  </a:lnTo>
                  <a:lnTo>
                    <a:pt x="680" y="418"/>
                  </a:lnTo>
                  <a:lnTo>
                    <a:pt x="680" y="395"/>
                  </a:ln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0"/>
            <p:cNvSpPr/>
            <p:nvPr/>
          </p:nvSpPr>
          <p:spPr>
            <a:xfrm rot="-3560944">
              <a:off x="11945077" y="-1742798"/>
              <a:ext cx="454457" cy="293851"/>
            </a:xfrm>
            <a:custGeom>
              <a:rect b="b" l="l" r="r" t="t"/>
              <a:pathLst>
                <a:path extrusionOk="0" h="494" w="764">
                  <a:moveTo>
                    <a:pt x="84" y="0"/>
                  </a:moveTo>
                  <a:lnTo>
                    <a:pt x="42" y="25"/>
                  </a:lnTo>
                  <a:cubicBezTo>
                    <a:pt x="17" y="49"/>
                    <a:pt x="15" y="49"/>
                    <a:pt x="15" y="51"/>
                  </a:cubicBezTo>
                  <a:cubicBezTo>
                    <a:pt x="13" y="54"/>
                    <a:pt x="13" y="54"/>
                    <a:pt x="13" y="56"/>
                  </a:cubicBezTo>
                  <a:cubicBezTo>
                    <a:pt x="1" y="96"/>
                    <a:pt x="680" y="493"/>
                    <a:pt x="680" y="493"/>
                  </a:cubicBezTo>
                  <a:cubicBezTo>
                    <a:pt x="680" y="485"/>
                    <a:pt x="682" y="481"/>
                    <a:pt x="682" y="473"/>
                  </a:cubicBezTo>
                  <a:cubicBezTo>
                    <a:pt x="686" y="465"/>
                    <a:pt x="688" y="459"/>
                    <a:pt x="690" y="452"/>
                  </a:cubicBezTo>
                  <a:cubicBezTo>
                    <a:pt x="696" y="444"/>
                    <a:pt x="698" y="440"/>
                    <a:pt x="702" y="434"/>
                  </a:cubicBezTo>
                  <a:cubicBezTo>
                    <a:pt x="708" y="430"/>
                    <a:pt x="713" y="424"/>
                    <a:pt x="719" y="422"/>
                  </a:cubicBezTo>
                  <a:lnTo>
                    <a:pt x="764" y="397"/>
                  </a:lnTo>
                  <a:lnTo>
                    <a:pt x="84"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0"/>
            <p:cNvSpPr/>
            <p:nvPr/>
          </p:nvSpPr>
          <p:spPr>
            <a:xfrm rot="-3560944">
              <a:off x="11966934" y="-1654806"/>
              <a:ext cx="456837" cy="264109"/>
            </a:xfrm>
            <a:custGeom>
              <a:rect b="b" l="l" r="r" t="t"/>
              <a:pathLst>
                <a:path extrusionOk="0" h="444" w="768">
                  <a:moveTo>
                    <a:pt x="89" y="0"/>
                  </a:moveTo>
                  <a:lnTo>
                    <a:pt x="44" y="23"/>
                  </a:lnTo>
                  <a:lnTo>
                    <a:pt x="1" y="47"/>
                  </a:lnTo>
                  <a:lnTo>
                    <a:pt x="682" y="444"/>
                  </a:lnTo>
                  <a:lnTo>
                    <a:pt x="725" y="419"/>
                  </a:lnTo>
                  <a:lnTo>
                    <a:pt x="768" y="393"/>
                  </a:lnTo>
                  <a:lnTo>
                    <a:pt x="89"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0"/>
            <p:cNvSpPr/>
            <p:nvPr/>
          </p:nvSpPr>
          <p:spPr>
            <a:xfrm rot="-3560944">
              <a:off x="11949286" y="-1613831"/>
              <a:ext cx="421741" cy="237936"/>
            </a:xfrm>
            <a:custGeom>
              <a:rect b="b" l="l" r="r" t="t"/>
              <a:pathLst>
                <a:path extrusionOk="0" h="400" w="709">
                  <a:moveTo>
                    <a:pt x="706" y="397"/>
                  </a:moveTo>
                  <a:lnTo>
                    <a:pt x="709" y="398"/>
                  </a:lnTo>
                  <a:cubicBezTo>
                    <a:pt x="708" y="397"/>
                    <a:pt x="707" y="397"/>
                    <a:pt x="706" y="397"/>
                  </a:cubicBezTo>
                  <a:close/>
                  <a:moveTo>
                    <a:pt x="23" y="1"/>
                  </a:moveTo>
                  <a:cubicBezTo>
                    <a:pt x="1" y="7"/>
                    <a:pt x="678" y="400"/>
                    <a:pt x="678" y="400"/>
                  </a:cubicBezTo>
                  <a:cubicBezTo>
                    <a:pt x="686" y="398"/>
                    <a:pt x="692" y="396"/>
                    <a:pt x="696" y="396"/>
                  </a:cubicBezTo>
                  <a:cubicBezTo>
                    <a:pt x="701" y="396"/>
                    <a:pt x="704" y="396"/>
                    <a:pt x="706" y="397"/>
                  </a:cubicBezTo>
                  <a:lnTo>
                    <a:pt x="706" y="397"/>
                  </a:lnTo>
                  <a:lnTo>
                    <a:pt x="29" y="5"/>
                  </a:lnTo>
                  <a:cubicBezTo>
                    <a:pt x="25" y="1"/>
                    <a:pt x="23" y="1"/>
                    <a:pt x="23"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0"/>
            <p:cNvSpPr/>
            <p:nvPr/>
          </p:nvSpPr>
          <p:spPr>
            <a:xfrm rot="-3560944">
              <a:off x="11984698" y="-1535969"/>
              <a:ext cx="405086" cy="249833"/>
            </a:xfrm>
            <a:custGeom>
              <a:rect b="b" l="l" r="r" t="t"/>
              <a:pathLst>
                <a:path extrusionOk="0" h="420" w="681">
                  <a:moveTo>
                    <a:pt x="1" y="0"/>
                  </a:moveTo>
                  <a:lnTo>
                    <a:pt x="1" y="23"/>
                  </a:lnTo>
                  <a:lnTo>
                    <a:pt x="680" y="420"/>
                  </a:lnTo>
                  <a:lnTo>
                    <a:pt x="680" y="397"/>
                  </a:ln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0"/>
            <p:cNvSpPr/>
            <p:nvPr/>
          </p:nvSpPr>
          <p:spPr>
            <a:xfrm rot="-3560944">
              <a:off x="11941676" y="-1598385"/>
              <a:ext cx="457432" cy="293851"/>
            </a:xfrm>
            <a:custGeom>
              <a:rect b="b" l="l" r="r" t="t"/>
              <a:pathLst>
                <a:path extrusionOk="0" h="494" w="769">
                  <a:moveTo>
                    <a:pt x="87" y="0"/>
                  </a:moveTo>
                  <a:lnTo>
                    <a:pt x="42" y="25"/>
                  </a:lnTo>
                  <a:cubicBezTo>
                    <a:pt x="19" y="47"/>
                    <a:pt x="15" y="47"/>
                    <a:pt x="15" y="51"/>
                  </a:cubicBezTo>
                  <a:cubicBezTo>
                    <a:pt x="13" y="53"/>
                    <a:pt x="13" y="53"/>
                    <a:pt x="13" y="55"/>
                  </a:cubicBezTo>
                  <a:cubicBezTo>
                    <a:pt x="1" y="96"/>
                    <a:pt x="680" y="493"/>
                    <a:pt x="680" y="493"/>
                  </a:cubicBezTo>
                  <a:cubicBezTo>
                    <a:pt x="680" y="485"/>
                    <a:pt x="684" y="481"/>
                    <a:pt x="684" y="473"/>
                  </a:cubicBezTo>
                  <a:cubicBezTo>
                    <a:pt x="686" y="464"/>
                    <a:pt x="688" y="460"/>
                    <a:pt x="694" y="452"/>
                  </a:cubicBezTo>
                  <a:cubicBezTo>
                    <a:pt x="698" y="444"/>
                    <a:pt x="701" y="440"/>
                    <a:pt x="707" y="434"/>
                  </a:cubicBezTo>
                  <a:cubicBezTo>
                    <a:pt x="711" y="430"/>
                    <a:pt x="717" y="424"/>
                    <a:pt x="721" y="422"/>
                  </a:cubicBezTo>
                  <a:lnTo>
                    <a:pt x="768" y="395"/>
                  </a:lnTo>
                  <a:lnTo>
                    <a:pt x="87"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0"/>
            <p:cNvSpPr/>
            <p:nvPr/>
          </p:nvSpPr>
          <p:spPr>
            <a:xfrm rot="-3560944">
              <a:off x="11963860" y="-1511009"/>
              <a:ext cx="457432" cy="267083"/>
            </a:xfrm>
            <a:custGeom>
              <a:rect b="b" l="l" r="r" t="t"/>
              <a:pathLst>
                <a:path extrusionOk="0" h="449" w="769">
                  <a:moveTo>
                    <a:pt x="89" y="1"/>
                  </a:moveTo>
                  <a:lnTo>
                    <a:pt x="48" y="27"/>
                  </a:lnTo>
                  <a:lnTo>
                    <a:pt x="1" y="52"/>
                  </a:lnTo>
                  <a:lnTo>
                    <a:pt x="682" y="449"/>
                  </a:lnTo>
                  <a:lnTo>
                    <a:pt x="725" y="424"/>
                  </a:lnTo>
                  <a:lnTo>
                    <a:pt x="768" y="398"/>
                  </a:lnTo>
                  <a:lnTo>
                    <a:pt x="89" y="1"/>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0"/>
            <p:cNvSpPr/>
            <p:nvPr/>
          </p:nvSpPr>
          <p:spPr>
            <a:xfrm rot="-3560944">
              <a:off x="11948276" y="-1470442"/>
              <a:ext cx="421146" cy="237936"/>
            </a:xfrm>
            <a:custGeom>
              <a:rect b="b" l="l" r="r" t="t"/>
              <a:pathLst>
                <a:path extrusionOk="0" h="400" w="708">
                  <a:moveTo>
                    <a:pt x="23" y="1"/>
                  </a:moveTo>
                  <a:lnTo>
                    <a:pt x="23" y="1"/>
                  </a:lnTo>
                  <a:cubicBezTo>
                    <a:pt x="0" y="7"/>
                    <a:pt x="679" y="400"/>
                    <a:pt x="679" y="400"/>
                  </a:cubicBezTo>
                  <a:cubicBezTo>
                    <a:pt x="685" y="400"/>
                    <a:pt x="690" y="398"/>
                    <a:pt x="696" y="398"/>
                  </a:cubicBezTo>
                  <a:cubicBezTo>
                    <a:pt x="699" y="398"/>
                    <a:pt x="703" y="398"/>
                    <a:pt x="706" y="399"/>
                  </a:cubicBezTo>
                  <a:lnTo>
                    <a:pt x="706" y="399"/>
                  </a:lnTo>
                  <a:lnTo>
                    <a:pt x="27" y="3"/>
                  </a:lnTo>
                  <a:cubicBezTo>
                    <a:pt x="25" y="1"/>
                    <a:pt x="23" y="1"/>
                    <a:pt x="23" y="1"/>
                  </a:cubicBezTo>
                  <a:close/>
                  <a:moveTo>
                    <a:pt x="706" y="399"/>
                  </a:moveTo>
                  <a:lnTo>
                    <a:pt x="708" y="400"/>
                  </a:lnTo>
                  <a:cubicBezTo>
                    <a:pt x="707" y="399"/>
                    <a:pt x="707" y="399"/>
                    <a:pt x="706" y="399"/>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0"/>
            <p:cNvSpPr/>
            <p:nvPr/>
          </p:nvSpPr>
          <p:spPr>
            <a:xfrm rot="-3560944">
              <a:off x="11982439" y="-1390596"/>
              <a:ext cx="405681" cy="249238"/>
            </a:xfrm>
            <a:custGeom>
              <a:rect b="b" l="l" r="r" t="t"/>
              <a:pathLst>
                <a:path extrusionOk="0" h="419" w="682">
                  <a:moveTo>
                    <a:pt x="0" y="1"/>
                  </a:moveTo>
                  <a:lnTo>
                    <a:pt x="0" y="23"/>
                  </a:lnTo>
                  <a:lnTo>
                    <a:pt x="681" y="418"/>
                  </a:lnTo>
                  <a:lnTo>
                    <a:pt x="681" y="398"/>
                  </a:ln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0"/>
            <p:cNvSpPr/>
            <p:nvPr/>
          </p:nvSpPr>
          <p:spPr>
            <a:xfrm rot="-3560944">
              <a:off x="11940988" y="-1452040"/>
              <a:ext cx="456837" cy="293851"/>
            </a:xfrm>
            <a:custGeom>
              <a:rect b="b" l="l" r="r" t="t"/>
              <a:pathLst>
                <a:path extrusionOk="0" h="494" w="768">
                  <a:moveTo>
                    <a:pt x="88" y="1"/>
                  </a:moveTo>
                  <a:lnTo>
                    <a:pt x="41" y="25"/>
                  </a:lnTo>
                  <a:cubicBezTo>
                    <a:pt x="18" y="50"/>
                    <a:pt x="16" y="50"/>
                    <a:pt x="16" y="52"/>
                  </a:cubicBezTo>
                  <a:cubicBezTo>
                    <a:pt x="12" y="54"/>
                    <a:pt x="12" y="54"/>
                    <a:pt x="12" y="56"/>
                  </a:cubicBezTo>
                  <a:cubicBezTo>
                    <a:pt x="0" y="97"/>
                    <a:pt x="681" y="494"/>
                    <a:pt x="681" y="494"/>
                  </a:cubicBezTo>
                  <a:cubicBezTo>
                    <a:pt x="681" y="486"/>
                    <a:pt x="683" y="482"/>
                    <a:pt x="683" y="473"/>
                  </a:cubicBezTo>
                  <a:cubicBezTo>
                    <a:pt x="685" y="463"/>
                    <a:pt x="687" y="459"/>
                    <a:pt x="694" y="451"/>
                  </a:cubicBezTo>
                  <a:cubicBezTo>
                    <a:pt x="698" y="443"/>
                    <a:pt x="702" y="439"/>
                    <a:pt x="706" y="433"/>
                  </a:cubicBezTo>
                  <a:cubicBezTo>
                    <a:pt x="712" y="428"/>
                    <a:pt x="716" y="422"/>
                    <a:pt x="722" y="420"/>
                  </a:cubicBezTo>
                  <a:lnTo>
                    <a:pt x="767" y="394"/>
                  </a:lnTo>
                  <a:lnTo>
                    <a:pt x="88"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0"/>
            <p:cNvSpPr/>
            <p:nvPr/>
          </p:nvSpPr>
          <p:spPr>
            <a:xfrm rot="-3560944">
              <a:off x="11962756" y="-1365699"/>
              <a:ext cx="456837" cy="265893"/>
            </a:xfrm>
            <a:custGeom>
              <a:rect b="b" l="l" r="r" t="t"/>
              <a:pathLst>
                <a:path extrusionOk="0" h="447" w="768">
                  <a:moveTo>
                    <a:pt x="86" y="0"/>
                  </a:moveTo>
                  <a:lnTo>
                    <a:pt x="45" y="27"/>
                  </a:lnTo>
                  <a:lnTo>
                    <a:pt x="0" y="52"/>
                  </a:lnTo>
                  <a:lnTo>
                    <a:pt x="679" y="446"/>
                  </a:lnTo>
                  <a:lnTo>
                    <a:pt x="722" y="424"/>
                  </a:lnTo>
                  <a:lnTo>
                    <a:pt x="767" y="395"/>
                  </a:lnTo>
                  <a:lnTo>
                    <a:pt x="86"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0"/>
            <p:cNvSpPr/>
            <p:nvPr/>
          </p:nvSpPr>
          <p:spPr>
            <a:xfrm rot="-3560944">
              <a:off x="11949552" y="-1322580"/>
              <a:ext cx="421741" cy="237936"/>
            </a:xfrm>
            <a:custGeom>
              <a:rect b="b" l="l" r="r" t="t"/>
              <a:pathLst>
                <a:path extrusionOk="0" h="400" w="709">
                  <a:moveTo>
                    <a:pt x="706" y="394"/>
                  </a:moveTo>
                  <a:lnTo>
                    <a:pt x="708" y="395"/>
                  </a:lnTo>
                  <a:cubicBezTo>
                    <a:pt x="708" y="395"/>
                    <a:pt x="707" y="395"/>
                    <a:pt x="706" y="394"/>
                  </a:cubicBezTo>
                  <a:close/>
                  <a:moveTo>
                    <a:pt x="29" y="1"/>
                  </a:moveTo>
                  <a:cubicBezTo>
                    <a:pt x="0" y="3"/>
                    <a:pt x="680" y="400"/>
                    <a:pt x="680" y="400"/>
                  </a:cubicBezTo>
                  <a:cubicBezTo>
                    <a:pt x="688" y="395"/>
                    <a:pt x="694" y="393"/>
                    <a:pt x="699" y="393"/>
                  </a:cubicBezTo>
                  <a:cubicBezTo>
                    <a:pt x="702" y="393"/>
                    <a:pt x="704" y="393"/>
                    <a:pt x="706" y="394"/>
                  </a:cubicBezTo>
                  <a:lnTo>
                    <a:pt x="706" y="394"/>
                  </a:lnTo>
                  <a:lnTo>
                    <a:pt x="29"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0"/>
            <p:cNvSpPr/>
            <p:nvPr/>
          </p:nvSpPr>
          <p:spPr>
            <a:xfrm rot="-3560944">
              <a:off x="11980790" y="-1244297"/>
              <a:ext cx="405681" cy="249238"/>
            </a:xfrm>
            <a:custGeom>
              <a:rect b="b" l="l" r="r" t="t"/>
              <a:pathLst>
                <a:path extrusionOk="0" h="419" w="682">
                  <a:moveTo>
                    <a:pt x="0" y="1"/>
                  </a:moveTo>
                  <a:lnTo>
                    <a:pt x="0" y="23"/>
                  </a:lnTo>
                  <a:lnTo>
                    <a:pt x="682" y="418"/>
                  </a:lnTo>
                  <a:lnTo>
                    <a:pt x="682" y="396"/>
                  </a:ln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0"/>
            <p:cNvSpPr/>
            <p:nvPr/>
          </p:nvSpPr>
          <p:spPr>
            <a:xfrm rot="-3560944">
              <a:off x="11938096" y="-1305545"/>
              <a:ext cx="455647" cy="292661"/>
            </a:xfrm>
            <a:custGeom>
              <a:rect b="b" l="l" r="r" t="t"/>
              <a:pathLst>
                <a:path extrusionOk="0" h="492" w="766">
                  <a:moveTo>
                    <a:pt x="86" y="1"/>
                  </a:moveTo>
                  <a:lnTo>
                    <a:pt x="41" y="25"/>
                  </a:lnTo>
                  <a:cubicBezTo>
                    <a:pt x="19" y="48"/>
                    <a:pt x="17" y="48"/>
                    <a:pt x="17" y="52"/>
                  </a:cubicBezTo>
                  <a:cubicBezTo>
                    <a:pt x="0" y="97"/>
                    <a:pt x="682" y="492"/>
                    <a:pt x="682" y="492"/>
                  </a:cubicBezTo>
                  <a:cubicBezTo>
                    <a:pt x="682" y="483"/>
                    <a:pt x="684" y="477"/>
                    <a:pt x="684" y="471"/>
                  </a:cubicBezTo>
                  <a:cubicBezTo>
                    <a:pt x="686" y="465"/>
                    <a:pt x="690" y="457"/>
                    <a:pt x="694" y="453"/>
                  </a:cubicBezTo>
                  <a:cubicBezTo>
                    <a:pt x="700" y="445"/>
                    <a:pt x="702" y="440"/>
                    <a:pt x="706" y="434"/>
                  </a:cubicBezTo>
                  <a:cubicBezTo>
                    <a:pt x="712" y="430"/>
                    <a:pt x="716" y="424"/>
                    <a:pt x="722" y="422"/>
                  </a:cubicBezTo>
                  <a:lnTo>
                    <a:pt x="765" y="395"/>
                  </a:lnTo>
                  <a:lnTo>
                    <a:pt x="86"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0"/>
            <p:cNvSpPr/>
            <p:nvPr/>
          </p:nvSpPr>
          <p:spPr>
            <a:xfrm rot="-3560944">
              <a:off x="11962005" y="-1219912"/>
              <a:ext cx="455647" cy="265893"/>
            </a:xfrm>
            <a:custGeom>
              <a:rect b="b" l="l" r="r" t="t"/>
              <a:pathLst>
                <a:path extrusionOk="0" h="447" w="766">
                  <a:moveTo>
                    <a:pt x="84" y="0"/>
                  </a:moveTo>
                  <a:lnTo>
                    <a:pt x="43" y="27"/>
                  </a:lnTo>
                  <a:lnTo>
                    <a:pt x="0" y="51"/>
                  </a:lnTo>
                  <a:lnTo>
                    <a:pt x="678" y="446"/>
                  </a:lnTo>
                  <a:lnTo>
                    <a:pt x="725" y="420"/>
                  </a:lnTo>
                  <a:lnTo>
                    <a:pt x="766" y="395"/>
                  </a:lnTo>
                  <a:lnTo>
                    <a:pt x="84"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0"/>
            <p:cNvSpPr/>
            <p:nvPr/>
          </p:nvSpPr>
          <p:spPr>
            <a:xfrm rot="-3560944">
              <a:off x="11944833" y="-1178101"/>
              <a:ext cx="421741" cy="237936"/>
            </a:xfrm>
            <a:custGeom>
              <a:rect b="b" l="l" r="r" t="t"/>
              <a:pathLst>
                <a:path extrusionOk="0" h="400" w="709">
                  <a:moveTo>
                    <a:pt x="23" y="0"/>
                  </a:moveTo>
                  <a:lnTo>
                    <a:pt x="23" y="0"/>
                  </a:lnTo>
                  <a:cubicBezTo>
                    <a:pt x="0" y="6"/>
                    <a:pt x="682" y="399"/>
                    <a:pt x="682" y="399"/>
                  </a:cubicBezTo>
                  <a:cubicBezTo>
                    <a:pt x="686" y="399"/>
                    <a:pt x="692" y="397"/>
                    <a:pt x="696" y="397"/>
                  </a:cubicBezTo>
                  <a:cubicBezTo>
                    <a:pt x="701" y="397"/>
                    <a:pt x="704" y="397"/>
                    <a:pt x="706" y="398"/>
                  </a:cubicBezTo>
                  <a:lnTo>
                    <a:pt x="706" y="398"/>
                  </a:lnTo>
                  <a:lnTo>
                    <a:pt x="29" y="2"/>
                  </a:lnTo>
                  <a:cubicBezTo>
                    <a:pt x="25" y="0"/>
                    <a:pt x="23" y="0"/>
                    <a:pt x="23" y="0"/>
                  </a:cubicBezTo>
                  <a:close/>
                  <a:moveTo>
                    <a:pt x="706" y="398"/>
                  </a:moveTo>
                  <a:lnTo>
                    <a:pt x="708" y="399"/>
                  </a:lnTo>
                  <a:cubicBezTo>
                    <a:pt x="708" y="399"/>
                    <a:pt x="707" y="398"/>
                    <a:pt x="706" y="398"/>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0"/>
            <p:cNvSpPr/>
            <p:nvPr/>
          </p:nvSpPr>
          <p:spPr>
            <a:xfrm rot="-3560944">
              <a:off x="11980682" y="-1098877"/>
              <a:ext cx="403301" cy="248643"/>
            </a:xfrm>
            <a:custGeom>
              <a:rect b="b" l="l" r="r" t="t"/>
              <a:pathLst>
                <a:path extrusionOk="0" h="418" w="678">
                  <a:moveTo>
                    <a:pt x="1" y="0"/>
                  </a:moveTo>
                  <a:lnTo>
                    <a:pt x="1" y="23"/>
                  </a:lnTo>
                  <a:lnTo>
                    <a:pt x="678" y="418"/>
                  </a:lnTo>
                  <a:lnTo>
                    <a:pt x="678" y="395"/>
                  </a:ln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0"/>
            <p:cNvSpPr/>
            <p:nvPr/>
          </p:nvSpPr>
          <p:spPr>
            <a:xfrm rot="-3560944">
              <a:off x="11937857" y="-1160050"/>
              <a:ext cx="454457" cy="293851"/>
            </a:xfrm>
            <a:custGeom>
              <a:rect b="b" l="l" r="r" t="t"/>
              <a:pathLst>
                <a:path extrusionOk="0" h="494" w="764">
                  <a:moveTo>
                    <a:pt x="84" y="0"/>
                  </a:moveTo>
                  <a:lnTo>
                    <a:pt x="41" y="25"/>
                  </a:lnTo>
                  <a:cubicBezTo>
                    <a:pt x="17" y="47"/>
                    <a:pt x="15" y="47"/>
                    <a:pt x="15" y="51"/>
                  </a:cubicBezTo>
                  <a:cubicBezTo>
                    <a:pt x="13" y="54"/>
                    <a:pt x="13" y="54"/>
                    <a:pt x="13" y="56"/>
                  </a:cubicBezTo>
                  <a:cubicBezTo>
                    <a:pt x="1" y="96"/>
                    <a:pt x="680" y="493"/>
                    <a:pt x="680" y="493"/>
                  </a:cubicBezTo>
                  <a:cubicBezTo>
                    <a:pt x="680" y="485"/>
                    <a:pt x="682" y="481"/>
                    <a:pt x="682" y="473"/>
                  </a:cubicBezTo>
                  <a:cubicBezTo>
                    <a:pt x="686" y="465"/>
                    <a:pt x="688" y="457"/>
                    <a:pt x="692" y="452"/>
                  </a:cubicBezTo>
                  <a:cubicBezTo>
                    <a:pt x="698" y="444"/>
                    <a:pt x="700" y="440"/>
                    <a:pt x="706" y="434"/>
                  </a:cubicBezTo>
                  <a:cubicBezTo>
                    <a:pt x="710" y="430"/>
                    <a:pt x="717" y="424"/>
                    <a:pt x="721" y="422"/>
                  </a:cubicBezTo>
                  <a:lnTo>
                    <a:pt x="764" y="395"/>
                  </a:lnTo>
                  <a:lnTo>
                    <a:pt x="84"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0"/>
            <p:cNvSpPr/>
            <p:nvPr/>
          </p:nvSpPr>
          <p:spPr>
            <a:xfrm rot="-3560944">
              <a:off x="11959844" y="-1073917"/>
              <a:ext cx="455647" cy="265893"/>
            </a:xfrm>
            <a:custGeom>
              <a:rect b="b" l="l" r="r" t="t"/>
              <a:pathLst>
                <a:path extrusionOk="0" h="447" w="766">
                  <a:moveTo>
                    <a:pt x="89" y="1"/>
                  </a:moveTo>
                  <a:lnTo>
                    <a:pt x="46" y="26"/>
                  </a:lnTo>
                  <a:lnTo>
                    <a:pt x="1" y="52"/>
                  </a:lnTo>
                  <a:lnTo>
                    <a:pt x="682" y="447"/>
                  </a:lnTo>
                  <a:lnTo>
                    <a:pt x="725" y="420"/>
                  </a:lnTo>
                  <a:lnTo>
                    <a:pt x="766" y="396"/>
                  </a:lnTo>
                  <a:lnTo>
                    <a:pt x="89" y="1"/>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0"/>
            <p:cNvSpPr/>
            <p:nvPr/>
          </p:nvSpPr>
          <p:spPr>
            <a:xfrm rot="-3560944">
              <a:off x="11943148" y="-1032460"/>
              <a:ext cx="422931" cy="238531"/>
            </a:xfrm>
            <a:custGeom>
              <a:rect b="b" l="l" r="r" t="t"/>
              <a:pathLst>
                <a:path extrusionOk="0" h="401" w="711">
                  <a:moveTo>
                    <a:pt x="22" y="1"/>
                  </a:moveTo>
                  <a:cubicBezTo>
                    <a:pt x="17" y="1"/>
                    <a:pt x="10" y="2"/>
                    <a:pt x="1" y="6"/>
                  </a:cubicBezTo>
                  <a:lnTo>
                    <a:pt x="682" y="401"/>
                  </a:lnTo>
                  <a:cubicBezTo>
                    <a:pt x="688" y="398"/>
                    <a:pt x="693" y="396"/>
                    <a:pt x="699" y="396"/>
                  </a:cubicBezTo>
                  <a:cubicBezTo>
                    <a:pt x="703" y="396"/>
                    <a:pt x="707" y="397"/>
                    <a:pt x="711" y="399"/>
                  </a:cubicBezTo>
                  <a:lnTo>
                    <a:pt x="29" y="2"/>
                  </a:lnTo>
                  <a:cubicBezTo>
                    <a:pt x="28" y="1"/>
                    <a:pt x="26" y="1"/>
                    <a:pt x="22"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0"/>
            <p:cNvSpPr/>
            <p:nvPr/>
          </p:nvSpPr>
          <p:spPr>
            <a:xfrm rot="-3560944">
              <a:off x="11948911" y="-1022346"/>
              <a:ext cx="405681" cy="234962"/>
            </a:xfrm>
            <a:custGeom>
              <a:rect b="b" l="l" r="r" t="t"/>
              <a:pathLst>
                <a:path extrusionOk="0" h="395" w="682">
                  <a:moveTo>
                    <a:pt x="1" y="0"/>
                  </a:moveTo>
                  <a:lnTo>
                    <a:pt x="682" y="395"/>
                  </a:lnTo>
                  <a:cubicBezTo>
                    <a:pt x="682" y="393"/>
                    <a:pt x="5"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0"/>
            <p:cNvSpPr/>
            <p:nvPr/>
          </p:nvSpPr>
          <p:spPr>
            <a:xfrm rot="-3560944">
              <a:off x="11947962" y="-1022822"/>
              <a:ext cx="407465" cy="233772"/>
            </a:xfrm>
            <a:custGeom>
              <a:rect b="b" l="l" r="r" t="t"/>
              <a:pathLst>
                <a:path extrusionOk="0" h="393" w="685">
                  <a:moveTo>
                    <a:pt x="1" y="0"/>
                  </a:moveTo>
                  <a:lnTo>
                    <a:pt x="682" y="393"/>
                  </a:lnTo>
                  <a:cubicBezTo>
                    <a:pt x="684" y="393"/>
                    <a:pt x="5" y="0"/>
                    <a:pt x="1" y="0"/>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0"/>
            <p:cNvSpPr/>
            <p:nvPr/>
          </p:nvSpPr>
          <p:spPr>
            <a:xfrm rot="-3560944">
              <a:off x="11947581" y="-1025579"/>
              <a:ext cx="406275" cy="236746"/>
            </a:xfrm>
            <a:custGeom>
              <a:rect b="b" l="l" r="r" t="t"/>
              <a:pathLst>
                <a:path extrusionOk="0" h="398" w="683">
                  <a:moveTo>
                    <a:pt x="1" y="1"/>
                  </a:moveTo>
                  <a:lnTo>
                    <a:pt x="682" y="398"/>
                  </a:lnTo>
                  <a:cubicBezTo>
                    <a:pt x="682" y="398"/>
                    <a:pt x="5"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0"/>
            <p:cNvSpPr/>
            <p:nvPr/>
          </p:nvSpPr>
          <p:spPr>
            <a:xfrm rot="-3560944">
              <a:off x="11947290" y="-1026091"/>
              <a:ext cx="407465" cy="236746"/>
            </a:xfrm>
            <a:custGeom>
              <a:rect b="b" l="l" r="r" t="t"/>
              <a:pathLst>
                <a:path extrusionOk="0" h="398" w="685">
                  <a:moveTo>
                    <a:pt x="1" y="1"/>
                  </a:moveTo>
                  <a:lnTo>
                    <a:pt x="682" y="398"/>
                  </a:lnTo>
                  <a:cubicBezTo>
                    <a:pt x="684" y="396"/>
                    <a:pt x="5"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0"/>
            <p:cNvSpPr/>
            <p:nvPr/>
          </p:nvSpPr>
          <p:spPr>
            <a:xfrm rot="-3560944">
              <a:off x="11949086" y="-1027114"/>
              <a:ext cx="405086" cy="236746"/>
            </a:xfrm>
            <a:custGeom>
              <a:rect b="b" l="l" r="r" t="t"/>
              <a:pathLst>
                <a:path extrusionOk="0" h="398" w="681">
                  <a:moveTo>
                    <a:pt x="1" y="1"/>
                  </a:moveTo>
                  <a:lnTo>
                    <a:pt x="680" y="398"/>
                  </a:lnTo>
                  <a:cubicBezTo>
                    <a:pt x="680" y="396"/>
                    <a:pt x="3"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0"/>
            <p:cNvSpPr/>
            <p:nvPr/>
          </p:nvSpPr>
          <p:spPr>
            <a:xfrm rot="-3560944">
              <a:off x="11948377" y="-1029256"/>
              <a:ext cx="406275" cy="236746"/>
            </a:xfrm>
            <a:custGeom>
              <a:rect b="b" l="l" r="r" t="t"/>
              <a:pathLst>
                <a:path extrusionOk="0" h="398" w="683">
                  <a:moveTo>
                    <a:pt x="1" y="1"/>
                  </a:moveTo>
                  <a:cubicBezTo>
                    <a:pt x="3" y="3"/>
                    <a:pt x="682" y="398"/>
                    <a:pt x="682" y="398"/>
                  </a:cubicBezTo>
                  <a:lnTo>
                    <a:pt x="1"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0"/>
            <p:cNvSpPr/>
            <p:nvPr/>
          </p:nvSpPr>
          <p:spPr>
            <a:xfrm rot="-3560944">
              <a:off x="11948597" y="-1028869"/>
              <a:ext cx="407465" cy="235557"/>
            </a:xfrm>
            <a:custGeom>
              <a:rect b="b" l="l" r="r" t="t"/>
              <a:pathLst>
                <a:path extrusionOk="0" h="396" w="685">
                  <a:moveTo>
                    <a:pt x="1" y="1"/>
                  </a:moveTo>
                  <a:lnTo>
                    <a:pt x="682" y="396"/>
                  </a:lnTo>
                  <a:cubicBezTo>
                    <a:pt x="684" y="396"/>
                    <a:pt x="3"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0"/>
            <p:cNvSpPr/>
            <p:nvPr/>
          </p:nvSpPr>
          <p:spPr>
            <a:xfrm rot="-3560944">
              <a:off x="11948984" y="-1030279"/>
              <a:ext cx="406275" cy="236746"/>
            </a:xfrm>
            <a:custGeom>
              <a:rect b="b" l="l" r="r" t="t"/>
              <a:pathLst>
                <a:path extrusionOk="0" h="398" w="683">
                  <a:moveTo>
                    <a:pt x="1" y="1"/>
                  </a:moveTo>
                  <a:lnTo>
                    <a:pt x="682" y="398"/>
                  </a:lnTo>
                  <a:cubicBezTo>
                    <a:pt x="682" y="396"/>
                    <a:pt x="5"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0"/>
            <p:cNvSpPr/>
            <p:nvPr/>
          </p:nvSpPr>
          <p:spPr>
            <a:xfrm rot="-3560944">
              <a:off x="11948692" y="-1030791"/>
              <a:ext cx="407465" cy="236746"/>
            </a:xfrm>
            <a:custGeom>
              <a:rect b="b" l="l" r="r" t="t"/>
              <a:pathLst>
                <a:path extrusionOk="0" h="398" w="685">
                  <a:moveTo>
                    <a:pt x="1" y="1"/>
                  </a:moveTo>
                  <a:lnTo>
                    <a:pt x="682" y="398"/>
                  </a:lnTo>
                  <a:cubicBezTo>
                    <a:pt x="684" y="396"/>
                    <a:pt x="5" y="1"/>
                    <a:pt x="1"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0"/>
            <p:cNvSpPr/>
            <p:nvPr/>
          </p:nvSpPr>
          <p:spPr>
            <a:xfrm rot="-3560944">
              <a:off x="11951157" y="-1031684"/>
              <a:ext cx="405681" cy="235557"/>
            </a:xfrm>
            <a:custGeom>
              <a:rect b="b" l="l" r="r" t="t"/>
              <a:pathLst>
                <a:path extrusionOk="0" h="396" w="682">
                  <a:moveTo>
                    <a:pt x="0" y="1"/>
                  </a:moveTo>
                  <a:lnTo>
                    <a:pt x="679" y="396"/>
                  </a:lnTo>
                  <a:cubicBezTo>
                    <a:pt x="681" y="396"/>
                    <a:pt x="2" y="1"/>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0"/>
            <p:cNvSpPr/>
            <p:nvPr/>
          </p:nvSpPr>
          <p:spPr>
            <a:xfrm rot="-3560944">
              <a:off x="11951544" y="-1033094"/>
              <a:ext cx="404491" cy="236746"/>
            </a:xfrm>
            <a:custGeom>
              <a:rect b="b" l="l" r="r" t="t"/>
              <a:pathLst>
                <a:path extrusionOk="0" h="398" w="680">
                  <a:moveTo>
                    <a:pt x="0" y="1"/>
                  </a:moveTo>
                  <a:lnTo>
                    <a:pt x="679" y="398"/>
                  </a:lnTo>
                  <a:cubicBezTo>
                    <a:pt x="679" y="398"/>
                    <a:pt x="2" y="1"/>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0"/>
            <p:cNvSpPr/>
            <p:nvPr/>
          </p:nvSpPr>
          <p:spPr>
            <a:xfrm rot="-3560944">
              <a:off x="11950083" y="-1034468"/>
              <a:ext cx="406275" cy="236746"/>
            </a:xfrm>
            <a:custGeom>
              <a:rect b="b" l="l" r="r" t="t"/>
              <a:pathLst>
                <a:path extrusionOk="0" h="398" w="683">
                  <a:moveTo>
                    <a:pt x="0" y="1"/>
                  </a:moveTo>
                  <a:cubicBezTo>
                    <a:pt x="1" y="1"/>
                    <a:pt x="48" y="29"/>
                    <a:pt x="117" y="69"/>
                  </a:cubicBezTo>
                  <a:lnTo>
                    <a:pt x="117" y="69"/>
                  </a:lnTo>
                  <a:lnTo>
                    <a:pt x="0" y="1"/>
                  </a:lnTo>
                  <a:close/>
                  <a:moveTo>
                    <a:pt x="117" y="69"/>
                  </a:moveTo>
                  <a:lnTo>
                    <a:pt x="679" y="398"/>
                  </a:lnTo>
                  <a:cubicBezTo>
                    <a:pt x="682" y="398"/>
                    <a:pt x="312" y="183"/>
                    <a:pt x="117" y="69"/>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0"/>
            <p:cNvSpPr/>
            <p:nvPr/>
          </p:nvSpPr>
          <p:spPr>
            <a:xfrm rot="-3560944">
              <a:off x="11950544" y="-1035747"/>
              <a:ext cx="406870" cy="236746"/>
            </a:xfrm>
            <a:custGeom>
              <a:rect b="b" l="l" r="r" t="t"/>
              <a:pathLst>
                <a:path extrusionOk="0" h="398" w="684">
                  <a:moveTo>
                    <a:pt x="0" y="1"/>
                  </a:moveTo>
                  <a:lnTo>
                    <a:pt x="681" y="398"/>
                  </a:lnTo>
                  <a:cubicBezTo>
                    <a:pt x="683" y="398"/>
                    <a:pt x="6" y="3"/>
                    <a:pt x="0" y="1"/>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0"/>
            <p:cNvSpPr/>
            <p:nvPr/>
          </p:nvSpPr>
          <p:spPr>
            <a:xfrm rot="-3560944">
              <a:off x="11953197" y="-1035558"/>
              <a:ext cx="406870" cy="236746"/>
            </a:xfrm>
            <a:custGeom>
              <a:rect b="b" l="l" r="r" t="t"/>
              <a:pathLst>
                <a:path extrusionOk="0" h="398" w="684">
                  <a:moveTo>
                    <a:pt x="0" y="1"/>
                  </a:moveTo>
                  <a:lnTo>
                    <a:pt x="478" y="278"/>
                  </a:lnTo>
                  <a:lnTo>
                    <a:pt x="478" y="278"/>
                  </a:lnTo>
                  <a:cubicBezTo>
                    <a:pt x="278" y="161"/>
                    <a:pt x="3" y="1"/>
                    <a:pt x="0" y="1"/>
                  </a:cubicBezTo>
                  <a:close/>
                  <a:moveTo>
                    <a:pt x="478" y="278"/>
                  </a:moveTo>
                  <a:cubicBezTo>
                    <a:pt x="593" y="345"/>
                    <a:pt x="684" y="398"/>
                    <a:pt x="684" y="398"/>
                  </a:cubicBezTo>
                  <a:lnTo>
                    <a:pt x="681" y="396"/>
                  </a:lnTo>
                  <a:lnTo>
                    <a:pt x="478" y="278"/>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0"/>
            <p:cNvSpPr/>
            <p:nvPr/>
          </p:nvSpPr>
          <p:spPr>
            <a:xfrm rot="-3560944">
              <a:off x="11953678" y="-1037699"/>
              <a:ext cx="405681" cy="236746"/>
            </a:xfrm>
            <a:custGeom>
              <a:rect b="b" l="l" r="r" t="t"/>
              <a:pathLst>
                <a:path extrusionOk="0" h="398" w="682">
                  <a:moveTo>
                    <a:pt x="0" y="1"/>
                  </a:moveTo>
                  <a:cubicBezTo>
                    <a:pt x="1" y="2"/>
                    <a:pt x="96" y="57"/>
                    <a:pt x="214" y="126"/>
                  </a:cubicBezTo>
                  <a:lnTo>
                    <a:pt x="214" y="126"/>
                  </a:lnTo>
                  <a:lnTo>
                    <a:pt x="0" y="1"/>
                  </a:lnTo>
                  <a:close/>
                  <a:moveTo>
                    <a:pt x="214" y="126"/>
                  </a:moveTo>
                  <a:lnTo>
                    <a:pt x="680" y="398"/>
                  </a:lnTo>
                  <a:lnTo>
                    <a:pt x="682" y="398"/>
                  </a:lnTo>
                  <a:cubicBezTo>
                    <a:pt x="682" y="398"/>
                    <a:pt x="414" y="242"/>
                    <a:pt x="214" y="126"/>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0"/>
            <p:cNvSpPr/>
            <p:nvPr/>
          </p:nvSpPr>
          <p:spPr>
            <a:xfrm rot="-3560944">
              <a:off x="11955016" y="-1038628"/>
              <a:ext cx="406870" cy="236746"/>
            </a:xfrm>
            <a:custGeom>
              <a:rect b="b" l="l" r="r" t="t"/>
              <a:pathLst>
                <a:path extrusionOk="0" h="398" w="684">
                  <a:moveTo>
                    <a:pt x="0" y="1"/>
                  </a:moveTo>
                  <a:lnTo>
                    <a:pt x="0" y="1"/>
                  </a:lnTo>
                  <a:cubicBezTo>
                    <a:pt x="2" y="4"/>
                    <a:pt x="431" y="252"/>
                    <a:pt x="608" y="354"/>
                  </a:cubicBezTo>
                  <a:lnTo>
                    <a:pt x="608" y="354"/>
                  </a:lnTo>
                  <a:lnTo>
                    <a:pt x="0" y="1"/>
                  </a:lnTo>
                  <a:close/>
                  <a:moveTo>
                    <a:pt x="608" y="354"/>
                  </a:moveTo>
                  <a:lnTo>
                    <a:pt x="680" y="396"/>
                  </a:lnTo>
                  <a:lnTo>
                    <a:pt x="684" y="398"/>
                  </a:lnTo>
                  <a:cubicBezTo>
                    <a:pt x="684" y="398"/>
                    <a:pt x="654" y="381"/>
                    <a:pt x="608" y="354"/>
                  </a:cubicBez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0"/>
            <p:cNvSpPr/>
            <p:nvPr/>
          </p:nvSpPr>
          <p:spPr>
            <a:xfrm rot="-3560944">
              <a:off x="11978304" y="-953858"/>
              <a:ext cx="406275" cy="248643"/>
            </a:xfrm>
            <a:custGeom>
              <a:rect b="b" l="l" r="r" t="t"/>
              <a:pathLst>
                <a:path extrusionOk="0" h="418" w="683">
                  <a:moveTo>
                    <a:pt x="1" y="0"/>
                  </a:moveTo>
                  <a:lnTo>
                    <a:pt x="1" y="23"/>
                  </a:lnTo>
                  <a:lnTo>
                    <a:pt x="682" y="418"/>
                  </a:lnTo>
                  <a:lnTo>
                    <a:pt x="682" y="395"/>
                  </a:lnTo>
                  <a:lnTo>
                    <a:pt x="1"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0"/>
            <p:cNvSpPr/>
            <p:nvPr/>
          </p:nvSpPr>
          <p:spPr>
            <a:xfrm rot="-3560944">
              <a:off x="11935916" y="-1014263"/>
              <a:ext cx="455647" cy="293851"/>
            </a:xfrm>
            <a:custGeom>
              <a:rect b="b" l="l" r="r" t="t"/>
              <a:pathLst>
                <a:path extrusionOk="0" h="494" w="766">
                  <a:moveTo>
                    <a:pt x="85" y="0"/>
                  </a:moveTo>
                  <a:lnTo>
                    <a:pt x="42" y="25"/>
                  </a:lnTo>
                  <a:cubicBezTo>
                    <a:pt x="19" y="47"/>
                    <a:pt x="15" y="47"/>
                    <a:pt x="15" y="51"/>
                  </a:cubicBezTo>
                  <a:cubicBezTo>
                    <a:pt x="13" y="53"/>
                    <a:pt x="13" y="53"/>
                    <a:pt x="13" y="55"/>
                  </a:cubicBezTo>
                  <a:cubicBezTo>
                    <a:pt x="1" y="96"/>
                    <a:pt x="680" y="493"/>
                    <a:pt x="680" y="493"/>
                  </a:cubicBezTo>
                  <a:cubicBezTo>
                    <a:pt x="680" y="485"/>
                    <a:pt x="684" y="481"/>
                    <a:pt x="684" y="473"/>
                  </a:cubicBezTo>
                  <a:cubicBezTo>
                    <a:pt x="688" y="464"/>
                    <a:pt x="690" y="456"/>
                    <a:pt x="694" y="452"/>
                  </a:cubicBezTo>
                  <a:cubicBezTo>
                    <a:pt x="698" y="444"/>
                    <a:pt x="700" y="440"/>
                    <a:pt x="707" y="434"/>
                  </a:cubicBezTo>
                  <a:cubicBezTo>
                    <a:pt x="711" y="430"/>
                    <a:pt x="717" y="424"/>
                    <a:pt x="721" y="422"/>
                  </a:cubicBezTo>
                  <a:lnTo>
                    <a:pt x="766" y="395"/>
                  </a:lnTo>
                  <a:lnTo>
                    <a:pt x="85"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0"/>
            <p:cNvSpPr/>
            <p:nvPr/>
          </p:nvSpPr>
          <p:spPr>
            <a:xfrm rot="-3560944">
              <a:off x="11958365" y="-929410"/>
              <a:ext cx="457432" cy="265893"/>
            </a:xfrm>
            <a:custGeom>
              <a:rect b="b" l="l" r="r" t="t"/>
              <a:pathLst>
                <a:path extrusionOk="0" h="447" w="769">
                  <a:moveTo>
                    <a:pt x="87" y="1"/>
                  </a:moveTo>
                  <a:lnTo>
                    <a:pt x="44" y="25"/>
                  </a:lnTo>
                  <a:lnTo>
                    <a:pt x="1" y="50"/>
                  </a:lnTo>
                  <a:lnTo>
                    <a:pt x="680" y="447"/>
                  </a:lnTo>
                  <a:lnTo>
                    <a:pt x="723" y="420"/>
                  </a:lnTo>
                  <a:lnTo>
                    <a:pt x="768" y="396"/>
                  </a:lnTo>
                  <a:lnTo>
                    <a:pt x="87" y="1"/>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0"/>
            <p:cNvSpPr/>
            <p:nvPr/>
          </p:nvSpPr>
          <p:spPr>
            <a:xfrm rot="-3560944">
              <a:off x="11976337" y="-809163"/>
              <a:ext cx="405681" cy="250427"/>
            </a:xfrm>
            <a:custGeom>
              <a:rect b="b" l="l" r="r" t="t"/>
              <a:pathLst>
                <a:path extrusionOk="0" h="421" w="682">
                  <a:moveTo>
                    <a:pt x="0" y="1"/>
                  </a:moveTo>
                  <a:lnTo>
                    <a:pt x="0" y="23"/>
                  </a:lnTo>
                  <a:lnTo>
                    <a:pt x="681" y="420"/>
                  </a:lnTo>
                  <a:lnTo>
                    <a:pt x="681" y="398"/>
                  </a:ln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0"/>
            <p:cNvSpPr/>
            <p:nvPr/>
          </p:nvSpPr>
          <p:spPr>
            <a:xfrm rot="-3560944">
              <a:off x="11925654" y="-878918"/>
              <a:ext cx="474087" cy="295040"/>
            </a:xfrm>
            <a:custGeom>
              <a:rect b="b" l="l" r="r" t="t"/>
              <a:pathLst>
                <a:path extrusionOk="0" h="496" w="797">
                  <a:moveTo>
                    <a:pt x="795" y="399"/>
                  </a:moveTo>
                  <a:lnTo>
                    <a:pt x="797" y="400"/>
                  </a:lnTo>
                  <a:cubicBezTo>
                    <a:pt x="796" y="399"/>
                    <a:pt x="796" y="399"/>
                    <a:pt x="795" y="399"/>
                  </a:cubicBezTo>
                  <a:close/>
                  <a:moveTo>
                    <a:pt x="111" y="1"/>
                  </a:moveTo>
                  <a:cubicBezTo>
                    <a:pt x="89" y="5"/>
                    <a:pt x="42" y="31"/>
                    <a:pt x="42" y="31"/>
                  </a:cubicBezTo>
                  <a:cubicBezTo>
                    <a:pt x="19" y="54"/>
                    <a:pt x="17" y="54"/>
                    <a:pt x="17" y="56"/>
                  </a:cubicBezTo>
                  <a:cubicBezTo>
                    <a:pt x="1" y="103"/>
                    <a:pt x="682" y="496"/>
                    <a:pt x="682" y="496"/>
                  </a:cubicBezTo>
                  <a:cubicBezTo>
                    <a:pt x="682" y="490"/>
                    <a:pt x="684" y="483"/>
                    <a:pt x="684" y="475"/>
                  </a:cubicBezTo>
                  <a:cubicBezTo>
                    <a:pt x="686" y="469"/>
                    <a:pt x="688" y="463"/>
                    <a:pt x="695" y="455"/>
                  </a:cubicBezTo>
                  <a:cubicBezTo>
                    <a:pt x="699" y="449"/>
                    <a:pt x="703" y="443"/>
                    <a:pt x="707" y="438"/>
                  </a:cubicBezTo>
                  <a:cubicBezTo>
                    <a:pt x="713" y="432"/>
                    <a:pt x="717" y="428"/>
                    <a:pt x="723" y="424"/>
                  </a:cubicBezTo>
                  <a:lnTo>
                    <a:pt x="768" y="400"/>
                  </a:lnTo>
                  <a:cubicBezTo>
                    <a:pt x="774" y="400"/>
                    <a:pt x="780" y="398"/>
                    <a:pt x="785" y="398"/>
                  </a:cubicBezTo>
                  <a:cubicBezTo>
                    <a:pt x="788" y="398"/>
                    <a:pt x="792" y="398"/>
                    <a:pt x="795" y="399"/>
                  </a:cubicBezTo>
                  <a:lnTo>
                    <a:pt x="795" y="399"/>
                  </a:lnTo>
                  <a:lnTo>
                    <a:pt x="116" y="3"/>
                  </a:lnTo>
                  <a:cubicBezTo>
                    <a:pt x="114" y="1"/>
                    <a:pt x="111" y="1"/>
                    <a:pt x="111"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0"/>
            <p:cNvSpPr/>
            <p:nvPr/>
          </p:nvSpPr>
          <p:spPr>
            <a:xfrm rot="-3560944">
              <a:off x="11956142" y="-783974"/>
              <a:ext cx="456837" cy="265893"/>
            </a:xfrm>
            <a:custGeom>
              <a:rect b="b" l="l" r="r" t="t"/>
              <a:pathLst>
                <a:path extrusionOk="0" h="447" w="768">
                  <a:moveTo>
                    <a:pt x="86" y="0"/>
                  </a:moveTo>
                  <a:lnTo>
                    <a:pt x="43" y="27"/>
                  </a:lnTo>
                  <a:lnTo>
                    <a:pt x="0" y="52"/>
                  </a:lnTo>
                  <a:lnTo>
                    <a:pt x="679" y="446"/>
                  </a:lnTo>
                  <a:lnTo>
                    <a:pt x="724" y="422"/>
                  </a:lnTo>
                  <a:lnTo>
                    <a:pt x="767" y="397"/>
                  </a:lnTo>
                  <a:lnTo>
                    <a:pt x="86"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0"/>
            <p:cNvSpPr/>
            <p:nvPr/>
          </p:nvSpPr>
          <p:spPr>
            <a:xfrm rot="-3560944">
              <a:off x="11940285" y="-741045"/>
              <a:ext cx="421741" cy="237936"/>
            </a:xfrm>
            <a:custGeom>
              <a:rect b="b" l="l" r="r" t="t"/>
              <a:pathLst>
                <a:path extrusionOk="0" h="400" w="709">
                  <a:moveTo>
                    <a:pt x="706" y="396"/>
                  </a:moveTo>
                  <a:lnTo>
                    <a:pt x="708" y="397"/>
                  </a:lnTo>
                  <a:cubicBezTo>
                    <a:pt x="708" y="397"/>
                    <a:pt x="707" y="397"/>
                    <a:pt x="706" y="396"/>
                  </a:cubicBezTo>
                  <a:close/>
                  <a:moveTo>
                    <a:pt x="29" y="0"/>
                  </a:moveTo>
                  <a:cubicBezTo>
                    <a:pt x="0" y="2"/>
                    <a:pt x="679" y="399"/>
                    <a:pt x="679" y="399"/>
                  </a:cubicBezTo>
                  <a:cubicBezTo>
                    <a:pt x="688" y="397"/>
                    <a:pt x="694" y="395"/>
                    <a:pt x="696" y="395"/>
                  </a:cubicBezTo>
                  <a:cubicBezTo>
                    <a:pt x="699" y="395"/>
                    <a:pt x="704" y="395"/>
                    <a:pt x="706" y="396"/>
                  </a:cubicBezTo>
                  <a:lnTo>
                    <a:pt x="706" y="396"/>
                  </a:lnTo>
                  <a:lnTo>
                    <a:pt x="29"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0"/>
            <p:cNvSpPr/>
            <p:nvPr/>
          </p:nvSpPr>
          <p:spPr>
            <a:xfrm rot="-3560944">
              <a:off x="11975074" y="-663085"/>
              <a:ext cx="404491" cy="249238"/>
            </a:xfrm>
            <a:custGeom>
              <a:rect b="b" l="l" r="r" t="t"/>
              <a:pathLst>
                <a:path extrusionOk="0" h="419" w="680">
                  <a:moveTo>
                    <a:pt x="0" y="1"/>
                  </a:moveTo>
                  <a:lnTo>
                    <a:pt x="0" y="23"/>
                  </a:lnTo>
                  <a:lnTo>
                    <a:pt x="680" y="418"/>
                  </a:lnTo>
                  <a:lnTo>
                    <a:pt x="680" y="398"/>
                  </a:lnTo>
                  <a:lnTo>
                    <a:pt x="0" y="1"/>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0"/>
            <p:cNvSpPr/>
            <p:nvPr/>
          </p:nvSpPr>
          <p:spPr>
            <a:xfrm rot="-3560944">
              <a:off x="11934159" y="-724156"/>
              <a:ext cx="430069" cy="251617"/>
            </a:xfrm>
            <a:custGeom>
              <a:rect b="b" l="l" r="r" t="t"/>
              <a:pathLst>
                <a:path extrusionOk="0" h="423" w="723">
                  <a:moveTo>
                    <a:pt x="45" y="1"/>
                  </a:moveTo>
                  <a:lnTo>
                    <a:pt x="0" y="25"/>
                  </a:lnTo>
                  <a:lnTo>
                    <a:pt x="679" y="422"/>
                  </a:lnTo>
                  <a:lnTo>
                    <a:pt x="722" y="393"/>
                  </a:lnTo>
                  <a:lnTo>
                    <a:pt x="45"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0"/>
            <p:cNvSpPr/>
            <p:nvPr/>
          </p:nvSpPr>
          <p:spPr>
            <a:xfrm rot="-3560944">
              <a:off x="11945683" y="-701277"/>
              <a:ext cx="430069" cy="278980"/>
            </a:xfrm>
            <a:custGeom>
              <a:rect b="b" l="l" r="r" t="t"/>
              <a:pathLst>
                <a:path extrusionOk="0" h="469" w="723">
                  <a:moveTo>
                    <a:pt x="43" y="0"/>
                  </a:moveTo>
                  <a:cubicBezTo>
                    <a:pt x="19" y="23"/>
                    <a:pt x="17" y="23"/>
                    <a:pt x="17" y="27"/>
                  </a:cubicBezTo>
                  <a:cubicBezTo>
                    <a:pt x="17" y="29"/>
                    <a:pt x="15" y="29"/>
                    <a:pt x="15" y="31"/>
                  </a:cubicBezTo>
                  <a:cubicBezTo>
                    <a:pt x="0" y="72"/>
                    <a:pt x="682" y="469"/>
                    <a:pt x="682" y="469"/>
                  </a:cubicBezTo>
                  <a:cubicBezTo>
                    <a:pt x="682" y="460"/>
                    <a:pt x="684" y="456"/>
                    <a:pt x="684" y="448"/>
                  </a:cubicBezTo>
                  <a:cubicBezTo>
                    <a:pt x="688" y="438"/>
                    <a:pt x="690" y="432"/>
                    <a:pt x="694" y="426"/>
                  </a:cubicBezTo>
                  <a:cubicBezTo>
                    <a:pt x="702" y="411"/>
                    <a:pt x="712" y="401"/>
                    <a:pt x="722" y="395"/>
                  </a:cubicBezTo>
                  <a:lnTo>
                    <a:pt x="43" y="0"/>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0"/>
            <p:cNvSpPr/>
            <p:nvPr/>
          </p:nvSpPr>
          <p:spPr>
            <a:xfrm rot="-3560944">
              <a:off x="11955391" y="-638188"/>
              <a:ext cx="455647" cy="265893"/>
            </a:xfrm>
            <a:custGeom>
              <a:rect b="b" l="l" r="r" t="t"/>
              <a:pathLst>
                <a:path extrusionOk="0" h="447" w="766">
                  <a:moveTo>
                    <a:pt x="86" y="0"/>
                  </a:moveTo>
                  <a:lnTo>
                    <a:pt x="41" y="27"/>
                  </a:lnTo>
                  <a:lnTo>
                    <a:pt x="0" y="51"/>
                  </a:lnTo>
                  <a:lnTo>
                    <a:pt x="680" y="446"/>
                  </a:lnTo>
                  <a:lnTo>
                    <a:pt x="723" y="422"/>
                  </a:lnTo>
                  <a:lnTo>
                    <a:pt x="766" y="395"/>
                  </a:lnTo>
                  <a:lnTo>
                    <a:pt x="86" y="0"/>
                  </a:lnTo>
                  <a:close/>
                </a:path>
              </a:pathLst>
            </a:custGeom>
            <a:solidFill>
              <a:srgbClr val="0C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0"/>
            <p:cNvSpPr/>
            <p:nvPr/>
          </p:nvSpPr>
          <p:spPr>
            <a:xfrm rot="-3560944">
              <a:off x="12183004" y="-273131"/>
              <a:ext cx="405086" cy="296230"/>
            </a:xfrm>
            <a:custGeom>
              <a:rect b="b" l="l" r="r" t="t"/>
              <a:pathLst>
                <a:path extrusionOk="0" h="498" w="681">
                  <a:moveTo>
                    <a:pt x="1" y="1"/>
                  </a:moveTo>
                  <a:lnTo>
                    <a:pt x="1" y="52"/>
                  </a:lnTo>
                  <a:lnTo>
                    <a:pt x="1" y="103"/>
                  </a:lnTo>
                  <a:lnTo>
                    <a:pt x="680" y="498"/>
                  </a:lnTo>
                  <a:lnTo>
                    <a:pt x="680" y="447"/>
                  </a:lnTo>
                  <a:lnTo>
                    <a:pt x="680" y="397"/>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0"/>
            <p:cNvSpPr/>
            <p:nvPr/>
          </p:nvSpPr>
          <p:spPr>
            <a:xfrm rot="-3560944">
              <a:off x="11938951" y="-596282"/>
              <a:ext cx="422931" cy="237936"/>
            </a:xfrm>
            <a:custGeom>
              <a:rect b="b" l="l" r="r" t="t"/>
              <a:pathLst>
                <a:path extrusionOk="0" h="400" w="711">
                  <a:moveTo>
                    <a:pt x="29" y="0"/>
                  </a:moveTo>
                  <a:cubicBezTo>
                    <a:pt x="0" y="2"/>
                    <a:pt x="682" y="399"/>
                    <a:pt x="682" y="399"/>
                  </a:cubicBezTo>
                  <a:cubicBezTo>
                    <a:pt x="686" y="397"/>
                    <a:pt x="692" y="395"/>
                    <a:pt x="696" y="395"/>
                  </a:cubicBezTo>
                  <a:cubicBezTo>
                    <a:pt x="702" y="395"/>
                    <a:pt x="706" y="395"/>
                    <a:pt x="710" y="397"/>
                  </a:cubicBezTo>
                  <a:lnTo>
                    <a:pt x="29" y="0"/>
                  </a:lnTo>
                  <a:close/>
                </a:path>
              </a:pathLst>
            </a:custGeom>
            <a:solidFill>
              <a:srgbClr val="17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0"/>
            <p:cNvSpPr/>
            <p:nvPr/>
          </p:nvSpPr>
          <p:spPr>
            <a:xfrm rot="-3560944">
              <a:off x="12138194" y="-236938"/>
              <a:ext cx="412224" cy="251022"/>
            </a:xfrm>
            <a:custGeom>
              <a:rect b="b" l="l" r="r" t="t"/>
              <a:pathLst>
                <a:path extrusionOk="0" h="422" w="693">
                  <a:moveTo>
                    <a:pt x="1" y="0"/>
                  </a:moveTo>
                  <a:cubicBezTo>
                    <a:pt x="1" y="13"/>
                    <a:pt x="5" y="21"/>
                    <a:pt x="13" y="27"/>
                  </a:cubicBezTo>
                  <a:lnTo>
                    <a:pt x="692" y="422"/>
                  </a:lnTo>
                  <a:cubicBezTo>
                    <a:pt x="686" y="418"/>
                    <a:pt x="680" y="407"/>
                    <a:pt x="680" y="397"/>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0"/>
            <p:cNvSpPr/>
            <p:nvPr/>
          </p:nvSpPr>
          <p:spPr>
            <a:xfrm rot="-3560944">
              <a:off x="12138554" y="-226788"/>
              <a:ext cx="404491" cy="235557"/>
            </a:xfrm>
            <a:custGeom>
              <a:rect b="b" l="l" r="r" t="t"/>
              <a:pathLst>
                <a:path extrusionOk="0" h="396" w="680">
                  <a:moveTo>
                    <a:pt x="1" y="1"/>
                  </a:moveTo>
                  <a:cubicBezTo>
                    <a:pt x="1" y="1"/>
                    <a:pt x="1" y="1"/>
                    <a:pt x="1" y="1"/>
                  </a:cubicBezTo>
                  <a:lnTo>
                    <a:pt x="680" y="395"/>
                  </a:lnTo>
                  <a:cubicBezTo>
                    <a:pt x="680" y="391"/>
                    <a:pt x="4"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0"/>
            <p:cNvSpPr/>
            <p:nvPr/>
          </p:nvSpPr>
          <p:spPr>
            <a:xfrm rot="-3560944">
              <a:off x="12137019" y="-227103"/>
              <a:ext cx="404491" cy="234367"/>
            </a:xfrm>
            <a:custGeom>
              <a:rect b="b" l="l" r="r" t="t"/>
              <a:pathLst>
                <a:path extrusionOk="0" h="394" w="680">
                  <a:moveTo>
                    <a:pt x="1" y="0"/>
                  </a:moveTo>
                  <a:cubicBezTo>
                    <a:pt x="1" y="0"/>
                    <a:pt x="1" y="0"/>
                    <a:pt x="1" y="0"/>
                  </a:cubicBezTo>
                  <a:lnTo>
                    <a:pt x="680" y="393"/>
                  </a:lnTo>
                  <a:cubicBezTo>
                    <a:pt x="680" y="391"/>
                    <a:pt x="4"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0"/>
            <p:cNvSpPr/>
            <p:nvPr/>
          </p:nvSpPr>
          <p:spPr>
            <a:xfrm rot="-3560944">
              <a:off x="12134460" y="-229214"/>
              <a:ext cx="404491" cy="235557"/>
            </a:xfrm>
            <a:custGeom>
              <a:rect b="b" l="l" r="r" t="t"/>
              <a:pathLst>
                <a:path extrusionOk="0" h="396" w="680">
                  <a:moveTo>
                    <a:pt x="1" y="0"/>
                  </a:moveTo>
                  <a:cubicBezTo>
                    <a:pt x="1" y="0"/>
                    <a:pt x="1" y="0"/>
                    <a:pt x="1" y="0"/>
                  </a:cubicBezTo>
                  <a:lnTo>
                    <a:pt x="680" y="395"/>
                  </a:lnTo>
                  <a:cubicBezTo>
                    <a:pt x="680" y="393"/>
                    <a:pt x="4"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0"/>
            <p:cNvSpPr/>
            <p:nvPr/>
          </p:nvSpPr>
          <p:spPr>
            <a:xfrm rot="-3560944">
              <a:off x="11976169" y="-514946"/>
              <a:ext cx="406870" cy="247453"/>
            </a:xfrm>
            <a:custGeom>
              <a:rect b="b" l="l" r="r" t="t"/>
              <a:pathLst>
                <a:path extrusionOk="0" h="416" w="684">
                  <a:moveTo>
                    <a:pt x="1" y="1"/>
                  </a:moveTo>
                  <a:lnTo>
                    <a:pt x="5" y="21"/>
                  </a:lnTo>
                  <a:lnTo>
                    <a:pt x="684" y="416"/>
                  </a:lnTo>
                  <a:lnTo>
                    <a:pt x="680" y="393"/>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0"/>
            <p:cNvSpPr/>
            <p:nvPr/>
          </p:nvSpPr>
          <p:spPr>
            <a:xfrm rot="-3560944">
              <a:off x="12079095" y="-301696"/>
              <a:ext cx="415793" cy="237936"/>
            </a:xfrm>
            <a:custGeom>
              <a:rect b="b" l="l" r="r" t="t"/>
              <a:pathLst>
                <a:path extrusionOk="0" h="400" w="699">
                  <a:moveTo>
                    <a:pt x="21" y="0"/>
                  </a:moveTo>
                  <a:lnTo>
                    <a:pt x="1" y="6"/>
                  </a:lnTo>
                  <a:lnTo>
                    <a:pt x="678" y="399"/>
                  </a:lnTo>
                  <a:lnTo>
                    <a:pt x="698" y="397"/>
                  </a:lnTo>
                  <a:lnTo>
                    <a:pt x="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0"/>
            <p:cNvSpPr/>
            <p:nvPr/>
          </p:nvSpPr>
          <p:spPr>
            <a:xfrm rot="-3560944">
              <a:off x="11965801" y="-500200"/>
              <a:ext cx="453268" cy="284333"/>
            </a:xfrm>
            <a:custGeom>
              <a:rect b="b" l="l" r="r" t="t"/>
              <a:pathLst>
                <a:path extrusionOk="0" h="478" w="762">
                  <a:moveTo>
                    <a:pt x="81" y="1"/>
                  </a:moveTo>
                  <a:cubicBezTo>
                    <a:pt x="72" y="9"/>
                    <a:pt x="68" y="11"/>
                    <a:pt x="66" y="15"/>
                  </a:cubicBezTo>
                  <a:lnTo>
                    <a:pt x="60" y="19"/>
                  </a:lnTo>
                  <a:cubicBezTo>
                    <a:pt x="56" y="21"/>
                    <a:pt x="52" y="28"/>
                    <a:pt x="50" y="30"/>
                  </a:cubicBezTo>
                  <a:lnTo>
                    <a:pt x="42" y="38"/>
                  </a:lnTo>
                  <a:lnTo>
                    <a:pt x="40" y="40"/>
                  </a:lnTo>
                  <a:lnTo>
                    <a:pt x="1" y="81"/>
                  </a:lnTo>
                  <a:lnTo>
                    <a:pt x="682" y="478"/>
                  </a:lnTo>
                  <a:lnTo>
                    <a:pt x="721" y="437"/>
                  </a:lnTo>
                  <a:cubicBezTo>
                    <a:pt x="725" y="431"/>
                    <a:pt x="727" y="429"/>
                    <a:pt x="731" y="429"/>
                  </a:cubicBezTo>
                  <a:lnTo>
                    <a:pt x="731" y="427"/>
                  </a:lnTo>
                  <a:cubicBezTo>
                    <a:pt x="733" y="425"/>
                    <a:pt x="739" y="420"/>
                    <a:pt x="741" y="416"/>
                  </a:cubicBezTo>
                  <a:cubicBezTo>
                    <a:pt x="744" y="414"/>
                    <a:pt x="746" y="414"/>
                    <a:pt x="746" y="410"/>
                  </a:cubicBezTo>
                  <a:cubicBezTo>
                    <a:pt x="752" y="408"/>
                    <a:pt x="754" y="406"/>
                    <a:pt x="756" y="404"/>
                  </a:cubicBezTo>
                  <a:cubicBezTo>
                    <a:pt x="762" y="400"/>
                    <a:pt x="762" y="398"/>
                    <a:pt x="762" y="398"/>
                  </a:cubicBezTo>
                  <a:lnTo>
                    <a:pt x="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0"/>
            <p:cNvSpPr/>
            <p:nvPr/>
          </p:nvSpPr>
          <p:spPr>
            <a:xfrm rot="-3560944">
              <a:off x="11932100" y="-578302"/>
              <a:ext cx="456837" cy="296230"/>
            </a:xfrm>
            <a:custGeom>
              <a:rect b="b" l="l" r="r" t="t"/>
              <a:pathLst>
                <a:path extrusionOk="0" h="498" w="768">
                  <a:moveTo>
                    <a:pt x="88" y="0"/>
                  </a:moveTo>
                  <a:cubicBezTo>
                    <a:pt x="88" y="0"/>
                    <a:pt x="76" y="6"/>
                    <a:pt x="66" y="13"/>
                  </a:cubicBezTo>
                  <a:lnTo>
                    <a:pt x="41" y="27"/>
                  </a:lnTo>
                  <a:lnTo>
                    <a:pt x="15" y="54"/>
                  </a:lnTo>
                  <a:cubicBezTo>
                    <a:pt x="13" y="56"/>
                    <a:pt x="13" y="56"/>
                    <a:pt x="13" y="58"/>
                  </a:cubicBezTo>
                  <a:cubicBezTo>
                    <a:pt x="0" y="105"/>
                    <a:pt x="680" y="497"/>
                    <a:pt x="680" y="497"/>
                  </a:cubicBezTo>
                  <a:cubicBezTo>
                    <a:pt x="678" y="493"/>
                    <a:pt x="678" y="485"/>
                    <a:pt x="680" y="481"/>
                  </a:cubicBezTo>
                  <a:cubicBezTo>
                    <a:pt x="682" y="473"/>
                    <a:pt x="686" y="465"/>
                    <a:pt x="688" y="461"/>
                  </a:cubicBezTo>
                  <a:cubicBezTo>
                    <a:pt x="692" y="452"/>
                    <a:pt x="696" y="446"/>
                    <a:pt x="700" y="440"/>
                  </a:cubicBezTo>
                  <a:cubicBezTo>
                    <a:pt x="706" y="432"/>
                    <a:pt x="710" y="426"/>
                    <a:pt x="719" y="424"/>
                  </a:cubicBezTo>
                  <a:cubicBezTo>
                    <a:pt x="719" y="424"/>
                    <a:pt x="731" y="416"/>
                    <a:pt x="743" y="405"/>
                  </a:cubicBezTo>
                  <a:cubicBezTo>
                    <a:pt x="757" y="399"/>
                    <a:pt x="768" y="393"/>
                    <a:pt x="768" y="393"/>
                  </a:cubicBezTo>
                  <a:lnTo>
                    <a:pt x="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0"/>
            <p:cNvSpPr/>
            <p:nvPr/>
          </p:nvSpPr>
          <p:spPr>
            <a:xfrm rot="-3560944">
              <a:off x="12052390" y="-361989"/>
              <a:ext cx="428285" cy="300394"/>
            </a:xfrm>
            <a:custGeom>
              <a:rect b="b" l="l" r="r" t="t"/>
              <a:pathLst>
                <a:path extrusionOk="0" h="505" w="720">
                  <a:moveTo>
                    <a:pt x="40" y="1"/>
                  </a:moveTo>
                  <a:cubicBezTo>
                    <a:pt x="40" y="1"/>
                    <a:pt x="38" y="3"/>
                    <a:pt x="38" y="5"/>
                  </a:cubicBezTo>
                  <a:cubicBezTo>
                    <a:pt x="34" y="11"/>
                    <a:pt x="32" y="13"/>
                    <a:pt x="32" y="17"/>
                  </a:cubicBezTo>
                  <a:cubicBezTo>
                    <a:pt x="30" y="21"/>
                    <a:pt x="30" y="25"/>
                    <a:pt x="28" y="28"/>
                  </a:cubicBezTo>
                  <a:cubicBezTo>
                    <a:pt x="23" y="30"/>
                    <a:pt x="23" y="34"/>
                    <a:pt x="23" y="36"/>
                  </a:cubicBezTo>
                  <a:cubicBezTo>
                    <a:pt x="21" y="40"/>
                    <a:pt x="19" y="46"/>
                    <a:pt x="19" y="48"/>
                  </a:cubicBezTo>
                  <a:cubicBezTo>
                    <a:pt x="17" y="52"/>
                    <a:pt x="17" y="52"/>
                    <a:pt x="17" y="54"/>
                  </a:cubicBezTo>
                  <a:cubicBezTo>
                    <a:pt x="13" y="58"/>
                    <a:pt x="1" y="109"/>
                    <a:pt x="1" y="109"/>
                  </a:cubicBezTo>
                  <a:lnTo>
                    <a:pt x="682" y="504"/>
                  </a:lnTo>
                  <a:lnTo>
                    <a:pt x="697" y="453"/>
                  </a:lnTo>
                  <a:cubicBezTo>
                    <a:pt x="697" y="453"/>
                    <a:pt x="699" y="447"/>
                    <a:pt x="699" y="445"/>
                  </a:cubicBezTo>
                  <a:cubicBezTo>
                    <a:pt x="703" y="443"/>
                    <a:pt x="703" y="437"/>
                    <a:pt x="705" y="433"/>
                  </a:cubicBezTo>
                  <a:cubicBezTo>
                    <a:pt x="707" y="429"/>
                    <a:pt x="707" y="426"/>
                    <a:pt x="707" y="424"/>
                  </a:cubicBezTo>
                  <a:cubicBezTo>
                    <a:pt x="709" y="422"/>
                    <a:pt x="709" y="416"/>
                    <a:pt x="713" y="416"/>
                  </a:cubicBezTo>
                  <a:cubicBezTo>
                    <a:pt x="715" y="410"/>
                    <a:pt x="717" y="406"/>
                    <a:pt x="717" y="404"/>
                  </a:cubicBezTo>
                  <a:cubicBezTo>
                    <a:pt x="719" y="400"/>
                    <a:pt x="719" y="396"/>
                    <a:pt x="719" y="396"/>
                  </a:cubicBezTo>
                  <a:lnTo>
                    <a:pt x="4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0"/>
            <p:cNvSpPr/>
            <p:nvPr/>
          </p:nvSpPr>
          <p:spPr>
            <a:xfrm rot="-3560944">
              <a:off x="12093632" y="-299970"/>
              <a:ext cx="436017" cy="313480"/>
            </a:xfrm>
            <a:custGeom>
              <a:rect b="b" l="l" r="r" t="t"/>
              <a:pathLst>
                <a:path extrusionOk="0" h="527" w="733">
                  <a:moveTo>
                    <a:pt x="52" y="0"/>
                  </a:moveTo>
                  <a:cubicBezTo>
                    <a:pt x="21" y="25"/>
                    <a:pt x="21" y="25"/>
                    <a:pt x="19" y="25"/>
                  </a:cubicBezTo>
                  <a:cubicBezTo>
                    <a:pt x="17" y="25"/>
                    <a:pt x="17" y="27"/>
                    <a:pt x="17" y="31"/>
                  </a:cubicBezTo>
                  <a:cubicBezTo>
                    <a:pt x="5" y="72"/>
                    <a:pt x="0" y="84"/>
                    <a:pt x="0" y="103"/>
                  </a:cubicBezTo>
                  <a:lnTo>
                    <a:pt x="0" y="107"/>
                  </a:lnTo>
                  <a:lnTo>
                    <a:pt x="0" y="127"/>
                  </a:lnTo>
                  <a:cubicBezTo>
                    <a:pt x="0" y="129"/>
                    <a:pt x="682" y="526"/>
                    <a:pt x="682" y="526"/>
                  </a:cubicBezTo>
                  <a:lnTo>
                    <a:pt x="682" y="518"/>
                  </a:lnTo>
                  <a:lnTo>
                    <a:pt x="682" y="506"/>
                  </a:lnTo>
                  <a:lnTo>
                    <a:pt x="682" y="498"/>
                  </a:lnTo>
                  <a:cubicBezTo>
                    <a:pt x="684" y="483"/>
                    <a:pt x="684" y="467"/>
                    <a:pt x="684" y="467"/>
                  </a:cubicBezTo>
                  <a:cubicBezTo>
                    <a:pt x="686" y="461"/>
                    <a:pt x="686" y="453"/>
                    <a:pt x="690" y="446"/>
                  </a:cubicBezTo>
                  <a:cubicBezTo>
                    <a:pt x="692" y="436"/>
                    <a:pt x="694" y="432"/>
                    <a:pt x="698" y="424"/>
                  </a:cubicBezTo>
                  <a:cubicBezTo>
                    <a:pt x="702" y="416"/>
                    <a:pt x="704" y="412"/>
                    <a:pt x="710" y="410"/>
                  </a:cubicBezTo>
                  <a:cubicBezTo>
                    <a:pt x="715" y="403"/>
                    <a:pt x="721" y="401"/>
                    <a:pt x="723" y="399"/>
                  </a:cubicBezTo>
                  <a:cubicBezTo>
                    <a:pt x="729" y="395"/>
                    <a:pt x="731" y="393"/>
                    <a:pt x="733" y="393"/>
                  </a:cubicBezTo>
                  <a:lnTo>
                    <a:pt x="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0"/>
            <p:cNvSpPr/>
            <p:nvPr/>
          </p:nvSpPr>
          <p:spPr>
            <a:xfrm rot="-3560944">
              <a:off x="11980353" y="-405644"/>
              <a:ext cx="427690" cy="273626"/>
            </a:xfrm>
            <a:custGeom>
              <a:rect b="b" l="l" r="r" t="t"/>
              <a:pathLst>
                <a:path extrusionOk="0" h="460" w="719">
                  <a:moveTo>
                    <a:pt x="39" y="1"/>
                  </a:moveTo>
                  <a:lnTo>
                    <a:pt x="0" y="62"/>
                  </a:lnTo>
                  <a:lnTo>
                    <a:pt x="682" y="459"/>
                  </a:lnTo>
                  <a:lnTo>
                    <a:pt x="719" y="394"/>
                  </a:lnTo>
                  <a:lnTo>
                    <a:pt x="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0"/>
            <p:cNvSpPr/>
            <p:nvPr/>
          </p:nvSpPr>
          <p:spPr>
            <a:xfrm rot="-3560944">
              <a:off x="11965796" y="-432646"/>
              <a:ext cx="437207" cy="251022"/>
            </a:xfrm>
            <a:custGeom>
              <a:rect b="b" l="l" r="r" t="t"/>
              <a:pathLst>
                <a:path extrusionOk="0" h="422" w="735">
                  <a:moveTo>
                    <a:pt x="54" y="0"/>
                  </a:moveTo>
                  <a:cubicBezTo>
                    <a:pt x="0" y="29"/>
                    <a:pt x="680" y="422"/>
                    <a:pt x="680" y="422"/>
                  </a:cubicBezTo>
                  <a:cubicBezTo>
                    <a:pt x="686" y="416"/>
                    <a:pt x="688" y="412"/>
                    <a:pt x="694" y="407"/>
                  </a:cubicBezTo>
                  <a:cubicBezTo>
                    <a:pt x="698" y="405"/>
                    <a:pt x="704" y="401"/>
                    <a:pt x="706" y="399"/>
                  </a:cubicBezTo>
                  <a:cubicBezTo>
                    <a:pt x="710" y="397"/>
                    <a:pt x="716" y="395"/>
                    <a:pt x="720" y="395"/>
                  </a:cubicBezTo>
                  <a:cubicBezTo>
                    <a:pt x="727" y="395"/>
                    <a:pt x="731" y="395"/>
                    <a:pt x="735" y="397"/>
                  </a:cubicBezTo>
                  <a:lnTo>
                    <a:pt x="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0"/>
            <p:cNvSpPr/>
            <p:nvPr/>
          </p:nvSpPr>
          <p:spPr>
            <a:xfrm rot="-3560944">
              <a:off x="12013335" y="-376884"/>
              <a:ext cx="411629" cy="275411"/>
            </a:xfrm>
            <a:custGeom>
              <a:rect b="b" l="l" r="r" t="t"/>
              <a:pathLst>
                <a:path extrusionOk="0" h="463" w="692">
                  <a:moveTo>
                    <a:pt x="10" y="0"/>
                  </a:moveTo>
                  <a:cubicBezTo>
                    <a:pt x="0" y="56"/>
                    <a:pt x="0" y="58"/>
                    <a:pt x="0" y="58"/>
                  </a:cubicBezTo>
                  <a:lnTo>
                    <a:pt x="8" y="66"/>
                  </a:lnTo>
                  <a:lnTo>
                    <a:pt x="684" y="460"/>
                  </a:lnTo>
                  <a:lnTo>
                    <a:pt x="684" y="460"/>
                  </a:lnTo>
                  <a:cubicBezTo>
                    <a:pt x="682" y="458"/>
                    <a:pt x="682" y="455"/>
                    <a:pt x="682" y="452"/>
                  </a:cubicBezTo>
                  <a:cubicBezTo>
                    <a:pt x="675" y="450"/>
                    <a:pt x="675" y="444"/>
                    <a:pt x="675" y="436"/>
                  </a:cubicBezTo>
                  <a:cubicBezTo>
                    <a:pt x="675" y="430"/>
                    <a:pt x="680" y="424"/>
                    <a:pt x="682" y="416"/>
                  </a:cubicBezTo>
                  <a:cubicBezTo>
                    <a:pt x="684" y="409"/>
                    <a:pt x="686" y="401"/>
                    <a:pt x="692" y="393"/>
                  </a:cubicBezTo>
                  <a:lnTo>
                    <a:pt x="10" y="0"/>
                  </a:lnTo>
                  <a:close/>
                  <a:moveTo>
                    <a:pt x="684" y="460"/>
                  </a:moveTo>
                  <a:cubicBezTo>
                    <a:pt x="686" y="461"/>
                    <a:pt x="687" y="462"/>
                    <a:pt x="690" y="463"/>
                  </a:cubicBezTo>
                  <a:lnTo>
                    <a:pt x="684" y="46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0"/>
            <p:cNvSpPr/>
            <p:nvPr/>
          </p:nvSpPr>
          <p:spPr>
            <a:xfrm rot="-3560944">
              <a:off x="11037179" y="-3063601"/>
              <a:ext cx="3135400" cy="2193174"/>
            </a:xfrm>
            <a:custGeom>
              <a:rect b="b" l="l" r="r" t="t"/>
              <a:pathLst>
                <a:path extrusionOk="0" h="3687" w="5271">
                  <a:moveTo>
                    <a:pt x="5038" y="135"/>
                  </a:moveTo>
                  <a:cubicBezTo>
                    <a:pt x="5053" y="135"/>
                    <a:pt x="5067" y="137"/>
                    <a:pt x="5076" y="142"/>
                  </a:cubicBezTo>
                  <a:cubicBezTo>
                    <a:pt x="5091" y="146"/>
                    <a:pt x="5097" y="148"/>
                    <a:pt x="5097" y="148"/>
                  </a:cubicBezTo>
                  <a:lnTo>
                    <a:pt x="5103" y="154"/>
                  </a:lnTo>
                  <a:cubicBezTo>
                    <a:pt x="5107" y="156"/>
                    <a:pt x="5113" y="158"/>
                    <a:pt x="5115" y="164"/>
                  </a:cubicBezTo>
                  <a:cubicBezTo>
                    <a:pt x="5127" y="172"/>
                    <a:pt x="5138" y="187"/>
                    <a:pt x="5146" y="205"/>
                  </a:cubicBezTo>
                  <a:cubicBezTo>
                    <a:pt x="5156" y="223"/>
                    <a:pt x="5158" y="244"/>
                    <a:pt x="5162" y="260"/>
                  </a:cubicBezTo>
                  <a:cubicBezTo>
                    <a:pt x="5164" y="270"/>
                    <a:pt x="5164" y="277"/>
                    <a:pt x="5164" y="281"/>
                  </a:cubicBezTo>
                  <a:lnTo>
                    <a:pt x="5164" y="291"/>
                  </a:lnTo>
                  <a:lnTo>
                    <a:pt x="5164" y="534"/>
                  </a:lnTo>
                  <a:cubicBezTo>
                    <a:pt x="5165" y="533"/>
                    <a:pt x="5166" y="533"/>
                    <a:pt x="5167" y="533"/>
                  </a:cubicBezTo>
                  <a:lnTo>
                    <a:pt x="5167" y="533"/>
                  </a:lnTo>
                  <a:cubicBezTo>
                    <a:pt x="5174" y="533"/>
                    <a:pt x="5173" y="578"/>
                    <a:pt x="5154" y="628"/>
                  </a:cubicBezTo>
                  <a:cubicBezTo>
                    <a:pt x="5144" y="657"/>
                    <a:pt x="5132" y="686"/>
                    <a:pt x="5121" y="706"/>
                  </a:cubicBezTo>
                  <a:cubicBezTo>
                    <a:pt x="5115" y="716"/>
                    <a:pt x="5111" y="725"/>
                    <a:pt x="5105" y="731"/>
                  </a:cubicBezTo>
                  <a:cubicBezTo>
                    <a:pt x="5101" y="737"/>
                    <a:pt x="5101" y="741"/>
                    <a:pt x="5097" y="741"/>
                  </a:cubicBezTo>
                  <a:cubicBezTo>
                    <a:pt x="5095" y="745"/>
                    <a:pt x="5064" y="796"/>
                    <a:pt x="5021" y="835"/>
                  </a:cubicBezTo>
                  <a:cubicBezTo>
                    <a:pt x="5001" y="860"/>
                    <a:pt x="4976" y="874"/>
                    <a:pt x="4962" y="886"/>
                  </a:cubicBezTo>
                  <a:cubicBezTo>
                    <a:pt x="4943" y="897"/>
                    <a:pt x="4933" y="905"/>
                    <a:pt x="4933" y="905"/>
                  </a:cubicBezTo>
                  <a:lnTo>
                    <a:pt x="4720" y="1027"/>
                  </a:lnTo>
                  <a:lnTo>
                    <a:pt x="4510" y="1150"/>
                  </a:lnTo>
                  <a:lnTo>
                    <a:pt x="4297" y="1273"/>
                  </a:lnTo>
                  <a:lnTo>
                    <a:pt x="4084" y="1396"/>
                  </a:lnTo>
                  <a:lnTo>
                    <a:pt x="3871" y="1518"/>
                  </a:lnTo>
                  <a:lnTo>
                    <a:pt x="3661" y="1641"/>
                  </a:lnTo>
                  <a:lnTo>
                    <a:pt x="3448" y="1764"/>
                  </a:lnTo>
                  <a:lnTo>
                    <a:pt x="3235" y="1887"/>
                  </a:lnTo>
                  <a:lnTo>
                    <a:pt x="3022" y="2009"/>
                  </a:lnTo>
                  <a:lnTo>
                    <a:pt x="2811" y="2132"/>
                  </a:lnTo>
                  <a:lnTo>
                    <a:pt x="2599" y="2255"/>
                  </a:lnTo>
                  <a:lnTo>
                    <a:pt x="2386" y="2378"/>
                  </a:lnTo>
                  <a:lnTo>
                    <a:pt x="2173" y="2501"/>
                  </a:lnTo>
                  <a:lnTo>
                    <a:pt x="1962" y="2623"/>
                  </a:lnTo>
                  <a:lnTo>
                    <a:pt x="1750" y="2746"/>
                  </a:lnTo>
                  <a:lnTo>
                    <a:pt x="1537" y="2869"/>
                  </a:lnTo>
                  <a:lnTo>
                    <a:pt x="1324" y="2992"/>
                  </a:lnTo>
                  <a:lnTo>
                    <a:pt x="1113" y="3114"/>
                  </a:lnTo>
                  <a:lnTo>
                    <a:pt x="901" y="3237"/>
                  </a:lnTo>
                  <a:lnTo>
                    <a:pt x="688" y="3360"/>
                  </a:lnTo>
                  <a:lnTo>
                    <a:pt x="475" y="3483"/>
                  </a:lnTo>
                  <a:cubicBezTo>
                    <a:pt x="473" y="3483"/>
                    <a:pt x="463" y="3491"/>
                    <a:pt x="442" y="3503"/>
                  </a:cubicBezTo>
                  <a:cubicBezTo>
                    <a:pt x="434" y="3509"/>
                    <a:pt x="428" y="3513"/>
                    <a:pt x="418" y="3519"/>
                  </a:cubicBezTo>
                  <a:cubicBezTo>
                    <a:pt x="401" y="3530"/>
                    <a:pt x="383" y="3538"/>
                    <a:pt x="371" y="3544"/>
                  </a:cubicBezTo>
                  <a:cubicBezTo>
                    <a:pt x="348" y="3558"/>
                    <a:pt x="328" y="3564"/>
                    <a:pt x="309" y="3571"/>
                  </a:cubicBezTo>
                  <a:cubicBezTo>
                    <a:pt x="301" y="3573"/>
                    <a:pt x="295" y="3573"/>
                    <a:pt x="289" y="3575"/>
                  </a:cubicBezTo>
                  <a:cubicBezTo>
                    <a:pt x="285" y="3579"/>
                    <a:pt x="281" y="3579"/>
                    <a:pt x="281" y="3579"/>
                  </a:cubicBezTo>
                  <a:cubicBezTo>
                    <a:pt x="280" y="3579"/>
                    <a:pt x="276" y="3579"/>
                    <a:pt x="270" y="3579"/>
                  </a:cubicBezTo>
                  <a:cubicBezTo>
                    <a:pt x="255" y="3579"/>
                    <a:pt x="230" y="3577"/>
                    <a:pt x="207" y="3564"/>
                  </a:cubicBezTo>
                  <a:cubicBezTo>
                    <a:pt x="189" y="3558"/>
                    <a:pt x="176" y="3544"/>
                    <a:pt x="168" y="3534"/>
                  </a:cubicBezTo>
                  <a:cubicBezTo>
                    <a:pt x="164" y="3528"/>
                    <a:pt x="162" y="3521"/>
                    <a:pt x="158" y="3519"/>
                  </a:cubicBezTo>
                  <a:cubicBezTo>
                    <a:pt x="156" y="3517"/>
                    <a:pt x="156" y="3513"/>
                    <a:pt x="156" y="3511"/>
                  </a:cubicBezTo>
                  <a:cubicBezTo>
                    <a:pt x="156" y="3511"/>
                    <a:pt x="152" y="3503"/>
                    <a:pt x="146" y="3489"/>
                  </a:cubicBezTo>
                  <a:cubicBezTo>
                    <a:pt x="142" y="3472"/>
                    <a:pt x="137" y="3452"/>
                    <a:pt x="137" y="3425"/>
                  </a:cubicBezTo>
                  <a:lnTo>
                    <a:pt x="137" y="3303"/>
                  </a:lnTo>
                  <a:lnTo>
                    <a:pt x="137" y="3182"/>
                  </a:lnTo>
                  <a:cubicBezTo>
                    <a:pt x="137" y="3155"/>
                    <a:pt x="144" y="3131"/>
                    <a:pt x="148" y="3110"/>
                  </a:cubicBezTo>
                  <a:cubicBezTo>
                    <a:pt x="152" y="3100"/>
                    <a:pt x="154" y="3092"/>
                    <a:pt x="156" y="3084"/>
                  </a:cubicBezTo>
                  <a:cubicBezTo>
                    <a:pt x="158" y="3077"/>
                    <a:pt x="158" y="3073"/>
                    <a:pt x="158" y="3073"/>
                  </a:cubicBezTo>
                  <a:cubicBezTo>
                    <a:pt x="162" y="3071"/>
                    <a:pt x="176" y="3018"/>
                    <a:pt x="213" y="2967"/>
                  </a:cubicBezTo>
                  <a:cubicBezTo>
                    <a:pt x="227" y="2938"/>
                    <a:pt x="248" y="2916"/>
                    <a:pt x="264" y="2899"/>
                  </a:cubicBezTo>
                  <a:cubicBezTo>
                    <a:pt x="270" y="2889"/>
                    <a:pt x="279" y="2885"/>
                    <a:pt x="281" y="2879"/>
                  </a:cubicBezTo>
                  <a:lnTo>
                    <a:pt x="289" y="2873"/>
                  </a:lnTo>
                  <a:lnTo>
                    <a:pt x="297" y="2865"/>
                  </a:lnTo>
                  <a:cubicBezTo>
                    <a:pt x="301" y="2859"/>
                    <a:pt x="309" y="2854"/>
                    <a:pt x="318" y="2846"/>
                  </a:cubicBezTo>
                  <a:cubicBezTo>
                    <a:pt x="332" y="2832"/>
                    <a:pt x="356" y="2816"/>
                    <a:pt x="379" y="2803"/>
                  </a:cubicBezTo>
                  <a:cubicBezTo>
                    <a:pt x="432" y="2773"/>
                    <a:pt x="481" y="2744"/>
                    <a:pt x="483" y="2742"/>
                  </a:cubicBezTo>
                  <a:lnTo>
                    <a:pt x="696" y="2619"/>
                  </a:lnTo>
                  <a:lnTo>
                    <a:pt x="909" y="2496"/>
                  </a:lnTo>
                  <a:lnTo>
                    <a:pt x="1120" y="2374"/>
                  </a:lnTo>
                  <a:lnTo>
                    <a:pt x="1332" y="2251"/>
                  </a:lnTo>
                  <a:lnTo>
                    <a:pt x="1545" y="2128"/>
                  </a:lnTo>
                  <a:lnTo>
                    <a:pt x="1758" y="2005"/>
                  </a:lnTo>
                  <a:lnTo>
                    <a:pt x="1969" y="1883"/>
                  </a:lnTo>
                  <a:lnTo>
                    <a:pt x="2181" y="1760"/>
                  </a:lnTo>
                  <a:lnTo>
                    <a:pt x="2394" y="1637"/>
                  </a:lnTo>
                  <a:lnTo>
                    <a:pt x="2607" y="1514"/>
                  </a:lnTo>
                  <a:lnTo>
                    <a:pt x="2818" y="1392"/>
                  </a:lnTo>
                  <a:lnTo>
                    <a:pt x="3030" y="1269"/>
                  </a:lnTo>
                  <a:lnTo>
                    <a:pt x="3243" y="1146"/>
                  </a:lnTo>
                  <a:lnTo>
                    <a:pt x="3456" y="1023"/>
                  </a:lnTo>
                  <a:lnTo>
                    <a:pt x="3667" y="901"/>
                  </a:lnTo>
                  <a:lnTo>
                    <a:pt x="3879" y="778"/>
                  </a:lnTo>
                  <a:lnTo>
                    <a:pt x="4092" y="655"/>
                  </a:lnTo>
                  <a:lnTo>
                    <a:pt x="4305" y="532"/>
                  </a:lnTo>
                  <a:lnTo>
                    <a:pt x="4516" y="410"/>
                  </a:lnTo>
                  <a:lnTo>
                    <a:pt x="4729" y="287"/>
                  </a:lnTo>
                  <a:cubicBezTo>
                    <a:pt x="4733" y="285"/>
                    <a:pt x="4784" y="256"/>
                    <a:pt x="4835" y="225"/>
                  </a:cubicBezTo>
                  <a:cubicBezTo>
                    <a:pt x="4886" y="196"/>
                    <a:pt x="4936" y="166"/>
                    <a:pt x="4937" y="166"/>
                  </a:cubicBezTo>
                  <a:lnTo>
                    <a:pt x="4937" y="166"/>
                  </a:lnTo>
                  <a:cubicBezTo>
                    <a:pt x="4937" y="166"/>
                    <a:pt x="4937" y="166"/>
                    <a:pt x="4937" y="166"/>
                  </a:cubicBezTo>
                  <a:cubicBezTo>
                    <a:pt x="4939" y="164"/>
                    <a:pt x="4982" y="142"/>
                    <a:pt x="5023" y="135"/>
                  </a:cubicBezTo>
                  <a:cubicBezTo>
                    <a:pt x="5028" y="135"/>
                    <a:pt x="5033" y="135"/>
                    <a:pt x="5038" y="135"/>
                  </a:cubicBezTo>
                  <a:close/>
                  <a:moveTo>
                    <a:pt x="5091" y="0"/>
                  </a:moveTo>
                  <a:cubicBezTo>
                    <a:pt x="5091" y="0"/>
                    <a:pt x="5076" y="2"/>
                    <a:pt x="5066" y="2"/>
                  </a:cubicBezTo>
                  <a:cubicBezTo>
                    <a:pt x="5054" y="4"/>
                    <a:pt x="5044" y="9"/>
                    <a:pt x="5042" y="9"/>
                  </a:cubicBezTo>
                  <a:cubicBezTo>
                    <a:pt x="5035" y="11"/>
                    <a:pt x="5031" y="11"/>
                    <a:pt x="5025" y="13"/>
                  </a:cubicBezTo>
                  <a:cubicBezTo>
                    <a:pt x="5005" y="25"/>
                    <a:pt x="4990" y="49"/>
                    <a:pt x="4988" y="70"/>
                  </a:cubicBezTo>
                  <a:lnTo>
                    <a:pt x="4982" y="95"/>
                  </a:lnTo>
                  <a:cubicBezTo>
                    <a:pt x="4982" y="95"/>
                    <a:pt x="4972" y="101"/>
                    <a:pt x="4962" y="103"/>
                  </a:cubicBezTo>
                  <a:lnTo>
                    <a:pt x="4941" y="113"/>
                  </a:lnTo>
                  <a:cubicBezTo>
                    <a:pt x="4941" y="113"/>
                    <a:pt x="4933" y="117"/>
                    <a:pt x="4923" y="123"/>
                  </a:cubicBezTo>
                  <a:cubicBezTo>
                    <a:pt x="4921" y="125"/>
                    <a:pt x="4921" y="125"/>
                    <a:pt x="4919" y="125"/>
                  </a:cubicBezTo>
                  <a:cubicBezTo>
                    <a:pt x="4909" y="133"/>
                    <a:pt x="4898" y="137"/>
                    <a:pt x="4896" y="137"/>
                  </a:cubicBezTo>
                  <a:lnTo>
                    <a:pt x="4896" y="115"/>
                  </a:lnTo>
                  <a:cubicBezTo>
                    <a:pt x="4896" y="97"/>
                    <a:pt x="4887" y="87"/>
                    <a:pt x="4873" y="87"/>
                  </a:cubicBezTo>
                  <a:cubicBezTo>
                    <a:pt x="4868" y="87"/>
                    <a:pt x="4862" y="89"/>
                    <a:pt x="4855" y="92"/>
                  </a:cubicBezTo>
                  <a:lnTo>
                    <a:pt x="4810" y="117"/>
                  </a:lnTo>
                  <a:cubicBezTo>
                    <a:pt x="4788" y="131"/>
                    <a:pt x="4769" y="162"/>
                    <a:pt x="4769" y="187"/>
                  </a:cubicBezTo>
                  <a:lnTo>
                    <a:pt x="4769" y="209"/>
                  </a:lnTo>
                  <a:lnTo>
                    <a:pt x="4726" y="236"/>
                  </a:lnTo>
                  <a:lnTo>
                    <a:pt x="4684" y="260"/>
                  </a:lnTo>
                  <a:lnTo>
                    <a:pt x="4684" y="238"/>
                  </a:lnTo>
                  <a:cubicBezTo>
                    <a:pt x="4684" y="220"/>
                    <a:pt x="4674" y="210"/>
                    <a:pt x="4661" y="210"/>
                  </a:cubicBezTo>
                  <a:cubicBezTo>
                    <a:pt x="4655" y="210"/>
                    <a:pt x="4649" y="212"/>
                    <a:pt x="4643" y="215"/>
                  </a:cubicBezTo>
                  <a:lnTo>
                    <a:pt x="4600" y="240"/>
                  </a:lnTo>
                  <a:cubicBezTo>
                    <a:pt x="4575" y="254"/>
                    <a:pt x="4559" y="285"/>
                    <a:pt x="4559" y="309"/>
                  </a:cubicBezTo>
                  <a:lnTo>
                    <a:pt x="4559" y="332"/>
                  </a:lnTo>
                  <a:lnTo>
                    <a:pt x="4514" y="358"/>
                  </a:lnTo>
                  <a:lnTo>
                    <a:pt x="4471" y="383"/>
                  </a:lnTo>
                  <a:lnTo>
                    <a:pt x="4471" y="360"/>
                  </a:lnTo>
                  <a:cubicBezTo>
                    <a:pt x="4471" y="343"/>
                    <a:pt x="4461" y="333"/>
                    <a:pt x="4448" y="333"/>
                  </a:cubicBezTo>
                  <a:cubicBezTo>
                    <a:pt x="4442" y="333"/>
                    <a:pt x="4436" y="334"/>
                    <a:pt x="4430" y="338"/>
                  </a:cubicBezTo>
                  <a:lnTo>
                    <a:pt x="4385" y="363"/>
                  </a:lnTo>
                  <a:cubicBezTo>
                    <a:pt x="4360" y="377"/>
                    <a:pt x="4344" y="408"/>
                    <a:pt x="4344" y="432"/>
                  </a:cubicBezTo>
                  <a:lnTo>
                    <a:pt x="4344" y="455"/>
                  </a:lnTo>
                  <a:lnTo>
                    <a:pt x="4299" y="481"/>
                  </a:lnTo>
                  <a:lnTo>
                    <a:pt x="4256" y="506"/>
                  </a:lnTo>
                  <a:lnTo>
                    <a:pt x="4256" y="483"/>
                  </a:lnTo>
                  <a:cubicBezTo>
                    <a:pt x="4256" y="466"/>
                    <a:pt x="4247" y="456"/>
                    <a:pt x="4233" y="456"/>
                  </a:cubicBezTo>
                  <a:cubicBezTo>
                    <a:pt x="4228" y="456"/>
                    <a:pt x="4221" y="457"/>
                    <a:pt x="4215" y="461"/>
                  </a:cubicBezTo>
                  <a:lnTo>
                    <a:pt x="4170" y="485"/>
                  </a:lnTo>
                  <a:cubicBezTo>
                    <a:pt x="4145" y="500"/>
                    <a:pt x="4129" y="530"/>
                    <a:pt x="4129" y="555"/>
                  </a:cubicBezTo>
                  <a:lnTo>
                    <a:pt x="4129" y="577"/>
                  </a:lnTo>
                  <a:lnTo>
                    <a:pt x="4084" y="604"/>
                  </a:lnTo>
                  <a:lnTo>
                    <a:pt x="4041" y="628"/>
                  </a:lnTo>
                  <a:lnTo>
                    <a:pt x="4041" y="606"/>
                  </a:lnTo>
                  <a:cubicBezTo>
                    <a:pt x="4041" y="589"/>
                    <a:pt x="4032" y="578"/>
                    <a:pt x="4018" y="578"/>
                  </a:cubicBezTo>
                  <a:cubicBezTo>
                    <a:pt x="4013" y="578"/>
                    <a:pt x="4007" y="580"/>
                    <a:pt x="4000" y="583"/>
                  </a:cubicBezTo>
                  <a:lnTo>
                    <a:pt x="3953" y="608"/>
                  </a:lnTo>
                  <a:cubicBezTo>
                    <a:pt x="3931" y="622"/>
                    <a:pt x="3912" y="653"/>
                    <a:pt x="3912" y="678"/>
                  </a:cubicBezTo>
                  <a:lnTo>
                    <a:pt x="3912" y="700"/>
                  </a:lnTo>
                  <a:lnTo>
                    <a:pt x="3869" y="727"/>
                  </a:lnTo>
                  <a:lnTo>
                    <a:pt x="3826" y="751"/>
                  </a:lnTo>
                  <a:lnTo>
                    <a:pt x="3826" y="729"/>
                  </a:lnTo>
                  <a:cubicBezTo>
                    <a:pt x="3826" y="711"/>
                    <a:pt x="3817" y="701"/>
                    <a:pt x="3803" y="701"/>
                  </a:cubicBezTo>
                  <a:cubicBezTo>
                    <a:pt x="3798" y="701"/>
                    <a:pt x="3792" y="703"/>
                    <a:pt x="3785" y="706"/>
                  </a:cubicBezTo>
                  <a:lnTo>
                    <a:pt x="3738" y="731"/>
                  </a:lnTo>
                  <a:cubicBezTo>
                    <a:pt x="3716" y="745"/>
                    <a:pt x="3697" y="776"/>
                    <a:pt x="3697" y="800"/>
                  </a:cubicBezTo>
                  <a:lnTo>
                    <a:pt x="3697" y="823"/>
                  </a:lnTo>
                  <a:lnTo>
                    <a:pt x="3654" y="849"/>
                  </a:lnTo>
                  <a:lnTo>
                    <a:pt x="3611" y="874"/>
                  </a:lnTo>
                  <a:lnTo>
                    <a:pt x="3611" y="852"/>
                  </a:lnTo>
                  <a:cubicBezTo>
                    <a:pt x="3611" y="834"/>
                    <a:pt x="3602" y="824"/>
                    <a:pt x="3589" y="824"/>
                  </a:cubicBezTo>
                  <a:cubicBezTo>
                    <a:pt x="3583" y="824"/>
                    <a:pt x="3577" y="825"/>
                    <a:pt x="3571" y="829"/>
                  </a:cubicBezTo>
                  <a:lnTo>
                    <a:pt x="3523" y="854"/>
                  </a:lnTo>
                  <a:cubicBezTo>
                    <a:pt x="3501" y="868"/>
                    <a:pt x="3483" y="899"/>
                    <a:pt x="3483" y="923"/>
                  </a:cubicBezTo>
                  <a:lnTo>
                    <a:pt x="3483" y="946"/>
                  </a:lnTo>
                  <a:lnTo>
                    <a:pt x="3440" y="972"/>
                  </a:lnTo>
                  <a:lnTo>
                    <a:pt x="3397" y="997"/>
                  </a:lnTo>
                  <a:lnTo>
                    <a:pt x="3397" y="974"/>
                  </a:lnTo>
                  <a:cubicBezTo>
                    <a:pt x="3397" y="957"/>
                    <a:pt x="3387" y="947"/>
                    <a:pt x="3374" y="947"/>
                  </a:cubicBezTo>
                  <a:cubicBezTo>
                    <a:pt x="3368" y="947"/>
                    <a:pt x="3362" y="948"/>
                    <a:pt x="3356" y="952"/>
                  </a:cubicBezTo>
                  <a:lnTo>
                    <a:pt x="3313" y="976"/>
                  </a:lnTo>
                  <a:cubicBezTo>
                    <a:pt x="3288" y="991"/>
                    <a:pt x="3272" y="1021"/>
                    <a:pt x="3272" y="1046"/>
                  </a:cubicBezTo>
                  <a:lnTo>
                    <a:pt x="3272" y="1068"/>
                  </a:lnTo>
                  <a:lnTo>
                    <a:pt x="3227" y="1095"/>
                  </a:lnTo>
                  <a:lnTo>
                    <a:pt x="3184" y="1120"/>
                  </a:lnTo>
                  <a:lnTo>
                    <a:pt x="3184" y="1097"/>
                  </a:lnTo>
                  <a:cubicBezTo>
                    <a:pt x="3184" y="1080"/>
                    <a:pt x="3175" y="1069"/>
                    <a:pt x="3161" y="1069"/>
                  </a:cubicBezTo>
                  <a:cubicBezTo>
                    <a:pt x="3156" y="1069"/>
                    <a:pt x="3149" y="1071"/>
                    <a:pt x="3143" y="1075"/>
                  </a:cubicBezTo>
                  <a:lnTo>
                    <a:pt x="3098" y="1099"/>
                  </a:lnTo>
                  <a:cubicBezTo>
                    <a:pt x="3073" y="1113"/>
                    <a:pt x="3057" y="1144"/>
                    <a:pt x="3057" y="1169"/>
                  </a:cubicBezTo>
                  <a:lnTo>
                    <a:pt x="3057" y="1191"/>
                  </a:lnTo>
                  <a:lnTo>
                    <a:pt x="3012" y="1218"/>
                  </a:lnTo>
                  <a:lnTo>
                    <a:pt x="2969" y="1242"/>
                  </a:lnTo>
                  <a:lnTo>
                    <a:pt x="2969" y="1220"/>
                  </a:lnTo>
                  <a:cubicBezTo>
                    <a:pt x="2969" y="1202"/>
                    <a:pt x="2960" y="1192"/>
                    <a:pt x="2946" y="1192"/>
                  </a:cubicBezTo>
                  <a:cubicBezTo>
                    <a:pt x="2941" y="1192"/>
                    <a:pt x="2935" y="1194"/>
                    <a:pt x="2928" y="1197"/>
                  </a:cubicBezTo>
                  <a:lnTo>
                    <a:pt x="2883" y="1222"/>
                  </a:lnTo>
                  <a:cubicBezTo>
                    <a:pt x="2859" y="1236"/>
                    <a:pt x="2842" y="1267"/>
                    <a:pt x="2842" y="1291"/>
                  </a:cubicBezTo>
                  <a:lnTo>
                    <a:pt x="2842" y="1314"/>
                  </a:lnTo>
                  <a:lnTo>
                    <a:pt x="2797" y="1340"/>
                  </a:lnTo>
                  <a:lnTo>
                    <a:pt x="2754" y="1365"/>
                  </a:lnTo>
                  <a:lnTo>
                    <a:pt x="2754" y="1343"/>
                  </a:lnTo>
                  <a:cubicBezTo>
                    <a:pt x="2754" y="1325"/>
                    <a:pt x="2745" y="1315"/>
                    <a:pt x="2731" y="1315"/>
                  </a:cubicBezTo>
                  <a:cubicBezTo>
                    <a:pt x="2726" y="1315"/>
                    <a:pt x="2720" y="1316"/>
                    <a:pt x="2713" y="1320"/>
                  </a:cubicBezTo>
                  <a:lnTo>
                    <a:pt x="2668" y="1345"/>
                  </a:lnTo>
                  <a:cubicBezTo>
                    <a:pt x="2644" y="1359"/>
                    <a:pt x="2627" y="1390"/>
                    <a:pt x="2627" y="1414"/>
                  </a:cubicBezTo>
                  <a:lnTo>
                    <a:pt x="2627" y="1437"/>
                  </a:lnTo>
                  <a:lnTo>
                    <a:pt x="2582" y="1463"/>
                  </a:lnTo>
                  <a:lnTo>
                    <a:pt x="2539" y="1488"/>
                  </a:lnTo>
                  <a:lnTo>
                    <a:pt x="2539" y="1465"/>
                  </a:lnTo>
                  <a:cubicBezTo>
                    <a:pt x="2539" y="1448"/>
                    <a:pt x="2530" y="1438"/>
                    <a:pt x="2517" y="1438"/>
                  </a:cubicBezTo>
                  <a:cubicBezTo>
                    <a:pt x="2511" y="1438"/>
                    <a:pt x="2505" y="1439"/>
                    <a:pt x="2498" y="1443"/>
                  </a:cubicBezTo>
                  <a:lnTo>
                    <a:pt x="2453" y="1467"/>
                  </a:lnTo>
                  <a:cubicBezTo>
                    <a:pt x="2429" y="1482"/>
                    <a:pt x="2413" y="1512"/>
                    <a:pt x="2413" y="1537"/>
                  </a:cubicBezTo>
                  <a:lnTo>
                    <a:pt x="2413" y="1559"/>
                  </a:lnTo>
                  <a:lnTo>
                    <a:pt x="2368" y="1586"/>
                  </a:lnTo>
                  <a:lnTo>
                    <a:pt x="2325" y="1611"/>
                  </a:lnTo>
                  <a:lnTo>
                    <a:pt x="2325" y="1588"/>
                  </a:lnTo>
                  <a:cubicBezTo>
                    <a:pt x="2325" y="1571"/>
                    <a:pt x="2315" y="1560"/>
                    <a:pt x="2302" y="1560"/>
                  </a:cubicBezTo>
                  <a:cubicBezTo>
                    <a:pt x="2296" y="1560"/>
                    <a:pt x="2290" y="1562"/>
                    <a:pt x="2284" y="1566"/>
                  </a:cubicBezTo>
                  <a:lnTo>
                    <a:pt x="2239" y="1590"/>
                  </a:lnTo>
                  <a:cubicBezTo>
                    <a:pt x="2214" y="1604"/>
                    <a:pt x="2198" y="1635"/>
                    <a:pt x="2198" y="1660"/>
                  </a:cubicBezTo>
                  <a:lnTo>
                    <a:pt x="2198" y="1682"/>
                  </a:lnTo>
                  <a:lnTo>
                    <a:pt x="2153" y="1709"/>
                  </a:lnTo>
                  <a:lnTo>
                    <a:pt x="2110" y="1733"/>
                  </a:lnTo>
                  <a:lnTo>
                    <a:pt x="2110" y="1711"/>
                  </a:lnTo>
                  <a:cubicBezTo>
                    <a:pt x="2110" y="1693"/>
                    <a:pt x="2100" y="1683"/>
                    <a:pt x="2087" y="1683"/>
                  </a:cubicBezTo>
                  <a:cubicBezTo>
                    <a:pt x="2081" y="1683"/>
                    <a:pt x="2075" y="1685"/>
                    <a:pt x="2069" y="1688"/>
                  </a:cubicBezTo>
                  <a:lnTo>
                    <a:pt x="2024" y="1713"/>
                  </a:lnTo>
                  <a:cubicBezTo>
                    <a:pt x="1999" y="1727"/>
                    <a:pt x="1983" y="1758"/>
                    <a:pt x="1983" y="1782"/>
                  </a:cubicBezTo>
                  <a:lnTo>
                    <a:pt x="1983" y="1805"/>
                  </a:lnTo>
                  <a:lnTo>
                    <a:pt x="1938" y="1832"/>
                  </a:lnTo>
                  <a:lnTo>
                    <a:pt x="1895" y="1856"/>
                  </a:lnTo>
                  <a:lnTo>
                    <a:pt x="1895" y="1834"/>
                  </a:lnTo>
                  <a:cubicBezTo>
                    <a:pt x="1895" y="1816"/>
                    <a:pt x="1886" y="1806"/>
                    <a:pt x="1872" y="1806"/>
                  </a:cubicBezTo>
                  <a:cubicBezTo>
                    <a:pt x="1867" y="1806"/>
                    <a:pt x="1860" y="1808"/>
                    <a:pt x="1854" y="1811"/>
                  </a:cubicBezTo>
                  <a:lnTo>
                    <a:pt x="1809" y="1836"/>
                  </a:lnTo>
                  <a:cubicBezTo>
                    <a:pt x="1784" y="1850"/>
                    <a:pt x="1768" y="1881"/>
                    <a:pt x="1768" y="1905"/>
                  </a:cubicBezTo>
                  <a:lnTo>
                    <a:pt x="1768" y="1928"/>
                  </a:lnTo>
                  <a:lnTo>
                    <a:pt x="1723" y="1954"/>
                  </a:lnTo>
                  <a:lnTo>
                    <a:pt x="1680" y="1979"/>
                  </a:lnTo>
                  <a:lnTo>
                    <a:pt x="1680" y="1956"/>
                  </a:lnTo>
                  <a:cubicBezTo>
                    <a:pt x="1680" y="1939"/>
                    <a:pt x="1671" y="1929"/>
                    <a:pt x="1657" y="1929"/>
                  </a:cubicBezTo>
                  <a:cubicBezTo>
                    <a:pt x="1652" y="1929"/>
                    <a:pt x="1646" y="1930"/>
                    <a:pt x="1639" y="1934"/>
                  </a:cubicBezTo>
                  <a:lnTo>
                    <a:pt x="1594" y="1958"/>
                  </a:lnTo>
                  <a:cubicBezTo>
                    <a:pt x="1570" y="1973"/>
                    <a:pt x="1553" y="2003"/>
                    <a:pt x="1553" y="2028"/>
                  </a:cubicBezTo>
                  <a:lnTo>
                    <a:pt x="1553" y="2050"/>
                  </a:lnTo>
                  <a:lnTo>
                    <a:pt x="1508" y="2077"/>
                  </a:lnTo>
                  <a:lnTo>
                    <a:pt x="1465" y="2102"/>
                  </a:lnTo>
                  <a:lnTo>
                    <a:pt x="1465" y="2079"/>
                  </a:lnTo>
                  <a:cubicBezTo>
                    <a:pt x="1465" y="2062"/>
                    <a:pt x="1456" y="2051"/>
                    <a:pt x="1442" y="2051"/>
                  </a:cubicBezTo>
                  <a:cubicBezTo>
                    <a:pt x="1437" y="2051"/>
                    <a:pt x="1431" y="2053"/>
                    <a:pt x="1424" y="2057"/>
                  </a:cubicBezTo>
                  <a:lnTo>
                    <a:pt x="1381" y="2081"/>
                  </a:lnTo>
                  <a:cubicBezTo>
                    <a:pt x="1359" y="2095"/>
                    <a:pt x="1340" y="2126"/>
                    <a:pt x="1340" y="2151"/>
                  </a:cubicBezTo>
                  <a:lnTo>
                    <a:pt x="1340" y="2173"/>
                  </a:lnTo>
                  <a:lnTo>
                    <a:pt x="1298" y="2200"/>
                  </a:lnTo>
                  <a:lnTo>
                    <a:pt x="1252" y="2224"/>
                  </a:lnTo>
                  <a:lnTo>
                    <a:pt x="1252" y="2202"/>
                  </a:lnTo>
                  <a:cubicBezTo>
                    <a:pt x="1252" y="2184"/>
                    <a:pt x="1244" y="2174"/>
                    <a:pt x="1231" y="2174"/>
                  </a:cubicBezTo>
                  <a:cubicBezTo>
                    <a:pt x="1225" y="2174"/>
                    <a:pt x="1219" y="2176"/>
                    <a:pt x="1212" y="2179"/>
                  </a:cubicBezTo>
                  <a:lnTo>
                    <a:pt x="1169" y="2204"/>
                  </a:lnTo>
                  <a:cubicBezTo>
                    <a:pt x="1146" y="2218"/>
                    <a:pt x="1128" y="2249"/>
                    <a:pt x="1128" y="2273"/>
                  </a:cubicBezTo>
                  <a:lnTo>
                    <a:pt x="1128" y="2296"/>
                  </a:lnTo>
                  <a:lnTo>
                    <a:pt x="1085" y="2323"/>
                  </a:lnTo>
                  <a:lnTo>
                    <a:pt x="1042" y="2347"/>
                  </a:lnTo>
                  <a:lnTo>
                    <a:pt x="1042" y="2325"/>
                  </a:lnTo>
                  <a:cubicBezTo>
                    <a:pt x="1042" y="2307"/>
                    <a:pt x="1032" y="2297"/>
                    <a:pt x="1019" y="2297"/>
                  </a:cubicBezTo>
                  <a:cubicBezTo>
                    <a:pt x="1013" y="2297"/>
                    <a:pt x="1007" y="2299"/>
                    <a:pt x="1001" y="2302"/>
                  </a:cubicBezTo>
                  <a:lnTo>
                    <a:pt x="956" y="2327"/>
                  </a:lnTo>
                  <a:cubicBezTo>
                    <a:pt x="933" y="2341"/>
                    <a:pt x="915" y="2372"/>
                    <a:pt x="915" y="2396"/>
                  </a:cubicBezTo>
                  <a:lnTo>
                    <a:pt x="915" y="2419"/>
                  </a:lnTo>
                  <a:lnTo>
                    <a:pt x="872" y="2445"/>
                  </a:lnTo>
                  <a:lnTo>
                    <a:pt x="829" y="2470"/>
                  </a:lnTo>
                  <a:lnTo>
                    <a:pt x="829" y="2447"/>
                  </a:lnTo>
                  <a:cubicBezTo>
                    <a:pt x="829" y="2430"/>
                    <a:pt x="820" y="2420"/>
                    <a:pt x="806" y="2420"/>
                  </a:cubicBezTo>
                  <a:cubicBezTo>
                    <a:pt x="801" y="2420"/>
                    <a:pt x="795" y="2421"/>
                    <a:pt x="788" y="2425"/>
                  </a:cubicBezTo>
                  <a:lnTo>
                    <a:pt x="741" y="2449"/>
                  </a:lnTo>
                  <a:cubicBezTo>
                    <a:pt x="719" y="2464"/>
                    <a:pt x="700" y="2494"/>
                    <a:pt x="700" y="2519"/>
                  </a:cubicBezTo>
                  <a:lnTo>
                    <a:pt x="700" y="2541"/>
                  </a:lnTo>
                  <a:lnTo>
                    <a:pt x="657" y="2568"/>
                  </a:lnTo>
                  <a:lnTo>
                    <a:pt x="614" y="2593"/>
                  </a:lnTo>
                  <a:lnTo>
                    <a:pt x="614" y="2570"/>
                  </a:lnTo>
                  <a:cubicBezTo>
                    <a:pt x="614" y="2553"/>
                    <a:pt x="605" y="2542"/>
                    <a:pt x="591" y="2542"/>
                  </a:cubicBezTo>
                  <a:cubicBezTo>
                    <a:pt x="586" y="2542"/>
                    <a:pt x="580" y="2544"/>
                    <a:pt x="573" y="2548"/>
                  </a:cubicBezTo>
                  <a:lnTo>
                    <a:pt x="526" y="2572"/>
                  </a:lnTo>
                  <a:cubicBezTo>
                    <a:pt x="504" y="2586"/>
                    <a:pt x="485" y="2617"/>
                    <a:pt x="485" y="2642"/>
                  </a:cubicBezTo>
                  <a:lnTo>
                    <a:pt x="485" y="2664"/>
                  </a:lnTo>
                  <a:lnTo>
                    <a:pt x="442" y="2691"/>
                  </a:lnTo>
                  <a:lnTo>
                    <a:pt x="399" y="2715"/>
                  </a:lnTo>
                  <a:lnTo>
                    <a:pt x="399" y="2693"/>
                  </a:lnTo>
                  <a:cubicBezTo>
                    <a:pt x="399" y="2675"/>
                    <a:pt x="390" y="2665"/>
                    <a:pt x="376" y="2665"/>
                  </a:cubicBezTo>
                  <a:cubicBezTo>
                    <a:pt x="371" y="2665"/>
                    <a:pt x="365" y="2667"/>
                    <a:pt x="358" y="2670"/>
                  </a:cubicBezTo>
                  <a:cubicBezTo>
                    <a:pt x="358" y="2670"/>
                    <a:pt x="346" y="2679"/>
                    <a:pt x="336" y="2683"/>
                  </a:cubicBezTo>
                  <a:cubicBezTo>
                    <a:pt x="322" y="2691"/>
                    <a:pt x="309" y="2699"/>
                    <a:pt x="309" y="2701"/>
                  </a:cubicBezTo>
                  <a:cubicBezTo>
                    <a:pt x="285" y="2719"/>
                    <a:pt x="266" y="2752"/>
                    <a:pt x="270" y="2775"/>
                  </a:cubicBezTo>
                  <a:lnTo>
                    <a:pt x="277" y="2795"/>
                  </a:lnTo>
                  <a:cubicBezTo>
                    <a:pt x="277" y="2795"/>
                    <a:pt x="266" y="2803"/>
                    <a:pt x="256" y="2814"/>
                  </a:cubicBezTo>
                  <a:cubicBezTo>
                    <a:pt x="246" y="2824"/>
                    <a:pt x="236" y="2832"/>
                    <a:pt x="236" y="2834"/>
                  </a:cubicBezTo>
                  <a:lnTo>
                    <a:pt x="197" y="2875"/>
                  </a:lnTo>
                  <a:lnTo>
                    <a:pt x="187" y="2859"/>
                  </a:lnTo>
                  <a:cubicBezTo>
                    <a:pt x="182" y="2853"/>
                    <a:pt x="176" y="2849"/>
                    <a:pt x="169" y="2849"/>
                  </a:cubicBezTo>
                  <a:cubicBezTo>
                    <a:pt x="164" y="2849"/>
                    <a:pt x="159" y="2851"/>
                    <a:pt x="154" y="2854"/>
                  </a:cubicBezTo>
                  <a:cubicBezTo>
                    <a:pt x="144" y="2859"/>
                    <a:pt x="135" y="2867"/>
                    <a:pt x="127" y="2879"/>
                  </a:cubicBezTo>
                  <a:lnTo>
                    <a:pt x="90" y="2940"/>
                  </a:lnTo>
                  <a:cubicBezTo>
                    <a:pt x="70" y="2975"/>
                    <a:pt x="72" y="3006"/>
                    <a:pt x="92" y="3008"/>
                  </a:cubicBezTo>
                  <a:lnTo>
                    <a:pt x="111" y="3012"/>
                  </a:lnTo>
                  <a:cubicBezTo>
                    <a:pt x="111" y="3016"/>
                    <a:pt x="105" y="3026"/>
                    <a:pt x="97" y="3039"/>
                  </a:cubicBezTo>
                  <a:cubicBezTo>
                    <a:pt x="92" y="3051"/>
                    <a:pt x="86" y="3063"/>
                    <a:pt x="86" y="3067"/>
                  </a:cubicBezTo>
                  <a:lnTo>
                    <a:pt x="72" y="3118"/>
                  </a:lnTo>
                  <a:lnTo>
                    <a:pt x="52" y="3122"/>
                  </a:lnTo>
                  <a:cubicBezTo>
                    <a:pt x="45" y="3125"/>
                    <a:pt x="43" y="3125"/>
                    <a:pt x="41" y="3129"/>
                  </a:cubicBezTo>
                  <a:cubicBezTo>
                    <a:pt x="23" y="3139"/>
                    <a:pt x="4" y="3165"/>
                    <a:pt x="2" y="3194"/>
                  </a:cubicBezTo>
                  <a:cubicBezTo>
                    <a:pt x="2" y="3196"/>
                    <a:pt x="2" y="3210"/>
                    <a:pt x="0" y="3225"/>
                  </a:cubicBezTo>
                  <a:lnTo>
                    <a:pt x="0" y="3253"/>
                  </a:lnTo>
                  <a:cubicBezTo>
                    <a:pt x="0" y="3271"/>
                    <a:pt x="10" y="3281"/>
                    <a:pt x="23" y="3281"/>
                  </a:cubicBezTo>
                  <a:cubicBezTo>
                    <a:pt x="29" y="3281"/>
                    <a:pt x="35" y="3279"/>
                    <a:pt x="41" y="3276"/>
                  </a:cubicBezTo>
                  <a:lnTo>
                    <a:pt x="62" y="3264"/>
                  </a:lnTo>
                  <a:lnTo>
                    <a:pt x="62" y="3315"/>
                  </a:lnTo>
                  <a:lnTo>
                    <a:pt x="62" y="3366"/>
                  </a:lnTo>
                  <a:lnTo>
                    <a:pt x="41" y="3378"/>
                  </a:lnTo>
                  <a:cubicBezTo>
                    <a:pt x="19" y="3390"/>
                    <a:pt x="0" y="3421"/>
                    <a:pt x="0" y="3448"/>
                  </a:cubicBezTo>
                  <a:lnTo>
                    <a:pt x="0" y="3472"/>
                  </a:lnTo>
                  <a:cubicBezTo>
                    <a:pt x="0" y="3487"/>
                    <a:pt x="2" y="3501"/>
                    <a:pt x="2" y="3501"/>
                  </a:cubicBezTo>
                  <a:cubicBezTo>
                    <a:pt x="4" y="3521"/>
                    <a:pt x="15" y="3531"/>
                    <a:pt x="27" y="3531"/>
                  </a:cubicBezTo>
                  <a:cubicBezTo>
                    <a:pt x="32" y="3531"/>
                    <a:pt x="37" y="3530"/>
                    <a:pt x="41" y="3528"/>
                  </a:cubicBezTo>
                  <a:lnTo>
                    <a:pt x="49" y="3519"/>
                  </a:lnTo>
                  <a:lnTo>
                    <a:pt x="70" y="3501"/>
                  </a:lnTo>
                  <a:lnTo>
                    <a:pt x="74" y="3521"/>
                  </a:lnTo>
                  <a:cubicBezTo>
                    <a:pt x="80" y="3532"/>
                    <a:pt x="82" y="3540"/>
                    <a:pt x="82" y="3540"/>
                  </a:cubicBezTo>
                  <a:lnTo>
                    <a:pt x="103" y="3571"/>
                  </a:lnTo>
                  <a:lnTo>
                    <a:pt x="84" y="3593"/>
                  </a:lnTo>
                  <a:cubicBezTo>
                    <a:pt x="64" y="3620"/>
                    <a:pt x="62" y="3652"/>
                    <a:pt x="80" y="3665"/>
                  </a:cubicBezTo>
                  <a:cubicBezTo>
                    <a:pt x="80" y="3665"/>
                    <a:pt x="90" y="3671"/>
                    <a:pt x="97" y="3677"/>
                  </a:cubicBezTo>
                  <a:cubicBezTo>
                    <a:pt x="107" y="3683"/>
                    <a:pt x="117" y="3685"/>
                    <a:pt x="117" y="3685"/>
                  </a:cubicBezTo>
                  <a:cubicBezTo>
                    <a:pt x="121" y="3686"/>
                    <a:pt x="124" y="3686"/>
                    <a:pt x="128" y="3686"/>
                  </a:cubicBezTo>
                  <a:cubicBezTo>
                    <a:pt x="134" y="3686"/>
                    <a:pt x="139" y="3685"/>
                    <a:pt x="146" y="3681"/>
                  </a:cubicBezTo>
                  <a:cubicBezTo>
                    <a:pt x="158" y="3673"/>
                    <a:pt x="172" y="3656"/>
                    <a:pt x="176" y="3642"/>
                  </a:cubicBezTo>
                  <a:lnTo>
                    <a:pt x="187" y="3616"/>
                  </a:lnTo>
                  <a:cubicBezTo>
                    <a:pt x="187" y="3616"/>
                    <a:pt x="197" y="3616"/>
                    <a:pt x="205" y="3620"/>
                  </a:cubicBezTo>
                  <a:cubicBezTo>
                    <a:pt x="215" y="3620"/>
                    <a:pt x="223" y="3616"/>
                    <a:pt x="225" y="3616"/>
                  </a:cubicBezTo>
                  <a:lnTo>
                    <a:pt x="266" y="3609"/>
                  </a:lnTo>
                  <a:lnTo>
                    <a:pt x="260" y="3634"/>
                  </a:lnTo>
                  <a:cubicBezTo>
                    <a:pt x="256" y="3656"/>
                    <a:pt x="264" y="3672"/>
                    <a:pt x="280" y="3672"/>
                  </a:cubicBezTo>
                  <a:cubicBezTo>
                    <a:pt x="285" y="3672"/>
                    <a:pt x="291" y="3670"/>
                    <a:pt x="297" y="3667"/>
                  </a:cubicBezTo>
                  <a:lnTo>
                    <a:pt x="346" y="3642"/>
                  </a:lnTo>
                  <a:cubicBezTo>
                    <a:pt x="369" y="3630"/>
                    <a:pt x="387" y="3599"/>
                    <a:pt x="387" y="3573"/>
                  </a:cubicBezTo>
                  <a:lnTo>
                    <a:pt x="387" y="3550"/>
                  </a:lnTo>
                  <a:lnTo>
                    <a:pt x="430" y="3523"/>
                  </a:lnTo>
                  <a:lnTo>
                    <a:pt x="473" y="3499"/>
                  </a:lnTo>
                  <a:lnTo>
                    <a:pt x="473" y="3521"/>
                  </a:lnTo>
                  <a:cubicBezTo>
                    <a:pt x="473" y="3540"/>
                    <a:pt x="482" y="3550"/>
                    <a:pt x="495" y="3550"/>
                  </a:cubicBezTo>
                  <a:cubicBezTo>
                    <a:pt x="500" y="3550"/>
                    <a:pt x="507" y="3548"/>
                    <a:pt x="514" y="3544"/>
                  </a:cubicBezTo>
                  <a:lnTo>
                    <a:pt x="557" y="3519"/>
                  </a:lnTo>
                  <a:cubicBezTo>
                    <a:pt x="581" y="3507"/>
                    <a:pt x="598" y="3476"/>
                    <a:pt x="598" y="3450"/>
                  </a:cubicBezTo>
                  <a:lnTo>
                    <a:pt x="598" y="3427"/>
                  </a:lnTo>
                  <a:lnTo>
                    <a:pt x="643" y="3401"/>
                  </a:lnTo>
                  <a:lnTo>
                    <a:pt x="686" y="3376"/>
                  </a:lnTo>
                  <a:lnTo>
                    <a:pt x="686" y="3399"/>
                  </a:lnTo>
                  <a:cubicBezTo>
                    <a:pt x="686" y="3417"/>
                    <a:pt x="695" y="3428"/>
                    <a:pt x="708" y="3428"/>
                  </a:cubicBezTo>
                  <a:cubicBezTo>
                    <a:pt x="713" y="3428"/>
                    <a:pt x="720" y="3426"/>
                    <a:pt x="727" y="3421"/>
                  </a:cubicBezTo>
                  <a:lnTo>
                    <a:pt x="772" y="3397"/>
                  </a:lnTo>
                  <a:cubicBezTo>
                    <a:pt x="796" y="3384"/>
                    <a:pt x="813" y="3354"/>
                    <a:pt x="813" y="3327"/>
                  </a:cubicBezTo>
                  <a:lnTo>
                    <a:pt x="813" y="3305"/>
                  </a:lnTo>
                  <a:lnTo>
                    <a:pt x="858" y="3278"/>
                  </a:lnTo>
                  <a:lnTo>
                    <a:pt x="901" y="3253"/>
                  </a:lnTo>
                  <a:lnTo>
                    <a:pt x="901" y="3276"/>
                  </a:lnTo>
                  <a:cubicBezTo>
                    <a:pt x="901" y="3294"/>
                    <a:pt x="909" y="3305"/>
                    <a:pt x="922" y="3305"/>
                  </a:cubicBezTo>
                  <a:cubicBezTo>
                    <a:pt x="928" y="3305"/>
                    <a:pt x="935" y="3303"/>
                    <a:pt x="942" y="3298"/>
                  </a:cubicBezTo>
                  <a:lnTo>
                    <a:pt x="987" y="3274"/>
                  </a:lnTo>
                  <a:cubicBezTo>
                    <a:pt x="1011" y="3262"/>
                    <a:pt x="1027" y="3231"/>
                    <a:pt x="1027" y="3204"/>
                  </a:cubicBezTo>
                  <a:lnTo>
                    <a:pt x="1027" y="3182"/>
                  </a:lnTo>
                  <a:lnTo>
                    <a:pt x="1072" y="3155"/>
                  </a:lnTo>
                  <a:lnTo>
                    <a:pt x="1115" y="3131"/>
                  </a:lnTo>
                  <a:lnTo>
                    <a:pt x="1115" y="3153"/>
                  </a:lnTo>
                  <a:cubicBezTo>
                    <a:pt x="1115" y="3172"/>
                    <a:pt x="1124" y="3182"/>
                    <a:pt x="1137" y="3182"/>
                  </a:cubicBezTo>
                  <a:cubicBezTo>
                    <a:pt x="1143" y="3182"/>
                    <a:pt x="1149" y="3180"/>
                    <a:pt x="1156" y="3176"/>
                  </a:cubicBezTo>
                  <a:lnTo>
                    <a:pt x="1201" y="3151"/>
                  </a:lnTo>
                  <a:cubicBezTo>
                    <a:pt x="1226" y="3139"/>
                    <a:pt x="1242" y="3108"/>
                    <a:pt x="1242" y="3082"/>
                  </a:cubicBezTo>
                  <a:lnTo>
                    <a:pt x="1242" y="3059"/>
                  </a:lnTo>
                  <a:lnTo>
                    <a:pt x="1287" y="3032"/>
                  </a:lnTo>
                  <a:lnTo>
                    <a:pt x="1330" y="3008"/>
                  </a:lnTo>
                  <a:lnTo>
                    <a:pt x="1330" y="3030"/>
                  </a:lnTo>
                  <a:cubicBezTo>
                    <a:pt x="1330" y="3049"/>
                    <a:pt x="1339" y="3059"/>
                    <a:pt x="1352" y="3059"/>
                  </a:cubicBezTo>
                  <a:cubicBezTo>
                    <a:pt x="1358" y="3059"/>
                    <a:pt x="1364" y="3057"/>
                    <a:pt x="1371" y="3053"/>
                  </a:cubicBezTo>
                  <a:lnTo>
                    <a:pt x="1414" y="3028"/>
                  </a:lnTo>
                  <a:cubicBezTo>
                    <a:pt x="1437" y="3016"/>
                    <a:pt x="1455" y="2985"/>
                    <a:pt x="1455" y="2959"/>
                  </a:cubicBezTo>
                  <a:lnTo>
                    <a:pt x="1455" y="2936"/>
                  </a:lnTo>
                  <a:lnTo>
                    <a:pt x="1498" y="2910"/>
                  </a:lnTo>
                  <a:lnTo>
                    <a:pt x="1543" y="2885"/>
                  </a:lnTo>
                  <a:lnTo>
                    <a:pt x="1543" y="2908"/>
                  </a:lnTo>
                  <a:cubicBezTo>
                    <a:pt x="1543" y="2926"/>
                    <a:pt x="1551" y="2937"/>
                    <a:pt x="1564" y="2937"/>
                  </a:cubicBezTo>
                  <a:cubicBezTo>
                    <a:pt x="1570" y="2937"/>
                    <a:pt x="1576" y="2935"/>
                    <a:pt x="1584" y="2930"/>
                  </a:cubicBezTo>
                  <a:lnTo>
                    <a:pt x="1629" y="2906"/>
                  </a:lnTo>
                  <a:cubicBezTo>
                    <a:pt x="1651" y="2893"/>
                    <a:pt x="1670" y="2863"/>
                    <a:pt x="1670" y="2836"/>
                  </a:cubicBezTo>
                  <a:lnTo>
                    <a:pt x="1670" y="2814"/>
                  </a:lnTo>
                  <a:lnTo>
                    <a:pt x="1713" y="2787"/>
                  </a:lnTo>
                  <a:lnTo>
                    <a:pt x="1758" y="2762"/>
                  </a:lnTo>
                  <a:lnTo>
                    <a:pt x="1758" y="2785"/>
                  </a:lnTo>
                  <a:cubicBezTo>
                    <a:pt x="1758" y="2803"/>
                    <a:pt x="1766" y="2814"/>
                    <a:pt x="1779" y="2814"/>
                  </a:cubicBezTo>
                  <a:cubicBezTo>
                    <a:pt x="1784" y="2814"/>
                    <a:pt x="1791" y="2812"/>
                    <a:pt x="1799" y="2807"/>
                  </a:cubicBezTo>
                  <a:lnTo>
                    <a:pt x="1844" y="2783"/>
                  </a:lnTo>
                  <a:cubicBezTo>
                    <a:pt x="1866" y="2771"/>
                    <a:pt x="1885" y="2740"/>
                    <a:pt x="1885" y="2713"/>
                  </a:cubicBezTo>
                  <a:lnTo>
                    <a:pt x="1885" y="2691"/>
                  </a:lnTo>
                  <a:lnTo>
                    <a:pt x="1928" y="2664"/>
                  </a:lnTo>
                  <a:lnTo>
                    <a:pt x="1973" y="2640"/>
                  </a:lnTo>
                  <a:lnTo>
                    <a:pt x="1973" y="2662"/>
                  </a:lnTo>
                  <a:cubicBezTo>
                    <a:pt x="1973" y="2681"/>
                    <a:pt x="1981" y="2691"/>
                    <a:pt x="1993" y="2691"/>
                  </a:cubicBezTo>
                  <a:cubicBezTo>
                    <a:pt x="1999" y="2691"/>
                    <a:pt x="2006" y="2689"/>
                    <a:pt x="2014" y="2685"/>
                  </a:cubicBezTo>
                  <a:lnTo>
                    <a:pt x="2059" y="2660"/>
                  </a:lnTo>
                  <a:cubicBezTo>
                    <a:pt x="2081" y="2648"/>
                    <a:pt x="2100" y="2617"/>
                    <a:pt x="2100" y="2591"/>
                  </a:cubicBezTo>
                  <a:lnTo>
                    <a:pt x="2100" y="2568"/>
                  </a:lnTo>
                  <a:lnTo>
                    <a:pt x="2142" y="2541"/>
                  </a:lnTo>
                  <a:lnTo>
                    <a:pt x="2187" y="2517"/>
                  </a:lnTo>
                  <a:lnTo>
                    <a:pt x="2187" y="2539"/>
                  </a:lnTo>
                  <a:cubicBezTo>
                    <a:pt x="2187" y="2558"/>
                    <a:pt x="2195" y="2568"/>
                    <a:pt x="2208" y="2568"/>
                  </a:cubicBezTo>
                  <a:cubicBezTo>
                    <a:pt x="2214" y="2568"/>
                    <a:pt x="2221" y="2566"/>
                    <a:pt x="2228" y="2562"/>
                  </a:cubicBezTo>
                  <a:lnTo>
                    <a:pt x="2273" y="2537"/>
                  </a:lnTo>
                  <a:cubicBezTo>
                    <a:pt x="2296" y="2525"/>
                    <a:pt x="2314" y="2494"/>
                    <a:pt x="2314" y="2468"/>
                  </a:cubicBezTo>
                  <a:lnTo>
                    <a:pt x="2314" y="2445"/>
                  </a:lnTo>
                  <a:lnTo>
                    <a:pt x="2357" y="2419"/>
                  </a:lnTo>
                  <a:lnTo>
                    <a:pt x="2402" y="2394"/>
                  </a:lnTo>
                  <a:lnTo>
                    <a:pt x="2402" y="2417"/>
                  </a:lnTo>
                  <a:cubicBezTo>
                    <a:pt x="2402" y="2435"/>
                    <a:pt x="2410" y="2446"/>
                    <a:pt x="2423" y="2446"/>
                  </a:cubicBezTo>
                  <a:cubicBezTo>
                    <a:pt x="2429" y="2446"/>
                    <a:pt x="2436" y="2444"/>
                    <a:pt x="2443" y="2439"/>
                  </a:cubicBezTo>
                  <a:lnTo>
                    <a:pt x="2488" y="2415"/>
                  </a:lnTo>
                  <a:cubicBezTo>
                    <a:pt x="2511" y="2402"/>
                    <a:pt x="2529" y="2372"/>
                    <a:pt x="2529" y="2345"/>
                  </a:cubicBezTo>
                  <a:lnTo>
                    <a:pt x="2529" y="2323"/>
                  </a:lnTo>
                  <a:lnTo>
                    <a:pt x="2572" y="2296"/>
                  </a:lnTo>
                  <a:lnTo>
                    <a:pt x="2617" y="2271"/>
                  </a:lnTo>
                  <a:lnTo>
                    <a:pt x="2617" y="2294"/>
                  </a:lnTo>
                  <a:cubicBezTo>
                    <a:pt x="2617" y="2312"/>
                    <a:pt x="2625" y="2323"/>
                    <a:pt x="2638" y="2323"/>
                  </a:cubicBezTo>
                  <a:cubicBezTo>
                    <a:pt x="2644" y="2323"/>
                    <a:pt x="2651" y="2321"/>
                    <a:pt x="2658" y="2316"/>
                  </a:cubicBezTo>
                  <a:lnTo>
                    <a:pt x="2703" y="2292"/>
                  </a:lnTo>
                  <a:cubicBezTo>
                    <a:pt x="2726" y="2280"/>
                    <a:pt x="2744" y="2249"/>
                    <a:pt x="2744" y="2222"/>
                  </a:cubicBezTo>
                  <a:lnTo>
                    <a:pt x="2744" y="2200"/>
                  </a:lnTo>
                  <a:lnTo>
                    <a:pt x="2787" y="2173"/>
                  </a:lnTo>
                  <a:lnTo>
                    <a:pt x="2832" y="2149"/>
                  </a:lnTo>
                  <a:lnTo>
                    <a:pt x="2832" y="2171"/>
                  </a:lnTo>
                  <a:cubicBezTo>
                    <a:pt x="2832" y="2190"/>
                    <a:pt x="2840" y="2200"/>
                    <a:pt x="2853" y="2200"/>
                  </a:cubicBezTo>
                  <a:cubicBezTo>
                    <a:pt x="2859" y="2200"/>
                    <a:pt x="2865" y="2198"/>
                    <a:pt x="2873" y="2194"/>
                  </a:cubicBezTo>
                  <a:lnTo>
                    <a:pt x="2918" y="2169"/>
                  </a:lnTo>
                  <a:cubicBezTo>
                    <a:pt x="2940" y="2157"/>
                    <a:pt x="2959" y="2126"/>
                    <a:pt x="2959" y="2100"/>
                  </a:cubicBezTo>
                  <a:lnTo>
                    <a:pt x="2959" y="2077"/>
                  </a:lnTo>
                  <a:lnTo>
                    <a:pt x="3002" y="2050"/>
                  </a:lnTo>
                  <a:lnTo>
                    <a:pt x="3047" y="2026"/>
                  </a:lnTo>
                  <a:lnTo>
                    <a:pt x="3047" y="2048"/>
                  </a:lnTo>
                  <a:cubicBezTo>
                    <a:pt x="3047" y="2067"/>
                    <a:pt x="3055" y="2077"/>
                    <a:pt x="3068" y="2077"/>
                  </a:cubicBezTo>
                  <a:cubicBezTo>
                    <a:pt x="3073" y="2077"/>
                    <a:pt x="3080" y="2075"/>
                    <a:pt x="3088" y="2071"/>
                  </a:cubicBezTo>
                  <a:lnTo>
                    <a:pt x="3133" y="2046"/>
                  </a:lnTo>
                  <a:cubicBezTo>
                    <a:pt x="3155" y="2034"/>
                    <a:pt x="3174" y="2003"/>
                    <a:pt x="3174" y="1977"/>
                  </a:cubicBezTo>
                  <a:lnTo>
                    <a:pt x="3174" y="1954"/>
                  </a:lnTo>
                  <a:lnTo>
                    <a:pt x="3217" y="1928"/>
                  </a:lnTo>
                  <a:lnTo>
                    <a:pt x="3262" y="1903"/>
                  </a:lnTo>
                  <a:lnTo>
                    <a:pt x="3262" y="1926"/>
                  </a:lnTo>
                  <a:cubicBezTo>
                    <a:pt x="3262" y="1944"/>
                    <a:pt x="3269" y="1955"/>
                    <a:pt x="3282" y="1955"/>
                  </a:cubicBezTo>
                  <a:cubicBezTo>
                    <a:pt x="3288" y="1955"/>
                    <a:pt x="3295" y="1953"/>
                    <a:pt x="3303" y="1948"/>
                  </a:cubicBezTo>
                  <a:lnTo>
                    <a:pt x="3345" y="1924"/>
                  </a:lnTo>
                  <a:cubicBezTo>
                    <a:pt x="3368" y="1911"/>
                    <a:pt x="3386" y="1881"/>
                    <a:pt x="3386" y="1854"/>
                  </a:cubicBezTo>
                  <a:lnTo>
                    <a:pt x="3386" y="1832"/>
                  </a:lnTo>
                  <a:lnTo>
                    <a:pt x="3429" y="1805"/>
                  </a:lnTo>
                  <a:lnTo>
                    <a:pt x="3472" y="1780"/>
                  </a:lnTo>
                  <a:lnTo>
                    <a:pt x="3472" y="1803"/>
                  </a:lnTo>
                  <a:cubicBezTo>
                    <a:pt x="3472" y="1821"/>
                    <a:pt x="3481" y="1832"/>
                    <a:pt x="3495" y="1832"/>
                  </a:cubicBezTo>
                  <a:cubicBezTo>
                    <a:pt x="3501" y="1832"/>
                    <a:pt x="3508" y="1830"/>
                    <a:pt x="3515" y="1825"/>
                  </a:cubicBezTo>
                  <a:lnTo>
                    <a:pt x="3560" y="1801"/>
                  </a:lnTo>
                  <a:cubicBezTo>
                    <a:pt x="3583" y="1789"/>
                    <a:pt x="3601" y="1758"/>
                    <a:pt x="3601" y="1731"/>
                  </a:cubicBezTo>
                  <a:lnTo>
                    <a:pt x="3601" y="1709"/>
                  </a:lnTo>
                  <a:lnTo>
                    <a:pt x="3644" y="1682"/>
                  </a:lnTo>
                  <a:lnTo>
                    <a:pt x="3689" y="1658"/>
                  </a:lnTo>
                  <a:lnTo>
                    <a:pt x="3689" y="1680"/>
                  </a:lnTo>
                  <a:cubicBezTo>
                    <a:pt x="3689" y="1699"/>
                    <a:pt x="3697" y="1709"/>
                    <a:pt x="3710" y="1709"/>
                  </a:cubicBezTo>
                  <a:cubicBezTo>
                    <a:pt x="3716" y="1709"/>
                    <a:pt x="3723" y="1707"/>
                    <a:pt x="3730" y="1703"/>
                  </a:cubicBezTo>
                  <a:lnTo>
                    <a:pt x="3773" y="1678"/>
                  </a:lnTo>
                  <a:cubicBezTo>
                    <a:pt x="3796" y="1666"/>
                    <a:pt x="3814" y="1635"/>
                    <a:pt x="3814" y="1608"/>
                  </a:cubicBezTo>
                  <a:lnTo>
                    <a:pt x="3814" y="1586"/>
                  </a:lnTo>
                  <a:lnTo>
                    <a:pt x="3857" y="1559"/>
                  </a:lnTo>
                  <a:lnTo>
                    <a:pt x="3900" y="1535"/>
                  </a:lnTo>
                  <a:lnTo>
                    <a:pt x="3900" y="1557"/>
                  </a:lnTo>
                  <a:cubicBezTo>
                    <a:pt x="3900" y="1576"/>
                    <a:pt x="3909" y="1586"/>
                    <a:pt x="3922" y="1586"/>
                  </a:cubicBezTo>
                  <a:cubicBezTo>
                    <a:pt x="3927" y="1586"/>
                    <a:pt x="3934" y="1584"/>
                    <a:pt x="3941" y="1580"/>
                  </a:cubicBezTo>
                  <a:lnTo>
                    <a:pt x="3986" y="1555"/>
                  </a:lnTo>
                  <a:cubicBezTo>
                    <a:pt x="4008" y="1543"/>
                    <a:pt x="4027" y="1512"/>
                    <a:pt x="4027" y="1486"/>
                  </a:cubicBezTo>
                  <a:lnTo>
                    <a:pt x="4027" y="1463"/>
                  </a:lnTo>
                  <a:lnTo>
                    <a:pt x="4070" y="1437"/>
                  </a:lnTo>
                  <a:lnTo>
                    <a:pt x="4113" y="1412"/>
                  </a:lnTo>
                  <a:lnTo>
                    <a:pt x="4113" y="1435"/>
                  </a:lnTo>
                  <a:cubicBezTo>
                    <a:pt x="4113" y="1453"/>
                    <a:pt x="4122" y="1464"/>
                    <a:pt x="4134" y="1464"/>
                  </a:cubicBezTo>
                  <a:cubicBezTo>
                    <a:pt x="4140" y="1464"/>
                    <a:pt x="4147" y="1461"/>
                    <a:pt x="4154" y="1457"/>
                  </a:cubicBezTo>
                  <a:lnTo>
                    <a:pt x="4197" y="1433"/>
                  </a:lnTo>
                  <a:cubicBezTo>
                    <a:pt x="4221" y="1420"/>
                    <a:pt x="4238" y="1390"/>
                    <a:pt x="4238" y="1363"/>
                  </a:cubicBezTo>
                  <a:lnTo>
                    <a:pt x="4238" y="1340"/>
                  </a:lnTo>
                  <a:lnTo>
                    <a:pt x="4283" y="1314"/>
                  </a:lnTo>
                  <a:lnTo>
                    <a:pt x="4325" y="1289"/>
                  </a:lnTo>
                  <a:lnTo>
                    <a:pt x="4325" y="1312"/>
                  </a:lnTo>
                  <a:cubicBezTo>
                    <a:pt x="4325" y="1330"/>
                    <a:pt x="4334" y="1341"/>
                    <a:pt x="4347" y="1341"/>
                  </a:cubicBezTo>
                  <a:cubicBezTo>
                    <a:pt x="4353" y="1341"/>
                    <a:pt x="4359" y="1339"/>
                    <a:pt x="4366" y="1334"/>
                  </a:cubicBezTo>
                  <a:lnTo>
                    <a:pt x="4409" y="1310"/>
                  </a:lnTo>
                  <a:cubicBezTo>
                    <a:pt x="4432" y="1298"/>
                    <a:pt x="4450" y="1267"/>
                    <a:pt x="4450" y="1240"/>
                  </a:cubicBezTo>
                  <a:lnTo>
                    <a:pt x="4450" y="1218"/>
                  </a:lnTo>
                  <a:lnTo>
                    <a:pt x="4493" y="1191"/>
                  </a:lnTo>
                  <a:lnTo>
                    <a:pt x="4538" y="1167"/>
                  </a:lnTo>
                  <a:lnTo>
                    <a:pt x="4538" y="1189"/>
                  </a:lnTo>
                  <a:cubicBezTo>
                    <a:pt x="4538" y="1208"/>
                    <a:pt x="4546" y="1218"/>
                    <a:pt x="4559" y="1218"/>
                  </a:cubicBezTo>
                  <a:cubicBezTo>
                    <a:pt x="4565" y="1218"/>
                    <a:pt x="4572" y="1216"/>
                    <a:pt x="4579" y="1212"/>
                  </a:cubicBezTo>
                  <a:lnTo>
                    <a:pt x="4624" y="1187"/>
                  </a:lnTo>
                  <a:cubicBezTo>
                    <a:pt x="4647" y="1175"/>
                    <a:pt x="4665" y="1144"/>
                    <a:pt x="4665" y="1117"/>
                  </a:cubicBezTo>
                  <a:lnTo>
                    <a:pt x="4665" y="1095"/>
                  </a:lnTo>
                  <a:lnTo>
                    <a:pt x="4708" y="1068"/>
                  </a:lnTo>
                  <a:lnTo>
                    <a:pt x="4753" y="1044"/>
                  </a:lnTo>
                  <a:lnTo>
                    <a:pt x="4753" y="1066"/>
                  </a:lnTo>
                  <a:cubicBezTo>
                    <a:pt x="4753" y="1085"/>
                    <a:pt x="4761" y="1095"/>
                    <a:pt x="4774" y="1095"/>
                  </a:cubicBezTo>
                  <a:cubicBezTo>
                    <a:pt x="4780" y="1095"/>
                    <a:pt x="4786" y="1093"/>
                    <a:pt x="4794" y="1089"/>
                  </a:cubicBezTo>
                  <a:lnTo>
                    <a:pt x="4839" y="1064"/>
                  </a:lnTo>
                  <a:cubicBezTo>
                    <a:pt x="4862" y="1052"/>
                    <a:pt x="4880" y="1021"/>
                    <a:pt x="4880" y="995"/>
                  </a:cubicBezTo>
                  <a:lnTo>
                    <a:pt x="4880" y="972"/>
                  </a:lnTo>
                  <a:lnTo>
                    <a:pt x="4923" y="946"/>
                  </a:lnTo>
                  <a:cubicBezTo>
                    <a:pt x="4923" y="946"/>
                    <a:pt x="4933" y="939"/>
                    <a:pt x="4943" y="933"/>
                  </a:cubicBezTo>
                  <a:cubicBezTo>
                    <a:pt x="4949" y="931"/>
                    <a:pt x="4954" y="925"/>
                    <a:pt x="4960" y="923"/>
                  </a:cubicBezTo>
                  <a:cubicBezTo>
                    <a:pt x="4964" y="921"/>
                    <a:pt x="4968" y="919"/>
                    <a:pt x="4968" y="919"/>
                  </a:cubicBezTo>
                  <a:lnTo>
                    <a:pt x="4970" y="942"/>
                  </a:lnTo>
                  <a:cubicBezTo>
                    <a:pt x="4971" y="955"/>
                    <a:pt x="4979" y="961"/>
                    <a:pt x="4989" y="961"/>
                  </a:cubicBezTo>
                  <a:cubicBezTo>
                    <a:pt x="4995" y="961"/>
                    <a:pt x="5002" y="959"/>
                    <a:pt x="5009" y="956"/>
                  </a:cubicBezTo>
                  <a:cubicBezTo>
                    <a:pt x="5013" y="954"/>
                    <a:pt x="5015" y="952"/>
                    <a:pt x="5021" y="946"/>
                  </a:cubicBezTo>
                  <a:cubicBezTo>
                    <a:pt x="5023" y="946"/>
                    <a:pt x="5033" y="933"/>
                    <a:pt x="5046" y="923"/>
                  </a:cubicBezTo>
                  <a:cubicBezTo>
                    <a:pt x="5054" y="919"/>
                    <a:pt x="5060" y="911"/>
                    <a:pt x="5064" y="905"/>
                  </a:cubicBezTo>
                  <a:lnTo>
                    <a:pt x="5072" y="899"/>
                  </a:lnTo>
                  <a:cubicBezTo>
                    <a:pt x="5095" y="872"/>
                    <a:pt x="5105" y="837"/>
                    <a:pt x="5093" y="821"/>
                  </a:cubicBezTo>
                  <a:lnTo>
                    <a:pt x="5082" y="806"/>
                  </a:lnTo>
                  <a:cubicBezTo>
                    <a:pt x="5082" y="806"/>
                    <a:pt x="5093" y="792"/>
                    <a:pt x="5101" y="782"/>
                  </a:cubicBezTo>
                  <a:cubicBezTo>
                    <a:pt x="5107" y="770"/>
                    <a:pt x="5115" y="759"/>
                    <a:pt x="5115" y="759"/>
                  </a:cubicBezTo>
                  <a:lnTo>
                    <a:pt x="5146" y="708"/>
                  </a:lnTo>
                  <a:lnTo>
                    <a:pt x="5162" y="716"/>
                  </a:lnTo>
                  <a:cubicBezTo>
                    <a:pt x="5164" y="717"/>
                    <a:pt x="5167" y="718"/>
                    <a:pt x="5169" y="718"/>
                  </a:cubicBezTo>
                  <a:cubicBezTo>
                    <a:pt x="5174" y="718"/>
                    <a:pt x="5179" y="716"/>
                    <a:pt x="5185" y="710"/>
                  </a:cubicBezTo>
                  <a:cubicBezTo>
                    <a:pt x="5197" y="704"/>
                    <a:pt x="5213" y="688"/>
                    <a:pt x="5220" y="667"/>
                  </a:cubicBezTo>
                  <a:cubicBezTo>
                    <a:pt x="5220" y="665"/>
                    <a:pt x="5228" y="649"/>
                    <a:pt x="5234" y="635"/>
                  </a:cubicBezTo>
                  <a:cubicBezTo>
                    <a:pt x="5240" y="616"/>
                    <a:pt x="5244" y="602"/>
                    <a:pt x="5244" y="602"/>
                  </a:cubicBezTo>
                  <a:cubicBezTo>
                    <a:pt x="5256" y="563"/>
                    <a:pt x="5249" y="543"/>
                    <a:pt x="5233" y="543"/>
                  </a:cubicBezTo>
                  <a:cubicBezTo>
                    <a:pt x="5230" y="543"/>
                    <a:pt x="5227" y="543"/>
                    <a:pt x="5224" y="545"/>
                  </a:cubicBezTo>
                  <a:lnTo>
                    <a:pt x="5203" y="553"/>
                  </a:lnTo>
                  <a:cubicBezTo>
                    <a:pt x="5203" y="551"/>
                    <a:pt x="5205" y="541"/>
                    <a:pt x="5207" y="526"/>
                  </a:cubicBezTo>
                  <a:cubicBezTo>
                    <a:pt x="5207" y="514"/>
                    <a:pt x="5209" y="504"/>
                    <a:pt x="5209" y="502"/>
                  </a:cubicBezTo>
                  <a:lnTo>
                    <a:pt x="5209" y="475"/>
                  </a:lnTo>
                  <a:lnTo>
                    <a:pt x="5209" y="451"/>
                  </a:lnTo>
                  <a:lnTo>
                    <a:pt x="5230" y="438"/>
                  </a:lnTo>
                  <a:cubicBezTo>
                    <a:pt x="5254" y="424"/>
                    <a:pt x="5271" y="393"/>
                    <a:pt x="5271" y="369"/>
                  </a:cubicBezTo>
                  <a:lnTo>
                    <a:pt x="5271" y="318"/>
                  </a:lnTo>
                  <a:cubicBezTo>
                    <a:pt x="5271" y="299"/>
                    <a:pt x="5263" y="289"/>
                    <a:pt x="5250" y="289"/>
                  </a:cubicBezTo>
                  <a:cubicBezTo>
                    <a:pt x="5244" y="289"/>
                    <a:pt x="5237" y="291"/>
                    <a:pt x="5230" y="295"/>
                  </a:cubicBezTo>
                  <a:lnTo>
                    <a:pt x="5209" y="307"/>
                  </a:lnTo>
                  <a:lnTo>
                    <a:pt x="5209" y="258"/>
                  </a:lnTo>
                  <a:lnTo>
                    <a:pt x="5205" y="213"/>
                  </a:lnTo>
                  <a:lnTo>
                    <a:pt x="5226" y="197"/>
                  </a:lnTo>
                  <a:cubicBezTo>
                    <a:pt x="5248" y="182"/>
                    <a:pt x="5265" y="146"/>
                    <a:pt x="5254" y="121"/>
                  </a:cubicBezTo>
                  <a:cubicBezTo>
                    <a:pt x="5254" y="121"/>
                    <a:pt x="5248" y="107"/>
                    <a:pt x="5244" y="97"/>
                  </a:cubicBezTo>
                  <a:cubicBezTo>
                    <a:pt x="5238" y="84"/>
                    <a:pt x="5230" y="76"/>
                    <a:pt x="5230" y="76"/>
                  </a:cubicBezTo>
                  <a:cubicBezTo>
                    <a:pt x="5226" y="69"/>
                    <a:pt x="5220" y="65"/>
                    <a:pt x="5212" y="65"/>
                  </a:cubicBezTo>
                  <a:cubicBezTo>
                    <a:pt x="5206" y="65"/>
                    <a:pt x="5200" y="68"/>
                    <a:pt x="5195" y="72"/>
                  </a:cubicBezTo>
                  <a:cubicBezTo>
                    <a:pt x="5187" y="76"/>
                    <a:pt x="5179" y="84"/>
                    <a:pt x="5172" y="92"/>
                  </a:cubicBezTo>
                  <a:lnTo>
                    <a:pt x="5156" y="115"/>
                  </a:lnTo>
                  <a:cubicBezTo>
                    <a:pt x="5156" y="115"/>
                    <a:pt x="5148" y="111"/>
                    <a:pt x="5144" y="103"/>
                  </a:cubicBezTo>
                  <a:cubicBezTo>
                    <a:pt x="5136" y="97"/>
                    <a:pt x="5127" y="95"/>
                    <a:pt x="5127" y="92"/>
                  </a:cubicBezTo>
                  <a:lnTo>
                    <a:pt x="5095" y="82"/>
                  </a:lnTo>
                  <a:lnTo>
                    <a:pt x="5107" y="56"/>
                  </a:lnTo>
                  <a:cubicBezTo>
                    <a:pt x="5121" y="29"/>
                    <a:pt x="5113" y="0"/>
                    <a:pt x="50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0"/>
            <p:cNvSpPr/>
            <p:nvPr/>
          </p:nvSpPr>
          <p:spPr>
            <a:xfrm rot="-3560944">
              <a:off x="11964901" y="-3944002"/>
              <a:ext cx="3212134" cy="2109896"/>
            </a:xfrm>
            <a:custGeom>
              <a:rect b="b" l="l" r="r" t="t"/>
              <a:pathLst>
                <a:path extrusionOk="0" h="3547" w="5400">
                  <a:moveTo>
                    <a:pt x="5400" y="1"/>
                  </a:moveTo>
                  <a:lnTo>
                    <a:pt x="4829" y="242"/>
                  </a:lnTo>
                  <a:lnTo>
                    <a:pt x="0" y="3088"/>
                  </a:lnTo>
                  <a:lnTo>
                    <a:pt x="0" y="3546"/>
                  </a:lnTo>
                  <a:lnTo>
                    <a:pt x="5289" y="535"/>
                  </a:lnTo>
                  <a:cubicBezTo>
                    <a:pt x="5357" y="498"/>
                    <a:pt x="5400" y="422"/>
                    <a:pt x="5400" y="344"/>
                  </a:cubicBezTo>
                  <a:lnTo>
                    <a:pt x="54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0"/>
            <p:cNvSpPr/>
            <p:nvPr/>
          </p:nvSpPr>
          <p:spPr>
            <a:xfrm rot="-3560944">
              <a:off x="11350975" y="-3258996"/>
              <a:ext cx="3874191" cy="1966540"/>
            </a:xfrm>
            <a:custGeom>
              <a:rect b="b" l="l" r="r" t="t"/>
              <a:pathLst>
                <a:path extrusionOk="0" h="3306" w="6513">
                  <a:moveTo>
                    <a:pt x="6513" y="1"/>
                  </a:moveTo>
                  <a:lnTo>
                    <a:pt x="4047" y="1030"/>
                  </a:lnTo>
                  <a:lnTo>
                    <a:pt x="1695" y="1979"/>
                  </a:lnTo>
                  <a:lnTo>
                    <a:pt x="516" y="2030"/>
                  </a:lnTo>
                  <a:lnTo>
                    <a:pt x="1" y="2024"/>
                  </a:lnTo>
                  <a:lnTo>
                    <a:pt x="1" y="2341"/>
                  </a:lnTo>
                  <a:lnTo>
                    <a:pt x="1684" y="3305"/>
                  </a:lnTo>
                  <a:lnTo>
                    <a:pt x="1684" y="2851"/>
                  </a:lnTo>
                  <a:lnTo>
                    <a:pt x="65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0"/>
            <p:cNvSpPr/>
            <p:nvPr/>
          </p:nvSpPr>
          <p:spPr>
            <a:xfrm rot="-3560944">
              <a:off x="10931741" y="-1792908"/>
              <a:ext cx="1275931" cy="2052197"/>
            </a:xfrm>
            <a:custGeom>
              <a:rect b="b" l="l" r="r" t="t"/>
              <a:pathLst>
                <a:path extrusionOk="0" h="3450" w="2145">
                  <a:moveTo>
                    <a:pt x="2145" y="1"/>
                  </a:moveTo>
                  <a:lnTo>
                    <a:pt x="694" y="796"/>
                  </a:lnTo>
                  <a:cubicBezTo>
                    <a:pt x="657" y="821"/>
                    <a:pt x="623" y="848"/>
                    <a:pt x="598" y="882"/>
                  </a:cubicBezTo>
                  <a:cubicBezTo>
                    <a:pt x="549" y="944"/>
                    <a:pt x="524" y="1019"/>
                    <a:pt x="526" y="1097"/>
                  </a:cubicBezTo>
                  <a:lnTo>
                    <a:pt x="543" y="1508"/>
                  </a:lnTo>
                  <a:lnTo>
                    <a:pt x="185" y="1713"/>
                  </a:lnTo>
                  <a:cubicBezTo>
                    <a:pt x="134" y="1742"/>
                    <a:pt x="93" y="1783"/>
                    <a:pt x="62" y="1828"/>
                  </a:cubicBezTo>
                  <a:cubicBezTo>
                    <a:pt x="29" y="1883"/>
                    <a:pt x="9" y="1944"/>
                    <a:pt x="9" y="2008"/>
                  </a:cubicBezTo>
                  <a:lnTo>
                    <a:pt x="1" y="2413"/>
                  </a:lnTo>
                  <a:lnTo>
                    <a:pt x="1783" y="3450"/>
                  </a:lnTo>
                  <a:cubicBezTo>
                    <a:pt x="1860" y="3442"/>
                    <a:pt x="1987" y="3434"/>
                    <a:pt x="2145" y="3421"/>
                  </a:cubicBezTo>
                  <a:lnTo>
                    <a:pt x="214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0"/>
            <p:cNvSpPr/>
            <p:nvPr/>
          </p:nvSpPr>
          <p:spPr>
            <a:xfrm rot="-3560944">
              <a:off x="10477963" y="-4808728"/>
              <a:ext cx="3829578" cy="3128857"/>
            </a:xfrm>
            <a:custGeom>
              <a:rect b="b" l="l" r="r" t="t"/>
              <a:pathLst>
                <a:path extrusionOk="0" h="5260" w="6438">
                  <a:moveTo>
                    <a:pt x="3379" y="1"/>
                  </a:moveTo>
                  <a:cubicBezTo>
                    <a:pt x="3351" y="1"/>
                    <a:pt x="3323" y="8"/>
                    <a:pt x="3297" y="22"/>
                  </a:cubicBezTo>
                  <a:lnTo>
                    <a:pt x="1" y="1839"/>
                  </a:lnTo>
                  <a:lnTo>
                    <a:pt x="1" y="5259"/>
                  </a:lnTo>
                  <a:cubicBezTo>
                    <a:pt x="919" y="5188"/>
                    <a:pt x="2916" y="5024"/>
                    <a:pt x="2951" y="5004"/>
                  </a:cubicBezTo>
                  <a:lnTo>
                    <a:pt x="6333" y="3111"/>
                  </a:lnTo>
                  <a:cubicBezTo>
                    <a:pt x="6396" y="3072"/>
                    <a:pt x="6437" y="3007"/>
                    <a:pt x="6437" y="2933"/>
                  </a:cubicBezTo>
                  <a:lnTo>
                    <a:pt x="6437" y="1890"/>
                  </a:lnTo>
                  <a:cubicBezTo>
                    <a:pt x="6437" y="1851"/>
                    <a:pt x="6429" y="1814"/>
                    <a:pt x="6415" y="1783"/>
                  </a:cubicBezTo>
                  <a:cubicBezTo>
                    <a:pt x="6394" y="1738"/>
                    <a:pt x="6357" y="1697"/>
                    <a:pt x="6314" y="1671"/>
                  </a:cubicBezTo>
                  <a:lnTo>
                    <a:pt x="3462" y="24"/>
                  </a:lnTo>
                  <a:cubicBezTo>
                    <a:pt x="3436" y="8"/>
                    <a:pt x="3408" y="1"/>
                    <a:pt x="33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0"/>
            <p:cNvSpPr/>
            <p:nvPr/>
          </p:nvSpPr>
          <p:spPr>
            <a:xfrm rot="-3560944">
              <a:off x="13543951" y="-4816456"/>
              <a:ext cx="595" cy="58294"/>
            </a:xfrm>
            <a:custGeom>
              <a:rect b="b" l="l" r="r" t="t"/>
              <a:pathLst>
                <a:path extrusionOk="0" h="98" w="1">
                  <a:moveTo>
                    <a:pt x="0" y="97"/>
                  </a:moveTo>
                  <a:lnTo>
                    <a:pt x="0" y="9"/>
                  </a:lnTo>
                  <a:lnTo>
                    <a:pt x="0" y="1"/>
                  </a:lnTo>
                  <a:close/>
                </a:path>
              </a:pathLst>
            </a:custGeom>
            <a:solidFill>
              <a:srgbClr val="E7BC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0"/>
            <p:cNvSpPr/>
            <p:nvPr/>
          </p:nvSpPr>
          <p:spPr>
            <a:xfrm rot="-3560944">
              <a:off x="9604725" y="-4303357"/>
              <a:ext cx="4738493" cy="2710089"/>
            </a:xfrm>
            <a:custGeom>
              <a:rect b="b" l="l" r="r" t="t"/>
              <a:pathLst>
                <a:path extrusionOk="0" h="4556" w="7966">
                  <a:moveTo>
                    <a:pt x="4927" y="1"/>
                  </a:moveTo>
                  <a:cubicBezTo>
                    <a:pt x="4899" y="1"/>
                    <a:pt x="4871" y="8"/>
                    <a:pt x="4846" y="22"/>
                  </a:cubicBezTo>
                  <a:lnTo>
                    <a:pt x="99" y="2634"/>
                  </a:lnTo>
                  <a:cubicBezTo>
                    <a:pt x="60" y="2659"/>
                    <a:pt x="27" y="2686"/>
                    <a:pt x="1" y="2720"/>
                  </a:cubicBezTo>
                  <a:lnTo>
                    <a:pt x="3160" y="4556"/>
                  </a:lnTo>
                  <a:lnTo>
                    <a:pt x="7966" y="1783"/>
                  </a:lnTo>
                  <a:cubicBezTo>
                    <a:pt x="7945" y="1738"/>
                    <a:pt x="7908" y="1697"/>
                    <a:pt x="7863" y="1671"/>
                  </a:cubicBezTo>
                  <a:lnTo>
                    <a:pt x="5011" y="24"/>
                  </a:lnTo>
                  <a:cubicBezTo>
                    <a:pt x="4985" y="8"/>
                    <a:pt x="4956" y="1"/>
                    <a:pt x="492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0"/>
            <p:cNvSpPr/>
            <p:nvPr/>
          </p:nvSpPr>
          <p:spPr>
            <a:xfrm rot="-3560944">
              <a:off x="11163788" y="-1064390"/>
              <a:ext cx="1322329" cy="803628"/>
            </a:xfrm>
            <a:custGeom>
              <a:rect b="b" l="l" r="r" t="t"/>
              <a:pathLst>
                <a:path extrusionOk="0" h="1351" w="2223">
                  <a:moveTo>
                    <a:pt x="510" y="0"/>
                  </a:moveTo>
                  <a:lnTo>
                    <a:pt x="152" y="205"/>
                  </a:lnTo>
                  <a:cubicBezTo>
                    <a:pt x="148" y="207"/>
                    <a:pt x="143" y="211"/>
                    <a:pt x="141" y="213"/>
                  </a:cubicBezTo>
                  <a:cubicBezTo>
                    <a:pt x="113" y="232"/>
                    <a:pt x="80" y="262"/>
                    <a:pt x="51" y="293"/>
                  </a:cubicBezTo>
                  <a:cubicBezTo>
                    <a:pt x="49" y="293"/>
                    <a:pt x="0" y="377"/>
                    <a:pt x="0" y="377"/>
                  </a:cubicBezTo>
                  <a:lnTo>
                    <a:pt x="1659" y="1351"/>
                  </a:lnTo>
                  <a:lnTo>
                    <a:pt x="2222" y="982"/>
                  </a:lnTo>
                  <a:lnTo>
                    <a:pt x="51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0"/>
            <p:cNvSpPr/>
            <p:nvPr/>
          </p:nvSpPr>
          <p:spPr>
            <a:xfrm rot="-3560944">
              <a:off x="10668666" y="-1627552"/>
              <a:ext cx="718566" cy="1421667"/>
            </a:xfrm>
            <a:custGeom>
              <a:rect b="b" l="l" r="r" t="t"/>
              <a:pathLst>
                <a:path extrusionOk="0" h="2390" w="1208">
                  <a:moveTo>
                    <a:pt x="1074" y="0"/>
                  </a:moveTo>
                  <a:cubicBezTo>
                    <a:pt x="1028" y="0"/>
                    <a:pt x="986" y="25"/>
                    <a:pt x="962" y="65"/>
                  </a:cubicBezTo>
                  <a:cubicBezTo>
                    <a:pt x="923" y="121"/>
                    <a:pt x="1" y="1459"/>
                    <a:pt x="1" y="1852"/>
                  </a:cubicBezTo>
                  <a:lnTo>
                    <a:pt x="1" y="2363"/>
                  </a:lnTo>
                  <a:cubicBezTo>
                    <a:pt x="1" y="2377"/>
                    <a:pt x="11" y="2390"/>
                    <a:pt x="27" y="2390"/>
                  </a:cubicBezTo>
                  <a:cubicBezTo>
                    <a:pt x="41" y="2390"/>
                    <a:pt x="52" y="2379"/>
                    <a:pt x="52" y="2363"/>
                  </a:cubicBezTo>
                  <a:lnTo>
                    <a:pt x="52" y="1852"/>
                  </a:lnTo>
                  <a:cubicBezTo>
                    <a:pt x="52" y="1473"/>
                    <a:pt x="995" y="108"/>
                    <a:pt x="1005" y="92"/>
                  </a:cubicBezTo>
                  <a:cubicBezTo>
                    <a:pt x="1023" y="62"/>
                    <a:pt x="1050" y="52"/>
                    <a:pt x="1074" y="52"/>
                  </a:cubicBezTo>
                  <a:cubicBezTo>
                    <a:pt x="1082" y="52"/>
                    <a:pt x="1090" y="53"/>
                    <a:pt x="1097" y="55"/>
                  </a:cubicBezTo>
                  <a:cubicBezTo>
                    <a:pt x="1124" y="61"/>
                    <a:pt x="1157" y="88"/>
                    <a:pt x="1157" y="133"/>
                  </a:cubicBezTo>
                  <a:lnTo>
                    <a:pt x="1157" y="966"/>
                  </a:lnTo>
                  <a:cubicBezTo>
                    <a:pt x="1157" y="978"/>
                    <a:pt x="1169" y="990"/>
                    <a:pt x="1183" y="990"/>
                  </a:cubicBezTo>
                  <a:cubicBezTo>
                    <a:pt x="1195" y="990"/>
                    <a:pt x="1208" y="980"/>
                    <a:pt x="1208" y="966"/>
                  </a:cubicBezTo>
                  <a:lnTo>
                    <a:pt x="1208" y="133"/>
                  </a:lnTo>
                  <a:cubicBezTo>
                    <a:pt x="1208" y="72"/>
                    <a:pt x="1169" y="20"/>
                    <a:pt x="1111" y="6"/>
                  </a:cubicBezTo>
                  <a:cubicBezTo>
                    <a:pt x="1099" y="2"/>
                    <a:pt x="1086" y="0"/>
                    <a:pt x="10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0"/>
            <p:cNvSpPr/>
            <p:nvPr/>
          </p:nvSpPr>
          <p:spPr>
            <a:xfrm rot="-3560944">
              <a:off x="12558950" y="-688709"/>
              <a:ext cx="268273" cy="312291"/>
            </a:xfrm>
            <a:custGeom>
              <a:rect b="b" l="l" r="r" t="t"/>
              <a:pathLst>
                <a:path extrusionOk="0" h="525" w="451">
                  <a:moveTo>
                    <a:pt x="1" y="0"/>
                  </a:moveTo>
                  <a:lnTo>
                    <a:pt x="1" y="317"/>
                  </a:lnTo>
                  <a:lnTo>
                    <a:pt x="359" y="524"/>
                  </a:lnTo>
                  <a:lnTo>
                    <a:pt x="451" y="258"/>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0"/>
            <p:cNvSpPr/>
            <p:nvPr/>
          </p:nvSpPr>
          <p:spPr>
            <a:xfrm rot="-3560944">
              <a:off x="12991132" y="-3272327"/>
              <a:ext cx="512752" cy="578184"/>
            </a:xfrm>
            <a:custGeom>
              <a:rect b="b" l="l" r="r" t="t"/>
              <a:pathLst>
                <a:path extrusionOk="0" h="972" w="862">
                  <a:moveTo>
                    <a:pt x="835" y="0"/>
                  </a:moveTo>
                  <a:lnTo>
                    <a:pt x="0" y="481"/>
                  </a:lnTo>
                  <a:lnTo>
                    <a:pt x="2" y="972"/>
                  </a:lnTo>
                  <a:lnTo>
                    <a:pt x="862" y="475"/>
                  </a:lnTo>
                  <a:lnTo>
                    <a:pt x="837" y="458"/>
                  </a:lnTo>
                  <a:lnTo>
                    <a:pt x="8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0"/>
            <p:cNvSpPr/>
            <p:nvPr/>
          </p:nvSpPr>
          <p:spPr>
            <a:xfrm rot="-3560944">
              <a:off x="13226440" y="-3434364"/>
              <a:ext cx="16656" cy="310506"/>
            </a:xfrm>
            <a:custGeom>
              <a:rect b="b" l="l" r="r" t="t"/>
              <a:pathLst>
                <a:path extrusionOk="0" h="522" w="28">
                  <a:moveTo>
                    <a:pt x="1" y="0"/>
                  </a:moveTo>
                  <a:lnTo>
                    <a:pt x="1" y="16"/>
                  </a:lnTo>
                  <a:lnTo>
                    <a:pt x="1" y="47"/>
                  </a:lnTo>
                  <a:lnTo>
                    <a:pt x="3" y="505"/>
                  </a:lnTo>
                  <a:lnTo>
                    <a:pt x="28" y="522"/>
                  </a:lnTo>
                  <a:lnTo>
                    <a:pt x="26" y="33"/>
                  </a:lnTo>
                  <a:lnTo>
                    <a:pt x="26" y="14"/>
                  </a:lnTo>
                  <a:lnTo>
                    <a:pt x="13" y="10"/>
                  </a:lnTo>
                  <a:lnTo>
                    <a:pt x="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0"/>
            <p:cNvSpPr/>
            <p:nvPr/>
          </p:nvSpPr>
          <p:spPr>
            <a:xfrm rot="-3560944">
              <a:off x="13089233" y="-3373579"/>
              <a:ext cx="31527" cy="17845"/>
            </a:xfrm>
            <a:custGeom>
              <a:rect b="b" l="l" r="r" t="t"/>
              <a:pathLst>
                <a:path extrusionOk="0" h="30" w="53">
                  <a:moveTo>
                    <a:pt x="26" y="1"/>
                  </a:moveTo>
                  <a:lnTo>
                    <a:pt x="1" y="15"/>
                  </a:lnTo>
                  <a:lnTo>
                    <a:pt x="26" y="29"/>
                  </a:lnTo>
                  <a:lnTo>
                    <a:pt x="52" y="15"/>
                  </a:lnTo>
                  <a:lnTo>
                    <a:pt x="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0"/>
            <p:cNvSpPr/>
            <p:nvPr/>
          </p:nvSpPr>
          <p:spPr>
            <a:xfrm rot="-3560944">
              <a:off x="13333813" y="-2632928"/>
              <a:ext cx="19035" cy="21414"/>
            </a:xfrm>
            <a:custGeom>
              <a:rect b="b" l="l" r="r" t="t"/>
              <a:pathLst>
                <a:path extrusionOk="0" h="36" w="32">
                  <a:moveTo>
                    <a:pt x="3" y="1"/>
                  </a:moveTo>
                  <a:cubicBezTo>
                    <a:pt x="1" y="3"/>
                    <a:pt x="31" y="36"/>
                    <a:pt x="31" y="36"/>
                  </a:cubicBezTo>
                  <a:cubicBezTo>
                    <a:pt x="31" y="33"/>
                    <a:pt x="3" y="1"/>
                    <a:pt x="3" y="1"/>
                  </a:cubicBez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0"/>
            <p:cNvSpPr/>
            <p:nvPr/>
          </p:nvSpPr>
          <p:spPr>
            <a:xfrm rot="-3560944">
              <a:off x="13103484" y="-3068326"/>
              <a:ext cx="512752" cy="295040"/>
            </a:xfrm>
            <a:custGeom>
              <a:rect b="b" l="l" r="r" t="t"/>
              <a:pathLst>
                <a:path extrusionOk="0" h="496" w="862">
                  <a:moveTo>
                    <a:pt x="862" y="0"/>
                  </a:moveTo>
                  <a:cubicBezTo>
                    <a:pt x="855" y="0"/>
                    <a:pt x="118" y="427"/>
                    <a:pt x="13" y="488"/>
                  </a:cubicBezTo>
                  <a:lnTo>
                    <a:pt x="13" y="488"/>
                  </a:lnTo>
                  <a:cubicBezTo>
                    <a:pt x="119" y="427"/>
                    <a:pt x="862" y="0"/>
                    <a:pt x="862" y="0"/>
                  </a:cubicBezTo>
                  <a:cubicBezTo>
                    <a:pt x="862" y="0"/>
                    <a:pt x="862" y="0"/>
                    <a:pt x="862" y="0"/>
                  </a:cubicBezTo>
                  <a:close/>
                  <a:moveTo>
                    <a:pt x="13" y="488"/>
                  </a:moveTo>
                  <a:cubicBezTo>
                    <a:pt x="5" y="493"/>
                    <a:pt x="0" y="495"/>
                    <a:pt x="0" y="495"/>
                  </a:cubicBezTo>
                  <a:cubicBezTo>
                    <a:pt x="0" y="495"/>
                    <a:pt x="0" y="495"/>
                    <a:pt x="0" y="495"/>
                  </a:cubicBezTo>
                  <a:cubicBezTo>
                    <a:pt x="0" y="495"/>
                    <a:pt x="5" y="493"/>
                    <a:pt x="13" y="488"/>
                  </a:cubicBez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0"/>
            <p:cNvSpPr/>
            <p:nvPr/>
          </p:nvSpPr>
          <p:spPr>
            <a:xfrm rot="-3560944">
              <a:off x="13081507" y="-3076622"/>
              <a:ext cx="530002" cy="315860"/>
            </a:xfrm>
            <a:custGeom>
              <a:rect b="b" l="l" r="r" t="t"/>
              <a:pathLst>
                <a:path extrusionOk="0" h="531" w="891">
                  <a:moveTo>
                    <a:pt x="862" y="1"/>
                  </a:moveTo>
                  <a:lnTo>
                    <a:pt x="1" y="498"/>
                  </a:lnTo>
                  <a:lnTo>
                    <a:pt x="29" y="530"/>
                  </a:lnTo>
                  <a:lnTo>
                    <a:pt x="891" y="31"/>
                  </a:lnTo>
                  <a:lnTo>
                    <a:pt x="8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0"/>
            <p:cNvSpPr/>
            <p:nvPr/>
          </p:nvSpPr>
          <p:spPr>
            <a:xfrm rot="-3560944">
              <a:off x="13290828" y="-2658401"/>
              <a:ext cx="19035" cy="21414"/>
            </a:xfrm>
            <a:custGeom>
              <a:rect b="b" l="l" r="r" t="t"/>
              <a:pathLst>
                <a:path extrusionOk="0" h="36" w="32">
                  <a:moveTo>
                    <a:pt x="3" y="1"/>
                  </a:moveTo>
                  <a:cubicBezTo>
                    <a:pt x="1" y="3"/>
                    <a:pt x="31" y="36"/>
                    <a:pt x="31" y="36"/>
                  </a:cubicBezTo>
                  <a:cubicBezTo>
                    <a:pt x="31" y="32"/>
                    <a:pt x="3" y="1"/>
                    <a:pt x="3" y="1"/>
                  </a:cubicBez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0"/>
            <p:cNvSpPr/>
            <p:nvPr/>
          </p:nvSpPr>
          <p:spPr>
            <a:xfrm rot="-3560944">
              <a:off x="13058515" y="-3095048"/>
              <a:ext cx="513347" cy="296230"/>
            </a:xfrm>
            <a:custGeom>
              <a:rect b="b" l="l" r="r" t="t"/>
              <a:pathLst>
                <a:path extrusionOk="0" h="498" w="863">
                  <a:moveTo>
                    <a:pt x="863" y="0"/>
                  </a:moveTo>
                  <a:lnTo>
                    <a:pt x="863" y="0"/>
                  </a:lnTo>
                  <a:cubicBezTo>
                    <a:pt x="856" y="4"/>
                    <a:pt x="1" y="498"/>
                    <a:pt x="1" y="498"/>
                  </a:cubicBezTo>
                  <a:cubicBezTo>
                    <a:pt x="1" y="498"/>
                    <a:pt x="1" y="498"/>
                    <a:pt x="1" y="498"/>
                  </a:cubicBezTo>
                  <a:lnTo>
                    <a:pt x="863" y="0"/>
                  </a:ln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0"/>
            <p:cNvSpPr/>
            <p:nvPr/>
          </p:nvSpPr>
          <p:spPr>
            <a:xfrm rot="-3560944">
              <a:off x="13037498" y="-3102702"/>
              <a:ext cx="530002" cy="315860"/>
            </a:xfrm>
            <a:custGeom>
              <a:rect b="b" l="l" r="r" t="t"/>
              <a:pathLst>
                <a:path extrusionOk="0" h="531" w="891">
                  <a:moveTo>
                    <a:pt x="862" y="1"/>
                  </a:moveTo>
                  <a:lnTo>
                    <a:pt x="1" y="500"/>
                  </a:lnTo>
                  <a:lnTo>
                    <a:pt x="29" y="531"/>
                  </a:lnTo>
                  <a:lnTo>
                    <a:pt x="891" y="33"/>
                  </a:lnTo>
                  <a:lnTo>
                    <a:pt x="8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0"/>
            <p:cNvSpPr/>
            <p:nvPr/>
          </p:nvSpPr>
          <p:spPr>
            <a:xfrm rot="-3560944">
              <a:off x="13246307" y="-2685378"/>
              <a:ext cx="19035" cy="22604"/>
            </a:xfrm>
            <a:custGeom>
              <a:rect b="b" l="l" r="r" t="t"/>
              <a:pathLst>
                <a:path extrusionOk="0" h="38" w="32">
                  <a:moveTo>
                    <a:pt x="3" y="1"/>
                  </a:moveTo>
                  <a:cubicBezTo>
                    <a:pt x="1" y="3"/>
                    <a:pt x="31" y="38"/>
                    <a:pt x="31" y="38"/>
                  </a:cubicBezTo>
                  <a:cubicBezTo>
                    <a:pt x="31" y="34"/>
                    <a:pt x="3" y="1"/>
                    <a:pt x="3" y="1"/>
                  </a:cubicBez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0"/>
            <p:cNvSpPr/>
            <p:nvPr/>
          </p:nvSpPr>
          <p:spPr>
            <a:xfrm rot="-3560944">
              <a:off x="13015467" y="-3120485"/>
              <a:ext cx="512752" cy="295040"/>
            </a:xfrm>
            <a:custGeom>
              <a:rect b="b" l="l" r="r" t="t"/>
              <a:pathLst>
                <a:path extrusionOk="0" h="496" w="862">
                  <a:moveTo>
                    <a:pt x="862" y="1"/>
                  </a:moveTo>
                  <a:cubicBezTo>
                    <a:pt x="858" y="1"/>
                    <a:pt x="0" y="496"/>
                    <a:pt x="0" y="496"/>
                  </a:cubicBezTo>
                  <a:cubicBezTo>
                    <a:pt x="0" y="496"/>
                    <a:pt x="0" y="496"/>
                    <a:pt x="0" y="496"/>
                  </a:cubicBezTo>
                  <a:cubicBezTo>
                    <a:pt x="3" y="496"/>
                    <a:pt x="862" y="1"/>
                    <a:pt x="862" y="1"/>
                  </a:cubicBezTo>
                  <a:cubicBezTo>
                    <a:pt x="862" y="1"/>
                    <a:pt x="862" y="1"/>
                    <a:pt x="862" y="1"/>
                  </a:cubicBez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0"/>
            <p:cNvSpPr/>
            <p:nvPr/>
          </p:nvSpPr>
          <p:spPr>
            <a:xfrm rot="-3560944">
              <a:off x="12994001" y="-3127883"/>
              <a:ext cx="530002" cy="314670"/>
            </a:xfrm>
            <a:custGeom>
              <a:rect b="b" l="l" r="r" t="t"/>
              <a:pathLst>
                <a:path extrusionOk="0" h="529" w="891">
                  <a:moveTo>
                    <a:pt x="862" y="1"/>
                  </a:moveTo>
                  <a:lnTo>
                    <a:pt x="1" y="496"/>
                  </a:lnTo>
                  <a:lnTo>
                    <a:pt x="29" y="529"/>
                  </a:lnTo>
                  <a:lnTo>
                    <a:pt x="891" y="31"/>
                  </a:lnTo>
                  <a:lnTo>
                    <a:pt x="8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0"/>
            <p:cNvSpPr/>
            <p:nvPr/>
          </p:nvSpPr>
          <p:spPr>
            <a:xfrm rot="-3560944">
              <a:off x="13203066" y="-2710110"/>
              <a:ext cx="19035" cy="20819"/>
            </a:xfrm>
            <a:custGeom>
              <a:rect b="b" l="l" r="r" t="t"/>
              <a:pathLst>
                <a:path extrusionOk="0" h="35" w="32">
                  <a:moveTo>
                    <a:pt x="3" y="0"/>
                  </a:moveTo>
                  <a:cubicBezTo>
                    <a:pt x="1" y="2"/>
                    <a:pt x="31" y="35"/>
                    <a:pt x="31" y="35"/>
                  </a:cubicBezTo>
                  <a:cubicBezTo>
                    <a:pt x="31" y="33"/>
                    <a:pt x="3" y="0"/>
                    <a:pt x="3" y="0"/>
                  </a:cubicBez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0"/>
            <p:cNvSpPr/>
            <p:nvPr/>
          </p:nvSpPr>
          <p:spPr>
            <a:xfrm rot="-3560944">
              <a:off x="12972481" y="-3145957"/>
              <a:ext cx="512752" cy="295040"/>
            </a:xfrm>
            <a:custGeom>
              <a:rect b="b" l="l" r="r" t="t"/>
              <a:pathLst>
                <a:path extrusionOk="0" h="496" w="862">
                  <a:moveTo>
                    <a:pt x="862" y="1"/>
                  </a:moveTo>
                  <a:cubicBezTo>
                    <a:pt x="855" y="1"/>
                    <a:pt x="118" y="427"/>
                    <a:pt x="13" y="488"/>
                  </a:cubicBezTo>
                  <a:lnTo>
                    <a:pt x="13" y="488"/>
                  </a:lnTo>
                  <a:cubicBezTo>
                    <a:pt x="119" y="427"/>
                    <a:pt x="862" y="1"/>
                    <a:pt x="862" y="1"/>
                  </a:cubicBezTo>
                  <a:cubicBezTo>
                    <a:pt x="862" y="1"/>
                    <a:pt x="862" y="1"/>
                    <a:pt x="862" y="1"/>
                  </a:cubicBezTo>
                  <a:close/>
                  <a:moveTo>
                    <a:pt x="13" y="488"/>
                  </a:moveTo>
                  <a:cubicBezTo>
                    <a:pt x="5" y="493"/>
                    <a:pt x="0" y="496"/>
                    <a:pt x="0" y="496"/>
                  </a:cubicBezTo>
                  <a:cubicBezTo>
                    <a:pt x="0" y="496"/>
                    <a:pt x="0" y="496"/>
                    <a:pt x="0" y="496"/>
                  </a:cubicBezTo>
                  <a:cubicBezTo>
                    <a:pt x="0" y="496"/>
                    <a:pt x="5" y="493"/>
                    <a:pt x="13" y="488"/>
                  </a:cubicBez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0"/>
            <p:cNvSpPr/>
            <p:nvPr/>
          </p:nvSpPr>
          <p:spPr>
            <a:xfrm rot="-3560944">
              <a:off x="12949992" y="-3155152"/>
              <a:ext cx="530002" cy="317050"/>
            </a:xfrm>
            <a:custGeom>
              <a:rect b="b" l="l" r="r" t="t"/>
              <a:pathLst>
                <a:path extrusionOk="0" h="533" w="891">
                  <a:moveTo>
                    <a:pt x="862" y="1"/>
                  </a:moveTo>
                  <a:lnTo>
                    <a:pt x="1" y="500"/>
                  </a:lnTo>
                  <a:lnTo>
                    <a:pt x="29" y="533"/>
                  </a:lnTo>
                  <a:lnTo>
                    <a:pt x="891" y="34"/>
                  </a:lnTo>
                  <a:lnTo>
                    <a:pt x="8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0"/>
            <p:cNvSpPr/>
            <p:nvPr/>
          </p:nvSpPr>
          <p:spPr>
            <a:xfrm rot="-3560944">
              <a:off x="13160080" y="-2735583"/>
              <a:ext cx="19035" cy="20819"/>
            </a:xfrm>
            <a:custGeom>
              <a:rect b="b" l="l" r="r" t="t"/>
              <a:pathLst>
                <a:path extrusionOk="0" h="35" w="32">
                  <a:moveTo>
                    <a:pt x="3" y="0"/>
                  </a:moveTo>
                  <a:cubicBezTo>
                    <a:pt x="1" y="2"/>
                    <a:pt x="31" y="35"/>
                    <a:pt x="31" y="35"/>
                  </a:cubicBezTo>
                  <a:cubicBezTo>
                    <a:pt x="31" y="31"/>
                    <a:pt x="3" y="0"/>
                    <a:pt x="3" y="0"/>
                  </a:cubicBez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0"/>
            <p:cNvSpPr/>
            <p:nvPr/>
          </p:nvSpPr>
          <p:spPr>
            <a:xfrm rot="-3560944">
              <a:off x="12927961" y="-3172934"/>
              <a:ext cx="512752" cy="296230"/>
            </a:xfrm>
            <a:custGeom>
              <a:rect b="b" l="l" r="r" t="t"/>
              <a:pathLst>
                <a:path extrusionOk="0" h="498" w="862">
                  <a:moveTo>
                    <a:pt x="862" y="1"/>
                  </a:moveTo>
                  <a:cubicBezTo>
                    <a:pt x="859" y="1"/>
                    <a:pt x="217" y="372"/>
                    <a:pt x="43" y="473"/>
                  </a:cubicBezTo>
                  <a:lnTo>
                    <a:pt x="43" y="473"/>
                  </a:lnTo>
                  <a:cubicBezTo>
                    <a:pt x="217" y="372"/>
                    <a:pt x="862" y="1"/>
                    <a:pt x="862" y="1"/>
                  </a:cubicBezTo>
                  <a:cubicBezTo>
                    <a:pt x="862" y="1"/>
                    <a:pt x="862" y="1"/>
                    <a:pt x="862" y="1"/>
                  </a:cubicBezTo>
                  <a:close/>
                  <a:moveTo>
                    <a:pt x="43" y="473"/>
                  </a:moveTo>
                  <a:cubicBezTo>
                    <a:pt x="16" y="489"/>
                    <a:pt x="0" y="498"/>
                    <a:pt x="0" y="498"/>
                  </a:cubicBezTo>
                  <a:cubicBezTo>
                    <a:pt x="0" y="498"/>
                    <a:pt x="0" y="498"/>
                    <a:pt x="0" y="498"/>
                  </a:cubicBezTo>
                  <a:cubicBezTo>
                    <a:pt x="0" y="498"/>
                    <a:pt x="16" y="489"/>
                    <a:pt x="43" y="473"/>
                  </a:cubicBez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0"/>
            <p:cNvSpPr/>
            <p:nvPr/>
          </p:nvSpPr>
          <p:spPr>
            <a:xfrm rot="-3560944">
              <a:off x="12906495" y="-3180333"/>
              <a:ext cx="530002" cy="315860"/>
            </a:xfrm>
            <a:custGeom>
              <a:rect b="b" l="l" r="r" t="t"/>
              <a:pathLst>
                <a:path extrusionOk="0" h="531" w="891">
                  <a:moveTo>
                    <a:pt x="862" y="1"/>
                  </a:moveTo>
                  <a:lnTo>
                    <a:pt x="1" y="500"/>
                  </a:lnTo>
                  <a:lnTo>
                    <a:pt x="29" y="531"/>
                  </a:lnTo>
                  <a:lnTo>
                    <a:pt x="891" y="32"/>
                  </a:lnTo>
                  <a:lnTo>
                    <a:pt x="8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0"/>
            <p:cNvSpPr/>
            <p:nvPr/>
          </p:nvSpPr>
          <p:spPr>
            <a:xfrm rot="-3560944">
              <a:off x="13115560" y="-2762560"/>
              <a:ext cx="19035" cy="22009"/>
            </a:xfrm>
            <a:custGeom>
              <a:rect b="b" l="l" r="r" t="t"/>
              <a:pathLst>
                <a:path extrusionOk="0" h="37" w="32">
                  <a:moveTo>
                    <a:pt x="3" y="0"/>
                  </a:moveTo>
                  <a:cubicBezTo>
                    <a:pt x="1" y="2"/>
                    <a:pt x="31" y="37"/>
                    <a:pt x="31" y="37"/>
                  </a:cubicBezTo>
                  <a:cubicBezTo>
                    <a:pt x="31" y="31"/>
                    <a:pt x="3" y="0"/>
                    <a:pt x="3" y="0"/>
                  </a:cubicBez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0"/>
            <p:cNvSpPr/>
            <p:nvPr/>
          </p:nvSpPr>
          <p:spPr>
            <a:xfrm rot="-3560944">
              <a:off x="12882991" y="-3198466"/>
              <a:ext cx="513347" cy="295040"/>
            </a:xfrm>
            <a:custGeom>
              <a:rect b="b" l="l" r="r" t="t"/>
              <a:pathLst>
                <a:path extrusionOk="0" h="496" w="863">
                  <a:moveTo>
                    <a:pt x="863" y="1"/>
                  </a:moveTo>
                  <a:cubicBezTo>
                    <a:pt x="856" y="5"/>
                    <a:pt x="1" y="496"/>
                    <a:pt x="1" y="496"/>
                  </a:cubicBezTo>
                  <a:cubicBezTo>
                    <a:pt x="1" y="496"/>
                    <a:pt x="1" y="496"/>
                    <a:pt x="1" y="496"/>
                  </a:cubicBezTo>
                  <a:lnTo>
                    <a:pt x="863" y="1"/>
                  </a:lnTo>
                  <a:close/>
                </a:path>
              </a:pathLst>
            </a:custGeom>
            <a:solidFill>
              <a:srgbClr val="333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0"/>
            <p:cNvSpPr/>
            <p:nvPr/>
          </p:nvSpPr>
          <p:spPr>
            <a:xfrm rot="-3560944">
              <a:off x="12861463" y="-3207018"/>
              <a:ext cx="530002" cy="315860"/>
            </a:xfrm>
            <a:custGeom>
              <a:rect b="b" l="l" r="r" t="t"/>
              <a:pathLst>
                <a:path extrusionOk="0" h="531" w="891">
                  <a:moveTo>
                    <a:pt x="862" y="1"/>
                  </a:moveTo>
                  <a:lnTo>
                    <a:pt x="1" y="500"/>
                  </a:lnTo>
                  <a:lnTo>
                    <a:pt x="29" y="531"/>
                  </a:lnTo>
                  <a:lnTo>
                    <a:pt x="891" y="36"/>
                  </a:lnTo>
                  <a:lnTo>
                    <a:pt x="8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0"/>
            <p:cNvSpPr/>
            <p:nvPr/>
          </p:nvSpPr>
          <p:spPr>
            <a:xfrm rot="-3560944">
              <a:off x="13155344" y="-3447214"/>
              <a:ext cx="54130" cy="66027"/>
            </a:xfrm>
            <a:custGeom>
              <a:rect b="b" l="l" r="r" t="t"/>
              <a:pathLst>
                <a:path extrusionOk="0" h="111" w="91">
                  <a:moveTo>
                    <a:pt x="76" y="0"/>
                  </a:moveTo>
                  <a:cubicBezTo>
                    <a:pt x="75" y="0"/>
                    <a:pt x="69" y="2"/>
                    <a:pt x="27" y="23"/>
                  </a:cubicBezTo>
                  <a:cubicBezTo>
                    <a:pt x="27" y="27"/>
                    <a:pt x="27" y="27"/>
                    <a:pt x="25" y="29"/>
                  </a:cubicBezTo>
                  <a:cubicBezTo>
                    <a:pt x="25" y="29"/>
                    <a:pt x="21" y="29"/>
                    <a:pt x="9" y="70"/>
                  </a:cubicBezTo>
                  <a:cubicBezTo>
                    <a:pt x="9" y="72"/>
                    <a:pt x="9" y="72"/>
                    <a:pt x="1" y="95"/>
                  </a:cubicBezTo>
                  <a:cubicBezTo>
                    <a:pt x="1" y="99"/>
                    <a:pt x="3" y="99"/>
                    <a:pt x="9" y="103"/>
                  </a:cubicBezTo>
                  <a:lnTo>
                    <a:pt x="18" y="108"/>
                  </a:lnTo>
                  <a:lnTo>
                    <a:pt x="18" y="108"/>
                  </a:lnTo>
                  <a:cubicBezTo>
                    <a:pt x="17" y="105"/>
                    <a:pt x="15" y="100"/>
                    <a:pt x="11" y="90"/>
                  </a:cubicBezTo>
                  <a:lnTo>
                    <a:pt x="11" y="84"/>
                  </a:lnTo>
                  <a:lnTo>
                    <a:pt x="11" y="80"/>
                  </a:lnTo>
                  <a:lnTo>
                    <a:pt x="11" y="74"/>
                  </a:lnTo>
                  <a:cubicBezTo>
                    <a:pt x="11" y="74"/>
                    <a:pt x="15" y="72"/>
                    <a:pt x="15" y="70"/>
                  </a:cubicBezTo>
                  <a:cubicBezTo>
                    <a:pt x="15" y="68"/>
                    <a:pt x="17" y="68"/>
                    <a:pt x="17" y="64"/>
                  </a:cubicBezTo>
                  <a:cubicBezTo>
                    <a:pt x="17" y="64"/>
                    <a:pt x="17" y="62"/>
                    <a:pt x="19" y="60"/>
                  </a:cubicBezTo>
                  <a:cubicBezTo>
                    <a:pt x="19" y="58"/>
                    <a:pt x="19" y="58"/>
                    <a:pt x="21" y="54"/>
                  </a:cubicBezTo>
                  <a:cubicBezTo>
                    <a:pt x="21" y="54"/>
                    <a:pt x="21" y="52"/>
                    <a:pt x="25" y="50"/>
                  </a:cubicBezTo>
                  <a:cubicBezTo>
                    <a:pt x="25" y="47"/>
                    <a:pt x="25" y="47"/>
                    <a:pt x="29" y="39"/>
                  </a:cubicBezTo>
                  <a:cubicBezTo>
                    <a:pt x="29" y="37"/>
                    <a:pt x="29" y="37"/>
                    <a:pt x="31" y="33"/>
                  </a:cubicBezTo>
                  <a:cubicBezTo>
                    <a:pt x="31" y="31"/>
                    <a:pt x="31" y="31"/>
                    <a:pt x="35" y="29"/>
                  </a:cubicBezTo>
                  <a:lnTo>
                    <a:pt x="40" y="23"/>
                  </a:lnTo>
                  <a:lnTo>
                    <a:pt x="46" y="19"/>
                  </a:lnTo>
                  <a:cubicBezTo>
                    <a:pt x="48" y="19"/>
                    <a:pt x="48" y="17"/>
                    <a:pt x="50" y="17"/>
                  </a:cubicBezTo>
                  <a:cubicBezTo>
                    <a:pt x="52" y="17"/>
                    <a:pt x="52" y="17"/>
                    <a:pt x="56" y="13"/>
                  </a:cubicBezTo>
                  <a:cubicBezTo>
                    <a:pt x="58" y="13"/>
                    <a:pt x="58" y="13"/>
                    <a:pt x="60" y="11"/>
                  </a:cubicBezTo>
                  <a:cubicBezTo>
                    <a:pt x="62" y="11"/>
                    <a:pt x="62" y="11"/>
                    <a:pt x="66" y="9"/>
                  </a:cubicBezTo>
                  <a:cubicBezTo>
                    <a:pt x="66" y="9"/>
                    <a:pt x="68" y="9"/>
                    <a:pt x="80" y="7"/>
                  </a:cubicBezTo>
                  <a:cubicBezTo>
                    <a:pt x="82" y="7"/>
                    <a:pt x="82" y="7"/>
                    <a:pt x="91" y="9"/>
                  </a:cubicBezTo>
                  <a:lnTo>
                    <a:pt x="76" y="0"/>
                  </a:lnTo>
                  <a:cubicBezTo>
                    <a:pt x="76" y="0"/>
                    <a:pt x="76" y="0"/>
                    <a:pt x="76" y="0"/>
                  </a:cubicBezTo>
                  <a:close/>
                  <a:moveTo>
                    <a:pt x="18" y="108"/>
                  </a:moveTo>
                  <a:cubicBezTo>
                    <a:pt x="19" y="108"/>
                    <a:pt x="19" y="109"/>
                    <a:pt x="19" y="109"/>
                  </a:cubicBezTo>
                  <a:cubicBezTo>
                    <a:pt x="21" y="111"/>
                    <a:pt x="21" y="111"/>
                    <a:pt x="25" y="111"/>
                  </a:cubicBezTo>
                  <a:lnTo>
                    <a:pt x="18" y="10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0"/>
            <p:cNvSpPr/>
            <p:nvPr/>
          </p:nvSpPr>
          <p:spPr>
            <a:xfrm rot="-3560944">
              <a:off x="13166136" y="-3452588"/>
              <a:ext cx="45208" cy="60079"/>
            </a:xfrm>
            <a:custGeom>
              <a:rect b="b" l="l" r="r" t="t"/>
              <a:pathLst>
                <a:path extrusionOk="0" h="101" w="76">
                  <a:moveTo>
                    <a:pt x="53" y="1"/>
                  </a:moveTo>
                  <a:cubicBezTo>
                    <a:pt x="48" y="1"/>
                    <a:pt x="43" y="2"/>
                    <a:pt x="37" y="6"/>
                  </a:cubicBezTo>
                  <a:cubicBezTo>
                    <a:pt x="15" y="20"/>
                    <a:pt x="0" y="51"/>
                    <a:pt x="0" y="73"/>
                  </a:cubicBezTo>
                  <a:cubicBezTo>
                    <a:pt x="0" y="91"/>
                    <a:pt x="8" y="101"/>
                    <a:pt x="21" y="101"/>
                  </a:cubicBezTo>
                  <a:cubicBezTo>
                    <a:pt x="26" y="101"/>
                    <a:pt x="31" y="99"/>
                    <a:pt x="37" y="96"/>
                  </a:cubicBezTo>
                  <a:cubicBezTo>
                    <a:pt x="62" y="83"/>
                    <a:pt x="76" y="53"/>
                    <a:pt x="76" y="28"/>
                  </a:cubicBezTo>
                  <a:cubicBezTo>
                    <a:pt x="76" y="12"/>
                    <a:pt x="66" y="1"/>
                    <a:pt x="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0"/>
            <p:cNvSpPr/>
            <p:nvPr/>
          </p:nvSpPr>
          <p:spPr>
            <a:xfrm rot="-3560944">
              <a:off x="13224870" y="-3400413"/>
              <a:ext cx="57699" cy="66622"/>
            </a:xfrm>
            <a:custGeom>
              <a:rect b="b" l="l" r="r" t="t"/>
              <a:pathLst>
                <a:path extrusionOk="0" h="112" w="97">
                  <a:moveTo>
                    <a:pt x="80" y="1"/>
                  </a:moveTo>
                  <a:cubicBezTo>
                    <a:pt x="79" y="1"/>
                    <a:pt x="73" y="2"/>
                    <a:pt x="31" y="23"/>
                  </a:cubicBezTo>
                  <a:cubicBezTo>
                    <a:pt x="31" y="25"/>
                    <a:pt x="31" y="25"/>
                    <a:pt x="29" y="29"/>
                  </a:cubicBezTo>
                  <a:cubicBezTo>
                    <a:pt x="29" y="29"/>
                    <a:pt x="27" y="29"/>
                    <a:pt x="15" y="70"/>
                  </a:cubicBezTo>
                  <a:cubicBezTo>
                    <a:pt x="15" y="72"/>
                    <a:pt x="15" y="72"/>
                    <a:pt x="0" y="95"/>
                  </a:cubicBezTo>
                  <a:lnTo>
                    <a:pt x="7" y="101"/>
                  </a:lnTo>
                  <a:cubicBezTo>
                    <a:pt x="9" y="101"/>
                    <a:pt x="9" y="101"/>
                    <a:pt x="11" y="103"/>
                  </a:cubicBezTo>
                  <a:lnTo>
                    <a:pt x="23" y="109"/>
                  </a:lnTo>
                  <a:lnTo>
                    <a:pt x="23" y="109"/>
                  </a:lnTo>
                  <a:cubicBezTo>
                    <a:pt x="22" y="109"/>
                    <a:pt x="22" y="108"/>
                    <a:pt x="21" y="107"/>
                  </a:cubicBezTo>
                  <a:cubicBezTo>
                    <a:pt x="21" y="107"/>
                    <a:pt x="19" y="105"/>
                    <a:pt x="13" y="91"/>
                  </a:cubicBezTo>
                  <a:lnTo>
                    <a:pt x="13" y="85"/>
                  </a:lnTo>
                  <a:lnTo>
                    <a:pt x="13" y="80"/>
                  </a:lnTo>
                  <a:cubicBezTo>
                    <a:pt x="17" y="80"/>
                    <a:pt x="17" y="78"/>
                    <a:pt x="17" y="74"/>
                  </a:cubicBezTo>
                  <a:cubicBezTo>
                    <a:pt x="17" y="74"/>
                    <a:pt x="19" y="72"/>
                    <a:pt x="19" y="70"/>
                  </a:cubicBezTo>
                  <a:cubicBezTo>
                    <a:pt x="19" y="70"/>
                    <a:pt x="21" y="68"/>
                    <a:pt x="21" y="64"/>
                  </a:cubicBezTo>
                  <a:cubicBezTo>
                    <a:pt x="21" y="64"/>
                    <a:pt x="21" y="62"/>
                    <a:pt x="25" y="60"/>
                  </a:cubicBezTo>
                  <a:cubicBezTo>
                    <a:pt x="25" y="58"/>
                    <a:pt x="25" y="58"/>
                    <a:pt x="27" y="54"/>
                  </a:cubicBezTo>
                  <a:cubicBezTo>
                    <a:pt x="27" y="54"/>
                    <a:pt x="27" y="52"/>
                    <a:pt x="29" y="50"/>
                  </a:cubicBezTo>
                  <a:cubicBezTo>
                    <a:pt x="29" y="48"/>
                    <a:pt x="29" y="48"/>
                    <a:pt x="35" y="40"/>
                  </a:cubicBezTo>
                  <a:cubicBezTo>
                    <a:pt x="35" y="37"/>
                    <a:pt x="35" y="37"/>
                    <a:pt x="37" y="33"/>
                  </a:cubicBezTo>
                  <a:cubicBezTo>
                    <a:pt x="37" y="31"/>
                    <a:pt x="37" y="31"/>
                    <a:pt x="39" y="29"/>
                  </a:cubicBezTo>
                  <a:lnTo>
                    <a:pt x="45" y="23"/>
                  </a:lnTo>
                  <a:lnTo>
                    <a:pt x="50" y="19"/>
                  </a:lnTo>
                  <a:cubicBezTo>
                    <a:pt x="52" y="19"/>
                    <a:pt x="52" y="19"/>
                    <a:pt x="56" y="17"/>
                  </a:cubicBezTo>
                  <a:cubicBezTo>
                    <a:pt x="58" y="17"/>
                    <a:pt x="58" y="17"/>
                    <a:pt x="60" y="13"/>
                  </a:cubicBezTo>
                  <a:cubicBezTo>
                    <a:pt x="62" y="13"/>
                    <a:pt x="62" y="13"/>
                    <a:pt x="66" y="11"/>
                  </a:cubicBezTo>
                  <a:cubicBezTo>
                    <a:pt x="68" y="11"/>
                    <a:pt x="68" y="11"/>
                    <a:pt x="70" y="9"/>
                  </a:cubicBezTo>
                  <a:cubicBezTo>
                    <a:pt x="70" y="9"/>
                    <a:pt x="72" y="9"/>
                    <a:pt x="86" y="7"/>
                  </a:cubicBezTo>
                  <a:cubicBezTo>
                    <a:pt x="88" y="7"/>
                    <a:pt x="88" y="7"/>
                    <a:pt x="97" y="9"/>
                  </a:cubicBezTo>
                  <a:lnTo>
                    <a:pt x="80" y="1"/>
                  </a:lnTo>
                  <a:cubicBezTo>
                    <a:pt x="80" y="1"/>
                    <a:pt x="80" y="1"/>
                    <a:pt x="80" y="1"/>
                  </a:cubicBezTo>
                  <a:close/>
                  <a:moveTo>
                    <a:pt x="23" y="109"/>
                  </a:moveTo>
                  <a:cubicBezTo>
                    <a:pt x="25" y="111"/>
                    <a:pt x="25" y="111"/>
                    <a:pt x="27" y="111"/>
                  </a:cubicBezTo>
                  <a:lnTo>
                    <a:pt x="23" y="1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0"/>
            <p:cNvSpPr/>
            <p:nvPr/>
          </p:nvSpPr>
          <p:spPr>
            <a:xfrm rot="-3560944">
              <a:off x="13236950" y="-3404571"/>
              <a:ext cx="45803" cy="60079"/>
            </a:xfrm>
            <a:custGeom>
              <a:rect b="b" l="l" r="r" t="t"/>
              <a:pathLst>
                <a:path extrusionOk="0" h="101" w="77">
                  <a:moveTo>
                    <a:pt x="56" y="0"/>
                  </a:moveTo>
                  <a:cubicBezTo>
                    <a:pt x="51" y="0"/>
                    <a:pt x="46" y="2"/>
                    <a:pt x="40" y="5"/>
                  </a:cubicBezTo>
                  <a:cubicBezTo>
                    <a:pt x="15" y="19"/>
                    <a:pt x="1" y="50"/>
                    <a:pt x="1" y="72"/>
                  </a:cubicBezTo>
                  <a:cubicBezTo>
                    <a:pt x="1" y="90"/>
                    <a:pt x="10" y="100"/>
                    <a:pt x="23" y="100"/>
                  </a:cubicBezTo>
                  <a:cubicBezTo>
                    <a:pt x="28" y="100"/>
                    <a:pt x="34" y="98"/>
                    <a:pt x="40" y="95"/>
                  </a:cubicBezTo>
                  <a:cubicBezTo>
                    <a:pt x="62" y="83"/>
                    <a:pt x="77" y="52"/>
                    <a:pt x="77" y="29"/>
                  </a:cubicBezTo>
                  <a:cubicBezTo>
                    <a:pt x="77" y="12"/>
                    <a:pt x="69" y="0"/>
                    <a:pt x="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0"/>
            <p:cNvSpPr/>
            <p:nvPr/>
          </p:nvSpPr>
          <p:spPr>
            <a:xfrm rot="-3560944">
              <a:off x="13298946" y="-3357561"/>
              <a:ext cx="56510" cy="66622"/>
            </a:xfrm>
            <a:custGeom>
              <a:rect b="b" l="l" r="r" t="t"/>
              <a:pathLst>
                <a:path extrusionOk="0" h="112" w="95">
                  <a:moveTo>
                    <a:pt x="78" y="1"/>
                  </a:moveTo>
                  <a:cubicBezTo>
                    <a:pt x="77" y="1"/>
                    <a:pt x="71" y="2"/>
                    <a:pt x="29" y="23"/>
                  </a:cubicBezTo>
                  <a:cubicBezTo>
                    <a:pt x="29" y="27"/>
                    <a:pt x="29" y="27"/>
                    <a:pt x="27" y="30"/>
                  </a:cubicBezTo>
                  <a:cubicBezTo>
                    <a:pt x="27" y="30"/>
                    <a:pt x="25" y="30"/>
                    <a:pt x="13" y="70"/>
                  </a:cubicBezTo>
                  <a:lnTo>
                    <a:pt x="0" y="95"/>
                  </a:lnTo>
                  <a:cubicBezTo>
                    <a:pt x="0" y="99"/>
                    <a:pt x="5" y="99"/>
                    <a:pt x="9" y="103"/>
                  </a:cubicBezTo>
                  <a:lnTo>
                    <a:pt x="22" y="110"/>
                  </a:lnTo>
                  <a:lnTo>
                    <a:pt x="22" y="110"/>
                  </a:lnTo>
                  <a:cubicBezTo>
                    <a:pt x="20" y="109"/>
                    <a:pt x="19" y="107"/>
                    <a:pt x="19" y="107"/>
                  </a:cubicBezTo>
                  <a:cubicBezTo>
                    <a:pt x="19" y="107"/>
                    <a:pt x="17" y="105"/>
                    <a:pt x="11" y="91"/>
                  </a:cubicBezTo>
                  <a:lnTo>
                    <a:pt x="11" y="85"/>
                  </a:lnTo>
                  <a:lnTo>
                    <a:pt x="11" y="81"/>
                  </a:lnTo>
                  <a:cubicBezTo>
                    <a:pt x="15" y="81"/>
                    <a:pt x="15" y="79"/>
                    <a:pt x="15" y="75"/>
                  </a:cubicBezTo>
                  <a:cubicBezTo>
                    <a:pt x="15" y="75"/>
                    <a:pt x="17" y="72"/>
                    <a:pt x="17" y="70"/>
                  </a:cubicBezTo>
                  <a:cubicBezTo>
                    <a:pt x="17" y="70"/>
                    <a:pt x="19" y="68"/>
                    <a:pt x="19" y="64"/>
                  </a:cubicBezTo>
                  <a:cubicBezTo>
                    <a:pt x="19" y="64"/>
                    <a:pt x="19" y="62"/>
                    <a:pt x="23" y="60"/>
                  </a:cubicBezTo>
                  <a:cubicBezTo>
                    <a:pt x="23" y="58"/>
                    <a:pt x="23" y="58"/>
                    <a:pt x="25" y="54"/>
                  </a:cubicBezTo>
                  <a:cubicBezTo>
                    <a:pt x="25" y="54"/>
                    <a:pt x="25" y="52"/>
                    <a:pt x="27" y="50"/>
                  </a:cubicBezTo>
                  <a:cubicBezTo>
                    <a:pt x="27" y="48"/>
                    <a:pt x="27" y="48"/>
                    <a:pt x="33" y="40"/>
                  </a:cubicBezTo>
                  <a:cubicBezTo>
                    <a:pt x="33" y="38"/>
                    <a:pt x="33" y="38"/>
                    <a:pt x="35" y="34"/>
                  </a:cubicBezTo>
                  <a:cubicBezTo>
                    <a:pt x="35" y="32"/>
                    <a:pt x="35" y="32"/>
                    <a:pt x="37" y="30"/>
                  </a:cubicBezTo>
                  <a:lnTo>
                    <a:pt x="43" y="23"/>
                  </a:lnTo>
                  <a:lnTo>
                    <a:pt x="48" y="19"/>
                  </a:lnTo>
                  <a:cubicBezTo>
                    <a:pt x="50" y="19"/>
                    <a:pt x="50" y="19"/>
                    <a:pt x="54" y="17"/>
                  </a:cubicBezTo>
                  <a:cubicBezTo>
                    <a:pt x="56" y="17"/>
                    <a:pt x="56" y="17"/>
                    <a:pt x="58" y="13"/>
                  </a:cubicBezTo>
                  <a:cubicBezTo>
                    <a:pt x="60" y="13"/>
                    <a:pt x="60" y="13"/>
                    <a:pt x="64" y="11"/>
                  </a:cubicBezTo>
                  <a:cubicBezTo>
                    <a:pt x="66" y="11"/>
                    <a:pt x="66" y="11"/>
                    <a:pt x="68" y="9"/>
                  </a:cubicBezTo>
                  <a:cubicBezTo>
                    <a:pt x="68" y="9"/>
                    <a:pt x="70" y="9"/>
                    <a:pt x="84" y="7"/>
                  </a:cubicBezTo>
                  <a:cubicBezTo>
                    <a:pt x="86" y="7"/>
                    <a:pt x="86" y="7"/>
                    <a:pt x="95" y="9"/>
                  </a:cubicBezTo>
                  <a:lnTo>
                    <a:pt x="78" y="1"/>
                  </a:lnTo>
                  <a:cubicBezTo>
                    <a:pt x="78" y="1"/>
                    <a:pt x="78" y="1"/>
                    <a:pt x="78" y="1"/>
                  </a:cubicBezTo>
                  <a:close/>
                  <a:moveTo>
                    <a:pt x="22" y="110"/>
                  </a:moveTo>
                  <a:cubicBezTo>
                    <a:pt x="23" y="111"/>
                    <a:pt x="24" y="111"/>
                    <a:pt x="25" y="111"/>
                  </a:cubicBezTo>
                  <a:lnTo>
                    <a:pt x="22" y="1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0"/>
            <p:cNvSpPr/>
            <p:nvPr/>
          </p:nvSpPr>
          <p:spPr>
            <a:xfrm rot="-3560944">
              <a:off x="13308592" y="-3362117"/>
              <a:ext cx="45803" cy="60079"/>
            </a:xfrm>
            <a:custGeom>
              <a:rect b="b" l="l" r="r" t="t"/>
              <a:pathLst>
                <a:path extrusionOk="0" h="101" w="77">
                  <a:moveTo>
                    <a:pt x="57" y="1"/>
                  </a:moveTo>
                  <a:cubicBezTo>
                    <a:pt x="52" y="1"/>
                    <a:pt x="46" y="3"/>
                    <a:pt x="40" y="6"/>
                  </a:cubicBezTo>
                  <a:cubicBezTo>
                    <a:pt x="15" y="18"/>
                    <a:pt x="1" y="49"/>
                    <a:pt x="1" y="74"/>
                  </a:cubicBezTo>
                  <a:cubicBezTo>
                    <a:pt x="1" y="90"/>
                    <a:pt x="11" y="101"/>
                    <a:pt x="24" y="101"/>
                  </a:cubicBezTo>
                  <a:cubicBezTo>
                    <a:pt x="29" y="101"/>
                    <a:pt x="34" y="99"/>
                    <a:pt x="40" y="96"/>
                  </a:cubicBezTo>
                  <a:cubicBezTo>
                    <a:pt x="62" y="84"/>
                    <a:pt x="77" y="53"/>
                    <a:pt x="77" y="27"/>
                  </a:cubicBezTo>
                  <a:cubicBezTo>
                    <a:pt x="77" y="11"/>
                    <a:pt x="70" y="1"/>
                    <a:pt x="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0"/>
            <p:cNvSpPr/>
            <p:nvPr/>
          </p:nvSpPr>
          <p:spPr>
            <a:xfrm rot="-3560944">
              <a:off x="11487195" y="-3245998"/>
              <a:ext cx="858948" cy="541304"/>
            </a:xfrm>
            <a:custGeom>
              <a:rect b="b" l="l" r="r" t="t"/>
              <a:pathLst>
                <a:path extrusionOk="0" h="910" w="1444">
                  <a:moveTo>
                    <a:pt x="1" y="1"/>
                  </a:moveTo>
                  <a:lnTo>
                    <a:pt x="1" y="70"/>
                  </a:lnTo>
                  <a:lnTo>
                    <a:pt x="1443" y="909"/>
                  </a:lnTo>
                  <a:lnTo>
                    <a:pt x="1443" y="840"/>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0"/>
            <p:cNvSpPr/>
            <p:nvPr/>
          </p:nvSpPr>
          <p:spPr>
            <a:xfrm rot="-3560944">
              <a:off x="11199042" y="-3711478"/>
              <a:ext cx="1258086" cy="730463"/>
            </a:xfrm>
            <a:custGeom>
              <a:rect b="b" l="l" r="r" t="t"/>
              <a:pathLst>
                <a:path extrusionOk="0" h="1228" w="2115">
                  <a:moveTo>
                    <a:pt x="672" y="0"/>
                  </a:moveTo>
                  <a:lnTo>
                    <a:pt x="1" y="389"/>
                  </a:lnTo>
                  <a:lnTo>
                    <a:pt x="1443" y="1228"/>
                  </a:lnTo>
                  <a:lnTo>
                    <a:pt x="2114" y="839"/>
                  </a:lnTo>
                  <a:lnTo>
                    <a:pt x="67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0"/>
            <p:cNvSpPr/>
            <p:nvPr/>
          </p:nvSpPr>
          <p:spPr>
            <a:xfrm rot="-3560944">
              <a:off x="11389054" y="-3366448"/>
              <a:ext cx="942821" cy="634694"/>
            </a:xfrm>
            <a:custGeom>
              <a:rect b="b" l="l" r="r" t="t"/>
              <a:pathLst>
                <a:path extrusionOk="0" h="1067" w="1585">
                  <a:moveTo>
                    <a:pt x="142" y="1"/>
                  </a:moveTo>
                  <a:cubicBezTo>
                    <a:pt x="134" y="5"/>
                    <a:pt x="125" y="11"/>
                    <a:pt x="117" y="19"/>
                  </a:cubicBezTo>
                  <a:lnTo>
                    <a:pt x="111" y="25"/>
                  </a:lnTo>
                  <a:cubicBezTo>
                    <a:pt x="105" y="29"/>
                    <a:pt x="103" y="34"/>
                    <a:pt x="97" y="36"/>
                  </a:cubicBezTo>
                  <a:cubicBezTo>
                    <a:pt x="95" y="40"/>
                    <a:pt x="95" y="42"/>
                    <a:pt x="93" y="42"/>
                  </a:cubicBezTo>
                  <a:lnTo>
                    <a:pt x="87" y="46"/>
                  </a:lnTo>
                  <a:lnTo>
                    <a:pt x="82" y="52"/>
                  </a:lnTo>
                  <a:cubicBezTo>
                    <a:pt x="76" y="56"/>
                    <a:pt x="74" y="60"/>
                    <a:pt x="72" y="64"/>
                  </a:cubicBezTo>
                  <a:lnTo>
                    <a:pt x="66" y="70"/>
                  </a:lnTo>
                  <a:cubicBezTo>
                    <a:pt x="64" y="74"/>
                    <a:pt x="62" y="74"/>
                    <a:pt x="62" y="77"/>
                  </a:cubicBezTo>
                  <a:cubicBezTo>
                    <a:pt x="60" y="83"/>
                    <a:pt x="56" y="85"/>
                    <a:pt x="54" y="87"/>
                  </a:cubicBezTo>
                  <a:cubicBezTo>
                    <a:pt x="52" y="93"/>
                    <a:pt x="50" y="95"/>
                    <a:pt x="46" y="97"/>
                  </a:cubicBezTo>
                  <a:cubicBezTo>
                    <a:pt x="44" y="103"/>
                    <a:pt x="41" y="105"/>
                    <a:pt x="39" y="107"/>
                  </a:cubicBezTo>
                  <a:cubicBezTo>
                    <a:pt x="35" y="113"/>
                    <a:pt x="33" y="115"/>
                    <a:pt x="33" y="117"/>
                  </a:cubicBezTo>
                  <a:cubicBezTo>
                    <a:pt x="31" y="124"/>
                    <a:pt x="31" y="126"/>
                    <a:pt x="29" y="128"/>
                  </a:cubicBezTo>
                  <a:cubicBezTo>
                    <a:pt x="25" y="134"/>
                    <a:pt x="23" y="138"/>
                    <a:pt x="23" y="142"/>
                  </a:cubicBezTo>
                  <a:cubicBezTo>
                    <a:pt x="21" y="146"/>
                    <a:pt x="21" y="148"/>
                    <a:pt x="19" y="154"/>
                  </a:cubicBezTo>
                  <a:cubicBezTo>
                    <a:pt x="19" y="156"/>
                    <a:pt x="15" y="158"/>
                    <a:pt x="15" y="162"/>
                  </a:cubicBezTo>
                  <a:cubicBezTo>
                    <a:pt x="13" y="167"/>
                    <a:pt x="13" y="167"/>
                    <a:pt x="13" y="169"/>
                  </a:cubicBezTo>
                  <a:cubicBezTo>
                    <a:pt x="11" y="175"/>
                    <a:pt x="11" y="179"/>
                    <a:pt x="9" y="185"/>
                  </a:cubicBezTo>
                  <a:cubicBezTo>
                    <a:pt x="9" y="187"/>
                    <a:pt x="5" y="189"/>
                    <a:pt x="5" y="195"/>
                  </a:cubicBezTo>
                  <a:cubicBezTo>
                    <a:pt x="5" y="197"/>
                    <a:pt x="5" y="197"/>
                    <a:pt x="3" y="199"/>
                  </a:cubicBezTo>
                  <a:cubicBezTo>
                    <a:pt x="1" y="214"/>
                    <a:pt x="1" y="220"/>
                    <a:pt x="1" y="230"/>
                  </a:cubicBezTo>
                  <a:lnTo>
                    <a:pt x="1443" y="1067"/>
                  </a:lnTo>
                  <a:cubicBezTo>
                    <a:pt x="1443" y="1057"/>
                    <a:pt x="1445" y="1046"/>
                    <a:pt x="1445" y="1036"/>
                  </a:cubicBezTo>
                  <a:cubicBezTo>
                    <a:pt x="1457" y="1032"/>
                    <a:pt x="1457" y="1030"/>
                    <a:pt x="1457" y="1030"/>
                  </a:cubicBezTo>
                  <a:cubicBezTo>
                    <a:pt x="1461" y="1020"/>
                    <a:pt x="1463" y="1012"/>
                    <a:pt x="1465" y="1001"/>
                  </a:cubicBezTo>
                  <a:cubicBezTo>
                    <a:pt x="1472" y="987"/>
                    <a:pt x="1474" y="979"/>
                    <a:pt x="1478" y="967"/>
                  </a:cubicBezTo>
                  <a:lnTo>
                    <a:pt x="1494" y="936"/>
                  </a:lnTo>
                  <a:cubicBezTo>
                    <a:pt x="1502" y="928"/>
                    <a:pt x="1506" y="915"/>
                    <a:pt x="1513" y="909"/>
                  </a:cubicBezTo>
                  <a:cubicBezTo>
                    <a:pt x="1519" y="899"/>
                    <a:pt x="1527" y="891"/>
                    <a:pt x="1533" y="883"/>
                  </a:cubicBezTo>
                  <a:lnTo>
                    <a:pt x="1537" y="879"/>
                  </a:lnTo>
                  <a:lnTo>
                    <a:pt x="1553" y="862"/>
                  </a:lnTo>
                  <a:lnTo>
                    <a:pt x="1560" y="854"/>
                  </a:lnTo>
                  <a:cubicBezTo>
                    <a:pt x="1568" y="848"/>
                    <a:pt x="1576" y="842"/>
                    <a:pt x="1584" y="838"/>
                  </a:cubicBezTo>
                  <a:lnTo>
                    <a:pt x="14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0"/>
            <p:cNvSpPr/>
            <p:nvPr/>
          </p:nvSpPr>
          <p:spPr>
            <a:xfrm rot="-3560944">
              <a:off x="12075870" y="-3712712"/>
              <a:ext cx="477656" cy="399732"/>
            </a:xfrm>
            <a:custGeom>
              <a:rect b="b" l="l" r="r" t="t"/>
              <a:pathLst>
                <a:path extrusionOk="0" h="672" w="803">
                  <a:moveTo>
                    <a:pt x="800" y="0"/>
                  </a:moveTo>
                  <a:cubicBezTo>
                    <a:pt x="798" y="2"/>
                    <a:pt x="352" y="258"/>
                    <a:pt x="352" y="258"/>
                  </a:cubicBezTo>
                  <a:lnTo>
                    <a:pt x="289" y="293"/>
                  </a:lnTo>
                  <a:lnTo>
                    <a:pt x="127" y="385"/>
                  </a:lnTo>
                  <a:cubicBezTo>
                    <a:pt x="57" y="426"/>
                    <a:pt x="0" y="524"/>
                    <a:pt x="0" y="604"/>
                  </a:cubicBezTo>
                  <a:lnTo>
                    <a:pt x="2" y="657"/>
                  </a:lnTo>
                  <a:lnTo>
                    <a:pt x="2" y="671"/>
                  </a:lnTo>
                  <a:lnTo>
                    <a:pt x="452" y="411"/>
                  </a:lnTo>
                  <a:lnTo>
                    <a:pt x="792" y="219"/>
                  </a:lnTo>
                  <a:cubicBezTo>
                    <a:pt x="802" y="211"/>
                    <a:pt x="800" y="0"/>
                    <a:pt x="8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0"/>
            <p:cNvSpPr/>
            <p:nvPr/>
          </p:nvSpPr>
          <p:spPr>
            <a:xfrm rot="-3560944">
              <a:off x="11262702" y="-3306101"/>
              <a:ext cx="472898" cy="280764"/>
            </a:xfrm>
            <a:custGeom>
              <a:rect b="b" l="l" r="r" t="t"/>
              <a:pathLst>
                <a:path extrusionOk="0" h="472" w="795">
                  <a:moveTo>
                    <a:pt x="579" y="1"/>
                  </a:moveTo>
                  <a:lnTo>
                    <a:pt x="405" y="101"/>
                  </a:lnTo>
                  <a:lnTo>
                    <a:pt x="405" y="113"/>
                  </a:lnTo>
                  <a:lnTo>
                    <a:pt x="444" y="136"/>
                  </a:lnTo>
                  <a:lnTo>
                    <a:pt x="618" y="37"/>
                  </a:lnTo>
                  <a:lnTo>
                    <a:pt x="618" y="25"/>
                  </a:lnTo>
                  <a:lnTo>
                    <a:pt x="579" y="1"/>
                  </a:lnTo>
                  <a:close/>
                  <a:moveTo>
                    <a:pt x="635" y="35"/>
                  </a:moveTo>
                  <a:lnTo>
                    <a:pt x="461" y="134"/>
                  </a:lnTo>
                  <a:lnTo>
                    <a:pt x="461" y="148"/>
                  </a:lnTo>
                  <a:lnTo>
                    <a:pt x="497" y="170"/>
                  </a:lnTo>
                  <a:lnTo>
                    <a:pt x="671" y="70"/>
                  </a:lnTo>
                  <a:lnTo>
                    <a:pt x="671" y="58"/>
                  </a:lnTo>
                  <a:lnTo>
                    <a:pt x="635" y="35"/>
                  </a:lnTo>
                  <a:close/>
                  <a:moveTo>
                    <a:pt x="700" y="70"/>
                  </a:moveTo>
                  <a:lnTo>
                    <a:pt x="526" y="170"/>
                  </a:lnTo>
                  <a:lnTo>
                    <a:pt x="526" y="185"/>
                  </a:lnTo>
                  <a:lnTo>
                    <a:pt x="565" y="205"/>
                  </a:lnTo>
                  <a:lnTo>
                    <a:pt x="739" y="107"/>
                  </a:lnTo>
                  <a:lnTo>
                    <a:pt x="739" y="93"/>
                  </a:lnTo>
                  <a:lnTo>
                    <a:pt x="700" y="70"/>
                  </a:lnTo>
                  <a:close/>
                  <a:moveTo>
                    <a:pt x="757" y="101"/>
                  </a:moveTo>
                  <a:lnTo>
                    <a:pt x="579" y="201"/>
                  </a:lnTo>
                  <a:lnTo>
                    <a:pt x="579" y="213"/>
                  </a:lnTo>
                  <a:lnTo>
                    <a:pt x="618" y="236"/>
                  </a:lnTo>
                  <a:lnTo>
                    <a:pt x="792" y="138"/>
                  </a:lnTo>
                  <a:lnTo>
                    <a:pt x="792" y="125"/>
                  </a:lnTo>
                  <a:lnTo>
                    <a:pt x="792" y="125"/>
                  </a:lnTo>
                  <a:lnTo>
                    <a:pt x="794" y="123"/>
                  </a:lnTo>
                  <a:lnTo>
                    <a:pt x="757" y="101"/>
                  </a:lnTo>
                  <a:close/>
                  <a:moveTo>
                    <a:pt x="379" y="117"/>
                  </a:moveTo>
                  <a:lnTo>
                    <a:pt x="205" y="215"/>
                  </a:lnTo>
                  <a:lnTo>
                    <a:pt x="211" y="221"/>
                  </a:lnTo>
                  <a:lnTo>
                    <a:pt x="201" y="215"/>
                  </a:lnTo>
                  <a:lnTo>
                    <a:pt x="201" y="230"/>
                  </a:lnTo>
                  <a:lnTo>
                    <a:pt x="240" y="252"/>
                  </a:lnTo>
                  <a:lnTo>
                    <a:pt x="416" y="152"/>
                  </a:lnTo>
                  <a:lnTo>
                    <a:pt x="416" y="140"/>
                  </a:lnTo>
                  <a:lnTo>
                    <a:pt x="379" y="117"/>
                  </a:lnTo>
                  <a:close/>
                  <a:moveTo>
                    <a:pt x="432" y="150"/>
                  </a:moveTo>
                  <a:lnTo>
                    <a:pt x="256" y="250"/>
                  </a:lnTo>
                  <a:lnTo>
                    <a:pt x="258" y="250"/>
                  </a:lnTo>
                  <a:lnTo>
                    <a:pt x="258" y="262"/>
                  </a:lnTo>
                  <a:lnTo>
                    <a:pt x="297" y="285"/>
                  </a:lnTo>
                  <a:lnTo>
                    <a:pt x="473" y="185"/>
                  </a:lnTo>
                  <a:lnTo>
                    <a:pt x="469" y="172"/>
                  </a:lnTo>
                  <a:lnTo>
                    <a:pt x="432" y="150"/>
                  </a:lnTo>
                  <a:close/>
                  <a:moveTo>
                    <a:pt x="502" y="185"/>
                  </a:moveTo>
                  <a:lnTo>
                    <a:pt x="324" y="285"/>
                  </a:lnTo>
                  <a:lnTo>
                    <a:pt x="328" y="285"/>
                  </a:lnTo>
                  <a:lnTo>
                    <a:pt x="328" y="297"/>
                  </a:lnTo>
                  <a:lnTo>
                    <a:pt x="362" y="324"/>
                  </a:lnTo>
                  <a:lnTo>
                    <a:pt x="538" y="221"/>
                  </a:lnTo>
                  <a:lnTo>
                    <a:pt x="538" y="209"/>
                  </a:lnTo>
                  <a:lnTo>
                    <a:pt x="502" y="185"/>
                  </a:lnTo>
                  <a:close/>
                  <a:moveTo>
                    <a:pt x="555" y="219"/>
                  </a:moveTo>
                  <a:lnTo>
                    <a:pt x="381" y="318"/>
                  </a:lnTo>
                  <a:lnTo>
                    <a:pt x="381" y="332"/>
                  </a:lnTo>
                  <a:lnTo>
                    <a:pt x="420" y="354"/>
                  </a:lnTo>
                  <a:lnTo>
                    <a:pt x="594" y="254"/>
                  </a:lnTo>
                  <a:lnTo>
                    <a:pt x="594" y="242"/>
                  </a:lnTo>
                  <a:lnTo>
                    <a:pt x="555" y="219"/>
                  </a:lnTo>
                  <a:close/>
                  <a:moveTo>
                    <a:pt x="176" y="234"/>
                  </a:moveTo>
                  <a:lnTo>
                    <a:pt x="2" y="334"/>
                  </a:lnTo>
                  <a:lnTo>
                    <a:pt x="10" y="338"/>
                  </a:lnTo>
                  <a:lnTo>
                    <a:pt x="0" y="334"/>
                  </a:lnTo>
                  <a:lnTo>
                    <a:pt x="0" y="346"/>
                  </a:lnTo>
                  <a:lnTo>
                    <a:pt x="37" y="369"/>
                  </a:lnTo>
                  <a:lnTo>
                    <a:pt x="211" y="271"/>
                  </a:lnTo>
                  <a:lnTo>
                    <a:pt x="211" y="256"/>
                  </a:lnTo>
                  <a:lnTo>
                    <a:pt x="215" y="256"/>
                  </a:lnTo>
                  <a:lnTo>
                    <a:pt x="176" y="234"/>
                  </a:lnTo>
                  <a:close/>
                  <a:moveTo>
                    <a:pt x="231" y="264"/>
                  </a:moveTo>
                  <a:lnTo>
                    <a:pt x="58" y="365"/>
                  </a:lnTo>
                  <a:lnTo>
                    <a:pt x="58" y="377"/>
                  </a:lnTo>
                  <a:lnTo>
                    <a:pt x="96" y="399"/>
                  </a:lnTo>
                  <a:lnTo>
                    <a:pt x="272" y="301"/>
                  </a:lnTo>
                  <a:lnTo>
                    <a:pt x="272" y="287"/>
                  </a:lnTo>
                  <a:lnTo>
                    <a:pt x="270" y="287"/>
                  </a:lnTo>
                  <a:lnTo>
                    <a:pt x="231" y="264"/>
                  </a:lnTo>
                  <a:close/>
                  <a:moveTo>
                    <a:pt x="297" y="303"/>
                  </a:moveTo>
                  <a:lnTo>
                    <a:pt x="123" y="404"/>
                  </a:lnTo>
                  <a:lnTo>
                    <a:pt x="125" y="404"/>
                  </a:lnTo>
                  <a:lnTo>
                    <a:pt x="125" y="416"/>
                  </a:lnTo>
                  <a:lnTo>
                    <a:pt x="164" y="438"/>
                  </a:lnTo>
                  <a:lnTo>
                    <a:pt x="340" y="338"/>
                  </a:lnTo>
                  <a:lnTo>
                    <a:pt x="340" y="326"/>
                  </a:lnTo>
                  <a:lnTo>
                    <a:pt x="338" y="326"/>
                  </a:lnTo>
                  <a:lnTo>
                    <a:pt x="297" y="303"/>
                  </a:lnTo>
                  <a:close/>
                  <a:moveTo>
                    <a:pt x="350" y="336"/>
                  </a:moveTo>
                  <a:lnTo>
                    <a:pt x="178" y="436"/>
                  </a:lnTo>
                  <a:lnTo>
                    <a:pt x="176" y="449"/>
                  </a:lnTo>
                  <a:lnTo>
                    <a:pt x="213" y="471"/>
                  </a:lnTo>
                  <a:lnTo>
                    <a:pt x="389" y="373"/>
                  </a:lnTo>
                  <a:lnTo>
                    <a:pt x="389" y="359"/>
                  </a:lnTo>
                  <a:lnTo>
                    <a:pt x="350" y="33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0"/>
            <p:cNvSpPr/>
            <p:nvPr/>
          </p:nvSpPr>
          <p:spPr>
            <a:xfrm rot="-3560944">
              <a:off x="11927145" y="-3677524"/>
              <a:ext cx="469923" cy="281954"/>
            </a:xfrm>
            <a:custGeom>
              <a:rect b="b" l="l" r="r" t="t"/>
              <a:pathLst>
                <a:path extrusionOk="0" h="474" w="790">
                  <a:moveTo>
                    <a:pt x="575" y="1"/>
                  </a:moveTo>
                  <a:lnTo>
                    <a:pt x="401" y="101"/>
                  </a:lnTo>
                  <a:lnTo>
                    <a:pt x="401" y="115"/>
                  </a:lnTo>
                  <a:lnTo>
                    <a:pt x="440" y="138"/>
                  </a:lnTo>
                  <a:lnTo>
                    <a:pt x="614" y="40"/>
                  </a:lnTo>
                  <a:lnTo>
                    <a:pt x="614" y="23"/>
                  </a:lnTo>
                  <a:lnTo>
                    <a:pt x="575" y="1"/>
                  </a:lnTo>
                  <a:close/>
                  <a:moveTo>
                    <a:pt x="632" y="36"/>
                  </a:moveTo>
                  <a:lnTo>
                    <a:pt x="458" y="136"/>
                  </a:lnTo>
                  <a:lnTo>
                    <a:pt x="458" y="148"/>
                  </a:lnTo>
                  <a:lnTo>
                    <a:pt x="495" y="173"/>
                  </a:lnTo>
                  <a:lnTo>
                    <a:pt x="673" y="73"/>
                  </a:lnTo>
                  <a:lnTo>
                    <a:pt x="673" y="60"/>
                  </a:lnTo>
                  <a:lnTo>
                    <a:pt x="663" y="64"/>
                  </a:lnTo>
                  <a:lnTo>
                    <a:pt x="669" y="60"/>
                  </a:lnTo>
                  <a:lnTo>
                    <a:pt x="632" y="36"/>
                  </a:lnTo>
                  <a:close/>
                  <a:moveTo>
                    <a:pt x="544" y="177"/>
                  </a:moveTo>
                  <a:lnTo>
                    <a:pt x="561" y="187"/>
                  </a:lnTo>
                  <a:lnTo>
                    <a:pt x="542" y="177"/>
                  </a:lnTo>
                  <a:close/>
                  <a:moveTo>
                    <a:pt x="696" y="73"/>
                  </a:moveTo>
                  <a:lnTo>
                    <a:pt x="522" y="173"/>
                  </a:lnTo>
                  <a:lnTo>
                    <a:pt x="522" y="185"/>
                  </a:lnTo>
                  <a:lnTo>
                    <a:pt x="561" y="208"/>
                  </a:lnTo>
                  <a:lnTo>
                    <a:pt x="575" y="199"/>
                  </a:lnTo>
                  <a:lnTo>
                    <a:pt x="575" y="199"/>
                  </a:lnTo>
                  <a:lnTo>
                    <a:pt x="575" y="214"/>
                  </a:lnTo>
                  <a:lnTo>
                    <a:pt x="614" y="236"/>
                  </a:lnTo>
                  <a:lnTo>
                    <a:pt x="788" y="136"/>
                  </a:lnTo>
                  <a:lnTo>
                    <a:pt x="788" y="124"/>
                  </a:lnTo>
                  <a:lnTo>
                    <a:pt x="788" y="124"/>
                  </a:lnTo>
                  <a:lnTo>
                    <a:pt x="790" y="124"/>
                  </a:lnTo>
                  <a:lnTo>
                    <a:pt x="788" y="122"/>
                  </a:lnTo>
                  <a:lnTo>
                    <a:pt x="788" y="122"/>
                  </a:lnTo>
                  <a:lnTo>
                    <a:pt x="788" y="122"/>
                  </a:lnTo>
                  <a:lnTo>
                    <a:pt x="787" y="122"/>
                  </a:lnTo>
                  <a:lnTo>
                    <a:pt x="787" y="122"/>
                  </a:lnTo>
                  <a:lnTo>
                    <a:pt x="751" y="101"/>
                  </a:lnTo>
                  <a:lnTo>
                    <a:pt x="577" y="199"/>
                  </a:lnTo>
                  <a:lnTo>
                    <a:pt x="585" y="205"/>
                  </a:lnTo>
                  <a:lnTo>
                    <a:pt x="585" y="205"/>
                  </a:lnTo>
                  <a:lnTo>
                    <a:pt x="575" y="199"/>
                  </a:lnTo>
                  <a:lnTo>
                    <a:pt x="575" y="199"/>
                  </a:lnTo>
                  <a:lnTo>
                    <a:pt x="737" y="107"/>
                  </a:lnTo>
                  <a:lnTo>
                    <a:pt x="737" y="95"/>
                  </a:lnTo>
                  <a:lnTo>
                    <a:pt x="726" y="101"/>
                  </a:lnTo>
                  <a:lnTo>
                    <a:pt x="726" y="101"/>
                  </a:lnTo>
                  <a:lnTo>
                    <a:pt x="735" y="95"/>
                  </a:lnTo>
                  <a:lnTo>
                    <a:pt x="696" y="73"/>
                  </a:lnTo>
                  <a:close/>
                  <a:moveTo>
                    <a:pt x="372" y="118"/>
                  </a:moveTo>
                  <a:lnTo>
                    <a:pt x="199" y="218"/>
                  </a:lnTo>
                  <a:lnTo>
                    <a:pt x="199" y="234"/>
                  </a:lnTo>
                  <a:lnTo>
                    <a:pt x="237" y="257"/>
                  </a:lnTo>
                  <a:lnTo>
                    <a:pt x="411" y="154"/>
                  </a:lnTo>
                  <a:lnTo>
                    <a:pt x="411" y="138"/>
                  </a:lnTo>
                  <a:lnTo>
                    <a:pt x="372" y="118"/>
                  </a:lnTo>
                  <a:close/>
                  <a:moveTo>
                    <a:pt x="428" y="148"/>
                  </a:moveTo>
                  <a:lnTo>
                    <a:pt x="254" y="248"/>
                  </a:lnTo>
                  <a:lnTo>
                    <a:pt x="256" y="248"/>
                  </a:lnTo>
                  <a:lnTo>
                    <a:pt x="256" y="261"/>
                  </a:lnTo>
                  <a:lnTo>
                    <a:pt x="291" y="287"/>
                  </a:lnTo>
                  <a:lnTo>
                    <a:pt x="469" y="185"/>
                  </a:lnTo>
                  <a:lnTo>
                    <a:pt x="469" y="173"/>
                  </a:lnTo>
                  <a:lnTo>
                    <a:pt x="458" y="177"/>
                  </a:lnTo>
                  <a:lnTo>
                    <a:pt x="465" y="173"/>
                  </a:lnTo>
                  <a:lnTo>
                    <a:pt x="428" y="148"/>
                  </a:lnTo>
                  <a:close/>
                  <a:moveTo>
                    <a:pt x="342" y="296"/>
                  </a:moveTo>
                  <a:lnTo>
                    <a:pt x="358" y="306"/>
                  </a:lnTo>
                  <a:lnTo>
                    <a:pt x="340" y="296"/>
                  </a:lnTo>
                  <a:close/>
                  <a:moveTo>
                    <a:pt x="495" y="187"/>
                  </a:moveTo>
                  <a:lnTo>
                    <a:pt x="319" y="287"/>
                  </a:lnTo>
                  <a:lnTo>
                    <a:pt x="319" y="300"/>
                  </a:lnTo>
                  <a:lnTo>
                    <a:pt x="358" y="322"/>
                  </a:lnTo>
                  <a:lnTo>
                    <a:pt x="534" y="224"/>
                  </a:lnTo>
                  <a:lnTo>
                    <a:pt x="534" y="210"/>
                  </a:lnTo>
                  <a:lnTo>
                    <a:pt x="495" y="187"/>
                  </a:lnTo>
                  <a:close/>
                  <a:moveTo>
                    <a:pt x="550" y="220"/>
                  </a:moveTo>
                  <a:lnTo>
                    <a:pt x="377" y="320"/>
                  </a:lnTo>
                  <a:lnTo>
                    <a:pt x="377" y="336"/>
                  </a:lnTo>
                  <a:lnTo>
                    <a:pt x="413" y="359"/>
                  </a:lnTo>
                  <a:lnTo>
                    <a:pt x="587" y="259"/>
                  </a:lnTo>
                  <a:lnTo>
                    <a:pt x="587" y="244"/>
                  </a:lnTo>
                  <a:lnTo>
                    <a:pt x="550" y="220"/>
                  </a:lnTo>
                  <a:close/>
                  <a:moveTo>
                    <a:pt x="174" y="236"/>
                  </a:moveTo>
                  <a:lnTo>
                    <a:pt x="0" y="336"/>
                  </a:lnTo>
                  <a:lnTo>
                    <a:pt x="0" y="351"/>
                  </a:lnTo>
                  <a:lnTo>
                    <a:pt x="39" y="373"/>
                  </a:lnTo>
                  <a:lnTo>
                    <a:pt x="213" y="275"/>
                  </a:lnTo>
                  <a:lnTo>
                    <a:pt x="213" y="257"/>
                  </a:lnTo>
                  <a:lnTo>
                    <a:pt x="174" y="236"/>
                  </a:lnTo>
                  <a:close/>
                  <a:moveTo>
                    <a:pt x="227" y="267"/>
                  </a:moveTo>
                  <a:lnTo>
                    <a:pt x="53" y="367"/>
                  </a:lnTo>
                  <a:lnTo>
                    <a:pt x="53" y="379"/>
                  </a:lnTo>
                  <a:lnTo>
                    <a:pt x="92" y="402"/>
                  </a:lnTo>
                  <a:lnTo>
                    <a:pt x="268" y="300"/>
                  </a:lnTo>
                  <a:lnTo>
                    <a:pt x="268" y="289"/>
                  </a:lnTo>
                  <a:lnTo>
                    <a:pt x="266" y="289"/>
                  </a:lnTo>
                  <a:lnTo>
                    <a:pt x="227" y="267"/>
                  </a:lnTo>
                  <a:close/>
                  <a:moveTo>
                    <a:pt x="295" y="302"/>
                  </a:moveTo>
                  <a:lnTo>
                    <a:pt x="121" y="402"/>
                  </a:lnTo>
                  <a:lnTo>
                    <a:pt x="121" y="414"/>
                  </a:lnTo>
                  <a:lnTo>
                    <a:pt x="158" y="439"/>
                  </a:lnTo>
                  <a:lnTo>
                    <a:pt x="332" y="338"/>
                  </a:lnTo>
                  <a:lnTo>
                    <a:pt x="332" y="326"/>
                  </a:lnTo>
                  <a:lnTo>
                    <a:pt x="295" y="302"/>
                  </a:lnTo>
                  <a:close/>
                  <a:moveTo>
                    <a:pt x="350" y="336"/>
                  </a:moveTo>
                  <a:lnTo>
                    <a:pt x="176" y="435"/>
                  </a:lnTo>
                  <a:lnTo>
                    <a:pt x="176" y="439"/>
                  </a:lnTo>
                  <a:lnTo>
                    <a:pt x="176" y="451"/>
                  </a:lnTo>
                  <a:lnTo>
                    <a:pt x="215" y="474"/>
                  </a:lnTo>
                  <a:lnTo>
                    <a:pt x="389" y="373"/>
                  </a:lnTo>
                  <a:lnTo>
                    <a:pt x="389" y="359"/>
                  </a:lnTo>
                  <a:lnTo>
                    <a:pt x="350" y="33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0"/>
            <p:cNvSpPr/>
            <p:nvPr/>
          </p:nvSpPr>
          <p:spPr>
            <a:xfrm rot="-3560944">
              <a:off x="11433141" y="-4089041"/>
              <a:ext cx="858948" cy="626961"/>
            </a:xfrm>
            <a:custGeom>
              <a:rect b="b" l="l" r="r" t="t"/>
              <a:pathLst>
                <a:path extrusionOk="0" h="1054" w="1444">
                  <a:moveTo>
                    <a:pt x="1" y="0"/>
                  </a:moveTo>
                  <a:lnTo>
                    <a:pt x="1" y="217"/>
                  </a:lnTo>
                  <a:lnTo>
                    <a:pt x="1443" y="1054"/>
                  </a:lnTo>
                  <a:lnTo>
                    <a:pt x="1443" y="839"/>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0"/>
            <p:cNvSpPr/>
            <p:nvPr/>
          </p:nvSpPr>
          <p:spPr>
            <a:xfrm rot="-3560944">
              <a:off x="11107340" y="-4534341"/>
              <a:ext cx="1259276" cy="730463"/>
            </a:xfrm>
            <a:custGeom>
              <a:rect b="b" l="l" r="r" t="t"/>
              <a:pathLst>
                <a:path extrusionOk="0" h="1228" w="2117">
                  <a:moveTo>
                    <a:pt x="674" y="0"/>
                  </a:moveTo>
                  <a:lnTo>
                    <a:pt x="1" y="389"/>
                  </a:lnTo>
                  <a:lnTo>
                    <a:pt x="1443" y="1228"/>
                  </a:lnTo>
                  <a:lnTo>
                    <a:pt x="2116" y="839"/>
                  </a:lnTo>
                  <a:lnTo>
                    <a:pt x="67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0"/>
            <p:cNvSpPr/>
            <p:nvPr/>
          </p:nvSpPr>
          <p:spPr>
            <a:xfrm rot="-3560944">
              <a:off x="11296540" y="-4186560"/>
              <a:ext cx="943416" cy="634099"/>
            </a:xfrm>
            <a:custGeom>
              <a:rect b="b" l="l" r="r" t="t"/>
              <a:pathLst>
                <a:path extrusionOk="0" h="1066" w="1586">
                  <a:moveTo>
                    <a:pt x="144" y="0"/>
                  </a:moveTo>
                  <a:cubicBezTo>
                    <a:pt x="135" y="6"/>
                    <a:pt x="129" y="10"/>
                    <a:pt x="121" y="18"/>
                  </a:cubicBezTo>
                  <a:lnTo>
                    <a:pt x="113" y="27"/>
                  </a:lnTo>
                  <a:cubicBezTo>
                    <a:pt x="109" y="31"/>
                    <a:pt x="105" y="33"/>
                    <a:pt x="101" y="37"/>
                  </a:cubicBezTo>
                  <a:cubicBezTo>
                    <a:pt x="99" y="39"/>
                    <a:pt x="99" y="41"/>
                    <a:pt x="95" y="41"/>
                  </a:cubicBezTo>
                  <a:lnTo>
                    <a:pt x="90" y="47"/>
                  </a:lnTo>
                  <a:lnTo>
                    <a:pt x="84" y="51"/>
                  </a:lnTo>
                  <a:cubicBezTo>
                    <a:pt x="80" y="57"/>
                    <a:pt x="78" y="59"/>
                    <a:pt x="74" y="63"/>
                  </a:cubicBezTo>
                  <a:lnTo>
                    <a:pt x="70" y="70"/>
                  </a:lnTo>
                  <a:cubicBezTo>
                    <a:pt x="68" y="74"/>
                    <a:pt x="64" y="74"/>
                    <a:pt x="64" y="78"/>
                  </a:cubicBezTo>
                  <a:cubicBezTo>
                    <a:pt x="62" y="82"/>
                    <a:pt x="60" y="84"/>
                    <a:pt x="58" y="88"/>
                  </a:cubicBezTo>
                  <a:cubicBezTo>
                    <a:pt x="54" y="92"/>
                    <a:pt x="52" y="94"/>
                    <a:pt x="50" y="98"/>
                  </a:cubicBezTo>
                  <a:cubicBezTo>
                    <a:pt x="47" y="102"/>
                    <a:pt x="43" y="104"/>
                    <a:pt x="41" y="108"/>
                  </a:cubicBezTo>
                  <a:cubicBezTo>
                    <a:pt x="39" y="113"/>
                    <a:pt x="37" y="115"/>
                    <a:pt x="37" y="119"/>
                  </a:cubicBezTo>
                  <a:cubicBezTo>
                    <a:pt x="33" y="123"/>
                    <a:pt x="33" y="125"/>
                    <a:pt x="31" y="129"/>
                  </a:cubicBezTo>
                  <a:cubicBezTo>
                    <a:pt x="29" y="133"/>
                    <a:pt x="27" y="139"/>
                    <a:pt x="27" y="141"/>
                  </a:cubicBezTo>
                  <a:cubicBezTo>
                    <a:pt x="23" y="145"/>
                    <a:pt x="23" y="149"/>
                    <a:pt x="21" y="153"/>
                  </a:cubicBezTo>
                  <a:cubicBezTo>
                    <a:pt x="19" y="156"/>
                    <a:pt x="19" y="160"/>
                    <a:pt x="19" y="162"/>
                  </a:cubicBezTo>
                  <a:cubicBezTo>
                    <a:pt x="17" y="166"/>
                    <a:pt x="17" y="166"/>
                    <a:pt x="17" y="170"/>
                  </a:cubicBezTo>
                  <a:cubicBezTo>
                    <a:pt x="13" y="174"/>
                    <a:pt x="13" y="180"/>
                    <a:pt x="11" y="184"/>
                  </a:cubicBezTo>
                  <a:cubicBezTo>
                    <a:pt x="9" y="186"/>
                    <a:pt x="9" y="192"/>
                    <a:pt x="9" y="194"/>
                  </a:cubicBezTo>
                  <a:cubicBezTo>
                    <a:pt x="9" y="196"/>
                    <a:pt x="9" y="196"/>
                    <a:pt x="7" y="201"/>
                  </a:cubicBezTo>
                  <a:cubicBezTo>
                    <a:pt x="7" y="203"/>
                    <a:pt x="7" y="203"/>
                    <a:pt x="2" y="205"/>
                  </a:cubicBezTo>
                  <a:cubicBezTo>
                    <a:pt x="0" y="215"/>
                    <a:pt x="0" y="223"/>
                    <a:pt x="0" y="231"/>
                  </a:cubicBezTo>
                  <a:lnTo>
                    <a:pt x="1443" y="1066"/>
                  </a:lnTo>
                  <a:cubicBezTo>
                    <a:pt x="1443" y="1056"/>
                    <a:pt x="1445" y="1046"/>
                    <a:pt x="1445" y="1039"/>
                  </a:cubicBezTo>
                  <a:cubicBezTo>
                    <a:pt x="1461" y="1031"/>
                    <a:pt x="1461" y="1029"/>
                    <a:pt x="1461" y="1029"/>
                  </a:cubicBezTo>
                  <a:cubicBezTo>
                    <a:pt x="1463" y="1019"/>
                    <a:pt x="1465" y="1011"/>
                    <a:pt x="1469" y="1001"/>
                  </a:cubicBezTo>
                  <a:cubicBezTo>
                    <a:pt x="1473" y="988"/>
                    <a:pt x="1476" y="978"/>
                    <a:pt x="1482" y="968"/>
                  </a:cubicBezTo>
                  <a:lnTo>
                    <a:pt x="1496" y="937"/>
                  </a:lnTo>
                  <a:cubicBezTo>
                    <a:pt x="1504" y="927"/>
                    <a:pt x="1510" y="917"/>
                    <a:pt x="1514" y="908"/>
                  </a:cubicBezTo>
                  <a:cubicBezTo>
                    <a:pt x="1523" y="898"/>
                    <a:pt x="1531" y="890"/>
                    <a:pt x="1535" y="882"/>
                  </a:cubicBezTo>
                  <a:lnTo>
                    <a:pt x="1541" y="878"/>
                  </a:lnTo>
                  <a:lnTo>
                    <a:pt x="1555" y="861"/>
                  </a:lnTo>
                  <a:lnTo>
                    <a:pt x="1564" y="855"/>
                  </a:lnTo>
                  <a:cubicBezTo>
                    <a:pt x="1572" y="847"/>
                    <a:pt x="1578" y="841"/>
                    <a:pt x="1586" y="837"/>
                  </a:cubicBezTo>
                  <a:lnTo>
                    <a:pt x="1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0"/>
            <p:cNvSpPr/>
            <p:nvPr/>
          </p:nvSpPr>
          <p:spPr>
            <a:xfrm rot="-3560944">
              <a:off x="12022583" y="-4556787"/>
              <a:ext cx="477656" cy="488363"/>
            </a:xfrm>
            <a:custGeom>
              <a:rect b="b" l="l" r="r" t="t"/>
              <a:pathLst>
                <a:path extrusionOk="0" h="821" w="803">
                  <a:moveTo>
                    <a:pt x="802" y="0"/>
                  </a:moveTo>
                  <a:cubicBezTo>
                    <a:pt x="798" y="2"/>
                    <a:pt x="354" y="258"/>
                    <a:pt x="354" y="258"/>
                  </a:cubicBezTo>
                  <a:lnTo>
                    <a:pt x="291" y="295"/>
                  </a:lnTo>
                  <a:lnTo>
                    <a:pt x="129" y="387"/>
                  </a:lnTo>
                  <a:cubicBezTo>
                    <a:pt x="59" y="428"/>
                    <a:pt x="0" y="524"/>
                    <a:pt x="0" y="604"/>
                  </a:cubicBezTo>
                  <a:lnTo>
                    <a:pt x="4" y="806"/>
                  </a:lnTo>
                  <a:lnTo>
                    <a:pt x="4" y="821"/>
                  </a:lnTo>
                  <a:lnTo>
                    <a:pt x="454" y="561"/>
                  </a:lnTo>
                  <a:lnTo>
                    <a:pt x="794" y="369"/>
                  </a:lnTo>
                  <a:cubicBezTo>
                    <a:pt x="802" y="358"/>
                    <a:pt x="802" y="0"/>
                    <a:pt x="80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0"/>
            <p:cNvSpPr/>
            <p:nvPr/>
          </p:nvSpPr>
          <p:spPr>
            <a:xfrm rot="-3560944">
              <a:off x="11171291" y="-4127263"/>
              <a:ext cx="472898" cy="278385"/>
            </a:xfrm>
            <a:custGeom>
              <a:rect b="b" l="l" r="r" t="t"/>
              <a:pathLst>
                <a:path extrusionOk="0" h="468" w="795">
                  <a:moveTo>
                    <a:pt x="579" y="1"/>
                  </a:moveTo>
                  <a:lnTo>
                    <a:pt x="403" y="99"/>
                  </a:lnTo>
                  <a:lnTo>
                    <a:pt x="403" y="113"/>
                  </a:lnTo>
                  <a:lnTo>
                    <a:pt x="440" y="136"/>
                  </a:lnTo>
                  <a:lnTo>
                    <a:pt x="618" y="36"/>
                  </a:lnTo>
                  <a:lnTo>
                    <a:pt x="618" y="23"/>
                  </a:lnTo>
                  <a:lnTo>
                    <a:pt x="579" y="1"/>
                  </a:lnTo>
                  <a:close/>
                  <a:moveTo>
                    <a:pt x="634" y="31"/>
                  </a:moveTo>
                  <a:lnTo>
                    <a:pt x="461" y="130"/>
                  </a:lnTo>
                  <a:lnTo>
                    <a:pt x="469" y="138"/>
                  </a:lnTo>
                  <a:lnTo>
                    <a:pt x="469" y="138"/>
                  </a:lnTo>
                  <a:lnTo>
                    <a:pt x="461" y="134"/>
                  </a:lnTo>
                  <a:lnTo>
                    <a:pt x="461" y="146"/>
                  </a:lnTo>
                  <a:lnTo>
                    <a:pt x="499" y="169"/>
                  </a:lnTo>
                  <a:lnTo>
                    <a:pt x="675" y="68"/>
                  </a:lnTo>
                  <a:lnTo>
                    <a:pt x="675" y="54"/>
                  </a:lnTo>
                  <a:lnTo>
                    <a:pt x="665" y="58"/>
                  </a:lnTo>
                  <a:lnTo>
                    <a:pt x="673" y="54"/>
                  </a:lnTo>
                  <a:lnTo>
                    <a:pt x="634" y="31"/>
                  </a:lnTo>
                  <a:close/>
                  <a:moveTo>
                    <a:pt x="700" y="72"/>
                  </a:moveTo>
                  <a:lnTo>
                    <a:pt x="526" y="171"/>
                  </a:lnTo>
                  <a:lnTo>
                    <a:pt x="526" y="185"/>
                  </a:lnTo>
                  <a:lnTo>
                    <a:pt x="563" y="207"/>
                  </a:lnTo>
                  <a:lnTo>
                    <a:pt x="739" y="107"/>
                  </a:lnTo>
                  <a:lnTo>
                    <a:pt x="739" y="95"/>
                  </a:lnTo>
                  <a:lnTo>
                    <a:pt x="731" y="99"/>
                  </a:lnTo>
                  <a:lnTo>
                    <a:pt x="731" y="99"/>
                  </a:lnTo>
                  <a:lnTo>
                    <a:pt x="737" y="95"/>
                  </a:lnTo>
                  <a:lnTo>
                    <a:pt x="700" y="72"/>
                  </a:lnTo>
                  <a:close/>
                  <a:moveTo>
                    <a:pt x="755" y="99"/>
                  </a:moveTo>
                  <a:lnTo>
                    <a:pt x="579" y="199"/>
                  </a:lnTo>
                  <a:lnTo>
                    <a:pt x="579" y="212"/>
                  </a:lnTo>
                  <a:lnTo>
                    <a:pt x="618" y="236"/>
                  </a:lnTo>
                  <a:lnTo>
                    <a:pt x="792" y="136"/>
                  </a:lnTo>
                  <a:lnTo>
                    <a:pt x="792" y="124"/>
                  </a:lnTo>
                  <a:lnTo>
                    <a:pt x="792" y="124"/>
                  </a:lnTo>
                  <a:lnTo>
                    <a:pt x="794" y="124"/>
                  </a:lnTo>
                  <a:lnTo>
                    <a:pt x="755" y="99"/>
                  </a:lnTo>
                  <a:close/>
                  <a:moveTo>
                    <a:pt x="377" y="115"/>
                  </a:moveTo>
                  <a:lnTo>
                    <a:pt x="203" y="216"/>
                  </a:lnTo>
                  <a:lnTo>
                    <a:pt x="203" y="228"/>
                  </a:lnTo>
                  <a:lnTo>
                    <a:pt x="242" y="250"/>
                  </a:lnTo>
                  <a:lnTo>
                    <a:pt x="416" y="150"/>
                  </a:lnTo>
                  <a:lnTo>
                    <a:pt x="416" y="138"/>
                  </a:lnTo>
                  <a:lnTo>
                    <a:pt x="377" y="115"/>
                  </a:lnTo>
                  <a:close/>
                  <a:moveTo>
                    <a:pt x="434" y="148"/>
                  </a:moveTo>
                  <a:lnTo>
                    <a:pt x="260" y="248"/>
                  </a:lnTo>
                  <a:lnTo>
                    <a:pt x="260" y="263"/>
                  </a:lnTo>
                  <a:lnTo>
                    <a:pt x="297" y="285"/>
                  </a:lnTo>
                  <a:lnTo>
                    <a:pt x="475" y="187"/>
                  </a:lnTo>
                  <a:lnTo>
                    <a:pt x="475" y="169"/>
                  </a:lnTo>
                  <a:lnTo>
                    <a:pt x="471" y="169"/>
                  </a:lnTo>
                  <a:lnTo>
                    <a:pt x="434" y="148"/>
                  </a:lnTo>
                  <a:close/>
                  <a:moveTo>
                    <a:pt x="499" y="185"/>
                  </a:moveTo>
                  <a:lnTo>
                    <a:pt x="326" y="283"/>
                  </a:lnTo>
                  <a:lnTo>
                    <a:pt x="326" y="297"/>
                  </a:lnTo>
                  <a:lnTo>
                    <a:pt x="364" y="320"/>
                  </a:lnTo>
                  <a:lnTo>
                    <a:pt x="538" y="220"/>
                  </a:lnTo>
                  <a:lnTo>
                    <a:pt x="538" y="207"/>
                  </a:lnTo>
                  <a:lnTo>
                    <a:pt x="499" y="185"/>
                  </a:lnTo>
                  <a:close/>
                  <a:moveTo>
                    <a:pt x="553" y="218"/>
                  </a:moveTo>
                  <a:lnTo>
                    <a:pt x="379" y="318"/>
                  </a:lnTo>
                  <a:lnTo>
                    <a:pt x="383" y="330"/>
                  </a:lnTo>
                  <a:lnTo>
                    <a:pt x="420" y="353"/>
                  </a:lnTo>
                  <a:lnTo>
                    <a:pt x="594" y="252"/>
                  </a:lnTo>
                  <a:lnTo>
                    <a:pt x="594" y="240"/>
                  </a:lnTo>
                  <a:lnTo>
                    <a:pt x="583" y="246"/>
                  </a:lnTo>
                  <a:lnTo>
                    <a:pt x="591" y="240"/>
                  </a:lnTo>
                  <a:lnTo>
                    <a:pt x="553" y="218"/>
                  </a:lnTo>
                  <a:close/>
                  <a:moveTo>
                    <a:pt x="178" y="232"/>
                  </a:moveTo>
                  <a:lnTo>
                    <a:pt x="0" y="332"/>
                  </a:lnTo>
                  <a:lnTo>
                    <a:pt x="4" y="345"/>
                  </a:lnTo>
                  <a:lnTo>
                    <a:pt x="41" y="369"/>
                  </a:lnTo>
                  <a:lnTo>
                    <a:pt x="215" y="269"/>
                  </a:lnTo>
                  <a:lnTo>
                    <a:pt x="215" y="257"/>
                  </a:lnTo>
                  <a:lnTo>
                    <a:pt x="178" y="232"/>
                  </a:lnTo>
                  <a:close/>
                  <a:moveTo>
                    <a:pt x="231" y="263"/>
                  </a:moveTo>
                  <a:lnTo>
                    <a:pt x="57" y="363"/>
                  </a:lnTo>
                  <a:lnTo>
                    <a:pt x="57" y="379"/>
                  </a:lnTo>
                  <a:lnTo>
                    <a:pt x="96" y="402"/>
                  </a:lnTo>
                  <a:lnTo>
                    <a:pt x="270" y="302"/>
                  </a:lnTo>
                  <a:lnTo>
                    <a:pt x="270" y="287"/>
                  </a:lnTo>
                  <a:lnTo>
                    <a:pt x="231" y="263"/>
                  </a:lnTo>
                  <a:close/>
                  <a:moveTo>
                    <a:pt x="297" y="302"/>
                  </a:moveTo>
                  <a:lnTo>
                    <a:pt x="123" y="402"/>
                  </a:lnTo>
                  <a:lnTo>
                    <a:pt x="131" y="406"/>
                  </a:lnTo>
                  <a:lnTo>
                    <a:pt x="121" y="402"/>
                  </a:lnTo>
                  <a:lnTo>
                    <a:pt x="121" y="414"/>
                  </a:lnTo>
                  <a:lnTo>
                    <a:pt x="160" y="437"/>
                  </a:lnTo>
                  <a:lnTo>
                    <a:pt x="334" y="338"/>
                  </a:lnTo>
                  <a:lnTo>
                    <a:pt x="334" y="324"/>
                  </a:lnTo>
                  <a:lnTo>
                    <a:pt x="336" y="324"/>
                  </a:lnTo>
                  <a:lnTo>
                    <a:pt x="297" y="302"/>
                  </a:lnTo>
                  <a:close/>
                  <a:moveTo>
                    <a:pt x="354" y="332"/>
                  </a:moveTo>
                  <a:lnTo>
                    <a:pt x="178" y="432"/>
                  </a:lnTo>
                  <a:lnTo>
                    <a:pt x="180" y="432"/>
                  </a:lnTo>
                  <a:lnTo>
                    <a:pt x="180" y="445"/>
                  </a:lnTo>
                  <a:lnTo>
                    <a:pt x="219" y="467"/>
                  </a:lnTo>
                  <a:lnTo>
                    <a:pt x="395" y="369"/>
                  </a:lnTo>
                  <a:lnTo>
                    <a:pt x="393" y="355"/>
                  </a:lnTo>
                  <a:lnTo>
                    <a:pt x="354" y="33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0"/>
            <p:cNvSpPr/>
            <p:nvPr/>
          </p:nvSpPr>
          <p:spPr>
            <a:xfrm rot="-3560944">
              <a:off x="11833485" y="-4499355"/>
              <a:ext cx="473492" cy="278980"/>
            </a:xfrm>
            <a:custGeom>
              <a:rect b="b" l="l" r="r" t="t"/>
              <a:pathLst>
                <a:path extrusionOk="0" h="469" w="796">
                  <a:moveTo>
                    <a:pt x="579" y="0"/>
                  </a:moveTo>
                  <a:lnTo>
                    <a:pt x="405" y="100"/>
                  </a:lnTo>
                  <a:lnTo>
                    <a:pt x="413" y="109"/>
                  </a:lnTo>
                  <a:lnTo>
                    <a:pt x="403" y="102"/>
                  </a:lnTo>
                  <a:lnTo>
                    <a:pt x="403" y="115"/>
                  </a:lnTo>
                  <a:lnTo>
                    <a:pt x="440" y="139"/>
                  </a:lnTo>
                  <a:lnTo>
                    <a:pt x="618" y="37"/>
                  </a:lnTo>
                  <a:lnTo>
                    <a:pt x="618" y="23"/>
                  </a:lnTo>
                  <a:lnTo>
                    <a:pt x="579" y="0"/>
                  </a:lnTo>
                  <a:close/>
                  <a:moveTo>
                    <a:pt x="630" y="33"/>
                  </a:moveTo>
                  <a:lnTo>
                    <a:pt x="456" y="133"/>
                  </a:lnTo>
                  <a:lnTo>
                    <a:pt x="456" y="145"/>
                  </a:lnTo>
                  <a:lnTo>
                    <a:pt x="495" y="170"/>
                  </a:lnTo>
                  <a:lnTo>
                    <a:pt x="669" y="70"/>
                  </a:lnTo>
                  <a:lnTo>
                    <a:pt x="669" y="57"/>
                  </a:lnTo>
                  <a:lnTo>
                    <a:pt x="630" y="33"/>
                  </a:lnTo>
                  <a:close/>
                  <a:moveTo>
                    <a:pt x="696" y="70"/>
                  </a:moveTo>
                  <a:lnTo>
                    <a:pt x="522" y="170"/>
                  </a:lnTo>
                  <a:lnTo>
                    <a:pt x="522" y="184"/>
                  </a:lnTo>
                  <a:lnTo>
                    <a:pt x="561" y="207"/>
                  </a:lnTo>
                  <a:lnTo>
                    <a:pt x="734" y="109"/>
                  </a:lnTo>
                  <a:lnTo>
                    <a:pt x="734" y="92"/>
                  </a:lnTo>
                  <a:lnTo>
                    <a:pt x="696" y="70"/>
                  </a:lnTo>
                  <a:close/>
                  <a:moveTo>
                    <a:pt x="755" y="102"/>
                  </a:moveTo>
                  <a:lnTo>
                    <a:pt x="581" y="203"/>
                  </a:lnTo>
                  <a:lnTo>
                    <a:pt x="581" y="215"/>
                  </a:lnTo>
                  <a:lnTo>
                    <a:pt x="620" y="237"/>
                  </a:lnTo>
                  <a:lnTo>
                    <a:pt x="796" y="139"/>
                  </a:lnTo>
                  <a:lnTo>
                    <a:pt x="796" y="125"/>
                  </a:lnTo>
                  <a:lnTo>
                    <a:pt x="784" y="131"/>
                  </a:lnTo>
                  <a:lnTo>
                    <a:pt x="794" y="125"/>
                  </a:lnTo>
                  <a:lnTo>
                    <a:pt x="755" y="102"/>
                  </a:lnTo>
                  <a:close/>
                  <a:moveTo>
                    <a:pt x="374" y="119"/>
                  </a:moveTo>
                  <a:lnTo>
                    <a:pt x="201" y="217"/>
                  </a:lnTo>
                  <a:lnTo>
                    <a:pt x="201" y="231"/>
                  </a:lnTo>
                  <a:lnTo>
                    <a:pt x="239" y="254"/>
                  </a:lnTo>
                  <a:lnTo>
                    <a:pt x="415" y="154"/>
                  </a:lnTo>
                  <a:lnTo>
                    <a:pt x="415" y="141"/>
                  </a:lnTo>
                  <a:lnTo>
                    <a:pt x="405" y="145"/>
                  </a:lnTo>
                  <a:lnTo>
                    <a:pt x="405" y="145"/>
                  </a:lnTo>
                  <a:lnTo>
                    <a:pt x="413" y="141"/>
                  </a:lnTo>
                  <a:lnTo>
                    <a:pt x="374" y="119"/>
                  </a:lnTo>
                  <a:close/>
                  <a:moveTo>
                    <a:pt x="430" y="152"/>
                  </a:moveTo>
                  <a:lnTo>
                    <a:pt x="256" y="252"/>
                  </a:lnTo>
                  <a:lnTo>
                    <a:pt x="256" y="264"/>
                  </a:lnTo>
                  <a:lnTo>
                    <a:pt x="295" y="287"/>
                  </a:lnTo>
                  <a:lnTo>
                    <a:pt x="469" y="186"/>
                  </a:lnTo>
                  <a:lnTo>
                    <a:pt x="469" y="174"/>
                  </a:lnTo>
                  <a:lnTo>
                    <a:pt x="430" y="152"/>
                  </a:lnTo>
                  <a:close/>
                  <a:moveTo>
                    <a:pt x="499" y="186"/>
                  </a:moveTo>
                  <a:lnTo>
                    <a:pt x="325" y="287"/>
                  </a:lnTo>
                  <a:lnTo>
                    <a:pt x="323" y="287"/>
                  </a:lnTo>
                  <a:lnTo>
                    <a:pt x="323" y="303"/>
                  </a:lnTo>
                  <a:lnTo>
                    <a:pt x="362" y="325"/>
                  </a:lnTo>
                  <a:lnTo>
                    <a:pt x="536" y="223"/>
                  </a:lnTo>
                  <a:lnTo>
                    <a:pt x="536" y="211"/>
                  </a:lnTo>
                  <a:lnTo>
                    <a:pt x="536" y="207"/>
                  </a:lnTo>
                  <a:lnTo>
                    <a:pt x="499" y="186"/>
                  </a:lnTo>
                  <a:close/>
                  <a:moveTo>
                    <a:pt x="550" y="217"/>
                  </a:moveTo>
                  <a:lnTo>
                    <a:pt x="376" y="317"/>
                  </a:lnTo>
                  <a:lnTo>
                    <a:pt x="376" y="330"/>
                  </a:lnTo>
                  <a:lnTo>
                    <a:pt x="415" y="354"/>
                  </a:lnTo>
                  <a:lnTo>
                    <a:pt x="591" y="252"/>
                  </a:lnTo>
                  <a:lnTo>
                    <a:pt x="591" y="237"/>
                  </a:lnTo>
                  <a:lnTo>
                    <a:pt x="588" y="240"/>
                  </a:lnTo>
                  <a:lnTo>
                    <a:pt x="588" y="240"/>
                  </a:lnTo>
                  <a:lnTo>
                    <a:pt x="550" y="217"/>
                  </a:lnTo>
                  <a:close/>
                  <a:moveTo>
                    <a:pt x="174" y="233"/>
                  </a:moveTo>
                  <a:lnTo>
                    <a:pt x="0" y="334"/>
                  </a:lnTo>
                  <a:lnTo>
                    <a:pt x="0" y="346"/>
                  </a:lnTo>
                  <a:lnTo>
                    <a:pt x="39" y="368"/>
                  </a:lnTo>
                  <a:lnTo>
                    <a:pt x="215" y="266"/>
                  </a:lnTo>
                  <a:lnTo>
                    <a:pt x="215" y="256"/>
                  </a:lnTo>
                  <a:lnTo>
                    <a:pt x="213" y="256"/>
                  </a:lnTo>
                  <a:lnTo>
                    <a:pt x="174" y="233"/>
                  </a:lnTo>
                  <a:close/>
                  <a:moveTo>
                    <a:pt x="229" y="266"/>
                  </a:moveTo>
                  <a:lnTo>
                    <a:pt x="51" y="366"/>
                  </a:lnTo>
                  <a:lnTo>
                    <a:pt x="51" y="379"/>
                  </a:lnTo>
                  <a:lnTo>
                    <a:pt x="90" y="401"/>
                  </a:lnTo>
                  <a:lnTo>
                    <a:pt x="264" y="303"/>
                  </a:lnTo>
                  <a:lnTo>
                    <a:pt x="264" y="289"/>
                  </a:lnTo>
                  <a:lnTo>
                    <a:pt x="266" y="289"/>
                  </a:lnTo>
                  <a:lnTo>
                    <a:pt x="229" y="266"/>
                  </a:lnTo>
                  <a:close/>
                  <a:moveTo>
                    <a:pt x="295" y="305"/>
                  </a:moveTo>
                  <a:lnTo>
                    <a:pt x="121" y="405"/>
                  </a:lnTo>
                  <a:lnTo>
                    <a:pt x="119" y="405"/>
                  </a:lnTo>
                  <a:lnTo>
                    <a:pt x="119" y="420"/>
                  </a:lnTo>
                  <a:lnTo>
                    <a:pt x="158" y="442"/>
                  </a:lnTo>
                  <a:lnTo>
                    <a:pt x="174" y="433"/>
                  </a:lnTo>
                  <a:lnTo>
                    <a:pt x="174" y="446"/>
                  </a:lnTo>
                  <a:lnTo>
                    <a:pt x="213" y="469"/>
                  </a:lnTo>
                  <a:lnTo>
                    <a:pt x="389" y="366"/>
                  </a:lnTo>
                  <a:lnTo>
                    <a:pt x="389" y="354"/>
                  </a:lnTo>
                  <a:lnTo>
                    <a:pt x="386" y="356"/>
                  </a:lnTo>
                  <a:lnTo>
                    <a:pt x="348" y="334"/>
                  </a:lnTo>
                  <a:lnTo>
                    <a:pt x="331" y="343"/>
                  </a:lnTo>
                  <a:lnTo>
                    <a:pt x="331" y="343"/>
                  </a:lnTo>
                  <a:lnTo>
                    <a:pt x="331" y="325"/>
                  </a:lnTo>
                  <a:lnTo>
                    <a:pt x="333" y="325"/>
                  </a:lnTo>
                  <a:lnTo>
                    <a:pt x="295" y="3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0"/>
            <p:cNvSpPr/>
            <p:nvPr/>
          </p:nvSpPr>
          <p:spPr>
            <a:xfrm rot="-3560944">
              <a:off x="9697355" y="1228131"/>
              <a:ext cx="92200" cy="331326"/>
            </a:xfrm>
            <a:custGeom>
              <a:rect b="b" l="l" r="r" t="t"/>
              <a:pathLst>
                <a:path extrusionOk="0" h="557" w="155">
                  <a:moveTo>
                    <a:pt x="1" y="0"/>
                  </a:moveTo>
                  <a:lnTo>
                    <a:pt x="1" y="469"/>
                  </a:lnTo>
                  <a:lnTo>
                    <a:pt x="154" y="557"/>
                  </a:lnTo>
                  <a:lnTo>
                    <a:pt x="154" y="9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0"/>
            <p:cNvSpPr/>
            <p:nvPr/>
          </p:nvSpPr>
          <p:spPr>
            <a:xfrm rot="-3560944">
              <a:off x="9828244" y="1153676"/>
              <a:ext cx="92200" cy="332515"/>
            </a:xfrm>
            <a:custGeom>
              <a:rect b="b" l="l" r="r" t="t"/>
              <a:pathLst>
                <a:path extrusionOk="0" h="559" w="155">
                  <a:moveTo>
                    <a:pt x="1" y="0"/>
                  </a:moveTo>
                  <a:lnTo>
                    <a:pt x="1" y="469"/>
                  </a:lnTo>
                  <a:lnTo>
                    <a:pt x="154" y="559"/>
                  </a:lnTo>
                  <a:lnTo>
                    <a:pt x="154" y="9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0"/>
            <p:cNvSpPr/>
            <p:nvPr/>
          </p:nvSpPr>
          <p:spPr>
            <a:xfrm rot="-3560944">
              <a:off x="9956787" y="1081658"/>
              <a:ext cx="91605" cy="331921"/>
            </a:xfrm>
            <a:custGeom>
              <a:rect b="b" l="l" r="r" t="t"/>
              <a:pathLst>
                <a:path extrusionOk="0" h="558" w="154">
                  <a:moveTo>
                    <a:pt x="0" y="1"/>
                  </a:moveTo>
                  <a:lnTo>
                    <a:pt x="0" y="469"/>
                  </a:lnTo>
                  <a:lnTo>
                    <a:pt x="154" y="557"/>
                  </a:lnTo>
                  <a:lnTo>
                    <a:pt x="154" y="9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0"/>
            <p:cNvSpPr/>
            <p:nvPr/>
          </p:nvSpPr>
          <p:spPr>
            <a:xfrm rot="-3560944">
              <a:off x="10087070" y="1009416"/>
              <a:ext cx="91605" cy="330731"/>
            </a:xfrm>
            <a:custGeom>
              <a:rect b="b" l="l" r="r" t="t"/>
              <a:pathLst>
                <a:path extrusionOk="0" h="556" w="154">
                  <a:moveTo>
                    <a:pt x="0" y="1"/>
                  </a:moveTo>
                  <a:lnTo>
                    <a:pt x="0" y="465"/>
                  </a:lnTo>
                  <a:lnTo>
                    <a:pt x="154" y="555"/>
                  </a:lnTo>
                  <a:lnTo>
                    <a:pt x="154" y="87"/>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0"/>
            <p:cNvSpPr/>
            <p:nvPr/>
          </p:nvSpPr>
          <p:spPr>
            <a:xfrm rot="-3560944">
              <a:off x="10215466" y="936547"/>
              <a:ext cx="91605" cy="331326"/>
            </a:xfrm>
            <a:custGeom>
              <a:rect b="b" l="l" r="r" t="t"/>
              <a:pathLst>
                <a:path extrusionOk="0" h="557" w="154">
                  <a:moveTo>
                    <a:pt x="0" y="0"/>
                  </a:moveTo>
                  <a:lnTo>
                    <a:pt x="0" y="467"/>
                  </a:lnTo>
                  <a:lnTo>
                    <a:pt x="154" y="557"/>
                  </a:lnTo>
                  <a:lnTo>
                    <a:pt x="154" y="88"/>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0"/>
            <p:cNvSpPr/>
            <p:nvPr/>
          </p:nvSpPr>
          <p:spPr>
            <a:xfrm rot="-3560944">
              <a:off x="9579625" y="998641"/>
              <a:ext cx="1177188" cy="1225965"/>
            </a:xfrm>
            <a:custGeom>
              <a:rect b="b" l="l" r="r" t="t"/>
              <a:pathLst>
                <a:path extrusionOk="0" h="2061" w="1979">
                  <a:moveTo>
                    <a:pt x="823" y="0"/>
                  </a:moveTo>
                  <a:cubicBezTo>
                    <a:pt x="823" y="0"/>
                    <a:pt x="96" y="1404"/>
                    <a:pt x="96" y="1426"/>
                  </a:cubicBezTo>
                  <a:cubicBezTo>
                    <a:pt x="101" y="1447"/>
                    <a:pt x="0" y="1827"/>
                    <a:pt x="11" y="1866"/>
                  </a:cubicBezTo>
                  <a:cubicBezTo>
                    <a:pt x="19" y="1893"/>
                    <a:pt x="330" y="1971"/>
                    <a:pt x="544" y="2020"/>
                  </a:cubicBezTo>
                  <a:cubicBezTo>
                    <a:pt x="555" y="2026"/>
                    <a:pt x="567" y="2028"/>
                    <a:pt x="581" y="2030"/>
                  </a:cubicBezTo>
                  <a:cubicBezTo>
                    <a:pt x="665" y="2048"/>
                    <a:pt x="727" y="2061"/>
                    <a:pt x="739" y="2061"/>
                  </a:cubicBezTo>
                  <a:cubicBezTo>
                    <a:pt x="782" y="2059"/>
                    <a:pt x="1126" y="1917"/>
                    <a:pt x="1115" y="1907"/>
                  </a:cubicBezTo>
                  <a:cubicBezTo>
                    <a:pt x="1105" y="1895"/>
                    <a:pt x="1629" y="1549"/>
                    <a:pt x="1651" y="1504"/>
                  </a:cubicBezTo>
                  <a:cubicBezTo>
                    <a:pt x="1672" y="1457"/>
                    <a:pt x="1979" y="688"/>
                    <a:pt x="1979" y="688"/>
                  </a:cubicBezTo>
                  <a:lnTo>
                    <a:pt x="1952" y="669"/>
                  </a:lnTo>
                  <a:lnTo>
                    <a:pt x="8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0"/>
            <p:cNvSpPr/>
            <p:nvPr/>
          </p:nvSpPr>
          <p:spPr>
            <a:xfrm rot="-3560944">
              <a:off x="9494869" y="1437049"/>
              <a:ext cx="796490" cy="1181946"/>
            </a:xfrm>
            <a:custGeom>
              <a:rect b="b" l="l" r="r" t="t"/>
              <a:pathLst>
                <a:path extrusionOk="0" h="1987" w="1339">
                  <a:moveTo>
                    <a:pt x="1339" y="0"/>
                  </a:moveTo>
                  <a:lnTo>
                    <a:pt x="1298" y="27"/>
                  </a:lnTo>
                  <a:lnTo>
                    <a:pt x="1150" y="111"/>
                  </a:lnTo>
                  <a:lnTo>
                    <a:pt x="936" y="440"/>
                  </a:lnTo>
                  <a:cubicBezTo>
                    <a:pt x="878" y="528"/>
                    <a:pt x="809" y="600"/>
                    <a:pt x="735" y="645"/>
                  </a:cubicBezTo>
                  <a:lnTo>
                    <a:pt x="189" y="1044"/>
                  </a:lnTo>
                  <a:cubicBezTo>
                    <a:pt x="121" y="1085"/>
                    <a:pt x="58" y="1150"/>
                    <a:pt x="7" y="1226"/>
                  </a:cubicBezTo>
                  <a:cubicBezTo>
                    <a:pt x="7" y="1226"/>
                    <a:pt x="7" y="1232"/>
                    <a:pt x="1" y="1236"/>
                  </a:cubicBezTo>
                  <a:cubicBezTo>
                    <a:pt x="1" y="1236"/>
                    <a:pt x="72" y="1960"/>
                    <a:pt x="76" y="1962"/>
                  </a:cubicBezTo>
                  <a:cubicBezTo>
                    <a:pt x="107" y="1979"/>
                    <a:pt x="141" y="1987"/>
                    <a:pt x="178" y="1987"/>
                  </a:cubicBezTo>
                  <a:cubicBezTo>
                    <a:pt x="233" y="1987"/>
                    <a:pt x="295" y="1968"/>
                    <a:pt x="359" y="1932"/>
                  </a:cubicBezTo>
                  <a:lnTo>
                    <a:pt x="702" y="1735"/>
                  </a:lnTo>
                  <a:cubicBezTo>
                    <a:pt x="741" y="1713"/>
                    <a:pt x="776" y="1688"/>
                    <a:pt x="807" y="1662"/>
                  </a:cubicBezTo>
                  <a:cubicBezTo>
                    <a:pt x="1017" y="1482"/>
                    <a:pt x="1048" y="1224"/>
                    <a:pt x="1130" y="886"/>
                  </a:cubicBezTo>
                  <a:lnTo>
                    <a:pt x="133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0"/>
            <p:cNvSpPr/>
            <p:nvPr/>
          </p:nvSpPr>
          <p:spPr>
            <a:xfrm rot="-3560944">
              <a:off x="9284094" y="1546359"/>
              <a:ext cx="813146" cy="739981"/>
            </a:xfrm>
            <a:custGeom>
              <a:rect b="b" l="l" r="r" t="t"/>
              <a:pathLst>
                <a:path extrusionOk="0" h="1244" w="1367">
                  <a:moveTo>
                    <a:pt x="1336" y="1"/>
                  </a:moveTo>
                  <a:lnTo>
                    <a:pt x="1140" y="113"/>
                  </a:lnTo>
                  <a:lnTo>
                    <a:pt x="925" y="443"/>
                  </a:lnTo>
                  <a:cubicBezTo>
                    <a:pt x="870" y="529"/>
                    <a:pt x="800" y="600"/>
                    <a:pt x="726" y="647"/>
                  </a:cubicBezTo>
                  <a:lnTo>
                    <a:pt x="178" y="1046"/>
                  </a:lnTo>
                  <a:cubicBezTo>
                    <a:pt x="115" y="1087"/>
                    <a:pt x="51" y="1151"/>
                    <a:pt x="0" y="1228"/>
                  </a:cubicBezTo>
                  <a:cubicBezTo>
                    <a:pt x="0" y="1228"/>
                    <a:pt x="19" y="1244"/>
                    <a:pt x="29" y="1244"/>
                  </a:cubicBezTo>
                  <a:cubicBezTo>
                    <a:pt x="30" y="1244"/>
                    <a:pt x="32" y="1244"/>
                    <a:pt x="33" y="1243"/>
                  </a:cubicBezTo>
                  <a:cubicBezTo>
                    <a:pt x="84" y="1167"/>
                    <a:pt x="147" y="1102"/>
                    <a:pt x="215" y="1061"/>
                  </a:cubicBezTo>
                  <a:lnTo>
                    <a:pt x="761" y="662"/>
                  </a:lnTo>
                  <a:cubicBezTo>
                    <a:pt x="835" y="617"/>
                    <a:pt x="904" y="543"/>
                    <a:pt x="962" y="457"/>
                  </a:cubicBezTo>
                  <a:lnTo>
                    <a:pt x="1176" y="128"/>
                  </a:lnTo>
                  <a:lnTo>
                    <a:pt x="1367" y="17"/>
                  </a:lnTo>
                  <a:lnTo>
                    <a:pt x="13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0"/>
            <p:cNvSpPr/>
            <p:nvPr/>
          </p:nvSpPr>
          <p:spPr>
            <a:xfrm rot="-3560944">
              <a:off x="9801557" y="2029059"/>
              <a:ext cx="725110" cy="444940"/>
            </a:xfrm>
            <a:custGeom>
              <a:rect b="b" l="l" r="r" t="t"/>
              <a:pathLst>
                <a:path extrusionOk="0" h="748" w="1219">
                  <a:moveTo>
                    <a:pt x="40" y="0"/>
                  </a:moveTo>
                  <a:lnTo>
                    <a:pt x="1" y="62"/>
                  </a:lnTo>
                  <a:lnTo>
                    <a:pt x="68" y="356"/>
                  </a:lnTo>
                  <a:lnTo>
                    <a:pt x="1130" y="747"/>
                  </a:lnTo>
                  <a:lnTo>
                    <a:pt x="1218" y="632"/>
                  </a:lnTo>
                  <a:lnTo>
                    <a:pt x="4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0"/>
            <p:cNvSpPr/>
            <p:nvPr/>
          </p:nvSpPr>
          <p:spPr>
            <a:xfrm rot="-3560944">
              <a:off x="9935208" y="1977190"/>
              <a:ext cx="770912" cy="813741"/>
            </a:xfrm>
            <a:custGeom>
              <a:rect b="b" l="l" r="r" t="t"/>
              <a:pathLst>
                <a:path extrusionOk="0" h="1368" w="1296">
                  <a:moveTo>
                    <a:pt x="128" y="1"/>
                  </a:moveTo>
                  <a:cubicBezTo>
                    <a:pt x="105" y="36"/>
                    <a:pt x="85" y="73"/>
                    <a:pt x="66" y="111"/>
                  </a:cubicBezTo>
                  <a:cubicBezTo>
                    <a:pt x="13" y="226"/>
                    <a:pt x="1" y="345"/>
                    <a:pt x="27" y="431"/>
                  </a:cubicBezTo>
                  <a:cubicBezTo>
                    <a:pt x="27" y="433"/>
                    <a:pt x="32" y="433"/>
                    <a:pt x="32" y="435"/>
                  </a:cubicBezTo>
                  <a:cubicBezTo>
                    <a:pt x="34" y="441"/>
                    <a:pt x="34" y="443"/>
                    <a:pt x="36" y="445"/>
                  </a:cubicBezTo>
                  <a:lnTo>
                    <a:pt x="107" y="619"/>
                  </a:lnTo>
                  <a:cubicBezTo>
                    <a:pt x="119" y="650"/>
                    <a:pt x="138" y="676"/>
                    <a:pt x="158" y="697"/>
                  </a:cubicBezTo>
                  <a:cubicBezTo>
                    <a:pt x="171" y="707"/>
                    <a:pt x="185" y="717"/>
                    <a:pt x="199" y="729"/>
                  </a:cubicBezTo>
                  <a:lnTo>
                    <a:pt x="1282" y="1368"/>
                  </a:lnTo>
                  <a:cubicBezTo>
                    <a:pt x="1261" y="1351"/>
                    <a:pt x="1247" y="1325"/>
                    <a:pt x="1232" y="1294"/>
                  </a:cubicBezTo>
                  <a:lnTo>
                    <a:pt x="1161" y="1120"/>
                  </a:lnTo>
                  <a:cubicBezTo>
                    <a:pt x="1126" y="1036"/>
                    <a:pt x="1138" y="913"/>
                    <a:pt x="1189" y="793"/>
                  </a:cubicBezTo>
                  <a:cubicBezTo>
                    <a:pt x="1208" y="754"/>
                    <a:pt x="1230" y="713"/>
                    <a:pt x="1255" y="676"/>
                  </a:cubicBezTo>
                  <a:lnTo>
                    <a:pt x="1259" y="670"/>
                  </a:lnTo>
                  <a:cubicBezTo>
                    <a:pt x="1271" y="652"/>
                    <a:pt x="1284" y="635"/>
                    <a:pt x="1296" y="619"/>
                  </a:cubicBezTo>
                  <a:lnTo>
                    <a:pt x="934" y="427"/>
                  </a:lnTo>
                  <a:cubicBezTo>
                    <a:pt x="934" y="427"/>
                    <a:pt x="130" y="1"/>
                    <a:pt x="1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0"/>
            <p:cNvSpPr/>
            <p:nvPr/>
          </p:nvSpPr>
          <p:spPr>
            <a:xfrm rot="-3560944">
              <a:off x="10620645" y="1938251"/>
              <a:ext cx="133244" cy="468734"/>
            </a:xfrm>
            <a:custGeom>
              <a:rect b="b" l="l" r="r" t="t"/>
              <a:pathLst>
                <a:path extrusionOk="0" h="788" w="224">
                  <a:moveTo>
                    <a:pt x="166" y="0"/>
                  </a:moveTo>
                  <a:cubicBezTo>
                    <a:pt x="154" y="15"/>
                    <a:pt x="144" y="29"/>
                    <a:pt x="134" y="45"/>
                  </a:cubicBezTo>
                  <a:lnTo>
                    <a:pt x="132" y="49"/>
                  </a:lnTo>
                  <a:cubicBezTo>
                    <a:pt x="107" y="86"/>
                    <a:pt x="87" y="123"/>
                    <a:pt x="70" y="162"/>
                  </a:cubicBezTo>
                  <a:cubicBezTo>
                    <a:pt x="13" y="285"/>
                    <a:pt x="1" y="410"/>
                    <a:pt x="36" y="497"/>
                  </a:cubicBezTo>
                  <a:lnTo>
                    <a:pt x="111" y="671"/>
                  </a:lnTo>
                  <a:cubicBezTo>
                    <a:pt x="126" y="706"/>
                    <a:pt x="146" y="737"/>
                    <a:pt x="175" y="761"/>
                  </a:cubicBezTo>
                  <a:lnTo>
                    <a:pt x="224" y="788"/>
                  </a:lnTo>
                  <a:lnTo>
                    <a:pt x="166" y="0"/>
                  </a:lnTo>
                  <a:close/>
                </a:path>
              </a:pathLst>
            </a:custGeom>
            <a:solidFill>
              <a:srgbClr val="E2A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0"/>
            <p:cNvSpPr/>
            <p:nvPr/>
          </p:nvSpPr>
          <p:spPr>
            <a:xfrm rot="-3560944">
              <a:off x="10138373" y="1088914"/>
              <a:ext cx="877983" cy="1182541"/>
            </a:xfrm>
            <a:custGeom>
              <a:rect b="b" l="l" r="r" t="t"/>
              <a:pathLst>
                <a:path extrusionOk="0" h="1988" w="1476">
                  <a:moveTo>
                    <a:pt x="1476" y="1"/>
                  </a:moveTo>
                  <a:lnTo>
                    <a:pt x="1435" y="29"/>
                  </a:lnTo>
                  <a:lnTo>
                    <a:pt x="1287" y="113"/>
                  </a:lnTo>
                  <a:lnTo>
                    <a:pt x="1073" y="443"/>
                  </a:lnTo>
                  <a:cubicBezTo>
                    <a:pt x="1015" y="529"/>
                    <a:pt x="946" y="602"/>
                    <a:pt x="872" y="647"/>
                  </a:cubicBezTo>
                  <a:lnTo>
                    <a:pt x="326" y="1046"/>
                  </a:lnTo>
                  <a:cubicBezTo>
                    <a:pt x="258" y="1087"/>
                    <a:pt x="195" y="1151"/>
                    <a:pt x="144" y="1228"/>
                  </a:cubicBezTo>
                  <a:lnTo>
                    <a:pt x="142" y="1232"/>
                  </a:lnTo>
                  <a:cubicBezTo>
                    <a:pt x="37" y="1386"/>
                    <a:pt x="1" y="1568"/>
                    <a:pt x="46" y="1681"/>
                  </a:cubicBezTo>
                  <a:lnTo>
                    <a:pt x="117" y="1854"/>
                  </a:lnTo>
                  <a:cubicBezTo>
                    <a:pt x="140" y="1904"/>
                    <a:pt x="168" y="1938"/>
                    <a:pt x="211" y="1963"/>
                  </a:cubicBezTo>
                  <a:cubicBezTo>
                    <a:pt x="242" y="1979"/>
                    <a:pt x="276" y="1987"/>
                    <a:pt x="313" y="1987"/>
                  </a:cubicBezTo>
                  <a:cubicBezTo>
                    <a:pt x="368" y="1987"/>
                    <a:pt x="430" y="1969"/>
                    <a:pt x="494" y="1932"/>
                  </a:cubicBezTo>
                  <a:lnTo>
                    <a:pt x="837" y="1734"/>
                  </a:lnTo>
                  <a:cubicBezTo>
                    <a:pt x="1144" y="1558"/>
                    <a:pt x="1175" y="1273"/>
                    <a:pt x="1267" y="885"/>
                  </a:cubicBezTo>
                  <a:lnTo>
                    <a:pt x="14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0"/>
            <p:cNvSpPr/>
            <p:nvPr/>
          </p:nvSpPr>
          <p:spPr>
            <a:xfrm rot="-3560944">
              <a:off x="10602418" y="1955133"/>
              <a:ext cx="123132" cy="463380"/>
            </a:xfrm>
            <a:custGeom>
              <a:rect b="b" l="l" r="r" t="t"/>
              <a:pathLst>
                <a:path extrusionOk="0" h="779" w="207">
                  <a:moveTo>
                    <a:pt x="170" y="1"/>
                  </a:moveTo>
                  <a:cubicBezTo>
                    <a:pt x="158" y="15"/>
                    <a:pt x="145" y="34"/>
                    <a:pt x="133" y="52"/>
                  </a:cubicBezTo>
                  <a:lnTo>
                    <a:pt x="129" y="56"/>
                  </a:lnTo>
                  <a:cubicBezTo>
                    <a:pt x="102" y="93"/>
                    <a:pt x="82" y="132"/>
                    <a:pt x="63" y="175"/>
                  </a:cubicBezTo>
                  <a:cubicBezTo>
                    <a:pt x="12" y="294"/>
                    <a:pt x="0" y="416"/>
                    <a:pt x="35" y="502"/>
                  </a:cubicBezTo>
                  <a:lnTo>
                    <a:pt x="108" y="676"/>
                  </a:lnTo>
                  <a:cubicBezTo>
                    <a:pt x="123" y="703"/>
                    <a:pt x="137" y="729"/>
                    <a:pt x="158" y="750"/>
                  </a:cubicBezTo>
                  <a:lnTo>
                    <a:pt x="207" y="778"/>
                  </a:lnTo>
                  <a:cubicBezTo>
                    <a:pt x="178" y="754"/>
                    <a:pt x="158" y="727"/>
                    <a:pt x="143" y="692"/>
                  </a:cubicBezTo>
                  <a:lnTo>
                    <a:pt x="68" y="519"/>
                  </a:lnTo>
                  <a:cubicBezTo>
                    <a:pt x="33" y="433"/>
                    <a:pt x="47" y="308"/>
                    <a:pt x="102" y="183"/>
                  </a:cubicBezTo>
                  <a:cubicBezTo>
                    <a:pt x="117" y="146"/>
                    <a:pt x="137" y="107"/>
                    <a:pt x="164" y="73"/>
                  </a:cubicBezTo>
                  <a:lnTo>
                    <a:pt x="166" y="66"/>
                  </a:lnTo>
                  <a:cubicBezTo>
                    <a:pt x="176" y="52"/>
                    <a:pt x="188" y="38"/>
                    <a:pt x="198" y="23"/>
                  </a:cubicBezTo>
                  <a:lnTo>
                    <a:pt x="198" y="15"/>
                  </a:lnTo>
                  <a:lnTo>
                    <a:pt x="17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0"/>
            <p:cNvSpPr/>
            <p:nvPr/>
          </p:nvSpPr>
          <p:spPr>
            <a:xfrm rot="-3560944">
              <a:off x="10864550" y="2241468"/>
              <a:ext cx="48182" cy="29742"/>
            </a:xfrm>
            <a:custGeom>
              <a:rect b="b" l="l" r="r" t="t"/>
              <a:pathLst>
                <a:path extrusionOk="0" h="50" w="81">
                  <a:moveTo>
                    <a:pt x="1" y="1"/>
                  </a:moveTo>
                  <a:cubicBezTo>
                    <a:pt x="23" y="23"/>
                    <a:pt x="50" y="40"/>
                    <a:pt x="80" y="50"/>
                  </a:cubicBezTo>
                  <a:cubicBezTo>
                    <a:pt x="70" y="42"/>
                    <a:pt x="62" y="36"/>
                    <a:pt x="52" y="29"/>
                  </a:cubicBezTo>
                  <a:lnTo>
                    <a:pt x="1" y="1"/>
                  </a:lnTo>
                  <a:close/>
                </a:path>
              </a:pathLst>
            </a:custGeom>
            <a:solidFill>
              <a:srgbClr val="EDD7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0"/>
            <p:cNvSpPr/>
            <p:nvPr/>
          </p:nvSpPr>
          <p:spPr>
            <a:xfrm rot="-3560944">
              <a:off x="9992649" y="1161240"/>
              <a:ext cx="791732" cy="713808"/>
            </a:xfrm>
            <a:custGeom>
              <a:rect b="b" l="l" r="r" t="t"/>
              <a:pathLst>
                <a:path extrusionOk="0" h="1200" w="1331">
                  <a:moveTo>
                    <a:pt x="1302" y="0"/>
                  </a:moveTo>
                  <a:lnTo>
                    <a:pt x="1106" y="113"/>
                  </a:lnTo>
                  <a:lnTo>
                    <a:pt x="891" y="442"/>
                  </a:lnTo>
                  <a:cubicBezTo>
                    <a:pt x="836" y="530"/>
                    <a:pt x="766" y="602"/>
                    <a:pt x="692" y="647"/>
                  </a:cubicBezTo>
                  <a:lnTo>
                    <a:pt x="144" y="1046"/>
                  </a:lnTo>
                  <a:cubicBezTo>
                    <a:pt x="93" y="1077"/>
                    <a:pt x="46" y="1124"/>
                    <a:pt x="1" y="1177"/>
                  </a:cubicBezTo>
                  <a:lnTo>
                    <a:pt x="29" y="1193"/>
                  </a:lnTo>
                  <a:lnTo>
                    <a:pt x="29" y="1199"/>
                  </a:lnTo>
                  <a:cubicBezTo>
                    <a:pt x="72" y="1144"/>
                    <a:pt x="124" y="1095"/>
                    <a:pt x="179" y="1062"/>
                  </a:cubicBezTo>
                  <a:lnTo>
                    <a:pt x="725" y="663"/>
                  </a:lnTo>
                  <a:cubicBezTo>
                    <a:pt x="797" y="616"/>
                    <a:pt x="868" y="545"/>
                    <a:pt x="926" y="459"/>
                  </a:cubicBezTo>
                  <a:lnTo>
                    <a:pt x="1140" y="129"/>
                  </a:lnTo>
                  <a:lnTo>
                    <a:pt x="1331" y="19"/>
                  </a:lnTo>
                  <a:lnTo>
                    <a:pt x="130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0"/>
            <p:cNvSpPr/>
            <p:nvPr/>
          </p:nvSpPr>
          <p:spPr>
            <a:xfrm rot="-3560944">
              <a:off x="9511101" y="-2873801"/>
              <a:ext cx="1408580" cy="1911220"/>
            </a:xfrm>
            <a:custGeom>
              <a:rect b="b" l="l" r="r" t="t"/>
              <a:pathLst>
                <a:path extrusionOk="0" h="3213" w="2368">
                  <a:moveTo>
                    <a:pt x="0" y="0"/>
                  </a:moveTo>
                  <a:lnTo>
                    <a:pt x="10" y="6"/>
                  </a:lnTo>
                  <a:lnTo>
                    <a:pt x="10" y="6"/>
                  </a:lnTo>
                  <a:cubicBezTo>
                    <a:pt x="7" y="4"/>
                    <a:pt x="4" y="2"/>
                    <a:pt x="0" y="0"/>
                  </a:cubicBezTo>
                  <a:close/>
                  <a:moveTo>
                    <a:pt x="10" y="6"/>
                  </a:moveTo>
                  <a:cubicBezTo>
                    <a:pt x="47" y="29"/>
                    <a:pt x="79" y="54"/>
                    <a:pt x="113" y="88"/>
                  </a:cubicBezTo>
                  <a:cubicBezTo>
                    <a:pt x="733" y="706"/>
                    <a:pt x="2132" y="2993"/>
                    <a:pt x="2212" y="3116"/>
                  </a:cubicBezTo>
                  <a:lnTo>
                    <a:pt x="2368" y="3212"/>
                  </a:lnTo>
                  <a:cubicBezTo>
                    <a:pt x="2290" y="3089"/>
                    <a:pt x="809" y="751"/>
                    <a:pt x="187" y="131"/>
                  </a:cubicBezTo>
                  <a:cubicBezTo>
                    <a:pt x="150" y="96"/>
                    <a:pt x="115" y="68"/>
                    <a:pt x="74" y="45"/>
                  </a:cubicBezTo>
                  <a:lnTo>
                    <a:pt x="10" y="6"/>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0"/>
            <p:cNvSpPr/>
            <p:nvPr/>
          </p:nvSpPr>
          <p:spPr>
            <a:xfrm rot="-3560944">
              <a:off x="6799418" y="-1503872"/>
              <a:ext cx="3074726" cy="1535281"/>
            </a:xfrm>
            <a:custGeom>
              <a:rect b="b" l="l" r="r" t="t"/>
              <a:pathLst>
                <a:path extrusionOk="0" h="2581" w="5169">
                  <a:moveTo>
                    <a:pt x="4391" y="1"/>
                  </a:moveTo>
                  <a:cubicBezTo>
                    <a:pt x="4383" y="1"/>
                    <a:pt x="4375" y="3"/>
                    <a:pt x="4366" y="3"/>
                  </a:cubicBezTo>
                  <a:cubicBezTo>
                    <a:pt x="4352" y="3"/>
                    <a:pt x="4340" y="5"/>
                    <a:pt x="4324" y="5"/>
                  </a:cubicBezTo>
                  <a:cubicBezTo>
                    <a:pt x="4319" y="5"/>
                    <a:pt x="4311" y="5"/>
                    <a:pt x="4305" y="7"/>
                  </a:cubicBezTo>
                  <a:cubicBezTo>
                    <a:pt x="4299" y="11"/>
                    <a:pt x="4289" y="11"/>
                    <a:pt x="4281" y="11"/>
                  </a:cubicBezTo>
                  <a:cubicBezTo>
                    <a:pt x="4268" y="13"/>
                    <a:pt x="4258" y="13"/>
                    <a:pt x="4248" y="15"/>
                  </a:cubicBezTo>
                  <a:cubicBezTo>
                    <a:pt x="4242" y="15"/>
                    <a:pt x="4238" y="17"/>
                    <a:pt x="4231" y="17"/>
                  </a:cubicBezTo>
                  <a:cubicBezTo>
                    <a:pt x="4219" y="21"/>
                    <a:pt x="4209" y="23"/>
                    <a:pt x="4197" y="25"/>
                  </a:cubicBezTo>
                  <a:cubicBezTo>
                    <a:pt x="4188" y="28"/>
                    <a:pt x="4180" y="28"/>
                    <a:pt x="4172" y="32"/>
                  </a:cubicBezTo>
                  <a:cubicBezTo>
                    <a:pt x="4170" y="32"/>
                    <a:pt x="4168" y="34"/>
                    <a:pt x="4166" y="34"/>
                  </a:cubicBezTo>
                  <a:cubicBezTo>
                    <a:pt x="4146" y="38"/>
                    <a:pt x="4127" y="42"/>
                    <a:pt x="4107" y="46"/>
                  </a:cubicBezTo>
                  <a:cubicBezTo>
                    <a:pt x="4105" y="46"/>
                    <a:pt x="4101" y="48"/>
                    <a:pt x="4101" y="48"/>
                  </a:cubicBezTo>
                  <a:cubicBezTo>
                    <a:pt x="4096" y="52"/>
                    <a:pt x="4090" y="52"/>
                    <a:pt x="4088" y="54"/>
                  </a:cubicBezTo>
                  <a:cubicBezTo>
                    <a:pt x="4076" y="58"/>
                    <a:pt x="4064" y="62"/>
                    <a:pt x="4049" y="64"/>
                  </a:cubicBezTo>
                  <a:lnTo>
                    <a:pt x="4027" y="73"/>
                  </a:lnTo>
                  <a:cubicBezTo>
                    <a:pt x="4023" y="75"/>
                    <a:pt x="4017" y="75"/>
                    <a:pt x="4013" y="77"/>
                  </a:cubicBezTo>
                  <a:cubicBezTo>
                    <a:pt x="4006" y="79"/>
                    <a:pt x="4004" y="79"/>
                    <a:pt x="4002" y="83"/>
                  </a:cubicBezTo>
                  <a:cubicBezTo>
                    <a:pt x="3986" y="89"/>
                    <a:pt x="3968" y="95"/>
                    <a:pt x="3953" y="99"/>
                  </a:cubicBezTo>
                  <a:cubicBezTo>
                    <a:pt x="3951" y="103"/>
                    <a:pt x="3945" y="103"/>
                    <a:pt x="3943" y="105"/>
                  </a:cubicBezTo>
                  <a:cubicBezTo>
                    <a:pt x="3937" y="107"/>
                    <a:pt x="3935" y="109"/>
                    <a:pt x="3933" y="109"/>
                  </a:cubicBezTo>
                  <a:cubicBezTo>
                    <a:pt x="3925" y="113"/>
                    <a:pt x="3916" y="118"/>
                    <a:pt x="3910" y="120"/>
                  </a:cubicBezTo>
                  <a:cubicBezTo>
                    <a:pt x="3894" y="128"/>
                    <a:pt x="3882" y="134"/>
                    <a:pt x="3865" y="140"/>
                  </a:cubicBezTo>
                  <a:cubicBezTo>
                    <a:pt x="3863" y="144"/>
                    <a:pt x="3861" y="144"/>
                    <a:pt x="3859" y="146"/>
                  </a:cubicBezTo>
                  <a:lnTo>
                    <a:pt x="232" y="2000"/>
                  </a:lnTo>
                  <a:cubicBezTo>
                    <a:pt x="230" y="2002"/>
                    <a:pt x="230" y="2002"/>
                    <a:pt x="228" y="2002"/>
                  </a:cubicBezTo>
                  <a:cubicBezTo>
                    <a:pt x="223" y="2006"/>
                    <a:pt x="219" y="2008"/>
                    <a:pt x="217" y="2008"/>
                  </a:cubicBezTo>
                  <a:cubicBezTo>
                    <a:pt x="213" y="2010"/>
                    <a:pt x="209" y="2012"/>
                    <a:pt x="207" y="2016"/>
                  </a:cubicBezTo>
                  <a:cubicBezTo>
                    <a:pt x="203" y="2018"/>
                    <a:pt x="199" y="2020"/>
                    <a:pt x="197" y="2022"/>
                  </a:cubicBezTo>
                  <a:cubicBezTo>
                    <a:pt x="193" y="2026"/>
                    <a:pt x="191" y="2028"/>
                    <a:pt x="187" y="2030"/>
                  </a:cubicBezTo>
                  <a:cubicBezTo>
                    <a:pt x="183" y="2033"/>
                    <a:pt x="181" y="2033"/>
                    <a:pt x="181" y="2037"/>
                  </a:cubicBezTo>
                  <a:cubicBezTo>
                    <a:pt x="178" y="2039"/>
                    <a:pt x="178" y="2039"/>
                    <a:pt x="176" y="2039"/>
                  </a:cubicBezTo>
                  <a:lnTo>
                    <a:pt x="168" y="2047"/>
                  </a:lnTo>
                  <a:lnTo>
                    <a:pt x="160" y="2053"/>
                  </a:lnTo>
                  <a:lnTo>
                    <a:pt x="152" y="2061"/>
                  </a:lnTo>
                  <a:lnTo>
                    <a:pt x="146" y="2069"/>
                  </a:lnTo>
                  <a:cubicBezTo>
                    <a:pt x="142" y="2071"/>
                    <a:pt x="140" y="2073"/>
                    <a:pt x="140" y="2078"/>
                  </a:cubicBezTo>
                  <a:lnTo>
                    <a:pt x="135" y="2082"/>
                  </a:lnTo>
                  <a:lnTo>
                    <a:pt x="127" y="2090"/>
                  </a:lnTo>
                  <a:cubicBezTo>
                    <a:pt x="125" y="2092"/>
                    <a:pt x="125" y="2094"/>
                    <a:pt x="121" y="2094"/>
                  </a:cubicBezTo>
                  <a:cubicBezTo>
                    <a:pt x="119" y="2098"/>
                    <a:pt x="119" y="2100"/>
                    <a:pt x="117" y="2102"/>
                  </a:cubicBezTo>
                  <a:cubicBezTo>
                    <a:pt x="115" y="2104"/>
                    <a:pt x="111" y="2108"/>
                    <a:pt x="111" y="2110"/>
                  </a:cubicBezTo>
                  <a:cubicBezTo>
                    <a:pt x="109" y="2112"/>
                    <a:pt x="107" y="2114"/>
                    <a:pt x="107" y="2118"/>
                  </a:cubicBezTo>
                  <a:cubicBezTo>
                    <a:pt x="105" y="2121"/>
                    <a:pt x="101" y="2123"/>
                    <a:pt x="101" y="2125"/>
                  </a:cubicBezTo>
                  <a:cubicBezTo>
                    <a:pt x="99" y="2129"/>
                    <a:pt x="99" y="2131"/>
                    <a:pt x="97" y="2133"/>
                  </a:cubicBezTo>
                  <a:cubicBezTo>
                    <a:pt x="95" y="2139"/>
                    <a:pt x="90" y="2139"/>
                    <a:pt x="90" y="2141"/>
                  </a:cubicBezTo>
                  <a:lnTo>
                    <a:pt x="76" y="2163"/>
                  </a:lnTo>
                  <a:cubicBezTo>
                    <a:pt x="74" y="2170"/>
                    <a:pt x="70" y="2172"/>
                    <a:pt x="68" y="2174"/>
                  </a:cubicBezTo>
                  <a:cubicBezTo>
                    <a:pt x="66" y="2180"/>
                    <a:pt x="64" y="2182"/>
                    <a:pt x="64" y="2184"/>
                  </a:cubicBezTo>
                  <a:cubicBezTo>
                    <a:pt x="60" y="2190"/>
                    <a:pt x="60" y="2190"/>
                    <a:pt x="58" y="2192"/>
                  </a:cubicBezTo>
                  <a:cubicBezTo>
                    <a:pt x="56" y="2194"/>
                    <a:pt x="56" y="2196"/>
                    <a:pt x="54" y="2200"/>
                  </a:cubicBezTo>
                  <a:cubicBezTo>
                    <a:pt x="50" y="2202"/>
                    <a:pt x="50" y="2204"/>
                    <a:pt x="50" y="2206"/>
                  </a:cubicBezTo>
                  <a:cubicBezTo>
                    <a:pt x="48" y="2211"/>
                    <a:pt x="48" y="2213"/>
                    <a:pt x="48" y="2215"/>
                  </a:cubicBezTo>
                  <a:cubicBezTo>
                    <a:pt x="45" y="2217"/>
                    <a:pt x="45" y="2221"/>
                    <a:pt x="45" y="2223"/>
                  </a:cubicBezTo>
                  <a:cubicBezTo>
                    <a:pt x="43" y="2225"/>
                    <a:pt x="43" y="2227"/>
                    <a:pt x="43" y="2231"/>
                  </a:cubicBezTo>
                  <a:cubicBezTo>
                    <a:pt x="39" y="2233"/>
                    <a:pt x="39" y="2235"/>
                    <a:pt x="39" y="2237"/>
                  </a:cubicBezTo>
                  <a:cubicBezTo>
                    <a:pt x="37" y="2241"/>
                    <a:pt x="37" y="2243"/>
                    <a:pt x="37" y="2245"/>
                  </a:cubicBezTo>
                  <a:cubicBezTo>
                    <a:pt x="35" y="2251"/>
                    <a:pt x="35" y="2251"/>
                    <a:pt x="35" y="2253"/>
                  </a:cubicBezTo>
                  <a:cubicBezTo>
                    <a:pt x="33" y="2256"/>
                    <a:pt x="33" y="2258"/>
                    <a:pt x="33" y="2262"/>
                  </a:cubicBezTo>
                  <a:cubicBezTo>
                    <a:pt x="29" y="2264"/>
                    <a:pt x="29" y="2266"/>
                    <a:pt x="29" y="2272"/>
                  </a:cubicBezTo>
                  <a:cubicBezTo>
                    <a:pt x="27" y="2274"/>
                    <a:pt x="27" y="2276"/>
                    <a:pt x="27" y="2282"/>
                  </a:cubicBezTo>
                  <a:cubicBezTo>
                    <a:pt x="25" y="2284"/>
                    <a:pt x="25" y="2288"/>
                    <a:pt x="25" y="2292"/>
                  </a:cubicBezTo>
                  <a:cubicBezTo>
                    <a:pt x="23" y="2296"/>
                    <a:pt x="23" y="2299"/>
                    <a:pt x="23" y="2303"/>
                  </a:cubicBezTo>
                  <a:cubicBezTo>
                    <a:pt x="19" y="2305"/>
                    <a:pt x="19" y="2307"/>
                    <a:pt x="19" y="2309"/>
                  </a:cubicBezTo>
                  <a:cubicBezTo>
                    <a:pt x="17" y="2317"/>
                    <a:pt x="17" y="2319"/>
                    <a:pt x="15" y="2323"/>
                  </a:cubicBezTo>
                  <a:cubicBezTo>
                    <a:pt x="15" y="2327"/>
                    <a:pt x="13" y="2329"/>
                    <a:pt x="13" y="2333"/>
                  </a:cubicBezTo>
                  <a:cubicBezTo>
                    <a:pt x="9" y="2337"/>
                    <a:pt x="9" y="2339"/>
                    <a:pt x="9" y="2346"/>
                  </a:cubicBezTo>
                  <a:cubicBezTo>
                    <a:pt x="9" y="2350"/>
                    <a:pt x="7" y="2354"/>
                    <a:pt x="7" y="2356"/>
                  </a:cubicBezTo>
                  <a:cubicBezTo>
                    <a:pt x="7" y="2358"/>
                    <a:pt x="5" y="2364"/>
                    <a:pt x="5" y="2366"/>
                  </a:cubicBezTo>
                  <a:cubicBezTo>
                    <a:pt x="5" y="2368"/>
                    <a:pt x="5" y="2374"/>
                    <a:pt x="0" y="2378"/>
                  </a:cubicBezTo>
                  <a:lnTo>
                    <a:pt x="0" y="2389"/>
                  </a:lnTo>
                  <a:lnTo>
                    <a:pt x="0" y="2399"/>
                  </a:lnTo>
                  <a:lnTo>
                    <a:pt x="0" y="2411"/>
                  </a:lnTo>
                  <a:cubicBezTo>
                    <a:pt x="0" y="2417"/>
                    <a:pt x="0" y="2419"/>
                    <a:pt x="5" y="2421"/>
                  </a:cubicBezTo>
                  <a:cubicBezTo>
                    <a:pt x="5" y="2427"/>
                    <a:pt x="7" y="2429"/>
                    <a:pt x="7" y="2436"/>
                  </a:cubicBezTo>
                  <a:cubicBezTo>
                    <a:pt x="7" y="2440"/>
                    <a:pt x="9" y="2442"/>
                    <a:pt x="9" y="2446"/>
                  </a:cubicBezTo>
                  <a:cubicBezTo>
                    <a:pt x="13" y="2450"/>
                    <a:pt x="13" y="2452"/>
                    <a:pt x="13" y="2456"/>
                  </a:cubicBezTo>
                  <a:cubicBezTo>
                    <a:pt x="13" y="2458"/>
                    <a:pt x="15" y="2458"/>
                    <a:pt x="15" y="2460"/>
                  </a:cubicBezTo>
                  <a:cubicBezTo>
                    <a:pt x="17" y="2466"/>
                    <a:pt x="17" y="2468"/>
                    <a:pt x="17" y="2468"/>
                  </a:cubicBezTo>
                  <a:cubicBezTo>
                    <a:pt x="19" y="2472"/>
                    <a:pt x="19" y="2479"/>
                    <a:pt x="23" y="2481"/>
                  </a:cubicBezTo>
                  <a:cubicBezTo>
                    <a:pt x="25" y="2487"/>
                    <a:pt x="27" y="2489"/>
                    <a:pt x="27" y="2491"/>
                  </a:cubicBezTo>
                  <a:cubicBezTo>
                    <a:pt x="33" y="2501"/>
                    <a:pt x="37" y="2507"/>
                    <a:pt x="39" y="2511"/>
                  </a:cubicBezTo>
                  <a:cubicBezTo>
                    <a:pt x="43" y="2513"/>
                    <a:pt x="45" y="2519"/>
                    <a:pt x="48" y="2519"/>
                  </a:cubicBezTo>
                  <a:cubicBezTo>
                    <a:pt x="56" y="2528"/>
                    <a:pt x="64" y="2532"/>
                    <a:pt x="70" y="2538"/>
                  </a:cubicBezTo>
                  <a:lnTo>
                    <a:pt x="146" y="2581"/>
                  </a:lnTo>
                  <a:cubicBezTo>
                    <a:pt x="138" y="2575"/>
                    <a:pt x="129" y="2571"/>
                    <a:pt x="121" y="2562"/>
                  </a:cubicBezTo>
                  <a:lnTo>
                    <a:pt x="115" y="2554"/>
                  </a:lnTo>
                  <a:cubicBezTo>
                    <a:pt x="109" y="2550"/>
                    <a:pt x="105" y="2544"/>
                    <a:pt x="101" y="2538"/>
                  </a:cubicBezTo>
                  <a:cubicBezTo>
                    <a:pt x="97" y="2524"/>
                    <a:pt x="90" y="2517"/>
                    <a:pt x="88" y="2507"/>
                  </a:cubicBezTo>
                  <a:cubicBezTo>
                    <a:pt x="84" y="2493"/>
                    <a:pt x="80" y="2481"/>
                    <a:pt x="80" y="2468"/>
                  </a:cubicBezTo>
                  <a:cubicBezTo>
                    <a:pt x="78" y="2450"/>
                    <a:pt x="78" y="2431"/>
                    <a:pt x="80" y="2415"/>
                  </a:cubicBezTo>
                  <a:cubicBezTo>
                    <a:pt x="84" y="2397"/>
                    <a:pt x="86" y="2376"/>
                    <a:pt x="90" y="2358"/>
                  </a:cubicBezTo>
                  <a:cubicBezTo>
                    <a:pt x="97" y="2337"/>
                    <a:pt x="101" y="2319"/>
                    <a:pt x="109" y="2303"/>
                  </a:cubicBezTo>
                  <a:cubicBezTo>
                    <a:pt x="117" y="2282"/>
                    <a:pt x="125" y="2264"/>
                    <a:pt x="133" y="2247"/>
                  </a:cubicBezTo>
                  <a:cubicBezTo>
                    <a:pt x="144" y="2231"/>
                    <a:pt x="156" y="2213"/>
                    <a:pt x="164" y="2196"/>
                  </a:cubicBezTo>
                  <a:cubicBezTo>
                    <a:pt x="178" y="2180"/>
                    <a:pt x="191" y="2163"/>
                    <a:pt x="203" y="2151"/>
                  </a:cubicBezTo>
                  <a:cubicBezTo>
                    <a:pt x="215" y="2139"/>
                    <a:pt x="232" y="2123"/>
                    <a:pt x="244" y="2112"/>
                  </a:cubicBezTo>
                  <a:cubicBezTo>
                    <a:pt x="260" y="2100"/>
                    <a:pt x="275" y="2090"/>
                    <a:pt x="291" y="2082"/>
                  </a:cubicBezTo>
                  <a:lnTo>
                    <a:pt x="3916" y="228"/>
                  </a:lnTo>
                  <a:cubicBezTo>
                    <a:pt x="3941" y="216"/>
                    <a:pt x="3965" y="206"/>
                    <a:pt x="3988" y="195"/>
                  </a:cubicBezTo>
                  <a:cubicBezTo>
                    <a:pt x="3994" y="191"/>
                    <a:pt x="3996" y="191"/>
                    <a:pt x="3998" y="189"/>
                  </a:cubicBezTo>
                  <a:cubicBezTo>
                    <a:pt x="4047" y="134"/>
                    <a:pt x="4074" y="126"/>
                    <a:pt x="4096" y="118"/>
                  </a:cubicBezTo>
                  <a:cubicBezTo>
                    <a:pt x="4101" y="116"/>
                    <a:pt x="4107" y="113"/>
                    <a:pt x="4111" y="113"/>
                  </a:cubicBezTo>
                  <a:cubicBezTo>
                    <a:pt x="4131" y="105"/>
                    <a:pt x="4152" y="99"/>
                    <a:pt x="4172" y="95"/>
                  </a:cubicBezTo>
                  <a:cubicBezTo>
                    <a:pt x="4178" y="93"/>
                    <a:pt x="4182" y="93"/>
                    <a:pt x="4186" y="89"/>
                  </a:cubicBezTo>
                  <a:cubicBezTo>
                    <a:pt x="4209" y="83"/>
                    <a:pt x="4231" y="77"/>
                    <a:pt x="4258" y="73"/>
                  </a:cubicBezTo>
                  <a:cubicBezTo>
                    <a:pt x="4264" y="68"/>
                    <a:pt x="4272" y="68"/>
                    <a:pt x="4281" y="66"/>
                  </a:cubicBezTo>
                  <a:cubicBezTo>
                    <a:pt x="4299" y="64"/>
                    <a:pt x="4313" y="58"/>
                    <a:pt x="4332" y="58"/>
                  </a:cubicBezTo>
                  <a:cubicBezTo>
                    <a:pt x="4344" y="56"/>
                    <a:pt x="4354" y="56"/>
                    <a:pt x="4364" y="54"/>
                  </a:cubicBezTo>
                  <a:cubicBezTo>
                    <a:pt x="4381" y="52"/>
                    <a:pt x="4393" y="52"/>
                    <a:pt x="4405" y="48"/>
                  </a:cubicBezTo>
                  <a:cubicBezTo>
                    <a:pt x="4422" y="46"/>
                    <a:pt x="4434" y="46"/>
                    <a:pt x="4448" y="46"/>
                  </a:cubicBezTo>
                  <a:cubicBezTo>
                    <a:pt x="4463" y="46"/>
                    <a:pt x="4475" y="44"/>
                    <a:pt x="4485" y="44"/>
                  </a:cubicBezTo>
                  <a:cubicBezTo>
                    <a:pt x="4506" y="44"/>
                    <a:pt x="4526" y="44"/>
                    <a:pt x="4547" y="46"/>
                  </a:cubicBezTo>
                  <a:cubicBezTo>
                    <a:pt x="4557" y="46"/>
                    <a:pt x="4563" y="46"/>
                    <a:pt x="4571" y="48"/>
                  </a:cubicBezTo>
                  <a:cubicBezTo>
                    <a:pt x="4606" y="52"/>
                    <a:pt x="4639" y="54"/>
                    <a:pt x="4671" y="58"/>
                  </a:cubicBezTo>
                  <a:cubicBezTo>
                    <a:pt x="4686" y="62"/>
                    <a:pt x="4700" y="64"/>
                    <a:pt x="4712" y="66"/>
                  </a:cubicBezTo>
                  <a:cubicBezTo>
                    <a:pt x="4722" y="68"/>
                    <a:pt x="4733" y="68"/>
                    <a:pt x="4743" y="73"/>
                  </a:cubicBezTo>
                  <a:cubicBezTo>
                    <a:pt x="4759" y="75"/>
                    <a:pt x="4776" y="79"/>
                    <a:pt x="4792" y="83"/>
                  </a:cubicBezTo>
                  <a:cubicBezTo>
                    <a:pt x="4802" y="85"/>
                    <a:pt x="4808" y="87"/>
                    <a:pt x="4817" y="87"/>
                  </a:cubicBezTo>
                  <a:cubicBezTo>
                    <a:pt x="4825" y="89"/>
                    <a:pt x="4829" y="93"/>
                    <a:pt x="4835" y="93"/>
                  </a:cubicBezTo>
                  <a:cubicBezTo>
                    <a:pt x="4857" y="99"/>
                    <a:pt x="4880" y="105"/>
                    <a:pt x="4905" y="113"/>
                  </a:cubicBezTo>
                  <a:cubicBezTo>
                    <a:pt x="4915" y="116"/>
                    <a:pt x="4921" y="120"/>
                    <a:pt x="4931" y="124"/>
                  </a:cubicBezTo>
                  <a:cubicBezTo>
                    <a:pt x="4952" y="130"/>
                    <a:pt x="4970" y="138"/>
                    <a:pt x="4990" y="146"/>
                  </a:cubicBezTo>
                  <a:cubicBezTo>
                    <a:pt x="5001" y="150"/>
                    <a:pt x="5009" y="152"/>
                    <a:pt x="5019" y="158"/>
                  </a:cubicBezTo>
                  <a:cubicBezTo>
                    <a:pt x="5038" y="167"/>
                    <a:pt x="5054" y="175"/>
                    <a:pt x="5070" y="181"/>
                  </a:cubicBezTo>
                  <a:cubicBezTo>
                    <a:pt x="5078" y="187"/>
                    <a:pt x="5089" y="189"/>
                    <a:pt x="5095" y="193"/>
                  </a:cubicBezTo>
                  <a:cubicBezTo>
                    <a:pt x="5121" y="208"/>
                    <a:pt x="5144" y="220"/>
                    <a:pt x="5168" y="232"/>
                  </a:cubicBezTo>
                  <a:lnTo>
                    <a:pt x="5093" y="189"/>
                  </a:lnTo>
                  <a:cubicBezTo>
                    <a:pt x="5070" y="173"/>
                    <a:pt x="5046" y="161"/>
                    <a:pt x="5019" y="150"/>
                  </a:cubicBezTo>
                  <a:cubicBezTo>
                    <a:pt x="5011" y="146"/>
                    <a:pt x="5005" y="142"/>
                    <a:pt x="4995" y="138"/>
                  </a:cubicBezTo>
                  <a:cubicBezTo>
                    <a:pt x="4976" y="130"/>
                    <a:pt x="4958" y="120"/>
                    <a:pt x="4939" y="116"/>
                  </a:cubicBezTo>
                  <a:cubicBezTo>
                    <a:pt x="4935" y="111"/>
                    <a:pt x="4933" y="109"/>
                    <a:pt x="4929" y="109"/>
                  </a:cubicBezTo>
                  <a:cubicBezTo>
                    <a:pt x="4925" y="107"/>
                    <a:pt x="4917" y="105"/>
                    <a:pt x="4913" y="101"/>
                  </a:cubicBezTo>
                  <a:cubicBezTo>
                    <a:pt x="4892" y="95"/>
                    <a:pt x="4874" y="87"/>
                    <a:pt x="4853" y="79"/>
                  </a:cubicBezTo>
                  <a:cubicBezTo>
                    <a:pt x="4843" y="77"/>
                    <a:pt x="4835" y="73"/>
                    <a:pt x="4825" y="68"/>
                  </a:cubicBezTo>
                  <a:cubicBezTo>
                    <a:pt x="4802" y="62"/>
                    <a:pt x="4780" y="54"/>
                    <a:pt x="4755" y="48"/>
                  </a:cubicBezTo>
                  <a:cubicBezTo>
                    <a:pt x="4751" y="46"/>
                    <a:pt x="4745" y="46"/>
                    <a:pt x="4741" y="44"/>
                  </a:cubicBezTo>
                  <a:cubicBezTo>
                    <a:pt x="4729" y="42"/>
                    <a:pt x="4720" y="38"/>
                    <a:pt x="4712" y="36"/>
                  </a:cubicBezTo>
                  <a:cubicBezTo>
                    <a:pt x="4696" y="32"/>
                    <a:pt x="4680" y="28"/>
                    <a:pt x="4663" y="25"/>
                  </a:cubicBezTo>
                  <a:cubicBezTo>
                    <a:pt x="4653" y="23"/>
                    <a:pt x="4643" y="21"/>
                    <a:pt x="4632" y="21"/>
                  </a:cubicBezTo>
                  <a:cubicBezTo>
                    <a:pt x="4620" y="17"/>
                    <a:pt x="4610" y="15"/>
                    <a:pt x="4600" y="15"/>
                  </a:cubicBezTo>
                  <a:cubicBezTo>
                    <a:pt x="4598" y="15"/>
                    <a:pt x="4596" y="15"/>
                    <a:pt x="4592" y="13"/>
                  </a:cubicBezTo>
                  <a:cubicBezTo>
                    <a:pt x="4559" y="7"/>
                    <a:pt x="4526" y="5"/>
                    <a:pt x="4493" y="3"/>
                  </a:cubicBezTo>
                  <a:lnTo>
                    <a:pt x="4465" y="3"/>
                  </a:lnTo>
                  <a:cubicBezTo>
                    <a:pt x="4444" y="1"/>
                    <a:pt x="4424" y="1"/>
                    <a:pt x="44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0"/>
            <p:cNvSpPr/>
            <p:nvPr/>
          </p:nvSpPr>
          <p:spPr>
            <a:xfrm rot="-3560944">
              <a:off x="7019249" y="-2422849"/>
              <a:ext cx="4458323" cy="2707115"/>
            </a:xfrm>
            <a:custGeom>
              <a:rect b="b" l="l" r="r" t="t"/>
              <a:pathLst>
                <a:path extrusionOk="0" h="4551" w="7495">
                  <a:moveTo>
                    <a:pt x="4397" y="1"/>
                  </a:moveTo>
                  <a:cubicBezTo>
                    <a:pt x="4213" y="1"/>
                    <a:pt x="4024" y="41"/>
                    <a:pt x="3845" y="133"/>
                  </a:cubicBezTo>
                  <a:lnTo>
                    <a:pt x="220" y="1989"/>
                  </a:lnTo>
                  <a:cubicBezTo>
                    <a:pt x="97" y="2060"/>
                    <a:pt x="1" y="2236"/>
                    <a:pt x="15" y="2373"/>
                  </a:cubicBezTo>
                  <a:cubicBezTo>
                    <a:pt x="20" y="2454"/>
                    <a:pt x="65" y="2500"/>
                    <a:pt x="129" y="2500"/>
                  </a:cubicBezTo>
                  <a:cubicBezTo>
                    <a:pt x="143" y="2500"/>
                    <a:pt x="157" y="2498"/>
                    <a:pt x="173" y="2494"/>
                  </a:cubicBezTo>
                  <a:lnTo>
                    <a:pt x="3649" y="1459"/>
                  </a:lnTo>
                  <a:cubicBezTo>
                    <a:pt x="3918" y="1366"/>
                    <a:pt x="4159" y="1299"/>
                    <a:pt x="4365" y="1299"/>
                  </a:cubicBezTo>
                  <a:cubicBezTo>
                    <a:pt x="4537" y="1299"/>
                    <a:pt x="4684" y="1346"/>
                    <a:pt x="4805" y="1465"/>
                  </a:cubicBezTo>
                  <a:cubicBezTo>
                    <a:pt x="5429" y="2087"/>
                    <a:pt x="6912" y="4427"/>
                    <a:pt x="6988" y="4550"/>
                  </a:cubicBezTo>
                  <a:lnTo>
                    <a:pt x="7495" y="4386"/>
                  </a:lnTo>
                  <a:lnTo>
                    <a:pt x="5482" y="581"/>
                  </a:lnTo>
                  <a:cubicBezTo>
                    <a:pt x="5280" y="246"/>
                    <a:pt x="4851" y="1"/>
                    <a:pt x="43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0"/>
            <p:cNvSpPr/>
            <p:nvPr/>
          </p:nvSpPr>
          <p:spPr>
            <a:xfrm rot="-3560944">
              <a:off x="6951328" y="-761633"/>
              <a:ext cx="1980816" cy="466949"/>
            </a:xfrm>
            <a:custGeom>
              <a:rect b="b" l="l" r="r" t="t"/>
              <a:pathLst>
                <a:path extrusionOk="0" h="785" w="3330">
                  <a:moveTo>
                    <a:pt x="3302" y="1"/>
                  </a:moveTo>
                  <a:cubicBezTo>
                    <a:pt x="3296" y="1"/>
                    <a:pt x="3290" y="3"/>
                    <a:pt x="3284" y="7"/>
                  </a:cubicBezTo>
                  <a:cubicBezTo>
                    <a:pt x="2492" y="610"/>
                    <a:pt x="1464" y="730"/>
                    <a:pt x="778" y="730"/>
                  </a:cubicBezTo>
                  <a:cubicBezTo>
                    <a:pt x="340" y="730"/>
                    <a:pt x="41" y="681"/>
                    <a:pt x="33" y="678"/>
                  </a:cubicBezTo>
                  <a:cubicBezTo>
                    <a:pt x="19" y="678"/>
                    <a:pt x="5" y="687"/>
                    <a:pt x="3" y="703"/>
                  </a:cubicBezTo>
                  <a:cubicBezTo>
                    <a:pt x="1" y="717"/>
                    <a:pt x="9" y="730"/>
                    <a:pt x="23" y="734"/>
                  </a:cubicBezTo>
                  <a:cubicBezTo>
                    <a:pt x="31" y="736"/>
                    <a:pt x="332" y="785"/>
                    <a:pt x="776" y="785"/>
                  </a:cubicBezTo>
                  <a:cubicBezTo>
                    <a:pt x="1472" y="785"/>
                    <a:pt x="2511" y="664"/>
                    <a:pt x="3315" y="48"/>
                  </a:cubicBezTo>
                  <a:cubicBezTo>
                    <a:pt x="3327" y="40"/>
                    <a:pt x="3329" y="24"/>
                    <a:pt x="3319" y="12"/>
                  </a:cubicBezTo>
                  <a:cubicBezTo>
                    <a:pt x="3316" y="5"/>
                    <a:pt x="3309" y="1"/>
                    <a:pt x="33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0"/>
            <p:cNvSpPr/>
            <p:nvPr/>
          </p:nvSpPr>
          <p:spPr>
            <a:xfrm rot="-3560944">
              <a:off x="9784510" y="1703717"/>
              <a:ext cx="61268" cy="23794"/>
            </a:xfrm>
            <a:custGeom>
              <a:rect b="b" l="l" r="r" t="t"/>
              <a:pathLst>
                <a:path extrusionOk="0" h="40" w="103">
                  <a:moveTo>
                    <a:pt x="35" y="1"/>
                  </a:moveTo>
                  <a:cubicBezTo>
                    <a:pt x="35" y="1"/>
                    <a:pt x="31" y="1"/>
                    <a:pt x="21" y="5"/>
                  </a:cubicBezTo>
                  <a:cubicBezTo>
                    <a:pt x="19" y="7"/>
                    <a:pt x="19" y="7"/>
                    <a:pt x="6" y="11"/>
                  </a:cubicBezTo>
                  <a:cubicBezTo>
                    <a:pt x="6" y="11"/>
                    <a:pt x="4" y="11"/>
                    <a:pt x="0" y="15"/>
                  </a:cubicBezTo>
                  <a:lnTo>
                    <a:pt x="49" y="39"/>
                  </a:lnTo>
                  <a:cubicBezTo>
                    <a:pt x="51" y="37"/>
                    <a:pt x="57" y="35"/>
                    <a:pt x="62" y="31"/>
                  </a:cubicBezTo>
                  <a:cubicBezTo>
                    <a:pt x="66" y="29"/>
                    <a:pt x="70" y="29"/>
                    <a:pt x="76" y="27"/>
                  </a:cubicBezTo>
                  <a:cubicBezTo>
                    <a:pt x="78" y="26"/>
                    <a:pt x="80" y="26"/>
                    <a:pt x="83" y="26"/>
                  </a:cubicBezTo>
                  <a:cubicBezTo>
                    <a:pt x="86" y="26"/>
                    <a:pt x="88" y="26"/>
                    <a:pt x="90" y="27"/>
                  </a:cubicBezTo>
                  <a:cubicBezTo>
                    <a:pt x="96" y="29"/>
                    <a:pt x="98" y="29"/>
                    <a:pt x="102" y="31"/>
                  </a:cubicBezTo>
                  <a:lnTo>
                    <a:pt x="55" y="7"/>
                  </a:lnTo>
                  <a:cubicBezTo>
                    <a:pt x="51" y="7"/>
                    <a:pt x="49" y="5"/>
                    <a:pt x="47" y="5"/>
                  </a:cubicBezTo>
                  <a:cubicBezTo>
                    <a:pt x="45" y="5"/>
                    <a:pt x="45" y="1"/>
                    <a:pt x="35" y="1"/>
                  </a:cubicBezTo>
                  <a:close/>
                </a:path>
              </a:pathLst>
            </a:custGeom>
            <a:solidFill>
              <a:srgbClr val="B475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0"/>
            <p:cNvSpPr/>
            <p:nvPr/>
          </p:nvSpPr>
          <p:spPr>
            <a:xfrm rot="-3560944">
              <a:off x="9790186" y="1726691"/>
              <a:ext cx="45803" cy="27957"/>
            </a:xfrm>
            <a:custGeom>
              <a:rect b="b" l="l" r="r" t="t"/>
              <a:pathLst>
                <a:path extrusionOk="0" h="47" w="77">
                  <a:moveTo>
                    <a:pt x="27" y="0"/>
                  </a:moveTo>
                  <a:cubicBezTo>
                    <a:pt x="24" y="0"/>
                    <a:pt x="22" y="1"/>
                    <a:pt x="21" y="2"/>
                  </a:cubicBezTo>
                  <a:lnTo>
                    <a:pt x="5" y="16"/>
                  </a:lnTo>
                  <a:cubicBezTo>
                    <a:pt x="3" y="16"/>
                    <a:pt x="3" y="20"/>
                    <a:pt x="1" y="22"/>
                  </a:cubicBezTo>
                  <a:lnTo>
                    <a:pt x="50" y="47"/>
                  </a:lnTo>
                  <a:cubicBezTo>
                    <a:pt x="52" y="43"/>
                    <a:pt x="56" y="37"/>
                    <a:pt x="62" y="29"/>
                  </a:cubicBezTo>
                  <a:cubicBezTo>
                    <a:pt x="66" y="27"/>
                    <a:pt x="72" y="22"/>
                    <a:pt x="76" y="20"/>
                  </a:cubicBezTo>
                  <a:cubicBezTo>
                    <a:pt x="76" y="20"/>
                    <a:pt x="43" y="0"/>
                    <a:pt x="27" y="0"/>
                  </a:cubicBezTo>
                  <a:close/>
                </a:path>
              </a:pathLst>
            </a:custGeom>
            <a:solidFill>
              <a:srgbClr val="CF95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0"/>
            <p:cNvSpPr/>
            <p:nvPr/>
          </p:nvSpPr>
          <p:spPr>
            <a:xfrm rot="-3560944">
              <a:off x="9714752" y="1793102"/>
              <a:ext cx="412819" cy="487174"/>
            </a:xfrm>
            <a:custGeom>
              <a:rect b="b" l="l" r="r" t="t"/>
              <a:pathLst>
                <a:path extrusionOk="0" h="819" w="694">
                  <a:moveTo>
                    <a:pt x="645" y="0"/>
                  </a:moveTo>
                  <a:lnTo>
                    <a:pt x="0" y="794"/>
                  </a:lnTo>
                  <a:lnTo>
                    <a:pt x="51" y="819"/>
                  </a:lnTo>
                  <a:lnTo>
                    <a:pt x="694" y="23"/>
                  </a:lnTo>
                  <a:lnTo>
                    <a:pt x="64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0"/>
            <p:cNvSpPr/>
            <p:nvPr/>
          </p:nvSpPr>
          <p:spPr>
            <a:xfrm rot="-3560944">
              <a:off x="10030391" y="2298816"/>
              <a:ext cx="52941" cy="100528"/>
            </a:xfrm>
            <a:custGeom>
              <a:rect b="b" l="l" r="r" t="t"/>
              <a:pathLst>
                <a:path extrusionOk="0" h="169" w="89">
                  <a:moveTo>
                    <a:pt x="37" y="1"/>
                  </a:moveTo>
                  <a:cubicBezTo>
                    <a:pt x="36" y="1"/>
                    <a:pt x="36" y="1"/>
                    <a:pt x="35" y="1"/>
                  </a:cubicBezTo>
                  <a:cubicBezTo>
                    <a:pt x="35" y="5"/>
                    <a:pt x="35" y="5"/>
                    <a:pt x="33" y="7"/>
                  </a:cubicBezTo>
                  <a:cubicBezTo>
                    <a:pt x="33" y="9"/>
                    <a:pt x="33" y="9"/>
                    <a:pt x="29" y="11"/>
                  </a:cubicBezTo>
                  <a:cubicBezTo>
                    <a:pt x="27" y="16"/>
                    <a:pt x="27" y="16"/>
                    <a:pt x="25" y="20"/>
                  </a:cubicBezTo>
                  <a:cubicBezTo>
                    <a:pt x="23" y="22"/>
                    <a:pt x="23" y="28"/>
                    <a:pt x="19" y="30"/>
                  </a:cubicBezTo>
                  <a:cubicBezTo>
                    <a:pt x="17" y="32"/>
                    <a:pt x="17" y="32"/>
                    <a:pt x="15" y="38"/>
                  </a:cubicBezTo>
                  <a:cubicBezTo>
                    <a:pt x="15" y="40"/>
                    <a:pt x="15" y="40"/>
                    <a:pt x="11" y="50"/>
                  </a:cubicBezTo>
                  <a:cubicBezTo>
                    <a:pt x="11" y="50"/>
                    <a:pt x="11" y="52"/>
                    <a:pt x="5" y="69"/>
                  </a:cubicBezTo>
                  <a:cubicBezTo>
                    <a:pt x="5" y="71"/>
                    <a:pt x="5" y="71"/>
                    <a:pt x="0" y="101"/>
                  </a:cubicBezTo>
                  <a:lnTo>
                    <a:pt x="0" y="108"/>
                  </a:lnTo>
                  <a:lnTo>
                    <a:pt x="7" y="120"/>
                  </a:lnTo>
                  <a:cubicBezTo>
                    <a:pt x="7" y="122"/>
                    <a:pt x="7" y="122"/>
                    <a:pt x="13" y="130"/>
                  </a:cubicBezTo>
                  <a:cubicBezTo>
                    <a:pt x="13" y="132"/>
                    <a:pt x="13" y="132"/>
                    <a:pt x="17" y="138"/>
                  </a:cubicBezTo>
                  <a:cubicBezTo>
                    <a:pt x="21" y="138"/>
                    <a:pt x="23" y="140"/>
                    <a:pt x="25" y="142"/>
                  </a:cubicBezTo>
                  <a:lnTo>
                    <a:pt x="70" y="167"/>
                  </a:lnTo>
                  <a:lnTo>
                    <a:pt x="70" y="167"/>
                  </a:lnTo>
                  <a:cubicBezTo>
                    <a:pt x="68" y="165"/>
                    <a:pt x="66" y="163"/>
                    <a:pt x="64" y="161"/>
                  </a:cubicBezTo>
                  <a:cubicBezTo>
                    <a:pt x="64" y="159"/>
                    <a:pt x="62" y="155"/>
                    <a:pt x="58" y="153"/>
                  </a:cubicBezTo>
                  <a:cubicBezTo>
                    <a:pt x="56" y="151"/>
                    <a:pt x="56" y="144"/>
                    <a:pt x="54" y="140"/>
                  </a:cubicBezTo>
                  <a:cubicBezTo>
                    <a:pt x="54" y="134"/>
                    <a:pt x="52" y="130"/>
                    <a:pt x="52" y="124"/>
                  </a:cubicBezTo>
                  <a:lnTo>
                    <a:pt x="52" y="110"/>
                  </a:lnTo>
                  <a:cubicBezTo>
                    <a:pt x="52" y="104"/>
                    <a:pt x="52" y="99"/>
                    <a:pt x="54" y="91"/>
                  </a:cubicBezTo>
                  <a:cubicBezTo>
                    <a:pt x="54" y="87"/>
                    <a:pt x="56" y="81"/>
                    <a:pt x="58" y="73"/>
                  </a:cubicBezTo>
                  <a:cubicBezTo>
                    <a:pt x="62" y="69"/>
                    <a:pt x="64" y="63"/>
                    <a:pt x="66" y="56"/>
                  </a:cubicBezTo>
                  <a:cubicBezTo>
                    <a:pt x="68" y="50"/>
                    <a:pt x="72" y="46"/>
                    <a:pt x="76" y="38"/>
                  </a:cubicBezTo>
                  <a:cubicBezTo>
                    <a:pt x="82" y="32"/>
                    <a:pt x="84" y="28"/>
                    <a:pt x="88" y="22"/>
                  </a:cubicBezTo>
                  <a:cubicBezTo>
                    <a:pt x="88" y="22"/>
                    <a:pt x="48" y="1"/>
                    <a:pt x="37" y="1"/>
                  </a:cubicBezTo>
                  <a:close/>
                  <a:moveTo>
                    <a:pt x="70" y="167"/>
                  </a:moveTo>
                  <a:cubicBezTo>
                    <a:pt x="72" y="168"/>
                    <a:pt x="73" y="169"/>
                    <a:pt x="74" y="169"/>
                  </a:cubicBezTo>
                  <a:lnTo>
                    <a:pt x="70" y="16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0"/>
            <p:cNvSpPr/>
            <p:nvPr/>
          </p:nvSpPr>
          <p:spPr>
            <a:xfrm rot="-3560944">
              <a:off x="9734943" y="1736326"/>
              <a:ext cx="475277" cy="583538"/>
            </a:xfrm>
            <a:custGeom>
              <a:rect b="b" l="l" r="r" t="t"/>
              <a:pathLst>
                <a:path extrusionOk="0" h="981" w="799">
                  <a:moveTo>
                    <a:pt x="750" y="0"/>
                  </a:moveTo>
                  <a:cubicBezTo>
                    <a:pt x="739" y="0"/>
                    <a:pt x="728" y="4"/>
                    <a:pt x="716" y="12"/>
                  </a:cubicBezTo>
                  <a:cubicBezTo>
                    <a:pt x="706" y="17"/>
                    <a:pt x="700" y="27"/>
                    <a:pt x="690" y="37"/>
                  </a:cubicBezTo>
                  <a:lnTo>
                    <a:pt x="47" y="833"/>
                  </a:lnTo>
                  <a:cubicBezTo>
                    <a:pt x="10" y="874"/>
                    <a:pt x="0" y="931"/>
                    <a:pt x="19" y="962"/>
                  </a:cubicBezTo>
                  <a:cubicBezTo>
                    <a:pt x="25" y="974"/>
                    <a:pt x="36" y="980"/>
                    <a:pt x="49" y="980"/>
                  </a:cubicBezTo>
                  <a:cubicBezTo>
                    <a:pt x="60" y="980"/>
                    <a:pt x="71" y="976"/>
                    <a:pt x="82" y="968"/>
                  </a:cubicBezTo>
                  <a:cubicBezTo>
                    <a:pt x="92" y="964"/>
                    <a:pt x="100" y="954"/>
                    <a:pt x="111" y="943"/>
                  </a:cubicBezTo>
                  <a:lnTo>
                    <a:pt x="753" y="147"/>
                  </a:lnTo>
                  <a:cubicBezTo>
                    <a:pt x="786" y="107"/>
                    <a:pt x="798" y="51"/>
                    <a:pt x="782" y="21"/>
                  </a:cubicBezTo>
                  <a:cubicBezTo>
                    <a:pt x="774" y="7"/>
                    <a:pt x="763" y="0"/>
                    <a:pt x="7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0"/>
            <p:cNvSpPr/>
            <p:nvPr/>
          </p:nvSpPr>
          <p:spPr>
            <a:xfrm rot="-3560944">
              <a:off x="10794038" y="-2254465"/>
              <a:ext cx="661462" cy="1241430"/>
            </a:xfrm>
            <a:custGeom>
              <a:rect b="b" l="l" r="r" t="t"/>
              <a:pathLst>
                <a:path extrusionOk="0" h="2087" w="1112">
                  <a:moveTo>
                    <a:pt x="255" y="0"/>
                  </a:moveTo>
                  <a:cubicBezTo>
                    <a:pt x="229" y="0"/>
                    <a:pt x="204" y="5"/>
                    <a:pt x="179" y="14"/>
                  </a:cubicBezTo>
                  <a:cubicBezTo>
                    <a:pt x="62" y="55"/>
                    <a:pt x="1" y="186"/>
                    <a:pt x="46" y="300"/>
                  </a:cubicBezTo>
                  <a:lnTo>
                    <a:pt x="649" y="1939"/>
                  </a:lnTo>
                  <a:cubicBezTo>
                    <a:pt x="682" y="2029"/>
                    <a:pt x="768" y="2087"/>
                    <a:pt x="858" y="2087"/>
                  </a:cubicBezTo>
                  <a:cubicBezTo>
                    <a:pt x="885" y="2087"/>
                    <a:pt x="909" y="2080"/>
                    <a:pt x="936" y="2072"/>
                  </a:cubicBezTo>
                  <a:cubicBezTo>
                    <a:pt x="1050" y="2031"/>
                    <a:pt x="1112" y="1902"/>
                    <a:pt x="1069" y="1786"/>
                  </a:cubicBezTo>
                  <a:lnTo>
                    <a:pt x="465" y="147"/>
                  </a:lnTo>
                  <a:cubicBezTo>
                    <a:pt x="433" y="57"/>
                    <a:pt x="346" y="0"/>
                    <a:pt x="2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0"/>
            <p:cNvSpPr/>
            <p:nvPr/>
          </p:nvSpPr>
          <p:spPr>
            <a:xfrm rot="-3560944">
              <a:off x="9653696" y="-2489826"/>
              <a:ext cx="535951" cy="1268793"/>
            </a:xfrm>
            <a:custGeom>
              <a:rect b="b" l="l" r="r" t="t"/>
              <a:pathLst>
                <a:path extrusionOk="0" h="2133" w="901">
                  <a:moveTo>
                    <a:pt x="85" y="0"/>
                  </a:moveTo>
                  <a:cubicBezTo>
                    <a:pt x="77" y="0"/>
                    <a:pt x="68" y="2"/>
                    <a:pt x="60" y="5"/>
                  </a:cubicBezTo>
                  <a:cubicBezTo>
                    <a:pt x="21" y="19"/>
                    <a:pt x="0" y="62"/>
                    <a:pt x="17" y="101"/>
                  </a:cubicBezTo>
                  <a:lnTo>
                    <a:pt x="747" y="2086"/>
                  </a:lnTo>
                  <a:cubicBezTo>
                    <a:pt x="757" y="2116"/>
                    <a:pt x="786" y="2133"/>
                    <a:pt x="817" y="2133"/>
                  </a:cubicBezTo>
                  <a:cubicBezTo>
                    <a:pt x="827" y="2133"/>
                    <a:pt x="835" y="2133"/>
                    <a:pt x="841" y="2129"/>
                  </a:cubicBezTo>
                  <a:cubicBezTo>
                    <a:pt x="880" y="2116"/>
                    <a:pt x="900" y="2071"/>
                    <a:pt x="886" y="2035"/>
                  </a:cubicBezTo>
                  <a:lnTo>
                    <a:pt x="154" y="50"/>
                  </a:lnTo>
                  <a:cubicBezTo>
                    <a:pt x="144" y="20"/>
                    <a:pt x="116" y="0"/>
                    <a:pt x="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0"/>
            <p:cNvSpPr/>
            <p:nvPr/>
          </p:nvSpPr>
          <p:spPr>
            <a:xfrm rot="-3560944">
              <a:off x="6959753" y="-619146"/>
              <a:ext cx="1643542" cy="295635"/>
            </a:xfrm>
            <a:custGeom>
              <a:rect b="b" l="l" r="r" t="t"/>
              <a:pathLst>
                <a:path extrusionOk="0" h="497" w="2763">
                  <a:moveTo>
                    <a:pt x="2694" y="1"/>
                  </a:moveTo>
                  <a:cubicBezTo>
                    <a:pt x="2692" y="1"/>
                    <a:pt x="2689" y="1"/>
                    <a:pt x="2686" y="1"/>
                  </a:cubicBezTo>
                  <a:lnTo>
                    <a:pt x="60" y="370"/>
                  </a:lnTo>
                  <a:cubicBezTo>
                    <a:pt x="27" y="376"/>
                    <a:pt x="0" y="406"/>
                    <a:pt x="6" y="441"/>
                  </a:cubicBezTo>
                  <a:cubicBezTo>
                    <a:pt x="8" y="472"/>
                    <a:pt x="37" y="497"/>
                    <a:pt x="68" y="497"/>
                  </a:cubicBezTo>
                  <a:lnTo>
                    <a:pt x="78" y="497"/>
                  </a:lnTo>
                  <a:lnTo>
                    <a:pt x="2703" y="128"/>
                  </a:lnTo>
                  <a:cubicBezTo>
                    <a:pt x="2738" y="122"/>
                    <a:pt x="2762" y="91"/>
                    <a:pt x="2758" y="57"/>
                  </a:cubicBezTo>
                  <a:cubicBezTo>
                    <a:pt x="2752" y="24"/>
                    <a:pt x="2726" y="1"/>
                    <a:pt x="26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0"/>
            <p:cNvSpPr/>
            <p:nvPr/>
          </p:nvSpPr>
          <p:spPr>
            <a:xfrm rot="-3560944">
              <a:off x="7764119" y="-1740884"/>
              <a:ext cx="987434" cy="265298"/>
            </a:xfrm>
            <a:custGeom>
              <a:rect b="b" l="l" r="r" t="t"/>
              <a:pathLst>
                <a:path extrusionOk="0" h="446" w="1660">
                  <a:moveTo>
                    <a:pt x="1527" y="0"/>
                  </a:moveTo>
                  <a:cubicBezTo>
                    <a:pt x="1521" y="0"/>
                    <a:pt x="1515" y="1"/>
                    <a:pt x="1508" y="2"/>
                  </a:cubicBezTo>
                  <a:lnTo>
                    <a:pt x="117" y="196"/>
                  </a:lnTo>
                  <a:cubicBezTo>
                    <a:pt x="48" y="206"/>
                    <a:pt x="1" y="270"/>
                    <a:pt x="11" y="339"/>
                  </a:cubicBezTo>
                  <a:cubicBezTo>
                    <a:pt x="21" y="401"/>
                    <a:pt x="74" y="446"/>
                    <a:pt x="136" y="446"/>
                  </a:cubicBezTo>
                  <a:lnTo>
                    <a:pt x="150" y="446"/>
                  </a:lnTo>
                  <a:lnTo>
                    <a:pt x="1541" y="251"/>
                  </a:lnTo>
                  <a:cubicBezTo>
                    <a:pt x="1611" y="241"/>
                    <a:pt x="1660" y="178"/>
                    <a:pt x="1650" y="108"/>
                  </a:cubicBezTo>
                  <a:cubicBezTo>
                    <a:pt x="1642" y="46"/>
                    <a:pt x="1589" y="0"/>
                    <a:pt x="15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0"/>
            <p:cNvSpPr/>
            <p:nvPr/>
          </p:nvSpPr>
          <p:spPr>
            <a:xfrm rot="-3560944">
              <a:off x="8940325" y="648717"/>
              <a:ext cx="430069" cy="1775002"/>
            </a:xfrm>
            <a:custGeom>
              <a:rect b="b" l="l" r="r" t="t"/>
              <a:pathLst>
                <a:path extrusionOk="0" h="2984" w="723">
                  <a:moveTo>
                    <a:pt x="0" y="1"/>
                  </a:moveTo>
                  <a:cubicBezTo>
                    <a:pt x="13" y="9"/>
                    <a:pt x="23" y="13"/>
                    <a:pt x="33" y="21"/>
                  </a:cubicBezTo>
                  <a:cubicBezTo>
                    <a:pt x="45" y="29"/>
                    <a:pt x="56" y="38"/>
                    <a:pt x="66" y="48"/>
                  </a:cubicBezTo>
                  <a:cubicBezTo>
                    <a:pt x="80" y="58"/>
                    <a:pt x="86" y="68"/>
                    <a:pt x="96" y="78"/>
                  </a:cubicBezTo>
                  <a:cubicBezTo>
                    <a:pt x="107" y="91"/>
                    <a:pt x="117" y="103"/>
                    <a:pt x="125" y="115"/>
                  </a:cubicBezTo>
                  <a:cubicBezTo>
                    <a:pt x="127" y="119"/>
                    <a:pt x="127" y="119"/>
                    <a:pt x="127" y="121"/>
                  </a:cubicBezTo>
                  <a:cubicBezTo>
                    <a:pt x="133" y="130"/>
                    <a:pt x="137" y="140"/>
                    <a:pt x="142" y="146"/>
                  </a:cubicBezTo>
                  <a:cubicBezTo>
                    <a:pt x="144" y="150"/>
                    <a:pt x="144" y="154"/>
                    <a:pt x="146" y="156"/>
                  </a:cubicBezTo>
                  <a:cubicBezTo>
                    <a:pt x="148" y="164"/>
                    <a:pt x="152" y="171"/>
                    <a:pt x="154" y="175"/>
                  </a:cubicBezTo>
                  <a:cubicBezTo>
                    <a:pt x="156" y="181"/>
                    <a:pt x="156" y="183"/>
                    <a:pt x="158" y="187"/>
                  </a:cubicBezTo>
                  <a:cubicBezTo>
                    <a:pt x="162" y="193"/>
                    <a:pt x="162" y="195"/>
                    <a:pt x="164" y="201"/>
                  </a:cubicBezTo>
                  <a:cubicBezTo>
                    <a:pt x="166" y="205"/>
                    <a:pt x="166" y="211"/>
                    <a:pt x="168" y="218"/>
                  </a:cubicBezTo>
                  <a:cubicBezTo>
                    <a:pt x="172" y="224"/>
                    <a:pt x="172" y="228"/>
                    <a:pt x="172" y="232"/>
                  </a:cubicBezTo>
                  <a:cubicBezTo>
                    <a:pt x="174" y="238"/>
                    <a:pt x="174" y="244"/>
                    <a:pt x="176" y="252"/>
                  </a:cubicBezTo>
                  <a:cubicBezTo>
                    <a:pt x="178" y="256"/>
                    <a:pt x="178" y="258"/>
                    <a:pt x="178" y="265"/>
                  </a:cubicBezTo>
                  <a:cubicBezTo>
                    <a:pt x="182" y="273"/>
                    <a:pt x="182" y="279"/>
                    <a:pt x="182" y="287"/>
                  </a:cubicBezTo>
                  <a:cubicBezTo>
                    <a:pt x="182" y="291"/>
                    <a:pt x="184" y="295"/>
                    <a:pt x="184" y="299"/>
                  </a:cubicBezTo>
                  <a:cubicBezTo>
                    <a:pt x="187" y="310"/>
                    <a:pt x="187" y="322"/>
                    <a:pt x="187" y="334"/>
                  </a:cubicBezTo>
                  <a:cubicBezTo>
                    <a:pt x="189" y="351"/>
                    <a:pt x="189" y="367"/>
                    <a:pt x="189" y="379"/>
                  </a:cubicBezTo>
                  <a:cubicBezTo>
                    <a:pt x="189" y="420"/>
                    <a:pt x="189" y="461"/>
                    <a:pt x="193" y="502"/>
                  </a:cubicBezTo>
                  <a:cubicBezTo>
                    <a:pt x="193" y="512"/>
                    <a:pt x="193" y="522"/>
                    <a:pt x="195" y="531"/>
                  </a:cubicBezTo>
                  <a:cubicBezTo>
                    <a:pt x="197" y="612"/>
                    <a:pt x="197" y="694"/>
                    <a:pt x="199" y="774"/>
                  </a:cubicBezTo>
                  <a:lnTo>
                    <a:pt x="199" y="786"/>
                  </a:lnTo>
                  <a:cubicBezTo>
                    <a:pt x="203" y="862"/>
                    <a:pt x="205" y="938"/>
                    <a:pt x="209" y="1011"/>
                  </a:cubicBezTo>
                  <a:cubicBezTo>
                    <a:pt x="209" y="1022"/>
                    <a:pt x="213" y="1032"/>
                    <a:pt x="213" y="1042"/>
                  </a:cubicBezTo>
                  <a:cubicBezTo>
                    <a:pt x="215" y="1071"/>
                    <a:pt x="215" y="1095"/>
                    <a:pt x="217" y="1124"/>
                  </a:cubicBezTo>
                  <a:cubicBezTo>
                    <a:pt x="217" y="1134"/>
                    <a:pt x="219" y="1144"/>
                    <a:pt x="219" y="1155"/>
                  </a:cubicBezTo>
                  <a:cubicBezTo>
                    <a:pt x="223" y="1208"/>
                    <a:pt x="227" y="1259"/>
                    <a:pt x="229" y="1310"/>
                  </a:cubicBezTo>
                  <a:cubicBezTo>
                    <a:pt x="234" y="1322"/>
                    <a:pt x="234" y="1337"/>
                    <a:pt x="234" y="1347"/>
                  </a:cubicBezTo>
                  <a:cubicBezTo>
                    <a:pt x="236" y="1388"/>
                    <a:pt x="240" y="1429"/>
                    <a:pt x="244" y="1472"/>
                  </a:cubicBezTo>
                  <a:cubicBezTo>
                    <a:pt x="246" y="1484"/>
                    <a:pt x="246" y="1496"/>
                    <a:pt x="246" y="1507"/>
                  </a:cubicBezTo>
                  <a:cubicBezTo>
                    <a:pt x="246" y="1515"/>
                    <a:pt x="248" y="1519"/>
                    <a:pt x="248" y="1527"/>
                  </a:cubicBezTo>
                  <a:cubicBezTo>
                    <a:pt x="254" y="1568"/>
                    <a:pt x="256" y="1609"/>
                    <a:pt x="260" y="1650"/>
                  </a:cubicBezTo>
                  <a:cubicBezTo>
                    <a:pt x="264" y="1660"/>
                    <a:pt x="264" y="1668"/>
                    <a:pt x="264" y="1678"/>
                  </a:cubicBezTo>
                  <a:cubicBezTo>
                    <a:pt x="268" y="1719"/>
                    <a:pt x="274" y="1760"/>
                    <a:pt x="277" y="1801"/>
                  </a:cubicBezTo>
                  <a:cubicBezTo>
                    <a:pt x="279" y="1811"/>
                    <a:pt x="279" y="1820"/>
                    <a:pt x="279" y="1830"/>
                  </a:cubicBezTo>
                  <a:cubicBezTo>
                    <a:pt x="285" y="1869"/>
                    <a:pt x="289" y="1903"/>
                    <a:pt x="295" y="1942"/>
                  </a:cubicBezTo>
                  <a:cubicBezTo>
                    <a:pt x="295" y="1946"/>
                    <a:pt x="297" y="1953"/>
                    <a:pt x="297" y="1955"/>
                  </a:cubicBezTo>
                  <a:cubicBezTo>
                    <a:pt x="305" y="2004"/>
                    <a:pt x="309" y="2047"/>
                    <a:pt x="317" y="2094"/>
                  </a:cubicBezTo>
                  <a:cubicBezTo>
                    <a:pt x="320" y="2100"/>
                    <a:pt x="320" y="2106"/>
                    <a:pt x="320" y="2110"/>
                  </a:cubicBezTo>
                  <a:cubicBezTo>
                    <a:pt x="328" y="2161"/>
                    <a:pt x="338" y="2210"/>
                    <a:pt x="346" y="2259"/>
                  </a:cubicBezTo>
                  <a:cubicBezTo>
                    <a:pt x="346" y="2261"/>
                    <a:pt x="348" y="2268"/>
                    <a:pt x="348" y="2270"/>
                  </a:cubicBezTo>
                  <a:cubicBezTo>
                    <a:pt x="350" y="2286"/>
                    <a:pt x="356" y="2302"/>
                    <a:pt x="358" y="2317"/>
                  </a:cubicBezTo>
                  <a:cubicBezTo>
                    <a:pt x="362" y="2341"/>
                    <a:pt x="369" y="2366"/>
                    <a:pt x="373" y="2386"/>
                  </a:cubicBezTo>
                  <a:cubicBezTo>
                    <a:pt x="379" y="2405"/>
                    <a:pt x="381" y="2423"/>
                    <a:pt x="387" y="2439"/>
                  </a:cubicBezTo>
                  <a:cubicBezTo>
                    <a:pt x="391" y="2464"/>
                    <a:pt x="397" y="2484"/>
                    <a:pt x="401" y="2505"/>
                  </a:cubicBezTo>
                  <a:cubicBezTo>
                    <a:pt x="405" y="2509"/>
                    <a:pt x="405" y="2513"/>
                    <a:pt x="405" y="2517"/>
                  </a:cubicBezTo>
                  <a:lnTo>
                    <a:pt x="420" y="2570"/>
                  </a:lnTo>
                  <a:cubicBezTo>
                    <a:pt x="422" y="2585"/>
                    <a:pt x="428" y="2597"/>
                    <a:pt x="430" y="2609"/>
                  </a:cubicBezTo>
                  <a:cubicBezTo>
                    <a:pt x="438" y="2636"/>
                    <a:pt x="446" y="2660"/>
                    <a:pt x="452" y="2683"/>
                  </a:cubicBezTo>
                  <a:cubicBezTo>
                    <a:pt x="457" y="2691"/>
                    <a:pt x="459" y="2695"/>
                    <a:pt x="461" y="2703"/>
                  </a:cubicBezTo>
                  <a:cubicBezTo>
                    <a:pt x="471" y="2738"/>
                    <a:pt x="481" y="2765"/>
                    <a:pt x="491" y="2791"/>
                  </a:cubicBezTo>
                  <a:cubicBezTo>
                    <a:pt x="493" y="2795"/>
                    <a:pt x="495" y="2802"/>
                    <a:pt x="495" y="2804"/>
                  </a:cubicBezTo>
                  <a:cubicBezTo>
                    <a:pt x="500" y="2808"/>
                    <a:pt x="502" y="2812"/>
                    <a:pt x="504" y="2816"/>
                  </a:cubicBezTo>
                  <a:lnTo>
                    <a:pt x="512" y="2832"/>
                  </a:lnTo>
                  <a:cubicBezTo>
                    <a:pt x="514" y="2834"/>
                    <a:pt x="514" y="2836"/>
                    <a:pt x="514" y="2836"/>
                  </a:cubicBezTo>
                  <a:cubicBezTo>
                    <a:pt x="520" y="2845"/>
                    <a:pt x="522" y="2849"/>
                    <a:pt x="528" y="2857"/>
                  </a:cubicBezTo>
                  <a:cubicBezTo>
                    <a:pt x="534" y="2867"/>
                    <a:pt x="540" y="2873"/>
                    <a:pt x="545" y="2877"/>
                  </a:cubicBezTo>
                  <a:lnTo>
                    <a:pt x="551" y="2883"/>
                  </a:lnTo>
                  <a:cubicBezTo>
                    <a:pt x="550" y="2883"/>
                    <a:pt x="550" y="2883"/>
                    <a:pt x="550" y="2883"/>
                  </a:cubicBezTo>
                  <a:lnTo>
                    <a:pt x="550" y="2883"/>
                  </a:lnTo>
                  <a:cubicBezTo>
                    <a:pt x="550" y="2883"/>
                    <a:pt x="554" y="2887"/>
                    <a:pt x="561" y="2892"/>
                  </a:cubicBezTo>
                  <a:lnTo>
                    <a:pt x="723" y="2984"/>
                  </a:lnTo>
                  <a:cubicBezTo>
                    <a:pt x="714" y="2978"/>
                    <a:pt x="708" y="2973"/>
                    <a:pt x="704" y="2967"/>
                  </a:cubicBezTo>
                  <a:lnTo>
                    <a:pt x="698" y="2963"/>
                  </a:lnTo>
                  <a:cubicBezTo>
                    <a:pt x="694" y="2957"/>
                    <a:pt x="688" y="2949"/>
                    <a:pt x="684" y="2943"/>
                  </a:cubicBezTo>
                  <a:cubicBezTo>
                    <a:pt x="675" y="2933"/>
                    <a:pt x="671" y="2924"/>
                    <a:pt x="667" y="2916"/>
                  </a:cubicBezTo>
                  <a:lnTo>
                    <a:pt x="661" y="2900"/>
                  </a:lnTo>
                  <a:cubicBezTo>
                    <a:pt x="655" y="2894"/>
                    <a:pt x="653" y="2883"/>
                    <a:pt x="647" y="2875"/>
                  </a:cubicBezTo>
                  <a:cubicBezTo>
                    <a:pt x="637" y="2847"/>
                    <a:pt x="626" y="2820"/>
                    <a:pt x="616" y="2789"/>
                  </a:cubicBezTo>
                  <a:cubicBezTo>
                    <a:pt x="614" y="2781"/>
                    <a:pt x="612" y="2773"/>
                    <a:pt x="610" y="2769"/>
                  </a:cubicBezTo>
                  <a:cubicBezTo>
                    <a:pt x="602" y="2742"/>
                    <a:pt x="594" y="2720"/>
                    <a:pt x="585" y="2693"/>
                  </a:cubicBezTo>
                  <a:cubicBezTo>
                    <a:pt x="581" y="2681"/>
                    <a:pt x="579" y="2669"/>
                    <a:pt x="575" y="2658"/>
                  </a:cubicBezTo>
                  <a:cubicBezTo>
                    <a:pt x="571" y="2636"/>
                    <a:pt x="563" y="2615"/>
                    <a:pt x="559" y="2591"/>
                  </a:cubicBezTo>
                  <a:cubicBezTo>
                    <a:pt x="553" y="2570"/>
                    <a:pt x="549" y="2548"/>
                    <a:pt x="543" y="2527"/>
                  </a:cubicBezTo>
                  <a:cubicBezTo>
                    <a:pt x="538" y="2509"/>
                    <a:pt x="534" y="2493"/>
                    <a:pt x="530" y="2474"/>
                  </a:cubicBezTo>
                  <a:cubicBezTo>
                    <a:pt x="524" y="2452"/>
                    <a:pt x="520" y="2427"/>
                    <a:pt x="514" y="2403"/>
                  </a:cubicBezTo>
                  <a:cubicBezTo>
                    <a:pt x="510" y="2384"/>
                    <a:pt x="508" y="2364"/>
                    <a:pt x="502" y="2345"/>
                  </a:cubicBezTo>
                  <a:cubicBezTo>
                    <a:pt x="491" y="2298"/>
                    <a:pt x="483" y="2251"/>
                    <a:pt x="477" y="2198"/>
                  </a:cubicBezTo>
                  <a:cubicBezTo>
                    <a:pt x="473" y="2190"/>
                    <a:pt x="473" y="2184"/>
                    <a:pt x="473" y="2180"/>
                  </a:cubicBezTo>
                  <a:cubicBezTo>
                    <a:pt x="467" y="2133"/>
                    <a:pt x="459" y="2088"/>
                    <a:pt x="452" y="2043"/>
                  </a:cubicBezTo>
                  <a:cubicBezTo>
                    <a:pt x="448" y="2002"/>
                    <a:pt x="440" y="1961"/>
                    <a:pt x="436" y="1916"/>
                  </a:cubicBezTo>
                  <a:cubicBezTo>
                    <a:pt x="432" y="1905"/>
                    <a:pt x="432" y="1899"/>
                    <a:pt x="432" y="1891"/>
                  </a:cubicBezTo>
                  <a:cubicBezTo>
                    <a:pt x="428" y="1850"/>
                    <a:pt x="422" y="1811"/>
                    <a:pt x="420" y="1768"/>
                  </a:cubicBezTo>
                  <a:cubicBezTo>
                    <a:pt x="418" y="1758"/>
                    <a:pt x="418" y="1750"/>
                    <a:pt x="418" y="1740"/>
                  </a:cubicBezTo>
                  <a:cubicBezTo>
                    <a:pt x="412" y="1695"/>
                    <a:pt x="407" y="1646"/>
                    <a:pt x="401" y="1597"/>
                  </a:cubicBezTo>
                  <a:cubicBezTo>
                    <a:pt x="399" y="1584"/>
                    <a:pt x="399" y="1574"/>
                    <a:pt x="399" y="1562"/>
                  </a:cubicBezTo>
                  <a:cubicBezTo>
                    <a:pt x="393" y="1519"/>
                    <a:pt x="391" y="1480"/>
                    <a:pt x="389" y="1435"/>
                  </a:cubicBezTo>
                  <a:cubicBezTo>
                    <a:pt x="387" y="1423"/>
                    <a:pt x="387" y="1410"/>
                    <a:pt x="387" y="1400"/>
                  </a:cubicBezTo>
                  <a:cubicBezTo>
                    <a:pt x="381" y="1349"/>
                    <a:pt x="379" y="1298"/>
                    <a:pt x="377" y="1245"/>
                  </a:cubicBezTo>
                  <a:cubicBezTo>
                    <a:pt x="373" y="1234"/>
                    <a:pt x="373" y="1224"/>
                    <a:pt x="373" y="1214"/>
                  </a:cubicBezTo>
                  <a:cubicBezTo>
                    <a:pt x="371" y="1177"/>
                    <a:pt x="369" y="1138"/>
                    <a:pt x="369" y="1103"/>
                  </a:cubicBezTo>
                  <a:cubicBezTo>
                    <a:pt x="362" y="1030"/>
                    <a:pt x="360" y="954"/>
                    <a:pt x="358" y="878"/>
                  </a:cubicBezTo>
                  <a:lnTo>
                    <a:pt x="358" y="866"/>
                  </a:lnTo>
                  <a:cubicBezTo>
                    <a:pt x="356" y="786"/>
                    <a:pt x="352" y="704"/>
                    <a:pt x="352" y="621"/>
                  </a:cubicBezTo>
                  <a:cubicBezTo>
                    <a:pt x="350" y="569"/>
                    <a:pt x="350" y="520"/>
                    <a:pt x="350" y="469"/>
                  </a:cubicBezTo>
                  <a:lnTo>
                    <a:pt x="350" y="461"/>
                  </a:lnTo>
                  <a:cubicBezTo>
                    <a:pt x="350" y="449"/>
                    <a:pt x="350" y="436"/>
                    <a:pt x="348" y="426"/>
                  </a:cubicBezTo>
                  <a:cubicBezTo>
                    <a:pt x="346" y="412"/>
                    <a:pt x="346" y="402"/>
                    <a:pt x="346" y="391"/>
                  </a:cubicBezTo>
                  <a:lnTo>
                    <a:pt x="346" y="387"/>
                  </a:lnTo>
                  <a:cubicBezTo>
                    <a:pt x="346" y="381"/>
                    <a:pt x="342" y="379"/>
                    <a:pt x="342" y="375"/>
                  </a:cubicBezTo>
                  <a:cubicBezTo>
                    <a:pt x="342" y="369"/>
                    <a:pt x="340" y="365"/>
                    <a:pt x="340" y="359"/>
                  </a:cubicBezTo>
                  <a:cubicBezTo>
                    <a:pt x="340" y="357"/>
                    <a:pt x="338" y="355"/>
                    <a:pt x="338" y="351"/>
                  </a:cubicBezTo>
                  <a:cubicBezTo>
                    <a:pt x="338" y="346"/>
                    <a:pt x="336" y="342"/>
                    <a:pt x="336" y="338"/>
                  </a:cubicBezTo>
                  <a:cubicBezTo>
                    <a:pt x="336" y="336"/>
                    <a:pt x="332" y="334"/>
                    <a:pt x="332" y="330"/>
                  </a:cubicBezTo>
                  <a:cubicBezTo>
                    <a:pt x="332" y="326"/>
                    <a:pt x="330" y="322"/>
                    <a:pt x="330" y="320"/>
                  </a:cubicBezTo>
                  <a:cubicBezTo>
                    <a:pt x="328" y="316"/>
                    <a:pt x="328" y="310"/>
                    <a:pt x="328" y="308"/>
                  </a:cubicBezTo>
                  <a:cubicBezTo>
                    <a:pt x="328" y="306"/>
                    <a:pt x="326" y="303"/>
                    <a:pt x="326" y="303"/>
                  </a:cubicBezTo>
                  <a:cubicBezTo>
                    <a:pt x="322" y="297"/>
                    <a:pt x="322" y="295"/>
                    <a:pt x="322" y="289"/>
                  </a:cubicBezTo>
                  <a:cubicBezTo>
                    <a:pt x="320" y="285"/>
                    <a:pt x="320" y="283"/>
                    <a:pt x="317" y="277"/>
                  </a:cubicBezTo>
                  <a:cubicBezTo>
                    <a:pt x="315" y="269"/>
                    <a:pt x="315" y="269"/>
                    <a:pt x="311" y="267"/>
                  </a:cubicBezTo>
                  <a:cubicBezTo>
                    <a:pt x="309" y="258"/>
                    <a:pt x="307" y="254"/>
                    <a:pt x="305" y="248"/>
                  </a:cubicBezTo>
                  <a:cubicBezTo>
                    <a:pt x="301" y="246"/>
                    <a:pt x="301" y="246"/>
                    <a:pt x="301" y="244"/>
                  </a:cubicBezTo>
                  <a:cubicBezTo>
                    <a:pt x="299" y="242"/>
                    <a:pt x="299" y="242"/>
                    <a:pt x="299" y="238"/>
                  </a:cubicBezTo>
                  <a:cubicBezTo>
                    <a:pt x="295" y="228"/>
                    <a:pt x="291" y="222"/>
                    <a:pt x="287" y="213"/>
                  </a:cubicBezTo>
                  <a:cubicBezTo>
                    <a:pt x="277" y="195"/>
                    <a:pt x="268" y="183"/>
                    <a:pt x="258" y="173"/>
                  </a:cubicBezTo>
                  <a:cubicBezTo>
                    <a:pt x="248" y="160"/>
                    <a:pt x="238" y="150"/>
                    <a:pt x="227" y="142"/>
                  </a:cubicBezTo>
                  <a:cubicBezTo>
                    <a:pt x="215" y="132"/>
                    <a:pt x="205" y="123"/>
                    <a:pt x="195" y="115"/>
                  </a:cubicBezTo>
                  <a:cubicBezTo>
                    <a:pt x="182" y="109"/>
                    <a:pt x="172" y="101"/>
                    <a:pt x="162" y="93"/>
                  </a:cubicBezTo>
                  <a:lnTo>
                    <a:pt x="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0"/>
            <p:cNvSpPr/>
            <p:nvPr/>
          </p:nvSpPr>
          <p:spPr>
            <a:xfrm rot="-3560944">
              <a:off x="7475965" y="8025"/>
              <a:ext cx="616254" cy="1512082"/>
            </a:xfrm>
            <a:custGeom>
              <a:rect b="b" l="l" r="r" t="t"/>
              <a:pathLst>
                <a:path extrusionOk="0" h="2542" w="1036">
                  <a:moveTo>
                    <a:pt x="811" y="0"/>
                  </a:moveTo>
                  <a:cubicBezTo>
                    <a:pt x="807" y="0"/>
                    <a:pt x="805" y="2"/>
                    <a:pt x="805" y="2"/>
                  </a:cubicBezTo>
                  <a:cubicBezTo>
                    <a:pt x="800" y="2"/>
                    <a:pt x="798" y="4"/>
                    <a:pt x="796" y="4"/>
                  </a:cubicBezTo>
                  <a:cubicBezTo>
                    <a:pt x="794" y="4"/>
                    <a:pt x="790" y="8"/>
                    <a:pt x="788" y="8"/>
                  </a:cubicBezTo>
                  <a:cubicBezTo>
                    <a:pt x="786" y="11"/>
                    <a:pt x="784" y="11"/>
                    <a:pt x="780" y="11"/>
                  </a:cubicBezTo>
                  <a:cubicBezTo>
                    <a:pt x="778" y="13"/>
                    <a:pt x="776" y="13"/>
                    <a:pt x="774" y="13"/>
                  </a:cubicBezTo>
                  <a:cubicBezTo>
                    <a:pt x="768" y="17"/>
                    <a:pt x="766" y="17"/>
                    <a:pt x="764" y="19"/>
                  </a:cubicBezTo>
                  <a:cubicBezTo>
                    <a:pt x="760" y="21"/>
                    <a:pt x="758" y="21"/>
                    <a:pt x="755" y="23"/>
                  </a:cubicBezTo>
                  <a:cubicBezTo>
                    <a:pt x="753" y="27"/>
                    <a:pt x="749" y="27"/>
                    <a:pt x="747" y="29"/>
                  </a:cubicBezTo>
                  <a:cubicBezTo>
                    <a:pt x="745" y="31"/>
                    <a:pt x="743" y="31"/>
                    <a:pt x="739" y="33"/>
                  </a:cubicBezTo>
                  <a:cubicBezTo>
                    <a:pt x="737" y="37"/>
                    <a:pt x="737" y="37"/>
                    <a:pt x="735" y="37"/>
                  </a:cubicBezTo>
                  <a:cubicBezTo>
                    <a:pt x="727" y="41"/>
                    <a:pt x="725" y="41"/>
                    <a:pt x="723" y="43"/>
                  </a:cubicBezTo>
                  <a:cubicBezTo>
                    <a:pt x="719" y="47"/>
                    <a:pt x="717" y="49"/>
                    <a:pt x="715" y="49"/>
                  </a:cubicBezTo>
                  <a:cubicBezTo>
                    <a:pt x="710" y="51"/>
                    <a:pt x="708" y="51"/>
                    <a:pt x="708" y="53"/>
                  </a:cubicBezTo>
                  <a:cubicBezTo>
                    <a:pt x="702" y="60"/>
                    <a:pt x="702" y="62"/>
                    <a:pt x="696" y="64"/>
                  </a:cubicBezTo>
                  <a:lnTo>
                    <a:pt x="688" y="72"/>
                  </a:lnTo>
                  <a:lnTo>
                    <a:pt x="682" y="80"/>
                  </a:lnTo>
                  <a:lnTo>
                    <a:pt x="674" y="88"/>
                  </a:lnTo>
                  <a:cubicBezTo>
                    <a:pt x="670" y="90"/>
                    <a:pt x="667" y="92"/>
                    <a:pt x="665" y="92"/>
                  </a:cubicBezTo>
                  <a:lnTo>
                    <a:pt x="659" y="98"/>
                  </a:lnTo>
                  <a:lnTo>
                    <a:pt x="655" y="103"/>
                  </a:lnTo>
                  <a:lnTo>
                    <a:pt x="651" y="107"/>
                  </a:lnTo>
                  <a:cubicBezTo>
                    <a:pt x="647" y="111"/>
                    <a:pt x="647" y="113"/>
                    <a:pt x="645" y="113"/>
                  </a:cubicBezTo>
                  <a:cubicBezTo>
                    <a:pt x="643" y="113"/>
                    <a:pt x="643" y="117"/>
                    <a:pt x="641" y="117"/>
                  </a:cubicBezTo>
                  <a:cubicBezTo>
                    <a:pt x="637" y="121"/>
                    <a:pt x="637" y="123"/>
                    <a:pt x="635" y="123"/>
                  </a:cubicBezTo>
                  <a:cubicBezTo>
                    <a:pt x="633" y="125"/>
                    <a:pt x="633" y="127"/>
                    <a:pt x="631" y="127"/>
                  </a:cubicBezTo>
                  <a:cubicBezTo>
                    <a:pt x="627" y="133"/>
                    <a:pt x="625" y="133"/>
                    <a:pt x="625" y="133"/>
                  </a:cubicBezTo>
                  <a:cubicBezTo>
                    <a:pt x="622" y="135"/>
                    <a:pt x="620" y="137"/>
                    <a:pt x="620" y="141"/>
                  </a:cubicBezTo>
                  <a:cubicBezTo>
                    <a:pt x="616" y="146"/>
                    <a:pt x="614" y="148"/>
                    <a:pt x="612" y="152"/>
                  </a:cubicBezTo>
                  <a:cubicBezTo>
                    <a:pt x="610" y="154"/>
                    <a:pt x="610" y="156"/>
                    <a:pt x="606" y="158"/>
                  </a:cubicBezTo>
                  <a:cubicBezTo>
                    <a:pt x="604" y="162"/>
                    <a:pt x="604" y="164"/>
                    <a:pt x="602" y="166"/>
                  </a:cubicBezTo>
                  <a:cubicBezTo>
                    <a:pt x="600" y="168"/>
                    <a:pt x="600" y="172"/>
                    <a:pt x="596" y="174"/>
                  </a:cubicBezTo>
                  <a:cubicBezTo>
                    <a:pt x="594" y="178"/>
                    <a:pt x="592" y="182"/>
                    <a:pt x="590" y="186"/>
                  </a:cubicBezTo>
                  <a:cubicBezTo>
                    <a:pt x="586" y="189"/>
                    <a:pt x="586" y="193"/>
                    <a:pt x="584" y="195"/>
                  </a:cubicBezTo>
                  <a:cubicBezTo>
                    <a:pt x="582" y="197"/>
                    <a:pt x="582" y="197"/>
                    <a:pt x="582" y="199"/>
                  </a:cubicBezTo>
                  <a:cubicBezTo>
                    <a:pt x="580" y="205"/>
                    <a:pt x="575" y="207"/>
                    <a:pt x="575" y="207"/>
                  </a:cubicBezTo>
                  <a:cubicBezTo>
                    <a:pt x="573" y="209"/>
                    <a:pt x="573" y="213"/>
                    <a:pt x="573" y="215"/>
                  </a:cubicBezTo>
                  <a:cubicBezTo>
                    <a:pt x="571" y="217"/>
                    <a:pt x="571" y="219"/>
                    <a:pt x="571" y="219"/>
                  </a:cubicBezTo>
                  <a:cubicBezTo>
                    <a:pt x="569" y="223"/>
                    <a:pt x="569" y="225"/>
                    <a:pt x="569" y="225"/>
                  </a:cubicBezTo>
                  <a:cubicBezTo>
                    <a:pt x="565" y="227"/>
                    <a:pt x="565" y="229"/>
                    <a:pt x="565" y="229"/>
                  </a:cubicBezTo>
                  <a:cubicBezTo>
                    <a:pt x="563" y="234"/>
                    <a:pt x="563" y="236"/>
                    <a:pt x="563" y="236"/>
                  </a:cubicBezTo>
                  <a:cubicBezTo>
                    <a:pt x="561" y="238"/>
                    <a:pt x="561" y="240"/>
                    <a:pt x="561" y="244"/>
                  </a:cubicBezTo>
                  <a:cubicBezTo>
                    <a:pt x="557" y="246"/>
                    <a:pt x="557" y="248"/>
                    <a:pt x="557" y="250"/>
                  </a:cubicBezTo>
                  <a:cubicBezTo>
                    <a:pt x="555" y="254"/>
                    <a:pt x="555" y="256"/>
                    <a:pt x="555" y="258"/>
                  </a:cubicBezTo>
                  <a:cubicBezTo>
                    <a:pt x="553" y="260"/>
                    <a:pt x="553" y="264"/>
                    <a:pt x="553" y="266"/>
                  </a:cubicBezTo>
                  <a:cubicBezTo>
                    <a:pt x="551" y="268"/>
                    <a:pt x="551" y="270"/>
                    <a:pt x="551" y="274"/>
                  </a:cubicBezTo>
                  <a:cubicBezTo>
                    <a:pt x="545" y="285"/>
                    <a:pt x="543" y="295"/>
                    <a:pt x="541" y="307"/>
                  </a:cubicBezTo>
                  <a:cubicBezTo>
                    <a:pt x="537" y="315"/>
                    <a:pt x="535" y="324"/>
                    <a:pt x="532" y="328"/>
                  </a:cubicBezTo>
                  <a:cubicBezTo>
                    <a:pt x="530" y="336"/>
                    <a:pt x="526" y="340"/>
                    <a:pt x="526" y="346"/>
                  </a:cubicBezTo>
                  <a:cubicBezTo>
                    <a:pt x="522" y="358"/>
                    <a:pt x="520" y="371"/>
                    <a:pt x="514" y="385"/>
                  </a:cubicBezTo>
                  <a:cubicBezTo>
                    <a:pt x="506" y="407"/>
                    <a:pt x="500" y="432"/>
                    <a:pt x="492" y="459"/>
                  </a:cubicBezTo>
                  <a:cubicBezTo>
                    <a:pt x="489" y="463"/>
                    <a:pt x="489" y="469"/>
                    <a:pt x="485" y="473"/>
                  </a:cubicBezTo>
                  <a:cubicBezTo>
                    <a:pt x="483" y="483"/>
                    <a:pt x="479" y="493"/>
                    <a:pt x="475" y="504"/>
                  </a:cubicBezTo>
                  <a:cubicBezTo>
                    <a:pt x="473" y="512"/>
                    <a:pt x="471" y="520"/>
                    <a:pt x="469" y="524"/>
                  </a:cubicBezTo>
                  <a:cubicBezTo>
                    <a:pt x="465" y="534"/>
                    <a:pt x="463" y="542"/>
                    <a:pt x="459" y="553"/>
                  </a:cubicBezTo>
                  <a:cubicBezTo>
                    <a:pt x="455" y="563"/>
                    <a:pt x="453" y="571"/>
                    <a:pt x="451" y="581"/>
                  </a:cubicBezTo>
                  <a:cubicBezTo>
                    <a:pt x="449" y="592"/>
                    <a:pt x="442" y="602"/>
                    <a:pt x="440" y="612"/>
                  </a:cubicBezTo>
                  <a:cubicBezTo>
                    <a:pt x="438" y="622"/>
                    <a:pt x="434" y="630"/>
                    <a:pt x="432" y="637"/>
                  </a:cubicBezTo>
                  <a:cubicBezTo>
                    <a:pt x="428" y="647"/>
                    <a:pt x="424" y="657"/>
                    <a:pt x="422" y="671"/>
                  </a:cubicBezTo>
                  <a:cubicBezTo>
                    <a:pt x="420" y="682"/>
                    <a:pt x="414" y="692"/>
                    <a:pt x="412" y="698"/>
                  </a:cubicBezTo>
                  <a:cubicBezTo>
                    <a:pt x="410" y="708"/>
                    <a:pt x="404" y="718"/>
                    <a:pt x="402" y="729"/>
                  </a:cubicBezTo>
                  <a:cubicBezTo>
                    <a:pt x="397" y="739"/>
                    <a:pt x="395" y="753"/>
                    <a:pt x="391" y="763"/>
                  </a:cubicBezTo>
                  <a:cubicBezTo>
                    <a:pt x="389" y="774"/>
                    <a:pt x="385" y="784"/>
                    <a:pt x="381" y="794"/>
                  </a:cubicBezTo>
                  <a:cubicBezTo>
                    <a:pt x="379" y="804"/>
                    <a:pt x="375" y="815"/>
                    <a:pt x="371" y="825"/>
                  </a:cubicBezTo>
                  <a:cubicBezTo>
                    <a:pt x="369" y="835"/>
                    <a:pt x="365" y="845"/>
                    <a:pt x="361" y="855"/>
                  </a:cubicBezTo>
                  <a:cubicBezTo>
                    <a:pt x="357" y="868"/>
                    <a:pt x="354" y="878"/>
                    <a:pt x="350" y="890"/>
                  </a:cubicBezTo>
                  <a:cubicBezTo>
                    <a:pt x="346" y="900"/>
                    <a:pt x="344" y="911"/>
                    <a:pt x="340" y="921"/>
                  </a:cubicBezTo>
                  <a:cubicBezTo>
                    <a:pt x="336" y="933"/>
                    <a:pt x="334" y="948"/>
                    <a:pt x="330" y="956"/>
                  </a:cubicBezTo>
                  <a:cubicBezTo>
                    <a:pt x="328" y="966"/>
                    <a:pt x="324" y="976"/>
                    <a:pt x="320" y="984"/>
                  </a:cubicBezTo>
                  <a:cubicBezTo>
                    <a:pt x="316" y="999"/>
                    <a:pt x="314" y="1013"/>
                    <a:pt x="307" y="1025"/>
                  </a:cubicBezTo>
                  <a:cubicBezTo>
                    <a:pt x="305" y="1036"/>
                    <a:pt x="303" y="1044"/>
                    <a:pt x="299" y="1054"/>
                  </a:cubicBezTo>
                  <a:cubicBezTo>
                    <a:pt x="295" y="1066"/>
                    <a:pt x="293" y="1081"/>
                    <a:pt x="289" y="1093"/>
                  </a:cubicBezTo>
                  <a:cubicBezTo>
                    <a:pt x="287" y="1105"/>
                    <a:pt x="283" y="1115"/>
                    <a:pt x="279" y="1126"/>
                  </a:cubicBezTo>
                  <a:cubicBezTo>
                    <a:pt x="275" y="1138"/>
                    <a:pt x="273" y="1152"/>
                    <a:pt x="266" y="1164"/>
                  </a:cubicBezTo>
                  <a:cubicBezTo>
                    <a:pt x="264" y="1175"/>
                    <a:pt x="262" y="1183"/>
                    <a:pt x="258" y="1189"/>
                  </a:cubicBezTo>
                  <a:cubicBezTo>
                    <a:pt x="238" y="1256"/>
                    <a:pt x="221" y="1320"/>
                    <a:pt x="203" y="1383"/>
                  </a:cubicBezTo>
                  <a:cubicBezTo>
                    <a:pt x="201" y="1387"/>
                    <a:pt x="201" y="1389"/>
                    <a:pt x="201" y="1392"/>
                  </a:cubicBezTo>
                  <a:cubicBezTo>
                    <a:pt x="183" y="1455"/>
                    <a:pt x="164" y="1520"/>
                    <a:pt x="150" y="1582"/>
                  </a:cubicBezTo>
                  <a:cubicBezTo>
                    <a:pt x="150" y="1584"/>
                    <a:pt x="146" y="1584"/>
                    <a:pt x="146" y="1586"/>
                  </a:cubicBezTo>
                  <a:cubicBezTo>
                    <a:pt x="136" y="1625"/>
                    <a:pt x="125" y="1660"/>
                    <a:pt x="119" y="1694"/>
                  </a:cubicBezTo>
                  <a:cubicBezTo>
                    <a:pt x="115" y="1698"/>
                    <a:pt x="115" y="1705"/>
                    <a:pt x="113" y="1709"/>
                  </a:cubicBezTo>
                  <a:cubicBezTo>
                    <a:pt x="105" y="1741"/>
                    <a:pt x="95" y="1776"/>
                    <a:pt x="88" y="1807"/>
                  </a:cubicBezTo>
                  <a:cubicBezTo>
                    <a:pt x="88" y="1809"/>
                    <a:pt x="84" y="1811"/>
                    <a:pt x="84" y="1813"/>
                  </a:cubicBezTo>
                  <a:cubicBezTo>
                    <a:pt x="82" y="1819"/>
                    <a:pt x="82" y="1821"/>
                    <a:pt x="82" y="1827"/>
                  </a:cubicBezTo>
                  <a:cubicBezTo>
                    <a:pt x="78" y="1844"/>
                    <a:pt x="74" y="1860"/>
                    <a:pt x="70" y="1874"/>
                  </a:cubicBezTo>
                  <a:cubicBezTo>
                    <a:pt x="68" y="1883"/>
                    <a:pt x="68" y="1889"/>
                    <a:pt x="64" y="1895"/>
                  </a:cubicBezTo>
                  <a:cubicBezTo>
                    <a:pt x="60" y="1919"/>
                    <a:pt x="54" y="1940"/>
                    <a:pt x="50" y="1960"/>
                  </a:cubicBezTo>
                  <a:cubicBezTo>
                    <a:pt x="41" y="1993"/>
                    <a:pt x="37" y="2022"/>
                    <a:pt x="31" y="2048"/>
                  </a:cubicBezTo>
                  <a:cubicBezTo>
                    <a:pt x="31" y="2052"/>
                    <a:pt x="31" y="2052"/>
                    <a:pt x="29" y="2054"/>
                  </a:cubicBezTo>
                  <a:cubicBezTo>
                    <a:pt x="27" y="2073"/>
                    <a:pt x="21" y="2089"/>
                    <a:pt x="19" y="2106"/>
                  </a:cubicBezTo>
                  <a:cubicBezTo>
                    <a:pt x="19" y="2108"/>
                    <a:pt x="17" y="2110"/>
                    <a:pt x="17" y="2114"/>
                  </a:cubicBezTo>
                  <a:cubicBezTo>
                    <a:pt x="13" y="2124"/>
                    <a:pt x="13" y="2130"/>
                    <a:pt x="11" y="2138"/>
                  </a:cubicBezTo>
                  <a:lnTo>
                    <a:pt x="11" y="2144"/>
                  </a:lnTo>
                  <a:cubicBezTo>
                    <a:pt x="11" y="2146"/>
                    <a:pt x="11" y="2149"/>
                    <a:pt x="9" y="2151"/>
                  </a:cubicBezTo>
                  <a:cubicBezTo>
                    <a:pt x="9" y="2157"/>
                    <a:pt x="7" y="2161"/>
                    <a:pt x="7" y="2165"/>
                  </a:cubicBezTo>
                  <a:cubicBezTo>
                    <a:pt x="7" y="2171"/>
                    <a:pt x="3" y="2177"/>
                    <a:pt x="3" y="2181"/>
                  </a:cubicBezTo>
                  <a:cubicBezTo>
                    <a:pt x="3" y="2191"/>
                    <a:pt x="1" y="2198"/>
                    <a:pt x="1" y="2206"/>
                  </a:cubicBezTo>
                  <a:lnTo>
                    <a:pt x="1" y="2216"/>
                  </a:lnTo>
                  <a:lnTo>
                    <a:pt x="1" y="2220"/>
                  </a:lnTo>
                  <a:lnTo>
                    <a:pt x="1" y="2241"/>
                  </a:lnTo>
                  <a:lnTo>
                    <a:pt x="1" y="2247"/>
                  </a:lnTo>
                  <a:lnTo>
                    <a:pt x="1" y="2251"/>
                  </a:lnTo>
                  <a:lnTo>
                    <a:pt x="1" y="2259"/>
                  </a:lnTo>
                  <a:cubicBezTo>
                    <a:pt x="1" y="2263"/>
                    <a:pt x="3" y="2269"/>
                    <a:pt x="3" y="2273"/>
                  </a:cubicBezTo>
                  <a:cubicBezTo>
                    <a:pt x="3" y="2277"/>
                    <a:pt x="7" y="2279"/>
                    <a:pt x="7" y="2279"/>
                  </a:cubicBezTo>
                  <a:cubicBezTo>
                    <a:pt x="7" y="2284"/>
                    <a:pt x="9" y="2288"/>
                    <a:pt x="9" y="2290"/>
                  </a:cubicBezTo>
                  <a:cubicBezTo>
                    <a:pt x="11" y="2294"/>
                    <a:pt x="11" y="2298"/>
                    <a:pt x="11" y="2300"/>
                  </a:cubicBezTo>
                  <a:cubicBezTo>
                    <a:pt x="11" y="2302"/>
                    <a:pt x="13" y="2302"/>
                    <a:pt x="13" y="2304"/>
                  </a:cubicBezTo>
                  <a:cubicBezTo>
                    <a:pt x="17" y="2312"/>
                    <a:pt x="17" y="2316"/>
                    <a:pt x="19" y="2322"/>
                  </a:cubicBezTo>
                  <a:cubicBezTo>
                    <a:pt x="21" y="2326"/>
                    <a:pt x="21" y="2331"/>
                    <a:pt x="21" y="2331"/>
                  </a:cubicBezTo>
                  <a:cubicBezTo>
                    <a:pt x="23" y="2333"/>
                    <a:pt x="23" y="2337"/>
                    <a:pt x="27" y="2341"/>
                  </a:cubicBezTo>
                  <a:cubicBezTo>
                    <a:pt x="29" y="2347"/>
                    <a:pt x="31" y="2351"/>
                    <a:pt x="33" y="2353"/>
                  </a:cubicBezTo>
                  <a:cubicBezTo>
                    <a:pt x="37" y="2355"/>
                    <a:pt x="37" y="2357"/>
                    <a:pt x="37" y="2361"/>
                  </a:cubicBezTo>
                  <a:cubicBezTo>
                    <a:pt x="41" y="2372"/>
                    <a:pt x="50" y="2378"/>
                    <a:pt x="54" y="2386"/>
                  </a:cubicBezTo>
                  <a:cubicBezTo>
                    <a:pt x="58" y="2388"/>
                    <a:pt x="58" y="2388"/>
                    <a:pt x="58" y="2392"/>
                  </a:cubicBezTo>
                  <a:cubicBezTo>
                    <a:pt x="64" y="2398"/>
                    <a:pt x="70" y="2406"/>
                    <a:pt x="78" y="2412"/>
                  </a:cubicBezTo>
                  <a:cubicBezTo>
                    <a:pt x="80" y="2414"/>
                    <a:pt x="80" y="2414"/>
                    <a:pt x="82" y="2414"/>
                  </a:cubicBezTo>
                  <a:cubicBezTo>
                    <a:pt x="91" y="2423"/>
                    <a:pt x="99" y="2427"/>
                    <a:pt x="105" y="2433"/>
                  </a:cubicBezTo>
                  <a:cubicBezTo>
                    <a:pt x="119" y="2439"/>
                    <a:pt x="125" y="2445"/>
                    <a:pt x="134" y="2449"/>
                  </a:cubicBezTo>
                  <a:lnTo>
                    <a:pt x="265" y="2524"/>
                  </a:lnTo>
                  <a:lnTo>
                    <a:pt x="265" y="2524"/>
                  </a:lnTo>
                  <a:cubicBezTo>
                    <a:pt x="257" y="2518"/>
                    <a:pt x="251" y="2514"/>
                    <a:pt x="244" y="2507"/>
                  </a:cubicBezTo>
                  <a:cubicBezTo>
                    <a:pt x="242" y="2504"/>
                    <a:pt x="242" y="2504"/>
                    <a:pt x="238" y="2504"/>
                  </a:cubicBezTo>
                  <a:lnTo>
                    <a:pt x="217" y="2484"/>
                  </a:lnTo>
                  <a:cubicBezTo>
                    <a:pt x="215" y="2480"/>
                    <a:pt x="215" y="2480"/>
                    <a:pt x="215" y="2478"/>
                  </a:cubicBezTo>
                  <a:cubicBezTo>
                    <a:pt x="207" y="2470"/>
                    <a:pt x="203" y="2464"/>
                    <a:pt x="197" y="2453"/>
                  </a:cubicBezTo>
                  <a:cubicBezTo>
                    <a:pt x="195" y="2449"/>
                    <a:pt x="195" y="2447"/>
                    <a:pt x="193" y="2445"/>
                  </a:cubicBezTo>
                  <a:cubicBezTo>
                    <a:pt x="191" y="2439"/>
                    <a:pt x="187" y="2437"/>
                    <a:pt x="187" y="2433"/>
                  </a:cubicBezTo>
                  <a:cubicBezTo>
                    <a:pt x="185" y="2427"/>
                    <a:pt x="183" y="2425"/>
                    <a:pt x="183" y="2419"/>
                  </a:cubicBezTo>
                  <a:cubicBezTo>
                    <a:pt x="181" y="2417"/>
                    <a:pt x="181" y="2414"/>
                    <a:pt x="181" y="2412"/>
                  </a:cubicBezTo>
                  <a:cubicBezTo>
                    <a:pt x="176" y="2404"/>
                    <a:pt x="174" y="2398"/>
                    <a:pt x="174" y="2394"/>
                  </a:cubicBezTo>
                  <a:cubicBezTo>
                    <a:pt x="174" y="2392"/>
                    <a:pt x="172" y="2392"/>
                    <a:pt x="172" y="2388"/>
                  </a:cubicBezTo>
                  <a:cubicBezTo>
                    <a:pt x="170" y="2382"/>
                    <a:pt x="170" y="2376"/>
                    <a:pt x="166" y="2372"/>
                  </a:cubicBezTo>
                  <a:cubicBezTo>
                    <a:pt x="164" y="2361"/>
                    <a:pt x="164" y="2353"/>
                    <a:pt x="164" y="2345"/>
                  </a:cubicBezTo>
                  <a:lnTo>
                    <a:pt x="164" y="2341"/>
                  </a:lnTo>
                  <a:cubicBezTo>
                    <a:pt x="164" y="2333"/>
                    <a:pt x="162" y="2322"/>
                    <a:pt x="162" y="2314"/>
                  </a:cubicBezTo>
                  <a:lnTo>
                    <a:pt x="162" y="2310"/>
                  </a:lnTo>
                  <a:cubicBezTo>
                    <a:pt x="162" y="2300"/>
                    <a:pt x="162" y="2292"/>
                    <a:pt x="164" y="2281"/>
                  </a:cubicBezTo>
                  <a:cubicBezTo>
                    <a:pt x="166" y="2269"/>
                    <a:pt x="166" y="2259"/>
                    <a:pt x="166" y="2249"/>
                  </a:cubicBezTo>
                  <a:cubicBezTo>
                    <a:pt x="166" y="2245"/>
                    <a:pt x="166" y="2243"/>
                    <a:pt x="170" y="2241"/>
                  </a:cubicBezTo>
                  <a:cubicBezTo>
                    <a:pt x="172" y="2228"/>
                    <a:pt x="172" y="2218"/>
                    <a:pt x="174" y="2204"/>
                  </a:cubicBezTo>
                  <a:cubicBezTo>
                    <a:pt x="176" y="2189"/>
                    <a:pt x="181" y="2173"/>
                    <a:pt x="185" y="2157"/>
                  </a:cubicBezTo>
                  <a:cubicBezTo>
                    <a:pt x="185" y="2153"/>
                    <a:pt x="187" y="2151"/>
                    <a:pt x="187" y="2149"/>
                  </a:cubicBezTo>
                  <a:cubicBezTo>
                    <a:pt x="193" y="2120"/>
                    <a:pt x="197" y="2091"/>
                    <a:pt x="205" y="2065"/>
                  </a:cubicBezTo>
                  <a:cubicBezTo>
                    <a:pt x="211" y="2038"/>
                    <a:pt x="215" y="2018"/>
                    <a:pt x="221" y="1997"/>
                  </a:cubicBezTo>
                  <a:cubicBezTo>
                    <a:pt x="224" y="1989"/>
                    <a:pt x="224" y="1985"/>
                    <a:pt x="226" y="1977"/>
                  </a:cubicBezTo>
                  <a:cubicBezTo>
                    <a:pt x="232" y="1962"/>
                    <a:pt x="234" y="1944"/>
                    <a:pt x="238" y="1928"/>
                  </a:cubicBezTo>
                  <a:cubicBezTo>
                    <a:pt x="242" y="1921"/>
                    <a:pt x="242" y="1915"/>
                    <a:pt x="244" y="1907"/>
                  </a:cubicBezTo>
                  <a:cubicBezTo>
                    <a:pt x="252" y="1874"/>
                    <a:pt x="258" y="1844"/>
                    <a:pt x="269" y="1811"/>
                  </a:cubicBezTo>
                  <a:cubicBezTo>
                    <a:pt x="273" y="1805"/>
                    <a:pt x="273" y="1801"/>
                    <a:pt x="275" y="1795"/>
                  </a:cubicBezTo>
                  <a:cubicBezTo>
                    <a:pt x="285" y="1762"/>
                    <a:pt x="293" y="1727"/>
                    <a:pt x="303" y="1690"/>
                  </a:cubicBezTo>
                  <a:cubicBezTo>
                    <a:pt x="305" y="1688"/>
                    <a:pt x="305" y="1682"/>
                    <a:pt x="305" y="1680"/>
                  </a:cubicBezTo>
                  <a:cubicBezTo>
                    <a:pt x="324" y="1619"/>
                    <a:pt x="338" y="1555"/>
                    <a:pt x="357" y="1492"/>
                  </a:cubicBezTo>
                  <a:cubicBezTo>
                    <a:pt x="357" y="1488"/>
                    <a:pt x="359" y="1486"/>
                    <a:pt x="359" y="1484"/>
                  </a:cubicBezTo>
                  <a:cubicBezTo>
                    <a:pt x="377" y="1420"/>
                    <a:pt x="395" y="1353"/>
                    <a:pt x="416" y="1289"/>
                  </a:cubicBezTo>
                  <a:cubicBezTo>
                    <a:pt x="418" y="1281"/>
                    <a:pt x="420" y="1271"/>
                    <a:pt x="422" y="1263"/>
                  </a:cubicBezTo>
                  <a:cubicBezTo>
                    <a:pt x="428" y="1248"/>
                    <a:pt x="430" y="1236"/>
                    <a:pt x="436" y="1222"/>
                  </a:cubicBezTo>
                  <a:cubicBezTo>
                    <a:pt x="438" y="1211"/>
                    <a:pt x="442" y="1201"/>
                    <a:pt x="447" y="1191"/>
                  </a:cubicBezTo>
                  <a:cubicBezTo>
                    <a:pt x="451" y="1179"/>
                    <a:pt x="453" y="1166"/>
                    <a:pt x="459" y="1154"/>
                  </a:cubicBezTo>
                  <a:cubicBezTo>
                    <a:pt x="461" y="1144"/>
                    <a:pt x="467" y="1134"/>
                    <a:pt x="469" y="1123"/>
                  </a:cubicBezTo>
                  <a:cubicBezTo>
                    <a:pt x="473" y="1109"/>
                    <a:pt x="477" y="1097"/>
                    <a:pt x="481" y="1085"/>
                  </a:cubicBezTo>
                  <a:cubicBezTo>
                    <a:pt x="483" y="1074"/>
                    <a:pt x="487" y="1064"/>
                    <a:pt x="492" y="1056"/>
                  </a:cubicBezTo>
                  <a:cubicBezTo>
                    <a:pt x="498" y="1044"/>
                    <a:pt x="500" y="1027"/>
                    <a:pt x="504" y="1015"/>
                  </a:cubicBezTo>
                  <a:cubicBezTo>
                    <a:pt x="508" y="1007"/>
                    <a:pt x="510" y="997"/>
                    <a:pt x="512" y="991"/>
                  </a:cubicBezTo>
                  <a:cubicBezTo>
                    <a:pt x="518" y="976"/>
                    <a:pt x="520" y="964"/>
                    <a:pt x="524" y="952"/>
                  </a:cubicBezTo>
                  <a:cubicBezTo>
                    <a:pt x="528" y="941"/>
                    <a:pt x="532" y="931"/>
                    <a:pt x="535" y="923"/>
                  </a:cubicBezTo>
                  <a:cubicBezTo>
                    <a:pt x="541" y="911"/>
                    <a:pt x="543" y="898"/>
                    <a:pt x="545" y="888"/>
                  </a:cubicBezTo>
                  <a:cubicBezTo>
                    <a:pt x="549" y="878"/>
                    <a:pt x="551" y="870"/>
                    <a:pt x="553" y="862"/>
                  </a:cubicBezTo>
                  <a:cubicBezTo>
                    <a:pt x="559" y="849"/>
                    <a:pt x="561" y="837"/>
                    <a:pt x="565" y="827"/>
                  </a:cubicBezTo>
                  <a:cubicBezTo>
                    <a:pt x="569" y="819"/>
                    <a:pt x="571" y="808"/>
                    <a:pt x="573" y="800"/>
                  </a:cubicBezTo>
                  <a:cubicBezTo>
                    <a:pt x="580" y="788"/>
                    <a:pt x="582" y="776"/>
                    <a:pt x="586" y="761"/>
                  </a:cubicBezTo>
                  <a:cubicBezTo>
                    <a:pt x="590" y="755"/>
                    <a:pt x="592" y="747"/>
                    <a:pt x="594" y="741"/>
                  </a:cubicBezTo>
                  <a:cubicBezTo>
                    <a:pt x="600" y="729"/>
                    <a:pt x="602" y="718"/>
                    <a:pt x="604" y="706"/>
                  </a:cubicBezTo>
                  <a:lnTo>
                    <a:pt x="612" y="684"/>
                  </a:lnTo>
                  <a:cubicBezTo>
                    <a:pt x="616" y="669"/>
                    <a:pt x="620" y="659"/>
                    <a:pt x="622" y="649"/>
                  </a:cubicBezTo>
                  <a:cubicBezTo>
                    <a:pt x="625" y="645"/>
                    <a:pt x="627" y="639"/>
                    <a:pt x="627" y="632"/>
                  </a:cubicBezTo>
                  <a:lnTo>
                    <a:pt x="643" y="585"/>
                  </a:lnTo>
                  <a:cubicBezTo>
                    <a:pt x="651" y="565"/>
                    <a:pt x="655" y="551"/>
                    <a:pt x="657" y="534"/>
                  </a:cubicBezTo>
                  <a:cubicBezTo>
                    <a:pt x="667" y="502"/>
                    <a:pt x="678" y="473"/>
                    <a:pt x="686" y="448"/>
                  </a:cubicBezTo>
                  <a:cubicBezTo>
                    <a:pt x="688" y="440"/>
                    <a:pt x="692" y="434"/>
                    <a:pt x="692" y="430"/>
                  </a:cubicBezTo>
                  <a:cubicBezTo>
                    <a:pt x="694" y="422"/>
                    <a:pt x="696" y="414"/>
                    <a:pt x="698" y="409"/>
                  </a:cubicBezTo>
                  <a:cubicBezTo>
                    <a:pt x="704" y="397"/>
                    <a:pt x="706" y="387"/>
                    <a:pt x="708" y="379"/>
                  </a:cubicBezTo>
                  <a:lnTo>
                    <a:pt x="725" y="340"/>
                  </a:lnTo>
                  <a:cubicBezTo>
                    <a:pt x="729" y="328"/>
                    <a:pt x="735" y="315"/>
                    <a:pt x="743" y="305"/>
                  </a:cubicBezTo>
                  <a:cubicBezTo>
                    <a:pt x="747" y="295"/>
                    <a:pt x="755" y="285"/>
                    <a:pt x="760" y="274"/>
                  </a:cubicBezTo>
                  <a:cubicBezTo>
                    <a:pt x="764" y="270"/>
                    <a:pt x="764" y="268"/>
                    <a:pt x="766" y="266"/>
                  </a:cubicBezTo>
                  <a:cubicBezTo>
                    <a:pt x="774" y="256"/>
                    <a:pt x="778" y="248"/>
                    <a:pt x="786" y="238"/>
                  </a:cubicBezTo>
                  <a:cubicBezTo>
                    <a:pt x="794" y="227"/>
                    <a:pt x="800" y="217"/>
                    <a:pt x="809" y="209"/>
                  </a:cubicBezTo>
                  <a:cubicBezTo>
                    <a:pt x="817" y="199"/>
                    <a:pt x="827" y="193"/>
                    <a:pt x="835" y="184"/>
                  </a:cubicBezTo>
                  <a:cubicBezTo>
                    <a:pt x="841" y="176"/>
                    <a:pt x="852" y="168"/>
                    <a:pt x="860" y="164"/>
                  </a:cubicBezTo>
                  <a:cubicBezTo>
                    <a:pt x="870" y="156"/>
                    <a:pt x="878" y="152"/>
                    <a:pt x="886" y="146"/>
                  </a:cubicBezTo>
                  <a:cubicBezTo>
                    <a:pt x="911" y="119"/>
                    <a:pt x="923" y="113"/>
                    <a:pt x="938" y="105"/>
                  </a:cubicBezTo>
                  <a:cubicBezTo>
                    <a:pt x="950" y="101"/>
                    <a:pt x="960" y="98"/>
                    <a:pt x="972" y="98"/>
                  </a:cubicBezTo>
                  <a:cubicBezTo>
                    <a:pt x="981" y="98"/>
                    <a:pt x="988" y="97"/>
                    <a:pt x="995" y="97"/>
                  </a:cubicBezTo>
                  <a:cubicBezTo>
                    <a:pt x="998" y="97"/>
                    <a:pt x="1002" y="97"/>
                    <a:pt x="1005" y="98"/>
                  </a:cubicBezTo>
                  <a:cubicBezTo>
                    <a:pt x="1019" y="101"/>
                    <a:pt x="1026" y="103"/>
                    <a:pt x="1036" y="107"/>
                  </a:cubicBezTo>
                  <a:lnTo>
                    <a:pt x="876" y="15"/>
                  </a:lnTo>
                  <a:cubicBezTo>
                    <a:pt x="870" y="13"/>
                    <a:pt x="868" y="11"/>
                    <a:pt x="866" y="11"/>
                  </a:cubicBezTo>
                  <a:cubicBezTo>
                    <a:pt x="860" y="8"/>
                    <a:pt x="858" y="8"/>
                    <a:pt x="852" y="4"/>
                  </a:cubicBezTo>
                  <a:cubicBezTo>
                    <a:pt x="850" y="4"/>
                    <a:pt x="848" y="2"/>
                    <a:pt x="845" y="2"/>
                  </a:cubicBezTo>
                  <a:cubicBezTo>
                    <a:pt x="837" y="0"/>
                    <a:pt x="835" y="0"/>
                    <a:pt x="831" y="0"/>
                  </a:cubicBezTo>
                  <a:close/>
                  <a:moveTo>
                    <a:pt x="265" y="2524"/>
                  </a:moveTo>
                  <a:cubicBezTo>
                    <a:pt x="266" y="2525"/>
                    <a:pt x="267" y="2526"/>
                    <a:pt x="269" y="2527"/>
                  </a:cubicBezTo>
                  <a:cubicBezTo>
                    <a:pt x="277" y="2533"/>
                    <a:pt x="287" y="2537"/>
                    <a:pt x="295" y="2541"/>
                  </a:cubicBezTo>
                  <a:lnTo>
                    <a:pt x="265" y="2524"/>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0"/>
            <p:cNvSpPr/>
            <p:nvPr/>
          </p:nvSpPr>
          <p:spPr>
            <a:xfrm rot="-3560944">
              <a:off x="8251277" y="-488067"/>
              <a:ext cx="731058" cy="3162762"/>
            </a:xfrm>
            <a:custGeom>
              <a:rect b="b" l="l" r="r" t="t"/>
              <a:pathLst>
                <a:path extrusionOk="0" h="5317" w="1229">
                  <a:moveTo>
                    <a:pt x="843" y="1"/>
                  </a:moveTo>
                  <a:cubicBezTo>
                    <a:pt x="816" y="1"/>
                    <a:pt x="787" y="10"/>
                    <a:pt x="758" y="26"/>
                  </a:cubicBezTo>
                  <a:cubicBezTo>
                    <a:pt x="690" y="65"/>
                    <a:pt x="623" y="147"/>
                    <a:pt x="588" y="251"/>
                  </a:cubicBezTo>
                  <a:cubicBezTo>
                    <a:pt x="492" y="558"/>
                    <a:pt x="154" y="1606"/>
                    <a:pt x="80" y="2070"/>
                  </a:cubicBezTo>
                  <a:cubicBezTo>
                    <a:pt x="1" y="2559"/>
                    <a:pt x="430" y="2258"/>
                    <a:pt x="432" y="2804"/>
                  </a:cubicBezTo>
                  <a:cubicBezTo>
                    <a:pt x="434" y="3872"/>
                    <a:pt x="547" y="4760"/>
                    <a:pt x="717" y="5204"/>
                  </a:cubicBezTo>
                  <a:cubicBezTo>
                    <a:pt x="744" y="5275"/>
                    <a:pt x="785" y="5316"/>
                    <a:pt x="826" y="5316"/>
                  </a:cubicBezTo>
                  <a:cubicBezTo>
                    <a:pt x="838" y="5316"/>
                    <a:pt x="849" y="5313"/>
                    <a:pt x="860" y="5307"/>
                  </a:cubicBezTo>
                  <a:cubicBezTo>
                    <a:pt x="891" y="5290"/>
                    <a:pt x="921" y="5241"/>
                    <a:pt x="944" y="5157"/>
                  </a:cubicBezTo>
                  <a:cubicBezTo>
                    <a:pt x="1110" y="4523"/>
                    <a:pt x="1228" y="3508"/>
                    <a:pt x="1226" y="2438"/>
                  </a:cubicBezTo>
                  <a:cubicBezTo>
                    <a:pt x="1222" y="1385"/>
                    <a:pt x="1085" y="536"/>
                    <a:pt x="936" y="75"/>
                  </a:cubicBezTo>
                  <a:cubicBezTo>
                    <a:pt x="921" y="24"/>
                    <a:pt x="885" y="1"/>
                    <a:pt x="8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0"/>
            <p:cNvSpPr/>
            <p:nvPr/>
          </p:nvSpPr>
          <p:spPr>
            <a:xfrm rot="-3560944">
              <a:off x="8088208" y="-319079"/>
              <a:ext cx="1347907" cy="879173"/>
            </a:xfrm>
            <a:custGeom>
              <a:rect b="b" l="l" r="r" t="t"/>
              <a:pathLst>
                <a:path extrusionOk="0" h="1478" w="2266">
                  <a:moveTo>
                    <a:pt x="2236" y="1"/>
                  </a:moveTo>
                  <a:cubicBezTo>
                    <a:pt x="2226" y="1"/>
                    <a:pt x="2217" y="8"/>
                    <a:pt x="2212" y="17"/>
                  </a:cubicBezTo>
                  <a:cubicBezTo>
                    <a:pt x="1993" y="659"/>
                    <a:pt x="1625" y="1089"/>
                    <a:pt x="1117" y="1296"/>
                  </a:cubicBezTo>
                  <a:cubicBezTo>
                    <a:pt x="881" y="1392"/>
                    <a:pt x="652" y="1423"/>
                    <a:pt x="464" y="1423"/>
                  </a:cubicBezTo>
                  <a:cubicBezTo>
                    <a:pt x="255" y="1423"/>
                    <a:pt x="97" y="1385"/>
                    <a:pt x="41" y="1357"/>
                  </a:cubicBezTo>
                  <a:cubicBezTo>
                    <a:pt x="38" y="1356"/>
                    <a:pt x="35" y="1356"/>
                    <a:pt x="32" y="1356"/>
                  </a:cubicBezTo>
                  <a:cubicBezTo>
                    <a:pt x="21" y="1356"/>
                    <a:pt x="11" y="1360"/>
                    <a:pt x="5" y="1369"/>
                  </a:cubicBezTo>
                  <a:cubicBezTo>
                    <a:pt x="0" y="1384"/>
                    <a:pt x="5" y="1398"/>
                    <a:pt x="19" y="1406"/>
                  </a:cubicBezTo>
                  <a:cubicBezTo>
                    <a:pt x="80" y="1437"/>
                    <a:pt x="244" y="1478"/>
                    <a:pt x="463" y="1478"/>
                  </a:cubicBezTo>
                  <a:cubicBezTo>
                    <a:pt x="657" y="1478"/>
                    <a:pt x="894" y="1445"/>
                    <a:pt x="1136" y="1347"/>
                  </a:cubicBezTo>
                  <a:cubicBezTo>
                    <a:pt x="1658" y="1134"/>
                    <a:pt x="2036" y="692"/>
                    <a:pt x="2261" y="35"/>
                  </a:cubicBezTo>
                  <a:cubicBezTo>
                    <a:pt x="2265" y="23"/>
                    <a:pt x="2259" y="7"/>
                    <a:pt x="2245" y="3"/>
                  </a:cubicBezTo>
                  <a:cubicBezTo>
                    <a:pt x="2242" y="1"/>
                    <a:pt x="2239" y="1"/>
                    <a:pt x="2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0"/>
            <p:cNvSpPr/>
            <p:nvPr/>
          </p:nvSpPr>
          <p:spPr>
            <a:xfrm rot="-3560944">
              <a:off x="8131415" y="-310508"/>
              <a:ext cx="1452598" cy="904751"/>
            </a:xfrm>
            <a:custGeom>
              <a:rect b="b" l="l" r="r" t="t"/>
              <a:pathLst>
                <a:path extrusionOk="0" h="1521" w="2442">
                  <a:moveTo>
                    <a:pt x="2412" y="1"/>
                  </a:moveTo>
                  <a:cubicBezTo>
                    <a:pt x="2402" y="1"/>
                    <a:pt x="2391" y="8"/>
                    <a:pt x="2388" y="17"/>
                  </a:cubicBezTo>
                  <a:cubicBezTo>
                    <a:pt x="2169" y="655"/>
                    <a:pt x="1781" y="1091"/>
                    <a:pt x="1234" y="1314"/>
                  </a:cubicBezTo>
                  <a:cubicBezTo>
                    <a:pt x="945" y="1433"/>
                    <a:pt x="666" y="1468"/>
                    <a:pt x="450" y="1468"/>
                  </a:cubicBezTo>
                  <a:cubicBezTo>
                    <a:pt x="238" y="1468"/>
                    <a:pt x="86" y="1435"/>
                    <a:pt x="42" y="1412"/>
                  </a:cubicBezTo>
                  <a:cubicBezTo>
                    <a:pt x="38" y="1411"/>
                    <a:pt x="35" y="1410"/>
                    <a:pt x="31" y="1410"/>
                  </a:cubicBezTo>
                  <a:cubicBezTo>
                    <a:pt x="22" y="1410"/>
                    <a:pt x="13" y="1416"/>
                    <a:pt x="7" y="1425"/>
                  </a:cubicBezTo>
                  <a:cubicBezTo>
                    <a:pt x="1" y="1437"/>
                    <a:pt x="7" y="1453"/>
                    <a:pt x="19" y="1459"/>
                  </a:cubicBezTo>
                  <a:cubicBezTo>
                    <a:pt x="80" y="1490"/>
                    <a:pt x="236" y="1521"/>
                    <a:pt x="445" y="1521"/>
                  </a:cubicBezTo>
                  <a:cubicBezTo>
                    <a:pt x="674" y="1521"/>
                    <a:pt x="966" y="1484"/>
                    <a:pt x="1255" y="1363"/>
                  </a:cubicBezTo>
                  <a:cubicBezTo>
                    <a:pt x="1815" y="1136"/>
                    <a:pt x="2216" y="688"/>
                    <a:pt x="2439" y="35"/>
                  </a:cubicBezTo>
                  <a:cubicBezTo>
                    <a:pt x="2441" y="23"/>
                    <a:pt x="2433" y="7"/>
                    <a:pt x="2421" y="3"/>
                  </a:cubicBezTo>
                  <a:cubicBezTo>
                    <a:pt x="2418" y="1"/>
                    <a:pt x="2415" y="1"/>
                    <a:pt x="24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0"/>
            <p:cNvSpPr/>
            <p:nvPr/>
          </p:nvSpPr>
          <p:spPr>
            <a:xfrm rot="-3560944">
              <a:off x="9553909" y="1238353"/>
              <a:ext cx="61863" cy="1380623"/>
            </a:xfrm>
            <a:custGeom>
              <a:rect b="b" l="l" r="r" t="t"/>
              <a:pathLst>
                <a:path extrusionOk="0" h="2321" w="104">
                  <a:moveTo>
                    <a:pt x="52" y="1"/>
                  </a:moveTo>
                  <a:cubicBezTo>
                    <a:pt x="23" y="1"/>
                    <a:pt x="1" y="23"/>
                    <a:pt x="1" y="52"/>
                  </a:cubicBezTo>
                  <a:lnTo>
                    <a:pt x="1" y="2270"/>
                  </a:lnTo>
                  <a:cubicBezTo>
                    <a:pt x="1" y="2298"/>
                    <a:pt x="23" y="2321"/>
                    <a:pt x="52" y="2321"/>
                  </a:cubicBezTo>
                  <a:cubicBezTo>
                    <a:pt x="81" y="2321"/>
                    <a:pt x="103" y="2298"/>
                    <a:pt x="103" y="2270"/>
                  </a:cubicBezTo>
                  <a:lnTo>
                    <a:pt x="103" y="52"/>
                  </a:lnTo>
                  <a:cubicBezTo>
                    <a:pt x="103" y="23"/>
                    <a:pt x="81" y="1"/>
                    <a:pt x="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0"/>
            <p:cNvSpPr/>
            <p:nvPr/>
          </p:nvSpPr>
          <p:spPr>
            <a:xfrm rot="-3560944">
              <a:off x="8698095" y="1000743"/>
              <a:ext cx="185590" cy="914863"/>
            </a:xfrm>
            <a:custGeom>
              <a:rect b="b" l="l" r="r" t="t"/>
              <a:pathLst>
                <a:path extrusionOk="0" h="1538" w="312">
                  <a:moveTo>
                    <a:pt x="156" y="1"/>
                  </a:moveTo>
                  <a:cubicBezTo>
                    <a:pt x="68" y="1"/>
                    <a:pt x="0" y="68"/>
                    <a:pt x="0" y="156"/>
                  </a:cubicBezTo>
                  <a:lnTo>
                    <a:pt x="0" y="1382"/>
                  </a:lnTo>
                  <a:cubicBezTo>
                    <a:pt x="0" y="1468"/>
                    <a:pt x="68" y="1537"/>
                    <a:pt x="156" y="1537"/>
                  </a:cubicBezTo>
                  <a:cubicBezTo>
                    <a:pt x="242" y="1537"/>
                    <a:pt x="311" y="1465"/>
                    <a:pt x="311" y="1382"/>
                  </a:cubicBezTo>
                  <a:lnTo>
                    <a:pt x="311" y="156"/>
                  </a:lnTo>
                  <a:cubicBezTo>
                    <a:pt x="311" y="68"/>
                    <a:pt x="242" y="1"/>
                    <a:pt x="1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0"/>
            <p:cNvSpPr/>
            <p:nvPr/>
          </p:nvSpPr>
          <p:spPr>
            <a:xfrm rot="-3560944">
              <a:off x="9854432" y="1666729"/>
              <a:ext cx="86847" cy="33311"/>
            </a:xfrm>
            <a:custGeom>
              <a:rect b="b" l="l" r="r" t="t"/>
              <a:pathLst>
                <a:path extrusionOk="0" h="56" w="146">
                  <a:moveTo>
                    <a:pt x="74" y="0"/>
                  </a:moveTo>
                  <a:cubicBezTo>
                    <a:pt x="74" y="0"/>
                    <a:pt x="70" y="5"/>
                    <a:pt x="66" y="5"/>
                  </a:cubicBezTo>
                  <a:cubicBezTo>
                    <a:pt x="66" y="7"/>
                    <a:pt x="64" y="7"/>
                    <a:pt x="62" y="7"/>
                  </a:cubicBezTo>
                  <a:cubicBezTo>
                    <a:pt x="58" y="7"/>
                    <a:pt x="58" y="7"/>
                    <a:pt x="54" y="9"/>
                  </a:cubicBezTo>
                  <a:cubicBezTo>
                    <a:pt x="49" y="9"/>
                    <a:pt x="47" y="11"/>
                    <a:pt x="45" y="11"/>
                  </a:cubicBezTo>
                  <a:cubicBezTo>
                    <a:pt x="45" y="11"/>
                    <a:pt x="43" y="11"/>
                    <a:pt x="39" y="15"/>
                  </a:cubicBezTo>
                  <a:cubicBezTo>
                    <a:pt x="35" y="15"/>
                    <a:pt x="33" y="15"/>
                    <a:pt x="31" y="17"/>
                  </a:cubicBezTo>
                  <a:cubicBezTo>
                    <a:pt x="31" y="17"/>
                    <a:pt x="27" y="17"/>
                    <a:pt x="25" y="19"/>
                  </a:cubicBezTo>
                  <a:cubicBezTo>
                    <a:pt x="23" y="19"/>
                    <a:pt x="21" y="21"/>
                    <a:pt x="13" y="25"/>
                  </a:cubicBezTo>
                  <a:cubicBezTo>
                    <a:pt x="11" y="25"/>
                    <a:pt x="11" y="27"/>
                    <a:pt x="6" y="27"/>
                  </a:cubicBezTo>
                  <a:cubicBezTo>
                    <a:pt x="4" y="27"/>
                    <a:pt x="4" y="27"/>
                    <a:pt x="0" y="29"/>
                  </a:cubicBezTo>
                  <a:lnTo>
                    <a:pt x="45" y="56"/>
                  </a:lnTo>
                  <a:cubicBezTo>
                    <a:pt x="47" y="56"/>
                    <a:pt x="51" y="56"/>
                    <a:pt x="54" y="54"/>
                  </a:cubicBezTo>
                  <a:cubicBezTo>
                    <a:pt x="56" y="54"/>
                    <a:pt x="56" y="50"/>
                    <a:pt x="58" y="50"/>
                  </a:cubicBezTo>
                  <a:cubicBezTo>
                    <a:pt x="62" y="50"/>
                    <a:pt x="62" y="48"/>
                    <a:pt x="64" y="48"/>
                  </a:cubicBezTo>
                  <a:cubicBezTo>
                    <a:pt x="66" y="48"/>
                    <a:pt x="70" y="48"/>
                    <a:pt x="74" y="46"/>
                  </a:cubicBezTo>
                  <a:cubicBezTo>
                    <a:pt x="74" y="46"/>
                    <a:pt x="76" y="41"/>
                    <a:pt x="78" y="41"/>
                  </a:cubicBezTo>
                  <a:cubicBezTo>
                    <a:pt x="80" y="41"/>
                    <a:pt x="86" y="41"/>
                    <a:pt x="88" y="39"/>
                  </a:cubicBezTo>
                  <a:cubicBezTo>
                    <a:pt x="88" y="39"/>
                    <a:pt x="90" y="37"/>
                    <a:pt x="94" y="37"/>
                  </a:cubicBezTo>
                  <a:cubicBezTo>
                    <a:pt x="96" y="37"/>
                    <a:pt x="99" y="35"/>
                    <a:pt x="101" y="35"/>
                  </a:cubicBezTo>
                  <a:cubicBezTo>
                    <a:pt x="105" y="35"/>
                    <a:pt x="107" y="31"/>
                    <a:pt x="109" y="31"/>
                  </a:cubicBezTo>
                  <a:cubicBezTo>
                    <a:pt x="109" y="29"/>
                    <a:pt x="111" y="29"/>
                    <a:pt x="115" y="29"/>
                  </a:cubicBezTo>
                  <a:cubicBezTo>
                    <a:pt x="117" y="27"/>
                    <a:pt x="119" y="27"/>
                    <a:pt x="125" y="27"/>
                  </a:cubicBezTo>
                  <a:lnTo>
                    <a:pt x="137" y="27"/>
                  </a:lnTo>
                  <a:cubicBezTo>
                    <a:pt x="139" y="27"/>
                    <a:pt x="141" y="29"/>
                    <a:pt x="146" y="29"/>
                  </a:cubicBezTo>
                  <a:lnTo>
                    <a:pt x="96" y="5"/>
                  </a:lnTo>
                  <a:cubicBezTo>
                    <a:pt x="94" y="0"/>
                    <a:pt x="94" y="0"/>
                    <a:pt x="9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0"/>
            <p:cNvSpPr/>
            <p:nvPr/>
          </p:nvSpPr>
          <p:spPr>
            <a:xfrm rot="-3560944">
              <a:off x="9791077" y="1753296"/>
              <a:ext cx="411034" cy="489553"/>
            </a:xfrm>
            <a:custGeom>
              <a:rect b="b" l="l" r="r" t="t"/>
              <a:pathLst>
                <a:path extrusionOk="0" h="823" w="691">
                  <a:moveTo>
                    <a:pt x="643" y="0"/>
                  </a:moveTo>
                  <a:lnTo>
                    <a:pt x="1" y="798"/>
                  </a:lnTo>
                  <a:lnTo>
                    <a:pt x="50" y="823"/>
                  </a:lnTo>
                  <a:lnTo>
                    <a:pt x="690" y="27"/>
                  </a:lnTo>
                  <a:lnTo>
                    <a:pt x="6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0"/>
            <p:cNvSpPr/>
            <p:nvPr/>
          </p:nvSpPr>
          <p:spPr>
            <a:xfrm rot="-3560944">
              <a:off x="10105590" y="2261353"/>
              <a:ext cx="54130" cy="99338"/>
            </a:xfrm>
            <a:custGeom>
              <a:rect b="b" l="l" r="r" t="t"/>
              <a:pathLst>
                <a:path extrusionOk="0" h="167" w="91">
                  <a:moveTo>
                    <a:pt x="40" y="0"/>
                  </a:moveTo>
                  <a:cubicBezTo>
                    <a:pt x="38" y="0"/>
                    <a:pt x="37" y="0"/>
                    <a:pt x="37" y="1"/>
                  </a:cubicBezTo>
                  <a:cubicBezTo>
                    <a:pt x="37" y="3"/>
                    <a:pt x="37" y="3"/>
                    <a:pt x="33" y="5"/>
                  </a:cubicBezTo>
                  <a:cubicBezTo>
                    <a:pt x="33" y="9"/>
                    <a:pt x="33" y="9"/>
                    <a:pt x="31" y="11"/>
                  </a:cubicBezTo>
                  <a:cubicBezTo>
                    <a:pt x="29" y="13"/>
                    <a:pt x="29" y="13"/>
                    <a:pt x="27" y="19"/>
                  </a:cubicBezTo>
                  <a:cubicBezTo>
                    <a:pt x="25" y="21"/>
                    <a:pt x="25" y="26"/>
                    <a:pt x="21" y="30"/>
                  </a:cubicBezTo>
                  <a:cubicBezTo>
                    <a:pt x="18" y="32"/>
                    <a:pt x="18" y="32"/>
                    <a:pt x="16" y="36"/>
                  </a:cubicBezTo>
                  <a:cubicBezTo>
                    <a:pt x="16" y="40"/>
                    <a:pt x="16" y="42"/>
                    <a:pt x="10" y="50"/>
                  </a:cubicBezTo>
                  <a:cubicBezTo>
                    <a:pt x="10" y="50"/>
                    <a:pt x="10" y="52"/>
                    <a:pt x="6" y="66"/>
                  </a:cubicBezTo>
                  <a:cubicBezTo>
                    <a:pt x="4" y="66"/>
                    <a:pt x="4" y="71"/>
                    <a:pt x="0" y="93"/>
                  </a:cubicBezTo>
                  <a:lnTo>
                    <a:pt x="0" y="101"/>
                  </a:lnTo>
                  <a:lnTo>
                    <a:pt x="0" y="105"/>
                  </a:lnTo>
                  <a:lnTo>
                    <a:pt x="10" y="118"/>
                  </a:lnTo>
                  <a:cubicBezTo>
                    <a:pt x="10" y="118"/>
                    <a:pt x="10" y="122"/>
                    <a:pt x="14" y="124"/>
                  </a:cubicBezTo>
                  <a:cubicBezTo>
                    <a:pt x="14" y="126"/>
                    <a:pt x="14" y="126"/>
                    <a:pt x="16" y="128"/>
                  </a:cubicBezTo>
                  <a:cubicBezTo>
                    <a:pt x="16" y="132"/>
                    <a:pt x="16" y="132"/>
                    <a:pt x="21" y="136"/>
                  </a:cubicBezTo>
                  <a:cubicBezTo>
                    <a:pt x="25" y="136"/>
                    <a:pt x="27" y="138"/>
                    <a:pt x="29" y="142"/>
                  </a:cubicBezTo>
                  <a:lnTo>
                    <a:pt x="72" y="164"/>
                  </a:lnTo>
                  <a:lnTo>
                    <a:pt x="72" y="164"/>
                  </a:lnTo>
                  <a:cubicBezTo>
                    <a:pt x="71" y="163"/>
                    <a:pt x="69" y="161"/>
                    <a:pt x="68" y="158"/>
                  </a:cubicBezTo>
                  <a:cubicBezTo>
                    <a:pt x="68" y="156"/>
                    <a:pt x="66" y="154"/>
                    <a:pt x="61" y="152"/>
                  </a:cubicBezTo>
                  <a:cubicBezTo>
                    <a:pt x="59" y="148"/>
                    <a:pt x="59" y="144"/>
                    <a:pt x="57" y="138"/>
                  </a:cubicBezTo>
                  <a:cubicBezTo>
                    <a:pt x="57" y="134"/>
                    <a:pt x="55" y="128"/>
                    <a:pt x="55" y="124"/>
                  </a:cubicBezTo>
                  <a:lnTo>
                    <a:pt x="55" y="107"/>
                  </a:lnTo>
                  <a:cubicBezTo>
                    <a:pt x="55" y="103"/>
                    <a:pt x="55" y="97"/>
                    <a:pt x="57" y="91"/>
                  </a:cubicBezTo>
                  <a:cubicBezTo>
                    <a:pt x="57" y="85"/>
                    <a:pt x="59" y="81"/>
                    <a:pt x="61" y="73"/>
                  </a:cubicBezTo>
                  <a:cubicBezTo>
                    <a:pt x="66" y="66"/>
                    <a:pt x="68" y="62"/>
                    <a:pt x="70" y="54"/>
                  </a:cubicBezTo>
                  <a:cubicBezTo>
                    <a:pt x="72" y="50"/>
                    <a:pt x="76" y="44"/>
                    <a:pt x="80" y="36"/>
                  </a:cubicBezTo>
                  <a:cubicBezTo>
                    <a:pt x="82" y="32"/>
                    <a:pt x="86" y="26"/>
                    <a:pt x="90" y="21"/>
                  </a:cubicBezTo>
                  <a:cubicBezTo>
                    <a:pt x="90" y="21"/>
                    <a:pt x="51" y="0"/>
                    <a:pt x="40" y="0"/>
                  </a:cubicBezTo>
                  <a:close/>
                  <a:moveTo>
                    <a:pt x="72" y="164"/>
                  </a:moveTo>
                  <a:cubicBezTo>
                    <a:pt x="75" y="166"/>
                    <a:pt x="77" y="167"/>
                    <a:pt x="78" y="167"/>
                  </a:cubicBezTo>
                  <a:lnTo>
                    <a:pt x="72" y="164"/>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0"/>
            <p:cNvSpPr/>
            <p:nvPr/>
          </p:nvSpPr>
          <p:spPr>
            <a:xfrm rot="-3560944">
              <a:off x="9815341" y="1706350"/>
              <a:ext cx="475277" cy="572831"/>
            </a:xfrm>
            <a:custGeom>
              <a:rect b="b" l="l" r="r" t="t"/>
              <a:pathLst>
                <a:path extrusionOk="0" h="963" w="799">
                  <a:moveTo>
                    <a:pt x="770" y="0"/>
                  </a:moveTo>
                  <a:cubicBezTo>
                    <a:pt x="748" y="0"/>
                    <a:pt x="714" y="9"/>
                    <a:pt x="688" y="20"/>
                  </a:cubicBezTo>
                  <a:lnTo>
                    <a:pt x="48" y="816"/>
                  </a:lnTo>
                  <a:cubicBezTo>
                    <a:pt x="13" y="857"/>
                    <a:pt x="1" y="912"/>
                    <a:pt x="19" y="942"/>
                  </a:cubicBezTo>
                  <a:cubicBezTo>
                    <a:pt x="26" y="955"/>
                    <a:pt x="38" y="962"/>
                    <a:pt x="52" y="962"/>
                  </a:cubicBezTo>
                  <a:cubicBezTo>
                    <a:pt x="62" y="962"/>
                    <a:pt x="72" y="958"/>
                    <a:pt x="83" y="951"/>
                  </a:cubicBezTo>
                  <a:cubicBezTo>
                    <a:pt x="93" y="944"/>
                    <a:pt x="101" y="934"/>
                    <a:pt x="111" y="924"/>
                  </a:cubicBezTo>
                  <a:lnTo>
                    <a:pt x="754" y="130"/>
                  </a:lnTo>
                  <a:cubicBezTo>
                    <a:pt x="787" y="89"/>
                    <a:pt x="799" y="32"/>
                    <a:pt x="780" y="1"/>
                  </a:cubicBezTo>
                  <a:cubicBezTo>
                    <a:pt x="777" y="1"/>
                    <a:pt x="774" y="0"/>
                    <a:pt x="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40"/>
            <p:cNvSpPr/>
            <p:nvPr/>
          </p:nvSpPr>
          <p:spPr>
            <a:xfrm rot="-3560944">
              <a:off x="9917319" y="1677687"/>
              <a:ext cx="54130" cy="71381"/>
            </a:xfrm>
            <a:custGeom>
              <a:rect b="b" l="l" r="r" t="t"/>
              <a:pathLst>
                <a:path extrusionOk="0" h="120" w="91">
                  <a:moveTo>
                    <a:pt x="73" y="1"/>
                  </a:moveTo>
                  <a:cubicBezTo>
                    <a:pt x="70" y="1"/>
                    <a:pt x="60" y="7"/>
                    <a:pt x="27" y="27"/>
                  </a:cubicBezTo>
                  <a:cubicBezTo>
                    <a:pt x="27" y="30"/>
                    <a:pt x="27" y="30"/>
                    <a:pt x="23" y="34"/>
                  </a:cubicBezTo>
                  <a:cubicBezTo>
                    <a:pt x="23" y="34"/>
                    <a:pt x="23" y="36"/>
                    <a:pt x="11" y="77"/>
                  </a:cubicBezTo>
                  <a:lnTo>
                    <a:pt x="1" y="103"/>
                  </a:lnTo>
                  <a:cubicBezTo>
                    <a:pt x="1" y="107"/>
                    <a:pt x="3" y="107"/>
                    <a:pt x="9" y="111"/>
                  </a:cubicBezTo>
                  <a:lnTo>
                    <a:pt x="19" y="117"/>
                  </a:lnTo>
                  <a:lnTo>
                    <a:pt x="19" y="117"/>
                  </a:lnTo>
                  <a:cubicBezTo>
                    <a:pt x="19" y="116"/>
                    <a:pt x="18" y="111"/>
                    <a:pt x="11" y="99"/>
                  </a:cubicBezTo>
                  <a:lnTo>
                    <a:pt x="11" y="93"/>
                  </a:lnTo>
                  <a:lnTo>
                    <a:pt x="11" y="89"/>
                  </a:lnTo>
                  <a:lnTo>
                    <a:pt x="11" y="83"/>
                  </a:lnTo>
                  <a:cubicBezTo>
                    <a:pt x="13" y="83"/>
                    <a:pt x="13" y="81"/>
                    <a:pt x="13" y="79"/>
                  </a:cubicBezTo>
                  <a:cubicBezTo>
                    <a:pt x="13" y="79"/>
                    <a:pt x="17" y="77"/>
                    <a:pt x="17" y="72"/>
                  </a:cubicBezTo>
                  <a:cubicBezTo>
                    <a:pt x="17" y="72"/>
                    <a:pt x="17" y="70"/>
                    <a:pt x="19" y="68"/>
                  </a:cubicBezTo>
                  <a:cubicBezTo>
                    <a:pt x="19" y="68"/>
                    <a:pt x="21" y="66"/>
                    <a:pt x="21" y="62"/>
                  </a:cubicBezTo>
                  <a:cubicBezTo>
                    <a:pt x="21" y="62"/>
                    <a:pt x="21" y="60"/>
                    <a:pt x="23" y="58"/>
                  </a:cubicBezTo>
                  <a:cubicBezTo>
                    <a:pt x="23" y="58"/>
                    <a:pt x="23" y="56"/>
                    <a:pt x="30" y="48"/>
                  </a:cubicBezTo>
                  <a:cubicBezTo>
                    <a:pt x="30" y="46"/>
                    <a:pt x="30" y="46"/>
                    <a:pt x="32" y="44"/>
                  </a:cubicBezTo>
                  <a:cubicBezTo>
                    <a:pt x="32" y="40"/>
                    <a:pt x="32" y="40"/>
                    <a:pt x="34" y="38"/>
                  </a:cubicBezTo>
                  <a:lnTo>
                    <a:pt x="40" y="34"/>
                  </a:lnTo>
                  <a:lnTo>
                    <a:pt x="44" y="27"/>
                  </a:lnTo>
                  <a:lnTo>
                    <a:pt x="50" y="23"/>
                  </a:lnTo>
                  <a:lnTo>
                    <a:pt x="54" y="17"/>
                  </a:lnTo>
                  <a:cubicBezTo>
                    <a:pt x="58" y="17"/>
                    <a:pt x="58" y="17"/>
                    <a:pt x="60" y="15"/>
                  </a:cubicBezTo>
                  <a:cubicBezTo>
                    <a:pt x="62" y="15"/>
                    <a:pt x="62" y="15"/>
                    <a:pt x="64" y="13"/>
                  </a:cubicBezTo>
                  <a:cubicBezTo>
                    <a:pt x="64" y="13"/>
                    <a:pt x="68" y="9"/>
                    <a:pt x="81" y="7"/>
                  </a:cubicBezTo>
                  <a:cubicBezTo>
                    <a:pt x="83" y="7"/>
                    <a:pt x="83" y="7"/>
                    <a:pt x="91" y="9"/>
                  </a:cubicBezTo>
                  <a:lnTo>
                    <a:pt x="75" y="3"/>
                  </a:lnTo>
                  <a:cubicBezTo>
                    <a:pt x="75" y="2"/>
                    <a:pt x="74" y="1"/>
                    <a:pt x="73" y="1"/>
                  </a:cubicBezTo>
                  <a:close/>
                  <a:moveTo>
                    <a:pt x="19" y="117"/>
                  </a:moveTo>
                  <a:cubicBezTo>
                    <a:pt x="19" y="117"/>
                    <a:pt x="19" y="117"/>
                    <a:pt x="19" y="117"/>
                  </a:cubicBezTo>
                  <a:cubicBezTo>
                    <a:pt x="21" y="120"/>
                    <a:pt x="21" y="120"/>
                    <a:pt x="23" y="120"/>
                  </a:cubicBezTo>
                  <a:lnTo>
                    <a:pt x="19" y="1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0"/>
            <p:cNvSpPr/>
            <p:nvPr/>
          </p:nvSpPr>
          <p:spPr>
            <a:xfrm rot="-3560944">
              <a:off x="9925204" y="1671679"/>
              <a:ext cx="49372" cy="63648"/>
            </a:xfrm>
            <a:custGeom>
              <a:rect b="b" l="l" r="r" t="t"/>
              <a:pathLst>
                <a:path extrusionOk="0" h="107" w="83">
                  <a:moveTo>
                    <a:pt x="59" y="1"/>
                  </a:moveTo>
                  <a:cubicBezTo>
                    <a:pt x="53" y="1"/>
                    <a:pt x="46" y="4"/>
                    <a:pt x="39" y="9"/>
                  </a:cubicBezTo>
                  <a:cubicBezTo>
                    <a:pt x="19" y="24"/>
                    <a:pt x="0" y="54"/>
                    <a:pt x="4" y="81"/>
                  </a:cubicBezTo>
                  <a:cubicBezTo>
                    <a:pt x="6" y="98"/>
                    <a:pt x="15" y="107"/>
                    <a:pt x="27" y="107"/>
                  </a:cubicBezTo>
                  <a:cubicBezTo>
                    <a:pt x="33" y="107"/>
                    <a:pt x="39" y="105"/>
                    <a:pt x="45" y="101"/>
                  </a:cubicBezTo>
                  <a:cubicBezTo>
                    <a:pt x="66" y="85"/>
                    <a:pt x="82" y="54"/>
                    <a:pt x="80" y="30"/>
                  </a:cubicBezTo>
                  <a:cubicBezTo>
                    <a:pt x="79" y="11"/>
                    <a:pt x="70" y="1"/>
                    <a:pt x="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0"/>
            <p:cNvSpPr/>
            <p:nvPr/>
          </p:nvSpPr>
          <p:spPr>
            <a:xfrm rot="-3560944">
              <a:off x="10127404" y="2235911"/>
              <a:ext cx="54130" cy="69596"/>
            </a:xfrm>
            <a:custGeom>
              <a:rect b="b" l="l" r="r" t="t"/>
              <a:pathLst>
                <a:path extrusionOk="0" h="117" w="91">
                  <a:moveTo>
                    <a:pt x="74" y="1"/>
                  </a:moveTo>
                  <a:cubicBezTo>
                    <a:pt x="72" y="1"/>
                    <a:pt x="63" y="5"/>
                    <a:pt x="25" y="28"/>
                  </a:cubicBezTo>
                  <a:cubicBezTo>
                    <a:pt x="25" y="30"/>
                    <a:pt x="25" y="30"/>
                    <a:pt x="23" y="32"/>
                  </a:cubicBezTo>
                  <a:cubicBezTo>
                    <a:pt x="23" y="32"/>
                    <a:pt x="23" y="34"/>
                    <a:pt x="11" y="75"/>
                  </a:cubicBezTo>
                  <a:cubicBezTo>
                    <a:pt x="11" y="79"/>
                    <a:pt x="11" y="79"/>
                    <a:pt x="1" y="102"/>
                  </a:cubicBezTo>
                  <a:lnTo>
                    <a:pt x="5" y="106"/>
                  </a:lnTo>
                  <a:cubicBezTo>
                    <a:pt x="7" y="106"/>
                    <a:pt x="7" y="106"/>
                    <a:pt x="11" y="108"/>
                  </a:cubicBezTo>
                  <a:lnTo>
                    <a:pt x="19" y="113"/>
                  </a:lnTo>
                  <a:lnTo>
                    <a:pt x="19" y="113"/>
                  </a:lnTo>
                  <a:cubicBezTo>
                    <a:pt x="18" y="111"/>
                    <a:pt x="16" y="106"/>
                    <a:pt x="11" y="96"/>
                  </a:cubicBezTo>
                  <a:lnTo>
                    <a:pt x="11" y="91"/>
                  </a:lnTo>
                  <a:lnTo>
                    <a:pt x="11" y="85"/>
                  </a:lnTo>
                  <a:lnTo>
                    <a:pt x="11" y="81"/>
                  </a:lnTo>
                  <a:cubicBezTo>
                    <a:pt x="13" y="81"/>
                    <a:pt x="13" y="79"/>
                    <a:pt x="13" y="75"/>
                  </a:cubicBezTo>
                  <a:cubicBezTo>
                    <a:pt x="13" y="75"/>
                    <a:pt x="15" y="73"/>
                    <a:pt x="15" y="71"/>
                  </a:cubicBezTo>
                  <a:cubicBezTo>
                    <a:pt x="15" y="71"/>
                    <a:pt x="15" y="69"/>
                    <a:pt x="19" y="65"/>
                  </a:cubicBezTo>
                  <a:cubicBezTo>
                    <a:pt x="19" y="65"/>
                    <a:pt x="21" y="63"/>
                    <a:pt x="21" y="61"/>
                  </a:cubicBezTo>
                  <a:cubicBezTo>
                    <a:pt x="21" y="61"/>
                    <a:pt x="21" y="59"/>
                    <a:pt x="23" y="55"/>
                  </a:cubicBezTo>
                  <a:cubicBezTo>
                    <a:pt x="23" y="53"/>
                    <a:pt x="23" y="53"/>
                    <a:pt x="29" y="44"/>
                  </a:cubicBezTo>
                  <a:cubicBezTo>
                    <a:pt x="29" y="42"/>
                    <a:pt x="29" y="42"/>
                    <a:pt x="32" y="40"/>
                  </a:cubicBezTo>
                  <a:cubicBezTo>
                    <a:pt x="32" y="38"/>
                    <a:pt x="32" y="38"/>
                    <a:pt x="34" y="34"/>
                  </a:cubicBezTo>
                  <a:lnTo>
                    <a:pt x="40" y="30"/>
                  </a:lnTo>
                  <a:lnTo>
                    <a:pt x="44" y="24"/>
                  </a:lnTo>
                  <a:lnTo>
                    <a:pt x="50" y="20"/>
                  </a:lnTo>
                  <a:cubicBezTo>
                    <a:pt x="52" y="20"/>
                    <a:pt x="52" y="20"/>
                    <a:pt x="54" y="18"/>
                  </a:cubicBezTo>
                  <a:cubicBezTo>
                    <a:pt x="56" y="18"/>
                    <a:pt x="56" y="18"/>
                    <a:pt x="60" y="14"/>
                  </a:cubicBezTo>
                  <a:cubicBezTo>
                    <a:pt x="62" y="14"/>
                    <a:pt x="62" y="12"/>
                    <a:pt x="81" y="8"/>
                  </a:cubicBezTo>
                  <a:cubicBezTo>
                    <a:pt x="83" y="8"/>
                    <a:pt x="83" y="8"/>
                    <a:pt x="91" y="10"/>
                  </a:cubicBezTo>
                  <a:lnTo>
                    <a:pt x="74" y="1"/>
                  </a:lnTo>
                  <a:cubicBezTo>
                    <a:pt x="74" y="1"/>
                    <a:pt x="74" y="1"/>
                    <a:pt x="74" y="1"/>
                  </a:cubicBezTo>
                  <a:close/>
                  <a:moveTo>
                    <a:pt x="19" y="113"/>
                  </a:moveTo>
                  <a:cubicBezTo>
                    <a:pt x="20" y="114"/>
                    <a:pt x="21" y="114"/>
                    <a:pt x="21" y="114"/>
                  </a:cubicBezTo>
                  <a:cubicBezTo>
                    <a:pt x="23" y="116"/>
                    <a:pt x="23" y="116"/>
                    <a:pt x="25" y="116"/>
                  </a:cubicBezTo>
                  <a:lnTo>
                    <a:pt x="19" y="1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0"/>
            <p:cNvSpPr/>
            <p:nvPr/>
          </p:nvSpPr>
          <p:spPr>
            <a:xfrm rot="-3560944">
              <a:off x="10136569" y="2230363"/>
              <a:ext cx="49372" cy="62458"/>
            </a:xfrm>
            <a:custGeom>
              <a:rect b="b" l="l" r="r" t="t"/>
              <a:pathLst>
                <a:path extrusionOk="0" h="105" w="83">
                  <a:moveTo>
                    <a:pt x="57" y="0"/>
                  </a:moveTo>
                  <a:cubicBezTo>
                    <a:pt x="52" y="0"/>
                    <a:pt x="46" y="2"/>
                    <a:pt x="39" y="6"/>
                  </a:cubicBezTo>
                  <a:cubicBezTo>
                    <a:pt x="19" y="22"/>
                    <a:pt x="0" y="53"/>
                    <a:pt x="2" y="77"/>
                  </a:cubicBezTo>
                  <a:cubicBezTo>
                    <a:pt x="5" y="95"/>
                    <a:pt x="13" y="105"/>
                    <a:pt x="25" y="105"/>
                  </a:cubicBezTo>
                  <a:cubicBezTo>
                    <a:pt x="30" y="105"/>
                    <a:pt x="37" y="103"/>
                    <a:pt x="43" y="98"/>
                  </a:cubicBezTo>
                  <a:cubicBezTo>
                    <a:pt x="64" y="83"/>
                    <a:pt x="82" y="53"/>
                    <a:pt x="80" y="26"/>
                  </a:cubicBezTo>
                  <a:cubicBezTo>
                    <a:pt x="79" y="9"/>
                    <a:pt x="69" y="0"/>
                    <a:pt x="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0"/>
            <p:cNvSpPr/>
            <p:nvPr/>
          </p:nvSpPr>
          <p:spPr>
            <a:xfrm rot="-3560944">
              <a:off x="9722875" y="-2971978"/>
              <a:ext cx="1409770" cy="1911220"/>
            </a:xfrm>
            <a:custGeom>
              <a:rect b="b" l="l" r="r" t="t"/>
              <a:pathLst>
                <a:path extrusionOk="0" h="3213" w="2370">
                  <a:moveTo>
                    <a:pt x="1" y="0"/>
                  </a:moveTo>
                  <a:lnTo>
                    <a:pt x="11" y="6"/>
                  </a:lnTo>
                  <a:lnTo>
                    <a:pt x="11" y="6"/>
                  </a:lnTo>
                  <a:cubicBezTo>
                    <a:pt x="8" y="4"/>
                    <a:pt x="4" y="2"/>
                    <a:pt x="1" y="0"/>
                  </a:cubicBezTo>
                  <a:close/>
                  <a:moveTo>
                    <a:pt x="11" y="6"/>
                  </a:moveTo>
                  <a:cubicBezTo>
                    <a:pt x="48" y="27"/>
                    <a:pt x="81" y="54"/>
                    <a:pt x="113" y="88"/>
                  </a:cubicBezTo>
                  <a:cubicBezTo>
                    <a:pt x="735" y="706"/>
                    <a:pt x="2137" y="2991"/>
                    <a:pt x="2214" y="3116"/>
                  </a:cubicBezTo>
                  <a:lnTo>
                    <a:pt x="2370" y="3212"/>
                  </a:lnTo>
                  <a:cubicBezTo>
                    <a:pt x="2294" y="3087"/>
                    <a:pt x="811" y="749"/>
                    <a:pt x="189" y="131"/>
                  </a:cubicBezTo>
                  <a:cubicBezTo>
                    <a:pt x="152" y="94"/>
                    <a:pt x="117" y="68"/>
                    <a:pt x="76" y="43"/>
                  </a:cubicBezTo>
                  <a:lnTo>
                    <a:pt x="11" y="6"/>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0"/>
            <p:cNvSpPr/>
            <p:nvPr/>
          </p:nvSpPr>
          <p:spPr>
            <a:xfrm rot="-3560944">
              <a:off x="7013518" y="-1594397"/>
              <a:ext cx="3058071" cy="1532902"/>
            </a:xfrm>
            <a:custGeom>
              <a:rect b="b" l="l" r="r" t="t"/>
              <a:pathLst>
                <a:path extrusionOk="0" h="2577" w="5141">
                  <a:moveTo>
                    <a:pt x="4389" y="1"/>
                  </a:moveTo>
                  <a:cubicBezTo>
                    <a:pt x="4381" y="1"/>
                    <a:pt x="4373" y="5"/>
                    <a:pt x="4367" y="5"/>
                  </a:cubicBezTo>
                  <a:cubicBezTo>
                    <a:pt x="4350" y="5"/>
                    <a:pt x="4338" y="7"/>
                    <a:pt x="4324" y="7"/>
                  </a:cubicBezTo>
                  <a:cubicBezTo>
                    <a:pt x="4318" y="7"/>
                    <a:pt x="4309" y="7"/>
                    <a:pt x="4305" y="9"/>
                  </a:cubicBezTo>
                  <a:cubicBezTo>
                    <a:pt x="4297" y="11"/>
                    <a:pt x="4287" y="11"/>
                    <a:pt x="4279" y="11"/>
                  </a:cubicBezTo>
                  <a:cubicBezTo>
                    <a:pt x="4266" y="15"/>
                    <a:pt x="4256" y="15"/>
                    <a:pt x="4246" y="17"/>
                  </a:cubicBezTo>
                  <a:cubicBezTo>
                    <a:pt x="4242" y="19"/>
                    <a:pt x="4236" y="19"/>
                    <a:pt x="4232" y="19"/>
                  </a:cubicBezTo>
                  <a:cubicBezTo>
                    <a:pt x="4217" y="21"/>
                    <a:pt x="4207" y="25"/>
                    <a:pt x="4195" y="27"/>
                  </a:cubicBezTo>
                  <a:cubicBezTo>
                    <a:pt x="4187" y="30"/>
                    <a:pt x="4181" y="30"/>
                    <a:pt x="4172" y="32"/>
                  </a:cubicBezTo>
                  <a:cubicBezTo>
                    <a:pt x="4170" y="32"/>
                    <a:pt x="4166" y="36"/>
                    <a:pt x="4164" y="36"/>
                  </a:cubicBezTo>
                  <a:cubicBezTo>
                    <a:pt x="4144" y="40"/>
                    <a:pt x="4125" y="42"/>
                    <a:pt x="4105" y="48"/>
                  </a:cubicBezTo>
                  <a:cubicBezTo>
                    <a:pt x="4103" y="48"/>
                    <a:pt x="4101" y="50"/>
                    <a:pt x="4101" y="50"/>
                  </a:cubicBezTo>
                  <a:cubicBezTo>
                    <a:pt x="4095" y="52"/>
                    <a:pt x="4091" y="52"/>
                    <a:pt x="4088" y="56"/>
                  </a:cubicBezTo>
                  <a:cubicBezTo>
                    <a:pt x="4074" y="60"/>
                    <a:pt x="4062" y="62"/>
                    <a:pt x="4050" y="66"/>
                  </a:cubicBezTo>
                  <a:cubicBezTo>
                    <a:pt x="4041" y="68"/>
                    <a:pt x="4033" y="70"/>
                    <a:pt x="4023" y="73"/>
                  </a:cubicBezTo>
                  <a:cubicBezTo>
                    <a:pt x="4019" y="77"/>
                    <a:pt x="4013" y="77"/>
                    <a:pt x="4011" y="79"/>
                  </a:cubicBezTo>
                  <a:cubicBezTo>
                    <a:pt x="4007" y="81"/>
                    <a:pt x="4003" y="81"/>
                    <a:pt x="4001" y="83"/>
                  </a:cubicBezTo>
                  <a:cubicBezTo>
                    <a:pt x="3986" y="91"/>
                    <a:pt x="3968" y="97"/>
                    <a:pt x="3951" y="101"/>
                  </a:cubicBezTo>
                  <a:cubicBezTo>
                    <a:pt x="3947" y="103"/>
                    <a:pt x="3945" y="103"/>
                    <a:pt x="3941" y="107"/>
                  </a:cubicBezTo>
                  <a:cubicBezTo>
                    <a:pt x="3937" y="109"/>
                    <a:pt x="3935" y="109"/>
                    <a:pt x="3931" y="111"/>
                  </a:cubicBezTo>
                  <a:cubicBezTo>
                    <a:pt x="3925" y="113"/>
                    <a:pt x="3917" y="120"/>
                    <a:pt x="3908" y="122"/>
                  </a:cubicBezTo>
                  <a:cubicBezTo>
                    <a:pt x="3894" y="130"/>
                    <a:pt x="3880" y="134"/>
                    <a:pt x="3865" y="142"/>
                  </a:cubicBezTo>
                  <a:cubicBezTo>
                    <a:pt x="3863" y="144"/>
                    <a:pt x="3859" y="144"/>
                    <a:pt x="3857" y="148"/>
                  </a:cubicBezTo>
                  <a:lnTo>
                    <a:pt x="232" y="2002"/>
                  </a:lnTo>
                  <a:cubicBezTo>
                    <a:pt x="228" y="2004"/>
                    <a:pt x="228" y="2004"/>
                    <a:pt x="226" y="2004"/>
                  </a:cubicBezTo>
                  <a:cubicBezTo>
                    <a:pt x="224" y="2006"/>
                    <a:pt x="218" y="2010"/>
                    <a:pt x="216" y="2010"/>
                  </a:cubicBezTo>
                  <a:cubicBezTo>
                    <a:pt x="214" y="2012"/>
                    <a:pt x="207" y="2014"/>
                    <a:pt x="205" y="2016"/>
                  </a:cubicBezTo>
                  <a:cubicBezTo>
                    <a:pt x="203" y="2020"/>
                    <a:pt x="201" y="2022"/>
                    <a:pt x="195" y="2024"/>
                  </a:cubicBezTo>
                  <a:cubicBezTo>
                    <a:pt x="193" y="2026"/>
                    <a:pt x="191" y="2030"/>
                    <a:pt x="185" y="2032"/>
                  </a:cubicBezTo>
                  <a:cubicBezTo>
                    <a:pt x="183" y="2035"/>
                    <a:pt x="181" y="2035"/>
                    <a:pt x="181" y="2037"/>
                  </a:cubicBezTo>
                  <a:cubicBezTo>
                    <a:pt x="173" y="2043"/>
                    <a:pt x="171" y="2045"/>
                    <a:pt x="166" y="2047"/>
                  </a:cubicBezTo>
                  <a:lnTo>
                    <a:pt x="160" y="2055"/>
                  </a:lnTo>
                  <a:lnTo>
                    <a:pt x="152" y="2063"/>
                  </a:lnTo>
                  <a:cubicBezTo>
                    <a:pt x="150" y="2065"/>
                    <a:pt x="146" y="2067"/>
                    <a:pt x="146" y="2071"/>
                  </a:cubicBezTo>
                  <a:cubicBezTo>
                    <a:pt x="144" y="2073"/>
                    <a:pt x="142" y="2075"/>
                    <a:pt x="142" y="2078"/>
                  </a:cubicBezTo>
                  <a:cubicBezTo>
                    <a:pt x="140" y="2082"/>
                    <a:pt x="140" y="2084"/>
                    <a:pt x="136" y="2084"/>
                  </a:cubicBezTo>
                  <a:lnTo>
                    <a:pt x="130" y="2092"/>
                  </a:lnTo>
                  <a:cubicBezTo>
                    <a:pt x="126" y="2094"/>
                    <a:pt x="126" y="2096"/>
                    <a:pt x="123" y="2098"/>
                  </a:cubicBezTo>
                  <a:cubicBezTo>
                    <a:pt x="121" y="2102"/>
                    <a:pt x="121" y="2104"/>
                    <a:pt x="119" y="2104"/>
                  </a:cubicBezTo>
                  <a:cubicBezTo>
                    <a:pt x="115" y="2106"/>
                    <a:pt x="113" y="2108"/>
                    <a:pt x="113" y="2112"/>
                  </a:cubicBezTo>
                  <a:cubicBezTo>
                    <a:pt x="111" y="2114"/>
                    <a:pt x="109" y="2116"/>
                    <a:pt x="109" y="2118"/>
                  </a:cubicBezTo>
                  <a:lnTo>
                    <a:pt x="101" y="2127"/>
                  </a:lnTo>
                  <a:cubicBezTo>
                    <a:pt x="99" y="2129"/>
                    <a:pt x="99" y="2133"/>
                    <a:pt x="95" y="2133"/>
                  </a:cubicBezTo>
                  <a:cubicBezTo>
                    <a:pt x="93" y="2137"/>
                    <a:pt x="91" y="2137"/>
                    <a:pt x="91" y="2139"/>
                  </a:cubicBezTo>
                  <a:lnTo>
                    <a:pt x="74" y="2163"/>
                  </a:lnTo>
                  <a:cubicBezTo>
                    <a:pt x="72" y="2165"/>
                    <a:pt x="70" y="2170"/>
                    <a:pt x="68" y="2174"/>
                  </a:cubicBezTo>
                  <a:cubicBezTo>
                    <a:pt x="64" y="2178"/>
                    <a:pt x="62" y="2180"/>
                    <a:pt x="62" y="2184"/>
                  </a:cubicBezTo>
                  <a:cubicBezTo>
                    <a:pt x="60" y="2188"/>
                    <a:pt x="60" y="2188"/>
                    <a:pt x="58" y="2190"/>
                  </a:cubicBezTo>
                  <a:cubicBezTo>
                    <a:pt x="54" y="2194"/>
                    <a:pt x="54" y="2196"/>
                    <a:pt x="52" y="2198"/>
                  </a:cubicBezTo>
                  <a:cubicBezTo>
                    <a:pt x="50" y="2200"/>
                    <a:pt x="50" y="2204"/>
                    <a:pt x="48" y="2206"/>
                  </a:cubicBezTo>
                  <a:cubicBezTo>
                    <a:pt x="44" y="2208"/>
                    <a:pt x="44" y="2210"/>
                    <a:pt x="44" y="2215"/>
                  </a:cubicBezTo>
                  <a:cubicBezTo>
                    <a:pt x="42" y="2217"/>
                    <a:pt x="42" y="2219"/>
                    <a:pt x="42" y="2221"/>
                  </a:cubicBezTo>
                  <a:cubicBezTo>
                    <a:pt x="40" y="2225"/>
                    <a:pt x="40" y="2227"/>
                    <a:pt x="40" y="2229"/>
                  </a:cubicBezTo>
                  <a:cubicBezTo>
                    <a:pt x="38" y="2231"/>
                    <a:pt x="38" y="2235"/>
                    <a:pt x="38" y="2237"/>
                  </a:cubicBezTo>
                  <a:cubicBezTo>
                    <a:pt x="38" y="2239"/>
                    <a:pt x="33" y="2241"/>
                    <a:pt x="33" y="2245"/>
                  </a:cubicBezTo>
                  <a:cubicBezTo>
                    <a:pt x="31" y="2249"/>
                    <a:pt x="31" y="2251"/>
                    <a:pt x="31" y="2251"/>
                  </a:cubicBezTo>
                  <a:cubicBezTo>
                    <a:pt x="29" y="2256"/>
                    <a:pt x="29" y="2258"/>
                    <a:pt x="29" y="2260"/>
                  </a:cubicBezTo>
                  <a:cubicBezTo>
                    <a:pt x="27" y="2262"/>
                    <a:pt x="27" y="2268"/>
                    <a:pt x="27" y="2270"/>
                  </a:cubicBezTo>
                  <a:cubicBezTo>
                    <a:pt x="23" y="2272"/>
                    <a:pt x="23" y="2276"/>
                    <a:pt x="23" y="2280"/>
                  </a:cubicBezTo>
                  <a:cubicBezTo>
                    <a:pt x="21" y="2282"/>
                    <a:pt x="21" y="2288"/>
                    <a:pt x="21" y="2290"/>
                  </a:cubicBezTo>
                  <a:cubicBezTo>
                    <a:pt x="19" y="2296"/>
                    <a:pt x="19" y="2298"/>
                    <a:pt x="19" y="2301"/>
                  </a:cubicBezTo>
                  <a:cubicBezTo>
                    <a:pt x="19" y="2303"/>
                    <a:pt x="17" y="2307"/>
                    <a:pt x="17" y="2309"/>
                  </a:cubicBezTo>
                  <a:cubicBezTo>
                    <a:pt x="13" y="2317"/>
                    <a:pt x="13" y="2319"/>
                    <a:pt x="13" y="2323"/>
                  </a:cubicBezTo>
                  <a:cubicBezTo>
                    <a:pt x="13" y="2329"/>
                    <a:pt x="11" y="2331"/>
                    <a:pt x="11" y="2333"/>
                  </a:cubicBezTo>
                  <a:cubicBezTo>
                    <a:pt x="11" y="2339"/>
                    <a:pt x="9" y="2341"/>
                    <a:pt x="9" y="2343"/>
                  </a:cubicBezTo>
                  <a:cubicBezTo>
                    <a:pt x="9" y="2350"/>
                    <a:pt x="5" y="2352"/>
                    <a:pt x="5" y="2354"/>
                  </a:cubicBezTo>
                  <a:cubicBezTo>
                    <a:pt x="5" y="2360"/>
                    <a:pt x="3" y="2362"/>
                    <a:pt x="3" y="2364"/>
                  </a:cubicBezTo>
                  <a:cubicBezTo>
                    <a:pt x="3" y="2370"/>
                    <a:pt x="3" y="2372"/>
                    <a:pt x="1" y="2378"/>
                  </a:cubicBezTo>
                  <a:lnTo>
                    <a:pt x="1" y="2388"/>
                  </a:lnTo>
                  <a:lnTo>
                    <a:pt x="1" y="2399"/>
                  </a:lnTo>
                  <a:lnTo>
                    <a:pt x="1" y="2411"/>
                  </a:lnTo>
                  <a:cubicBezTo>
                    <a:pt x="1" y="2415"/>
                    <a:pt x="1" y="2419"/>
                    <a:pt x="3" y="2421"/>
                  </a:cubicBezTo>
                  <a:cubicBezTo>
                    <a:pt x="3" y="2425"/>
                    <a:pt x="5" y="2429"/>
                    <a:pt x="5" y="2431"/>
                  </a:cubicBezTo>
                  <a:cubicBezTo>
                    <a:pt x="5" y="2436"/>
                    <a:pt x="9" y="2440"/>
                    <a:pt x="9" y="2442"/>
                  </a:cubicBezTo>
                  <a:cubicBezTo>
                    <a:pt x="11" y="2446"/>
                    <a:pt x="11" y="2450"/>
                    <a:pt x="11" y="2452"/>
                  </a:cubicBezTo>
                  <a:cubicBezTo>
                    <a:pt x="11" y="2454"/>
                    <a:pt x="13" y="2454"/>
                    <a:pt x="13" y="2456"/>
                  </a:cubicBezTo>
                  <a:cubicBezTo>
                    <a:pt x="17" y="2462"/>
                    <a:pt x="17" y="2462"/>
                    <a:pt x="17" y="2464"/>
                  </a:cubicBezTo>
                  <a:cubicBezTo>
                    <a:pt x="19" y="2468"/>
                    <a:pt x="19" y="2474"/>
                    <a:pt x="21" y="2476"/>
                  </a:cubicBezTo>
                  <a:cubicBezTo>
                    <a:pt x="23" y="2483"/>
                    <a:pt x="27" y="2485"/>
                    <a:pt x="27" y="2487"/>
                  </a:cubicBezTo>
                  <a:cubicBezTo>
                    <a:pt x="31" y="2497"/>
                    <a:pt x="38" y="2503"/>
                    <a:pt x="40" y="2507"/>
                  </a:cubicBezTo>
                  <a:lnTo>
                    <a:pt x="48" y="2515"/>
                  </a:lnTo>
                  <a:cubicBezTo>
                    <a:pt x="54" y="2524"/>
                    <a:pt x="62" y="2528"/>
                    <a:pt x="70" y="2534"/>
                  </a:cubicBezTo>
                  <a:lnTo>
                    <a:pt x="144" y="2577"/>
                  </a:lnTo>
                  <a:cubicBezTo>
                    <a:pt x="136" y="2571"/>
                    <a:pt x="128" y="2566"/>
                    <a:pt x="121" y="2558"/>
                  </a:cubicBezTo>
                  <a:lnTo>
                    <a:pt x="113" y="2550"/>
                  </a:lnTo>
                  <a:cubicBezTo>
                    <a:pt x="109" y="2546"/>
                    <a:pt x="103" y="2540"/>
                    <a:pt x="101" y="2534"/>
                  </a:cubicBezTo>
                  <a:cubicBezTo>
                    <a:pt x="93" y="2519"/>
                    <a:pt x="91" y="2513"/>
                    <a:pt x="89" y="2503"/>
                  </a:cubicBezTo>
                  <a:cubicBezTo>
                    <a:pt x="83" y="2489"/>
                    <a:pt x="81" y="2476"/>
                    <a:pt x="81" y="2464"/>
                  </a:cubicBezTo>
                  <a:cubicBezTo>
                    <a:pt x="76" y="2446"/>
                    <a:pt x="76" y="2429"/>
                    <a:pt x="81" y="2411"/>
                  </a:cubicBezTo>
                  <a:cubicBezTo>
                    <a:pt x="83" y="2393"/>
                    <a:pt x="85" y="2372"/>
                    <a:pt x="91" y="2354"/>
                  </a:cubicBezTo>
                  <a:cubicBezTo>
                    <a:pt x="95" y="2333"/>
                    <a:pt x="101" y="2315"/>
                    <a:pt x="107" y="2298"/>
                  </a:cubicBezTo>
                  <a:cubicBezTo>
                    <a:pt x="115" y="2280"/>
                    <a:pt x="123" y="2262"/>
                    <a:pt x="134" y="2243"/>
                  </a:cubicBezTo>
                  <a:cubicBezTo>
                    <a:pt x="144" y="2227"/>
                    <a:pt x="154" y="2208"/>
                    <a:pt x="164" y="2192"/>
                  </a:cubicBezTo>
                  <a:cubicBezTo>
                    <a:pt x="177" y="2176"/>
                    <a:pt x="189" y="2159"/>
                    <a:pt x="203" y="2147"/>
                  </a:cubicBezTo>
                  <a:cubicBezTo>
                    <a:pt x="216" y="2135"/>
                    <a:pt x="230" y="2118"/>
                    <a:pt x="244" y="2108"/>
                  </a:cubicBezTo>
                  <a:cubicBezTo>
                    <a:pt x="259" y="2096"/>
                    <a:pt x="275" y="2086"/>
                    <a:pt x="289" y="2078"/>
                  </a:cubicBezTo>
                  <a:lnTo>
                    <a:pt x="3917" y="224"/>
                  </a:lnTo>
                  <a:cubicBezTo>
                    <a:pt x="3939" y="212"/>
                    <a:pt x="3964" y="201"/>
                    <a:pt x="3988" y="191"/>
                  </a:cubicBezTo>
                  <a:cubicBezTo>
                    <a:pt x="3992" y="187"/>
                    <a:pt x="3996" y="185"/>
                    <a:pt x="3998" y="185"/>
                  </a:cubicBezTo>
                  <a:cubicBezTo>
                    <a:pt x="4021" y="175"/>
                    <a:pt x="4043" y="167"/>
                    <a:pt x="4066" y="160"/>
                  </a:cubicBezTo>
                  <a:cubicBezTo>
                    <a:pt x="4072" y="156"/>
                    <a:pt x="4076" y="156"/>
                    <a:pt x="4082" y="154"/>
                  </a:cubicBezTo>
                  <a:cubicBezTo>
                    <a:pt x="4103" y="146"/>
                    <a:pt x="4123" y="142"/>
                    <a:pt x="4144" y="134"/>
                  </a:cubicBezTo>
                  <a:cubicBezTo>
                    <a:pt x="4148" y="132"/>
                    <a:pt x="4154" y="132"/>
                    <a:pt x="4156" y="130"/>
                  </a:cubicBezTo>
                  <a:cubicBezTo>
                    <a:pt x="4179" y="122"/>
                    <a:pt x="4203" y="115"/>
                    <a:pt x="4228" y="111"/>
                  </a:cubicBezTo>
                  <a:cubicBezTo>
                    <a:pt x="4236" y="109"/>
                    <a:pt x="4244" y="109"/>
                    <a:pt x="4250" y="107"/>
                  </a:cubicBezTo>
                  <a:cubicBezTo>
                    <a:pt x="4269" y="103"/>
                    <a:pt x="4285" y="99"/>
                    <a:pt x="4301" y="99"/>
                  </a:cubicBezTo>
                  <a:cubicBezTo>
                    <a:pt x="4316" y="95"/>
                    <a:pt x="4326" y="95"/>
                    <a:pt x="4336" y="93"/>
                  </a:cubicBezTo>
                  <a:cubicBezTo>
                    <a:pt x="4350" y="91"/>
                    <a:pt x="4363" y="91"/>
                    <a:pt x="4377" y="89"/>
                  </a:cubicBezTo>
                  <a:cubicBezTo>
                    <a:pt x="4391" y="85"/>
                    <a:pt x="4406" y="85"/>
                    <a:pt x="4420" y="85"/>
                  </a:cubicBezTo>
                  <a:cubicBezTo>
                    <a:pt x="4432" y="85"/>
                    <a:pt x="4444" y="83"/>
                    <a:pt x="4455" y="83"/>
                  </a:cubicBezTo>
                  <a:cubicBezTo>
                    <a:pt x="4475" y="83"/>
                    <a:pt x="4496" y="83"/>
                    <a:pt x="4516" y="85"/>
                  </a:cubicBezTo>
                  <a:cubicBezTo>
                    <a:pt x="4526" y="85"/>
                    <a:pt x="4534" y="85"/>
                    <a:pt x="4543" y="89"/>
                  </a:cubicBezTo>
                  <a:cubicBezTo>
                    <a:pt x="4575" y="91"/>
                    <a:pt x="4608" y="93"/>
                    <a:pt x="4643" y="99"/>
                  </a:cubicBezTo>
                  <a:cubicBezTo>
                    <a:pt x="4657" y="101"/>
                    <a:pt x="4670" y="103"/>
                    <a:pt x="4684" y="107"/>
                  </a:cubicBezTo>
                  <a:cubicBezTo>
                    <a:pt x="4694" y="109"/>
                    <a:pt x="4704" y="109"/>
                    <a:pt x="4715" y="111"/>
                  </a:cubicBezTo>
                  <a:cubicBezTo>
                    <a:pt x="4729" y="113"/>
                    <a:pt x="4747" y="120"/>
                    <a:pt x="4762" y="122"/>
                  </a:cubicBezTo>
                  <a:cubicBezTo>
                    <a:pt x="4770" y="124"/>
                    <a:pt x="4780" y="126"/>
                    <a:pt x="4788" y="126"/>
                  </a:cubicBezTo>
                  <a:cubicBezTo>
                    <a:pt x="4796" y="130"/>
                    <a:pt x="4800" y="132"/>
                    <a:pt x="4807" y="132"/>
                  </a:cubicBezTo>
                  <a:cubicBezTo>
                    <a:pt x="4829" y="140"/>
                    <a:pt x="4852" y="144"/>
                    <a:pt x="4874" y="152"/>
                  </a:cubicBezTo>
                  <a:cubicBezTo>
                    <a:pt x="4884" y="154"/>
                    <a:pt x="4893" y="160"/>
                    <a:pt x="4903" y="163"/>
                  </a:cubicBezTo>
                  <a:cubicBezTo>
                    <a:pt x="4923" y="171"/>
                    <a:pt x="4942" y="177"/>
                    <a:pt x="4962" y="185"/>
                  </a:cubicBezTo>
                  <a:cubicBezTo>
                    <a:pt x="4972" y="191"/>
                    <a:pt x="4981" y="193"/>
                    <a:pt x="4991" y="197"/>
                  </a:cubicBezTo>
                  <a:cubicBezTo>
                    <a:pt x="5007" y="205"/>
                    <a:pt x="5026" y="214"/>
                    <a:pt x="5042" y="222"/>
                  </a:cubicBezTo>
                  <a:cubicBezTo>
                    <a:pt x="5048" y="226"/>
                    <a:pt x="5058" y="228"/>
                    <a:pt x="5066" y="234"/>
                  </a:cubicBezTo>
                  <a:cubicBezTo>
                    <a:pt x="5093" y="246"/>
                    <a:pt x="5116" y="259"/>
                    <a:pt x="5140" y="275"/>
                  </a:cubicBezTo>
                  <a:lnTo>
                    <a:pt x="5095" y="191"/>
                  </a:lnTo>
                  <a:cubicBezTo>
                    <a:pt x="5073" y="175"/>
                    <a:pt x="5046" y="163"/>
                    <a:pt x="5021" y="152"/>
                  </a:cubicBezTo>
                  <a:cubicBezTo>
                    <a:pt x="5013" y="148"/>
                    <a:pt x="5003" y="144"/>
                    <a:pt x="4995" y="140"/>
                  </a:cubicBezTo>
                  <a:cubicBezTo>
                    <a:pt x="4978" y="132"/>
                    <a:pt x="4960" y="124"/>
                    <a:pt x="4944" y="118"/>
                  </a:cubicBezTo>
                  <a:cubicBezTo>
                    <a:pt x="4940" y="113"/>
                    <a:pt x="4938" y="111"/>
                    <a:pt x="4931" y="111"/>
                  </a:cubicBezTo>
                  <a:cubicBezTo>
                    <a:pt x="4927" y="109"/>
                    <a:pt x="4919" y="107"/>
                    <a:pt x="4913" y="103"/>
                  </a:cubicBezTo>
                  <a:cubicBezTo>
                    <a:pt x="4893" y="97"/>
                    <a:pt x="4876" y="89"/>
                    <a:pt x="4856" y="81"/>
                  </a:cubicBezTo>
                  <a:cubicBezTo>
                    <a:pt x="4845" y="79"/>
                    <a:pt x="4837" y="73"/>
                    <a:pt x="4827" y="70"/>
                  </a:cubicBezTo>
                  <a:cubicBezTo>
                    <a:pt x="4805" y="62"/>
                    <a:pt x="4780" y="56"/>
                    <a:pt x="4758" y="50"/>
                  </a:cubicBezTo>
                  <a:cubicBezTo>
                    <a:pt x="4753" y="48"/>
                    <a:pt x="4747" y="48"/>
                    <a:pt x="4743" y="46"/>
                  </a:cubicBezTo>
                  <a:cubicBezTo>
                    <a:pt x="4729" y="42"/>
                    <a:pt x="4721" y="40"/>
                    <a:pt x="4715" y="38"/>
                  </a:cubicBezTo>
                  <a:cubicBezTo>
                    <a:pt x="4698" y="32"/>
                    <a:pt x="4680" y="30"/>
                    <a:pt x="4665" y="27"/>
                  </a:cubicBezTo>
                  <a:cubicBezTo>
                    <a:pt x="4655" y="25"/>
                    <a:pt x="4645" y="21"/>
                    <a:pt x="4635" y="21"/>
                  </a:cubicBezTo>
                  <a:cubicBezTo>
                    <a:pt x="4622" y="19"/>
                    <a:pt x="4612" y="17"/>
                    <a:pt x="4602" y="17"/>
                  </a:cubicBezTo>
                  <a:cubicBezTo>
                    <a:pt x="4598" y="17"/>
                    <a:pt x="4596" y="17"/>
                    <a:pt x="4594" y="15"/>
                  </a:cubicBezTo>
                  <a:cubicBezTo>
                    <a:pt x="4561" y="9"/>
                    <a:pt x="4526" y="7"/>
                    <a:pt x="4494" y="5"/>
                  </a:cubicBezTo>
                  <a:lnTo>
                    <a:pt x="4465" y="5"/>
                  </a:lnTo>
                  <a:cubicBezTo>
                    <a:pt x="4444" y="1"/>
                    <a:pt x="4424" y="1"/>
                    <a:pt x="44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0"/>
            <p:cNvSpPr/>
            <p:nvPr/>
          </p:nvSpPr>
          <p:spPr>
            <a:xfrm rot="-3560944">
              <a:off x="7232735" y="-2522341"/>
              <a:ext cx="4458323" cy="2708305"/>
            </a:xfrm>
            <a:custGeom>
              <a:rect b="b" l="l" r="r" t="t"/>
              <a:pathLst>
                <a:path extrusionOk="0" h="4553" w="7495">
                  <a:moveTo>
                    <a:pt x="4395" y="1"/>
                  </a:moveTo>
                  <a:cubicBezTo>
                    <a:pt x="4211" y="1"/>
                    <a:pt x="4023" y="41"/>
                    <a:pt x="3844" y="133"/>
                  </a:cubicBezTo>
                  <a:lnTo>
                    <a:pt x="217" y="1987"/>
                  </a:lnTo>
                  <a:cubicBezTo>
                    <a:pt x="98" y="2058"/>
                    <a:pt x="0" y="2236"/>
                    <a:pt x="16" y="2375"/>
                  </a:cubicBezTo>
                  <a:cubicBezTo>
                    <a:pt x="21" y="2456"/>
                    <a:pt x="66" y="2503"/>
                    <a:pt x="129" y="2503"/>
                  </a:cubicBezTo>
                  <a:cubicBezTo>
                    <a:pt x="143" y="2503"/>
                    <a:pt x="158" y="2501"/>
                    <a:pt x="174" y="2496"/>
                  </a:cubicBezTo>
                  <a:lnTo>
                    <a:pt x="3648" y="1461"/>
                  </a:lnTo>
                  <a:cubicBezTo>
                    <a:pt x="3918" y="1368"/>
                    <a:pt x="4158" y="1301"/>
                    <a:pt x="4364" y="1301"/>
                  </a:cubicBezTo>
                  <a:cubicBezTo>
                    <a:pt x="4536" y="1301"/>
                    <a:pt x="4684" y="1348"/>
                    <a:pt x="4804" y="1467"/>
                  </a:cubicBezTo>
                  <a:cubicBezTo>
                    <a:pt x="5428" y="2089"/>
                    <a:pt x="6911" y="4429"/>
                    <a:pt x="6987" y="4552"/>
                  </a:cubicBezTo>
                  <a:lnTo>
                    <a:pt x="7494" y="4389"/>
                  </a:lnTo>
                  <a:lnTo>
                    <a:pt x="5481" y="581"/>
                  </a:lnTo>
                  <a:cubicBezTo>
                    <a:pt x="5279" y="246"/>
                    <a:pt x="4849" y="1"/>
                    <a:pt x="43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0"/>
            <p:cNvSpPr/>
            <p:nvPr/>
          </p:nvSpPr>
          <p:spPr>
            <a:xfrm rot="-3560944">
              <a:off x="8293413" y="503478"/>
              <a:ext cx="121347" cy="145736"/>
            </a:xfrm>
            <a:custGeom>
              <a:rect b="b" l="l" r="r" t="t"/>
              <a:pathLst>
                <a:path extrusionOk="0" h="245" w="204">
                  <a:moveTo>
                    <a:pt x="201" y="26"/>
                  </a:moveTo>
                  <a:lnTo>
                    <a:pt x="203" y="28"/>
                  </a:lnTo>
                  <a:cubicBezTo>
                    <a:pt x="203" y="27"/>
                    <a:pt x="202" y="27"/>
                    <a:pt x="201" y="26"/>
                  </a:cubicBezTo>
                  <a:close/>
                  <a:moveTo>
                    <a:pt x="140" y="1"/>
                  </a:moveTo>
                  <a:cubicBezTo>
                    <a:pt x="140" y="1"/>
                    <a:pt x="136" y="1"/>
                    <a:pt x="132" y="5"/>
                  </a:cubicBezTo>
                  <a:cubicBezTo>
                    <a:pt x="132" y="7"/>
                    <a:pt x="130" y="7"/>
                    <a:pt x="122" y="9"/>
                  </a:cubicBezTo>
                  <a:cubicBezTo>
                    <a:pt x="120" y="9"/>
                    <a:pt x="120" y="11"/>
                    <a:pt x="103" y="19"/>
                  </a:cubicBezTo>
                  <a:cubicBezTo>
                    <a:pt x="103" y="19"/>
                    <a:pt x="101" y="19"/>
                    <a:pt x="95" y="26"/>
                  </a:cubicBezTo>
                  <a:cubicBezTo>
                    <a:pt x="95" y="28"/>
                    <a:pt x="93" y="28"/>
                    <a:pt x="89" y="32"/>
                  </a:cubicBezTo>
                  <a:cubicBezTo>
                    <a:pt x="89" y="36"/>
                    <a:pt x="85" y="36"/>
                    <a:pt x="81" y="40"/>
                  </a:cubicBezTo>
                  <a:lnTo>
                    <a:pt x="75" y="46"/>
                  </a:lnTo>
                  <a:lnTo>
                    <a:pt x="70" y="50"/>
                  </a:lnTo>
                  <a:lnTo>
                    <a:pt x="64" y="56"/>
                  </a:lnTo>
                  <a:lnTo>
                    <a:pt x="60" y="60"/>
                  </a:lnTo>
                  <a:cubicBezTo>
                    <a:pt x="60" y="62"/>
                    <a:pt x="60" y="62"/>
                    <a:pt x="58" y="66"/>
                  </a:cubicBezTo>
                  <a:cubicBezTo>
                    <a:pt x="54" y="66"/>
                    <a:pt x="54" y="68"/>
                    <a:pt x="52" y="71"/>
                  </a:cubicBezTo>
                  <a:cubicBezTo>
                    <a:pt x="50" y="71"/>
                    <a:pt x="48" y="73"/>
                    <a:pt x="44" y="79"/>
                  </a:cubicBezTo>
                  <a:cubicBezTo>
                    <a:pt x="42" y="79"/>
                    <a:pt x="42" y="81"/>
                    <a:pt x="40" y="83"/>
                  </a:cubicBezTo>
                  <a:cubicBezTo>
                    <a:pt x="40" y="87"/>
                    <a:pt x="38" y="87"/>
                    <a:pt x="34" y="91"/>
                  </a:cubicBezTo>
                  <a:cubicBezTo>
                    <a:pt x="34" y="93"/>
                    <a:pt x="34" y="93"/>
                    <a:pt x="32" y="97"/>
                  </a:cubicBezTo>
                  <a:cubicBezTo>
                    <a:pt x="32" y="97"/>
                    <a:pt x="32" y="99"/>
                    <a:pt x="30" y="101"/>
                  </a:cubicBezTo>
                  <a:cubicBezTo>
                    <a:pt x="30" y="103"/>
                    <a:pt x="30" y="107"/>
                    <a:pt x="28" y="107"/>
                  </a:cubicBezTo>
                  <a:cubicBezTo>
                    <a:pt x="23" y="107"/>
                    <a:pt x="23" y="109"/>
                    <a:pt x="21" y="113"/>
                  </a:cubicBezTo>
                  <a:cubicBezTo>
                    <a:pt x="21" y="118"/>
                    <a:pt x="19" y="118"/>
                    <a:pt x="19" y="120"/>
                  </a:cubicBezTo>
                  <a:cubicBezTo>
                    <a:pt x="19" y="120"/>
                    <a:pt x="19" y="122"/>
                    <a:pt x="17" y="124"/>
                  </a:cubicBezTo>
                  <a:cubicBezTo>
                    <a:pt x="17" y="128"/>
                    <a:pt x="13" y="128"/>
                    <a:pt x="13" y="130"/>
                  </a:cubicBezTo>
                  <a:cubicBezTo>
                    <a:pt x="13" y="132"/>
                    <a:pt x="13" y="132"/>
                    <a:pt x="11" y="140"/>
                  </a:cubicBezTo>
                  <a:cubicBezTo>
                    <a:pt x="11" y="142"/>
                    <a:pt x="11" y="142"/>
                    <a:pt x="9" y="150"/>
                  </a:cubicBezTo>
                  <a:cubicBezTo>
                    <a:pt x="7" y="152"/>
                    <a:pt x="7" y="152"/>
                    <a:pt x="7" y="154"/>
                  </a:cubicBezTo>
                  <a:cubicBezTo>
                    <a:pt x="7" y="159"/>
                    <a:pt x="7" y="159"/>
                    <a:pt x="3" y="165"/>
                  </a:cubicBezTo>
                  <a:cubicBezTo>
                    <a:pt x="3" y="169"/>
                    <a:pt x="3" y="169"/>
                    <a:pt x="1" y="179"/>
                  </a:cubicBezTo>
                  <a:cubicBezTo>
                    <a:pt x="1" y="179"/>
                    <a:pt x="1" y="179"/>
                    <a:pt x="2" y="179"/>
                  </a:cubicBezTo>
                  <a:cubicBezTo>
                    <a:pt x="4" y="179"/>
                    <a:pt x="10" y="178"/>
                    <a:pt x="28" y="173"/>
                  </a:cubicBezTo>
                  <a:cubicBezTo>
                    <a:pt x="30" y="173"/>
                    <a:pt x="30" y="175"/>
                    <a:pt x="30" y="181"/>
                  </a:cubicBezTo>
                  <a:cubicBezTo>
                    <a:pt x="30" y="181"/>
                    <a:pt x="30" y="183"/>
                    <a:pt x="32" y="189"/>
                  </a:cubicBezTo>
                  <a:cubicBezTo>
                    <a:pt x="32" y="191"/>
                    <a:pt x="32" y="193"/>
                    <a:pt x="34" y="199"/>
                  </a:cubicBezTo>
                  <a:cubicBezTo>
                    <a:pt x="34" y="199"/>
                    <a:pt x="34" y="201"/>
                    <a:pt x="38" y="204"/>
                  </a:cubicBezTo>
                  <a:cubicBezTo>
                    <a:pt x="38" y="206"/>
                    <a:pt x="38" y="210"/>
                    <a:pt x="40" y="212"/>
                  </a:cubicBezTo>
                  <a:cubicBezTo>
                    <a:pt x="42" y="214"/>
                    <a:pt x="42" y="216"/>
                    <a:pt x="48" y="222"/>
                  </a:cubicBezTo>
                  <a:cubicBezTo>
                    <a:pt x="50" y="224"/>
                    <a:pt x="52" y="224"/>
                    <a:pt x="54" y="226"/>
                  </a:cubicBezTo>
                  <a:lnTo>
                    <a:pt x="85" y="244"/>
                  </a:lnTo>
                  <a:cubicBezTo>
                    <a:pt x="83" y="242"/>
                    <a:pt x="81" y="242"/>
                    <a:pt x="75" y="236"/>
                  </a:cubicBezTo>
                  <a:lnTo>
                    <a:pt x="68" y="228"/>
                  </a:lnTo>
                  <a:cubicBezTo>
                    <a:pt x="64" y="226"/>
                    <a:pt x="64" y="224"/>
                    <a:pt x="62" y="222"/>
                  </a:cubicBezTo>
                  <a:cubicBezTo>
                    <a:pt x="62" y="218"/>
                    <a:pt x="62" y="218"/>
                    <a:pt x="60" y="214"/>
                  </a:cubicBezTo>
                  <a:cubicBezTo>
                    <a:pt x="60" y="214"/>
                    <a:pt x="60" y="212"/>
                    <a:pt x="58" y="206"/>
                  </a:cubicBezTo>
                  <a:cubicBezTo>
                    <a:pt x="54" y="204"/>
                    <a:pt x="54" y="201"/>
                    <a:pt x="54" y="195"/>
                  </a:cubicBezTo>
                  <a:lnTo>
                    <a:pt x="54" y="185"/>
                  </a:lnTo>
                  <a:lnTo>
                    <a:pt x="54" y="175"/>
                  </a:lnTo>
                  <a:cubicBezTo>
                    <a:pt x="54" y="173"/>
                    <a:pt x="58" y="171"/>
                    <a:pt x="58" y="165"/>
                  </a:cubicBezTo>
                  <a:cubicBezTo>
                    <a:pt x="58" y="163"/>
                    <a:pt x="58" y="161"/>
                    <a:pt x="60" y="154"/>
                  </a:cubicBezTo>
                  <a:cubicBezTo>
                    <a:pt x="60" y="152"/>
                    <a:pt x="60" y="150"/>
                    <a:pt x="62" y="144"/>
                  </a:cubicBezTo>
                  <a:cubicBezTo>
                    <a:pt x="64" y="142"/>
                    <a:pt x="64" y="140"/>
                    <a:pt x="68" y="134"/>
                  </a:cubicBezTo>
                  <a:cubicBezTo>
                    <a:pt x="70" y="132"/>
                    <a:pt x="70" y="130"/>
                    <a:pt x="73" y="124"/>
                  </a:cubicBezTo>
                  <a:cubicBezTo>
                    <a:pt x="73" y="122"/>
                    <a:pt x="75" y="120"/>
                    <a:pt x="79" y="113"/>
                  </a:cubicBezTo>
                  <a:cubicBezTo>
                    <a:pt x="79" y="111"/>
                    <a:pt x="81" y="109"/>
                    <a:pt x="83" y="103"/>
                  </a:cubicBezTo>
                  <a:cubicBezTo>
                    <a:pt x="83" y="101"/>
                    <a:pt x="83" y="101"/>
                    <a:pt x="85" y="99"/>
                  </a:cubicBezTo>
                  <a:cubicBezTo>
                    <a:pt x="89" y="99"/>
                    <a:pt x="89" y="97"/>
                    <a:pt x="91" y="93"/>
                  </a:cubicBezTo>
                  <a:cubicBezTo>
                    <a:pt x="91" y="89"/>
                    <a:pt x="93" y="87"/>
                    <a:pt x="95" y="83"/>
                  </a:cubicBezTo>
                  <a:cubicBezTo>
                    <a:pt x="99" y="81"/>
                    <a:pt x="101" y="77"/>
                    <a:pt x="103" y="73"/>
                  </a:cubicBezTo>
                  <a:cubicBezTo>
                    <a:pt x="105" y="71"/>
                    <a:pt x="109" y="66"/>
                    <a:pt x="111" y="62"/>
                  </a:cubicBezTo>
                  <a:lnTo>
                    <a:pt x="120" y="56"/>
                  </a:lnTo>
                  <a:cubicBezTo>
                    <a:pt x="122" y="52"/>
                    <a:pt x="122" y="50"/>
                    <a:pt x="126" y="48"/>
                  </a:cubicBezTo>
                  <a:lnTo>
                    <a:pt x="134" y="40"/>
                  </a:lnTo>
                  <a:cubicBezTo>
                    <a:pt x="136" y="40"/>
                    <a:pt x="140" y="38"/>
                    <a:pt x="142" y="36"/>
                  </a:cubicBezTo>
                  <a:cubicBezTo>
                    <a:pt x="144" y="32"/>
                    <a:pt x="146" y="32"/>
                    <a:pt x="152" y="30"/>
                  </a:cubicBezTo>
                  <a:cubicBezTo>
                    <a:pt x="154" y="28"/>
                    <a:pt x="156" y="28"/>
                    <a:pt x="161" y="26"/>
                  </a:cubicBezTo>
                  <a:cubicBezTo>
                    <a:pt x="163" y="26"/>
                    <a:pt x="165" y="21"/>
                    <a:pt x="167" y="21"/>
                  </a:cubicBezTo>
                  <a:cubicBezTo>
                    <a:pt x="171" y="21"/>
                    <a:pt x="173" y="19"/>
                    <a:pt x="175" y="19"/>
                  </a:cubicBezTo>
                  <a:lnTo>
                    <a:pt x="183" y="19"/>
                  </a:lnTo>
                  <a:cubicBezTo>
                    <a:pt x="185" y="19"/>
                    <a:pt x="187" y="19"/>
                    <a:pt x="191" y="21"/>
                  </a:cubicBezTo>
                  <a:cubicBezTo>
                    <a:pt x="191" y="21"/>
                    <a:pt x="193" y="21"/>
                    <a:pt x="195" y="26"/>
                  </a:cubicBezTo>
                  <a:cubicBezTo>
                    <a:pt x="197" y="26"/>
                    <a:pt x="199" y="26"/>
                    <a:pt x="201" y="26"/>
                  </a:cubicBezTo>
                  <a:lnTo>
                    <a:pt x="201" y="26"/>
                  </a:lnTo>
                  <a:lnTo>
                    <a:pt x="173" y="9"/>
                  </a:lnTo>
                  <a:cubicBezTo>
                    <a:pt x="171" y="9"/>
                    <a:pt x="167" y="9"/>
                    <a:pt x="165" y="7"/>
                  </a:cubicBezTo>
                  <a:cubicBezTo>
                    <a:pt x="163" y="7"/>
                    <a:pt x="161" y="5"/>
                    <a:pt x="156" y="5"/>
                  </a:cubicBezTo>
                  <a:cubicBezTo>
                    <a:pt x="154" y="1"/>
                    <a:pt x="154" y="1"/>
                    <a:pt x="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0"/>
            <p:cNvSpPr/>
            <p:nvPr/>
          </p:nvSpPr>
          <p:spPr>
            <a:xfrm rot="-3560944">
              <a:off x="8321698" y="512427"/>
              <a:ext cx="101718" cy="129675"/>
            </a:xfrm>
            <a:custGeom>
              <a:rect b="b" l="l" r="r" t="t"/>
              <a:pathLst>
                <a:path extrusionOk="0" h="218" w="171">
                  <a:moveTo>
                    <a:pt x="122" y="1"/>
                  </a:moveTo>
                  <a:cubicBezTo>
                    <a:pt x="111" y="1"/>
                    <a:pt x="98" y="4"/>
                    <a:pt x="84" y="11"/>
                  </a:cubicBezTo>
                  <a:cubicBezTo>
                    <a:pt x="39" y="40"/>
                    <a:pt x="1" y="103"/>
                    <a:pt x="1" y="158"/>
                  </a:cubicBezTo>
                  <a:cubicBezTo>
                    <a:pt x="1" y="196"/>
                    <a:pt x="20" y="217"/>
                    <a:pt x="47" y="217"/>
                  </a:cubicBezTo>
                  <a:cubicBezTo>
                    <a:pt x="58" y="217"/>
                    <a:pt x="71" y="213"/>
                    <a:pt x="84" y="205"/>
                  </a:cubicBezTo>
                  <a:cubicBezTo>
                    <a:pt x="132" y="177"/>
                    <a:pt x="170" y="113"/>
                    <a:pt x="170" y="60"/>
                  </a:cubicBezTo>
                  <a:cubicBezTo>
                    <a:pt x="170" y="22"/>
                    <a:pt x="150" y="1"/>
                    <a:pt x="1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0"/>
            <p:cNvSpPr/>
            <p:nvPr/>
          </p:nvSpPr>
          <p:spPr>
            <a:xfrm rot="-3560944">
              <a:off x="8795868" y="657082"/>
              <a:ext cx="190944" cy="824448"/>
            </a:xfrm>
            <a:custGeom>
              <a:rect b="b" l="l" r="r" t="t"/>
              <a:pathLst>
                <a:path extrusionOk="0" h="1386" w="321">
                  <a:moveTo>
                    <a:pt x="283" y="0"/>
                  </a:moveTo>
                  <a:lnTo>
                    <a:pt x="1" y="160"/>
                  </a:lnTo>
                  <a:lnTo>
                    <a:pt x="5" y="1365"/>
                  </a:lnTo>
                  <a:lnTo>
                    <a:pt x="38" y="1385"/>
                  </a:lnTo>
                  <a:lnTo>
                    <a:pt x="36" y="180"/>
                  </a:lnTo>
                  <a:lnTo>
                    <a:pt x="320" y="16"/>
                  </a:lnTo>
                  <a:lnTo>
                    <a:pt x="2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0"/>
            <p:cNvSpPr/>
            <p:nvPr/>
          </p:nvSpPr>
          <p:spPr>
            <a:xfrm rot="-3560944">
              <a:off x="8815387" y="654800"/>
              <a:ext cx="171314" cy="814930"/>
            </a:xfrm>
            <a:custGeom>
              <a:rect b="b" l="l" r="r" t="t"/>
              <a:pathLst>
                <a:path extrusionOk="0" h="1370" w="288">
                  <a:moveTo>
                    <a:pt x="285" y="0"/>
                  </a:moveTo>
                  <a:lnTo>
                    <a:pt x="1" y="164"/>
                  </a:lnTo>
                  <a:lnTo>
                    <a:pt x="3" y="1369"/>
                  </a:lnTo>
                  <a:lnTo>
                    <a:pt x="287" y="1205"/>
                  </a:lnTo>
                  <a:lnTo>
                    <a:pt x="28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0"/>
            <p:cNvSpPr/>
            <p:nvPr/>
          </p:nvSpPr>
          <p:spPr>
            <a:xfrm rot="-3560944">
              <a:off x="11488429" y="-2118425"/>
              <a:ext cx="954718" cy="581158"/>
            </a:xfrm>
            <a:custGeom>
              <a:rect b="b" l="l" r="r" t="t"/>
              <a:pathLst>
                <a:path extrusionOk="0" h="977" w="1605">
                  <a:moveTo>
                    <a:pt x="1" y="1"/>
                  </a:moveTo>
                  <a:lnTo>
                    <a:pt x="1" y="62"/>
                  </a:lnTo>
                  <a:lnTo>
                    <a:pt x="1605" y="977"/>
                  </a:lnTo>
                  <a:lnTo>
                    <a:pt x="1605" y="913"/>
                  </a:lnTo>
                  <a:lnTo>
                    <a:pt x="1" y="1"/>
                  </a:lnTo>
                  <a:close/>
                </a:path>
              </a:pathLst>
            </a:custGeom>
            <a:solidFill>
              <a:srgbClr val="1112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0"/>
            <p:cNvSpPr/>
            <p:nvPr/>
          </p:nvSpPr>
          <p:spPr>
            <a:xfrm rot="-3560944">
              <a:off x="12120382" y="-1339687"/>
              <a:ext cx="974347" cy="570451"/>
            </a:xfrm>
            <a:custGeom>
              <a:rect b="b" l="l" r="r" t="t"/>
              <a:pathLst>
                <a:path extrusionOk="0" h="959" w="1638">
                  <a:moveTo>
                    <a:pt x="50" y="1"/>
                  </a:moveTo>
                  <a:lnTo>
                    <a:pt x="1" y="33"/>
                  </a:lnTo>
                  <a:lnTo>
                    <a:pt x="1601" y="958"/>
                  </a:lnTo>
                  <a:lnTo>
                    <a:pt x="1637" y="917"/>
                  </a:lnTo>
                  <a:lnTo>
                    <a:pt x="50" y="1"/>
                  </a:lnTo>
                  <a:close/>
                </a:path>
              </a:pathLst>
            </a:custGeom>
            <a:solidFill>
              <a:srgbClr val="1817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0"/>
            <p:cNvSpPr/>
            <p:nvPr/>
          </p:nvSpPr>
          <p:spPr>
            <a:xfrm rot="-3560944">
              <a:off x="11469249" y="-2310266"/>
              <a:ext cx="1079039" cy="1796416"/>
            </a:xfrm>
            <a:custGeom>
              <a:rect b="b" l="l" r="r" t="t"/>
              <a:pathLst>
                <a:path extrusionOk="0" h="3020" w="1814">
                  <a:moveTo>
                    <a:pt x="1813" y="0"/>
                  </a:moveTo>
                  <a:lnTo>
                    <a:pt x="1216" y="291"/>
                  </a:lnTo>
                  <a:lnTo>
                    <a:pt x="629" y="634"/>
                  </a:lnTo>
                  <a:lnTo>
                    <a:pt x="623" y="639"/>
                  </a:lnTo>
                  <a:cubicBezTo>
                    <a:pt x="617" y="645"/>
                    <a:pt x="461" y="774"/>
                    <a:pt x="304" y="1140"/>
                  </a:cubicBezTo>
                  <a:cubicBezTo>
                    <a:pt x="115" y="1582"/>
                    <a:pt x="13" y="2153"/>
                    <a:pt x="1" y="2844"/>
                  </a:cubicBezTo>
                  <a:lnTo>
                    <a:pt x="46" y="3020"/>
                  </a:lnTo>
                  <a:lnTo>
                    <a:pt x="1357" y="2302"/>
                  </a:lnTo>
                  <a:lnTo>
                    <a:pt x="1813" y="0"/>
                  </a:lnTo>
                  <a:close/>
                </a:path>
              </a:pathLst>
            </a:custGeom>
            <a:solidFill>
              <a:srgbClr val="3B5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0"/>
            <p:cNvSpPr/>
            <p:nvPr/>
          </p:nvSpPr>
          <p:spPr>
            <a:xfrm rot="-3560944">
              <a:off x="11865295" y="-2586878"/>
              <a:ext cx="298610" cy="1387166"/>
            </a:xfrm>
            <a:custGeom>
              <a:rect b="b" l="l" r="r" t="t"/>
              <a:pathLst>
                <a:path extrusionOk="0" h="2332" w="502">
                  <a:moveTo>
                    <a:pt x="454" y="1"/>
                  </a:moveTo>
                  <a:lnTo>
                    <a:pt x="0" y="2305"/>
                  </a:lnTo>
                  <a:lnTo>
                    <a:pt x="49" y="2331"/>
                  </a:lnTo>
                  <a:lnTo>
                    <a:pt x="501" y="30"/>
                  </a:lnTo>
                  <a:lnTo>
                    <a:pt x="454" y="1"/>
                  </a:lnTo>
                  <a:close/>
                </a:path>
              </a:pathLst>
            </a:custGeom>
            <a:solidFill>
              <a:srgbClr val="1112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0"/>
            <p:cNvSpPr/>
            <p:nvPr/>
          </p:nvSpPr>
          <p:spPr>
            <a:xfrm rot="-3560944">
              <a:off x="11421353" y="-2437123"/>
              <a:ext cx="1158153" cy="1891590"/>
            </a:xfrm>
            <a:custGeom>
              <a:rect b="b" l="l" r="r" t="t"/>
              <a:pathLst>
                <a:path extrusionOk="0" h="3180" w="1947">
                  <a:moveTo>
                    <a:pt x="1946" y="1"/>
                  </a:moveTo>
                  <a:lnTo>
                    <a:pt x="631" y="766"/>
                  </a:lnTo>
                  <a:lnTo>
                    <a:pt x="627" y="770"/>
                  </a:lnTo>
                  <a:cubicBezTo>
                    <a:pt x="619" y="776"/>
                    <a:pt x="463" y="909"/>
                    <a:pt x="308" y="1271"/>
                  </a:cubicBezTo>
                  <a:cubicBezTo>
                    <a:pt x="103" y="1750"/>
                    <a:pt x="1" y="2382"/>
                    <a:pt x="3" y="3151"/>
                  </a:cubicBezTo>
                  <a:lnTo>
                    <a:pt x="3" y="3180"/>
                  </a:lnTo>
                  <a:lnTo>
                    <a:pt x="52" y="3151"/>
                  </a:lnTo>
                  <a:lnTo>
                    <a:pt x="52" y="3096"/>
                  </a:lnTo>
                  <a:cubicBezTo>
                    <a:pt x="54" y="2175"/>
                    <a:pt x="211" y="1605"/>
                    <a:pt x="344" y="1285"/>
                  </a:cubicBezTo>
                  <a:cubicBezTo>
                    <a:pt x="481" y="964"/>
                    <a:pt x="619" y="835"/>
                    <a:pt x="637" y="817"/>
                  </a:cubicBezTo>
                  <a:lnTo>
                    <a:pt x="1817" y="125"/>
                  </a:lnTo>
                  <a:lnTo>
                    <a:pt x="1363" y="2431"/>
                  </a:lnTo>
                  <a:lnTo>
                    <a:pt x="1494" y="2360"/>
                  </a:lnTo>
                  <a:lnTo>
                    <a:pt x="1946" y="1"/>
                  </a:lnTo>
                  <a:close/>
                </a:path>
              </a:pathLst>
            </a:custGeom>
            <a:solidFill>
              <a:srgbClr val="1817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0"/>
            <p:cNvSpPr/>
            <p:nvPr/>
          </p:nvSpPr>
          <p:spPr>
            <a:xfrm rot="-3560944">
              <a:off x="12409361" y="-2878149"/>
              <a:ext cx="1077849" cy="1723845"/>
            </a:xfrm>
            <a:custGeom>
              <a:rect b="b" l="l" r="r" t="t"/>
              <a:pathLst>
                <a:path extrusionOk="0" h="2898" w="1812">
                  <a:moveTo>
                    <a:pt x="1811" y="0"/>
                  </a:moveTo>
                  <a:lnTo>
                    <a:pt x="1668" y="29"/>
                  </a:lnTo>
                  <a:lnTo>
                    <a:pt x="624" y="635"/>
                  </a:lnTo>
                  <a:lnTo>
                    <a:pt x="618" y="639"/>
                  </a:lnTo>
                  <a:cubicBezTo>
                    <a:pt x="610" y="645"/>
                    <a:pt x="455" y="776"/>
                    <a:pt x="299" y="1140"/>
                  </a:cubicBezTo>
                  <a:cubicBezTo>
                    <a:pt x="123" y="1557"/>
                    <a:pt x="23" y="2091"/>
                    <a:pt x="0" y="2732"/>
                  </a:cubicBezTo>
                  <a:lnTo>
                    <a:pt x="43" y="2897"/>
                  </a:lnTo>
                  <a:lnTo>
                    <a:pt x="1807" y="1913"/>
                  </a:lnTo>
                  <a:lnTo>
                    <a:pt x="18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0"/>
            <p:cNvSpPr/>
            <p:nvPr/>
          </p:nvSpPr>
          <p:spPr>
            <a:xfrm rot="-3560944">
              <a:off x="12973423" y="-3215616"/>
              <a:ext cx="30337" cy="1228939"/>
            </a:xfrm>
            <a:custGeom>
              <a:rect b="b" l="l" r="r" t="t"/>
              <a:pathLst>
                <a:path extrusionOk="0" h="2066" w="51">
                  <a:moveTo>
                    <a:pt x="1" y="1"/>
                  </a:moveTo>
                  <a:lnTo>
                    <a:pt x="1" y="2037"/>
                  </a:lnTo>
                  <a:lnTo>
                    <a:pt x="48" y="2065"/>
                  </a:lnTo>
                  <a:lnTo>
                    <a:pt x="50" y="27"/>
                  </a:lnTo>
                  <a:lnTo>
                    <a:pt x="1" y="1"/>
                  </a:lnTo>
                  <a:close/>
                </a:path>
              </a:pathLst>
            </a:custGeom>
            <a:solidFill>
              <a:srgbClr val="1112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0"/>
            <p:cNvSpPr/>
            <p:nvPr/>
          </p:nvSpPr>
          <p:spPr>
            <a:xfrm rot="-3560944">
              <a:off x="11621303" y="-2186666"/>
              <a:ext cx="1308647" cy="1507324"/>
            </a:xfrm>
            <a:custGeom>
              <a:rect b="b" l="l" r="r" t="t"/>
              <a:pathLst>
                <a:path extrusionOk="0" h="2534" w="2200">
                  <a:moveTo>
                    <a:pt x="594" y="1"/>
                  </a:moveTo>
                  <a:lnTo>
                    <a:pt x="587" y="7"/>
                  </a:lnTo>
                  <a:cubicBezTo>
                    <a:pt x="581" y="13"/>
                    <a:pt x="424" y="142"/>
                    <a:pt x="268" y="508"/>
                  </a:cubicBezTo>
                  <a:cubicBezTo>
                    <a:pt x="135" y="815"/>
                    <a:pt x="45" y="1190"/>
                    <a:pt x="0" y="1621"/>
                  </a:cubicBezTo>
                  <a:lnTo>
                    <a:pt x="117" y="1689"/>
                  </a:lnTo>
                  <a:lnTo>
                    <a:pt x="1588" y="2534"/>
                  </a:lnTo>
                  <a:cubicBezTo>
                    <a:pt x="1588" y="2524"/>
                    <a:pt x="1588" y="2511"/>
                    <a:pt x="1590" y="2501"/>
                  </a:cubicBezTo>
                  <a:cubicBezTo>
                    <a:pt x="1594" y="2491"/>
                    <a:pt x="1594" y="2477"/>
                    <a:pt x="1596" y="2464"/>
                  </a:cubicBezTo>
                  <a:lnTo>
                    <a:pt x="1604" y="2411"/>
                  </a:lnTo>
                  <a:cubicBezTo>
                    <a:pt x="1604" y="2403"/>
                    <a:pt x="1604" y="2395"/>
                    <a:pt x="1606" y="2389"/>
                  </a:cubicBezTo>
                  <a:cubicBezTo>
                    <a:pt x="1606" y="2374"/>
                    <a:pt x="1608" y="2362"/>
                    <a:pt x="1610" y="2350"/>
                  </a:cubicBezTo>
                  <a:cubicBezTo>
                    <a:pt x="1616" y="2323"/>
                    <a:pt x="1619" y="2299"/>
                    <a:pt x="1625" y="2276"/>
                  </a:cubicBezTo>
                  <a:lnTo>
                    <a:pt x="1631" y="2237"/>
                  </a:lnTo>
                  <a:cubicBezTo>
                    <a:pt x="1637" y="2208"/>
                    <a:pt x="1641" y="2184"/>
                    <a:pt x="1647" y="2157"/>
                  </a:cubicBezTo>
                  <a:cubicBezTo>
                    <a:pt x="1647" y="2147"/>
                    <a:pt x="1649" y="2139"/>
                    <a:pt x="1651" y="2129"/>
                  </a:cubicBezTo>
                  <a:cubicBezTo>
                    <a:pt x="1657" y="2096"/>
                    <a:pt x="1666" y="2063"/>
                    <a:pt x="1672" y="2026"/>
                  </a:cubicBezTo>
                  <a:cubicBezTo>
                    <a:pt x="1680" y="1994"/>
                    <a:pt x="1688" y="1963"/>
                    <a:pt x="1696" y="1930"/>
                  </a:cubicBezTo>
                  <a:cubicBezTo>
                    <a:pt x="1696" y="1924"/>
                    <a:pt x="1696" y="1920"/>
                    <a:pt x="1698" y="1914"/>
                  </a:cubicBezTo>
                  <a:cubicBezTo>
                    <a:pt x="1709" y="1879"/>
                    <a:pt x="1719" y="1842"/>
                    <a:pt x="1729" y="1805"/>
                  </a:cubicBezTo>
                  <a:cubicBezTo>
                    <a:pt x="1739" y="1775"/>
                    <a:pt x="1747" y="1746"/>
                    <a:pt x="1758" y="1715"/>
                  </a:cubicBezTo>
                  <a:cubicBezTo>
                    <a:pt x="1760" y="1707"/>
                    <a:pt x="1762" y="1697"/>
                    <a:pt x="1764" y="1689"/>
                  </a:cubicBezTo>
                  <a:lnTo>
                    <a:pt x="1780" y="1644"/>
                  </a:lnTo>
                  <a:lnTo>
                    <a:pt x="1788" y="1621"/>
                  </a:lnTo>
                  <a:lnTo>
                    <a:pt x="1797" y="1597"/>
                  </a:lnTo>
                  <a:lnTo>
                    <a:pt x="1827" y="1513"/>
                  </a:lnTo>
                  <a:lnTo>
                    <a:pt x="1864" y="1421"/>
                  </a:lnTo>
                  <a:cubicBezTo>
                    <a:pt x="1864" y="1417"/>
                    <a:pt x="1866" y="1413"/>
                    <a:pt x="1870" y="1409"/>
                  </a:cubicBezTo>
                  <a:cubicBezTo>
                    <a:pt x="1870" y="1406"/>
                    <a:pt x="1870" y="1402"/>
                    <a:pt x="1872" y="1400"/>
                  </a:cubicBezTo>
                  <a:cubicBezTo>
                    <a:pt x="1874" y="1390"/>
                    <a:pt x="1880" y="1380"/>
                    <a:pt x="1884" y="1370"/>
                  </a:cubicBezTo>
                  <a:cubicBezTo>
                    <a:pt x="1887" y="1368"/>
                    <a:pt x="1887" y="1366"/>
                    <a:pt x="1891" y="1359"/>
                  </a:cubicBezTo>
                  <a:cubicBezTo>
                    <a:pt x="1895" y="1347"/>
                    <a:pt x="1901" y="1335"/>
                    <a:pt x="1909" y="1321"/>
                  </a:cubicBezTo>
                  <a:cubicBezTo>
                    <a:pt x="1909" y="1319"/>
                    <a:pt x="1911" y="1319"/>
                    <a:pt x="1911" y="1316"/>
                  </a:cubicBezTo>
                  <a:cubicBezTo>
                    <a:pt x="1915" y="1308"/>
                    <a:pt x="1921" y="1298"/>
                    <a:pt x="1925" y="1288"/>
                  </a:cubicBezTo>
                  <a:cubicBezTo>
                    <a:pt x="1925" y="1286"/>
                    <a:pt x="1929" y="1284"/>
                    <a:pt x="1932" y="1278"/>
                  </a:cubicBezTo>
                  <a:cubicBezTo>
                    <a:pt x="1936" y="1269"/>
                    <a:pt x="1940" y="1263"/>
                    <a:pt x="1944" y="1255"/>
                  </a:cubicBezTo>
                  <a:cubicBezTo>
                    <a:pt x="1944" y="1253"/>
                    <a:pt x="1946" y="1249"/>
                    <a:pt x="1950" y="1245"/>
                  </a:cubicBezTo>
                  <a:cubicBezTo>
                    <a:pt x="1954" y="1235"/>
                    <a:pt x="1960" y="1224"/>
                    <a:pt x="1966" y="1212"/>
                  </a:cubicBezTo>
                  <a:cubicBezTo>
                    <a:pt x="1972" y="1202"/>
                    <a:pt x="1977" y="1194"/>
                    <a:pt x="1985" y="1181"/>
                  </a:cubicBezTo>
                  <a:cubicBezTo>
                    <a:pt x="1985" y="1181"/>
                    <a:pt x="1985" y="1179"/>
                    <a:pt x="1987" y="1175"/>
                  </a:cubicBezTo>
                  <a:cubicBezTo>
                    <a:pt x="1993" y="1171"/>
                    <a:pt x="1995" y="1163"/>
                    <a:pt x="2001" y="1155"/>
                  </a:cubicBezTo>
                  <a:cubicBezTo>
                    <a:pt x="2003" y="1153"/>
                    <a:pt x="2003" y="1151"/>
                    <a:pt x="2005" y="1147"/>
                  </a:cubicBezTo>
                  <a:cubicBezTo>
                    <a:pt x="2011" y="1141"/>
                    <a:pt x="2015" y="1130"/>
                    <a:pt x="2022" y="1122"/>
                  </a:cubicBezTo>
                  <a:cubicBezTo>
                    <a:pt x="2026" y="1112"/>
                    <a:pt x="2032" y="1104"/>
                    <a:pt x="2036" y="1096"/>
                  </a:cubicBezTo>
                  <a:cubicBezTo>
                    <a:pt x="2038" y="1093"/>
                    <a:pt x="2038" y="1091"/>
                    <a:pt x="2042" y="1089"/>
                  </a:cubicBezTo>
                  <a:cubicBezTo>
                    <a:pt x="2044" y="1083"/>
                    <a:pt x="2048" y="1079"/>
                    <a:pt x="2054" y="1071"/>
                  </a:cubicBezTo>
                  <a:cubicBezTo>
                    <a:pt x="2054" y="1069"/>
                    <a:pt x="2054" y="1069"/>
                    <a:pt x="2056" y="1065"/>
                  </a:cubicBezTo>
                  <a:cubicBezTo>
                    <a:pt x="2065" y="1059"/>
                    <a:pt x="2069" y="1050"/>
                    <a:pt x="2075" y="1042"/>
                  </a:cubicBezTo>
                  <a:lnTo>
                    <a:pt x="2079" y="1038"/>
                  </a:lnTo>
                  <a:cubicBezTo>
                    <a:pt x="2085" y="1032"/>
                    <a:pt x="2089" y="1026"/>
                    <a:pt x="2095" y="1018"/>
                  </a:cubicBezTo>
                  <a:cubicBezTo>
                    <a:pt x="2103" y="1010"/>
                    <a:pt x="2107" y="1001"/>
                    <a:pt x="2116" y="991"/>
                  </a:cubicBezTo>
                  <a:cubicBezTo>
                    <a:pt x="2120" y="987"/>
                    <a:pt x="2126" y="979"/>
                    <a:pt x="2134" y="971"/>
                  </a:cubicBezTo>
                  <a:cubicBezTo>
                    <a:pt x="2136" y="967"/>
                    <a:pt x="2138" y="963"/>
                    <a:pt x="2144" y="958"/>
                  </a:cubicBezTo>
                  <a:cubicBezTo>
                    <a:pt x="2146" y="956"/>
                    <a:pt x="2150" y="954"/>
                    <a:pt x="2157" y="946"/>
                  </a:cubicBezTo>
                  <a:cubicBezTo>
                    <a:pt x="2157" y="944"/>
                    <a:pt x="2159" y="940"/>
                    <a:pt x="2165" y="936"/>
                  </a:cubicBezTo>
                  <a:cubicBezTo>
                    <a:pt x="2167" y="934"/>
                    <a:pt x="2167" y="930"/>
                    <a:pt x="2171" y="928"/>
                  </a:cubicBezTo>
                  <a:cubicBezTo>
                    <a:pt x="2175" y="926"/>
                    <a:pt x="2175" y="924"/>
                    <a:pt x="2179" y="920"/>
                  </a:cubicBezTo>
                  <a:lnTo>
                    <a:pt x="2185" y="915"/>
                  </a:lnTo>
                  <a:lnTo>
                    <a:pt x="2189" y="909"/>
                  </a:lnTo>
                  <a:lnTo>
                    <a:pt x="2195" y="905"/>
                  </a:lnTo>
                  <a:lnTo>
                    <a:pt x="2200" y="903"/>
                  </a:lnTo>
                  <a:lnTo>
                    <a:pt x="1659" y="611"/>
                  </a:lnTo>
                  <a:lnTo>
                    <a:pt x="1344" y="433"/>
                  </a:lnTo>
                  <a:lnTo>
                    <a:pt x="1297" y="404"/>
                  </a:lnTo>
                  <a:lnTo>
                    <a:pt x="1248" y="375"/>
                  </a:lnTo>
                  <a:lnTo>
                    <a:pt x="643" y="30"/>
                  </a:lnTo>
                  <a:lnTo>
                    <a:pt x="59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0"/>
            <p:cNvSpPr/>
            <p:nvPr/>
          </p:nvSpPr>
          <p:spPr>
            <a:xfrm rot="-3560944">
              <a:off x="11395581" y="-2983480"/>
              <a:ext cx="2170570" cy="2458472"/>
            </a:xfrm>
            <a:custGeom>
              <a:rect b="b" l="l" r="r" t="t"/>
              <a:pathLst>
                <a:path extrusionOk="0" h="4133" w="3649">
                  <a:moveTo>
                    <a:pt x="688" y="775"/>
                  </a:moveTo>
                  <a:cubicBezTo>
                    <a:pt x="688" y="777"/>
                    <a:pt x="2269" y="1685"/>
                    <a:pt x="2269" y="1685"/>
                  </a:cubicBezTo>
                  <a:lnTo>
                    <a:pt x="2263" y="1691"/>
                  </a:lnTo>
                  <a:lnTo>
                    <a:pt x="2259" y="1696"/>
                  </a:lnTo>
                  <a:lnTo>
                    <a:pt x="2251" y="1704"/>
                  </a:lnTo>
                  <a:lnTo>
                    <a:pt x="2243" y="1712"/>
                  </a:lnTo>
                  <a:cubicBezTo>
                    <a:pt x="2239" y="1716"/>
                    <a:pt x="2234" y="1718"/>
                    <a:pt x="2234" y="1722"/>
                  </a:cubicBezTo>
                  <a:cubicBezTo>
                    <a:pt x="2230" y="1726"/>
                    <a:pt x="2226" y="1732"/>
                    <a:pt x="2222" y="1734"/>
                  </a:cubicBezTo>
                  <a:lnTo>
                    <a:pt x="2212" y="1745"/>
                  </a:lnTo>
                  <a:cubicBezTo>
                    <a:pt x="2204" y="1755"/>
                    <a:pt x="2200" y="1759"/>
                    <a:pt x="2194" y="1765"/>
                  </a:cubicBezTo>
                  <a:cubicBezTo>
                    <a:pt x="2187" y="1775"/>
                    <a:pt x="2181" y="1783"/>
                    <a:pt x="2173" y="1790"/>
                  </a:cubicBezTo>
                  <a:cubicBezTo>
                    <a:pt x="2169" y="1798"/>
                    <a:pt x="2163" y="1804"/>
                    <a:pt x="2159" y="1810"/>
                  </a:cubicBezTo>
                  <a:lnTo>
                    <a:pt x="2153" y="1816"/>
                  </a:lnTo>
                  <a:cubicBezTo>
                    <a:pt x="2149" y="1824"/>
                    <a:pt x="2142" y="1831"/>
                    <a:pt x="2136" y="1839"/>
                  </a:cubicBezTo>
                  <a:cubicBezTo>
                    <a:pt x="2132" y="1841"/>
                    <a:pt x="2132" y="1841"/>
                    <a:pt x="2132" y="1843"/>
                  </a:cubicBezTo>
                  <a:cubicBezTo>
                    <a:pt x="2128" y="1851"/>
                    <a:pt x="2122" y="1857"/>
                    <a:pt x="2120" y="1865"/>
                  </a:cubicBezTo>
                  <a:cubicBezTo>
                    <a:pt x="2118" y="1867"/>
                    <a:pt x="2118" y="1869"/>
                    <a:pt x="2116" y="1871"/>
                  </a:cubicBezTo>
                  <a:cubicBezTo>
                    <a:pt x="2110" y="1880"/>
                    <a:pt x="2106" y="1888"/>
                    <a:pt x="2099" y="1898"/>
                  </a:cubicBezTo>
                  <a:cubicBezTo>
                    <a:pt x="2095" y="1906"/>
                    <a:pt x="2089" y="1916"/>
                    <a:pt x="2083" y="1923"/>
                  </a:cubicBezTo>
                  <a:cubicBezTo>
                    <a:pt x="2081" y="1927"/>
                    <a:pt x="2081" y="1929"/>
                    <a:pt x="2079" y="1931"/>
                  </a:cubicBezTo>
                  <a:cubicBezTo>
                    <a:pt x="2073" y="1939"/>
                    <a:pt x="2071" y="1943"/>
                    <a:pt x="2067" y="1951"/>
                  </a:cubicBezTo>
                  <a:cubicBezTo>
                    <a:pt x="2063" y="1953"/>
                    <a:pt x="2063" y="1957"/>
                    <a:pt x="2063" y="1957"/>
                  </a:cubicBezTo>
                  <a:cubicBezTo>
                    <a:pt x="2056" y="1970"/>
                    <a:pt x="2050" y="1978"/>
                    <a:pt x="2046" y="1988"/>
                  </a:cubicBezTo>
                  <a:cubicBezTo>
                    <a:pt x="2038" y="2000"/>
                    <a:pt x="2032" y="2011"/>
                    <a:pt x="2028" y="2021"/>
                  </a:cubicBezTo>
                  <a:cubicBezTo>
                    <a:pt x="2026" y="2025"/>
                    <a:pt x="2022" y="2029"/>
                    <a:pt x="2022" y="2031"/>
                  </a:cubicBezTo>
                  <a:cubicBezTo>
                    <a:pt x="2018" y="2039"/>
                    <a:pt x="2016" y="2045"/>
                    <a:pt x="2009" y="2056"/>
                  </a:cubicBezTo>
                  <a:cubicBezTo>
                    <a:pt x="2007" y="2062"/>
                    <a:pt x="2005" y="2064"/>
                    <a:pt x="2005" y="2066"/>
                  </a:cubicBezTo>
                  <a:cubicBezTo>
                    <a:pt x="1999" y="2076"/>
                    <a:pt x="1995" y="2086"/>
                    <a:pt x="1989" y="2094"/>
                  </a:cubicBezTo>
                  <a:cubicBezTo>
                    <a:pt x="1987" y="2097"/>
                    <a:pt x="1987" y="2099"/>
                    <a:pt x="1987" y="2099"/>
                  </a:cubicBezTo>
                  <a:cubicBezTo>
                    <a:pt x="1979" y="2113"/>
                    <a:pt x="1975" y="2125"/>
                    <a:pt x="1968" y="2137"/>
                  </a:cubicBezTo>
                  <a:cubicBezTo>
                    <a:pt x="1966" y="2144"/>
                    <a:pt x="1966" y="2146"/>
                    <a:pt x="1964" y="2148"/>
                  </a:cubicBezTo>
                  <a:lnTo>
                    <a:pt x="1948" y="2178"/>
                  </a:lnTo>
                  <a:cubicBezTo>
                    <a:pt x="1946" y="2180"/>
                    <a:pt x="1946" y="2184"/>
                    <a:pt x="1946" y="2187"/>
                  </a:cubicBezTo>
                  <a:cubicBezTo>
                    <a:pt x="1944" y="2191"/>
                    <a:pt x="1940" y="2195"/>
                    <a:pt x="1940" y="2199"/>
                  </a:cubicBezTo>
                  <a:lnTo>
                    <a:pt x="1903" y="2291"/>
                  </a:lnTo>
                  <a:lnTo>
                    <a:pt x="1872" y="2377"/>
                  </a:lnTo>
                  <a:cubicBezTo>
                    <a:pt x="1868" y="2383"/>
                    <a:pt x="1866" y="2391"/>
                    <a:pt x="1864" y="2397"/>
                  </a:cubicBezTo>
                  <a:lnTo>
                    <a:pt x="1856" y="2420"/>
                  </a:lnTo>
                  <a:lnTo>
                    <a:pt x="1842" y="2465"/>
                  </a:lnTo>
                  <a:cubicBezTo>
                    <a:pt x="1838" y="2475"/>
                    <a:pt x="1835" y="2483"/>
                    <a:pt x="1833" y="2491"/>
                  </a:cubicBezTo>
                  <a:cubicBezTo>
                    <a:pt x="1823" y="2522"/>
                    <a:pt x="1815" y="2551"/>
                    <a:pt x="1805" y="2581"/>
                  </a:cubicBezTo>
                  <a:cubicBezTo>
                    <a:pt x="1795" y="2618"/>
                    <a:pt x="1784" y="2655"/>
                    <a:pt x="1776" y="2692"/>
                  </a:cubicBezTo>
                  <a:cubicBezTo>
                    <a:pt x="1774" y="2698"/>
                    <a:pt x="1774" y="2702"/>
                    <a:pt x="1774" y="2706"/>
                  </a:cubicBezTo>
                  <a:lnTo>
                    <a:pt x="1752" y="2804"/>
                  </a:lnTo>
                  <a:cubicBezTo>
                    <a:pt x="1743" y="2841"/>
                    <a:pt x="1735" y="2874"/>
                    <a:pt x="1731" y="2907"/>
                  </a:cubicBezTo>
                  <a:cubicBezTo>
                    <a:pt x="1729" y="2917"/>
                    <a:pt x="1729" y="2925"/>
                    <a:pt x="1725" y="2935"/>
                  </a:cubicBezTo>
                  <a:cubicBezTo>
                    <a:pt x="1721" y="2962"/>
                    <a:pt x="1715" y="2991"/>
                    <a:pt x="1711" y="3015"/>
                  </a:cubicBezTo>
                  <a:lnTo>
                    <a:pt x="1703" y="3054"/>
                  </a:lnTo>
                  <a:cubicBezTo>
                    <a:pt x="1698" y="3079"/>
                    <a:pt x="1694" y="3101"/>
                    <a:pt x="1692" y="3126"/>
                  </a:cubicBezTo>
                  <a:cubicBezTo>
                    <a:pt x="1690" y="3138"/>
                    <a:pt x="1688" y="3154"/>
                    <a:pt x="1688" y="3167"/>
                  </a:cubicBezTo>
                  <a:cubicBezTo>
                    <a:pt x="1684" y="3175"/>
                    <a:pt x="1684" y="3181"/>
                    <a:pt x="1684" y="3189"/>
                  </a:cubicBezTo>
                  <a:lnTo>
                    <a:pt x="1678" y="3242"/>
                  </a:lnTo>
                  <a:cubicBezTo>
                    <a:pt x="1674" y="3257"/>
                    <a:pt x="1674" y="3269"/>
                    <a:pt x="1672" y="3281"/>
                  </a:cubicBezTo>
                  <a:cubicBezTo>
                    <a:pt x="1672" y="3287"/>
                    <a:pt x="1670" y="3293"/>
                    <a:pt x="1670" y="3300"/>
                  </a:cubicBezTo>
                  <a:lnTo>
                    <a:pt x="86" y="2393"/>
                  </a:lnTo>
                  <a:cubicBezTo>
                    <a:pt x="88" y="2387"/>
                    <a:pt x="88" y="2381"/>
                    <a:pt x="88" y="2373"/>
                  </a:cubicBezTo>
                  <a:cubicBezTo>
                    <a:pt x="92" y="2360"/>
                    <a:pt x="92" y="2348"/>
                    <a:pt x="94" y="2338"/>
                  </a:cubicBezTo>
                  <a:cubicBezTo>
                    <a:pt x="96" y="2311"/>
                    <a:pt x="103" y="2285"/>
                    <a:pt x="105" y="2258"/>
                  </a:cubicBezTo>
                  <a:cubicBezTo>
                    <a:pt x="107" y="2246"/>
                    <a:pt x="109" y="2229"/>
                    <a:pt x="109" y="2217"/>
                  </a:cubicBezTo>
                  <a:cubicBezTo>
                    <a:pt x="115" y="2193"/>
                    <a:pt x="117" y="2168"/>
                    <a:pt x="119" y="2144"/>
                  </a:cubicBezTo>
                  <a:lnTo>
                    <a:pt x="127" y="2105"/>
                  </a:lnTo>
                  <a:cubicBezTo>
                    <a:pt x="133" y="2076"/>
                    <a:pt x="137" y="2052"/>
                    <a:pt x="144" y="2025"/>
                  </a:cubicBezTo>
                  <a:cubicBezTo>
                    <a:pt x="146" y="2015"/>
                    <a:pt x="146" y="2009"/>
                    <a:pt x="148" y="1996"/>
                  </a:cubicBezTo>
                  <a:cubicBezTo>
                    <a:pt x="156" y="1961"/>
                    <a:pt x="160" y="1929"/>
                    <a:pt x="168" y="1894"/>
                  </a:cubicBezTo>
                  <a:cubicBezTo>
                    <a:pt x="176" y="1861"/>
                    <a:pt x="184" y="1828"/>
                    <a:pt x="191" y="1798"/>
                  </a:cubicBezTo>
                  <a:cubicBezTo>
                    <a:pt x="195" y="1792"/>
                    <a:pt x="195" y="1788"/>
                    <a:pt x="197" y="1781"/>
                  </a:cubicBezTo>
                  <a:cubicBezTo>
                    <a:pt x="207" y="1745"/>
                    <a:pt x="215" y="1708"/>
                    <a:pt x="225" y="1675"/>
                  </a:cubicBezTo>
                  <a:cubicBezTo>
                    <a:pt x="236" y="1644"/>
                    <a:pt x="242" y="1614"/>
                    <a:pt x="252" y="1583"/>
                  </a:cubicBezTo>
                  <a:cubicBezTo>
                    <a:pt x="256" y="1573"/>
                    <a:pt x="258" y="1565"/>
                    <a:pt x="260" y="1556"/>
                  </a:cubicBezTo>
                  <a:lnTo>
                    <a:pt x="283" y="1489"/>
                  </a:lnTo>
                  <a:lnTo>
                    <a:pt x="291" y="1464"/>
                  </a:lnTo>
                  <a:lnTo>
                    <a:pt x="322" y="1380"/>
                  </a:lnTo>
                  <a:lnTo>
                    <a:pt x="360" y="1288"/>
                  </a:lnTo>
                  <a:cubicBezTo>
                    <a:pt x="362" y="1280"/>
                    <a:pt x="364" y="1274"/>
                    <a:pt x="371" y="1268"/>
                  </a:cubicBezTo>
                  <a:cubicBezTo>
                    <a:pt x="375" y="1258"/>
                    <a:pt x="381" y="1247"/>
                    <a:pt x="383" y="1237"/>
                  </a:cubicBezTo>
                  <a:cubicBezTo>
                    <a:pt x="385" y="1233"/>
                    <a:pt x="389" y="1229"/>
                    <a:pt x="389" y="1227"/>
                  </a:cubicBezTo>
                  <a:cubicBezTo>
                    <a:pt x="395" y="1215"/>
                    <a:pt x="401" y="1202"/>
                    <a:pt x="405" y="1188"/>
                  </a:cubicBezTo>
                  <a:cubicBezTo>
                    <a:pt x="409" y="1186"/>
                    <a:pt x="409" y="1184"/>
                    <a:pt x="409" y="1182"/>
                  </a:cubicBezTo>
                  <a:cubicBezTo>
                    <a:pt x="414" y="1172"/>
                    <a:pt x="420" y="1162"/>
                    <a:pt x="424" y="1153"/>
                  </a:cubicBezTo>
                  <a:cubicBezTo>
                    <a:pt x="426" y="1147"/>
                    <a:pt x="430" y="1145"/>
                    <a:pt x="430" y="1143"/>
                  </a:cubicBezTo>
                  <a:cubicBezTo>
                    <a:pt x="434" y="1135"/>
                    <a:pt x="436" y="1127"/>
                    <a:pt x="442" y="1121"/>
                  </a:cubicBezTo>
                  <a:cubicBezTo>
                    <a:pt x="444" y="1117"/>
                    <a:pt x="446" y="1112"/>
                    <a:pt x="446" y="1110"/>
                  </a:cubicBezTo>
                  <a:cubicBezTo>
                    <a:pt x="452" y="1100"/>
                    <a:pt x="461" y="1090"/>
                    <a:pt x="465" y="1080"/>
                  </a:cubicBezTo>
                  <a:cubicBezTo>
                    <a:pt x="473" y="1067"/>
                    <a:pt x="477" y="1059"/>
                    <a:pt x="483" y="1051"/>
                  </a:cubicBezTo>
                  <a:cubicBezTo>
                    <a:pt x="485" y="1049"/>
                    <a:pt x="485" y="1047"/>
                    <a:pt x="487" y="1041"/>
                  </a:cubicBezTo>
                  <a:cubicBezTo>
                    <a:pt x="493" y="1033"/>
                    <a:pt x="495" y="1024"/>
                    <a:pt x="502" y="1020"/>
                  </a:cubicBezTo>
                  <a:cubicBezTo>
                    <a:pt x="504" y="1018"/>
                    <a:pt x="504" y="1016"/>
                    <a:pt x="506" y="1012"/>
                  </a:cubicBezTo>
                  <a:cubicBezTo>
                    <a:pt x="512" y="1002"/>
                    <a:pt x="516" y="996"/>
                    <a:pt x="522" y="988"/>
                  </a:cubicBezTo>
                  <a:cubicBezTo>
                    <a:pt x="526" y="977"/>
                    <a:pt x="532" y="969"/>
                    <a:pt x="536" y="961"/>
                  </a:cubicBezTo>
                  <a:cubicBezTo>
                    <a:pt x="538" y="959"/>
                    <a:pt x="538" y="957"/>
                    <a:pt x="542" y="953"/>
                  </a:cubicBezTo>
                  <a:cubicBezTo>
                    <a:pt x="547" y="947"/>
                    <a:pt x="553" y="941"/>
                    <a:pt x="555" y="936"/>
                  </a:cubicBezTo>
                  <a:cubicBezTo>
                    <a:pt x="557" y="932"/>
                    <a:pt x="557" y="932"/>
                    <a:pt x="557" y="930"/>
                  </a:cubicBezTo>
                  <a:lnTo>
                    <a:pt x="573" y="908"/>
                  </a:lnTo>
                  <a:cubicBezTo>
                    <a:pt x="575" y="906"/>
                    <a:pt x="575" y="904"/>
                    <a:pt x="577" y="904"/>
                  </a:cubicBezTo>
                  <a:cubicBezTo>
                    <a:pt x="583" y="896"/>
                    <a:pt x="587" y="889"/>
                    <a:pt x="594" y="883"/>
                  </a:cubicBezTo>
                  <a:cubicBezTo>
                    <a:pt x="600" y="873"/>
                    <a:pt x="606" y="867"/>
                    <a:pt x="610" y="859"/>
                  </a:cubicBezTo>
                  <a:cubicBezTo>
                    <a:pt x="618" y="848"/>
                    <a:pt x="624" y="844"/>
                    <a:pt x="628" y="838"/>
                  </a:cubicBezTo>
                  <a:cubicBezTo>
                    <a:pt x="635" y="832"/>
                    <a:pt x="637" y="828"/>
                    <a:pt x="639" y="826"/>
                  </a:cubicBezTo>
                  <a:cubicBezTo>
                    <a:pt x="645" y="822"/>
                    <a:pt x="647" y="818"/>
                    <a:pt x="649" y="814"/>
                  </a:cubicBezTo>
                  <a:cubicBezTo>
                    <a:pt x="655" y="808"/>
                    <a:pt x="657" y="806"/>
                    <a:pt x="657" y="803"/>
                  </a:cubicBezTo>
                  <a:lnTo>
                    <a:pt x="665" y="795"/>
                  </a:lnTo>
                  <a:cubicBezTo>
                    <a:pt x="669" y="791"/>
                    <a:pt x="671" y="787"/>
                    <a:pt x="675" y="787"/>
                  </a:cubicBezTo>
                  <a:lnTo>
                    <a:pt x="682" y="781"/>
                  </a:lnTo>
                  <a:lnTo>
                    <a:pt x="688" y="775"/>
                  </a:lnTo>
                  <a:close/>
                  <a:moveTo>
                    <a:pt x="1960" y="0"/>
                  </a:moveTo>
                  <a:cubicBezTo>
                    <a:pt x="1940" y="0"/>
                    <a:pt x="1920" y="6"/>
                    <a:pt x="1903" y="16"/>
                  </a:cubicBezTo>
                  <a:lnTo>
                    <a:pt x="647" y="746"/>
                  </a:lnTo>
                  <a:lnTo>
                    <a:pt x="643" y="752"/>
                  </a:lnTo>
                  <a:cubicBezTo>
                    <a:pt x="639" y="754"/>
                    <a:pt x="637" y="756"/>
                    <a:pt x="635" y="756"/>
                  </a:cubicBezTo>
                  <a:lnTo>
                    <a:pt x="628" y="763"/>
                  </a:lnTo>
                  <a:lnTo>
                    <a:pt x="622" y="771"/>
                  </a:lnTo>
                  <a:lnTo>
                    <a:pt x="614" y="777"/>
                  </a:lnTo>
                  <a:cubicBezTo>
                    <a:pt x="608" y="783"/>
                    <a:pt x="606" y="785"/>
                    <a:pt x="606" y="787"/>
                  </a:cubicBezTo>
                  <a:cubicBezTo>
                    <a:pt x="602" y="793"/>
                    <a:pt x="598" y="797"/>
                    <a:pt x="594" y="801"/>
                  </a:cubicBezTo>
                  <a:cubicBezTo>
                    <a:pt x="587" y="806"/>
                    <a:pt x="585" y="808"/>
                    <a:pt x="583" y="814"/>
                  </a:cubicBezTo>
                  <a:cubicBezTo>
                    <a:pt x="575" y="822"/>
                    <a:pt x="571" y="828"/>
                    <a:pt x="565" y="834"/>
                  </a:cubicBezTo>
                  <a:cubicBezTo>
                    <a:pt x="557" y="844"/>
                    <a:pt x="553" y="853"/>
                    <a:pt x="545" y="859"/>
                  </a:cubicBezTo>
                  <a:cubicBezTo>
                    <a:pt x="540" y="867"/>
                    <a:pt x="534" y="873"/>
                    <a:pt x="530" y="879"/>
                  </a:cubicBezTo>
                  <a:cubicBezTo>
                    <a:pt x="526" y="883"/>
                    <a:pt x="526" y="885"/>
                    <a:pt x="524" y="885"/>
                  </a:cubicBezTo>
                  <a:lnTo>
                    <a:pt x="510" y="908"/>
                  </a:lnTo>
                  <a:cubicBezTo>
                    <a:pt x="506" y="910"/>
                    <a:pt x="506" y="910"/>
                    <a:pt x="506" y="914"/>
                  </a:cubicBezTo>
                  <a:cubicBezTo>
                    <a:pt x="502" y="920"/>
                    <a:pt x="497" y="926"/>
                    <a:pt x="493" y="934"/>
                  </a:cubicBezTo>
                  <a:cubicBezTo>
                    <a:pt x="491" y="936"/>
                    <a:pt x="491" y="939"/>
                    <a:pt x="487" y="941"/>
                  </a:cubicBezTo>
                  <a:cubicBezTo>
                    <a:pt x="483" y="949"/>
                    <a:pt x="479" y="957"/>
                    <a:pt x="473" y="967"/>
                  </a:cubicBezTo>
                  <a:cubicBezTo>
                    <a:pt x="467" y="977"/>
                    <a:pt x="463" y="986"/>
                    <a:pt x="457" y="992"/>
                  </a:cubicBezTo>
                  <a:cubicBezTo>
                    <a:pt x="454" y="996"/>
                    <a:pt x="454" y="998"/>
                    <a:pt x="452" y="1000"/>
                  </a:cubicBezTo>
                  <a:cubicBezTo>
                    <a:pt x="446" y="1008"/>
                    <a:pt x="444" y="1012"/>
                    <a:pt x="440" y="1020"/>
                  </a:cubicBezTo>
                  <a:cubicBezTo>
                    <a:pt x="436" y="1022"/>
                    <a:pt x="436" y="1026"/>
                    <a:pt x="436" y="1026"/>
                  </a:cubicBezTo>
                  <a:cubicBezTo>
                    <a:pt x="430" y="1039"/>
                    <a:pt x="424" y="1047"/>
                    <a:pt x="420" y="1057"/>
                  </a:cubicBezTo>
                  <a:cubicBezTo>
                    <a:pt x="412" y="1069"/>
                    <a:pt x="405" y="1080"/>
                    <a:pt x="401" y="1090"/>
                  </a:cubicBezTo>
                  <a:cubicBezTo>
                    <a:pt x="399" y="1094"/>
                    <a:pt x="395" y="1098"/>
                    <a:pt x="395" y="1100"/>
                  </a:cubicBezTo>
                  <a:cubicBezTo>
                    <a:pt x="391" y="1108"/>
                    <a:pt x="389" y="1114"/>
                    <a:pt x="383" y="1125"/>
                  </a:cubicBezTo>
                  <a:cubicBezTo>
                    <a:pt x="381" y="1131"/>
                    <a:pt x="379" y="1133"/>
                    <a:pt x="379" y="1135"/>
                  </a:cubicBezTo>
                  <a:cubicBezTo>
                    <a:pt x="373" y="1145"/>
                    <a:pt x="369" y="1155"/>
                    <a:pt x="362" y="1164"/>
                  </a:cubicBezTo>
                  <a:cubicBezTo>
                    <a:pt x="360" y="1166"/>
                    <a:pt x="360" y="1166"/>
                    <a:pt x="360" y="1170"/>
                  </a:cubicBezTo>
                  <a:cubicBezTo>
                    <a:pt x="352" y="1182"/>
                    <a:pt x="348" y="1194"/>
                    <a:pt x="342" y="1207"/>
                  </a:cubicBezTo>
                  <a:cubicBezTo>
                    <a:pt x="340" y="1213"/>
                    <a:pt x="340" y="1215"/>
                    <a:pt x="338" y="1217"/>
                  </a:cubicBezTo>
                  <a:cubicBezTo>
                    <a:pt x="332" y="1227"/>
                    <a:pt x="328" y="1237"/>
                    <a:pt x="324" y="1247"/>
                  </a:cubicBezTo>
                  <a:cubicBezTo>
                    <a:pt x="322" y="1252"/>
                    <a:pt x="322" y="1254"/>
                    <a:pt x="322" y="1256"/>
                  </a:cubicBezTo>
                  <a:cubicBezTo>
                    <a:pt x="319" y="1260"/>
                    <a:pt x="317" y="1264"/>
                    <a:pt x="317" y="1268"/>
                  </a:cubicBezTo>
                  <a:lnTo>
                    <a:pt x="279" y="1360"/>
                  </a:lnTo>
                  <a:lnTo>
                    <a:pt x="248" y="1446"/>
                  </a:lnTo>
                  <a:cubicBezTo>
                    <a:pt x="246" y="1452"/>
                    <a:pt x="242" y="1460"/>
                    <a:pt x="240" y="1466"/>
                  </a:cubicBezTo>
                  <a:lnTo>
                    <a:pt x="231" y="1489"/>
                  </a:lnTo>
                  <a:lnTo>
                    <a:pt x="217" y="1534"/>
                  </a:lnTo>
                  <a:cubicBezTo>
                    <a:pt x="215" y="1544"/>
                    <a:pt x="211" y="1552"/>
                    <a:pt x="209" y="1560"/>
                  </a:cubicBezTo>
                  <a:cubicBezTo>
                    <a:pt x="199" y="1591"/>
                    <a:pt x="191" y="1620"/>
                    <a:pt x="184" y="1650"/>
                  </a:cubicBezTo>
                  <a:cubicBezTo>
                    <a:pt x="174" y="1687"/>
                    <a:pt x="164" y="1724"/>
                    <a:pt x="154" y="1759"/>
                  </a:cubicBezTo>
                  <a:cubicBezTo>
                    <a:pt x="150" y="1765"/>
                    <a:pt x="150" y="1769"/>
                    <a:pt x="150" y="1773"/>
                  </a:cubicBezTo>
                  <a:lnTo>
                    <a:pt x="127" y="1871"/>
                  </a:lnTo>
                  <a:cubicBezTo>
                    <a:pt x="119" y="1908"/>
                    <a:pt x="113" y="1941"/>
                    <a:pt x="107" y="1974"/>
                  </a:cubicBezTo>
                  <a:cubicBezTo>
                    <a:pt x="105" y="1984"/>
                    <a:pt x="103" y="1992"/>
                    <a:pt x="103" y="2002"/>
                  </a:cubicBezTo>
                  <a:cubicBezTo>
                    <a:pt x="96" y="2029"/>
                    <a:pt x="92" y="2056"/>
                    <a:pt x="86" y="2082"/>
                  </a:cubicBezTo>
                  <a:lnTo>
                    <a:pt x="78" y="2121"/>
                  </a:lnTo>
                  <a:cubicBezTo>
                    <a:pt x="74" y="2146"/>
                    <a:pt x="72" y="2168"/>
                    <a:pt x="68" y="2195"/>
                  </a:cubicBezTo>
                  <a:cubicBezTo>
                    <a:pt x="66" y="2207"/>
                    <a:pt x="64" y="2219"/>
                    <a:pt x="64" y="2236"/>
                  </a:cubicBezTo>
                  <a:cubicBezTo>
                    <a:pt x="62" y="2244"/>
                    <a:pt x="62" y="2250"/>
                    <a:pt x="62" y="2258"/>
                  </a:cubicBezTo>
                  <a:lnTo>
                    <a:pt x="53" y="2311"/>
                  </a:lnTo>
                  <a:cubicBezTo>
                    <a:pt x="51" y="2326"/>
                    <a:pt x="51" y="2338"/>
                    <a:pt x="47" y="2350"/>
                  </a:cubicBezTo>
                  <a:cubicBezTo>
                    <a:pt x="43" y="2389"/>
                    <a:pt x="41" y="2428"/>
                    <a:pt x="35" y="2465"/>
                  </a:cubicBezTo>
                  <a:cubicBezTo>
                    <a:pt x="31" y="2506"/>
                    <a:pt x="27" y="2545"/>
                    <a:pt x="25" y="2585"/>
                  </a:cubicBezTo>
                  <a:cubicBezTo>
                    <a:pt x="23" y="2598"/>
                    <a:pt x="23" y="2612"/>
                    <a:pt x="23" y="2624"/>
                  </a:cubicBezTo>
                  <a:cubicBezTo>
                    <a:pt x="21" y="2653"/>
                    <a:pt x="17" y="2680"/>
                    <a:pt x="17" y="2708"/>
                  </a:cubicBezTo>
                  <a:cubicBezTo>
                    <a:pt x="15" y="2725"/>
                    <a:pt x="15" y="2739"/>
                    <a:pt x="15" y="2755"/>
                  </a:cubicBezTo>
                  <a:cubicBezTo>
                    <a:pt x="13" y="2782"/>
                    <a:pt x="13" y="2808"/>
                    <a:pt x="11" y="2837"/>
                  </a:cubicBezTo>
                  <a:cubicBezTo>
                    <a:pt x="11" y="2851"/>
                    <a:pt x="6" y="2868"/>
                    <a:pt x="6" y="2882"/>
                  </a:cubicBezTo>
                  <a:cubicBezTo>
                    <a:pt x="4" y="2913"/>
                    <a:pt x="4" y="2941"/>
                    <a:pt x="4" y="2970"/>
                  </a:cubicBezTo>
                  <a:cubicBezTo>
                    <a:pt x="4" y="2984"/>
                    <a:pt x="2" y="2997"/>
                    <a:pt x="2" y="3011"/>
                  </a:cubicBezTo>
                  <a:cubicBezTo>
                    <a:pt x="2" y="3054"/>
                    <a:pt x="0" y="3097"/>
                    <a:pt x="0" y="3144"/>
                  </a:cubicBezTo>
                  <a:lnTo>
                    <a:pt x="0" y="3171"/>
                  </a:lnTo>
                  <a:lnTo>
                    <a:pt x="1629" y="4106"/>
                  </a:lnTo>
                  <a:cubicBezTo>
                    <a:pt x="1629" y="4108"/>
                    <a:pt x="1678" y="4132"/>
                    <a:pt x="1678" y="4132"/>
                  </a:cubicBezTo>
                  <a:lnTo>
                    <a:pt x="1678" y="4106"/>
                  </a:lnTo>
                  <a:cubicBezTo>
                    <a:pt x="1678" y="4061"/>
                    <a:pt x="1678" y="4018"/>
                    <a:pt x="1680" y="3973"/>
                  </a:cubicBezTo>
                  <a:cubicBezTo>
                    <a:pt x="1680" y="3956"/>
                    <a:pt x="1680" y="3944"/>
                    <a:pt x="1682" y="3932"/>
                  </a:cubicBezTo>
                  <a:cubicBezTo>
                    <a:pt x="1682" y="3901"/>
                    <a:pt x="1684" y="3872"/>
                    <a:pt x="1684" y="3842"/>
                  </a:cubicBezTo>
                  <a:cubicBezTo>
                    <a:pt x="1684" y="3825"/>
                    <a:pt x="1688" y="3811"/>
                    <a:pt x="1688" y="3793"/>
                  </a:cubicBezTo>
                  <a:cubicBezTo>
                    <a:pt x="1690" y="3764"/>
                    <a:pt x="1690" y="3739"/>
                    <a:pt x="1692" y="3711"/>
                  </a:cubicBezTo>
                  <a:cubicBezTo>
                    <a:pt x="1694" y="3696"/>
                    <a:pt x="1694" y="3680"/>
                    <a:pt x="1694" y="3666"/>
                  </a:cubicBezTo>
                  <a:cubicBezTo>
                    <a:pt x="1698" y="3637"/>
                    <a:pt x="1698" y="3608"/>
                    <a:pt x="1700" y="3580"/>
                  </a:cubicBezTo>
                  <a:cubicBezTo>
                    <a:pt x="1703" y="3568"/>
                    <a:pt x="1703" y="3555"/>
                    <a:pt x="1703" y="3543"/>
                  </a:cubicBezTo>
                  <a:cubicBezTo>
                    <a:pt x="1705" y="3502"/>
                    <a:pt x="1711" y="3463"/>
                    <a:pt x="1713" y="3422"/>
                  </a:cubicBezTo>
                  <a:cubicBezTo>
                    <a:pt x="1719" y="3381"/>
                    <a:pt x="1721" y="3342"/>
                    <a:pt x="1725" y="3308"/>
                  </a:cubicBezTo>
                  <a:cubicBezTo>
                    <a:pt x="1729" y="3293"/>
                    <a:pt x="1729" y="3281"/>
                    <a:pt x="1731" y="3271"/>
                  </a:cubicBezTo>
                  <a:cubicBezTo>
                    <a:pt x="1733" y="3246"/>
                    <a:pt x="1739" y="3218"/>
                    <a:pt x="1741" y="3191"/>
                  </a:cubicBezTo>
                  <a:cubicBezTo>
                    <a:pt x="1743" y="3179"/>
                    <a:pt x="1745" y="3164"/>
                    <a:pt x="1745" y="3150"/>
                  </a:cubicBezTo>
                  <a:cubicBezTo>
                    <a:pt x="1752" y="3126"/>
                    <a:pt x="1754" y="3103"/>
                    <a:pt x="1756" y="3077"/>
                  </a:cubicBezTo>
                  <a:lnTo>
                    <a:pt x="1764" y="3038"/>
                  </a:lnTo>
                  <a:cubicBezTo>
                    <a:pt x="1770" y="3011"/>
                    <a:pt x="1774" y="2984"/>
                    <a:pt x="1780" y="2960"/>
                  </a:cubicBezTo>
                  <a:cubicBezTo>
                    <a:pt x="1782" y="2950"/>
                    <a:pt x="1782" y="2941"/>
                    <a:pt x="1784" y="2931"/>
                  </a:cubicBezTo>
                  <a:cubicBezTo>
                    <a:pt x="1793" y="2894"/>
                    <a:pt x="1801" y="2862"/>
                    <a:pt x="1805" y="2829"/>
                  </a:cubicBezTo>
                  <a:cubicBezTo>
                    <a:pt x="1813" y="2796"/>
                    <a:pt x="1821" y="2761"/>
                    <a:pt x="1827" y="2731"/>
                  </a:cubicBezTo>
                  <a:cubicBezTo>
                    <a:pt x="1831" y="2727"/>
                    <a:pt x="1831" y="2721"/>
                    <a:pt x="1831" y="2716"/>
                  </a:cubicBezTo>
                  <a:cubicBezTo>
                    <a:pt x="1842" y="2678"/>
                    <a:pt x="1848" y="2643"/>
                    <a:pt x="1858" y="2608"/>
                  </a:cubicBezTo>
                  <a:cubicBezTo>
                    <a:pt x="1868" y="2577"/>
                    <a:pt x="1876" y="2547"/>
                    <a:pt x="1887" y="2516"/>
                  </a:cubicBezTo>
                  <a:cubicBezTo>
                    <a:pt x="1889" y="2506"/>
                    <a:pt x="1893" y="2500"/>
                    <a:pt x="1895" y="2491"/>
                  </a:cubicBezTo>
                  <a:lnTo>
                    <a:pt x="1917" y="2422"/>
                  </a:lnTo>
                  <a:lnTo>
                    <a:pt x="1926" y="2399"/>
                  </a:lnTo>
                  <a:lnTo>
                    <a:pt x="1956" y="2315"/>
                  </a:lnTo>
                  <a:lnTo>
                    <a:pt x="1995" y="2223"/>
                  </a:lnTo>
                  <a:cubicBezTo>
                    <a:pt x="1997" y="2215"/>
                    <a:pt x="2001" y="2209"/>
                    <a:pt x="2005" y="2201"/>
                  </a:cubicBezTo>
                  <a:cubicBezTo>
                    <a:pt x="2009" y="2193"/>
                    <a:pt x="2016" y="2180"/>
                    <a:pt x="2018" y="2172"/>
                  </a:cubicBezTo>
                  <a:cubicBezTo>
                    <a:pt x="2020" y="2166"/>
                    <a:pt x="2020" y="2164"/>
                    <a:pt x="2022" y="2162"/>
                  </a:cubicBezTo>
                  <a:cubicBezTo>
                    <a:pt x="2030" y="2148"/>
                    <a:pt x="2036" y="2135"/>
                    <a:pt x="2040" y="2123"/>
                  </a:cubicBezTo>
                  <a:cubicBezTo>
                    <a:pt x="2042" y="2121"/>
                    <a:pt x="2042" y="2117"/>
                    <a:pt x="2042" y="2115"/>
                  </a:cubicBezTo>
                  <a:cubicBezTo>
                    <a:pt x="2048" y="2105"/>
                    <a:pt x="2052" y="2094"/>
                    <a:pt x="2059" y="2086"/>
                  </a:cubicBezTo>
                  <a:cubicBezTo>
                    <a:pt x="2061" y="2082"/>
                    <a:pt x="2063" y="2078"/>
                    <a:pt x="2063" y="2076"/>
                  </a:cubicBezTo>
                  <a:cubicBezTo>
                    <a:pt x="2069" y="2070"/>
                    <a:pt x="2071" y="2062"/>
                    <a:pt x="2077" y="2054"/>
                  </a:cubicBezTo>
                  <a:cubicBezTo>
                    <a:pt x="2079" y="2052"/>
                    <a:pt x="2079" y="2045"/>
                    <a:pt x="2081" y="2043"/>
                  </a:cubicBezTo>
                  <a:cubicBezTo>
                    <a:pt x="2087" y="2033"/>
                    <a:pt x="2093" y="2023"/>
                    <a:pt x="2099" y="2013"/>
                  </a:cubicBezTo>
                  <a:cubicBezTo>
                    <a:pt x="2108" y="2000"/>
                    <a:pt x="2112" y="1992"/>
                    <a:pt x="2118" y="1984"/>
                  </a:cubicBezTo>
                  <a:cubicBezTo>
                    <a:pt x="2120" y="1982"/>
                    <a:pt x="2122" y="1980"/>
                    <a:pt x="2122" y="1978"/>
                  </a:cubicBezTo>
                  <a:cubicBezTo>
                    <a:pt x="2128" y="1970"/>
                    <a:pt x="2130" y="1961"/>
                    <a:pt x="2134" y="1957"/>
                  </a:cubicBezTo>
                  <a:cubicBezTo>
                    <a:pt x="2138" y="1953"/>
                    <a:pt x="2138" y="1951"/>
                    <a:pt x="2140" y="1949"/>
                  </a:cubicBezTo>
                  <a:cubicBezTo>
                    <a:pt x="2144" y="1939"/>
                    <a:pt x="2151" y="1931"/>
                    <a:pt x="2155" y="1923"/>
                  </a:cubicBezTo>
                  <a:cubicBezTo>
                    <a:pt x="2161" y="1912"/>
                    <a:pt x="2165" y="1906"/>
                    <a:pt x="2173" y="1898"/>
                  </a:cubicBezTo>
                  <a:cubicBezTo>
                    <a:pt x="2175" y="1894"/>
                    <a:pt x="2175" y="1892"/>
                    <a:pt x="2179" y="1890"/>
                  </a:cubicBezTo>
                  <a:cubicBezTo>
                    <a:pt x="2183" y="1882"/>
                    <a:pt x="2185" y="1878"/>
                    <a:pt x="2191" y="1871"/>
                  </a:cubicBezTo>
                  <a:cubicBezTo>
                    <a:pt x="2194" y="1869"/>
                    <a:pt x="2194" y="1869"/>
                    <a:pt x="2194" y="1867"/>
                  </a:cubicBezTo>
                  <a:lnTo>
                    <a:pt x="2210" y="1845"/>
                  </a:lnTo>
                  <a:lnTo>
                    <a:pt x="2214" y="1839"/>
                  </a:lnTo>
                  <a:cubicBezTo>
                    <a:pt x="2220" y="1831"/>
                    <a:pt x="2224" y="1826"/>
                    <a:pt x="2230" y="1818"/>
                  </a:cubicBezTo>
                  <a:cubicBezTo>
                    <a:pt x="2236" y="1808"/>
                    <a:pt x="2243" y="1800"/>
                    <a:pt x="2247" y="1796"/>
                  </a:cubicBezTo>
                  <a:cubicBezTo>
                    <a:pt x="2255" y="1786"/>
                    <a:pt x="2261" y="1779"/>
                    <a:pt x="2265" y="1775"/>
                  </a:cubicBezTo>
                  <a:cubicBezTo>
                    <a:pt x="2271" y="1767"/>
                    <a:pt x="2273" y="1765"/>
                    <a:pt x="2277" y="1763"/>
                  </a:cubicBezTo>
                  <a:lnTo>
                    <a:pt x="2288" y="1753"/>
                  </a:lnTo>
                  <a:cubicBezTo>
                    <a:pt x="2294" y="1747"/>
                    <a:pt x="2296" y="1745"/>
                    <a:pt x="2296" y="1743"/>
                  </a:cubicBezTo>
                  <a:lnTo>
                    <a:pt x="2304" y="1734"/>
                  </a:lnTo>
                  <a:cubicBezTo>
                    <a:pt x="2308" y="1728"/>
                    <a:pt x="2312" y="1726"/>
                    <a:pt x="2314" y="1726"/>
                  </a:cubicBezTo>
                  <a:lnTo>
                    <a:pt x="2322" y="1718"/>
                  </a:lnTo>
                  <a:lnTo>
                    <a:pt x="2327" y="1714"/>
                  </a:lnTo>
                  <a:cubicBezTo>
                    <a:pt x="2329" y="1712"/>
                    <a:pt x="2335" y="1708"/>
                    <a:pt x="2335" y="1708"/>
                  </a:cubicBezTo>
                  <a:lnTo>
                    <a:pt x="3648" y="945"/>
                  </a:lnTo>
                  <a:lnTo>
                    <a:pt x="3591" y="916"/>
                  </a:lnTo>
                  <a:lnTo>
                    <a:pt x="2018" y="16"/>
                  </a:lnTo>
                  <a:cubicBezTo>
                    <a:pt x="2000" y="6"/>
                    <a:pt x="1980" y="0"/>
                    <a:pt x="19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0"/>
            <p:cNvSpPr/>
            <p:nvPr/>
          </p:nvSpPr>
          <p:spPr>
            <a:xfrm rot="-3560944">
              <a:off x="12400387" y="-2990262"/>
              <a:ext cx="1155179" cy="1893375"/>
            </a:xfrm>
            <a:custGeom>
              <a:rect b="b" l="l" r="r" t="t"/>
              <a:pathLst>
                <a:path extrusionOk="0" h="3183" w="1942">
                  <a:moveTo>
                    <a:pt x="1811" y="126"/>
                  </a:moveTo>
                  <a:lnTo>
                    <a:pt x="1811" y="1355"/>
                  </a:lnTo>
                  <a:lnTo>
                    <a:pt x="92" y="2284"/>
                  </a:lnTo>
                  <a:cubicBezTo>
                    <a:pt x="148" y="1820"/>
                    <a:pt x="248" y="1494"/>
                    <a:pt x="338" y="1281"/>
                  </a:cubicBezTo>
                  <a:cubicBezTo>
                    <a:pt x="473" y="960"/>
                    <a:pt x="612" y="831"/>
                    <a:pt x="629" y="813"/>
                  </a:cubicBezTo>
                  <a:lnTo>
                    <a:pt x="1811" y="126"/>
                  </a:lnTo>
                  <a:close/>
                  <a:moveTo>
                    <a:pt x="1942" y="1"/>
                  </a:moveTo>
                  <a:lnTo>
                    <a:pt x="1668" y="154"/>
                  </a:lnTo>
                  <a:lnTo>
                    <a:pt x="624" y="760"/>
                  </a:lnTo>
                  <a:lnTo>
                    <a:pt x="618" y="766"/>
                  </a:lnTo>
                  <a:cubicBezTo>
                    <a:pt x="612" y="770"/>
                    <a:pt x="455" y="903"/>
                    <a:pt x="299" y="1267"/>
                  </a:cubicBezTo>
                  <a:cubicBezTo>
                    <a:pt x="123" y="1682"/>
                    <a:pt x="21" y="2218"/>
                    <a:pt x="0" y="2859"/>
                  </a:cubicBezTo>
                  <a:cubicBezTo>
                    <a:pt x="0" y="2859"/>
                    <a:pt x="2" y="2914"/>
                    <a:pt x="2" y="2949"/>
                  </a:cubicBezTo>
                  <a:cubicBezTo>
                    <a:pt x="0" y="3008"/>
                    <a:pt x="0" y="3061"/>
                    <a:pt x="0" y="3123"/>
                  </a:cubicBezTo>
                  <a:lnTo>
                    <a:pt x="2" y="3182"/>
                  </a:lnTo>
                  <a:lnTo>
                    <a:pt x="43" y="3149"/>
                  </a:lnTo>
                  <a:lnTo>
                    <a:pt x="1809" y="2163"/>
                  </a:lnTo>
                  <a:lnTo>
                    <a:pt x="1809" y="2167"/>
                  </a:lnTo>
                  <a:lnTo>
                    <a:pt x="1938" y="2096"/>
                  </a:lnTo>
                  <a:lnTo>
                    <a:pt x="19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0"/>
            <p:cNvSpPr/>
            <p:nvPr/>
          </p:nvSpPr>
          <p:spPr>
            <a:xfrm rot="-3560944">
              <a:off x="11532719" y="-1864221"/>
              <a:ext cx="27363" cy="147520"/>
            </a:xfrm>
            <a:custGeom>
              <a:rect b="b" l="l" r="r" t="t"/>
              <a:pathLst>
                <a:path extrusionOk="0" h="248" w="46">
                  <a:moveTo>
                    <a:pt x="46" y="0"/>
                  </a:moveTo>
                  <a:lnTo>
                    <a:pt x="1" y="29"/>
                  </a:lnTo>
                  <a:lnTo>
                    <a:pt x="1" y="248"/>
                  </a:lnTo>
                  <a:lnTo>
                    <a:pt x="46" y="223"/>
                  </a:lnTo>
                  <a:lnTo>
                    <a:pt x="4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0"/>
            <p:cNvSpPr/>
            <p:nvPr/>
          </p:nvSpPr>
          <p:spPr>
            <a:xfrm rot="-3560944">
              <a:off x="11392900" y="-1832138"/>
              <a:ext cx="111235" cy="64838"/>
            </a:xfrm>
            <a:custGeom>
              <a:rect b="b" l="l" r="r" t="t"/>
              <a:pathLst>
                <a:path extrusionOk="0" h="109" w="187">
                  <a:moveTo>
                    <a:pt x="48" y="0"/>
                  </a:moveTo>
                  <a:lnTo>
                    <a:pt x="1" y="27"/>
                  </a:lnTo>
                  <a:lnTo>
                    <a:pt x="142" y="109"/>
                  </a:lnTo>
                  <a:lnTo>
                    <a:pt x="187" y="80"/>
                  </a:lnTo>
                  <a:lnTo>
                    <a:pt x="48" y="0"/>
                  </a:lnTo>
                  <a:close/>
                </a:path>
              </a:pathLst>
            </a:custGeom>
            <a:solidFill>
              <a:srgbClr val="1B19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0"/>
            <p:cNvSpPr/>
            <p:nvPr/>
          </p:nvSpPr>
          <p:spPr>
            <a:xfrm rot="-3560944">
              <a:off x="11462148" y="-1840878"/>
              <a:ext cx="84467" cy="179642"/>
            </a:xfrm>
            <a:custGeom>
              <a:rect b="b" l="l" r="r" t="t"/>
              <a:pathLst>
                <a:path extrusionOk="0" h="302" w="142">
                  <a:moveTo>
                    <a:pt x="1" y="1"/>
                  </a:moveTo>
                  <a:lnTo>
                    <a:pt x="1" y="224"/>
                  </a:lnTo>
                  <a:lnTo>
                    <a:pt x="142" y="302"/>
                  </a:lnTo>
                  <a:lnTo>
                    <a:pt x="142" y="83"/>
                  </a:lnTo>
                  <a:lnTo>
                    <a:pt x="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0"/>
            <p:cNvSpPr/>
            <p:nvPr/>
          </p:nvSpPr>
          <p:spPr>
            <a:xfrm rot="-3560944">
              <a:off x="11364789" y="-1888241"/>
              <a:ext cx="170719" cy="213547"/>
            </a:xfrm>
            <a:custGeom>
              <a:rect b="b" l="l" r="r" t="t"/>
              <a:pathLst>
                <a:path extrusionOk="0" h="359" w="287">
                  <a:moveTo>
                    <a:pt x="3" y="36"/>
                  </a:moveTo>
                  <a:cubicBezTo>
                    <a:pt x="2" y="37"/>
                    <a:pt x="1" y="37"/>
                    <a:pt x="0" y="38"/>
                  </a:cubicBezTo>
                  <a:lnTo>
                    <a:pt x="3" y="36"/>
                  </a:lnTo>
                  <a:close/>
                  <a:moveTo>
                    <a:pt x="82" y="1"/>
                  </a:moveTo>
                  <a:cubicBezTo>
                    <a:pt x="72" y="1"/>
                    <a:pt x="68" y="3"/>
                    <a:pt x="66" y="3"/>
                  </a:cubicBezTo>
                  <a:cubicBezTo>
                    <a:pt x="59" y="5"/>
                    <a:pt x="57" y="5"/>
                    <a:pt x="55" y="5"/>
                  </a:cubicBezTo>
                  <a:cubicBezTo>
                    <a:pt x="51" y="7"/>
                    <a:pt x="47" y="7"/>
                    <a:pt x="45" y="11"/>
                  </a:cubicBezTo>
                  <a:lnTo>
                    <a:pt x="3" y="36"/>
                  </a:lnTo>
                  <a:lnTo>
                    <a:pt x="3" y="36"/>
                  </a:lnTo>
                  <a:cubicBezTo>
                    <a:pt x="5" y="35"/>
                    <a:pt x="7" y="35"/>
                    <a:pt x="8" y="34"/>
                  </a:cubicBezTo>
                  <a:cubicBezTo>
                    <a:pt x="12" y="32"/>
                    <a:pt x="14" y="32"/>
                    <a:pt x="16" y="32"/>
                  </a:cubicBezTo>
                  <a:cubicBezTo>
                    <a:pt x="23" y="27"/>
                    <a:pt x="25" y="27"/>
                    <a:pt x="31" y="27"/>
                  </a:cubicBezTo>
                  <a:lnTo>
                    <a:pt x="43" y="27"/>
                  </a:lnTo>
                  <a:cubicBezTo>
                    <a:pt x="47" y="27"/>
                    <a:pt x="51" y="32"/>
                    <a:pt x="55" y="32"/>
                  </a:cubicBezTo>
                  <a:cubicBezTo>
                    <a:pt x="59" y="34"/>
                    <a:pt x="66" y="34"/>
                    <a:pt x="68" y="34"/>
                  </a:cubicBezTo>
                  <a:cubicBezTo>
                    <a:pt x="74" y="36"/>
                    <a:pt x="78" y="38"/>
                    <a:pt x="82" y="38"/>
                  </a:cubicBezTo>
                  <a:cubicBezTo>
                    <a:pt x="86" y="42"/>
                    <a:pt x="90" y="44"/>
                    <a:pt x="94" y="46"/>
                  </a:cubicBezTo>
                  <a:cubicBezTo>
                    <a:pt x="98" y="48"/>
                    <a:pt x="104" y="52"/>
                    <a:pt x="106" y="54"/>
                  </a:cubicBezTo>
                  <a:cubicBezTo>
                    <a:pt x="111" y="58"/>
                    <a:pt x="117" y="62"/>
                    <a:pt x="119" y="64"/>
                  </a:cubicBezTo>
                  <a:cubicBezTo>
                    <a:pt x="125" y="68"/>
                    <a:pt x="129" y="72"/>
                    <a:pt x="133" y="74"/>
                  </a:cubicBezTo>
                  <a:cubicBezTo>
                    <a:pt x="137" y="79"/>
                    <a:pt x="141" y="83"/>
                    <a:pt x="145" y="87"/>
                  </a:cubicBezTo>
                  <a:cubicBezTo>
                    <a:pt x="149" y="93"/>
                    <a:pt x="154" y="97"/>
                    <a:pt x="158" y="99"/>
                  </a:cubicBezTo>
                  <a:cubicBezTo>
                    <a:pt x="162" y="105"/>
                    <a:pt x="166" y="109"/>
                    <a:pt x="168" y="115"/>
                  </a:cubicBezTo>
                  <a:cubicBezTo>
                    <a:pt x="170" y="120"/>
                    <a:pt x="176" y="124"/>
                    <a:pt x="178" y="128"/>
                  </a:cubicBezTo>
                  <a:cubicBezTo>
                    <a:pt x="180" y="130"/>
                    <a:pt x="182" y="134"/>
                    <a:pt x="182" y="136"/>
                  </a:cubicBezTo>
                  <a:cubicBezTo>
                    <a:pt x="186" y="138"/>
                    <a:pt x="186" y="140"/>
                    <a:pt x="188" y="144"/>
                  </a:cubicBezTo>
                  <a:cubicBezTo>
                    <a:pt x="192" y="150"/>
                    <a:pt x="196" y="156"/>
                    <a:pt x="196" y="158"/>
                  </a:cubicBezTo>
                  <a:cubicBezTo>
                    <a:pt x="199" y="167"/>
                    <a:pt x="201" y="171"/>
                    <a:pt x="203" y="177"/>
                  </a:cubicBezTo>
                  <a:lnTo>
                    <a:pt x="211" y="191"/>
                  </a:lnTo>
                  <a:cubicBezTo>
                    <a:pt x="213" y="199"/>
                    <a:pt x="217" y="201"/>
                    <a:pt x="217" y="207"/>
                  </a:cubicBezTo>
                  <a:cubicBezTo>
                    <a:pt x="219" y="216"/>
                    <a:pt x="219" y="218"/>
                    <a:pt x="221" y="222"/>
                  </a:cubicBezTo>
                  <a:cubicBezTo>
                    <a:pt x="223" y="230"/>
                    <a:pt x="223" y="236"/>
                    <a:pt x="227" y="240"/>
                  </a:cubicBezTo>
                  <a:cubicBezTo>
                    <a:pt x="227" y="246"/>
                    <a:pt x="229" y="250"/>
                    <a:pt x="229" y="257"/>
                  </a:cubicBezTo>
                  <a:cubicBezTo>
                    <a:pt x="229" y="265"/>
                    <a:pt x="231" y="269"/>
                    <a:pt x="231" y="271"/>
                  </a:cubicBezTo>
                  <a:cubicBezTo>
                    <a:pt x="231" y="277"/>
                    <a:pt x="231" y="281"/>
                    <a:pt x="229" y="287"/>
                  </a:cubicBezTo>
                  <a:cubicBezTo>
                    <a:pt x="229" y="291"/>
                    <a:pt x="227" y="298"/>
                    <a:pt x="227" y="300"/>
                  </a:cubicBezTo>
                  <a:cubicBezTo>
                    <a:pt x="223" y="306"/>
                    <a:pt x="223" y="310"/>
                    <a:pt x="223" y="312"/>
                  </a:cubicBezTo>
                  <a:cubicBezTo>
                    <a:pt x="221" y="318"/>
                    <a:pt x="221" y="320"/>
                    <a:pt x="219" y="326"/>
                  </a:cubicBezTo>
                  <a:cubicBezTo>
                    <a:pt x="217" y="330"/>
                    <a:pt x="213" y="332"/>
                    <a:pt x="213" y="336"/>
                  </a:cubicBezTo>
                  <a:cubicBezTo>
                    <a:pt x="211" y="340"/>
                    <a:pt x="209" y="343"/>
                    <a:pt x="203" y="349"/>
                  </a:cubicBezTo>
                  <a:cubicBezTo>
                    <a:pt x="200" y="351"/>
                    <a:pt x="197" y="354"/>
                    <a:pt x="195" y="356"/>
                  </a:cubicBezTo>
                  <a:lnTo>
                    <a:pt x="195" y="356"/>
                  </a:lnTo>
                  <a:lnTo>
                    <a:pt x="237" y="330"/>
                  </a:lnTo>
                  <a:cubicBezTo>
                    <a:pt x="242" y="328"/>
                    <a:pt x="244" y="324"/>
                    <a:pt x="248" y="322"/>
                  </a:cubicBezTo>
                  <a:lnTo>
                    <a:pt x="260" y="310"/>
                  </a:lnTo>
                  <a:cubicBezTo>
                    <a:pt x="262" y="308"/>
                    <a:pt x="264" y="302"/>
                    <a:pt x="264" y="300"/>
                  </a:cubicBezTo>
                  <a:cubicBezTo>
                    <a:pt x="268" y="293"/>
                    <a:pt x="268" y="293"/>
                    <a:pt x="268" y="291"/>
                  </a:cubicBezTo>
                  <a:cubicBezTo>
                    <a:pt x="270" y="281"/>
                    <a:pt x="272" y="279"/>
                    <a:pt x="272" y="279"/>
                  </a:cubicBezTo>
                  <a:cubicBezTo>
                    <a:pt x="274" y="269"/>
                    <a:pt x="274" y="269"/>
                    <a:pt x="274" y="267"/>
                  </a:cubicBezTo>
                  <a:cubicBezTo>
                    <a:pt x="278" y="259"/>
                    <a:pt x="278" y="257"/>
                    <a:pt x="278" y="252"/>
                  </a:cubicBezTo>
                  <a:lnTo>
                    <a:pt x="278" y="246"/>
                  </a:lnTo>
                  <a:cubicBezTo>
                    <a:pt x="284" y="254"/>
                    <a:pt x="286" y="255"/>
                    <a:pt x="286" y="255"/>
                  </a:cubicBezTo>
                  <a:cubicBezTo>
                    <a:pt x="287" y="255"/>
                    <a:pt x="287" y="255"/>
                    <a:pt x="287" y="255"/>
                  </a:cubicBezTo>
                  <a:lnTo>
                    <a:pt x="287" y="246"/>
                  </a:lnTo>
                  <a:cubicBezTo>
                    <a:pt x="282" y="238"/>
                    <a:pt x="282" y="236"/>
                    <a:pt x="282" y="234"/>
                  </a:cubicBezTo>
                  <a:cubicBezTo>
                    <a:pt x="282" y="230"/>
                    <a:pt x="282" y="228"/>
                    <a:pt x="280" y="226"/>
                  </a:cubicBezTo>
                  <a:cubicBezTo>
                    <a:pt x="280" y="222"/>
                    <a:pt x="278" y="220"/>
                    <a:pt x="278" y="218"/>
                  </a:cubicBezTo>
                  <a:cubicBezTo>
                    <a:pt x="278" y="216"/>
                    <a:pt x="274" y="214"/>
                    <a:pt x="274" y="210"/>
                  </a:cubicBezTo>
                  <a:cubicBezTo>
                    <a:pt x="272" y="205"/>
                    <a:pt x="272" y="201"/>
                    <a:pt x="272" y="201"/>
                  </a:cubicBezTo>
                  <a:cubicBezTo>
                    <a:pt x="270" y="199"/>
                    <a:pt x="270" y="197"/>
                    <a:pt x="270" y="195"/>
                  </a:cubicBezTo>
                  <a:cubicBezTo>
                    <a:pt x="270" y="191"/>
                    <a:pt x="268" y="189"/>
                    <a:pt x="268" y="189"/>
                  </a:cubicBezTo>
                  <a:cubicBezTo>
                    <a:pt x="264" y="185"/>
                    <a:pt x="264" y="181"/>
                    <a:pt x="264" y="181"/>
                  </a:cubicBezTo>
                  <a:cubicBezTo>
                    <a:pt x="262" y="179"/>
                    <a:pt x="262" y="177"/>
                    <a:pt x="262" y="175"/>
                  </a:cubicBezTo>
                  <a:cubicBezTo>
                    <a:pt x="260" y="169"/>
                    <a:pt x="260" y="169"/>
                    <a:pt x="260" y="167"/>
                  </a:cubicBezTo>
                  <a:cubicBezTo>
                    <a:pt x="258" y="165"/>
                    <a:pt x="258" y="160"/>
                    <a:pt x="258" y="158"/>
                  </a:cubicBezTo>
                  <a:cubicBezTo>
                    <a:pt x="254" y="156"/>
                    <a:pt x="254" y="156"/>
                    <a:pt x="254" y="154"/>
                  </a:cubicBezTo>
                  <a:cubicBezTo>
                    <a:pt x="252" y="148"/>
                    <a:pt x="252" y="146"/>
                    <a:pt x="250" y="146"/>
                  </a:cubicBezTo>
                  <a:cubicBezTo>
                    <a:pt x="248" y="144"/>
                    <a:pt x="248" y="140"/>
                    <a:pt x="248" y="138"/>
                  </a:cubicBezTo>
                  <a:cubicBezTo>
                    <a:pt x="244" y="134"/>
                    <a:pt x="244" y="130"/>
                    <a:pt x="242" y="130"/>
                  </a:cubicBezTo>
                  <a:cubicBezTo>
                    <a:pt x="239" y="128"/>
                    <a:pt x="239" y="126"/>
                    <a:pt x="237" y="124"/>
                  </a:cubicBezTo>
                  <a:cubicBezTo>
                    <a:pt x="231" y="115"/>
                    <a:pt x="231" y="113"/>
                    <a:pt x="229" y="113"/>
                  </a:cubicBezTo>
                  <a:cubicBezTo>
                    <a:pt x="227" y="109"/>
                    <a:pt x="223" y="107"/>
                    <a:pt x="223" y="105"/>
                  </a:cubicBezTo>
                  <a:cubicBezTo>
                    <a:pt x="219" y="99"/>
                    <a:pt x="217" y="95"/>
                    <a:pt x="213" y="93"/>
                  </a:cubicBezTo>
                  <a:lnTo>
                    <a:pt x="207" y="85"/>
                  </a:lnTo>
                  <a:cubicBezTo>
                    <a:pt x="203" y="83"/>
                    <a:pt x="203" y="79"/>
                    <a:pt x="201" y="77"/>
                  </a:cubicBezTo>
                  <a:lnTo>
                    <a:pt x="196" y="72"/>
                  </a:lnTo>
                  <a:cubicBezTo>
                    <a:pt x="192" y="68"/>
                    <a:pt x="192" y="66"/>
                    <a:pt x="190" y="66"/>
                  </a:cubicBezTo>
                  <a:lnTo>
                    <a:pt x="186" y="62"/>
                  </a:lnTo>
                  <a:lnTo>
                    <a:pt x="180" y="56"/>
                  </a:lnTo>
                  <a:lnTo>
                    <a:pt x="176" y="52"/>
                  </a:lnTo>
                  <a:lnTo>
                    <a:pt x="170" y="46"/>
                  </a:lnTo>
                  <a:cubicBezTo>
                    <a:pt x="162" y="38"/>
                    <a:pt x="160" y="38"/>
                    <a:pt x="158" y="36"/>
                  </a:cubicBezTo>
                  <a:cubicBezTo>
                    <a:pt x="156" y="34"/>
                    <a:pt x="156" y="34"/>
                    <a:pt x="151" y="34"/>
                  </a:cubicBezTo>
                  <a:cubicBezTo>
                    <a:pt x="149" y="32"/>
                    <a:pt x="147" y="32"/>
                    <a:pt x="145" y="27"/>
                  </a:cubicBezTo>
                  <a:cubicBezTo>
                    <a:pt x="141" y="25"/>
                    <a:pt x="139" y="25"/>
                    <a:pt x="139" y="23"/>
                  </a:cubicBezTo>
                  <a:cubicBezTo>
                    <a:pt x="137" y="21"/>
                    <a:pt x="135" y="21"/>
                    <a:pt x="135" y="21"/>
                  </a:cubicBezTo>
                  <a:cubicBezTo>
                    <a:pt x="131" y="17"/>
                    <a:pt x="129" y="17"/>
                    <a:pt x="129" y="17"/>
                  </a:cubicBezTo>
                  <a:cubicBezTo>
                    <a:pt x="121" y="15"/>
                    <a:pt x="119" y="13"/>
                    <a:pt x="119" y="13"/>
                  </a:cubicBezTo>
                  <a:cubicBezTo>
                    <a:pt x="117" y="13"/>
                    <a:pt x="115" y="11"/>
                    <a:pt x="115" y="11"/>
                  </a:cubicBezTo>
                  <a:cubicBezTo>
                    <a:pt x="111" y="7"/>
                    <a:pt x="109" y="7"/>
                    <a:pt x="109" y="7"/>
                  </a:cubicBezTo>
                  <a:cubicBezTo>
                    <a:pt x="106" y="7"/>
                    <a:pt x="104" y="5"/>
                    <a:pt x="104" y="5"/>
                  </a:cubicBezTo>
                  <a:cubicBezTo>
                    <a:pt x="96" y="3"/>
                    <a:pt x="94" y="3"/>
                    <a:pt x="94" y="3"/>
                  </a:cubicBezTo>
                  <a:cubicBezTo>
                    <a:pt x="86" y="1"/>
                    <a:pt x="84" y="1"/>
                    <a:pt x="82" y="1"/>
                  </a:cubicBezTo>
                  <a:close/>
                  <a:moveTo>
                    <a:pt x="195" y="356"/>
                  </a:moveTo>
                  <a:lnTo>
                    <a:pt x="190" y="359"/>
                  </a:lnTo>
                  <a:cubicBezTo>
                    <a:pt x="191" y="359"/>
                    <a:pt x="193" y="358"/>
                    <a:pt x="195" y="35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0"/>
            <p:cNvSpPr/>
            <p:nvPr/>
          </p:nvSpPr>
          <p:spPr>
            <a:xfrm rot="-3560944">
              <a:off x="11380733" y="-1854711"/>
              <a:ext cx="152874" cy="196297"/>
            </a:xfrm>
            <a:custGeom>
              <a:rect b="b" l="l" r="r" t="t"/>
              <a:pathLst>
                <a:path extrusionOk="0" h="330" w="257">
                  <a:moveTo>
                    <a:pt x="72" y="1"/>
                  </a:moveTo>
                  <a:cubicBezTo>
                    <a:pt x="29" y="1"/>
                    <a:pt x="1" y="34"/>
                    <a:pt x="1" y="92"/>
                  </a:cubicBezTo>
                  <a:cubicBezTo>
                    <a:pt x="1" y="172"/>
                    <a:pt x="58" y="272"/>
                    <a:pt x="130" y="313"/>
                  </a:cubicBezTo>
                  <a:cubicBezTo>
                    <a:pt x="150" y="324"/>
                    <a:pt x="169" y="330"/>
                    <a:pt x="186" y="330"/>
                  </a:cubicBezTo>
                  <a:cubicBezTo>
                    <a:pt x="228" y="330"/>
                    <a:pt x="257" y="297"/>
                    <a:pt x="257" y="239"/>
                  </a:cubicBezTo>
                  <a:cubicBezTo>
                    <a:pt x="257" y="159"/>
                    <a:pt x="201" y="59"/>
                    <a:pt x="130" y="18"/>
                  </a:cubicBezTo>
                  <a:cubicBezTo>
                    <a:pt x="109" y="6"/>
                    <a:pt x="89" y="1"/>
                    <a:pt x="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0"/>
            <p:cNvSpPr/>
            <p:nvPr/>
          </p:nvSpPr>
          <p:spPr>
            <a:xfrm rot="-3560944">
              <a:off x="11372361" y="-1821506"/>
              <a:ext cx="165960" cy="188564"/>
            </a:xfrm>
            <a:custGeom>
              <a:rect b="b" l="l" r="r" t="t"/>
              <a:pathLst>
                <a:path extrusionOk="0" h="317" w="279">
                  <a:moveTo>
                    <a:pt x="106" y="0"/>
                  </a:moveTo>
                  <a:cubicBezTo>
                    <a:pt x="102" y="0"/>
                    <a:pt x="98" y="1"/>
                    <a:pt x="95" y="2"/>
                  </a:cubicBezTo>
                  <a:cubicBezTo>
                    <a:pt x="82" y="8"/>
                    <a:pt x="70" y="16"/>
                    <a:pt x="60" y="26"/>
                  </a:cubicBezTo>
                  <a:cubicBezTo>
                    <a:pt x="23" y="57"/>
                    <a:pt x="1" y="102"/>
                    <a:pt x="1" y="153"/>
                  </a:cubicBezTo>
                  <a:cubicBezTo>
                    <a:pt x="1" y="243"/>
                    <a:pt x="72" y="317"/>
                    <a:pt x="156" y="317"/>
                  </a:cubicBezTo>
                  <a:cubicBezTo>
                    <a:pt x="176" y="317"/>
                    <a:pt x="197" y="313"/>
                    <a:pt x="215" y="304"/>
                  </a:cubicBezTo>
                  <a:cubicBezTo>
                    <a:pt x="238" y="294"/>
                    <a:pt x="256" y="282"/>
                    <a:pt x="271" y="263"/>
                  </a:cubicBezTo>
                  <a:cubicBezTo>
                    <a:pt x="277" y="251"/>
                    <a:pt x="279" y="237"/>
                    <a:pt x="279" y="220"/>
                  </a:cubicBezTo>
                  <a:cubicBezTo>
                    <a:pt x="279" y="143"/>
                    <a:pt x="226" y="53"/>
                    <a:pt x="162" y="18"/>
                  </a:cubicBezTo>
                  <a:cubicBezTo>
                    <a:pt x="140" y="8"/>
                    <a:pt x="123" y="0"/>
                    <a:pt x="1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0"/>
            <p:cNvSpPr/>
            <p:nvPr/>
          </p:nvSpPr>
          <p:spPr>
            <a:xfrm rot="-3560944">
              <a:off x="12278530" y="-2281361"/>
              <a:ext cx="28552" cy="147520"/>
            </a:xfrm>
            <a:custGeom>
              <a:rect b="b" l="l" r="r" t="t"/>
              <a:pathLst>
                <a:path extrusionOk="0" h="248" w="48">
                  <a:moveTo>
                    <a:pt x="48" y="0"/>
                  </a:moveTo>
                  <a:lnTo>
                    <a:pt x="1" y="25"/>
                  </a:lnTo>
                  <a:lnTo>
                    <a:pt x="1" y="248"/>
                  </a:lnTo>
                  <a:lnTo>
                    <a:pt x="48" y="219"/>
                  </a:lnTo>
                  <a:lnTo>
                    <a:pt x="4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0"/>
            <p:cNvSpPr/>
            <p:nvPr/>
          </p:nvSpPr>
          <p:spPr>
            <a:xfrm rot="-3560944">
              <a:off x="12138972" y="-2250616"/>
              <a:ext cx="110045" cy="63648"/>
            </a:xfrm>
            <a:custGeom>
              <a:rect b="b" l="l" r="r" t="t"/>
              <a:pathLst>
                <a:path extrusionOk="0" h="107" w="185">
                  <a:moveTo>
                    <a:pt x="46" y="0"/>
                  </a:moveTo>
                  <a:lnTo>
                    <a:pt x="1" y="27"/>
                  </a:lnTo>
                  <a:lnTo>
                    <a:pt x="138" y="107"/>
                  </a:lnTo>
                  <a:lnTo>
                    <a:pt x="185" y="82"/>
                  </a:lnTo>
                  <a:lnTo>
                    <a:pt x="46" y="0"/>
                  </a:lnTo>
                  <a:close/>
                </a:path>
              </a:pathLst>
            </a:custGeom>
            <a:solidFill>
              <a:srgbClr val="1B19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0"/>
            <p:cNvSpPr/>
            <p:nvPr/>
          </p:nvSpPr>
          <p:spPr>
            <a:xfrm rot="-3560944">
              <a:off x="12209535" y="-2259427"/>
              <a:ext cx="82088" cy="180831"/>
            </a:xfrm>
            <a:custGeom>
              <a:rect b="b" l="l" r="r" t="t"/>
              <a:pathLst>
                <a:path extrusionOk="0" h="304" w="138">
                  <a:moveTo>
                    <a:pt x="1" y="1"/>
                  </a:moveTo>
                  <a:lnTo>
                    <a:pt x="1" y="224"/>
                  </a:lnTo>
                  <a:lnTo>
                    <a:pt x="138" y="304"/>
                  </a:lnTo>
                  <a:lnTo>
                    <a:pt x="138" y="81"/>
                  </a:lnTo>
                  <a:lnTo>
                    <a:pt x="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0"/>
            <p:cNvSpPr/>
            <p:nvPr/>
          </p:nvSpPr>
          <p:spPr>
            <a:xfrm rot="-3560944">
              <a:off x="12107592" y="-2306046"/>
              <a:ext cx="172503" cy="212358"/>
            </a:xfrm>
            <a:custGeom>
              <a:rect b="b" l="l" r="r" t="t"/>
              <a:pathLst>
                <a:path extrusionOk="0" h="357" w="290">
                  <a:moveTo>
                    <a:pt x="13" y="33"/>
                  </a:moveTo>
                  <a:cubicBezTo>
                    <a:pt x="12" y="33"/>
                    <a:pt x="12" y="33"/>
                    <a:pt x="11" y="33"/>
                  </a:cubicBezTo>
                  <a:lnTo>
                    <a:pt x="11" y="33"/>
                  </a:lnTo>
                  <a:lnTo>
                    <a:pt x="13" y="33"/>
                  </a:lnTo>
                  <a:close/>
                  <a:moveTo>
                    <a:pt x="11" y="33"/>
                  </a:moveTo>
                  <a:lnTo>
                    <a:pt x="11" y="34"/>
                  </a:lnTo>
                  <a:lnTo>
                    <a:pt x="11" y="34"/>
                  </a:lnTo>
                  <a:cubicBezTo>
                    <a:pt x="11" y="34"/>
                    <a:pt x="11" y="34"/>
                    <a:pt x="11" y="34"/>
                  </a:cubicBezTo>
                  <a:cubicBezTo>
                    <a:pt x="11" y="34"/>
                    <a:pt x="11" y="34"/>
                    <a:pt x="11" y="33"/>
                  </a:cubicBezTo>
                  <a:close/>
                  <a:moveTo>
                    <a:pt x="11" y="34"/>
                  </a:moveTo>
                  <a:lnTo>
                    <a:pt x="11" y="34"/>
                  </a:lnTo>
                  <a:cubicBezTo>
                    <a:pt x="9" y="34"/>
                    <a:pt x="3" y="36"/>
                    <a:pt x="1" y="40"/>
                  </a:cubicBezTo>
                  <a:lnTo>
                    <a:pt x="11" y="34"/>
                  </a:lnTo>
                  <a:close/>
                  <a:moveTo>
                    <a:pt x="83" y="1"/>
                  </a:moveTo>
                  <a:cubicBezTo>
                    <a:pt x="73" y="1"/>
                    <a:pt x="71" y="3"/>
                    <a:pt x="68" y="3"/>
                  </a:cubicBezTo>
                  <a:cubicBezTo>
                    <a:pt x="62" y="5"/>
                    <a:pt x="60" y="5"/>
                    <a:pt x="58" y="5"/>
                  </a:cubicBezTo>
                  <a:cubicBezTo>
                    <a:pt x="52" y="9"/>
                    <a:pt x="50" y="9"/>
                    <a:pt x="48" y="11"/>
                  </a:cubicBezTo>
                  <a:lnTo>
                    <a:pt x="13" y="33"/>
                  </a:lnTo>
                  <a:lnTo>
                    <a:pt x="13" y="33"/>
                  </a:lnTo>
                  <a:cubicBezTo>
                    <a:pt x="15" y="32"/>
                    <a:pt x="18" y="32"/>
                    <a:pt x="19" y="32"/>
                  </a:cubicBezTo>
                  <a:cubicBezTo>
                    <a:pt x="23" y="30"/>
                    <a:pt x="28" y="30"/>
                    <a:pt x="32" y="30"/>
                  </a:cubicBezTo>
                  <a:lnTo>
                    <a:pt x="44" y="30"/>
                  </a:lnTo>
                  <a:cubicBezTo>
                    <a:pt x="50" y="30"/>
                    <a:pt x="52" y="32"/>
                    <a:pt x="58" y="32"/>
                  </a:cubicBezTo>
                  <a:cubicBezTo>
                    <a:pt x="62" y="34"/>
                    <a:pt x="68" y="34"/>
                    <a:pt x="71" y="36"/>
                  </a:cubicBezTo>
                  <a:cubicBezTo>
                    <a:pt x="75" y="40"/>
                    <a:pt x="81" y="40"/>
                    <a:pt x="83" y="42"/>
                  </a:cubicBezTo>
                  <a:cubicBezTo>
                    <a:pt x="89" y="44"/>
                    <a:pt x="93" y="46"/>
                    <a:pt x="95" y="50"/>
                  </a:cubicBezTo>
                  <a:cubicBezTo>
                    <a:pt x="101" y="52"/>
                    <a:pt x="105" y="54"/>
                    <a:pt x="109" y="56"/>
                  </a:cubicBezTo>
                  <a:cubicBezTo>
                    <a:pt x="113" y="62"/>
                    <a:pt x="120" y="64"/>
                    <a:pt x="122" y="66"/>
                  </a:cubicBezTo>
                  <a:cubicBezTo>
                    <a:pt x="126" y="73"/>
                    <a:pt x="132" y="75"/>
                    <a:pt x="134" y="77"/>
                  </a:cubicBezTo>
                  <a:lnTo>
                    <a:pt x="146" y="91"/>
                  </a:lnTo>
                  <a:cubicBezTo>
                    <a:pt x="152" y="95"/>
                    <a:pt x="154" y="101"/>
                    <a:pt x="161" y="103"/>
                  </a:cubicBezTo>
                  <a:cubicBezTo>
                    <a:pt x="165" y="105"/>
                    <a:pt x="167" y="113"/>
                    <a:pt x="171" y="116"/>
                  </a:cubicBezTo>
                  <a:cubicBezTo>
                    <a:pt x="173" y="122"/>
                    <a:pt x="177" y="126"/>
                    <a:pt x="179" y="128"/>
                  </a:cubicBezTo>
                  <a:cubicBezTo>
                    <a:pt x="183" y="132"/>
                    <a:pt x="185" y="134"/>
                    <a:pt x="185" y="136"/>
                  </a:cubicBezTo>
                  <a:cubicBezTo>
                    <a:pt x="187" y="138"/>
                    <a:pt x="187" y="142"/>
                    <a:pt x="189" y="144"/>
                  </a:cubicBezTo>
                  <a:cubicBezTo>
                    <a:pt x="195" y="152"/>
                    <a:pt x="197" y="156"/>
                    <a:pt x="197" y="158"/>
                  </a:cubicBezTo>
                  <a:cubicBezTo>
                    <a:pt x="199" y="167"/>
                    <a:pt x="204" y="173"/>
                    <a:pt x="206" y="175"/>
                  </a:cubicBezTo>
                  <a:cubicBezTo>
                    <a:pt x="208" y="183"/>
                    <a:pt x="210" y="185"/>
                    <a:pt x="214" y="189"/>
                  </a:cubicBezTo>
                  <a:cubicBezTo>
                    <a:pt x="216" y="197"/>
                    <a:pt x="218" y="204"/>
                    <a:pt x="218" y="208"/>
                  </a:cubicBezTo>
                  <a:cubicBezTo>
                    <a:pt x="222" y="216"/>
                    <a:pt x="222" y="218"/>
                    <a:pt x="224" y="224"/>
                  </a:cubicBezTo>
                  <a:cubicBezTo>
                    <a:pt x="226" y="230"/>
                    <a:pt x="226" y="236"/>
                    <a:pt x="228" y="240"/>
                  </a:cubicBezTo>
                  <a:cubicBezTo>
                    <a:pt x="230" y="246"/>
                    <a:pt x="230" y="251"/>
                    <a:pt x="230" y="257"/>
                  </a:cubicBezTo>
                  <a:lnTo>
                    <a:pt x="230" y="271"/>
                  </a:lnTo>
                  <a:lnTo>
                    <a:pt x="230" y="287"/>
                  </a:lnTo>
                  <a:cubicBezTo>
                    <a:pt x="230" y="291"/>
                    <a:pt x="228" y="298"/>
                    <a:pt x="228" y="300"/>
                  </a:cubicBezTo>
                  <a:cubicBezTo>
                    <a:pt x="226" y="306"/>
                    <a:pt x="226" y="310"/>
                    <a:pt x="226" y="314"/>
                  </a:cubicBezTo>
                  <a:cubicBezTo>
                    <a:pt x="224" y="318"/>
                    <a:pt x="224" y="320"/>
                    <a:pt x="220" y="322"/>
                  </a:cubicBezTo>
                  <a:cubicBezTo>
                    <a:pt x="218" y="328"/>
                    <a:pt x="216" y="330"/>
                    <a:pt x="216" y="332"/>
                  </a:cubicBezTo>
                  <a:cubicBezTo>
                    <a:pt x="214" y="339"/>
                    <a:pt x="210" y="341"/>
                    <a:pt x="206" y="347"/>
                  </a:cubicBezTo>
                  <a:cubicBezTo>
                    <a:pt x="199" y="351"/>
                    <a:pt x="195" y="353"/>
                    <a:pt x="193" y="357"/>
                  </a:cubicBezTo>
                  <a:lnTo>
                    <a:pt x="238" y="328"/>
                  </a:lnTo>
                  <a:cubicBezTo>
                    <a:pt x="244" y="326"/>
                    <a:pt x="246" y="322"/>
                    <a:pt x="249" y="320"/>
                  </a:cubicBezTo>
                  <a:lnTo>
                    <a:pt x="261" y="308"/>
                  </a:lnTo>
                  <a:cubicBezTo>
                    <a:pt x="265" y="306"/>
                    <a:pt x="267" y="300"/>
                    <a:pt x="267" y="298"/>
                  </a:cubicBezTo>
                  <a:cubicBezTo>
                    <a:pt x="269" y="291"/>
                    <a:pt x="269" y="291"/>
                    <a:pt x="269" y="289"/>
                  </a:cubicBezTo>
                  <a:cubicBezTo>
                    <a:pt x="273" y="279"/>
                    <a:pt x="275" y="277"/>
                    <a:pt x="275" y="277"/>
                  </a:cubicBezTo>
                  <a:cubicBezTo>
                    <a:pt x="277" y="269"/>
                    <a:pt x="277" y="267"/>
                    <a:pt x="277" y="265"/>
                  </a:cubicBezTo>
                  <a:cubicBezTo>
                    <a:pt x="279" y="257"/>
                    <a:pt x="279" y="255"/>
                    <a:pt x="279" y="251"/>
                  </a:cubicBezTo>
                  <a:lnTo>
                    <a:pt x="279" y="244"/>
                  </a:lnTo>
                  <a:cubicBezTo>
                    <a:pt x="286" y="254"/>
                    <a:pt x="288" y="256"/>
                    <a:pt x="289" y="256"/>
                  </a:cubicBezTo>
                  <a:cubicBezTo>
                    <a:pt x="289" y="256"/>
                    <a:pt x="289" y="255"/>
                    <a:pt x="289" y="255"/>
                  </a:cubicBezTo>
                  <a:lnTo>
                    <a:pt x="289" y="246"/>
                  </a:lnTo>
                  <a:cubicBezTo>
                    <a:pt x="287" y="238"/>
                    <a:pt x="287" y="236"/>
                    <a:pt x="287" y="234"/>
                  </a:cubicBezTo>
                  <a:cubicBezTo>
                    <a:pt x="287" y="232"/>
                    <a:pt x="287" y="228"/>
                    <a:pt x="285" y="226"/>
                  </a:cubicBezTo>
                  <a:cubicBezTo>
                    <a:pt x="285" y="224"/>
                    <a:pt x="281" y="222"/>
                    <a:pt x="281" y="218"/>
                  </a:cubicBezTo>
                  <a:cubicBezTo>
                    <a:pt x="281" y="216"/>
                    <a:pt x="279" y="214"/>
                    <a:pt x="279" y="212"/>
                  </a:cubicBezTo>
                  <a:cubicBezTo>
                    <a:pt x="277" y="206"/>
                    <a:pt x="277" y="206"/>
                    <a:pt x="277" y="204"/>
                  </a:cubicBezTo>
                  <a:cubicBezTo>
                    <a:pt x="277" y="199"/>
                    <a:pt x="275" y="197"/>
                    <a:pt x="275" y="195"/>
                  </a:cubicBezTo>
                  <a:cubicBezTo>
                    <a:pt x="275" y="193"/>
                    <a:pt x="271" y="189"/>
                    <a:pt x="271" y="189"/>
                  </a:cubicBezTo>
                  <a:cubicBezTo>
                    <a:pt x="269" y="185"/>
                    <a:pt x="269" y="183"/>
                    <a:pt x="269" y="183"/>
                  </a:cubicBezTo>
                  <a:cubicBezTo>
                    <a:pt x="267" y="179"/>
                    <a:pt x="267" y="177"/>
                    <a:pt x="267" y="175"/>
                  </a:cubicBezTo>
                  <a:cubicBezTo>
                    <a:pt x="265" y="169"/>
                    <a:pt x="265" y="169"/>
                    <a:pt x="265" y="167"/>
                  </a:cubicBezTo>
                  <a:cubicBezTo>
                    <a:pt x="265" y="165"/>
                    <a:pt x="261" y="163"/>
                    <a:pt x="261" y="158"/>
                  </a:cubicBezTo>
                  <a:cubicBezTo>
                    <a:pt x="261" y="156"/>
                    <a:pt x="259" y="156"/>
                    <a:pt x="259" y="154"/>
                  </a:cubicBezTo>
                  <a:cubicBezTo>
                    <a:pt x="257" y="148"/>
                    <a:pt x="257" y="146"/>
                    <a:pt x="255" y="146"/>
                  </a:cubicBezTo>
                  <a:cubicBezTo>
                    <a:pt x="251" y="144"/>
                    <a:pt x="251" y="142"/>
                    <a:pt x="249" y="138"/>
                  </a:cubicBezTo>
                  <a:cubicBezTo>
                    <a:pt x="246" y="134"/>
                    <a:pt x="246" y="132"/>
                    <a:pt x="244" y="132"/>
                  </a:cubicBezTo>
                  <a:cubicBezTo>
                    <a:pt x="240" y="128"/>
                    <a:pt x="240" y="126"/>
                    <a:pt x="238" y="124"/>
                  </a:cubicBezTo>
                  <a:cubicBezTo>
                    <a:pt x="234" y="116"/>
                    <a:pt x="234" y="116"/>
                    <a:pt x="230" y="113"/>
                  </a:cubicBezTo>
                  <a:cubicBezTo>
                    <a:pt x="228" y="111"/>
                    <a:pt x="226" y="107"/>
                    <a:pt x="226" y="105"/>
                  </a:cubicBezTo>
                  <a:cubicBezTo>
                    <a:pt x="220" y="101"/>
                    <a:pt x="218" y="95"/>
                    <a:pt x="216" y="93"/>
                  </a:cubicBezTo>
                  <a:lnTo>
                    <a:pt x="208" y="85"/>
                  </a:lnTo>
                  <a:cubicBezTo>
                    <a:pt x="206" y="83"/>
                    <a:pt x="206" y="81"/>
                    <a:pt x="204" y="81"/>
                  </a:cubicBezTo>
                  <a:cubicBezTo>
                    <a:pt x="199" y="77"/>
                    <a:pt x="197" y="75"/>
                    <a:pt x="197" y="73"/>
                  </a:cubicBezTo>
                  <a:lnTo>
                    <a:pt x="193" y="66"/>
                  </a:lnTo>
                  <a:lnTo>
                    <a:pt x="187" y="62"/>
                  </a:lnTo>
                  <a:lnTo>
                    <a:pt x="183" y="56"/>
                  </a:lnTo>
                  <a:lnTo>
                    <a:pt x="177" y="52"/>
                  </a:lnTo>
                  <a:lnTo>
                    <a:pt x="173" y="46"/>
                  </a:lnTo>
                  <a:cubicBezTo>
                    <a:pt x="165" y="40"/>
                    <a:pt x="163" y="40"/>
                    <a:pt x="158" y="36"/>
                  </a:cubicBezTo>
                  <a:cubicBezTo>
                    <a:pt x="156" y="34"/>
                    <a:pt x="156" y="34"/>
                    <a:pt x="154" y="34"/>
                  </a:cubicBezTo>
                  <a:cubicBezTo>
                    <a:pt x="148" y="32"/>
                    <a:pt x="148" y="30"/>
                    <a:pt x="146" y="30"/>
                  </a:cubicBezTo>
                  <a:cubicBezTo>
                    <a:pt x="144" y="26"/>
                    <a:pt x="142" y="26"/>
                    <a:pt x="142" y="23"/>
                  </a:cubicBezTo>
                  <a:cubicBezTo>
                    <a:pt x="138" y="21"/>
                    <a:pt x="136" y="21"/>
                    <a:pt x="136" y="21"/>
                  </a:cubicBezTo>
                  <a:cubicBezTo>
                    <a:pt x="134" y="19"/>
                    <a:pt x="132" y="19"/>
                    <a:pt x="132" y="19"/>
                  </a:cubicBezTo>
                  <a:cubicBezTo>
                    <a:pt x="124" y="15"/>
                    <a:pt x="122" y="13"/>
                    <a:pt x="122" y="13"/>
                  </a:cubicBezTo>
                  <a:cubicBezTo>
                    <a:pt x="118" y="11"/>
                    <a:pt x="116" y="11"/>
                    <a:pt x="116" y="11"/>
                  </a:cubicBezTo>
                  <a:cubicBezTo>
                    <a:pt x="113" y="9"/>
                    <a:pt x="111" y="9"/>
                    <a:pt x="111" y="9"/>
                  </a:cubicBezTo>
                  <a:cubicBezTo>
                    <a:pt x="107" y="9"/>
                    <a:pt x="105" y="5"/>
                    <a:pt x="105" y="5"/>
                  </a:cubicBezTo>
                  <a:cubicBezTo>
                    <a:pt x="97" y="3"/>
                    <a:pt x="95" y="3"/>
                    <a:pt x="95" y="3"/>
                  </a:cubicBezTo>
                  <a:cubicBezTo>
                    <a:pt x="89" y="1"/>
                    <a:pt x="85" y="1"/>
                    <a:pt x="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0"/>
            <p:cNvSpPr/>
            <p:nvPr/>
          </p:nvSpPr>
          <p:spPr>
            <a:xfrm rot="-3560944">
              <a:off x="12125651" y="-2273127"/>
              <a:ext cx="152874" cy="195702"/>
            </a:xfrm>
            <a:custGeom>
              <a:rect b="b" l="l" r="r" t="t"/>
              <a:pathLst>
                <a:path extrusionOk="0" h="329" w="257">
                  <a:moveTo>
                    <a:pt x="71" y="0"/>
                  </a:moveTo>
                  <a:cubicBezTo>
                    <a:pt x="29" y="0"/>
                    <a:pt x="1" y="34"/>
                    <a:pt x="1" y="91"/>
                  </a:cubicBezTo>
                  <a:cubicBezTo>
                    <a:pt x="1" y="171"/>
                    <a:pt x="56" y="271"/>
                    <a:pt x="128" y="312"/>
                  </a:cubicBezTo>
                  <a:cubicBezTo>
                    <a:pt x="148" y="323"/>
                    <a:pt x="167" y="329"/>
                    <a:pt x="184" y="329"/>
                  </a:cubicBezTo>
                  <a:cubicBezTo>
                    <a:pt x="227" y="329"/>
                    <a:pt x="256" y="296"/>
                    <a:pt x="256" y="238"/>
                  </a:cubicBezTo>
                  <a:cubicBezTo>
                    <a:pt x="256" y="159"/>
                    <a:pt x="199" y="58"/>
                    <a:pt x="128" y="17"/>
                  </a:cubicBezTo>
                  <a:cubicBezTo>
                    <a:pt x="107" y="6"/>
                    <a:pt x="88" y="0"/>
                    <a:pt x="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0"/>
            <p:cNvSpPr/>
            <p:nvPr/>
          </p:nvSpPr>
          <p:spPr>
            <a:xfrm rot="-3560944">
              <a:off x="12116381" y="-2239409"/>
              <a:ext cx="167150" cy="187969"/>
            </a:xfrm>
            <a:custGeom>
              <a:rect b="b" l="l" r="r" t="t"/>
              <a:pathLst>
                <a:path extrusionOk="0" h="316" w="281">
                  <a:moveTo>
                    <a:pt x="108" y="1"/>
                  </a:moveTo>
                  <a:cubicBezTo>
                    <a:pt x="103" y="1"/>
                    <a:pt x="99" y="1"/>
                    <a:pt x="95" y="3"/>
                  </a:cubicBezTo>
                  <a:cubicBezTo>
                    <a:pt x="82" y="7"/>
                    <a:pt x="70" y="15"/>
                    <a:pt x="60" y="25"/>
                  </a:cubicBezTo>
                  <a:cubicBezTo>
                    <a:pt x="23" y="56"/>
                    <a:pt x="0" y="101"/>
                    <a:pt x="0" y="152"/>
                  </a:cubicBezTo>
                  <a:cubicBezTo>
                    <a:pt x="0" y="242"/>
                    <a:pt x="72" y="316"/>
                    <a:pt x="158" y="316"/>
                  </a:cubicBezTo>
                  <a:cubicBezTo>
                    <a:pt x="178" y="316"/>
                    <a:pt x="199" y="312"/>
                    <a:pt x="215" y="303"/>
                  </a:cubicBezTo>
                  <a:cubicBezTo>
                    <a:pt x="240" y="293"/>
                    <a:pt x="256" y="281"/>
                    <a:pt x="273" y="263"/>
                  </a:cubicBezTo>
                  <a:cubicBezTo>
                    <a:pt x="277" y="250"/>
                    <a:pt x="281" y="238"/>
                    <a:pt x="281" y="220"/>
                  </a:cubicBezTo>
                  <a:cubicBezTo>
                    <a:pt x="281" y="146"/>
                    <a:pt x="225" y="56"/>
                    <a:pt x="160" y="17"/>
                  </a:cubicBezTo>
                  <a:cubicBezTo>
                    <a:pt x="143" y="8"/>
                    <a:pt x="124" y="1"/>
                    <a:pt x="1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0"/>
            <p:cNvSpPr/>
            <p:nvPr/>
          </p:nvSpPr>
          <p:spPr>
            <a:xfrm rot="-3560944">
              <a:off x="12792167" y="-1858178"/>
              <a:ext cx="165960" cy="249238"/>
            </a:xfrm>
            <a:custGeom>
              <a:rect b="b" l="l" r="r" t="t"/>
              <a:pathLst>
                <a:path extrusionOk="0" h="419" w="279">
                  <a:moveTo>
                    <a:pt x="2" y="39"/>
                  </a:moveTo>
                  <a:cubicBezTo>
                    <a:pt x="1" y="40"/>
                    <a:pt x="1" y="41"/>
                    <a:pt x="0" y="42"/>
                  </a:cubicBezTo>
                  <a:cubicBezTo>
                    <a:pt x="0" y="42"/>
                    <a:pt x="1" y="41"/>
                    <a:pt x="2" y="39"/>
                  </a:cubicBezTo>
                  <a:close/>
                  <a:moveTo>
                    <a:pt x="64" y="1"/>
                  </a:moveTo>
                  <a:cubicBezTo>
                    <a:pt x="56" y="1"/>
                    <a:pt x="49" y="2"/>
                    <a:pt x="43" y="5"/>
                  </a:cubicBezTo>
                  <a:cubicBezTo>
                    <a:pt x="41" y="8"/>
                    <a:pt x="37" y="8"/>
                    <a:pt x="35" y="8"/>
                  </a:cubicBezTo>
                  <a:cubicBezTo>
                    <a:pt x="33" y="10"/>
                    <a:pt x="33" y="10"/>
                    <a:pt x="31" y="10"/>
                  </a:cubicBezTo>
                  <a:cubicBezTo>
                    <a:pt x="25" y="12"/>
                    <a:pt x="23" y="16"/>
                    <a:pt x="23" y="16"/>
                  </a:cubicBezTo>
                  <a:cubicBezTo>
                    <a:pt x="16" y="20"/>
                    <a:pt x="6" y="33"/>
                    <a:pt x="2" y="39"/>
                  </a:cubicBezTo>
                  <a:lnTo>
                    <a:pt x="2" y="39"/>
                  </a:lnTo>
                  <a:cubicBezTo>
                    <a:pt x="4" y="37"/>
                    <a:pt x="8" y="35"/>
                    <a:pt x="12" y="32"/>
                  </a:cubicBezTo>
                  <a:lnTo>
                    <a:pt x="27" y="26"/>
                  </a:lnTo>
                  <a:cubicBezTo>
                    <a:pt x="35" y="22"/>
                    <a:pt x="45" y="22"/>
                    <a:pt x="55" y="22"/>
                  </a:cubicBezTo>
                  <a:cubicBezTo>
                    <a:pt x="61" y="22"/>
                    <a:pt x="63" y="22"/>
                    <a:pt x="68" y="26"/>
                  </a:cubicBezTo>
                  <a:lnTo>
                    <a:pt x="178" y="53"/>
                  </a:lnTo>
                  <a:cubicBezTo>
                    <a:pt x="188" y="57"/>
                    <a:pt x="198" y="61"/>
                    <a:pt x="207" y="67"/>
                  </a:cubicBezTo>
                  <a:cubicBezTo>
                    <a:pt x="217" y="71"/>
                    <a:pt x="225" y="79"/>
                    <a:pt x="229" y="87"/>
                  </a:cubicBezTo>
                  <a:cubicBezTo>
                    <a:pt x="235" y="93"/>
                    <a:pt x="239" y="102"/>
                    <a:pt x="241" y="108"/>
                  </a:cubicBezTo>
                  <a:cubicBezTo>
                    <a:pt x="246" y="110"/>
                    <a:pt x="246" y="112"/>
                    <a:pt x="246" y="114"/>
                  </a:cubicBezTo>
                  <a:cubicBezTo>
                    <a:pt x="248" y="122"/>
                    <a:pt x="250" y="130"/>
                    <a:pt x="250" y="140"/>
                  </a:cubicBezTo>
                  <a:lnTo>
                    <a:pt x="250" y="355"/>
                  </a:lnTo>
                  <a:cubicBezTo>
                    <a:pt x="250" y="380"/>
                    <a:pt x="241" y="400"/>
                    <a:pt x="229" y="419"/>
                  </a:cubicBezTo>
                  <a:lnTo>
                    <a:pt x="246" y="398"/>
                  </a:lnTo>
                  <a:cubicBezTo>
                    <a:pt x="258" y="380"/>
                    <a:pt x="266" y="359"/>
                    <a:pt x="266" y="335"/>
                  </a:cubicBezTo>
                  <a:lnTo>
                    <a:pt x="266" y="120"/>
                  </a:lnTo>
                  <a:cubicBezTo>
                    <a:pt x="278" y="118"/>
                    <a:pt x="276" y="110"/>
                    <a:pt x="272" y="102"/>
                  </a:cubicBezTo>
                  <a:cubicBezTo>
                    <a:pt x="270" y="100"/>
                    <a:pt x="270" y="98"/>
                    <a:pt x="270" y="95"/>
                  </a:cubicBezTo>
                  <a:cubicBezTo>
                    <a:pt x="268" y="91"/>
                    <a:pt x="268" y="89"/>
                    <a:pt x="266" y="87"/>
                  </a:cubicBezTo>
                  <a:cubicBezTo>
                    <a:pt x="262" y="85"/>
                    <a:pt x="262" y="81"/>
                    <a:pt x="260" y="79"/>
                  </a:cubicBezTo>
                  <a:cubicBezTo>
                    <a:pt x="258" y="77"/>
                    <a:pt x="258" y="75"/>
                    <a:pt x="256" y="75"/>
                  </a:cubicBezTo>
                  <a:cubicBezTo>
                    <a:pt x="252" y="71"/>
                    <a:pt x="252" y="69"/>
                    <a:pt x="250" y="69"/>
                  </a:cubicBezTo>
                  <a:lnTo>
                    <a:pt x="246" y="65"/>
                  </a:lnTo>
                  <a:lnTo>
                    <a:pt x="239" y="59"/>
                  </a:lnTo>
                  <a:cubicBezTo>
                    <a:pt x="237" y="57"/>
                    <a:pt x="237" y="57"/>
                    <a:pt x="235" y="57"/>
                  </a:cubicBezTo>
                  <a:cubicBezTo>
                    <a:pt x="231" y="55"/>
                    <a:pt x="231" y="55"/>
                    <a:pt x="229" y="55"/>
                  </a:cubicBezTo>
                  <a:cubicBezTo>
                    <a:pt x="227" y="50"/>
                    <a:pt x="227" y="50"/>
                    <a:pt x="225" y="50"/>
                  </a:cubicBezTo>
                  <a:cubicBezTo>
                    <a:pt x="219" y="48"/>
                    <a:pt x="217" y="46"/>
                    <a:pt x="217" y="46"/>
                  </a:cubicBezTo>
                  <a:cubicBezTo>
                    <a:pt x="215" y="42"/>
                    <a:pt x="215" y="42"/>
                    <a:pt x="211" y="42"/>
                  </a:cubicBezTo>
                  <a:cubicBezTo>
                    <a:pt x="209" y="42"/>
                    <a:pt x="209" y="40"/>
                    <a:pt x="207" y="40"/>
                  </a:cubicBezTo>
                  <a:cubicBezTo>
                    <a:pt x="205" y="40"/>
                    <a:pt x="205" y="38"/>
                    <a:pt x="201" y="38"/>
                  </a:cubicBezTo>
                  <a:cubicBezTo>
                    <a:pt x="198" y="36"/>
                    <a:pt x="196" y="36"/>
                    <a:pt x="196" y="36"/>
                  </a:cubicBezTo>
                  <a:cubicBezTo>
                    <a:pt x="194" y="32"/>
                    <a:pt x="190" y="32"/>
                    <a:pt x="190" y="32"/>
                  </a:cubicBezTo>
                  <a:lnTo>
                    <a:pt x="82" y="5"/>
                  </a:lnTo>
                  <a:cubicBezTo>
                    <a:pt x="78" y="1"/>
                    <a:pt x="76" y="1"/>
                    <a:pt x="74" y="1"/>
                  </a:cubicBezTo>
                  <a:cubicBezTo>
                    <a:pt x="70" y="1"/>
                    <a:pt x="67" y="1"/>
                    <a:pt x="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0"/>
            <p:cNvSpPr/>
            <p:nvPr/>
          </p:nvSpPr>
          <p:spPr>
            <a:xfrm rot="-3560944">
              <a:off x="12818249" y="-1849004"/>
              <a:ext cx="154658" cy="259945"/>
            </a:xfrm>
            <a:custGeom>
              <a:rect b="b" l="l" r="r" t="t"/>
              <a:pathLst>
                <a:path extrusionOk="0" h="437" w="260">
                  <a:moveTo>
                    <a:pt x="57" y="1"/>
                  </a:moveTo>
                  <a:cubicBezTo>
                    <a:pt x="27" y="1"/>
                    <a:pt x="4" y="19"/>
                    <a:pt x="4" y="48"/>
                  </a:cubicBezTo>
                  <a:lnTo>
                    <a:pt x="0" y="341"/>
                  </a:lnTo>
                  <a:cubicBezTo>
                    <a:pt x="0" y="376"/>
                    <a:pt x="35" y="414"/>
                    <a:pt x="76" y="425"/>
                  </a:cubicBezTo>
                  <a:lnTo>
                    <a:pt x="98" y="431"/>
                  </a:lnTo>
                  <a:cubicBezTo>
                    <a:pt x="114" y="435"/>
                    <a:pt x="128" y="436"/>
                    <a:pt x="142" y="436"/>
                  </a:cubicBezTo>
                  <a:cubicBezTo>
                    <a:pt x="211" y="436"/>
                    <a:pt x="260" y="393"/>
                    <a:pt x="260" y="328"/>
                  </a:cubicBezTo>
                  <a:lnTo>
                    <a:pt x="260" y="114"/>
                  </a:lnTo>
                  <a:cubicBezTo>
                    <a:pt x="260" y="77"/>
                    <a:pt x="225" y="38"/>
                    <a:pt x="184" y="28"/>
                  </a:cubicBezTo>
                  <a:lnTo>
                    <a:pt x="78" y="3"/>
                  </a:lnTo>
                  <a:cubicBezTo>
                    <a:pt x="71" y="1"/>
                    <a:pt x="64" y="1"/>
                    <a:pt x="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0"/>
            <p:cNvSpPr/>
            <p:nvPr/>
          </p:nvSpPr>
          <p:spPr>
            <a:xfrm rot="-3560944">
              <a:off x="12814552" y="-1693588"/>
              <a:ext cx="221280" cy="165365"/>
            </a:xfrm>
            <a:custGeom>
              <a:rect b="b" l="l" r="r" t="t"/>
              <a:pathLst>
                <a:path extrusionOk="0" h="278" w="372">
                  <a:moveTo>
                    <a:pt x="345" y="1"/>
                  </a:moveTo>
                  <a:cubicBezTo>
                    <a:pt x="330" y="3"/>
                    <a:pt x="320" y="13"/>
                    <a:pt x="324" y="25"/>
                  </a:cubicBezTo>
                  <a:cubicBezTo>
                    <a:pt x="324" y="25"/>
                    <a:pt x="326" y="93"/>
                    <a:pt x="275" y="148"/>
                  </a:cubicBezTo>
                  <a:cubicBezTo>
                    <a:pt x="224" y="201"/>
                    <a:pt x="140" y="230"/>
                    <a:pt x="23" y="230"/>
                  </a:cubicBezTo>
                  <a:cubicBezTo>
                    <a:pt x="11" y="230"/>
                    <a:pt x="1" y="240"/>
                    <a:pt x="1" y="253"/>
                  </a:cubicBezTo>
                  <a:cubicBezTo>
                    <a:pt x="1" y="267"/>
                    <a:pt x="11" y="277"/>
                    <a:pt x="23" y="277"/>
                  </a:cubicBezTo>
                  <a:cubicBezTo>
                    <a:pt x="154" y="277"/>
                    <a:pt x="253" y="246"/>
                    <a:pt x="308" y="177"/>
                  </a:cubicBezTo>
                  <a:cubicBezTo>
                    <a:pt x="371" y="105"/>
                    <a:pt x="367" y="25"/>
                    <a:pt x="367" y="21"/>
                  </a:cubicBezTo>
                  <a:cubicBezTo>
                    <a:pt x="367" y="11"/>
                    <a:pt x="359" y="1"/>
                    <a:pt x="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0"/>
            <p:cNvSpPr/>
            <p:nvPr/>
          </p:nvSpPr>
          <p:spPr>
            <a:xfrm rot="-3560944">
              <a:off x="12947789" y="-3303178"/>
              <a:ext cx="560339" cy="634694"/>
            </a:xfrm>
            <a:custGeom>
              <a:rect b="b" l="l" r="r" t="t"/>
              <a:pathLst>
                <a:path extrusionOk="0" h="1067" w="942">
                  <a:moveTo>
                    <a:pt x="915" y="0"/>
                  </a:moveTo>
                  <a:lnTo>
                    <a:pt x="0" y="528"/>
                  </a:lnTo>
                  <a:lnTo>
                    <a:pt x="2" y="1050"/>
                  </a:lnTo>
                  <a:lnTo>
                    <a:pt x="29" y="1066"/>
                  </a:lnTo>
                  <a:lnTo>
                    <a:pt x="55" y="1050"/>
                  </a:lnTo>
                  <a:lnTo>
                    <a:pt x="53" y="559"/>
                  </a:lnTo>
                  <a:lnTo>
                    <a:pt x="913" y="64"/>
                  </a:lnTo>
                  <a:lnTo>
                    <a:pt x="915" y="553"/>
                  </a:lnTo>
                  <a:lnTo>
                    <a:pt x="941" y="536"/>
                  </a:lnTo>
                  <a:lnTo>
                    <a:pt x="941" y="17"/>
                  </a:lnTo>
                  <a:lnTo>
                    <a:pt x="91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7" name="Google Shape;4087;p40"/>
          <p:cNvGrpSpPr/>
          <p:nvPr/>
        </p:nvGrpSpPr>
        <p:grpSpPr>
          <a:xfrm>
            <a:off x="3257548" y="4227475"/>
            <a:ext cx="830805" cy="753025"/>
            <a:chOff x="5255839" y="-1347627"/>
            <a:chExt cx="1366681" cy="1238732"/>
          </a:xfrm>
        </p:grpSpPr>
        <p:sp>
          <p:nvSpPr>
            <p:cNvPr id="4088" name="Google Shape;4088;p40"/>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0"/>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0"/>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0"/>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0"/>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0"/>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0"/>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0"/>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0"/>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0"/>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0"/>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0"/>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0"/>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0"/>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2" name="Google Shape;4102;p40"/>
          <p:cNvGrpSpPr/>
          <p:nvPr/>
        </p:nvGrpSpPr>
        <p:grpSpPr>
          <a:xfrm>
            <a:off x="5669473" y="338"/>
            <a:ext cx="830805" cy="753025"/>
            <a:chOff x="5255839" y="-1347627"/>
            <a:chExt cx="1366681" cy="1238732"/>
          </a:xfrm>
        </p:grpSpPr>
        <p:sp>
          <p:nvSpPr>
            <p:cNvPr id="4103" name="Google Shape;4103;p40"/>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0"/>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0"/>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0"/>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0"/>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0"/>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0"/>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0"/>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0"/>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0"/>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0"/>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0"/>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0"/>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0"/>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7" name="Google Shape;4117;p40"/>
          <p:cNvGrpSpPr/>
          <p:nvPr/>
        </p:nvGrpSpPr>
        <p:grpSpPr>
          <a:xfrm>
            <a:off x="7290398" y="1889498"/>
            <a:ext cx="830894" cy="591536"/>
            <a:chOff x="7088023" y="1297048"/>
            <a:chExt cx="830894" cy="591536"/>
          </a:xfrm>
        </p:grpSpPr>
        <p:sp>
          <p:nvSpPr>
            <p:cNvPr id="4118" name="Google Shape;4118;p40"/>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0"/>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0"/>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0"/>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0"/>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0"/>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0"/>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0"/>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0"/>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0"/>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0"/>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0"/>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0"/>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0"/>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0"/>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0"/>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0"/>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0"/>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0"/>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0"/>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0"/>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0"/>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0"/>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0"/>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0"/>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0"/>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0"/>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0"/>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0"/>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0"/>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0"/>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0"/>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0"/>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1" name="Google Shape;4151;p40"/>
          <p:cNvGrpSpPr/>
          <p:nvPr/>
        </p:nvGrpSpPr>
        <p:grpSpPr>
          <a:xfrm>
            <a:off x="7527810" y="2871810"/>
            <a:ext cx="830894" cy="591536"/>
            <a:chOff x="7088023" y="1297048"/>
            <a:chExt cx="830894" cy="591536"/>
          </a:xfrm>
        </p:grpSpPr>
        <p:sp>
          <p:nvSpPr>
            <p:cNvPr id="4152" name="Google Shape;4152;p40"/>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0"/>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0"/>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0"/>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0"/>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0"/>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0"/>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0"/>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0"/>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0"/>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0"/>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0"/>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0"/>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0"/>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0"/>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0"/>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0"/>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0"/>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0"/>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0"/>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0"/>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0"/>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0"/>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0"/>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0"/>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0"/>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0"/>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0"/>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0"/>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0"/>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0"/>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0"/>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0"/>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5" name="Google Shape;4185;p40"/>
          <p:cNvGrpSpPr/>
          <p:nvPr/>
        </p:nvGrpSpPr>
        <p:grpSpPr>
          <a:xfrm>
            <a:off x="7461848" y="1889498"/>
            <a:ext cx="830894" cy="591536"/>
            <a:chOff x="7088023" y="1297048"/>
            <a:chExt cx="830894" cy="591536"/>
          </a:xfrm>
        </p:grpSpPr>
        <p:sp>
          <p:nvSpPr>
            <p:cNvPr id="4186" name="Google Shape;4186;p40"/>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0"/>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40"/>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40"/>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0"/>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40"/>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0"/>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0"/>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40"/>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40"/>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0"/>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40"/>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0"/>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0"/>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40"/>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40"/>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0"/>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0"/>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0"/>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40"/>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0"/>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0"/>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40"/>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40"/>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0"/>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40"/>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40"/>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40"/>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40"/>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40"/>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40"/>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0"/>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40"/>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9" name="Google Shape;4219;p40"/>
          <p:cNvGrpSpPr/>
          <p:nvPr/>
        </p:nvGrpSpPr>
        <p:grpSpPr>
          <a:xfrm>
            <a:off x="6195473" y="3871598"/>
            <a:ext cx="830894" cy="591536"/>
            <a:chOff x="7088023" y="1297048"/>
            <a:chExt cx="830894" cy="591536"/>
          </a:xfrm>
        </p:grpSpPr>
        <p:sp>
          <p:nvSpPr>
            <p:cNvPr id="4220" name="Google Shape;4220;p40"/>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0"/>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0"/>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0"/>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0"/>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40"/>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40"/>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40"/>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40"/>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40"/>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0"/>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0"/>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0"/>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0"/>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40"/>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40"/>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0"/>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0"/>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40"/>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40"/>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40"/>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40"/>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40"/>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0"/>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40"/>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40"/>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40"/>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40"/>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40"/>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40"/>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40"/>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40"/>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40"/>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56" name="Shape 4256"/>
        <p:cNvGrpSpPr/>
        <p:nvPr/>
      </p:nvGrpSpPr>
      <p:grpSpPr>
        <a:xfrm>
          <a:off x="0" y="0"/>
          <a:ext cx="0" cy="0"/>
          <a:chOff x="0" y="0"/>
          <a:chExt cx="0" cy="0"/>
        </a:xfrm>
      </p:grpSpPr>
      <p:sp>
        <p:nvSpPr>
          <p:cNvPr id="4257" name="Google Shape;4257;p41"/>
          <p:cNvSpPr txBox="1"/>
          <p:nvPr>
            <p:ph type="title"/>
          </p:nvPr>
        </p:nvSpPr>
        <p:spPr>
          <a:xfrm>
            <a:off x="1062900" y="2537800"/>
            <a:ext cx="4187400" cy="977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4258" name="Google Shape;4258;p41"/>
          <p:cNvSpPr txBox="1"/>
          <p:nvPr>
            <p:ph idx="2" type="title"/>
          </p:nvPr>
        </p:nvSpPr>
        <p:spPr>
          <a:xfrm>
            <a:off x="1062900" y="1089125"/>
            <a:ext cx="1652100" cy="147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4259" name="Google Shape;4259;p41"/>
          <p:cNvSpPr txBox="1"/>
          <p:nvPr>
            <p:ph idx="1" type="subTitle"/>
          </p:nvPr>
        </p:nvSpPr>
        <p:spPr>
          <a:xfrm>
            <a:off x="1062900" y="3513125"/>
            <a:ext cx="41874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grpSp>
        <p:nvGrpSpPr>
          <p:cNvPr id="4260" name="Google Shape;4260;p41"/>
          <p:cNvGrpSpPr/>
          <p:nvPr/>
        </p:nvGrpSpPr>
        <p:grpSpPr>
          <a:xfrm>
            <a:off x="5671049" y="1260302"/>
            <a:ext cx="2302859" cy="3989277"/>
            <a:chOff x="5671200" y="439275"/>
            <a:chExt cx="2759568" cy="4780440"/>
          </a:xfrm>
        </p:grpSpPr>
        <p:grpSp>
          <p:nvGrpSpPr>
            <p:cNvPr id="4261" name="Google Shape;4261;p41"/>
            <p:cNvGrpSpPr/>
            <p:nvPr/>
          </p:nvGrpSpPr>
          <p:grpSpPr>
            <a:xfrm>
              <a:off x="5671200" y="439275"/>
              <a:ext cx="2758068" cy="4780440"/>
              <a:chOff x="5825100" y="591675"/>
              <a:chExt cx="2758068" cy="4780440"/>
            </a:xfrm>
          </p:grpSpPr>
          <p:sp>
            <p:nvSpPr>
              <p:cNvPr id="4262" name="Google Shape;4262;p41"/>
              <p:cNvSpPr/>
              <p:nvPr/>
            </p:nvSpPr>
            <p:spPr>
              <a:xfrm>
                <a:off x="6233943" y="2121610"/>
                <a:ext cx="1320060" cy="649109"/>
              </a:xfrm>
              <a:custGeom>
                <a:rect b="b" l="l" r="r" t="t"/>
                <a:pathLst>
                  <a:path extrusionOk="0" h="3269" w="6648">
                    <a:moveTo>
                      <a:pt x="6647" y="0"/>
                    </a:moveTo>
                    <a:lnTo>
                      <a:pt x="11" y="1032"/>
                    </a:lnTo>
                    <a:lnTo>
                      <a:pt x="0" y="3269"/>
                    </a:lnTo>
                    <a:lnTo>
                      <a:pt x="6642" y="2237"/>
                    </a:lnTo>
                    <a:lnTo>
                      <a:pt x="664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1"/>
              <p:cNvSpPr/>
              <p:nvPr/>
            </p:nvSpPr>
            <p:spPr>
              <a:xfrm>
                <a:off x="7552804" y="2121610"/>
                <a:ext cx="969593" cy="1002753"/>
              </a:xfrm>
              <a:custGeom>
                <a:rect b="b" l="l" r="r" t="t"/>
                <a:pathLst>
                  <a:path extrusionOk="0" h="5050" w="4883">
                    <a:moveTo>
                      <a:pt x="5" y="0"/>
                    </a:moveTo>
                    <a:lnTo>
                      <a:pt x="0" y="2237"/>
                    </a:lnTo>
                    <a:lnTo>
                      <a:pt x="4871" y="5050"/>
                    </a:lnTo>
                    <a:lnTo>
                      <a:pt x="4883" y="2813"/>
                    </a:lnTo>
                    <a:lnTo>
                      <a:pt x="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1"/>
              <p:cNvSpPr/>
              <p:nvPr/>
            </p:nvSpPr>
            <p:spPr>
              <a:xfrm>
                <a:off x="5885662" y="2326527"/>
                <a:ext cx="350467" cy="1207672"/>
              </a:xfrm>
              <a:custGeom>
                <a:rect b="b" l="l" r="r" t="t"/>
                <a:pathLst>
                  <a:path extrusionOk="0" h="6082" w="1765">
                    <a:moveTo>
                      <a:pt x="1765" y="0"/>
                    </a:moveTo>
                    <a:lnTo>
                      <a:pt x="6" y="3847"/>
                    </a:lnTo>
                    <a:lnTo>
                      <a:pt x="1" y="6081"/>
                    </a:lnTo>
                    <a:lnTo>
                      <a:pt x="1754" y="2237"/>
                    </a:lnTo>
                    <a:lnTo>
                      <a:pt x="176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41"/>
              <p:cNvSpPr/>
              <p:nvPr/>
            </p:nvSpPr>
            <p:spPr>
              <a:xfrm>
                <a:off x="5826291" y="2086265"/>
                <a:ext cx="2756876" cy="1014071"/>
              </a:xfrm>
              <a:custGeom>
                <a:rect b="b" l="l" r="r" t="t"/>
                <a:pathLst>
                  <a:path extrusionOk="0" h="5107" w="13884">
                    <a:moveTo>
                      <a:pt x="8778" y="0"/>
                    </a:moveTo>
                    <a:lnTo>
                      <a:pt x="1838" y="1083"/>
                    </a:lnTo>
                    <a:lnTo>
                      <a:pt x="0" y="5106"/>
                    </a:lnTo>
                    <a:lnTo>
                      <a:pt x="305" y="5057"/>
                    </a:lnTo>
                    <a:lnTo>
                      <a:pt x="2053" y="1223"/>
                    </a:lnTo>
                    <a:lnTo>
                      <a:pt x="8700" y="178"/>
                    </a:lnTo>
                    <a:lnTo>
                      <a:pt x="13578" y="2991"/>
                    </a:lnTo>
                    <a:lnTo>
                      <a:pt x="13884" y="2947"/>
                    </a:lnTo>
                    <a:lnTo>
                      <a:pt x="877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1"/>
              <p:cNvSpPr/>
              <p:nvPr/>
            </p:nvSpPr>
            <p:spPr>
              <a:xfrm>
                <a:off x="7969391" y="1824161"/>
                <a:ext cx="123309" cy="2625625"/>
              </a:xfrm>
              <a:custGeom>
                <a:rect b="b" l="l" r="r" t="t"/>
                <a:pathLst>
                  <a:path extrusionOk="0" h="13223" w="621">
                    <a:moveTo>
                      <a:pt x="621" y="0"/>
                    </a:moveTo>
                    <a:lnTo>
                      <a:pt x="621" y="33"/>
                    </a:lnTo>
                    <a:lnTo>
                      <a:pt x="621" y="33"/>
                    </a:lnTo>
                    <a:cubicBezTo>
                      <a:pt x="621" y="29"/>
                      <a:pt x="621" y="26"/>
                      <a:pt x="621" y="23"/>
                    </a:cubicBezTo>
                    <a:lnTo>
                      <a:pt x="621" y="0"/>
                    </a:lnTo>
                    <a:close/>
                    <a:moveTo>
                      <a:pt x="621" y="33"/>
                    </a:moveTo>
                    <a:cubicBezTo>
                      <a:pt x="620" y="69"/>
                      <a:pt x="614" y="110"/>
                      <a:pt x="604" y="145"/>
                    </a:cubicBezTo>
                    <a:cubicBezTo>
                      <a:pt x="593" y="183"/>
                      <a:pt x="582" y="221"/>
                      <a:pt x="571" y="261"/>
                    </a:cubicBezTo>
                    <a:cubicBezTo>
                      <a:pt x="554" y="300"/>
                      <a:pt x="538" y="338"/>
                      <a:pt x="516" y="377"/>
                    </a:cubicBezTo>
                    <a:cubicBezTo>
                      <a:pt x="494" y="422"/>
                      <a:pt x="461" y="461"/>
                      <a:pt x="432" y="505"/>
                    </a:cubicBezTo>
                    <a:cubicBezTo>
                      <a:pt x="393" y="554"/>
                      <a:pt x="348" y="599"/>
                      <a:pt x="305" y="643"/>
                    </a:cubicBezTo>
                    <a:cubicBezTo>
                      <a:pt x="228" y="716"/>
                      <a:pt x="144" y="777"/>
                      <a:pt x="39" y="837"/>
                    </a:cubicBezTo>
                    <a:lnTo>
                      <a:pt x="0" y="13223"/>
                    </a:lnTo>
                    <a:cubicBezTo>
                      <a:pt x="100" y="13161"/>
                      <a:pt x="189" y="13095"/>
                      <a:pt x="265" y="13029"/>
                    </a:cubicBezTo>
                    <a:cubicBezTo>
                      <a:pt x="316" y="12984"/>
                      <a:pt x="360" y="12935"/>
                      <a:pt x="393" y="12890"/>
                    </a:cubicBezTo>
                    <a:cubicBezTo>
                      <a:pt x="426" y="12846"/>
                      <a:pt x="454" y="12806"/>
                      <a:pt x="477" y="12763"/>
                    </a:cubicBezTo>
                    <a:cubicBezTo>
                      <a:pt x="499" y="12723"/>
                      <a:pt x="521" y="12685"/>
                      <a:pt x="532" y="12647"/>
                    </a:cubicBezTo>
                    <a:cubicBezTo>
                      <a:pt x="548" y="12607"/>
                      <a:pt x="559" y="12569"/>
                      <a:pt x="564" y="12529"/>
                    </a:cubicBezTo>
                    <a:cubicBezTo>
                      <a:pt x="575" y="12491"/>
                      <a:pt x="575" y="12452"/>
                      <a:pt x="582" y="12408"/>
                    </a:cubicBezTo>
                    <a:lnTo>
                      <a:pt x="582" y="12386"/>
                    </a:lnTo>
                    <a:lnTo>
                      <a:pt x="621" y="33"/>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41"/>
              <p:cNvSpPr/>
              <p:nvPr/>
            </p:nvSpPr>
            <p:spPr>
              <a:xfrm>
                <a:off x="7255356" y="1821778"/>
                <a:ext cx="169575" cy="2654417"/>
              </a:xfrm>
              <a:custGeom>
                <a:rect b="b" l="l" r="r" t="t"/>
                <a:pathLst>
                  <a:path extrusionOk="0" h="13368" w="854">
                    <a:moveTo>
                      <a:pt x="33" y="1"/>
                    </a:moveTo>
                    <a:lnTo>
                      <a:pt x="0" y="12386"/>
                    </a:lnTo>
                    <a:cubicBezTo>
                      <a:pt x="0" y="12703"/>
                      <a:pt x="204" y="13013"/>
                      <a:pt x="615" y="13252"/>
                    </a:cubicBezTo>
                    <a:cubicBezTo>
                      <a:pt x="693" y="13290"/>
                      <a:pt x="770" y="13335"/>
                      <a:pt x="854" y="13368"/>
                    </a:cubicBezTo>
                    <a:lnTo>
                      <a:pt x="854" y="968"/>
                    </a:lnTo>
                    <a:cubicBezTo>
                      <a:pt x="787" y="939"/>
                      <a:pt x="722" y="906"/>
                      <a:pt x="649" y="866"/>
                    </a:cubicBezTo>
                    <a:cubicBezTo>
                      <a:pt x="239" y="623"/>
                      <a:pt x="33" y="311"/>
                      <a:pt x="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41"/>
              <p:cNvSpPr/>
              <p:nvPr/>
            </p:nvSpPr>
            <p:spPr>
              <a:xfrm>
                <a:off x="7426915" y="1990557"/>
                <a:ext cx="550224" cy="2534285"/>
              </a:xfrm>
              <a:custGeom>
                <a:rect b="b" l="l" r="r" t="t"/>
                <a:pathLst>
                  <a:path extrusionOk="0" h="12763" w="2771">
                    <a:moveTo>
                      <a:pt x="2770" y="0"/>
                    </a:moveTo>
                    <a:lnTo>
                      <a:pt x="2770" y="0"/>
                    </a:lnTo>
                    <a:cubicBezTo>
                      <a:pt x="2760" y="5"/>
                      <a:pt x="2754" y="11"/>
                      <a:pt x="2741" y="14"/>
                    </a:cubicBezTo>
                    <a:cubicBezTo>
                      <a:pt x="2604" y="92"/>
                      <a:pt x="2448" y="158"/>
                      <a:pt x="2287" y="214"/>
                    </a:cubicBezTo>
                    <a:cubicBezTo>
                      <a:pt x="2165" y="258"/>
                      <a:pt x="2026" y="291"/>
                      <a:pt x="1892" y="313"/>
                    </a:cubicBezTo>
                    <a:cubicBezTo>
                      <a:pt x="1805" y="330"/>
                      <a:pt x="1715" y="343"/>
                      <a:pt x="1627" y="352"/>
                    </a:cubicBezTo>
                    <a:cubicBezTo>
                      <a:pt x="1555" y="360"/>
                      <a:pt x="1476" y="365"/>
                      <a:pt x="1399" y="370"/>
                    </a:cubicBezTo>
                    <a:cubicBezTo>
                      <a:pt x="1363" y="373"/>
                      <a:pt x="1327" y="374"/>
                      <a:pt x="1291" y="374"/>
                    </a:cubicBezTo>
                    <a:cubicBezTo>
                      <a:pt x="1255" y="374"/>
                      <a:pt x="1219" y="373"/>
                      <a:pt x="1183" y="370"/>
                    </a:cubicBezTo>
                    <a:cubicBezTo>
                      <a:pt x="1116" y="370"/>
                      <a:pt x="1044" y="365"/>
                      <a:pt x="978" y="360"/>
                    </a:cubicBezTo>
                    <a:cubicBezTo>
                      <a:pt x="905" y="354"/>
                      <a:pt x="838" y="347"/>
                      <a:pt x="771" y="336"/>
                    </a:cubicBezTo>
                    <a:cubicBezTo>
                      <a:pt x="699" y="325"/>
                      <a:pt x="633" y="314"/>
                      <a:pt x="566" y="298"/>
                    </a:cubicBezTo>
                    <a:cubicBezTo>
                      <a:pt x="494" y="282"/>
                      <a:pt x="421" y="265"/>
                      <a:pt x="350" y="242"/>
                    </a:cubicBezTo>
                    <a:cubicBezTo>
                      <a:pt x="266" y="215"/>
                      <a:pt x="184" y="187"/>
                      <a:pt x="100" y="153"/>
                    </a:cubicBezTo>
                    <a:cubicBezTo>
                      <a:pt x="67" y="142"/>
                      <a:pt x="33" y="131"/>
                      <a:pt x="0" y="114"/>
                    </a:cubicBezTo>
                    <a:lnTo>
                      <a:pt x="0" y="12516"/>
                    </a:lnTo>
                    <a:cubicBezTo>
                      <a:pt x="17" y="12525"/>
                      <a:pt x="39" y="12533"/>
                      <a:pt x="62" y="12543"/>
                    </a:cubicBezTo>
                    <a:cubicBezTo>
                      <a:pt x="141" y="12577"/>
                      <a:pt x="222" y="12609"/>
                      <a:pt x="311" y="12632"/>
                    </a:cubicBezTo>
                    <a:cubicBezTo>
                      <a:pt x="384" y="12654"/>
                      <a:pt x="451" y="12670"/>
                      <a:pt x="528" y="12687"/>
                    </a:cubicBezTo>
                    <a:cubicBezTo>
                      <a:pt x="594" y="12703"/>
                      <a:pt x="661" y="12716"/>
                      <a:pt x="734" y="12726"/>
                    </a:cubicBezTo>
                    <a:cubicBezTo>
                      <a:pt x="806" y="12732"/>
                      <a:pt x="873" y="12743"/>
                      <a:pt x="939" y="12748"/>
                    </a:cubicBezTo>
                    <a:cubicBezTo>
                      <a:pt x="1006" y="12754"/>
                      <a:pt x="1078" y="12754"/>
                      <a:pt x="1145" y="12759"/>
                    </a:cubicBezTo>
                    <a:cubicBezTo>
                      <a:pt x="1181" y="12762"/>
                      <a:pt x="1217" y="12763"/>
                      <a:pt x="1253" y="12763"/>
                    </a:cubicBezTo>
                    <a:cubicBezTo>
                      <a:pt x="1289" y="12763"/>
                      <a:pt x="1325" y="12762"/>
                      <a:pt x="1361" y="12759"/>
                    </a:cubicBezTo>
                    <a:cubicBezTo>
                      <a:pt x="1433" y="12759"/>
                      <a:pt x="1512" y="12753"/>
                      <a:pt x="1588" y="12742"/>
                    </a:cubicBezTo>
                    <a:cubicBezTo>
                      <a:pt x="1676" y="12730"/>
                      <a:pt x="1766" y="12719"/>
                      <a:pt x="1855" y="12702"/>
                    </a:cubicBezTo>
                    <a:cubicBezTo>
                      <a:pt x="1994" y="12680"/>
                      <a:pt x="2122" y="12648"/>
                      <a:pt x="2248" y="12603"/>
                    </a:cubicBezTo>
                    <a:cubicBezTo>
                      <a:pt x="2415" y="12547"/>
                      <a:pt x="2571" y="12487"/>
                      <a:pt x="2709" y="12403"/>
                    </a:cubicBezTo>
                    <a:cubicBezTo>
                      <a:pt x="2720" y="12396"/>
                      <a:pt x="2727" y="12391"/>
                      <a:pt x="2738" y="12386"/>
                    </a:cubicBezTo>
                    <a:lnTo>
                      <a:pt x="27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41"/>
              <p:cNvSpPr/>
              <p:nvPr/>
            </p:nvSpPr>
            <p:spPr>
              <a:xfrm>
                <a:off x="7223188" y="1583104"/>
                <a:ext cx="910222" cy="479932"/>
              </a:xfrm>
              <a:custGeom>
                <a:rect b="b" l="l" r="r" t="t"/>
                <a:pathLst>
                  <a:path extrusionOk="0" h="2417" w="4584">
                    <a:moveTo>
                      <a:pt x="2283" y="0"/>
                    </a:moveTo>
                    <a:cubicBezTo>
                      <a:pt x="1749" y="0"/>
                      <a:pt x="1216" y="118"/>
                      <a:pt x="812" y="354"/>
                    </a:cubicBezTo>
                    <a:cubicBezTo>
                      <a:pt x="1" y="825"/>
                      <a:pt x="1" y="1591"/>
                      <a:pt x="822" y="2063"/>
                    </a:cubicBezTo>
                    <a:cubicBezTo>
                      <a:pt x="1230" y="2298"/>
                      <a:pt x="1764" y="2416"/>
                      <a:pt x="2298" y="2416"/>
                    </a:cubicBezTo>
                    <a:cubicBezTo>
                      <a:pt x="2832" y="2416"/>
                      <a:pt x="3366" y="2298"/>
                      <a:pt x="3774" y="2063"/>
                    </a:cubicBezTo>
                    <a:cubicBezTo>
                      <a:pt x="4584" y="1591"/>
                      <a:pt x="4584" y="825"/>
                      <a:pt x="3764" y="354"/>
                    </a:cubicBezTo>
                    <a:cubicBezTo>
                      <a:pt x="3353" y="118"/>
                      <a:pt x="2817" y="0"/>
                      <a:pt x="2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41"/>
              <p:cNvSpPr/>
              <p:nvPr/>
            </p:nvSpPr>
            <p:spPr>
              <a:xfrm>
                <a:off x="7298444" y="1620236"/>
                <a:ext cx="755738" cy="404477"/>
              </a:xfrm>
              <a:custGeom>
                <a:rect b="b" l="l" r="r" t="t"/>
                <a:pathLst>
                  <a:path extrusionOk="0" h="2037" w="3806">
                    <a:moveTo>
                      <a:pt x="1898" y="0"/>
                    </a:moveTo>
                    <a:cubicBezTo>
                      <a:pt x="1371" y="0"/>
                      <a:pt x="883" y="118"/>
                      <a:pt x="516" y="328"/>
                    </a:cubicBezTo>
                    <a:cubicBezTo>
                      <a:pt x="184" y="522"/>
                      <a:pt x="1" y="765"/>
                      <a:pt x="6" y="1016"/>
                    </a:cubicBezTo>
                    <a:cubicBezTo>
                      <a:pt x="6" y="1077"/>
                      <a:pt x="17" y="1142"/>
                      <a:pt x="39" y="1204"/>
                    </a:cubicBezTo>
                    <a:cubicBezTo>
                      <a:pt x="106" y="1387"/>
                      <a:pt x="271" y="1566"/>
                      <a:pt x="522" y="1710"/>
                    </a:cubicBezTo>
                    <a:cubicBezTo>
                      <a:pt x="894" y="1921"/>
                      <a:pt x="1382" y="2037"/>
                      <a:pt x="1909" y="2037"/>
                    </a:cubicBezTo>
                    <a:cubicBezTo>
                      <a:pt x="2435" y="2037"/>
                      <a:pt x="2924" y="1921"/>
                      <a:pt x="3290" y="1710"/>
                    </a:cubicBezTo>
                    <a:cubicBezTo>
                      <a:pt x="3533" y="1571"/>
                      <a:pt x="3700" y="1399"/>
                      <a:pt x="3767" y="1216"/>
                    </a:cubicBezTo>
                    <a:cubicBezTo>
                      <a:pt x="3795" y="1155"/>
                      <a:pt x="3806" y="1094"/>
                      <a:pt x="3806" y="1027"/>
                    </a:cubicBezTo>
                    <a:cubicBezTo>
                      <a:pt x="3806" y="778"/>
                      <a:pt x="3622" y="528"/>
                      <a:pt x="3280" y="328"/>
                    </a:cubicBezTo>
                    <a:cubicBezTo>
                      <a:pt x="2913" y="118"/>
                      <a:pt x="2424" y="0"/>
                      <a:pt x="18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1"/>
              <p:cNvSpPr/>
              <p:nvPr/>
            </p:nvSpPr>
            <p:spPr>
              <a:xfrm>
                <a:off x="7306982" y="1696087"/>
                <a:ext cx="740647" cy="328625"/>
              </a:xfrm>
              <a:custGeom>
                <a:rect b="b" l="l" r="r" t="t"/>
                <a:pathLst>
                  <a:path extrusionOk="0" h="1655" w="3730">
                    <a:moveTo>
                      <a:pt x="1859" y="1"/>
                    </a:moveTo>
                    <a:cubicBezTo>
                      <a:pt x="1332" y="1"/>
                      <a:pt x="844" y="118"/>
                      <a:pt x="478" y="329"/>
                    </a:cubicBezTo>
                    <a:cubicBezTo>
                      <a:pt x="233" y="467"/>
                      <a:pt x="68" y="639"/>
                      <a:pt x="1" y="822"/>
                    </a:cubicBezTo>
                    <a:cubicBezTo>
                      <a:pt x="68" y="1005"/>
                      <a:pt x="233" y="1184"/>
                      <a:pt x="484" y="1328"/>
                    </a:cubicBezTo>
                    <a:cubicBezTo>
                      <a:pt x="856" y="1539"/>
                      <a:pt x="1344" y="1655"/>
                      <a:pt x="1871" y="1655"/>
                    </a:cubicBezTo>
                    <a:cubicBezTo>
                      <a:pt x="2397" y="1655"/>
                      <a:pt x="2886" y="1539"/>
                      <a:pt x="3253" y="1328"/>
                    </a:cubicBezTo>
                    <a:cubicBezTo>
                      <a:pt x="3496" y="1189"/>
                      <a:pt x="3662" y="1017"/>
                      <a:pt x="3729" y="834"/>
                    </a:cubicBezTo>
                    <a:cubicBezTo>
                      <a:pt x="3663" y="650"/>
                      <a:pt x="3496" y="474"/>
                      <a:pt x="3240" y="329"/>
                    </a:cubicBezTo>
                    <a:cubicBezTo>
                      <a:pt x="2873" y="118"/>
                      <a:pt x="2385" y="1"/>
                      <a:pt x="18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41"/>
              <p:cNvSpPr/>
              <p:nvPr/>
            </p:nvSpPr>
            <p:spPr>
              <a:xfrm>
                <a:off x="8368306" y="2253655"/>
                <a:ext cx="123309" cy="2624632"/>
              </a:xfrm>
              <a:custGeom>
                <a:rect b="b" l="l" r="r" t="t"/>
                <a:pathLst>
                  <a:path extrusionOk="0" h="13218" w="621">
                    <a:moveTo>
                      <a:pt x="616" y="0"/>
                    </a:moveTo>
                    <a:lnTo>
                      <a:pt x="616" y="26"/>
                    </a:lnTo>
                    <a:lnTo>
                      <a:pt x="616" y="26"/>
                    </a:lnTo>
                    <a:cubicBezTo>
                      <a:pt x="616" y="23"/>
                      <a:pt x="616" y="21"/>
                      <a:pt x="616" y="18"/>
                    </a:cubicBezTo>
                    <a:cubicBezTo>
                      <a:pt x="621" y="13"/>
                      <a:pt x="621" y="8"/>
                      <a:pt x="616" y="0"/>
                    </a:cubicBezTo>
                    <a:close/>
                    <a:moveTo>
                      <a:pt x="616" y="26"/>
                    </a:moveTo>
                    <a:lnTo>
                      <a:pt x="616" y="26"/>
                    </a:lnTo>
                    <a:cubicBezTo>
                      <a:pt x="615" y="63"/>
                      <a:pt x="610" y="105"/>
                      <a:pt x="598" y="140"/>
                    </a:cubicBezTo>
                    <a:cubicBezTo>
                      <a:pt x="587" y="178"/>
                      <a:pt x="576" y="217"/>
                      <a:pt x="565" y="256"/>
                    </a:cubicBezTo>
                    <a:cubicBezTo>
                      <a:pt x="549" y="296"/>
                      <a:pt x="533" y="334"/>
                      <a:pt x="511" y="372"/>
                    </a:cubicBezTo>
                    <a:cubicBezTo>
                      <a:pt x="483" y="417"/>
                      <a:pt x="455" y="456"/>
                      <a:pt x="427" y="500"/>
                    </a:cubicBezTo>
                    <a:cubicBezTo>
                      <a:pt x="387" y="549"/>
                      <a:pt x="343" y="594"/>
                      <a:pt x="299" y="638"/>
                    </a:cubicBezTo>
                    <a:cubicBezTo>
                      <a:pt x="223" y="711"/>
                      <a:pt x="139" y="772"/>
                      <a:pt x="34" y="832"/>
                    </a:cubicBezTo>
                    <a:lnTo>
                      <a:pt x="1" y="13218"/>
                    </a:lnTo>
                    <a:cubicBezTo>
                      <a:pt x="100" y="13156"/>
                      <a:pt x="189" y="13090"/>
                      <a:pt x="267" y="13024"/>
                    </a:cubicBezTo>
                    <a:cubicBezTo>
                      <a:pt x="317" y="12979"/>
                      <a:pt x="361" y="12930"/>
                      <a:pt x="394" y="12885"/>
                    </a:cubicBezTo>
                    <a:cubicBezTo>
                      <a:pt x="427" y="12841"/>
                      <a:pt x="455" y="12801"/>
                      <a:pt x="477" y="12758"/>
                    </a:cubicBezTo>
                    <a:cubicBezTo>
                      <a:pt x="500" y="12718"/>
                      <a:pt x="517" y="12681"/>
                      <a:pt x="533" y="12642"/>
                    </a:cubicBezTo>
                    <a:cubicBezTo>
                      <a:pt x="550" y="12602"/>
                      <a:pt x="560" y="12564"/>
                      <a:pt x="565" y="12524"/>
                    </a:cubicBezTo>
                    <a:cubicBezTo>
                      <a:pt x="576" y="12486"/>
                      <a:pt x="576" y="12448"/>
                      <a:pt x="582" y="12403"/>
                    </a:cubicBezTo>
                    <a:lnTo>
                      <a:pt x="582" y="12386"/>
                    </a:lnTo>
                    <a:lnTo>
                      <a:pt x="616" y="26"/>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1"/>
              <p:cNvSpPr/>
              <p:nvPr/>
            </p:nvSpPr>
            <p:spPr>
              <a:xfrm>
                <a:off x="7654270" y="2252463"/>
                <a:ext cx="169773" cy="2653424"/>
              </a:xfrm>
              <a:custGeom>
                <a:rect b="b" l="l" r="r" t="t"/>
                <a:pathLst>
                  <a:path extrusionOk="0" h="13363" w="855">
                    <a:moveTo>
                      <a:pt x="33" y="0"/>
                    </a:moveTo>
                    <a:lnTo>
                      <a:pt x="0" y="12385"/>
                    </a:lnTo>
                    <a:cubicBezTo>
                      <a:pt x="0" y="12697"/>
                      <a:pt x="205" y="13007"/>
                      <a:pt x="615" y="13246"/>
                    </a:cubicBezTo>
                    <a:cubicBezTo>
                      <a:pt x="693" y="13285"/>
                      <a:pt x="770" y="13330"/>
                      <a:pt x="854" y="13362"/>
                    </a:cubicBezTo>
                    <a:lnTo>
                      <a:pt x="854" y="962"/>
                    </a:lnTo>
                    <a:cubicBezTo>
                      <a:pt x="787" y="928"/>
                      <a:pt x="715" y="895"/>
                      <a:pt x="648" y="865"/>
                    </a:cubicBezTo>
                    <a:cubicBezTo>
                      <a:pt x="238" y="622"/>
                      <a:pt x="33" y="310"/>
                      <a:pt x="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1"/>
              <p:cNvSpPr/>
              <p:nvPr/>
            </p:nvSpPr>
            <p:spPr>
              <a:xfrm>
                <a:off x="7825631" y="2420051"/>
                <a:ext cx="550224" cy="2534484"/>
              </a:xfrm>
              <a:custGeom>
                <a:rect b="b" l="l" r="r" t="t"/>
                <a:pathLst>
                  <a:path extrusionOk="0" h="12764" w="2771">
                    <a:moveTo>
                      <a:pt x="2770" y="0"/>
                    </a:moveTo>
                    <a:cubicBezTo>
                      <a:pt x="2760" y="8"/>
                      <a:pt x="2754" y="8"/>
                      <a:pt x="2742" y="14"/>
                    </a:cubicBezTo>
                    <a:cubicBezTo>
                      <a:pt x="2605" y="93"/>
                      <a:pt x="2449" y="160"/>
                      <a:pt x="2287" y="214"/>
                    </a:cubicBezTo>
                    <a:cubicBezTo>
                      <a:pt x="2166" y="259"/>
                      <a:pt x="2027" y="292"/>
                      <a:pt x="1894" y="314"/>
                    </a:cubicBezTo>
                    <a:cubicBezTo>
                      <a:pt x="1806" y="330"/>
                      <a:pt x="1717" y="343"/>
                      <a:pt x="1627" y="354"/>
                    </a:cubicBezTo>
                    <a:cubicBezTo>
                      <a:pt x="1555" y="360"/>
                      <a:pt x="1477" y="365"/>
                      <a:pt x="1400" y="370"/>
                    </a:cubicBezTo>
                    <a:cubicBezTo>
                      <a:pt x="1364" y="373"/>
                      <a:pt x="1328" y="374"/>
                      <a:pt x="1292" y="374"/>
                    </a:cubicBezTo>
                    <a:cubicBezTo>
                      <a:pt x="1256" y="374"/>
                      <a:pt x="1219" y="373"/>
                      <a:pt x="1183" y="370"/>
                    </a:cubicBezTo>
                    <a:cubicBezTo>
                      <a:pt x="1117" y="370"/>
                      <a:pt x="1045" y="365"/>
                      <a:pt x="978" y="360"/>
                    </a:cubicBezTo>
                    <a:cubicBezTo>
                      <a:pt x="911" y="355"/>
                      <a:pt x="839" y="348"/>
                      <a:pt x="773" y="338"/>
                    </a:cubicBezTo>
                    <a:cubicBezTo>
                      <a:pt x="700" y="325"/>
                      <a:pt x="633" y="315"/>
                      <a:pt x="566" y="298"/>
                    </a:cubicBezTo>
                    <a:cubicBezTo>
                      <a:pt x="495" y="282"/>
                      <a:pt x="423" y="266"/>
                      <a:pt x="350" y="244"/>
                    </a:cubicBezTo>
                    <a:cubicBezTo>
                      <a:pt x="267" y="215"/>
                      <a:pt x="184" y="187"/>
                      <a:pt x="100" y="154"/>
                    </a:cubicBezTo>
                    <a:cubicBezTo>
                      <a:pt x="68" y="142"/>
                      <a:pt x="34" y="131"/>
                      <a:pt x="1" y="115"/>
                    </a:cubicBezTo>
                    <a:lnTo>
                      <a:pt x="1" y="12516"/>
                    </a:lnTo>
                    <a:cubicBezTo>
                      <a:pt x="18" y="12527"/>
                      <a:pt x="40" y="12533"/>
                      <a:pt x="62" y="12543"/>
                    </a:cubicBezTo>
                    <a:cubicBezTo>
                      <a:pt x="141" y="12577"/>
                      <a:pt x="224" y="12610"/>
                      <a:pt x="313" y="12632"/>
                    </a:cubicBezTo>
                    <a:cubicBezTo>
                      <a:pt x="385" y="12654"/>
                      <a:pt x="451" y="12670"/>
                      <a:pt x="529" y="12687"/>
                    </a:cubicBezTo>
                    <a:cubicBezTo>
                      <a:pt x="596" y="12705"/>
                      <a:pt x="663" y="12716"/>
                      <a:pt x="734" y="12727"/>
                    </a:cubicBezTo>
                    <a:cubicBezTo>
                      <a:pt x="806" y="12732"/>
                      <a:pt x="873" y="12743"/>
                      <a:pt x="940" y="12749"/>
                    </a:cubicBezTo>
                    <a:cubicBezTo>
                      <a:pt x="1007" y="12754"/>
                      <a:pt x="1079" y="12754"/>
                      <a:pt x="1146" y="12759"/>
                    </a:cubicBezTo>
                    <a:cubicBezTo>
                      <a:pt x="1182" y="12762"/>
                      <a:pt x="1218" y="12763"/>
                      <a:pt x="1254" y="12763"/>
                    </a:cubicBezTo>
                    <a:cubicBezTo>
                      <a:pt x="1290" y="12763"/>
                      <a:pt x="1326" y="12762"/>
                      <a:pt x="1361" y="12759"/>
                    </a:cubicBezTo>
                    <a:cubicBezTo>
                      <a:pt x="1434" y="12759"/>
                      <a:pt x="1512" y="12753"/>
                      <a:pt x="1590" y="12742"/>
                    </a:cubicBezTo>
                    <a:cubicBezTo>
                      <a:pt x="1677" y="12731"/>
                      <a:pt x="1767" y="12720"/>
                      <a:pt x="1855" y="12703"/>
                    </a:cubicBezTo>
                    <a:cubicBezTo>
                      <a:pt x="1994" y="12681"/>
                      <a:pt x="2122" y="12648"/>
                      <a:pt x="2250" y="12603"/>
                    </a:cubicBezTo>
                    <a:cubicBezTo>
                      <a:pt x="2416" y="12548"/>
                      <a:pt x="2571" y="12487"/>
                      <a:pt x="2711" y="12403"/>
                    </a:cubicBezTo>
                    <a:cubicBezTo>
                      <a:pt x="2721" y="12397"/>
                      <a:pt x="2727" y="12391"/>
                      <a:pt x="2738" y="12386"/>
                    </a:cubicBezTo>
                    <a:lnTo>
                      <a:pt x="27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1"/>
              <p:cNvSpPr/>
              <p:nvPr/>
            </p:nvSpPr>
            <p:spPr>
              <a:xfrm>
                <a:off x="7621110" y="2012797"/>
                <a:ext cx="910222" cy="480130"/>
              </a:xfrm>
              <a:custGeom>
                <a:rect b="b" l="l" r="r" t="t"/>
                <a:pathLst>
                  <a:path extrusionOk="0" h="2418" w="4584">
                    <a:moveTo>
                      <a:pt x="2284" y="1"/>
                    </a:moveTo>
                    <a:cubicBezTo>
                      <a:pt x="1750" y="1"/>
                      <a:pt x="1216" y="119"/>
                      <a:pt x="812" y="354"/>
                    </a:cubicBezTo>
                    <a:cubicBezTo>
                      <a:pt x="1" y="826"/>
                      <a:pt x="1" y="1593"/>
                      <a:pt x="822" y="2064"/>
                    </a:cubicBezTo>
                    <a:cubicBezTo>
                      <a:pt x="1230" y="2300"/>
                      <a:pt x="1763" y="2418"/>
                      <a:pt x="2297" y="2418"/>
                    </a:cubicBezTo>
                    <a:cubicBezTo>
                      <a:pt x="2831" y="2418"/>
                      <a:pt x="3365" y="2300"/>
                      <a:pt x="3773" y="2064"/>
                    </a:cubicBezTo>
                    <a:cubicBezTo>
                      <a:pt x="4584" y="1593"/>
                      <a:pt x="4584" y="826"/>
                      <a:pt x="3763" y="354"/>
                    </a:cubicBezTo>
                    <a:cubicBezTo>
                      <a:pt x="3355" y="119"/>
                      <a:pt x="2819" y="1"/>
                      <a:pt x="2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1"/>
              <p:cNvSpPr/>
              <p:nvPr/>
            </p:nvSpPr>
            <p:spPr>
              <a:xfrm>
                <a:off x="7697359" y="2050722"/>
                <a:ext cx="755937" cy="404675"/>
              </a:xfrm>
              <a:custGeom>
                <a:rect b="b" l="l" r="r" t="t"/>
                <a:pathLst>
                  <a:path extrusionOk="0" h="2038" w="3807">
                    <a:moveTo>
                      <a:pt x="1897" y="1"/>
                    </a:moveTo>
                    <a:cubicBezTo>
                      <a:pt x="1377" y="1"/>
                      <a:pt x="883" y="118"/>
                      <a:pt x="517" y="329"/>
                    </a:cubicBezTo>
                    <a:cubicBezTo>
                      <a:pt x="184" y="523"/>
                      <a:pt x="0" y="766"/>
                      <a:pt x="5" y="1016"/>
                    </a:cubicBezTo>
                    <a:cubicBezTo>
                      <a:pt x="5" y="1078"/>
                      <a:pt x="16" y="1143"/>
                      <a:pt x="38" y="1205"/>
                    </a:cubicBezTo>
                    <a:cubicBezTo>
                      <a:pt x="105" y="1388"/>
                      <a:pt x="272" y="1566"/>
                      <a:pt x="522" y="1710"/>
                    </a:cubicBezTo>
                    <a:cubicBezTo>
                      <a:pt x="894" y="1921"/>
                      <a:pt x="1382" y="2038"/>
                      <a:pt x="1908" y="2038"/>
                    </a:cubicBezTo>
                    <a:cubicBezTo>
                      <a:pt x="2435" y="2038"/>
                      <a:pt x="2923" y="1921"/>
                      <a:pt x="3290" y="1710"/>
                    </a:cubicBezTo>
                    <a:cubicBezTo>
                      <a:pt x="3534" y="1566"/>
                      <a:pt x="3699" y="1394"/>
                      <a:pt x="3766" y="1211"/>
                    </a:cubicBezTo>
                    <a:cubicBezTo>
                      <a:pt x="3796" y="1149"/>
                      <a:pt x="3806" y="1089"/>
                      <a:pt x="3806" y="1022"/>
                    </a:cubicBezTo>
                    <a:cubicBezTo>
                      <a:pt x="3806" y="769"/>
                      <a:pt x="3623" y="519"/>
                      <a:pt x="3279" y="329"/>
                    </a:cubicBezTo>
                    <a:cubicBezTo>
                      <a:pt x="2913" y="118"/>
                      <a:pt x="2419" y="1"/>
                      <a:pt x="18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1"/>
              <p:cNvSpPr/>
              <p:nvPr/>
            </p:nvSpPr>
            <p:spPr>
              <a:xfrm>
                <a:off x="7705897" y="2127169"/>
                <a:ext cx="740449" cy="328427"/>
              </a:xfrm>
              <a:custGeom>
                <a:rect b="b" l="l" r="r" t="t"/>
                <a:pathLst>
                  <a:path extrusionOk="0" h="1654" w="3729">
                    <a:moveTo>
                      <a:pt x="1859" y="0"/>
                    </a:moveTo>
                    <a:cubicBezTo>
                      <a:pt x="1338" y="0"/>
                      <a:pt x="843" y="117"/>
                      <a:pt x="477" y="327"/>
                    </a:cubicBezTo>
                    <a:cubicBezTo>
                      <a:pt x="234" y="467"/>
                      <a:pt x="67" y="637"/>
                      <a:pt x="0" y="821"/>
                    </a:cubicBezTo>
                    <a:cubicBezTo>
                      <a:pt x="67" y="1004"/>
                      <a:pt x="234" y="1182"/>
                      <a:pt x="484" y="1327"/>
                    </a:cubicBezTo>
                    <a:cubicBezTo>
                      <a:pt x="856" y="1537"/>
                      <a:pt x="1344" y="1654"/>
                      <a:pt x="1870" y="1654"/>
                    </a:cubicBezTo>
                    <a:cubicBezTo>
                      <a:pt x="2397" y="1654"/>
                      <a:pt x="2885" y="1537"/>
                      <a:pt x="3252" y="1327"/>
                    </a:cubicBezTo>
                    <a:cubicBezTo>
                      <a:pt x="3496" y="1182"/>
                      <a:pt x="3662" y="1011"/>
                      <a:pt x="3729" y="828"/>
                    </a:cubicBezTo>
                    <a:cubicBezTo>
                      <a:pt x="3664" y="645"/>
                      <a:pt x="3496" y="467"/>
                      <a:pt x="3240" y="327"/>
                    </a:cubicBezTo>
                    <a:cubicBezTo>
                      <a:pt x="2874" y="117"/>
                      <a:pt x="2380" y="0"/>
                      <a:pt x="18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41"/>
              <p:cNvSpPr/>
              <p:nvPr/>
            </p:nvSpPr>
            <p:spPr>
              <a:xfrm>
                <a:off x="7027206" y="1796561"/>
                <a:ext cx="123507" cy="2625625"/>
              </a:xfrm>
              <a:custGeom>
                <a:rect b="b" l="l" r="r" t="t"/>
                <a:pathLst>
                  <a:path extrusionOk="0" h="13223" w="622">
                    <a:moveTo>
                      <a:pt x="621" y="1"/>
                    </a:moveTo>
                    <a:lnTo>
                      <a:pt x="621" y="32"/>
                    </a:lnTo>
                    <a:lnTo>
                      <a:pt x="621" y="32"/>
                    </a:lnTo>
                    <a:cubicBezTo>
                      <a:pt x="621" y="29"/>
                      <a:pt x="621" y="26"/>
                      <a:pt x="621" y="23"/>
                    </a:cubicBezTo>
                    <a:lnTo>
                      <a:pt x="621" y="1"/>
                    </a:lnTo>
                    <a:close/>
                    <a:moveTo>
                      <a:pt x="621" y="32"/>
                    </a:moveTo>
                    <a:lnTo>
                      <a:pt x="621" y="32"/>
                    </a:lnTo>
                    <a:cubicBezTo>
                      <a:pt x="620" y="70"/>
                      <a:pt x="615" y="110"/>
                      <a:pt x="604" y="144"/>
                    </a:cubicBezTo>
                    <a:cubicBezTo>
                      <a:pt x="594" y="184"/>
                      <a:pt x="582" y="222"/>
                      <a:pt x="572" y="261"/>
                    </a:cubicBezTo>
                    <a:cubicBezTo>
                      <a:pt x="555" y="300"/>
                      <a:pt x="539" y="338"/>
                      <a:pt x="516" y="378"/>
                    </a:cubicBezTo>
                    <a:cubicBezTo>
                      <a:pt x="489" y="422"/>
                      <a:pt x="462" y="462"/>
                      <a:pt x="433" y="505"/>
                    </a:cubicBezTo>
                    <a:cubicBezTo>
                      <a:pt x="394" y="554"/>
                      <a:pt x="349" y="599"/>
                      <a:pt x="306" y="644"/>
                    </a:cubicBezTo>
                    <a:cubicBezTo>
                      <a:pt x="228" y="715"/>
                      <a:pt x="144" y="777"/>
                      <a:pt x="40" y="837"/>
                    </a:cubicBezTo>
                    <a:lnTo>
                      <a:pt x="1" y="13223"/>
                    </a:lnTo>
                    <a:cubicBezTo>
                      <a:pt x="100" y="13161"/>
                      <a:pt x="189" y="13096"/>
                      <a:pt x="267" y="13029"/>
                    </a:cubicBezTo>
                    <a:cubicBezTo>
                      <a:pt x="316" y="12984"/>
                      <a:pt x="361" y="12934"/>
                      <a:pt x="394" y="12890"/>
                    </a:cubicBezTo>
                    <a:cubicBezTo>
                      <a:pt x="426" y="12845"/>
                      <a:pt x="456" y="12806"/>
                      <a:pt x="478" y="12763"/>
                    </a:cubicBezTo>
                    <a:cubicBezTo>
                      <a:pt x="500" y="12724"/>
                      <a:pt x="522" y="12685"/>
                      <a:pt x="532" y="12646"/>
                    </a:cubicBezTo>
                    <a:cubicBezTo>
                      <a:pt x="550" y="12607"/>
                      <a:pt x="560" y="12569"/>
                      <a:pt x="566" y="12530"/>
                    </a:cubicBezTo>
                    <a:cubicBezTo>
                      <a:pt x="576" y="12490"/>
                      <a:pt x="576" y="12453"/>
                      <a:pt x="582" y="12408"/>
                    </a:cubicBezTo>
                    <a:lnTo>
                      <a:pt x="582" y="12386"/>
                    </a:lnTo>
                    <a:lnTo>
                      <a:pt x="621" y="32"/>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41"/>
              <p:cNvSpPr/>
              <p:nvPr/>
            </p:nvSpPr>
            <p:spPr>
              <a:xfrm>
                <a:off x="6314560" y="1795369"/>
                <a:ext cx="169773" cy="2654417"/>
              </a:xfrm>
              <a:custGeom>
                <a:rect b="b" l="l" r="r" t="t"/>
                <a:pathLst>
                  <a:path extrusionOk="0" h="13368" w="855">
                    <a:moveTo>
                      <a:pt x="33" y="1"/>
                    </a:moveTo>
                    <a:lnTo>
                      <a:pt x="1" y="12385"/>
                    </a:lnTo>
                    <a:cubicBezTo>
                      <a:pt x="1" y="12703"/>
                      <a:pt x="205" y="13013"/>
                      <a:pt x="616" y="13251"/>
                    </a:cubicBezTo>
                    <a:cubicBezTo>
                      <a:pt x="693" y="13290"/>
                      <a:pt x="771" y="13334"/>
                      <a:pt x="855" y="13368"/>
                    </a:cubicBezTo>
                    <a:lnTo>
                      <a:pt x="855" y="966"/>
                    </a:lnTo>
                    <a:cubicBezTo>
                      <a:pt x="782" y="934"/>
                      <a:pt x="715" y="894"/>
                      <a:pt x="648" y="866"/>
                    </a:cubicBezTo>
                    <a:cubicBezTo>
                      <a:pt x="239" y="627"/>
                      <a:pt x="33" y="311"/>
                      <a:pt x="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41"/>
              <p:cNvSpPr/>
              <p:nvPr/>
            </p:nvSpPr>
            <p:spPr>
              <a:xfrm>
                <a:off x="6484729" y="1962957"/>
                <a:ext cx="550224" cy="2534484"/>
              </a:xfrm>
              <a:custGeom>
                <a:rect b="b" l="l" r="r" t="t"/>
                <a:pathLst>
                  <a:path extrusionOk="0" h="12764" w="2771">
                    <a:moveTo>
                      <a:pt x="2771" y="1"/>
                    </a:moveTo>
                    <a:lnTo>
                      <a:pt x="2771" y="1"/>
                    </a:lnTo>
                    <a:cubicBezTo>
                      <a:pt x="2765" y="6"/>
                      <a:pt x="2755" y="11"/>
                      <a:pt x="2741" y="13"/>
                    </a:cubicBezTo>
                    <a:cubicBezTo>
                      <a:pt x="2604" y="92"/>
                      <a:pt x="2448" y="159"/>
                      <a:pt x="2288" y="215"/>
                    </a:cubicBezTo>
                    <a:cubicBezTo>
                      <a:pt x="2165" y="259"/>
                      <a:pt x="2027" y="286"/>
                      <a:pt x="1893" y="314"/>
                    </a:cubicBezTo>
                    <a:cubicBezTo>
                      <a:pt x="1806" y="331"/>
                      <a:pt x="1717" y="342"/>
                      <a:pt x="1628" y="353"/>
                    </a:cubicBezTo>
                    <a:cubicBezTo>
                      <a:pt x="1555" y="359"/>
                      <a:pt x="1477" y="364"/>
                      <a:pt x="1399" y="370"/>
                    </a:cubicBezTo>
                    <a:cubicBezTo>
                      <a:pt x="1363" y="372"/>
                      <a:pt x="1327" y="374"/>
                      <a:pt x="1291" y="374"/>
                    </a:cubicBezTo>
                    <a:cubicBezTo>
                      <a:pt x="1256" y="374"/>
                      <a:pt x="1220" y="372"/>
                      <a:pt x="1183" y="370"/>
                    </a:cubicBezTo>
                    <a:cubicBezTo>
                      <a:pt x="1116" y="370"/>
                      <a:pt x="1044" y="364"/>
                      <a:pt x="978" y="359"/>
                    </a:cubicBezTo>
                    <a:cubicBezTo>
                      <a:pt x="906" y="354"/>
                      <a:pt x="839" y="348"/>
                      <a:pt x="772" y="337"/>
                    </a:cubicBezTo>
                    <a:cubicBezTo>
                      <a:pt x="701" y="326"/>
                      <a:pt x="634" y="315"/>
                      <a:pt x="566" y="298"/>
                    </a:cubicBezTo>
                    <a:cubicBezTo>
                      <a:pt x="494" y="282"/>
                      <a:pt x="423" y="265"/>
                      <a:pt x="351" y="243"/>
                    </a:cubicBezTo>
                    <a:cubicBezTo>
                      <a:pt x="267" y="216"/>
                      <a:pt x="184" y="186"/>
                      <a:pt x="100" y="154"/>
                    </a:cubicBezTo>
                    <a:cubicBezTo>
                      <a:pt x="68" y="142"/>
                      <a:pt x="33" y="132"/>
                      <a:pt x="1" y="115"/>
                    </a:cubicBezTo>
                    <a:lnTo>
                      <a:pt x="1" y="12516"/>
                    </a:lnTo>
                    <a:cubicBezTo>
                      <a:pt x="18" y="12526"/>
                      <a:pt x="41" y="12532"/>
                      <a:pt x="63" y="12543"/>
                    </a:cubicBezTo>
                    <a:cubicBezTo>
                      <a:pt x="141" y="12577"/>
                      <a:pt x="224" y="12610"/>
                      <a:pt x="313" y="12632"/>
                    </a:cubicBezTo>
                    <a:cubicBezTo>
                      <a:pt x="384" y="12655"/>
                      <a:pt x="451" y="12671"/>
                      <a:pt x="529" y="12687"/>
                    </a:cubicBezTo>
                    <a:cubicBezTo>
                      <a:pt x="596" y="12704"/>
                      <a:pt x="662" y="12716"/>
                      <a:pt x="734" y="12726"/>
                    </a:cubicBezTo>
                    <a:cubicBezTo>
                      <a:pt x="806" y="12731"/>
                      <a:pt x="873" y="12743"/>
                      <a:pt x="939" y="12749"/>
                    </a:cubicBezTo>
                    <a:cubicBezTo>
                      <a:pt x="1006" y="12753"/>
                      <a:pt x="1079" y="12753"/>
                      <a:pt x="1146" y="12760"/>
                    </a:cubicBezTo>
                    <a:cubicBezTo>
                      <a:pt x="1182" y="12762"/>
                      <a:pt x="1218" y="12764"/>
                      <a:pt x="1254" y="12764"/>
                    </a:cubicBezTo>
                    <a:cubicBezTo>
                      <a:pt x="1290" y="12764"/>
                      <a:pt x="1325" y="12762"/>
                      <a:pt x="1362" y="12760"/>
                    </a:cubicBezTo>
                    <a:cubicBezTo>
                      <a:pt x="1434" y="12760"/>
                      <a:pt x="1512" y="12752"/>
                      <a:pt x="1589" y="12742"/>
                    </a:cubicBezTo>
                    <a:cubicBezTo>
                      <a:pt x="1677" y="12730"/>
                      <a:pt x="1766" y="12720"/>
                      <a:pt x="1855" y="12703"/>
                    </a:cubicBezTo>
                    <a:cubicBezTo>
                      <a:pt x="1994" y="12681"/>
                      <a:pt x="2122" y="12648"/>
                      <a:pt x="2249" y="12604"/>
                    </a:cubicBezTo>
                    <a:cubicBezTo>
                      <a:pt x="2415" y="12547"/>
                      <a:pt x="2572" y="12487"/>
                      <a:pt x="2711" y="12403"/>
                    </a:cubicBezTo>
                    <a:cubicBezTo>
                      <a:pt x="2721" y="12396"/>
                      <a:pt x="2728" y="12391"/>
                      <a:pt x="2738" y="12386"/>
                    </a:cubicBezTo>
                    <a:lnTo>
                      <a:pt x="277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41"/>
              <p:cNvSpPr/>
              <p:nvPr/>
            </p:nvSpPr>
            <p:spPr>
              <a:xfrm>
                <a:off x="6281201" y="1555703"/>
                <a:ext cx="910421" cy="481322"/>
              </a:xfrm>
              <a:custGeom>
                <a:rect b="b" l="l" r="r" t="t"/>
                <a:pathLst>
                  <a:path extrusionOk="0" h="2424" w="4585">
                    <a:moveTo>
                      <a:pt x="2287" y="1"/>
                    </a:moveTo>
                    <a:cubicBezTo>
                      <a:pt x="1752" y="1"/>
                      <a:pt x="1217" y="120"/>
                      <a:pt x="811" y="359"/>
                    </a:cubicBezTo>
                    <a:cubicBezTo>
                      <a:pt x="0" y="830"/>
                      <a:pt x="0" y="1596"/>
                      <a:pt x="821" y="2068"/>
                    </a:cubicBezTo>
                    <a:cubicBezTo>
                      <a:pt x="1231" y="2304"/>
                      <a:pt x="1768" y="2423"/>
                      <a:pt x="2304" y="2423"/>
                    </a:cubicBezTo>
                    <a:cubicBezTo>
                      <a:pt x="2837" y="2423"/>
                      <a:pt x="3369" y="2305"/>
                      <a:pt x="3774" y="2068"/>
                    </a:cubicBezTo>
                    <a:cubicBezTo>
                      <a:pt x="4584" y="1591"/>
                      <a:pt x="4584" y="825"/>
                      <a:pt x="3763" y="354"/>
                    </a:cubicBezTo>
                    <a:cubicBezTo>
                      <a:pt x="3354" y="119"/>
                      <a:pt x="2820" y="1"/>
                      <a:pt x="22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1"/>
              <p:cNvSpPr/>
              <p:nvPr/>
            </p:nvSpPr>
            <p:spPr>
              <a:xfrm>
                <a:off x="6357450" y="1593827"/>
                <a:ext cx="755738" cy="404477"/>
              </a:xfrm>
              <a:custGeom>
                <a:rect b="b" l="l" r="r" t="t"/>
                <a:pathLst>
                  <a:path extrusionOk="0" h="2037" w="3806">
                    <a:moveTo>
                      <a:pt x="1898" y="0"/>
                    </a:moveTo>
                    <a:cubicBezTo>
                      <a:pt x="1372" y="0"/>
                      <a:pt x="883" y="117"/>
                      <a:pt x="516" y="327"/>
                    </a:cubicBezTo>
                    <a:cubicBezTo>
                      <a:pt x="184" y="521"/>
                      <a:pt x="1" y="765"/>
                      <a:pt x="6" y="1016"/>
                    </a:cubicBezTo>
                    <a:cubicBezTo>
                      <a:pt x="6" y="1076"/>
                      <a:pt x="16" y="1142"/>
                      <a:pt x="38" y="1204"/>
                    </a:cubicBezTo>
                    <a:cubicBezTo>
                      <a:pt x="105" y="1387"/>
                      <a:pt x="272" y="1566"/>
                      <a:pt x="521" y="1709"/>
                    </a:cubicBezTo>
                    <a:cubicBezTo>
                      <a:pt x="893" y="1920"/>
                      <a:pt x="1382" y="2037"/>
                      <a:pt x="1908" y="2037"/>
                    </a:cubicBezTo>
                    <a:cubicBezTo>
                      <a:pt x="2435" y="2037"/>
                      <a:pt x="2923" y="1920"/>
                      <a:pt x="3290" y="1709"/>
                    </a:cubicBezTo>
                    <a:cubicBezTo>
                      <a:pt x="3533" y="1566"/>
                      <a:pt x="3700" y="1394"/>
                      <a:pt x="3767" y="1210"/>
                    </a:cubicBezTo>
                    <a:cubicBezTo>
                      <a:pt x="3795" y="1149"/>
                      <a:pt x="3806" y="1089"/>
                      <a:pt x="3806" y="1022"/>
                    </a:cubicBezTo>
                    <a:cubicBezTo>
                      <a:pt x="3800" y="766"/>
                      <a:pt x="3622" y="523"/>
                      <a:pt x="3280" y="327"/>
                    </a:cubicBezTo>
                    <a:cubicBezTo>
                      <a:pt x="2913" y="117"/>
                      <a:pt x="2425" y="0"/>
                      <a:pt x="18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41"/>
              <p:cNvSpPr/>
              <p:nvPr/>
            </p:nvSpPr>
            <p:spPr>
              <a:xfrm>
                <a:off x="6365194" y="1669678"/>
                <a:ext cx="740449" cy="329816"/>
              </a:xfrm>
              <a:custGeom>
                <a:rect b="b" l="l" r="r" t="t"/>
                <a:pathLst>
                  <a:path extrusionOk="0" h="1661" w="3729">
                    <a:moveTo>
                      <a:pt x="1859" y="1"/>
                    </a:moveTo>
                    <a:cubicBezTo>
                      <a:pt x="1333" y="1"/>
                      <a:pt x="844" y="117"/>
                      <a:pt x="477" y="328"/>
                    </a:cubicBezTo>
                    <a:cubicBezTo>
                      <a:pt x="234" y="472"/>
                      <a:pt x="67" y="644"/>
                      <a:pt x="0" y="827"/>
                    </a:cubicBezTo>
                    <a:cubicBezTo>
                      <a:pt x="67" y="1011"/>
                      <a:pt x="234" y="1189"/>
                      <a:pt x="484" y="1332"/>
                    </a:cubicBezTo>
                    <a:cubicBezTo>
                      <a:pt x="856" y="1543"/>
                      <a:pt x="1344" y="1660"/>
                      <a:pt x="1870" y="1660"/>
                    </a:cubicBezTo>
                    <a:cubicBezTo>
                      <a:pt x="2397" y="1660"/>
                      <a:pt x="2885" y="1543"/>
                      <a:pt x="3252" y="1332"/>
                    </a:cubicBezTo>
                    <a:cubicBezTo>
                      <a:pt x="3496" y="1189"/>
                      <a:pt x="3662" y="1017"/>
                      <a:pt x="3729" y="834"/>
                    </a:cubicBezTo>
                    <a:cubicBezTo>
                      <a:pt x="3662" y="645"/>
                      <a:pt x="3496" y="468"/>
                      <a:pt x="3241" y="328"/>
                    </a:cubicBezTo>
                    <a:cubicBezTo>
                      <a:pt x="2874" y="117"/>
                      <a:pt x="2386" y="1"/>
                      <a:pt x="18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41"/>
              <p:cNvSpPr/>
              <p:nvPr/>
            </p:nvSpPr>
            <p:spPr>
              <a:xfrm>
                <a:off x="7495618" y="2228437"/>
                <a:ext cx="123507" cy="2625625"/>
              </a:xfrm>
              <a:custGeom>
                <a:rect b="b" l="l" r="r" t="t"/>
                <a:pathLst>
                  <a:path extrusionOk="0" h="13223" w="622">
                    <a:moveTo>
                      <a:pt x="621" y="1"/>
                    </a:moveTo>
                    <a:lnTo>
                      <a:pt x="621" y="32"/>
                    </a:lnTo>
                    <a:lnTo>
                      <a:pt x="621" y="32"/>
                    </a:lnTo>
                    <a:cubicBezTo>
                      <a:pt x="621" y="29"/>
                      <a:pt x="621" y="26"/>
                      <a:pt x="621" y="23"/>
                    </a:cubicBezTo>
                    <a:lnTo>
                      <a:pt x="621" y="1"/>
                    </a:lnTo>
                    <a:close/>
                    <a:moveTo>
                      <a:pt x="621" y="32"/>
                    </a:moveTo>
                    <a:lnTo>
                      <a:pt x="621" y="32"/>
                    </a:lnTo>
                    <a:cubicBezTo>
                      <a:pt x="620" y="69"/>
                      <a:pt x="615" y="110"/>
                      <a:pt x="603" y="145"/>
                    </a:cubicBezTo>
                    <a:cubicBezTo>
                      <a:pt x="593" y="184"/>
                      <a:pt x="581" y="222"/>
                      <a:pt x="571" y="261"/>
                    </a:cubicBezTo>
                    <a:cubicBezTo>
                      <a:pt x="554" y="300"/>
                      <a:pt x="538" y="339"/>
                      <a:pt x="516" y="378"/>
                    </a:cubicBezTo>
                    <a:cubicBezTo>
                      <a:pt x="493" y="423"/>
                      <a:pt x="461" y="462"/>
                      <a:pt x="433" y="505"/>
                    </a:cubicBezTo>
                    <a:cubicBezTo>
                      <a:pt x="393" y="555"/>
                      <a:pt x="349" y="599"/>
                      <a:pt x="305" y="644"/>
                    </a:cubicBezTo>
                    <a:cubicBezTo>
                      <a:pt x="228" y="716"/>
                      <a:pt x="145" y="777"/>
                      <a:pt x="40" y="838"/>
                    </a:cubicBezTo>
                    <a:lnTo>
                      <a:pt x="0" y="13222"/>
                    </a:lnTo>
                    <a:cubicBezTo>
                      <a:pt x="100" y="13161"/>
                      <a:pt x="189" y="13096"/>
                      <a:pt x="266" y="13029"/>
                    </a:cubicBezTo>
                    <a:cubicBezTo>
                      <a:pt x="315" y="12985"/>
                      <a:pt x="360" y="12934"/>
                      <a:pt x="393" y="12890"/>
                    </a:cubicBezTo>
                    <a:cubicBezTo>
                      <a:pt x="425" y="12845"/>
                      <a:pt x="455" y="12806"/>
                      <a:pt x="477" y="12764"/>
                    </a:cubicBezTo>
                    <a:cubicBezTo>
                      <a:pt x="499" y="12724"/>
                      <a:pt x="522" y="12686"/>
                      <a:pt x="532" y="12646"/>
                    </a:cubicBezTo>
                    <a:cubicBezTo>
                      <a:pt x="549" y="12607"/>
                      <a:pt x="559" y="12569"/>
                      <a:pt x="565" y="12530"/>
                    </a:cubicBezTo>
                    <a:cubicBezTo>
                      <a:pt x="575" y="12490"/>
                      <a:pt x="575" y="12452"/>
                      <a:pt x="581" y="12408"/>
                    </a:cubicBezTo>
                    <a:lnTo>
                      <a:pt x="581" y="12385"/>
                    </a:lnTo>
                    <a:lnTo>
                      <a:pt x="621" y="32"/>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1"/>
              <p:cNvSpPr/>
              <p:nvPr/>
            </p:nvSpPr>
            <p:spPr>
              <a:xfrm>
                <a:off x="6782774" y="2227246"/>
                <a:ext cx="169773" cy="2654417"/>
              </a:xfrm>
              <a:custGeom>
                <a:rect b="b" l="l" r="r" t="t"/>
                <a:pathLst>
                  <a:path extrusionOk="0" h="13368" w="855">
                    <a:moveTo>
                      <a:pt x="33" y="0"/>
                    </a:moveTo>
                    <a:lnTo>
                      <a:pt x="1" y="12385"/>
                    </a:lnTo>
                    <a:cubicBezTo>
                      <a:pt x="1" y="12702"/>
                      <a:pt x="205" y="13013"/>
                      <a:pt x="616" y="13251"/>
                    </a:cubicBezTo>
                    <a:cubicBezTo>
                      <a:pt x="693" y="13290"/>
                      <a:pt x="771" y="13335"/>
                      <a:pt x="855" y="13368"/>
                    </a:cubicBezTo>
                    <a:lnTo>
                      <a:pt x="855" y="966"/>
                    </a:lnTo>
                    <a:cubicBezTo>
                      <a:pt x="781" y="934"/>
                      <a:pt x="715" y="900"/>
                      <a:pt x="649" y="866"/>
                    </a:cubicBezTo>
                    <a:cubicBezTo>
                      <a:pt x="239" y="623"/>
                      <a:pt x="33" y="310"/>
                      <a:pt x="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1"/>
              <p:cNvSpPr/>
              <p:nvPr/>
            </p:nvSpPr>
            <p:spPr>
              <a:xfrm>
                <a:off x="6952943" y="2394833"/>
                <a:ext cx="550224" cy="2534484"/>
              </a:xfrm>
              <a:custGeom>
                <a:rect b="b" l="l" r="r" t="t"/>
                <a:pathLst>
                  <a:path extrusionOk="0" h="12764" w="2771">
                    <a:moveTo>
                      <a:pt x="2771" y="1"/>
                    </a:moveTo>
                    <a:cubicBezTo>
                      <a:pt x="2760" y="6"/>
                      <a:pt x="2754" y="11"/>
                      <a:pt x="2742" y="14"/>
                    </a:cubicBezTo>
                    <a:cubicBezTo>
                      <a:pt x="2605" y="93"/>
                      <a:pt x="2449" y="159"/>
                      <a:pt x="2288" y="214"/>
                    </a:cubicBezTo>
                    <a:cubicBezTo>
                      <a:pt x="2166" y="258"/>
                      <a:pt x="2027" y="287"/>
                      <a:pt x="1894" y="314"/>
                    </a:cubicBezTo>
                    <a:cubicBezTo>
                      <a:pt x="1806" y="331"/>
                      <a:pt x="1717" y="342"/>
                      <a:pt x="1628" y="353"/>
                    </a:cubicBezTo>
                    <a:cubicBezTo>
                      <a:pt x="1556" y="359"/>
                      <a:pt x="1477" y="364"/>
                      <a:pt x="1400" y="369"/>
                    </a:cubicBezTo>
                    <a:cubicBezTo>
                      <a:pt x="1364" y="373"/>
                      <a:pt x="1328" y="374"/>
                      <a:pt x="1292" y="374"/>
                    </a:cubicBezTo>
                    <a:cubicBezTo>
                      <a:pt x="1256" y="374"/>
                      <a:pt x="1220" y="373"/>
                      <a:pt x="1184" y="369"/>
                    </a:cubicBezTo>
                    <a:cubicBezTo>
                      <a:pt x="1117" y="369"/>
                      <a:pt x="1045" y="365"/>
                      <a:pt x="978" y="359"/>
                    </a:cubicBezTo>
                    <a:cubicBezTo>
                      <a:pt x="906" y="354"/>
                      <a:pt x="839" y="347"/>
                      <a:pt x="773" y="337"/>
                    </a:cubicBezTo>
                    <a:cubicBezTo>
                      <a:pt x="701" y="325"/>
                      <a:pt x="634" y="315"/>
                      <a:pt x="567" y="298"/>
                    </a:cubicBezTo>
                    <a:cubicBezTo>
                      <a:pt x="495" y="283"/>
                      <a:pt x="423" y="265"/>
                      <a:pt x="351" y="243"/>
                    </a:cubicBezTo>
                    <a:cubicBezTo>
                      <a:pt x="267" y="215"/>
                      <a:pt x="184" y="186"/>
                      <a:pt x="100" y="154"/>
                    </a:cubicBezTo>
                    <a:cubicBezTo>
                      <a:pt x="68" y="142"/>
                      <a:pt x="34" y="132"/>
                      <a:pt x="1" y="115"/>
                    </a:cubicBezTo>
                    <a:lnTo>
                      <a:pt x="1" y="12515"/>
                    </a:lnTo>
                    <a:cubicBezTo>
                      <a:pt x="19" y="12526"/>
                      <a:pt x="41" y="12532"/>
                      <a:pt x="63" y="12543"/>
                    </a:cubicBezTo>
                    <a:cubicBezTo>
                      <a:pt x="141" y="12577"/>
                      <a:pt x="224" y="12610"/>
                      <a:pt x="313" y="12632"/>
                    </a:cubicBezTo>
                    <a:cubicBezTo>
                      <a:pt x="385" y="12655"/>
                      <a:pt x="451" y="12670"/>
                      <a:pt x="529" y="12687"/>
                    </a:cubicBezTo>
                    <a:cubicBezTo>
                      <a:pt x="596" y="12704"/>
                      <a:pt x="663" y="12715"/>
                      <a:pt x="734" y="12726"/>
                    </a:cubicBezTo>
                    <a:cubicBezTo>
                      <a:pt x="807" y="12732"/>
                      <a:pt x="874" y="12744"/>
                      <a:pt x="941" y="12749"/>
                    </a:cubicBezTo>
                    <a:cubicBezTo>
                      <a:pt x="1008" y="12754"/>
                      <a:pt x="1079" y="12754"/>
                      <a:pt x="1146" y="12759"/>
                    </a:cubicBezTo>
                    <a:cubicBezTo>
                      <a:pt x="1182" y="12762"/>
                      <a:pt x="1218" y="12763"/>
                      <a:pt x="1254" y="12763"/>
                    </a:cubicBezTo>
                    <a:cubicBezTo>
                      <a:pt x="1290" y="12763"/>
                      <a:pt x="1326" y="12762"/>
                      <a:pt x="1362" y="12759"/>
                    </a:cubicBezTo>
                    <a:cubicBezTo>
                      <a:pt x="1434" y="12759"/>
                      <a:pt x="1513" y="12753"/>
                      <a:pt x="1590" y="12742"/>
                    </a:cubicBezTo>
                    <a:cubicBezTo>
                      <a:pt x="1677" y="12730"/>
                      <a:pt x="1767" y="12720"/>
                      <a:pt x="1855" y="12703"/>
                    </a:cubicBezTo>
                    <a:cubicBezTo>
                      <a:pt x="1994" y="12681"/>
                      <a:pt x="2122" y="12648"/>
                      <a:pt x="2250" y="12603"/>
                    </a:cubicBezTo>
                    <a:cubicBezTo>
                      <a:pt x="2417" y="12547"/>
                      <a:pt x="2572" y="12487"/>
                      <a:pt x="2711" y="12403"/>
                    </a:cubicBezTo>
                    <a:cubicBezTo>
                      <a:pt x="2722" y="12397"/>
                      <a:pt x="2728" y="12392"/>
                      <a:pt x="2738" y="12386"/>
                    </a:cubicBezTo>
                    <a:lnTo>
                      <a:pt x="277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41"/>
              <p:cNvSpPr/>
              <p:nvPr/>
            </p:nvSpPr>
            <p:spPr>
              <a:xfrm>
                <a:off x="6749613" y="1987380"/>
                <a:ext cx="910222" cy="479932"/>
              </a:xfrm>
              <a:custGeom>
                <a:rect b="b" l="l" r="r" t="t"/>
                <a:pathLst>
                  <a:path extrusionOk="0" h="2417" w="4584">
                    <a:moveTo>
                      <a:pt x="2280" y="1"/>
                    </a:moveTo>
                    <a:cubicBezTo>
                      <a:pt x="1745" y="1"/>
                      <a:pt x="1213" y="119"/>
                      <a:pt x="811" y="355"/>
                    </a:cubicBezTo>
                    <a:cubicBezTo>
                      <a:pt x="0" y="826"/>
                      <a:pt x="0" y="1592"/>
                      <a:pt x="822" y="2063"/>
                    </a:cubicBezTo>
                    <a:cubicBezTo>
                      <a:pt x="1229" y="2299"/>
                      <a:pt x="1763" y="2417"/>
                      <a:pt x="2297" y="2417"/>
                    </a:cubicBezTo>
                    <a:cubicBezTo>
                      <a:pt x="2831" y="2417"/>
                      <a:pt x="3365" y="2299"/>
                      <a:pt x="3773" y="2063"/>
                    </a:cubicBezTo>
                    <a:cubicBezTo>
                      <a:pt x="4584" y="1592"/>
                      <a:pt x="4584" y="826"/>
                      <a:pt x="3762" y="355"/>
                    </a:cubicBezTo>
                    <a:cubicBezTo>
                      <a:pt x="3352" y="119"/>
                      <a:pt x="2815" y="1"/>
                      <a:pt x="22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1"/>
              <p:cNvSpPr/>
              <p:nvPr/>
            </p:nvSpPr>
            <p:spPr>
              <a:xfrm>
                <a:off x="6824670" y="2025703"/>
                <a:ext cx="755937" cy="404477"/>
              </a:xfrm>
              <a:custGeom>
                <a:rect b="b" l="l" r="r" t="t"/>
                <a:pathLst>
                  <a:path extrusionOk="0" h="2037" w="3807">
                    <a:moveTo>
                      <a:pt x="1898" y="0"/>
                    </a:moveTo>
                    <a:cubicBezTo>
                      <a:pt x="1372" y="0"/>
                      <a:pt x="884" y="117"/>
                      <a:pt x="517" y="328"/>
                    </a:cubicBezTo>
                    <a:cubicBezTo>
                      <a:pt x="184" y="522"/>
                      <a:pt x="1" y="765"/>
                      <a:pt x="6" y="1015"/>
                    </a:cubicBezTo>
                    <a:cubicBezTo>
                      <a:pt x="6" y="1077"/>
                      <a:pt x="16" y="1142"/>
                      <a:pt x="38" y="1204"/>
                    </a:cubicBezTo>
                    <a:cubicBezTo>
                      <a:pt x="105" y="1387"/>
                      <a:pt x="272" y="1565"/>
                      <a:pt x="522" y="1709"/>
                    </a:cubicBezTo>
                    <a:cubicBezTo>
                      <a:pt x="894" y="1920"/>
                      <a:pt x="1382" y="2037"/>
                      <a:pt x="1908" y="2037"/>
                    </a:cubicBezTo>
                    <a:cubicBezTo>
                      <a:pt x="2435" y="2037"/>
                      <a:pt x="2923" y="1920"/>
                      <a:pt x="3290" y="1709"/>
                    </a:cubicBezTo>
                    <a:cubicBezTo>
                      <a:pt x="3534" y="1571"/>
                      <a:pt x="3700" y="1399"/>
                      <a:pt x="3767" y="1215"/>
                    </a:cubicBezTo>
                    <a:cubicBezTo>
                      <a:pt x="3796" y="1148"/>
                      <a:pt x="3806" y="1089"/>
                      <a:pt x="3806" y="1022"/>
                    </a:cubicBezTo>
                    <a:cubicBezTo>
                      <a:pt x="3806" y="766"/>
                      <a:pt x="3623" y="523"/>
                      <a:pt x="3280" y="328"/>
                    </a:cubicBezTo>
                    <a:cubicBezTo>
                      <a:pt x="2913" y="117"/>
                      <a:pt x="2425" y="0"/>
                      <a:pt x="18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1"/>
              <p:cNvSpPr/>
              <p:nvPr/>
            </p:nvSpPr>
            <p:spPr>
              <a:xfrm>
                <a:off x="6833209" y="2101555"/>
                <a:ext cx="740449" cy="328625"/>
              </a:xfrm>
              <a:custGeom>
                <a:rect b="b" l="l" r="r" t="t"/>
                <a:pathLst>
                  <a:path extrusionOk="0" h="1655" w="3729">
                    <a:moveTo>
                      <a:pt x="1859" y="1"/>
                    </a:moveTo>
                    <a:cubicBezTo>
                      <a:pt x="1333" y="1"/>
                      <a:pt x="844" y="117"/>
                      <a:pt x="477" y="329"/>
                    </a:cubicBezTo>
                    <a:cubicBezTo>
                      <a:pt x="234" y="467"/>
                      <a:pt x="68" y="639"/>
                      <a:pt x="0" y="822"/>
                    </a:cubicBezTo>
                    <a:cubicBezTo>
                      <a:pt x="68" y="1005"/>
                      <a:pt x="234" y="1183"/>
                      <a:pt x="484" y="1327"/>
                    </a:cubicBezTo>
                    <a:cubicBezTo>
                      <a:pt x="856" y="1538"/>
                      <a:pt x="1345" y="1655"/>
                      <a:pt x="1870" y="1655"/>
                    </a:cubicBezTo>
                    <a:cubicBezTo>
                      <a:pt x="2397" y="1655"/>
                      <a:pt x="2886" y="1538"/>
                      <a:pt x="3252" y="1327"/>
                    </a:cubicBezTo>
                    <a:cubicBezTo>
                      <a:pt x="3496" y="1189"/>
                      <a:pt x="3662" y="1017"/>
                      <a:pt x="3729" y="833"/>
                    </a:cubicBezTo>
                    <a:cubicBezTo>
                      <a:pt x="3664" y="645"/>
                      <a:pt x="3496" y="473"/>
                      <a:pt x="3241" y="329"/>
                    </a:cubicBezTo>
                    <a:cubicBezTo>
                      <a:pt x="2874" y="117"/>
                      <a:pt x="2387" y="1"/>
                      <a:pt x="18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41"/>
              <p:cNvSpPr/>
              <p:nvPr/>
            </p:nvSpPr>
            <p:spPr>
              <a:xfrm>
                <a:off x="7887781" y="2671234"/>
                <a:ext cx="122316" cy="2624632"/>
              </a:xfrm>
              <a:custGeom>
                <a:rect b="b" l="l" r="r" t="t"/>
                <a:pathLst>
                  <a:path extrusionOk="0" h="13218" w="616">
                    <a:moveTo>
                      <a:pt x="616" y="1"/>
                    </a:moveTo>
                    <a:lnTo>
                      <a:pt x="616" y="32"/>
                    </a:lnTo>
                    <a:lnTo>
                      <a:pt x="616" y="32"/>
                    </a:lnTo>
                    <a:cubicBezTo>
                      <a:pt x="616" y="29"/>
                      <a:pt x="616" y="26"/>
                      <a:pt x="616" y="23"/>
                    </a:cubicBezTo>
                    <a:lnTo>
                      <a:pt x="616" y="1"/>
                    </a:lnTo>
                    <a:close/>
                    <a:moveTo>
                      <a:pt x="616" y="32"/>
                    </a:moveTo>
                    <a:lnTo>
                      <a:pt x="616" y="32"/>
                    </a:lnTo>
                    <a:cubicBezTo>
                      <a:pt x="615" y="69"/>
                      <a:pt x="610" y="110"/>
                      <a:pt x="598" y="144"/>
                    </a:cubicBezTo>
                    <a:cubicBezTo>
                      <a:pt x="587" y="184"/>
                      <a:pt x="576" y="222"/>
                      <a:pt x="565" y="262"/>
                    </a:cubicBezTo>
                    <a:cubicBezTo>
                      <a:pt x="549" y="301"/>
                      <a:pt x="533" y="346"/>
                      <a:pt x="511" y="378"/>
                    </a:cubicBezTo>
                    <a:cubicBezTo>
                      <a:pt x="483" y="422"/>
                      <a:pt x="455" y="462"/>
                      <a:pt x="427" y="500"/>
                    </a:cubicBezTo>
                    <a:cubicBezTo>
                      <a:pt x="387" y="550"/>
                      <a:pt x="343" y="594"/>
                      <a:pt x="299" y="639"/>
                    </a:cubicBezTo>
                    <a:cubicBezTo>
                      <a:pt x="223" y="710"/>
                      <a:pt x="139" y="772"/>
                      <a:pt x="34" y="833"/>
                    </a:cubicBezTo>
                    <a:lnTo>
                      <a:pt x="1" y="13217"/>
                    </a:lnTo>
                    <a:cubicBezTo>
                      <a:pt x="100" y="13156"/>
                      <a:pt x="189" y="13091"/>
                      <a:pt x="267" y="13024"/>
                    </a:cubicBezTo>
                    <a:cubicBezTo>
                      <a:pt x="316" y="12980"/>
                      <a:pt x="361" y="12929"/>
                      <a:pt x="394" y="12885"/>
                    </a:cubicBezTo>
                    <a:cubicBezTo>
                      <a:pt x="427" y="12840"/>
                      <a:pt x="455" y="12802"/>
                      <a:pt x="477" y="12758"/>
                    </a:cubicBezTo>
                    <a:cubicBezTo>
                      <a:pt x="501" y="12719"/>
                      <a:pt x="517" y="12681"/>
                      <a:pt x="533" y="12641"/>
                    </a:cubicBezTo>
                    <a:cubicBezTo>
                      <a:pt x="550" y="12603"/>
                      <a:pt x="560" y="12564"/>
                      <a:pt x="565" y="12525"/>
                    </a:cubicBezTo>
                    <a:cubicBezTo>
                      <a:pt x="576" y="12485"/>
                      <a:pt x="582" y="12447"/>
                      <a:pt x="582" y="12403"/>
                    </a:cubicBezTo>
                    <a:lnTo>
                      <a:pt x="582" y="12386"/>
                    </a:lnTo>
                    <a:lnTo>
                      <a:pt x="616" y="32"/>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41"/>
              <p:cNvSpPr/>
              <p:nvPr/>
            </p:nvSpPr>
            <p:spPr>
              <a:xfrm>
                <a:off x="7173944" y="2670043"/>
                <a:ext cx="169773" cy="2653424"/>
              </a:xfrm>
              <a:custGeom>
                <a:rect b="b" l="l" r="r" t="t"/>
                <a:pathLst>
                  <a:path extrusionOk="0" h="13363" w="855">
                    <a:moveTo>
                      <a:pt x="33" y="1"/>
                    </a:moveTo>
                    <a:lnTo>
                      <a:pt x="0" y="12385"/>
                    </a:lnTo>
                    <a:cubicBezTo>
                      <a:pt x="0" y="12698"/>
                      <a:pt x="205" y="13008"/>
                      <a:pt x="615" y="13245"/>
                    </a:cubicBezTo>
                    <a:cubicBezTo>
                      <a:pt x="693" y="13285"/>
                      <a:pt x="770" y="13329"/>
                      <a:pt x="854" y="13363"/>
                    </a:cubicBezTo>
                    <a:lnTo>
                      <a:pt x="854" y="967"/>
                    </a:lnTo>
                    <a:cubicBezTo>
                      <a:pt x="782" y="934"/>
                      <a:pt x="715" y="894"/>
                      <a:pt x="649" y="861"/>
                    </a:cubicBezTo>
                    <a:cubicBezTo>
                      <a:pt x="238" y="622"/>
                      <a:pt x="33" y="311"/>
                      <a:pt x="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1"/>
              <p:cNvSpPr/>
              <p:nvPr/>
            </p:nvSpPr>
            <p:spPr>
              <a:xfrm>
                <a:off x="7344114" y="2837829"/>
                <a:ext cx="550224" cy="2534285"/>
              </a:xfrm>
              <a:custGeom>
                <a:rect b="b" l="l" r="r" t="t"/>
                <a:pathLst>
                  <a:path extrusionOk="0" h="12763" w="2771">
                    <a:moveTo>
                      <a:pt x="2770" y="0"/>
                    </a:moveTo>
                    <a:cubicBezTo>
                      <a:pt x="2760" y="6"/>
                      <a:pt x="2755" y="12"/>
                      <a:pt x="2742" y="13"/>
                    </a:cubicBezTo>
                    <a:cubicBezTo>
                      <a:pt x="2604" y="91"/>
                      <a:pt x="2449" y="158"/>
                      <a:pt x="2287" y="214"/>
                    </a:cubicBezTo>
                    <a:cubicBezTo>
                      <a:pt x="2166" y="258"/>
                      <a:pt x="2026" y="290"/>
                      <a:pt x="1893" y="313"/>
                    </a:cubicBezTo>
                    <a:cubicBezTo>
                      <a:pt x="1805" y="330"/>
                      <a:pt x="1716" y="342"/>
                      <a:pt x="1627" y="352"/>
                    </a:cubicBezTo>
                    <a:cubicBezTo>
                      <a:pt x="1555" y="358"/>
                      <a:pt x="1476" y="364"/>
                      <a:pt x="1399" y="369"/>
                    </a:cubicBezTo>
                    <a:cubicBezTo>
                      <a:pt x="1363" y="371"/>
                      <a:pt x="1327" y="373"/>
                      <a:pt x="1291" y="373"/>
                    </a:cubicBezTo>
                    <a:cubicBezTo>
                      <a:pt x="1255" y="373"/>
                      <a:pt x="1219" y="371"/>
                      <a:pt x="1183" y="369"/>
                    </a:cubicBezTo>
                    <a:cubicBezTo>
                      <a:pt x="1116" y="369"/>
                      <a:pt x="1045" y="364"/>
                      <a:pt x="978" y="358"/>
                    </a:cubicBezTo>
                    <a:cubicBezTo>
                      <a:pt x="906" y="353"/>
                      <a:pt x="838" y="348"/>
                      <a:pt x="772" y="336"/>
                    </a:cubicBezTo>
                    <a:cubicBezTo>
                      <a:pt x="705" y="325"/>
                      <a:pt x="633" y="314"/>
                      <a:pt x="566" y="298"/>
                    </a:cubicBezTo>
                    <a:cubicBezTo>
                      <a:pt x="495" y="282"/>
                      <a:pt x="423" y="264"/>
                      <a:pt x="350" y="242"/>
                    </a:cubicBezTo>
                    <a:cubicBezTo>
                      <a:pt x="266" y="215"/>
                      <a:pt x="184" y="185"/>
                      <a:pt x="100" y="153"/>
                    </a:cubicBezTo>
                    <a:cubicBezTo>
                      <a:pt x="67" y="141"/>
                      <a:pt x="34" y="131"/>
                      <a:pt x="0" y="114"/>
                    </a:cubicBezTo>
                    <a:lnTo>
                      <a:pt x="0" y="12515"/>
                    </a:lnTo>
                    <a:cubicBezTo>
                      <a:pt x="18" y="12525"/>
                      <a:pt x="40" y="12531"/>
                      <a:pt x="62" y="12542"/>
                    </a:cubicBezTo>
                    <a:cubicBezTo>
                      <a:pt x="141" y="12576"/>
                      <a:pt x="224" y="12609"/>
                      <a:pt x="313" y="12631"/>
                    </a:cubicBezTo>
                    <a:cubicBezTo>
                      <a:pt x="385" y="12654"/>
                      <a:pt x="451" y="12670"/>
                      <a:pt x="528" y="12686"/>
                    </a:cubicBezTo>
                    <a:cubicBezTo>
                      <a:pt x="595" y="12703"/>
                      <a:pt x="662" y="12715"/>
                      <a:pt x="734" y="12725"/>
                    </a:cubicBezTo>
                    <a:cubicBezTo>
                      <a:pt x="806" y="12730"/>
                      <a:pt x="873" y="12743"/>
                      <a:pt x="940" y="12748"/>
                    </a:cubicBezTo>
                    <a:cubicBezTo>
                      <a:pt x="1006" y="12754"/>
                      <a:pt x="1078" y="12754"/>
                      <a:pt x="1145" y="12759"/>
                    </a:cubicBezTo>
                    <a:cubicBezTo>
                      <a:pt x="1182" y="12761"/>
                      <a:pt x="1218" y="12763"/>
                      <a:pt x="1254" y="12763"/>
                    </a:cubicBezTo>
                    <a:cubicBezTo>
                      <a:pt x="1290" y="12763"/>
                      <a:pt x="1326" y="12761"/>
                      <a:pt x="1361" y="12759"/>
                    </a:cubicBezTo>
                    <a:cubicBezTo>
                      <a:pt x="1433" y="12759"/>
                      <a:pt x="1512" y="12751"/>
                      <a:pt x="1590" y="12741"/>
                    </a:cubicBezTo>
                    <a:cubicBezTo>
                      <a:pt x="1677" y="12729"/>
                      <a:pt x="1766" y="12719"/>
                      <a:pt x="1855" y="12702"/>
                    </a:cubicBezTo>
                    <a:cubicBezTo>
                      <a:pt x="1994" y="12680"/>
                      <a:pt x="2122" y="12647"/>
                      <a:pt x="2250" y="12603"/>
                    </a:cubicBezTo>
                    <a:cubicBezTo>
                      <a:pt x="2416" y="12551"/>
                      <a:pt x="2571" y="12486"/>
                      <a:pt x="2711" y="12403"/>
                    </a:cubicBezTo>
                    <a:cubicBezTo>
                      <a:pt x="2721" y="12395"/>
                      <a:pt x="2727" y="12390"/>
                      <a:pt x="2738" y="12385"/>
                    </a:cubicBezTo>
                    <a:lnTo>
                      <a:pt x="27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41"/>
              <p:cNvSpPr/>
              <p:nvPr/>
            </p:nvSpPr>
            <p:spPr>
              <a:xfrm>
                <a:off x="7139593" y="2430575"/>
                <a:ext cx="911413" cy="480924"/>
              </a:xfrm>
              <a:custGeom>
                <a:rect b="b" l="l" r="r" t="t"/>
                <a:pathLst>
                  <a:path extrusionOk="0" h="2422" w="4590">
                    <a:moveTo>
                      <a:pt x="2287" y="1"/>
                    </a:moveTo>
                    <a:cubicBezTo>
                      <a:pt x="1753" y="1"/>
                      <a:pt x="1221" y="120"/>
                      <a:pt x="817" y="359"/>
                    </a:cubicBezTo>
                    <a:cubicBezTo>
                      <a:pt x="1" y="831"/>
                      <a:pt x="6" y="1596"/>
                      <a:pt x="827" y="2068"/>
                    </a:cubicBezTo>
                    <a:cubicBezTo>
                      <a:pt x="1235" y="2304"/>
                      <a:pt x="1768" y="2421"/>
                      <a:pt x="2302" y="2421"/>
                    </a:cubicBezTo>
                    <a:cubicBezTo>
                      <a:pt x="2836" y="2421"/>
                      <a:pt x="3370" y="2304"/>
                      <a:pt x="3778" y="2068"/>
                    </a:cubicBezTo>
                    <a:cubicBezTo>
                      <a:pt x="4589" y="1596"/>
                      <a:pt x="4589" y="831"/>
                      <a:pt x="3768" y="359"/>
                    </a:cubicBezTo>
                    <a:cubicBezTo>
                      <a:pt x="3357" y="120"/>
                      <a:pt x="2822" y="1"/>
                      <a:pt x="22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41"/>
              <p:cNvSpPr/>
              <p:nvPr/>
            </p:nvSpPr>
            <p:spPr>
              <a:xfrm>
                <a:off x="7216834" y="2467508"/>
                <a:ext cx="755937" cy="404477"/>
              </a:xfrm>
              <a:custGeom>
                <a:rect b="b" l="l" r="r" t="t"/>
                <a:pathLst>
                  <a:path extrusionOk="0" h="2037" w="3807">
                    <a:moveTo>
                      <a:pt x="1897" y="0"/>
                    </a:moveTo>
                    <a:cubicBezTo>
                      <a:pt x="1372" y="0"/>
                      <a:pt x="883" y="117"/>
                      <a:pt x="517" y="327"/>
                    </a:cubicBezTo>
                    <a:cubicBezTo>
                      <a:pt x="184" y="521"/>
                      <a:pt x="0" y="765"/>
                      <a:pt x="5" y="1015"/>
                    </a:cubicBezTo>
                    <a:cubicBezTo>
                      <a:pt x="5" y="1076"/>
                      <a:pt x="16" y="1142"/>
                      <a:pt x="38" y="1204"/>
                    </a:cubicBezTo>
                    <a:cubicBezTo>
                      <a:pt x="105" y="1387"/>
                      <a:pt x="272" y="1565"/>
                      <a:pt x="522" y="1709"/>
                    </a:cubicBezTo>
                    <a:cubicBezTo>
                      <a:pt x="894" y="1920"/>
                      <a:pt x="1382" y="2037"/>
                      <a:pt x="1908" y="2037"/>
                    </a:cubicBezTo>
                    <a:cubicBezTo>
                      <a:pt x="2435" y="2037"/>
                      <a:pt x="2923" y="1920"/>
                      <a:pt x="3290" y="1709"/>
                    </a:cubicBezTo>
                    <a:cubicBezTo>
                      <a:pt x="3534" y="1571"/>
                      <a:pt x="3699" y="1399"/>
                      <a:pt x="3766" y="1216"/>
                    </a:cubicBezTo>
                    <a:cubicBezTo>
                      <a:pt x="3796" y="1154"/>
                      <a:pt x="3806" y="1093"/>
                      <a:pt x="3806" y="1027"/>
                    </a:cubicBezTo>
                    <a:cubicBezTo>
                      <a:pt x="3801" y="772"/>
                      <a:pt x="3618" y="528"/>
                      <a:pt x="3279" y="327"/>
                    </a:cubicBezTo>
                    <a:cubicBezTo>
                      <a:pt x="2913" y="117"/>
                      <a:pt x="2425" y="0"/>
                      <a:pt x="18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1"/>
              <p:cNvSpPr/>
              <p:nvPr/>
            </p:nvSpPr>
            <p:spPr>
              <a:xfrm>
                <a:off x="7224777" y="2544551"/>
                <a:ext cx="740250" cy="328824"/>
              </a:xfrm>
              <a:custGeom>
                <a:rect b="b" l="l" r="r" t="t"/>
                <a:pathLst>
                  <a:path extrusionOk="0" h="1656" w="3728">
                    <a:moveTo>
                      <a:pt x="1857" y="1"/>
                    </a:moveTo>
                    <a:cubicBezTo>
                      <a:pt x="1332" y="1"/>
                      <a:pt x="843" y="117"/>
                      <a:pt x="477" y="329"/>
                    </a:cubicBezTo>
                    <a:cubicBezTo>
                      <a:pt x="233" y="467"/>
                      <a:pt x="66" y="639"/>
                      <a:pt x="0" y="822"/>
                    </a:cubicBezTo>
                    <a:cubicBezTo>
                      <a:pt x="66" y="1006"/>
                      <a:pt x="233" y="1184"/>
                      <a:pt x="483" y="1327"/>
                    </a:cubicBezTo>
                    <a:cubicBezTo>
                      <a:pt x="855" y="1539"/>
                      <a:pt x="1343" y="1655"/>
                      <a:pt x="1870" y="1655"/>
                    </a:cubicBezTo>
                    <a:cubicBezTo>
                      <a:pt x="2396" y="1655"/>
                      <a:pt x="2884" y="1539"/>
                      <a:pt x="3251" y="1327"/>
                    </a:cubicBezTo>
                    <a:cubicBezTo>
                      <a:pt x="3495" y="1189"/>
                      <a:pt x="3661" y="1017"/>
                      <a:pt x="3727" y="834"/>
                    </a:cubicBezTo>
                    <a:cubicBezTo>
                      <a:pt x="3661" y="645"/>
                      <a:pt x="3495" y="467"/>
                      <a:pt x="3239" y="329"/>
                    </a:cubicBezTo>
                    <a:cubicBezTo>
                      <a:pt x="2873" y="117"/>
                      <a:pt x="2385" y="1"/>
                      <a:pt x="18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41"/>
              <p:cNvSpPr/>
              <p:nvPr/>
            </p:nvSpPr>
            <p:spPr>
              <a:xfrm>
                <a:off x="6647353" y="2247102"/>
                <a:ext cx="123507" cy="2624632"/>
              </a:xfrm>
              <a:custGeom>
                <a:rect b="b" l="l" r="r" t="t"/>
                <a:pathLst>
                  <a:path extrusionOk="0" h="13218" w="622">
                    <a:moveTo>
                      <a:pt x="621" y="1"/>
                    </a:moveTo>
                    <a:cubicBezTo>
                      <a:pt x="620" y="6"/>
                      <a:pt x="615" y="12"/>
                      <a:pt x="615" y="18"/>
                    </a:cubicBezTo>
                    <a:cubicBezTo>
                      <a:pt x="615" y="57"/>
                      <a:pt x="610" y="101"/>
                      <a:pt x="598" y="140"/>
                    </a:cubicBezTo>
                    <a:cubicBezTo>
                      <a:pt x="588" y="179"/>
                      <a:pt x="575" y="217"/>
                      <a:pt x="565" y="257"/>
                    </a:cubicBezTo>
                    <a:cubicBezTo>
                      <a:pt x="548" y="295"/>
                      <a:pt x="532" y="334"/>
                      <a:pt x="510" y="373"/>
                    </a:cubicBezTo>
                    <a:cubicBezTo>
                      <a:pt x="483" y="418"/>
                      <a:pt x="455" y="457"/>
                      <a:pt x="426" y="500"/>
                    </a:cubicBezTo>
                    <a:cubicBezTo>
                      <a:pt x="386" y="550"/>
                      <a:pt x="342" y="594"/>
                      <a:pt x="300" y="639"/>
                    </a:cubicBezTo>
                    <a:cubicBezTo>
                      <a:pt x="222" y="711"/>
                      <a:pt x="138" y="772"/>
                      <a:pt x="33" y="833"/>
                    </a:cubicBezTo>
                    <a:lnTo>
                      <a:pt x="1" y="13217"/>
                    </a:lnTo>
                    <a:cubicBezTo>
                      <a:pt x="101" y="13157"/>
                      <a:pt x="190" y="13091"/>
                      <a:pt x="266" y="13024"/>
                    </a:cubicBezTo>
                    <a:cubicBezTo>
                      <a:pt x="316" y="12980"/>
                      <a:pt x="360" y="12929"/>
                      <a:pt x="394" y="12885"/>
                    </a:cubicBezTo>
                    <a:cubicBezTo>
                      <a:pt x="426" y="12840"/>
                      <a:pt x="455" y="12802"/>
                      <a:pt x="478" y="12764"/>
                    </a:cubicBezTo>
                    <a:cubicBezTo>
                      <a:pt x="500" y="12724"/>
                      <a:pt x="522" y="12686"/>
                      <a:pt x="532" y="12646"/>
                    </a:cubicBezTo>
                    <a:cubicBezTo>
                      <a:pt x="549" y="12608"/>
                      <a:pt x="559" y="12570"/>
                      <a:pt x="565" y="12530"/>
                    </a:cubicBezTo>
                    <a:cubicBezTo>
                      <a:pt x="575" y="12491"/>
                      <a:pt x="582" y="12453"/>
                      <a:pt x="582" y="12409"/>
                    </a:cubicBezTo>
                    <a:lnTo>
                      <a:pt x="582" y="12387"/>
                    </a:lnTo>
                    <a:lnTo>
                      <a:pt x="62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41"/>
              <p:cNvSpPr/>
              <p:nvPr/>
            </p:nvSpPr>
            <p:spPr>
              <a:xfrm>
                <a:off x="5933317" y="2243925"/>
                <a:ext cx="169773" cy="2654417"/>
              </a:xfrm>
              <a:custGeom>
                <a:rect b="b" l="l" r="r" t="t"/>
                <a:pathLst>
                  <a:path extrusionOk="0" h="13368" w="855">
                    <a:moveTo>
                      <a:pt x="33" y="0"/>
                    </a:moveTo>
                    <a:lnTo>
                      <a:pt x="1" y="12385"/>
                    </a:lnTo>
                    <a:cubicBezTo>
                      <a:pt x="1" y="12702"/>
                      <a:pt x="205" y="13012"/>
                      <a:pt x="617" y="13251"/>
                    </a:cubicBezTo>
                    <a:cubicBezTo>
                      <a:pt x="693" y="13290"/>
                      <a:pt x="771" y="13335"/>
                      <a:pt x="854" y="13368"/>
                    </a:cubicBezTo>
                    <a:lnTo>
                      <a:pt x="854" y="966"/>
                    </a:lnTo>
                    <a:cubicBezTo>
                      <a:pt x="781" y="938"/>
                      <a:pt x="716" y="905"/>
                      <a:pt x="649" y="865"/>
                    </a:cubicBezTo>
                    <a:cubicBezTo>
                      <a:pt x="239" y="628"/>
                      <a:pt x="33" y="310"/>
                      <a:pt x="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41"/>
              <p:cNvSpPr/>
              <p:nvPr/>
            </p:nvSpPr>
            <p:spPr>
              <a:xfrm>
                <a:off x="6103685" y="2412506"/>
                <a:ext cx="550224" cy="2534484"/>
              </a:xfrm>
              <a:custGeom>
                <a:rect b="b" l="l" r="r" t="t"/>
                <a:pathLst>
                  <a:path extrusionOk="0" h="12764" w="2771">
                    <a:moveTo>
                      <a:pt x="2770" y="1"/>
                    </a:moveTo>
                    <a:lnTo>
                      <a:pt x="2770" y="1"/>
                    </a:lnTo>
                    <a:cubicBezTo>
                      <a:pt x="2765" y="6"/>
                      <a:pt x="2755" y="11"/>
                      <a:pt x="2746" y="14"/>
                    </a:cubicBezTo>
                    <a:cubicBezTo>
                      <a:pt x="2609" y="93"/>
                      <a:pt x="2453" y="159"/>
                      <a:pt x="2292" y="214"/>
                    </a:cubicBezTo>
                    <a:cubicBezTo>
                      <a:pt x="2170" y="258"/>
                      <a:pt x="2032" y="292"/>
                      <a:pt x="1898" y="314"/>
                    </a:cubicBezTo>
                    <a:cubicBezTo>
                      <a:pt x="1810" y="331"/>
                      <a:pt x="1721" y="342"/>
                      <a:pt x="1632" y="353"/>
                    </a:cubicBezTo>
                    <a:cubicBezTo>
                      <a:pt x="1555" y="360"/>
                      <a:pt x="1477" y="365"/>
                      <a:pt x="1399" y="371"/>
                    </a:cubicBezTo>
                    <a:cubicBezTo>
                      <a:pt x="1363" y="373"/>
                      <a:pt x="1327" y="374"/>
                      <a:pt x="1291" y="374"/>
                    </a:cubicBezTo>
                    <a:cubicBezTo>
                      <a:pt x="1255" y="374"/>
                      <a:pt x="1219" y="373"/>
                      <a:pt x="1183" y="371"/>
                    </a:cubicBezTo>
                    <a:cubicBezTo>
                      <a:pt x="1116" y="371"/>
                      <a:pt x="1044" y="365"/>
                      <a:pt x="977" y="360"/>
                    </a:cubicBezTo>
                    <a:cubicBezTo>
                      <a:pt x="906" y="355"/>
                      <a:pt x="839" y="348"/>
                      <a:pt x="772" y="337"/>
                    </a:cubicBezTo>
                    <a:cubicBezTo>
                      <a:pt x="699" y="326"/>
                      <a:pt x="632" y="315"/>
                      <a:pt x="566" y="298"/>
                    </a:cubicBezTo>
                    <a:cubicBezTo>
                      <a:pt x="494" y="283"/>
                      <a:pt x="422" y="266"/>
                      <a:pt x="349" y="243"/>
                    </a:cubicBezTo>
                    <a:cubicBezTo>
                      <a:pt x="266" y="216"/>
                      <a:pt x="184" y="187"/>
                      <a:pt x="100" y="154"/>
                    </a:cubicBezTo>
                    <a:cubicBezTo>
                      <a:pt x="67" y="142"/>
                      <a:pt x="33" y="132"/>
                      <a:pt x="1" y="115"/>
                    </a:cubicBezTo>
                    <a:lnTo>
                      <a:pt x="1" y="12515"/>
                    </a:lnTo>
                    <a:cubicBezTo>
                      <a:pt x="17" y="12526"/>
                      <a:pt x="39" y="12533"/>
                      <a:pt x="61" y="12544"/>
                    </a:cubicBezTo>
                    <a:cubicBezTo>
                      <a:pt x="140" y="12577"/>
                      <a:pt x="223" y="12610"/>
                      <a:pt x="312" y="12633"/>
                    </a:cubicBezTo>
                    <a:cubicBezTo>
                      <a:pt x="384" y="12655"/>
                      <a:pt x="451" y="12670"/>
                      <a:pt x="528" y="12687"/>
                    </a:cubicBezTo>
                    <a:cubicBezTo>
                      <a:pt x="595" y="12704"/>
                      <a:pt x="662" y="12717"/>
                      <a:pt x="734" y="12727"/>
                    </a:cubicBezTo>
                    <a:cubicBezTo>
                      <a:pt x="806" y="12731"/>
                      <a:pt x="872" y="12744"/>
                      <a:pt x="939" y="12749"/>
                    </a:cubicBezTo>
                    <a:cubicBezTo>
                      <a:pt x="1006" y="12754"/>
                      <a:pt x="1079" y="12754"/>
                      <a:pt x="1145" y="12759"/>
                    </a:cubicBezTo>
                    <a:cubicBezTo>
                      <a:pt x="1181" y="12762"/>
                      <a:pt x="1217" y="12763"/>
                      <a:pt x="1253" y="12763"/>
                    </a:cubicBezTo>
                    <a:cubicBezTo>
                      <a:pt x="1289" y="12763"/>
                      <a:pt x="1325" y="12762"/>
                      <a:pt x="1361" y="12759"/>
                    </a:cubicBezTo>
                    <a:cubicBezTo>
                      <a:pt x="1433" y="12759"/>
                      <a:pt x="1511" y="12753"/>
                      <a:pt x="1589" y="12743"/>
                    </a:cubicBezTo>
                    <a:cubicBezTo>
                      <a:pt x="1677" y="12730"/>
                      <a:pt x="1766" y="12720"/>
                      <a:pt x="1855" y="12703"/>
                    </a:cubicBezTo>
                    <a:cubicBezTo>
                      <a:pt x="1993" y="12681"/>
                      <a:pt x="2122" y="12648"/>
                      <a:pt x="2249" y="12603"/>
                    </a:cubicBezTo>
                    <a:cubicBezTo>
                      <a:pt x="2415" y="12547"/>
                      <a:pt x="2571" y="12487"/>
                      <a:pt x="2710" y="12403"/>
                    </a:cubicBezTo>
                    <a:cubicBezTo>
                      <a:pt x="2720" y="12397"/>
                      <a:pt x="2726" y="12392"/>
                      <a:pt x="2737" y="12387"/>
                    </a:cubicBezTo>
                    <a:lnTo>
                      <a:pt x="27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41"/>
              <p:cNvSpPr/>
              <p:nvPr/>
            </p:nvSpPr>
            <p:spPr>
              <a:xfrm>
                <a:off x="5899959" y="2005648"/>
                <a:ext cx="910421" cy="479336"/>
              </a:xfrm>
              <a:custGeom>
                <a:rect b="b" l="l" r="r" t="t"/>
                <a:pathLst>
                  <a:path extrusionOk="0" h="2414" w="4585">
                    <a:moveTo>
                      <a:pt x="2289" y="0"/>
                    </a:moveTo>
                    <a:cubicBezTo>
                      <a:pt x="1753" y="0"/>
                      <a:pt x="1217" y="118"/>
                      <a:pt x="812" y="352"/>
                    </a:cubicBezTo>
                    <a:cubicBezTo>
                      <a:pt x="1" y="823"/>
                      <a:pt x="1" y="1589"/>
                      <a:pt x="822" y="2060"/>
                    </a:cubicBezTo>
                    <a:cubicBezTo>
                      <a:pt x="1230" y="2296"/>
                      <a:pt x="1764" y="2414"/>
                      <a:pt x="2298" y="2414"/>
                    </a:cubicBezTo>
                    <a:cubicBezTo>
                      <a:pt x="2832" y="2414"/>
                      <a:pt x="3366" y="2296"/>
                      <a:pt x="3773" y="2060"/>
                    </a:cubicBezTo>
                    <a:cubicBezTo>
                      <a:pt x="4584" y="1589"/>
                      <a:pt x="4584" y="823"/>
                      <a:pt x="3763" y="352"/>
                    </a:cubicBezTo>
                    <a:cubicBezTo>
                      <a:pt x="3357" y="117"/>
                      <a:pt x="2823" y="0"/>
                      <a:pt x="22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41"/>
              <p:cNvSpPr/>
              <p:nvPr/>
            </p:nvSpPr>
            <p:spPr>
              <a:xfrm>
                <a:off x="5976207" y="2043375"/>
                <a:ext cx="755937" cy="404477"/>
              </a:xfrm>
              <a:custGeom>
                <a:rect b="b" l="l" r="r" t="t"/>
                <a:pathLst>
                  <a:path extrusionOk="0" h="2037" w="3807">
                    <a:moveTo>
                      <a:pt x="1899" y="0"/>
                    </a:moveTo>
                    <a:cubicBezTo>
                      <a:pt x="1372" y="0"/>
                      <a:pt x="884" y="117"/>
                      <a:pt x="517" y="328"/>
                    </a:cubicBezTo>
                    <a:cubicBezTo>
                      <a:pt x="184" y="522"/>
                      <a:pt x="0" y="765"/>
                      <a:pt x="6" y="1015"/>
                    </a:cubicBezTo>
                    <a:cubicBezTo>
                      <a:pt x="6" y="1077"/>
                      <a:pt x="16" y="1142"/>
                      <a:pt x="39" y="1204"/>
                    </a:cubicBezTo>
                    <a:cubicBezTo>
                      <a:pt x="105" y="1387"/>
                      <a:pt x="272" y="1565"/>
                      <a:pt x="522" y="1709"/>
                    </a:cubicBezTo>
                    <a:cubicBezTo>
                      <a:pt x="894" y="1919"/>
                      <a:pt x="1382" y="2037"/>
                      <a:pt x="1909" y="2037"/>
                    </a:cubicBezTo>
                    <a:cubicBezTo>
                      <a:pt x="2435" y="2037"/>
                      <a:pt x="2923" y="1919"/>
                      <a:pt x="3290" y="1709"/>
                    </a:cubicBezTo>
                    <a:cubicBezTo>
                      <a:pt x="3534" y="1565"/>
                      <a:pt x="3700" y="1394"/>
                      <a:pt x="3766" y="1210"/>
                    </a:cubicBezTo>
                    <a:cubicBezTo>
                      <a:pt x="3796" y="1148"/>
                      <a:pt x="3806" y="1089"/>
                      <a:pt x="3806" y="1022"/>
                    </a:cubicBezTo>
                    <a:cubicBezTo>
                      <a:pt x="3806" y="771"/>
                      <a:pt x="3623" y="522"/>
                      <a:pt x="3279" y="328"/>
                    </a:cubicBezTo>
                    <a:cubicBezTo>
                      <a:pt x="2913" y="117"/>
                      <a:pt x="2425" y="0"/>
                      <a:pt x="18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1"/>
              <p:cNvSpPr/>
              <p:nvPr/>
            </p:nvSpPr>
            <p:spPr>
              <a:xfrm>
                <a:off x="5985142" y="2118234"/>
                <a:ext cx="740449" cy="329618"/>
              </a:xfrm>
              <a:custGeom>
                <a:rect b="b" l="l" r="r" t="t"/>
                <a:pathLst>
                  <a:path extrusionOk="0" h="1660" w="3729">
                    <a:moveTo>
                      <a:pt x="1859" y="0"/>
                    </a:moveTo>
                    <a:cubicBezTo>
                      <a:pt x="1332" y="0"/>
                      <a:pt x="844" y="117"/>
                      <a:pt x="477" y="328"/>
                    </a:cubicBezTo>
                    <a:cubicBezTo>
                      <a:pt x="233" y="472"/>
                      <a:pt x="67" y="644"/>
                      <a:pt x="0" y="827"/>
                    </a:cubicBezTo>
                    <a:cubicBezTo>
                      <a:pt x="67" y="1010"/>
                      <a:pt x="233" y="1188"/>
                      <a:pt x="483" y="1332"/>
                    </a:cubicBezTo>
                    <a:cubicBezTo>
                      <a:pt x="855" y="1542"/>
                      <a:pt x="1343" y="1660"/>
                      <a:pt x="1870" y="1660"/>
                    </a:cubicBezTo>
                    <a:cubicBezTo>
                      <a:pt x="2396" y="1660"/>
                      <a:pt x="2886" y="1542"/>
                      <a:pt x="3252" y="1332"/>
                    </a:cubicBezTo>
                    <a:cubicBezTo>
                      <a:pt x="3495" y="1188"/>
                      <a:pt x="3662" y="1017"/>
                      <a:pt x="3729" y="833"/>
                    </a:cubicBezTo>
                    <a:cubicBezTo>
                      <a:pt x="3657" y="655"/>
                      <a:pt x="3495" y="478"/>
                      <a:pt x="3240" y="328"/>
                    </a:cubicBezTo>
                    <a:cubicBezTo>
                      <a:pt x="2873" y="117"/>
                      <a:pt x="2385" y="0"/>
                      <a:pt x="18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41"/>
              <p:cNvSpPr/>
              <p:nvPr/>
            </p:nvSpPr>
            <p:spPr>
              <a:xfrm>
                <a:off x="7019859" y="2671234"/>
                <a:ext cx="123309" cy="2624632"/>
              </a:xfrm>
              <a:custGeom>
                <a:rect b="b" l="l" r="r" t="t"/>
                <a:pathLst>
                  <a:path extrusionOk="0" h="13218" w="621">
                    <a:moveTo>
                      <a:pt x="620" y="1"/>
                    </a:moveTo>
                    <a:lnTo>
                      <a:pt x="620" y="24"/>
                    </a:lnTo>
                    <a:lnTo>
                      <a:pt x="620" y="24"/>
                    </a:lnTo>
                    <a:cubicBezTo>
                      <a:pt x="620" y="23"/>
                      <a:pt x="620" y="23"/>
                      <a:pt x="620" y="23"/>
                    </a:cubicBezTo>
                    <a:lnTo>
                      <a:pt x="620" y="1"/>
                    </a:lnTo>
                    <a:close/>
                    <a:moveTo>
                      <a:pt x="620" y="24"/>
                    </a:moveTo>
                    <a:lnTo>
                      <a:pt x="620" y="24"/>
                    </a:lnTo>
                    <a:cubicBezTo>
                      <a:pt x="615" y="63"/>
                      <a:pt x="615" y="107"/>
                      <a:pt x="604" y="144"/>
                    </a:cubicBezTo>
                    <a:cubicBezTo>
                      <a:pt x="593" y="184"/>
                      <a:pt x="582" y="222"/>
                      <a:pt x="571" y="262"/>
                    </a:cubicBezTo>
                    <a:cubicBezTo>
                      <a:pt x="553" y="301"/>
                      <a:pt x="538" y="346"/>
                      <a:pt x="516" y="378"/>
                    </a:cubicBezTo>
                    <a:cubicBezTo>
                      <a:pt x="488" y="422"/>
                      <a:pt x="461" y="462"/>
                      <a:pt x="432" y="500"/>
                    </a:cubicBezTo>
                    <a:cubicBezTo>
                      <a:pt x="393" y="550"/>
                      <a:pt x="348" y="594"/>
                      <a:pt x="305" y="639"/>
                    </a:cubicBezTo>
                    <a:cubicBezTo>
                      <a:pt x="228" y="710"/>
                      <a:pt x="144" y="772"/>
                      <a:pt x="39" y="833"/>
                    </a:cubicBezTo>
                    <a:lnTo>
                      <a:pt x="0" y="13217"/>
                    </a:lnTo>
                    <a:cubicBezTo>
                      <a:pt x="100" y="13156"/>
                      <a:pt x="189" y="13091"/>
                      <a:pt x="265" y="13024"/>
                    </a:cubicBezTo>
                    <a:cubicBezTo>
                      <a:pt x="316" y="12980"/>
                      <a:pt x="360" y="12929"/>
                      <a:pt x="393" y="12885"/>
                    </a:cubicBezTo>
                    <a:cubicBezTo>
                      <a:pt x="426" y="12840"/>
                      <a:pt x="454" y="12802"/>
                      <a:pt x="477" y="12758"/>
                    </a:cubicBezTo>
                    <a:cubicBezTo>
                      <a:pt x="499" y="12719"/>
                      <a:pt x="521" y="12681"/>
                      <a:pt x="531" y="12641"/>
                    </a:cubicBezTo>
                    <a:cubicBezTo>
                      <a:pt x="548" y="12603"/>
                      <a:pt x="559" y="12564"/>
                      <a:pt x="564" y="12525"/>
                    </a:cubicBezTo>
                    <a:cubicBezTo>
                      <a:pt x="574" y="12485"/>
                      <a:pt x="582" y="12447"/>
                      <a:pt x="582" y="12403"/>
                    </a:cubicBezTo>
                    <a:lnTo>
                      <a:pt x="582" y="12386"/>
                    </a:lnTo>
                    <a:lnTo>
                      <a:pt x="620" y="24"/>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41"/>
              <p:cNvSpPr/>
              <p:nvPr/>
            </p:nvSpPr>
            <p:spPr>
              <a:xfrm>
                <a:off x="6306816" y="2670043"/>
                <a:ext cx="169575" cy="2653424"/>
              </a:xfrm>
              <a:custGeom>
                <a:rect b="b" l="l" r="r" t="t"/>
                <a:pathLst>
                  <a:path extrusionOk="0" h="13363" w="854">
                    <a:moveTo>
                      <a:pt x="32" y="1"/>
                    </a:moveTo>
                    <a:lnTo>
                      <a:pt x="0" y="12385"/>
                    </a:lnTo>
                    <a:cubicBezTo>
                      <a:pt x="0" y="12698"/>
                      <a:pt x="204" y="13008"/>
                      <a:pt x="616" y="13245"/>
                    </a:cubicBezTo>
                    <a:cubicBezTo>
                      <a:pt x="692" y="13285"/>
                      <a:pt x="770" y="13329"/>
                      <a:pt x="854" y="13363"/>
                    </a:cubicBezTo>
                    <a:lnTo>
                      <a:pt x="854" y="967"/>
                    </a:lnTo>
                    <a:cubicBezTo>
                      <a:pt x="787" y="934"/>
                      <a:pt x="716" y="894"/>
                      <a:pt x="648" y="861"/>
                    </a:cubicBezTo>
                    <a:cubicBezTo>
                      <a:pt x="239" y="622"/>
                      <a:pt x="32" y="311"/>
                      <a:pt x="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1"/>
              <p:cNvSpPr/>
              <p:nvPr/>
            </p:nvSpPr>
            <p:spPr>
              <a:xfrm>
                <a:off x="6478375" y="2837829"/>
                <a:ext cx="550224" cy="2534285"/>
              </a:xfrm>
              <a:custGeom>
                <a:rect b="b" l="l" r="r" t="t"/>
                <a:pathLst>
                  <a:path extrusionOk="0" h="12763" w="2771">
                    <a:moveTo>
                      <a:pt x="2770" y="0"/>
                    </a:moveTo>
                    <a:cubicBezTo>
                      <a:pt x="2759" y="6"/>
                      <a:pt x="2753" y="12"/>
                      <a:pt x="2741" y="13"/>
                    </a:cubicBezTo>
                    <a:cubicBezTo>
                      <a:pt x="2604" y="91"/>
                      <a:pt x="2447" y="158"/>
                      <a:pt x="2286" y="214"/>
                    </a:cubicBezTo>
                    <a:cubicBezTo>
                      <a:pt x="2165" y="258"/>
                      <a:pt x="2026" y="290"/>
                      <a:pt x="1892" y="313"/>
                    </a:cubicBezTo>
                    <a:cubicBezTo>
                      <a:pt x="1804" y="330"/>
                      <a:pt x="1715" y="342"/>
                      <a:pt x="1626" y="352"/>
                    </a:cubicBezTo>
                    <a:cubicBezTo>
                      <a:pt x="1555" y="358"/>
                      <a:pt x="1476" y="364"/>
                      <a:pt x="1399" y="369"/>
                    </a:cubicBezTo>
                    <a:cubicBezTo>
                      <a:pt x="1363" y="371"/>
                      <a:pt x="1327" y="373"/>
                      <a:pt x="1291" y="373"/>
                    </a:cubicBezTo>
                    <a:cubicBezTo>
                      <a:pt x="1255" y="373"/>
                      <a:pt x="1219" y="371"/>
                      <a:pt x="1183" y="369"/>
                    </a:cubicBezTo>
                    <a:cubicBezTo>
                      <a:pt x="1116" y="369"/>
                      <a:pt x="1044" y="364"/>
                      <a:pt x="977" y="358"/>
                    </a:cubicBezTo>
                    <a:cubicBezTo>
                      <a:pt x="905" y="353"/>
                      <a:pt x="838" y="347"/>
                      <a:pt x="771" y="336"/>
                    </a:cubicBezTo>
                    <a:cubicBezTo>
                      <a:pt x="699" y="325"/>
                      <a:pt x="633" y="314"/>
                      <a:pt x="566" y="298"/>
                    </a:cubicBezTo>
                    <a:cubicBezTo>
                      <a:pt x="494" y="282"/>
                      <a:pt x="421" y="264"/>
                      <a:pt x="350" y="242"/>
                    </a:cubicBezTo>
                    <a:cubicBezTo>
                      <a:pt x="266" y="215"/>
                      <a:pt x="184" y="185"/>
                      <a:pt x="100" y="153"/>
                    </a:cubicBezTo>
                    <a:cubicBezTo>
                      <a:pt x="67" y="141"/>
                      <a:pt x="33" y="131"/>
                      <a:pt x="0" y="114"/>
                    </a:cubicBezTo>
                    <a:lnTo>
                      <a:pt x="0" y="12515"/>
                    </a:lnTo>
                    <a:cubicBezTo>
                      <a:pt x="17" y="12525"/>
                      <a:pt x="39" y="12531"/>
                      <a:pt x="62" y="12542"/>
                    </a:cubicBezTo>
                    <a:cubicBezTo>
                      <a:pt x="141" y="12576"/>
                      <a:pt x="222" y="12609"/>
                      <a:pt x="311" y="12631"/>
                    </a:cubicBezTo>
                    <a:cubicBezTo>
                      <a:pt x="384" y="12654"/>
                      <a:pt x="451" y="12670"/>
                      <a:pt x="528" y="12686"/>
                    </a:cubicBezTo>
                    <a:cubicBezTo>
                      <a:pt x="594" y="12703"/>
                      <a:pt x="661" y="12715"/>
                      <a:pt x="734" y="12725"/>
                    </a:cubicBezTo>
                    <a:cubicBezTo>
                      <a:pt x="806" y="12730"/>
                      <a:pt x="872" y="12743"/>
                      <a:pt x="939" y="12748"/>
                    </a:cubicBezTo>
                    <a:cubicBezTo>
                      <a:pt x="1006" y="12754"/>
                      <a:pt x="1078" y="12754"/>
                      <a:pt x="1145" y="12759"/>
                    </a:cubicBezTo>
                    <a:cubicBezTo>
                      <a:pt x="1181" y="12761"/>
                      <a:pt x="1217" y="12763"/>
                      <a:pt x="1253" y="12763"/>
                    </a:cubicBezTo>
                    <a:cubicBezTo>
                      <a:pt x="1289" y="12763"/>
                      <a:pt x="1325" y="12761"/>
                      <a:pt x="1361" y="12759"/>
                    </a:cubicBezTo>
                    <a:cubicBezTo>
                      <a:pt x="1433" y="12759"/>
                      <a:pt x="1512" y="12751"/>
                      <a:pt x="1588" y="12741"/>
                    </a:cubicBezTo>
                    <a:cubicBezTo>
                      <a:pt x="1676" y="12729"/>
                      <a:pt x="1765" y="12719"/>
                      <a:pt x="1855" y="12702"/>
                    </a:cubicBezTo>
                    <a:cubicBezTo>
                      <a:pt x="1993" y="12680"/>
                      <a:pt x="2122" y="12647"/>
                      <a:pt x="2248" y="12603"/>
                    </a:cubicBezTo>
                    <a:cubicBezTo>
                      <a:pt x="2415" y="12551"/>
                      <a:pt x="2571" y="12486"/>
                      <a:pt x="2709" y="12403"/>
                    </a:cubicBezTo>
                    <a:cubicBezTo>
                      <a:pt x="2720" y="12395"/>
                      <a:pt x="2727" y="12390"/>
                      <a:pt x="2738" y="12385"/>
                    </a:cubicBezTo>
                    <a:lnTo>
                      <a:pt x="27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41"/>
              <p:cNvSpPr/>
              <p:nvPr/>
            </p:nvSpPr>
            <p:spPr>
              <a:xfrm>
                <a:off x="6273457" y="2430575"/>
                <a:ext cx="910222" cy="480924"/>
              </a:xfrm>
              <a:custGeom>
                <a:rect b="b" l="l" r="r" t="t"/>
                <a:pathLst>
                  <a:path extrusionOk="0" h="2422" w="4584">
                    <a:moveTo>
                      <a:pt x="2285" y="1"/>
                    </a:moveTo>
                    <a:cubicBezTo>
                      <a:pt x="1751" y="1"/>
                      <a:pt x="1217" y="120"/>
                      <a:pt x="811" y="359"/>
                    </a:cubicBezTo>
                    <a:cubicBezTo>
                      <a:pt x="0" y="831"/>
                      <a:pt x="0" y="1596"/>
                      <a:pt x="822" y="2068"/>
                    </a:cubicBezTo>
                    <a:cubicBezTo>
                      <a:pt x="1229" y="2304"/>
                      <a:pt x="1763" y="2421"/>
                      <a:pt x="2297" y="2421"/>
                    </a:cubicBezTo>
                    <a:cubicBezTo>
                      <a:pt x="2831" y="2421"/>
                      <a:pt x="3365" y="2304"/>
                      <a:pt x="3773" y="2068"/>
                    </a:cubicBezTo>
                    <a:cubicBezTo>
                      <a:pt x="4584" y="1596"/>
                      <a:pt x="4584" y="831"/>
                      <a:pt x="3762" y="359"/>
                    </a:cubicBezTo>
                    <a:cubicBezTo>
                      <a:pt x="3355" y="120"/>
                      <a:pt x="2820" y="1"/>
                      <a:pt x="22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41"/>
              <p:cNvSpPr/>
              <p:nvPr/>
            </p:nvSpPr>
            <p:spPr>
              <a:xfrm>
                <a:off x="6349904" y="2467508"/>
                <a:ext cx="755738" cy="404477"/>
              </a:xfrm>
              <a:custGeom>
                <a:rect b="b" l="l" r="r" t="t"/>
                <a:pathLst>
                  <a:path extrusionOk="0" h="2037" w="3806">
                    <a:moveTo>
                      <a:pt x="1898" y="0"/>
                    </a:moveTo>
                    <a:cubicBezTo>
                      <a:pt x="1376" y="0"/>
                      <a:pt x="883" y="117"/>
                      <a:pt x="516" y="327"/>
                    </a:cubicBezTo>
                    <a:cubicBezTo>
                      <a:pt x="184" y="521"/>
                      <a:pt x="1" y="765"/>
                      <a:pt x="6" y="1015"/>
                    </a:cubicBezTo>
                    <a:cubicBezTo>
                      <a:pt x="6" y="1076"/>
                      <a:pt x="17" y="1142"/>
                      <a:pt x="39" y="1204"/>
                    </a:cubicBezTo>
                    <a:cubicBezTo>
                      <a:pt x="106" y="1387"/>
                      <a:pt x="271" y="1565"/>
                      <a:pt x="522" y="1709"/>
                    </a:cubicBezTo>
                    <a:cubicBezTo>
                      <a:pt x="893" y="1920"/>
                      <a:pt x="1381" y="2037"/>
                      <a:pt x="1909" y="2037"/>
                    </a:cubicBezTo>
                    <a:cubicBezTo>
                      <a:pt x="2434" y="2037"/>
                      <a:pt x="2924" y="1920"/>
                      <a:pt x="3290" y="1709"/>
                    </a:cubicBezTo>
                    <a:cubicBezTo>
                      <a:pt x="3533" y="1571"/>
                      <a:pt x="3700" y="1399"/>
                      <a:pt x="3767" y="1216"/>
                    </a:cubicBezTo>
                    <a:cubicBezTo>
                      <a:pt x="3795" y="1154"/>
                      <a:pt x="3806" y="1093"/>
                      <a:pt x="3806" y="1027"/>
                    </a:cubicBezTo>
                    <a:cubicBezTo>
                      <a:pt x="3806" y="772"/>
                      <a:pt x="3616" y="528"/>
                      <a:pt x="3280" y="327"/>
                    </a:cubicBezTo>
                    <a:cubicBezTo>
                      <a:pt x="2913" y="117"/>
                      <a:pt x="2419" y="0"/>
                      <a:pt x="18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1"/>
              <p:cNvSpPr/>
              <p:nvPr/>
            </p:nvSpPr>
            <p:spPr>
              <a:xfrm>
                <a:off x="6358443" y="2544551"/>
                <a:ext cx="740647" cy="328824"/>
              </a:xfrm>
              <a:custGeom>
                <a:rect b="b" l="l" r="r" t="t"/>
                <a:pathLst>
                  <a:path extrusionOk="0" h="1656" w="3730">
                    <a:moveTo>
                      <a:pt x="1859" y="1"/>
                    </a:moveTo>
                    <a:cubicBezTo>
                      <a:pt x="1338" y="1"/>
                      <a:pt x="844" y="117"/>
                      <a:pt x="478" y="329"/>
                    </a:cubicBezTo>
                    <a:cubicBezTo>
                      <a:pt x="233" y="467"/>
                      <a:pt x="68" y="639"/>
                      <a:pt x="1" y="822"/>
                    </a:cubicBezTo>
                    <a:cubicBezTo>
                      <a:pt x="68" y="1006"/>
                      <a:pt x="233" y="1184"/>
                      <a:pt x="484" y="1327"/>
                    </a:cubicBezTo>
                    <a:cubicBezTo>
                      <a:pt x="856" y="1539"/>
                      <a:pt x="1344" y="1655"/>
                      <a:pt x="1871" y="1655"/>
                    </a:cubicBezTo>
                    <a:cubicBezTo>
                      <a:pt x="2397" y="1655"/>
                      <a:pt x="2886" y="1539"/>
                      <a:pt x="3253" y="1327"/>
                    </a:cubicBezTo>
                    <a:cubicBezTo>
                      <a:pt x="3496" y="1189"/>
                      <a:pt x="3662" y="1017"/>
                      <a:pt x="3729" y="834"/>
                    </a:cubicBezTo>
                    <a:cubicBezTo>
                      <a:pt x="3662" y="645"/>
                      <a:pt x="3496" y="467"/>
                      <a:pt x="3240" y="329"/>
                    </a:cubicBezTo>
                    <a:cubicBezTo>
                      <a:pt x="2873" y="117"/>
                      <a:pt x="2380" y="1"/>
                      <a:pt x="18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41"/>
              <p:cNvSpPr/>
              <p:nvPr/>
            </p:nvSpPr>
            <p:spPr>
              <a:xfrm>
                <a:off x="5826291" y="2671234"/>
                <a:ext cx="2756876" cy="1013079"/>
              </a:xfrm>
              <a:custGeom>
                <a:rect b="b" l="l" r="r" t="t"/>
                <a:pathLst>
                  <a:path extrusionOk="0" h="5102" w="13884">
                    <a:moveTo>
                      <a:pt x="13884" y="1"/>
                    </a:moveTo>
                    <a:lnTo>
                      <a:pt x="13578" y="45"/>
                    </a:lnTo>
                    <a:lnTo>
                      <a:pt x="11820" y="3897"/>
                    </a:lnTo>
                    <a:lnTo>
                      <a:pt x="5184" y="4929"/>
                    </a:lnTo>
                    <a:lnTo>
                      <a:pt x="305" y="2111"/>
                    </a:lnTo>
                    <a:lnTo>
                      <a:pt x="0" y="2160"/>
                    </a:lnTo>
                    <a:lnTo>
                      <a:pt x="5105" y="5102"/>
                    </a:lnTo>
                    <a:lnTo>
                      <a:pt x="12046" y="4025"/>
                    </a:lnTo>
                    <a:lnTo>
                      <a:pt x="138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41"/>
              <p:cNvSpPr/>
              <p:nvPr/>
            </p:nvSpPr>
            <p:spPr>
              <a:xfrm>
                <a:off x="8216007" y="2671234"/>
                <a:ext cx="367147" cy="1678271"/>
              </a:xfrm>
              <a:custGeom>
                <a:rect b="b" l="l" r="r" t="t"/>
                <a:pathLst>
                  <a:path extrusionOk="0" h="8452" w="1849">
                    <a:moveTo>
                      <a:pt x="1849" y="1"/>
                    </a:moveTo>
                    <a:lnTo>
                      <a:pt x="11" y="4025"/>
                    </a:lnTo>
                    <a:lnTo>
                      <a:pt x="1" y="8452"/>
                    </a:lnTo>
                    <a:lnTo>
                      <a:pt x="1844" y="4429"/>
                    </a:lnTo>
                    <a:lnTo>
                      <a:pt x="18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1"/>
              <p:cNvSpPr/>
              <p:nvPr/>
            </p:nvSpPr>
            <p:spPr>
              <a:xfrm>
                <a:off x="5825100" y="3100132"/>
                <a:ext cx="1014866" cy="1463225"/>
              </a:xfrm>
              <a:custGeom>
                <a:rect b="b" l="l" r="r" t="t"/>
                <a:pathLst>
                  <a:path extrusionOk="0" h="7369" w="5111">
                    <a:moveTo>
                      <a:pt x="6" y="0"/>
                    </a:moveTo>
                    <a:lnTo>
                      <a:pt x="1" y="4422"/>
                    </a:lnTo>
                    <a:lnTo>
                      <a:pt x="5101" y="7369"/>
                    </a:lnTo>
                    <a:lnTo>
                      <a:pt x="5111" y="2942"/>
                    </a:lnTo>
                    <a:lnTo>
                      <a:pt x="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41"/>
              <p:cNvSpPr/>
              <p:nvPr/>
            </p:nvSpPr>
            <p:spPr>
              <a:xfrm>
                <a:off x="6837776" y="3470255"/>
                <a:ext cx="1380622" cy="1093100"/>
              </a:xfrm>
              <a:custGeom>
                <a:rect b="b" l="l" r="r" t="t"/>
                <a:pathLst>
                  <a:path extrusionOk="0" h="5505" w="6953">
                    <a:moveTo>
                      <a:pt x="6952" y="1"/>
                    </a:moveTo>
                    <a:lnTo>
                      <a:pt x="11" y="1078"/>
                    </a:lnTo>
                    <a:lnTo>
                      <a:pt x="1" y="5505"/>
                    </a:lnTo>
                    <a:lnTo>
                      <a:pt x="6942" y="4428"/>
                    </a:lnTo>
                    <a:lnTo>
                      <a:pt x="695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41"/>
              <p:cNvSpPr/>
              <p:nvPr/>
            </p:nvSpPr>
            <p:spPr>
              <a:xfrm>
                <a:off x="6963268" y="3845938"/>
                <a:ext cx="321874" cy="412221"/>
              </a:xfrm>
              <a:custGeom>
                <a:rect b="b" l="l" r="r" t="t"/>
                <a:pathLst>
                  <a:path extrusionOk="0" h="2076" w="1621">
                    <a:moveTo>
                      <a:pt x="1621" y="1"/>
                    </a:moveTo>
                    <a:lnTo>
                      <a:pt x="0" y="251"/>
                    </a:lnTo>
                    <a:lnTo>
                      <a:pt x="0" y="590"/>
                    </a:lnTo>
                    <a:lnTo>
                      <a:pt x="584" y="500"/>
                    </a:lnTo>
                    <a:lnTo>
                      <a:pt x="584" y="2075"/>
                    </a:lnTo>
                    <a:lnTo>
                      <a:pt x="1037" y="2004"/>
                    </a:lnTo>
                    <a:lnTo>
                      <a:pt x="1037" y="428"/>
                    </a:lnTo>
                    <a:lnTo>
                      <a:pt x="1621" y="339"/>
                    </a:lnTo>
                    <a:lnTo>
                      <a:pt x="162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1"/>
              <p:cNvSpPr/>
              <p:nvPr/>
            </p:nvSpPr>
            <p:spPr>
              <a:xfrm>
                <a:off x="7349872" y="3775051"/>
                <a:ext cx="378465" cy="440020"/>
              </a:xfrm>
              <a:custGeom>
                <a:rect b="b" l="l" r="r" t="t"/>
                <a:pathLst>
                  <a:path extrusionOk="0" h="2216" w="1906">
                    <a:moveTo>
                      <a:pt x="1903" y="1"/>
                    </a:moveTo>
                    <a:lnTo>
                      <a:pt x="1492" y="68"/>
                    </a:lnTo>
                    <a:lnTo>
                      <a:pt x="1492" y="973"/>
                    </a:lnTo>
                    <a:cubicBezTo>
                      <a:pt x="1492" y="1079"/>
                      <a:pt x="1498" y="1257"/>
                      <a:pt x="1514" y="1500"/>
                    </a:cubicBezTo>
                    <a:lnTo>
                      <a:pt x="1504" y="1500"/>
                    </a:lnTo>
                    <a:lnTo>
                      <a:pt x="572" y="213"/>
                    </a:lnTo>
                    <a:lnTo>
                      <a:pt x="1" y="302"/>
                    </a:lnTo>
                    <a:lnTo>
                      <a:pt x="1" y="2215"/>
                    </a:lnTo>
                    <a:lnTo>
                      <a:pt x="405" y="2153"/>
                    </a:lnTo>
                    <a:lnTo>
                      <a:pt x="405" y="1256"/>
                    </a:lnTo>
                    <a:cubicBezTo>
                      <a:pt x="405" y="1146"/>
                      <a:pt x="400" y="962"/>
                      <a:pt x="378" y="712"/>
                    </a:cubicBezTo>
                    <a:lnTo>
                      <a:pt x="395" y="707"/>
                    </a:lnTo>
                    <a:lnTo>
                      <a:pt x="1327" y="2011"/>
                    </a:lnTo>
                    <a:lnTo>
                      <a:pt x="1905" y="1922"/>
                    </a:lnTo>
                    <a:lnTo>
                      <a:pt x="19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41"/>
              <p:cNvSpPr/>
              <p:nvPr/>
            </p:nvSpPr>
            <p:spPr>
              <a:xfrm>
                <a:off x="7793066" y="3717070"/>
                <a:ext cx="321675" cy="412022"/>
              </a:xfrm>
              <a:custGeom>
                <a:rect b="b" l="l" r="r" t="t"/>
                <a:pathLst>
                  <a:path extrusionOk="0" h="2075" w="1620">
                    <a:moveTo>
                      <a:pt x="1620" y="0"/>
                    </a:moveTo>
                    <a:lnTo>
                      <a:pt x="0" y="251"/>
                    </a:lnTo>
                    <a:lnTo>
                      <a:pt x="0" y="589"/>
                    </a:lnTo>
                    <a:lnTo>
                      <a:pt x="583" y="500"/>
                    </a:lnTo>
                    <a:lnTo>
                      <a:pt x="583" y="2074"/>
                    </a:lnTo>
                    <a:lnTo>
                      <a:pt x="1037" y="2003"/>
                    </a:lnTo>
                    <a:lnTo>
                      <a:pt x="1037" y="428"/>
                    </a:lnTo>
                    <a:lnTo>
                      <a:pt x="1620" y="339"/>
                    </a:lnTo>
                    <a:lnTo>
                      <a:pt x="162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41"/>
              <p:cNvSpPr/>
              <p:nvPr/>
            </p:nvSpPr>
            <p:spPr>
              <a:xfrm>
                <a:off x="7133834" y="591675"/>
                <a:ext cx="855418" cy="1689788"/>
              </a:xfrm>
              <a:custGeom>
                <a:rect b="b" l="l" r="r" t="t"/>
                <a:pathLst>
                  <a:path extrusionOk="0" h="8510" w="4308">
                    <a:moveTo>
                      <a:pt x="3455" y="0"/>
                    </a:moveTo>
                    <a:cubicBezTo>
                      <a:pt x="2992" y="0"/>
                      <a:pt x="2570" y="147"/>
                      <a:pt x="2188" y="435"/>
                    </a:cubicBezTo>
                    <a:cubicBezTo>
                      <a:pt x="0" y="2101"/>
                      <a:pt x="40" y="8076"/>
                      <a:pt x="45" y="8326"/>
                    </a:cubicBezTo>
                    <a:cubicBezTo>
                      <a:pt x="45" y="8426"/>
                      <a:pt x="129" y="8510"/>
                      <a:pt x="229" y="8510"/>
                    </a:cubicBezTo>
                    <a:cubicBezTo>
                      <a:pt x="334" y="8504"/>
                      <a:pt x="417" y="8427"/>
                      <a:pt x="412" y="8326"/>
                    </a:cubicBezTo>
                    <a:cubicBezTo>
                      <a:pt x="412" y="8265"/>
                      <a:pt x="372" y="2283"/>
                      <a:pt x="2409" y="730"/>
                    </a:cubicBezTo>
                    <a:cubicBezTo>
                      <a:pt x="2722" y="487"/>
                      <a:pt x="3065" y="367"/>
                      <a:pt x="3445" y="367"/>
                    </a:cubicBezTo>
                    <a:cubicBezTo>
                      <a:pt x="3637" y="367"/>
                      <a:pt x="3839" y="398"/>
                      <a:pt x="4051" y="458"/>
                    </a:cubicBezTo>
                    <a:cubicBezTo>
                      <a:pt x="4069" y="463"/>
                      <a:pt x="4086" y="465"/>
                      <a:pt x="4103" y="465"/>
                    </a:cubicBezTo>
                    <a:cubicBezTo>
                      <a:pt x="4184" y="465"/>
                      <a:pt x="4256" y="412"/>
                      <a:pt x="4279" y="330"/>
                    </a:cubicBezTo>
                    <a:cubicBezTo>
                      <a:pt x="4308" y="230"/>
                      <a:pt x="4251" y="130"/>
                      <a:pt x="4152" y="103"/>
                    </a:cubicBezTo>
                    <a:cubicBezTo>
                      <a:pt x="3910" y="34"/>
                      <a:pt x="3678" y="0"/>
                      <a:pt x="34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6" name="Google Shape;4316;p41"/>
            <p:cNvSpPr/>
            <p:nvPr/>
          </p:nvSpPr>
          <p:spPr>
            <a:xfrm>
              <a:off x="6081543" y="1969210"/>
              <a:ext cx="1320060" cy="649109"/>
            </a:xfrm>
            <a:custGeom>
              <a:rect b="b" l="l" r="r" t="t"/>
              <a:pathLst>
                <a:path extrusionOk="0" h="3269" w="6648">
                  <a:moveTo>
                    <a:pt x="6647" y="0"/>
                  </a:moveTo>
                  <a:lnTo>
                    <a:pt x="11" y="1032"/>
                  </a:lnTo>
                  <a:lnTo>
                    <a:pt x="0" y="3269"/>
                  </a:lnTo>
                  <a:lnTo>
                    <a:pt x="6642" y="2237"/>
                  </a:lnTo>
                  <a:lnTo>
                    <a:pt x="6647" y="0"/>
                  </a:lnTo>
                  <a:close/>
                </a:path>
              </a:pathLst>
            </a:custGeom>
            <a:solidFill>
              <a:srgbClr val="E2A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41"/>
            <p:cNvSpPr/>
            <p:nvPr/>
          </p:nvSpPr>
          <p:spPr>
            <a:xfrm>
              <a:off x="7400404" y="1969210"/>
              <a:ext cx="969593" cy="1002753"/>
            </a:xfrm>
            <a:custGeom>
              <a:rect b="b" l="l" r="r" t="t"/>
              <a:pathLst>
                <a:path extrusionOk="0" h="5050" w="4883">
                  <a:moveTo>
                    <a:pt x="5" y="0"/>
                  </a:moveTo>
                  <a:lnTo>
                    <a:pt x="0" y="2237"/>
                  </a:lnTo>
                  <a:lnTo>
                    <a:pt x="4871" y="5050"/>
                  </a:lnTo>
                  <a:lnTo>
                    <a:pt x="4883" y="2813"/>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41"/>
            <p:cNvSpPr/>
            <p:nvPr/>
          </p:nvSpPr>
          <p:spPr>
            <a:xfrm>
              <a:off x="5733262" y="2174127"/>
              <a:ext cx="350467" cy="1207672"/>
            </a:xfrm>
            <a:custGeom>
              <a:rect b="b" l="l" r="r" t="t"/>
              <a:pathLst>
                <a:path extrusionOk="0" h="6082" w="1765">
                  <a:moveTo>
                    <a:pt x="1765" y="0"/>
                  </a:moveTo>
                  <a:lnTo>
                    <a:pt x="6" y="3847"/>
                  </a:lnTo>
                  <a:lnTo>
                    <a:pt x="1" y="6081"/>
                  </a:lnTo>
                  <a:lnTo>
                    <a:pt x="1754" y="2237"/>
                  </a:lnTo>
                  <a:lnTo>
                    <a:pt x="176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41"/>
            <p:cNvSpPr/>
            <p:nvPr/>
          </p:nvSpPr>
          <p:spPr>
            <a:xfrm>
              <a:off x="5673891" y="1933865"/>
              <a:ext cx="2756876" cy="1014071"/>
            </a:xfrm>
            <a:custGeom>
              <a:rect b="b" l="l" r="r" t="t"/>
              <a:pathLst>
                <a:path extrusionOk="0" h="5107" w="13884">
                  <a:moveTo>
                    <a:pt x="8778" y="0"/>
                  </a:moveTo>
                  <a:lnTo>
                    <a:pt x="1838" y="1083"/>
                  </a:lnTo>
                  <a:lnTo>
                    <a:pt x="0" y="5106"/>
                  </a:lnTo>
                  <a:lnTo>
                    <a:pt x="305" y="5057"/>
                  </a:lnTo>
                  <a:lnTo>
                    <a:pt x="2053" y="1223"/>
                  </a:lnTo>
                  <a:lnTo>
                    <a:pt x="8700" y="178"/>
                  </a:lnTo>
                  <a:lnTo>
                    <a:pt x="13578" y="2991"/>
                  </a:lnTo>
                  <a:lnTo>
                    <a:pt x="13884" y="2947"/>
                  </a:lnTo>
                  <a:lnTo>
                    <a:pt x="87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41"/>
            <p:cNvSpPr/>
            <p:nvPr/>
          </p:nvSpPr>
          <p:spPr>
            <a:xfrm>
              <a:off x="7816991" y="1671761"/>
              <a:ext cx="123309" cy="2625625"/>
            </a:xfrm>
            <a:custGeom>
              <a:rect b="b" l="l" r="r" t="t"/>
              <a:pathLst>
                <a:path extrusionOk="0" h="13223" w="621">
                  <a:moveTo>
                    <a:pt x="621" y="0"/>
                  </a:moveTo>
                  <a:lnTo>
                    <a:pt x="621" y="33"/>
                  </a:lnTo>
                  <a:lnTo>
                    <a:pt x="621" y="33"/>
                  </a:lnTo>
                  <a:cubicBezTo>
                    <a:pt x="621" y="29"/>
                    <a:pt x="621" y="26"/>
                    <a:pt x="621" y="23"/>
                  </a:cubicBezTo>
                  <a:lnTo>
                    <a:pt x="621" y="0"/>
                  </a:lnTo>
                  <a:close/>
                  <a:moveTo>
                    <a:pt x="621" y="33"/>
                  </a:moveTo>
                  <a:cubicBezTo>
                    <a:pt x="620" y="69"/>
                    <a:pt x="614" y="110"/>
                    <a:pt x="604" y="145"/>
                  </a:cubicBezTo>
                  <a:cubicBezTo>
                    <a:pt x="593" y="183"/>
                    <a:pt x="582" y="221"/>
                    <a:pt x="571" y="261"/>
                  </a:cubicBezTo>
                  <a:cubicBezTo>
                    <a:pt x="554" y="300"/>
                    <a:pt x="538" y="338"/>
                    <a:pt x="516" y="377"/>
                  </a:cubicBezTo>
                  <a:cubicBezTo>
                    <a:pt x="494" y="422"/>
                    <a:pt x="461" y="461"/>
                    <a:pt x="432" y="505"/>
                  </a:cubicBezTo>
                  <a:cubicBezTo>
                    <a:pt x="393" y="554"/>
                    <a:pt x="348" y="599"/>
                    <a:pt x="305" y="643"/>
                  </a:cubicBezTo>
                  <a:cubicBezTo>
                    <a:pt x="228" y="716"/>
                    <a:pt x="144" y="777"/>
                    <a:pt x="39" y="837"/>
                  </a:cubicBezTo>
                  <a:lnTo>
                    <a:pt x="0" y="13223"/>
                  </a:lnTo>
                  <a:cubicBezTo>
                    <a:pt x="100" y="13161"/>
                    <a:pt x="189" y="13095"/>
                    <a:pt x="265" y="13029"/>
                  </a:cubicBezTo>
                  <a:cubicBezTo>
                    <a:pt x="316" y="12984"/>
                    <a:pt x="360" y="12935"/>
                    <a:pt x="393" y="12890"/>
                  </a:cubicBezTo>
                  <a:cubicBezTo>
                    <a:pt x="426" y="12846"/>
                    <a:pt x="454" y="12806"/>
                    <a:pt x="477" y="12763"/>
                  </a:cubicBezTo>
                  <a:cubicBezTo>
                    <a:pt x="499" y="12723"/>
                    <a:pt x="521" y="12685"/>
                    <a:pt x="532" y="12647"/>
                  </a:cubicBezTo>
                  <a:cubicBezTo>
                    <a:pt x="548" y="12607"/>
                    <a:pt x="559" y="12569"/>
                    <a:pt x="564" y="12529"/>
                  </a:cubicBezTo>
                  <a:cubicBezTo>
                    <a:pt x="575" y="12491"/>
                    <a:pt x="575" y="12452"/>
                    <a:pt x="582" y="12408"/>
                  </a:cubicBezTo>
                  <a:lnTo>
                    <a:pt x="582" y="12386"/>
                  </a:lnTo>
                  <a:lnTo>
                    <a:pt x="621" y="33"/>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41"/>
            <p:cNvSpPr/>
            <p:nvPr/>
          </p:nvSpPr>
          <p:spPr>
            <a:xfrm>
              <a:off x="7102956" y="1669378"/>
              <a:ext cx="169575" cy="2654417"/>
            </a:xfrm>
            <a:custGeom>
              <a:rect b="b" l="l" r="r" t="t"/>
              <a:pathLst>
                <a:path extrusionOk="0" h="13368" w="854">
                  <a:moveTo>
                    <a:pt x="33" y="1"/>
                  </a:moveTo>
                  <a:lnTo>
                    <a:pt x="0" y="12386"/>
                  </a:lnTo>
                  <a:cubicBezTo>
                    <a:pt x="0" y="12703"/>
                    <a:pt x="204" y="13013"/>
                    <a:pt x="615" y="13252"/>
                  </a:cubicBezTo>
                  <a:cubicBezTo>
                    <a:pt x="693" y="13290"/>
                    <a:pt x="770" y="13335"/>
                    <a:pt x="854" y="13368"/>
                  </a:cubicBezTo>
                  <a:lnTo>
                    <a:pt x="854" y="968"/>
                  </a:lnTo>
                  <a:cubicBezTo>
                    <a:pt x="787" y="939"/>
                    <a:pt x="722" y="906"/>
                    <a:pt x="649" y="866"/>
                  </a:cubicBezTo>
                  <a:cubicBezTo>
                    <a:pt x="239" y="623"/>
                    <a:pt x="33" y="311"/>
                    <a:pt x="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41"/>
            <p:cNvSpPr/>
            <p:nvPr/>
          </p:nvSpPr>
          <p:spPr>
            <a:xfrm>
              <a:off x="7274515" y="1838157"/>
              <a:ext cx="550224" cy="2534285"/>
            </a:xfrm>
            <a:custGeom>
              <a:rect b="b" l="l" r="r" t="t"/>
              <a:pathLst>
                <a:path extrusionOk="0" h="12763" w="2771">
                  <a:moveTo>
                    <a:pt x="2770" y="0"/>
                  </a:moveTo>
                  <a:lnTo>
                    <a:pt x="2770" y="0"/>
                  </a:lnTo>
                  <a:cubicBezTo>
                    <a:pt x="2760" y="5"/>
                    <a:pt x="2754" y="11"/>
                    <a:pt x="2741" y="14"/>
                  </a:cubicBezTo>
                  <a:cubicBezTo>
                    <a:pt x="2604" y="92"/>
                    <a:pt x="2448" y="158"/>
                    <a:pt x="2287" y="214"/>
                  </a:cubicBezTo>
                  <a:cubicBezTo>
                    <a:pt x="2165" y="258"/>
                    <a:pt x="2026" y="291"/>
                    <a:pt x="1892" y="313"/>
                  </a:cubicBezTo>
                  <a:cubicBezTo>
                    <a:pt x="1805" y="330"/>
                    <a:pt x="1715" y="343"/>
                    <a:pt x="1627" y="352"/>
                  </a:cubicBezTo>
                  <a:cubicBezTo>
                    <a:pt x="1555" y="360"/>
                    <a:pt x="1476" y="365"/>
                    <a:pt x="1399" y="370"/>
                  </a:cubicBezTo>
                  <a:cubicBezTo>
                    <a:pt x="1363" y="373"/>
                    <a:pt x="1327" y="374"/>
                    <a:pt x="1291" y="374"/>
                  </a:cubicBezTo>
                  <a:cubicBezTo>
                    <a:pt x="1255" y="374"/>
                    <a:pt x="1219" y="373"/>
                    <a:pt x="1183" y="370"/>
                  </a:cubicBezTo>
                  <a:cubicBezTo>
                    <a:pt x="1116" y="370"/>
                    <a:pt x="1044" y="365"/>
                    <a:pt x="978" y="360"/>
                  </a:cubicBezTo>
                  <a:cubicBezTo>
                    <a:pt x="905" y="354"/>
                    <a:pt x="838" y="347"/>
                    <a:pt x="771" y="336"/>
                  </a:cubicBezTo>
                  <a:cubicBezTo>
                    <a:pt x="699" y="325"/>
                    <a:pt x="633" y="314"/>
                    <a:pt x="566" y="298"/>
                  </a:cubicBezTo>
                  <a:cubicBezTo>
                    <a:pt x="494" y="282"/>
                    <a:pt x="421" y="265"/>
                    <a:pt x="350" y="242"/>
                  </a:cubicBezTo>
                  <a:cubicBezTo>
                    <a:pt x="266" y="215"/>
                    <a:pt x="184" y="187"/>
                    <a:pt x="100" y="153"/>
                  </a:cubicBezTo>
                  <a:cubicBezTo>
                    <a:pt x="67" y="142"/>
                    <a:pt x="33" y="131"/>
                    <a:pt x="0" y="114"/>
                  </a:cubicBezTo>
                  <a:lnTo>
                    <a:pt x="0" y="12516"/>
                  </a:lnTo>
                  <a:cubicBezTo>
                    <a:pt x="17" y="12525"/>
                    <a:pt x="39" y="12533"/>
                    <a:pt x="62" y="12543"/>
                  </a:cubicBezTo>
                  <a:cubicBezTo>
                    <a:pt x="141" y="12577"/>
                    <a:pt x="222" y="12609"/>
                    <a:pt x="311" y="12632"/>
                  </a:cubicBezTo>
                  <a:cubicBezTo>
                    <a:pt x="384" y="12654"/>
                    <a:pt x="451" y="12670"/>
                    <a:pt x="528" y="12687"/>
                  </a:cubicBezTo>
                  <a:cubicBezTo>
                    <a:pt x="594" y="12703"/>
                    <a:pt x="661" y="12716"/>
                    <a:pt x="734" y="12726"/>
                  </a:cubicBezTo>
                  <a:cubicBezTo>
                    <a:pt x="806" y="12732"/>
                    <a:pt x="873" y="12743"/>
                    <a:pt x="939" y="12748"/>
                  </a:cubicBezTo>
                  <a:cubicBezTo>
                    <a:pt x="1006" y="12754"/>
                    <a:pt x="1078" y="12754"/>
                    <a:pt x="1145" y="12759"/>
                  </a:cubicBezTo>
                  <a:cubicBezTo>
                    <a:pt x="1181" y="12762"/>
                    <a:pt x="1217" y="12763"/>
                    <a:pt x="1253" y="12763"/>
                  </a:cubicBezTo>
                  <a:cubicBezTo>
                    <a:pt x="1289" y="12763"/>
                    <a:pt x="1325" y="12762"/>
                    <a:pt x="1361" y="12759"/>
                  </a:cubicBezTo>
                  <a:cubicBezTo>
                    <a:pt x="1433" y="12759"/>
                    <a:pt x="1512" y="12753"/>
                    <a:pt x="1588" y="12742"/>
                  </a:cubicBezTo>
                  <a:cubicBezTo>
                    <a:pt x="1676" y="12730"/>
                    <a:pt x="1766" y="12719"/>
                    <a:pt x="1855" y="12702"/>
                  </a:cubicBezTo>
                  <a:cubicBezTo>
                    <a:pt x="1994" y="12680"/>
                    <a:pt x="2122" y="12648"/>
                    <a:pt x="2248" y="12603"/>
                  </a:cubicBezTo>
                  <a:cubicBezTo>
                    <a:pt x="2415" y="12547"/>
                    <a:pt x="2571" y="12487"/>
                    <a:pt x="2709" y="12403"/>
                  </a:cubicBezTo>
                  <a:cubicBezTo>
                    <a:pt x="2720" y="12396"/>
                    <a:pt x="2727" y="12391"/>
                    <a:pt x="2738" y="12386"/>
                  </a:cubicBezTo>
                  <a:lnTo>
                    <a:pt x="27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41"/>
            <p:cNvSpPr/>
            <p:nvPr/>
          </p:nvSpPr>
          <p:spPr>
            <a:xfrm>
              <a:off x="7070788" y="1430704"/>
              <a:ext cx="910222" cy="479932"/>
            </a:xfrm>
            <a:custGeom>
              <a:rect b="b" l="l" r="r" t="t"/>
              <a:pathLst>
                <a:path extrusionOk="0" h="2417" w="4584">
                  <a:moveTo>
                    <a:pt x="2283" y="0"/>
                  </a:moveTo>
                  <a:cubicBezTo>
                    <a:pt x="1749" y="0"/>
                    <a:pt x="1216" y="118"/>
                    <a:pt x="812" y="354"/>
                  </a:cubicBezTo>
                  <a:cubicBezTo>
                    <a:pt x="1" y="825"/>
                    <a:pt x="1" y="1591"/>
                    <a:pt x="822" y="2063"/>
                  </a:cubicBezTo>
                  <a:cubicBezTo>
                    <a:pt x="1230" y="2298"/>
                    <a:pt x="1764" y="2416"/>
                    <a:pt x="2298" y="2416"/>
                  </a:cubicBezTo>
                  <a:cubicBezTo>
                    <a:pt x="2832" y="2416"/>
                    <a:pt x="3366" y="2298"/>
                    <a:pt x="3774" y="2063"/>
                  </a:cubicBezTo>
                  <a:cubicBezTo>
                    <a:pt x="4584" y="1591"/>
                    <a:pt x="4584" y="825"/>
                    <a:pt x="3764" y="354"/>
                  </a:cubicBezTo>
                  <a:cubicBezTo>
                    <a:pt x="3353" y="118"/>
                    <a:pt x="2817" y="0"/>
                    <a:pt x="2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41"/>
            <p:cNvSpPr/>
            <p:nvPr/>
          </p:nvSpPr>
          <p:spPr>
            <a:xfrm>
              <a:off x="7146044" y="1467836"/>
              <a:ext cx="755738" cy="404477"/>
            </a:xfrm>
            <a:custGeom>
              <a:rect b="b" l="l" r="r" t="t"/>
              <a:pathLst>
                <a:path extrusionOk="0" h="2037" w="3806">
                  <a:moveTo>
                    <a:pt x="1898" y="0"/>
                  </a:moveTo>
                  <a:cubicBezTo>
                    <a:pt x="1371" y="0"/>
                    <a:pt x="883" y="118"/>
                    <a:pt x="516" y="328"/>
                  </a:cubicBezTo>
                  <a:cubicBezTo>
                    <a:pt x="184" y="522"/>
                    <a:pt x="1" y="765"/>
                    <a:pt x="6" y="1016"/>
                  </a:cubicBezTo>
                  <a:cubicBezTo>
                    <a:pt x="6" y="1077"/>
                    <a:pt x="17" y="1142"/>
                    <a:pt x="39" y="1204"/>
                  </a:cubicBezTo>
                  <a:cubicBezTo>
                    <a:pt x="106" y="1387"/>
                    <a:pt x="271" y="1566"/>
                    <a:pt x="522" y="1710"/>
                  </a:cubicBezTo>
                  <a:cubicBezTo>
                    <a:pt x="894" y="1921"/>
                    <a:pt x="1382" y="2037"/>
                    <a:pt x="1909" y="2037"/>
                  </a:cubicBezTo>
                  <a:cubicBezTo>
                    <a:pt x="2435" y="2037"/>
                    <a:pt x="2924" y="1921"/>
                    <a:pt x="3290" y="1710"/>
                  </a:cubicBezTo>
                  <a:cubicBezTo>
                    <a:pt x="3533" y="1571"/>
                    <a:pt x="3700" y="1399"/>
                    <a:pt x="3767" y="1216"/>
                  </a:cubicBezTo>
                  <a:cubicBezTo>
                    <a:pt x="3795" y="1155"/>
                    <a:pt x="3806" y="1094"/>
                    <a:pt x="3806" y="1027"/>
                  </a:cubicBezTo>
                  <a:cubicBezTo>
                    <a:pt x="3806" y="778"/>
                    <a:pt x="3622" y="528"/>
                    <a:pt x="3280" y="328"/>
                  </a:cubicBezTo>
                  <a:cubicBezTo>
                    <a:pt x="2913" y="118"/>
                    <a:pt x="2424" y="0"/>
                    <a:pt x="1898" y="0"/>
                  </a:cubicBez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41"/>
            <p:cNvSpPr/>
            <p:nvPr/>
          </p:nvSpPr>
          <p:spPr>
            <a:xfrm>
              <a:off x="7154582" y="1543687"/>
              <a:ext cx="740647" cy="328625"/>
            </a:xfrm>
            <a:custGeom>
              <a:rect b="b" l="l" r="r" t="t"/>
              <a:pathLst>
                <a:path extrusionOk="0" h="1655" w="3730">
                  <a:moveTo>
                    <a:pt x="1859" y="1"/>
                  </a:moveTo>
                  <a:cubicBezTo>
                    <a:pt x="1332" y="1"/>
                    <a:pt x="844" y="118"/>
                    <a:pt x="478" y="329"/>
                  </a:cubicBezTo>
                  <a:cubicBezTo>
                    <a:pt x="233" y="467"/>
                    <a:pt x="68" y="639"/>
                    <a:pt x="1" y="822"/>
                  </a:cubicBezTo>
                  <a:cubicBezTo>
                    <a:pt x="68" y="1005"/>
                    <a:pt x="233" y="1184"/>
                    <a:pt x="484" y="1328"/>
                  </a:cubicBezTo>
                  <a:cubicBezTo>
                    <a:pt x="856" y="1539"/>
                    <a:pt x="1344" y="1655"/>
                    <a:pt x="1871" y="1655"/>
                  </a:cubicBezTo>
                  <a:cubicBezTo>
                    <a:pt x="2397" y="1655"/>
                    <a:pt x="2886" y="1539"/>
                    <a:pt x="3253" y="1328"/>
                  </a:cubicBezTo>
                  <a:cubicBezTo>
                    <a:pt x="3496" y="1189"/>
                    <a:pt x="3662" y="1017"/>
                    <a:pt x="3729" y="834"/>
                  </a:cubicBezTo>
                  <a:cubicBezTo>
                    <a:pt x="3663" y="650"/>
                    <a:pt x="3496" y="474"/>
                    <a:pt x="3240" y="329"/>
                  </a:cubicBezTo>
                  <a:cubicBezTo>
                    <a:pt x="2873" y="118"/>
                    <a:pt x="2385" y="1"/>
                    <a:pt x="1859"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41"/>
            <p:cNvSpPr/>
            <p:nvPr/>
          </p:nvSpPr>
          <p:spPr>
            <a:xfrm>
              <a:off x="8216731" y="2106430"/>
              <a:ext cx="123309" cy="2624632"/>
            </a:xfrm>
            <a:custGeom>
              <a:rect b="b" l="l" r="r" t="t"/>
              <a:pathLst>
                <a:path extrusionOk="0" h="13218" w="621">
                  <a:moveTo>
                    <a:pt x="616" y="0"/>
                  </a:moveTo>
                  <a:lnTo>
                    <a:pt x="616" y="26"/>
                  </a:lnTo>
                  <a:lnTo>
                    <a:pt x="616" y="26"/>
                  </a:lnTo>
                  <a:cubicBezTo>
                    <a:pt x="616" y="23"/>
                    <a:pt x="616" y="21"/>
                    <a:pt x="616" y="18"/>
                  </a:cubicBezTo>
                  <a:cubicBezTo>
                    <a:pt x="621" y="13"/>
                    <a:pt x="621" y="8"/>
                    <a:pt x="616" y="0"/>
                  </a:cubicBezTo>
                  <a:close/>
                  <a:moveTo>
                    <a:pt x="616" y="26"/>
                  </a:moveTo>
                  <a:lnTo>
                    <a:pt x="616" y="26"/>
                  </a:lnTo>
                  <a:cubicBezTo>
                    <a:pt x="615" y="63"/>
                    <a:pt x="610" y="105"/>
                    <a:pt x="598" y="140"/>
                  </a:cubicBezTo>
                  <a:cubicBezTo>
                    <a:pt x="587" y="178"/>
                    <a:pt x="576" y="217"/>
                    <a:pt x="565" y="256"/>
                  </a:cubicBezTo>
                  <a:cubicBezTo>
                    <a:pt x="549" y="296"/>
                    <a:pt x="533" y="334"/>
                    <a:pt x="511" y="372"/>
                  </a:cubicBezTo>
                  <a:cubicBezTo>
                    <a:pt x="483" y="417"/>
                    <a:pt x="455" y="456"/>
                    <a:pt x="427" y="500"/>
                  </a:cubicBezTo>
                  <a:cubicBezTo>
                    <a:pt x="387" y="549"/>
                    <a:pt x="343" y="594"/>
                    <a:pt x="299" y="638"/>
                  </a:cubicBezTo>
                  <a:cubicBezTo>
                    <a:pt x="223" y="711"/>
                    <a:pt x="139" y="772"/>
                    <a:pt x="34" y="832"/>
                  </a:cubicBezTo>
                  <a:lnTo>
                    <a:pt x="1" y="13218"/>
                  </a:lnTo>
                  <a:cubicBezTo>
                    <a:pt x="100" y="13156"/>
                    <a:pt x="189" y="13090"/>
                    <a:pt x="267" y="13024"/>
                  </a:cubicBezTo>
                  <a:cubicBezTo>
                    <a:pt x="317" y="12979"/>
                    <a:pt x="361" y="12930"/>
                    <a:pt x="394" y="12885"/>
                  </a:cubicBezTo>
                  <a:cubicBezTo>
                    <a:pt x="427" y="12841"/>
                    <a:pt x="455" y="12801"/>
                    <a:pt x="477" y="12758"/>
                  </a:cubicBezTo>
                  <a:cubicBezTo>
                    <a:pt x="500" y="12718"/>
                    <a:pt x="517" y="12681"/>
                    <a:pt x="533" y="12642"/>
                  </a:cubicBezTo>
                  <a:cubicBezTo>
                    <a:pt x="550" y="12602"/>
                    <a:pt x="560" y="12564"/>
                    <a:pt x="565" y="12524"/>
                  </a:cubicBezTo>
                  <a:cubicBezTo>
                    <a:pt x="576" y="12486"/>
                    <a:pt x="576" y="12448"/>
                    <a:pt x="582" y="12403"/>
                  </a:cubicBezTo>
                  <a:lnTo>
                    <a:pt x="582" y="12386"/>
                  </a:lnTo>
                  <a:lnTo>
                    <a:pt x="616" y="26"/>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41"/>
            <p:cNvSpPr/>
            <p:nvPr/>
          </p:nvSpPr>
          <p:spPr>
            <a:xfrm>
              <a:off x="7501870" y="2100063"/>
              <a:ext cx="169773" cy="2653424"/>
            </a:xfrm>
            <a:custGeom>
              <a:rect b="b" l="l" r="r" t="t"/>
              <a:pathLst>
                <a:path extrusionOk="0" h="13363" w="855">
                  <a:moveTo>
                    <a:pt x="33" y="0"/>
                  </a:moveTo>
                  <a:lnTo>
                    <a:pt x="0" y="12385"/>
                  </a:lnTo>
                  <a:cubicBezTo>
                    <a:pt x="0" y="12697"/>
                    <a:pt x="205" y="13007"/>
                    <a:pt x="615" y="13246"/>
                  </a:cubicBezTo>
                  <a:cubicBezTo>
                    <a:pt x="693" y="13285"/>
                    <a:pt x="770" y="13330"/>
                    <a:pt x="854" y="13362"/>
                  </a:cubicBezTo>
                  <a:lnTo>
                    <a:pt x="854" y="962"/>
                  </a:lnTo>
                  <a:cubicBezTo>
                    <a:pt x="787" y="928"/>
                    <a:pt x="715" y="895"/>
                    <a:pt x="648" y="865"/>
                  </a:cubicBezTo>
                  <a:cubicBezTo>
                    <a:pt x="238" y="622"/>
                    <a:pt x="33" y="310"/>
                    <a:pt x="33"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41"/>
            <p:cNvSpPr/>
            <p:nvPr/>
          </p:nvSpPr>
          <p:spPr>
            <a:xfrm>
              <a:off x="7673231" y="2267651"/>
              <a:ext cx="550224" cy="2534484"/>
            </a:xfrm>
            <a:custGeom>
              <a:rect b="b" l="l" r="r" t="t"/>
              <a:pathLst>
                <a:path extrusionOk="0" h="12764" w="2771">
                  <a:moveTo>
                    <a:pt x="2770" y="0"/>
                  </a:moveTo>
                  <a:cubicBezTo>
                    <a:pt x="2760" y="8"/>
                    <a:pt x="2754" y="8"/>
                    <a:pt x="2742" y="14"/>
                  </a:cubicBezTo>
                  <a:cubicBezTo>
                    <a:pt x="2605" y="93"/>
                    <a:pt x="2449" y="160"/>
                    <a:pt x="2287" y="214"/>
                  </a:cubicBezTo>
                  <a:cubicBezTo>
                    <a:pt x="2166" y="259"/>
                    <a:pt x="2027" y="292"/>
                    <a:pt x="1894" y="314"/>
                  </a:cubicBezTo>
                  <a:cubicBezTo>
                    <a:pt x="1806" y="330"/>
                    <a:pt x="1717" y="343"/>
                    <a:pt x="1627" y="354"/>
                  </a:cubicBezTo>
                  <a:cubicBezTo>
                    <a:pt x="1555" y="360"/>
                    <a:pt x="1477" y="365"/>
                    <a:pt x="1400" y="370"/>
                  </a:cubicBezTo>
                  <a:cubicBezTo>
                    <a:pt x="1364" y="373"/>
                    <a:pt x="1328" y="374"/>
                    <a:pt x="1292" y="374"/>
                  </a:cubicBezTo>
                  <a:cubicBezTo>
                    <a:pt x="1256" y="374"/>
                    <a:pt x="1219" y="373"/>
                    <a:pt x="1183" y="370"/>
                  </a:cubicBezTo>
                  <a:cubicBezTo>
                    <a:pt x="1117" y="370"/>
                    <a:pt x="1045" y="365"/>
                    <a:pt x="978" y="360"/>
                  </a:cubicBezTo>
                  <a:cubicBezTo>
                    <a:pt x="911" y="355"/>
                    <a:pt x="839" y="348"/>
                    <a:pt x="773" y="338"/>
                  </a:cubicBezTo>
                  <a:cubicBezTo>
                    <a:pt x="700" y="325"/>
                    <a:pt x="633" y="315"/>
                    <a:pt x="566" y="298"/>
                  </a:cubicBezTo>
                  <a:cubicBezTo>
                    <a:pt x="495" y="282"/>
                    <a:pt x="423" y="266"/>
                    <a:pt x="350" y="244"/>
                  </a:cubicBezTo>
                  <a:cubicBezTo>
                    <a:pt x="267" y="215"/>
                    <a:pt x="184" y="187"/>
                    <a:pt x="100" y="154"/>
                  </a:cubicBezTo>
                  <a:cubicBezTo>
                    <a:pt x="68" y="142"/>
                    <a:pt x="34" y="131"/>
                    <a:pt x="1" y="115"/>
                  </a:cubicBezTo>
                  <a:lnTo>
                    <a:pt x="1" y="12516"/>
                  </a:lnTo>
                  <a:cubicBezTo>
                    <a:pt x="18" y="12527"/>
                    <a:pt x="40" y="12533"/>
                    <a:pt x="62" y="12543"/>
                  </a:cubicBezTo>
                  <a:cubicBezTo>
                    <a:pt x="141" y="12577"/>
                    <a:pt x="224" y="12610"/>
                    <a:pt x="313" y="12632"/>
                  </a:cubicBezTo>
                  <a:cubicBezTo>
                    <a:pt x="385" y="12654"/>
                    <a:pt x="451" y="12670"/>
                    <a:pt x="529" y="12687"/>
                  </a:cubicBezTo>
                  <a:cubicBezTo>
                    <a:pt x="596" y="12705"/>
                    <a:pt x="663" y="12716"/>
                    <a:pt x="734" y="12727"/>
                  </a:cubicBezTo>
                  <a:cubicBezTo>
                    <a:pt x="806" y="12732"/>
                    <a:pt x="873" y="12743"/>
                    <a:pt x="940" y="12749"/>
                  </a:cubicBezTo>
                  <a:cubicBezTo>
                    <a:pt x="1007" y="12754"/>
                    <a:pt x="1079" y="12754"/>
                    <a:pt x="1146" y="12759"/>
                  </a:cubicBezTo>
                  <a:cubicBezTo>
                    <a:pt x="1182" y="12762"/>
                    <a:pt x="1218" y="12763"/>
                    <a:pt x="1254" y="12763"/>
                  </a:cubicBezTo>
                  <a:cubicBezTo>
                    <a:pt x="1290" y="12763"/>
                    <a:pt x="1326" y="12762"/>
                    <a:pt x="1361" y="12759"/>
                  </a:cubicBezTo>
                  <a:cubicBezTo>
                    <a:pt x="1434" y="12759"/>
                    <a:pt x="1512" y="12753"/>
                    <a:pt x="1590" y="12742"/>
                  </a:cubicBezTo>
                  <a:cubicBezTo>
                    <a:pt x="1677" y="12731"/>
                    <a:pt x="1767" y="12720"/>
                    <a:pt x="1855" y="12703"/>
                  </a:cubicBezTo>
                  <a:cubicBezTo>
                    <a:pt x="1994" y="12681"/>
                    <a:pt x="2122" y="12648"/>
                    <a:pt x="2250" y="12603"/>
                  </a:cubicBezTo>
                  <a:cubicBezTo>
                    <a:pt x="2416" y="12548"/>
                    <a:pt x="2571" y="12487"/>
                    <a:pt x="2711" y="12403"/>
                  </a:cubicBezTo>
                  <a:cubicBezTo>
                    <a:pt x="2721" y="12397"/>
                    <a:pt x="2727" y="12391"/>
                    <a:pt x="2738" y="12386"/>
                  </a:cubicBezTo>
                  <a:lnTo>
                    <a:pt x="27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41"/>
            <p:cNvSpPr/>
            <p:nvPr/>
          </p:nvSpPr>
          <p:spPr>
            <a:xfrm>
              <a:off x="7468710" y="1860397"/>
              <a:ext cx="910222" cy="480130"/>
            </a:xfrm>
            <a:custGeom>
              <a:rect b="b" l="l" r="r" t="t"/>
              <a:pathLst>
                <a:path extrusionOk="0" h="2418" w="4584">
                  <a:moveTo>
                    <a:pt x="2284" y="1"/>
                  </a:moveTo>
                  <a:cubicBezTo>
                    <a:pt x="1750" y="1"/>
                    <a:pt x="1216" y="119"/>
                    <a:pt x="812" y="354"/>
                  </a:cubicBezTo>
                  <a:cubicBezTo>
                    <a:pt x="1" y="826"/>
                    <a:pt x="1" y="1593"/>
                    <a:pt x="822" y="2064"/>
                  </a:cubicBezTo>
                  <a:cubicBezTo>
                    <a:pt x="1230" y="2300"/>
                    <a:pt x="1763" y="2418"/>
                    <a:pt x="2297" y="2418"/>
                  </a:cubicBezTo>
                  <a:cubicBezTo>
                    <a:pt x="2831" y="2418"/>
                    <a:pt x="3365" y="2300"/>
                    <a:pt x="3773" y="2064"/>
                  </a:cubicBezTo>
                  <a:cubicBezTo>
                    <a:pt x="4584" y="1593"/>
                    <a:pt x="4584" y="826"/>
                    <a:pt x="3763" y="354"/>
                  </a:cubicBezTo>
                  <a:cubicBezTo>
                    <a:pt x="3355" y="119"/>
                    <a:pt x="2819" y="1"/>
                    <a:pt x="2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41"/>
            <p:cNvSpPr/>
            <p:nvPr/>
          </p:nvSpPr>
          <p:spPr>
            <a:xfrm>
              <a:off x="7544959" y="1898322"/>
              <a:ext cx="755937" cy="404675"/>
            </a:xfrm>
            <a:custGeom>
              <a:rect b="b" l="l" r="r" t="t"/>
              <a:pathLst>
                <a:path extrusionOk="0" h="2038" w="3807">
                  <a:moveTo>
                    <a:pt x="1897" y="1"/>
                  </a:moveTo>
                  <a:cubicBezTo>
                    <a:pt x="1377" y="1"/>
                    <a:pt x="883" y="118"/>
                    <a:pt x="517" y="329"/>
                  </a:cubicBezTo>
                  <a:cubicBezTo>
                    <a:pt x="184" y="523"/>
                    <a:pt x="0" y="766"/>
                    <a:pt x="5" y="1016"/>
                  </a:cubicBezTo>
                  <a:cubicBezTo>
                    <a:pt x="5" y="1078"/>
                    <a:pt x="16" y="1143"/>
                    <a:pt x="38" y="1205"/>
                  </a:cubicBezTo>
                  <a:cubicBezTo>
                    <a:pt x="105" y="1388"/>
                    <a:pt x="272" y="1566"/>
                    <a:pt x="522" y="1710"/>
                  </a:cubicBezTo>
                  <a:cubicBezTo>
                    <a:pt x="894" y="1921"/>
                    <a:pt x="1382" y="2038"/>
                    <a:pt x="1908" y="2038"/>
                  </a:cubicBezTo>
                  <a:cubicBezTo>
                    <a:pt x="2435" y="2038"/>
                    <a:pt x="2923" y="1921"/>
                    <a:pt x="3290" y="1710"/>
                  </a:cubicBezTo>
                  <a:cubicBezTo>
                    <a:pt x="3534" y="1566"/>
                    <a:pt x="3699" y="1394"/>
                    <a:pt x="3766" y="1211"/>
                  </a:cubicBezTo>
                  <a:cubicBezTo>
                    <a:pt x="3796" y="1149"/>
                    <a:pt x="3806" y="1089"/>
                    <a:pt x="3806" y="1022"/>
                  </a:cubicBezTo>
                  <a:cubicBezTo>
                    <a:pt x="3806" y="769"/>
                    <a:pt x="3623" y="519"/>
                    <a:pt x="3279" y="329"/>
                  </a:cubicBezTo>
                  <a:cubicBezTo>
                    <a:pt x="2913" y="118"/>
                    <a:pt x="2419" y="1"/>
                    <a:pt x="1897" y="1"/>
                  </a:cubicBez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41"/>
            <p:cNvSpPr/>
            <p:nvPr/>
          </p:nvSpPr>
          <p:spPr>
            <a:xfrm>
              <a:off x="7553497" y="1974769"/>
              <a:ext cx="740449" cy="328427"/>
            </a:xfrm>
            <a:custGeom>
              <a:rect b="b" l="l" r="r" t="t"/>
              <a:pathLst>
                <a:path extrusionOk="0" h="1654" w="3729">
                  <a:moveTo>
                    <a:pt x="1859" y="0"/>
                  </a:moveTo>
                  <a:cubicBezTo>
                    <a:pt x="1338" y="0"/>
                    <a:pt x="843" y="117"/>
                    <a:pt x="477" y="327"/>
                  </a:cubicBezTo>
                  <a:cubicBezTo>
                    <a:pt x="234" y="467"/>
                    <a:pt x="67" y="637"/>
                    <a:pt x="0" y="821"/>
                  </a:cubicBezTo>
                  <a:cubicBezTo>
                    <a:pt x="67" y="1004"/>
                    <a:pt x="234" y="1182"/>
                    <a:pt x="484" y="1327"/>
                  </a:cubicBezTo>
                  <a:cubicBezTo>
                    <a:pt x="856" y="1537"/>
                    <a:pt x="1344" y="1654"/>
                    <a:pt x="1870" y="1654"/>
                  </a:cubicBezTo>
                  <a:cubicBezTo>
                    <a:pt x="2397" y="1654"/>
                    <a:pt x="2885" y="1537"/>
                    <a:pt x="3252" y="1327"/>
                  </a:cubicBezTo>
                  <a:cubicBezTo>
                    <a:pt x="3496" y="1182"/>
                    <a:pt x="3662" y="1011"/>
                    <a:pt x="3729" y="828"/>
                  </a:cubicBezTo>
                  <a:cubicBezTo>
                    <a:pt x="3664" y="645"/>
                    <a:pt x="3496" y="467"/>
                    <a:pt x="3240" y="327"/>
                  </a:cubicBezTo>
                  <a:cubicBezTo>
                    <a:pt x="2874" y="117"/>
                    <a:pt x="2380" y="0"/>
                    <a:pt x="1859" y="0"/>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41"/>
            <p:cNvSpPr/>
            <p:nvPr/>
          </p:nvSpPr>
          <p:spPr>
            <a:xfrm>
              <a:off x="6874806" y="1644161"/>
              <a:ext cx="123507" cy="2625625"/>
            </a:xfrm>
            <a:custGeom>
              <a:rect b="b" l="l" r="r" t="t"/>
              <a:pathLst>
                <a:path extrusionOk="0" h="13223" w="622">
                  <a:moveTo>
                    <a:pt x="621" y="1"/>
                  </a:moveTo>
                  <a:lnTo>
                    <a:pt x="621" y="32"/>
                  </a:lnTo>
                  <a:lnTo>
                    <a:pt x="621" y="32"/>
                  </a:lnTo>
                  <a:cubicBezTo>
                    <a:pt x="621" y="29"/>
                    <a:pt x="621" y="26"/>
                    <a:pt x="621" y="23"/>
                  </a:cubicBezTo>
                  <a:lnTo>
                    <a:pt x="621" y="1"/>
                  </a:lnTo>
                  <a:close/>
                  <a:moveTo>
                    <a:pt x="621" y="32"/>
                  </a:moveTo>
                  <a:lnTo>
                    <a:pt x="621" y="32"/>
                  </a:lnTo>
                  <a:cubicBezTo>
                    <a:pt x="620" y="70"/>
                    <a:pt x="615" y="110"/>
                    <a:pt x="604" y="144"/>
                  </a:cubicBezTo>
                  <a:cubicBezTo>
                    <a:pt x="594" y="184"/>
                    <a:pt x="582" y="222"/>
                    <a:pt x="572" y="261"/>
                  </a:cubicBezTo>
                  <a:cubicBezTo>
                    <a:pt x="555" y="300"/>
                    <a:pt x="539" y="338"/>
                    <a:pt x="516" y="378"/>
                  </a:cubicBezTo>
                  <a:cubicBezTo>
                    <a:pt x="489" y="422"/>
                    <a:pt x="462" y="462"/>
                    <a:pt x="433" y="505"/>
                  </a:cubicBezTo>
                  <a:cubicBezTo>
                    <a:pt x="394" y="554"/>
                    <a:pt x="349" y="599"/>
                    <a:pt x="306" y="644"/>
                  </a:cubicBezTo>
                  <a:cubicBezTo>
                    <a:pt x="228" y="715"/>
                    <a:pt x="144" y="777"/>
                    <a:pt x="40" y="837"/>
                  </a:cubicBezTo>
                  <a:lnTo>
                    <a:pt x="1" y="13223"/>
                  </a:lnTo>
                  <a:cubicBezTo>
                    <a:pt x="100" y="13161"/>
                    <a:pt x="189" y="13096"/>
                    <a:pt x="267" y="13029"/>
                  </a:cubicBezTo>
                  <a:cubicBezTo>
                    <a:pt x="316" y="12984"/>
                    <a:pt x="361" y="12934"/>
                    <a:pt x="394" y="12890"/>
                  </a:cubicBezTo>
                  <a:cubicBezTo>
                    <a:pt x="426" y="12845"/>
                    <a:pt x="456" y="12806"/>
                    <a:pt x="478" y="12763"/>
                  </a:cubicBezTo>
                  <a:cubicBezTo>
                    <a:pt x="500" y="12724"/>
                    <a:pt x="522" y="12685"/>
                    <a:pt x="532" y="12646"/>
                  </a:cubicBezTo>
                  <a:cubicBezTo>
                    <a:pt x="550" y="12607"/>
                    <a:pt x="560" y="12569"/>
                    <a:pt x="566" y="12530"/>
                  </a:cubicBezTo>
                  <a:cubicBezTo>
                    <a:pt x="576" y="12490"/>
                    <a:pt x="576" y="12453"/>
                    <a:pt x="582" y="12408"/>
                  </a:cubicBezTo>
                  <a:lnTo>
                    <a:pt x="582" y="12386"/>
                  </a:lnTo>
                  <a:lnTo>
                    <a:pt x="621" y="32"/>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41"/>
            <p:cNvSpPr/>
            <p:nvPr/>
          </p:nvSpPr>
          <p:spPr>
            <a:xfrm>
              <a:off x="6162160" y="1642969"/>
              <a:ext cx="169773" cy="2654417"/>
            </a:xfrm>
            <a:custGeom>
              <a:rect b="b" l="l" r="r" t="t"/>
              <a:pathLst>
                <a:path extrusionOk="0" h="13368" w="855">
                  <a:moveTo>
                    <a:pt x="33" y="1"/>
                  </a:moveTo>
                  <a:lnTo>
                    <a:pt x="1" y="12385"/>
                  </a:lnTo>
                  <a:cubicBezTo>
                    <a:pt x="1" y="12703"/>
                    <a:pt x="205" y="13013"/>
                    <a:pt x="616" y="13251"/>
                  </a:cubicBezTo>
                  <a:cubicBezTo>
                    <a:pt x="693" y="13290"/>
                    <a:pt x="771" y="13334"/>
                    <a:pt x="855" y="13368"/>
                  </a:cubicBezTo>
                  <a:lnTo>
                    <a:pt x="855" y="966"/>
                  </a:lnTo>
                  <a:cubicBezTo>
                    <a:pt x="782" y="934"/>
                    <a:pt x="715" y="894"/>
                    <a:pt x="648" y="866"/>
                  </a:cubicBezTo>
                  <a:cubicBezTo>
                    <a:pt x="239" y="627"/>
                    <a:pt x="33" y="311"/>
                    <a:pt x="33"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41"/>
            <p:cNvSpPr/>
            <p:nvPr/>
          </p:nvSpPr>
          <p:spPr>
            <a:xfrm>
              <a:off x="6332329" y="1810557"/>
              <a:ext cx="550224" cy="2534484"/>
            </a:xfrm>
            <a:custGeom>
              <a:rect b="b" l="l" r="r" t="t"/>
              <a:pathLst>
                <a:path extrusionOk="0" h="12764" w="2771">
                  <a:moveTo>
                    <a:pt x="2771" y="1"/>
                  </a:moveTo>
                  <a:lnTo>
                    <a:pt x="2771" y="1"/>
                  </a:lnTo>
                  <a:cubicBezTo>
                    <a:pt x="2765" y="6"/>
                    <a:pt x="2755" y="11"/>
                    <a:pt x="2741" y="13"/>
                  </a:cubicBezTo>
                  <a:cubicBezTo>
                    <a:pt x="2604" y="92"/>
                    <a:pt x="2448" y="159"/>
                    <a:pt x="2288" y="215"/>
                  </a:cubicBezTo>
                  <a:cubicBezTo>
                    <a:pt x="2165" y="259"/>
                    <a:pt x="2027" y="286"/>
                    <a:pt x="1893" y="314"/>
                  </a:cubicBezTo>
                  <a:cubicBezTo>
                    <a:pt x="1806" y="331"/>
                    <a:pt x="1717" y="342"/>
                    <a:pt x="1628" y="353"/>
                  </a:cubicBezTo>
                  <a:cubicBezTo>
                    <a:pt x="1555" y="359"/>
                    <a:pt x="1477" y="364"/>
                    <a:pt x="1399" y="370"/>
                  </a:cubicBezTo>
                  <a:cubicBezTo>
                    <a:pt x="1363" y="372"/>
                    <a:pt x="1327" y="374"/>
                    <a:pt x="1291" y="374"/>
                  </a:cubicBezTo>
                  <a:cubicBezTo>
                    <a:pt x="1256" y="374"/>
                    <a:pt x="1220" y="372"/>
                    <a:pt x="1183" y="370"/>
                  </a:cubicBezTo>
                  <a:cubicBezTo>
                    <a:pt x="1116" y="370"/>
                    <a:pt x="1044" y="364"/>
                    <a:pt x="978" y="359"/>
                  </a:cubicBezTo>
                  <a:cubicBezTo>
                    <a:pt x="906" y="354"/>
                    <a:pt x="839" y="348"/>
                    <a:pt x="772" y="337"/>
                  </a:cubicBezTo>
                  <a:cubicBezTo>
                    <a:pt x="701" y="326"/>
                    <a:pt x="634" y="315"/>
                    <a:pt x="566" y="298"/>
                  </a:cubicBezTo>
                  <a:cubicBezTo>
                    <a:pt x="494" y="282"/>
                    <a:pt x="423" y="265"/>
                    <a:pt x="351" y="243"/>
                  </a:cubicBezTo>
                  <a:cubicBezTo>
                    <a:pt x="267" y="216"/>
                    <a:pt x="184" y="186"/>
                    <a:pt x="100" y="154"/>
                  </a:cubicBezTo>
                  <a:cubicBezTo>
                    <a:pt x="68" y="142"/>
                    <a:pt x="33" y="132"/>
                    <a:pt x="1" y="115"/>
                  </a:cubicBezTo>
                  <a:lnTo>
                    <a:pt x="1" y="12516"/>
                  </a:lnTo>
                  <a:cubicBezTo>
                    <a:pt x="18" y="12526"/>
                    <a:pt x="41" y="12532"/>
                    <a:pt x="63" y="12543"/>
                  </a:cubicBezTo>
                  <a:cubicBezTo>
                    <a:pt x="141" y="12577"/>
                    <a:pt x="224" y="12610"/>
                    <a:pt x="313" y="12632"/>
                  </a:cubicBezTo>
                  <a:cubicBezTo>
                    <a:pt x="384" y="12655"/>
                    <a:pt x="451" y="12671"/>
                    <a:pt x="529" y="12687"/>
                  </a:cubicBezTo>
                  <a:cubicBezTo>
                    <a:pt x="596" y="12704"/>
                    <a:pt x="662" y="12716"/>
                    <a:pt x="734" y="12726"/>
                  </a:cubicBezTo>
                  <a:cubicBezTo>
                    <a:pt x="806" y="12731"/>
                    <a:pt x="873" y="12743"/>
                    <a:pt x="939" y="12749"/>
                  </a:cubicBezTo>
                  <a:cubicBezTo>
                    <a:pt x="1006" y="12753"/>
                    <a:pt x="1079" y="12753"/>
                    <a:pt x="1146" y="12760"/>
                  </a:cubicBezTo>
                  <a:cubicBezTo>
                    <a:pt x="1182" y="12762"/>
                    <a:pt x="1218" y="12764"/>
                    <a:pt x="1254" y="12764"/>
                  </a:cubicBezTo>
                  <a:cubicBezTo>
                    <a:pt x="1290" y="12764"/>
                    <a:pt x="1325" y="12762"/>
                    <a:pt x="1362" y="12760"/>
                  </a:cubicBezTo>
                  <a:cubicBezTo>
                    <a:pt x="1434" y="12760"/>
                    <a:pt x="1512" y="12752"/>
                    <a:pt x="1589" y="12742"/>
                  </a:cubicBezTo>
                  <a:cubicBezTo>
                    <a:pt x="1677" y="12730"/>
                    <a:pt x="1766" y="12720"/>
                    <a:pt x="1855" y="12703"/>
                  </a:cubicBezTo>
                  <a:cubicBezTo>
                    <a:pt x="1994" y="12681"/>
                    <a:pt x="2122" y="12648"/>
                    <a:pt x="2249" y="12604"/>
                  </a:cubicBezTo>
                  <a:cubicBezTo>
                    <a:pt x="2415" y="12547"/>
                    <a:pt x="2572" y="12487"/>
                    <a:pt x="2711" y="12403"/>
                  </a:cubicBezTo>
                  <a:cubicBezTo>
                    <a:pt x="2721" y="12396"/>
                    <a:pt x="2728" y="12391"/>
                    <a:pt x="2738" y="12386"/>
                  </a:cubicBezTo>
                  <a:lnTo>
                    <a:pt x="277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41"/>
            <p:cNvSpPr/>
            <p:nvPr/>
          </p:nvSpPr>
          <p:spPr>
            <a:xfrm>
              <a:off x="6128801" y="1403303"/>
              <a:ext cx="910421" cy="481322"/>
            </a:xfrm>
            <a:custGeom>
              <a:rect b="b" l="l" r="r" t="t"/>
              <a:pathLst>
                <a:path extrusionOk="0" h="2424" w="4585">
                  <a:moveTo>
                    <a:pt x="2287" y="1"/>
                  </a:moveTo>
                  <a:cubicBezTo>
                    <a:pt x="1752" y="1"/>
                    <a:pt x="1217" y="120"/>
                    <a:pt x="811" y="359"/>
                  </a:cubicBezTo>
                  <a:cubicBezTo>
                    <a:pt x="0" y="830"/>
                    <a:pt x="0" y="1596"/>
                    <a:pt x="821" y="2068"/>
                  </a:cubicBezTo>
                  <a:cubicBezTo>
                    <a:pt x="1231" y="2304"/>
                    <a:pt x="1768" y="2423"/>
                    <a:pt x="2304" y="2423"/>
                  </a:cubicBezTo>
                  <a:cubicBezTo>
                    <a:pt x="2837" y="2423"/>
                    <a:pt x="3369" y="2305"/>
                    <a:pt x="3774" y="2068"/>
                  </a:cubicBezTo>
                  <a:cubicBezTo>
                    <a:pt x="4584" y="1591"/>
                    <a:pt x="4584" y="825"/>
                    <a:pt x="3763" y="354"/>
                  </a:cubicBezTo>
                  <a:cubicBezTo>
                    <a:pt x="3354" y="119"/>
                    <a:pt x="2820" y="1"/>
                    <a:pt x="22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41"/>
            <p:cNvSpPr/>
            <p:nvPr/>
          </p:nvSpPr>
          <p:spPr>
            <a:xfrm>
              <a:off x="6205050" y="1441427"/>
              <a:ext cx="755738" cy="404477"/>
            </a:xfrm>
            <a:custGeom>
              <a:rect b="b" l="l" r="r" t="t"/>
              <a:pathLst>
                <a:path extrusionOk="0" h="2037" w="3806">
                  <a:moveTo>
                    <a:pt x="1898" y="0"/>
                  </a:moveTo>
                  <a:cubicBezTo>
                    <a:pt x="1372" y="0"/>
                    <a:pt x="883" y="117"/>
                    <a:pt x="516" y="327"/>
                  </a:cubicBezTo>
                  <a:cubicBezTo>
                    <a:pt x="184" y="521"/>
                    <a:pt x="1" y="765"/>
                    <a:pt x="6" y="1016"/>
                  </a:cubicBezTo>
                  <a:cubicBezTo>
                    <a:pt x="6" y="1076"/>
                    <a:pt x="16" y="1142"/>
                    <a:pt x="38" y="1204"/>
                  </a:cubicBezTo>
                  <a:cubicBezTo>
                    <a:pt x="105" y="1387"/>
                    <a:pt x="272" y="1566"/>
                    <a:pt x="521" y="1709"/>
                  </a:cubicBezTo>
                  <a:cubicBezTo>
                    <a:pt x="893" y="1920"/>
                    <a:pt x="1382" y="2037"/>
                    <a:pt x="1908" y="2037"/>
                  </a:cubicBezTo>
                  <a:cubicBezTo>
                    <a:pt x="2435" y="2037"/>
                    <a:pt x="2923" y="1920"/>
                    <a:pt x="3290" y="1709"/>
                  </a:cubicBezTo>
                  <a:cubicBezTo>
                    <a:pt x="3533" y="1566"/>
                    <a:pt x="3700" y="1394"/>
                    <a:pt x="3767" y="1210"/>
                  </a:cubicBezTo>
                  <a:cubicBezTo>
                    <a:pt x="3795" y="1149"/>
                    <a:pt x="3806" y="1089"/>
                    <a:pt x="3806" y="1022"/>
                  </a:cubicBezTo>
                  <a:cubicBezTo>
                    <a:pt x="3800" y="766"/>
                    <a:pt x="3622" y="523"/>
                    <a:pt x="3280" y="327"/>
                  </a:cubicBezTo>
                  <a:cubicBezTo>
                    <a:pt x="2913" y="117"/>
                    <a:pt x="2425" y="0"/>
                    <a:pt x="1898" y="0"/>
                  </a:cubicBez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41"/>
            <p:cNvSpPr/>
            <p:nvPr/>
          </p:nvSpPr>
          <p:spPr>
            <a:xfrm>
              <a:off x="6212794" y="1517278"/>
              <a:ext cx="740449" cy="329816"/>
            </a:xfrm>
            <a:custGeom>
              <a:rect b="b" l="l" r="r" t="t"/>
              <a:pathLst>
                <a:path extrusionOk="0" h="1661" w="3729">
                  <a:moveTo>
                    <a:pt x="1859" y="1"/>
                  </a:moveTo>
                  <a:cubicBezTo>
                    <a:pt x="1333" y="1"/>
                    <a:pt x="844" y="117"/>
                    <a:pt x="477" y="328"/>
                  </a:cubicBezTo>
                  <a:cubicBezTo>
                    <a:pt x="234" y="472"/>
                    <a:pt x="67" y="644"/>
                    <a:pt x="0" y="827"/>
                  </a:cubicBezTo>
                  <a:cubicBezTo>
                    <a:pt x="67" y="1011"/>
                    <a:pt x="234" y="1189"/>
                    <a:pt x="484" y="1332"/>
                  </a:cubicBezTo>
                  <a:cubicBezTo>
                    <a:pt x="856" y="1543"/>
                    <a:pt x="1344" y="1660"/>
                    <a:pt x="1870" y="1660"/>
                  </a:cubicBezTo>
                  <a:cubicBezTo>
                    <a:pt x="2397" y="1660"/>
                    <a:pt x="2885" y="1543"/>
                    <a:pt x="3252" y="1332"/>
                  </a:cubicBezTo>
                  <a:cubicBezTo>
                    <a:pt x="3496" y="1189"/>
                    <a:pt x="3662" y="1017"/>
                    <a:pt x="3729" y="834"/>
                  </a:cubicBezTo>
                  <a:cubicBezTo>
                    <a:pt x="3662" y="645"/>
                    <a:pt x="3496" y="468"/>
                    <a:pt x="3241" y="328"/>
                  </a:cubicBezTo>
                  <a:cubicBezTo>
                    <a:pt x="2874" y="117"/>
                    <a:pt x="2386" y="1"/>
                    <a:pt x="1859"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41"/>
            <p:cNvSpPr/>
            <p:nvPr/>
          </p:nvSpPr>
          <p:spPr>
            <a:xfrm>
              <a:off x="7343218" y="2076037"/>
              <a:ext cx="123507" cy="2625625"/>
            </a:xfrm>
            <a:custGeom>
              <a:rect b="b" l="l" r="r" t="t"/>
              <a:pathLst>
                <a:path extrusionOk="0" h="13223" w="622">
                  <a:moveTo>
                    <a:pt x="621" y="1"/>
                  </a:moveTo>
                  <a:lnTo>
                    <a:pt x="621" y="32"/>
                  </a:lnTo>
                  <a:lnTo>
                    <a:pt x="621" y="32"/>
                  </a:lnTo>
                  <a:cubicBezTo>
                    <a:pt x="621" y="29"/>
                    <a:pt x="621" y="26"/>
                    <a:pt x="621" y="23"/>
                  </a:cubicBezTo>
                  <a:lnTo>
                    <a:pt x="621" y="1"/>
                  </a:lnTo>
                  <a:close/>
                  <a:moveTo>
                    <a:pt x="621" y="32"/>
                  </a:moveTo>
                  <a:lnTo>
                    <a:pt x="621" y="32"/>
                  </a:lnTo>
                  <a:cubicBezTo>
                    <a:pt x="620" y="69"/>
                    <a:pt x="615" y="110"/>
                    <a:pt x="603" y="145"/>
                  </a:cubicBezTo>
                  <a:cubicBezTo>
                    <a:pt x="593" y="184"/>
                    <a:pt x="581" y="222"/>
                    <a:pt x="571" y="261"/>
                  </a:cubicBezTo>
                  <a:cubicBezTo>
                    <a:pt x="554" y="300"/>
                    <a:pt x="538" y="339"/>
                    <a:pt x="516" y="378"/>
                  </a:cubicBezTo>
                  <a:cubicBezTo>
                    <a:pt x="493" y="423"/>
                    <a:pt x="461" y="462"/>
                    <a:pt x="433" y="505"/>
                  </a:cubicBezTo>
                  <a:cubicBezTo>
                    <a:pt x="393" y="555"/>
                    <a:pt x="349" y="599"/>
                    <a:pt x="305" y="644"/>
                  </a:cubicBezTo>
                  <a:cubicBezTo>
                    <a:pt x="228" y="716"/>
                    <a:pt x="145" y="777"/>
                    <a:pt x="40" y="838"/>
                  </a:cubicBezTo>
                  <a:lnTo>
                    <a:pt x="0" y="13222"/>
                  </a:lnTo>
                  <a:cubicBezTo>
                    <a:pt x="100" y="13161"/>
                    <a:pt x="189" y="13096"/>
                    <a:pt x="266" y="13029"/>
                  </a:cubicBezTo>
                  <a:cubicBezTo>
                    <a:pt x="315" y="12985"/>
                    <a:pt x="360" y="12934"/>
                    <a:pt x="393" y="12890"/>
                  </a:cubicBezTo>
                  <a:cubicBezTo>
                    <a:pt x="425" y="12845"/>
                    <a:pt x="455" y="12806"/>
                    <a:pt x="477" y="12764"/>
                  </a:cubicBezTo>
                  <a:cubicBezTo>
                    <a:pt x="499" y="12724"/>
                    <a:pt x="522" y="12686"/>
                    <a:pt x="532" y="12646"/>
                  </a:cubicBezTo>
                  <a:cubicBezTo>
                    <a:pt x="549" y="12607"/>
                    <a:pt x="559" y="12569"/>
                    <a:pt x="565" y="12530"/>
                  </a:cubicBezTo>
                  <a:cubicBezTo>
                    <a:pt x="575" y="12490"/>
                    <a:pt x="575" y="12452"/>
                    <a:pt x="581" y="12408"/>
                  </a:cubicBezTo>
                  <a:lnTo>
                    <a:pt x="581" y="12385"/>
                  </a:lnTo>
                  <a:lnTo>
                    <a:pt x="621" y="32"/>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41"/>
            <p:cNvSpPr/>
            <p:nvPr/>
          </p:nvSpPr>
          <p:spPr>
            <a:xfrm>
              <a:off x="6630374" y="2074846"/>
              <a:ext cx="169773" cy="2654417"/>
            </a:xfrm>
            <a:custGeom>
              <a:rect b="b" l="l" r="r" t="t"/>
              <a:pathLst>
                <a:path extrusionOk="0" h="13368" w="855">
                  <a:moveTo>
                    <a:pt x="33" y="0"/>
                  </a:moveTo>
                  <a:lnTo>
                    <a:pt x="1" y="12385"/>
                  </a:lnTo>
                  <a:cubicBezTo>
                    <a:pt x="1" y="12702"/>
                    <a:pt x="205" y="13013"/>
                    <a:pt x="616" y="13251"/>
                  </a:cubicBezTo>
                  <a:cubicBezTo>
                    <a:pt x="693" y="13290"/>
                    <a:pt x="771" y="13335"/>
                    <a:pt x="855" y="13368"/>
                  </a:cubicBezTo>
                  <a:lnTo>
                    <a:pt x="855" y="966"/>
                  </a:lnTo>
                  <a:cubicBezTo>
                    <a:pt x="781" y="934"/>
                    <a:pt x="715" y="900"/>
                    <a:pt x="649" y="866"/>
                  </a:cubicBezTo>
                  <a:cubicBezTo>
                    <a:pt x="239" y="623"/>
                    <a:pt x="33" y="310"/>
                    <a:pt x="33"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41"/>
            <p:cNvSpPr/>
            <p:nvPr/>
          </p:nvSpPr>
          <p:spPr>
            <a:xfrm>
              <a:off x="6800543" y="2242433"/>
              <a:ext cx="550224" cy="2534484"/>
            </a:xfrm>
            <a:custGeom>
              <a:rect b="b" l="l" r="r" t="t"/>
              <a:pathLst>
                <a:path extrusionOk="0" h="12764" w="2771">
                  <a:moveTo>
                    <a:pt x="2771" y="1"/>
                  </a:moveTo>
                  <a:cubicBezTo>
                    <a:pt x="2760" y="6"/>
                    <a:pt x="2754" y="11"/>
                    <a:pt x="2742" y="14"/>
                  </a:cubicBezTo>
                  <a:cubicBezTo>
                    <a:pt x="2605" y="93"/>
                    <a:pt x="2449" y="159"/>
                    <a:pt x="2288" y="214"/>
                  </a:cubicBezTo>
                  <a:cubicBezTo>
                    <a:pt x="2166" y="258"/>
                    <a:pt x="2027" y="287"/>
                    <a:pt x="1894" y="314"/>
                  </a:cubicBezTo>
                  <a:cubicBezTo>
                    <a:pt x="1806" y="331"/>
                    <a:pt x="1717" y="342"/>
                    <a:pt x="1628" y="353"/>
                  </a:cubicBezTo>
                  <a:cubicBezTo>
                    <a:pt x="1556" y="359"/>
                    <a:pt x="1477" y="364"/>
                    <a:pt x="1400" y="369"/>
                  </a:cubicBezTo>
                  <a:cubicBezTo>
                    <a:pt x="1364" y="373"/>
                    <a:pt x="1328" y="374"/>
                    <a:pt x="1292" y="374"/>
                  </a:cubicBezTo>
                  <a:cubicBezTo>
                    <a:pt x="1256" y="374"/>
                    <a:pt x="1220" y="373"/>
                    <a:pt x="1184" y="369"/>
                  </a:cubicBezTo>
                  <a:cubicBezTo>
                    <a:pt x="1117" y="369"/>
                    <a:pt x="1045" y="365"/>
                    <a:pt x="978" y="359"/>
                  </a:cubicBezTo>
                  <a:cubicBezTo>
                    <a:pt x="906" y="354"/>
                    <a:pt x="839" y="347"/>
                    <a:pt x="773" y="337"/>
                  </a:cubicBezTo>
                  <a:cubicBezTo>
                    <a:pt x="701" y="325"/>
                    <a:pt x="634" y="315"/>
                    <a:pt x="567" y="298"/>
                  </a:cubicBezTo>
                  <a:cubicBezTo>
                    <a:pt x="495" y="283"/>
                    <a:pt x="423" y="265"/>
                    <a:pt x="351" y="243"/>
                  </a:cubicBezTo>
                  <a:cubicBezTo>
                    <a:pt x="267" y="215"/>
                    <a:pt x="184" y="186"/>
                    <a:pt x="100" y="154"/>
                  </a:cubicBezTo>
                  <a:cubicBezTo>
                    <a:pt x="68" y="142"/>
                    <a:pt x="34" y="132"/>
                    <a:pt x="1" y="115"/>
                  </a:cubicBezTo>
                  <a:lnTo>
                    <a:pt x="1" y="12515"/>
                  </a:lnTo>
                  <a:cubicBezTo>
                    <a:pt x="19" y="12526"/>
                    <a:pt x="41" y="12532"/>
                    <a:pt x="63" y="12543"/>
                  </a:cubicBezTo>
                  <a:cubicBezTo>
                    <a:pt x="141" y="12577"/>
                    <a:pt x="224" y="12610"/>
                    <a:pt x="313" y="12632"/>
                  </a:cubicBezTo>
                  <a:cubicBezTo>
                    <a:pt x="385" y="12655"/>
                    <a:pt x="451" y="12670"/>
                    <a:pt x="529" y="12687"/>
                  </a:cubicBezTo>
                  <a:cubicBezTo>
                    <a:pt x="596" y="12704"/>
                    <a:pt x="663" y="12715"/>
                    <a:pt x="734" y="12726"/>
                  </a:cubicBezTo>
                  <a:cubicBezTo>
                    <a:pt x="807" y="12732"/>
                    <a:pt x="874" y="12744"/>
                    <a:pt x="941" y="12749"/>
                  </a:cubicBezTo>
                  <a:cubicBezTo>
                    <a:pt x="1008" y="12754"/>
                    <a:pt x="1079" y="12754"/>
                    <a:pt x="1146" y="12759"/>
                  </a:cubicBezTo>
                  <a:cubicBezTo>
                    <a:pt x="1182" y="12762"/>
                    <a:pt x="1218" y="12763"/>
                    <a:pt x="1254" y="12763"/>
                  </a:cubicBezTo>
                  <a:cubicBezTo>
                    <a:pt x="1290" y="12763"/>
                    <a:pt x="1326" y="12762"/>
                    <a:pt x="1362" y="12759"/>
                  </a:cubicBezTo>
                  <a:cubicBezTo>
                    <a:pt x="1434" y="12759"/>
                    <a:pt x="1513" y="12753"/>
                    <a:pt x="1590" y="12742"/>
                  </a:cubicBezTo>
                  <a:cubicBezTo>
                    <a:pt x="1677" y="12730"/>
                    <a:pt x="1767" y="12720"/>
                    <a:pt x="1855" y="12703"/>
                  </a:cubicBezTo>
                  <a:cubicBezTo>
                    <a:pt x="1994" y="12681"/>
                    <a:pt x="2122" y="12648"/>
                    <a:pt x="2250" y="12603"/>
                  </a:cubicBezTo>
                  <a:cubicBezTo>
                    <a:pt x="2417" y="12547"/>
                    <a:pt x="2572" y="12487"/>
                    <a:pt x="2711" y="12403"/>
                  </a:cubicBezTo>
                  <a:cubicBezTo>
                    <a:pt x="2722" y="12397"/>
                    <a:pt x="2728" y="12392"/>
                    <a:pt x="2738" y="12386"/>
                  </a:cubicBezTo>
                  <a:lnTo>
                    <a:pt x="277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41"/>
            <p:cNvSpPr/>
            <p:nvPr/>
          </p:nvSpPr>
          <p:spPr>
            <a:xfrm>
              <a:off x="6597213" y="1834980"/>
              <a:ext cx="910222" cy="479932"/>
            </a:xfrm>
            <a:custGeom>
              <a:rect b="b" l="l" r="r" t="t"/>
              <a:pathLst>
                <a:path extrusionOk="0" h="2417" w="4584">
                  <a:moveTo>
                    <a:pt x="2280" y="1"/>
                  </a:moveTo>
                  <a:cubicBezTo>
                    <a:pt x="1745" y="1"/>
                    <a:pt x="1213" y="119"/>
                    <a:pt x="811" y="355"/>
                  </a:cubicBezTo>
                  <a:cubicBezTo>
                    <a:pt x="0" y="826"/>
                    <a:pt x="0" y="1592"/>
                    <a:pt x="822" y="2063"/>
                  </a:cubicBezTo>
                  <a:cubicBezTo>
                    <a:pt x="1229" y="2299"/>
                    <a:pt x="1763" y="2417"/>
                    <a:pt x="2297" y="2417"/>
                  </a:cubicBezTo>
                  <a:cubicBezTo>
                    <a:pt x="2831" y="2417"/>
                    <a:pt x="3365" y="2299"/>
                    <a:pt x="3773" y="2063"/>
                  </a:cubicBezTo>
                  <a:cubicBezTo>
                    <a:pt x="4584" y="1592"/>
                    <a:pt x="4584" y="826"/>
                    <a:pt x="3762" y="355"/>
                  </a:cubicBezTo>
                  <a:cubicBezTo>
                    <a:pt x="3352" y="119"/>
                    <a:pt x="2815" y="1"/>
                    <a:pt x="22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41"/>
            <p:cNvSpPr/>
            <p:nvPr/>
          </p:nvSpPr>
          <p:spPr>
            <a:xfrm>
              <a:off x="6672270" y="1873303"/>
              <a:ext cx="755937" cy="404477"/>
            </a:xfrm>
            <a:custGeom>
              <a:rect b="b" l="l" r="r" t="t"/>
              <a:pathLst>
                <a:path extrusionOk="0" h="2037" w="3807">
                  <a:moveTo>
                    <a:pt x="1898" y="0"/>
                  </a:moveTo>
                  <a:cubicBezTo>
                    <a:pt x="1372" y="0"/>
                    <a:pt x="884" y="117"/>
                    <a:pt x="517" y="328"/>
                  </a:cubicBezTo>
                  <a:cubicBezTo>
                    <a:pt x="184" y="522"/>
                    <a:pt x="1" y="765"/>
                    <a:pt x="6" y="1015"/>
                  </a:cubicBezTo>
                  <a:cubicBezTo>
                    <a:pt x="6" y="1077"/>
                    <a:pt x="16" y="1142"/>
                    <a:pt x="38" y="1204"/>
                  </a:cubicBezTo>
                  <a:cubicBezTo>
                    <a:pt x="105" y="1387"/>
                    <a:pt x="272" y="1565"/>
                    <a:pt x="522" y="1709"/>
                  </a:cubicBezTo>
                  <a:cubicBezTo>
                    <a:pt x="894" y="1920"/>
                    <a:pt x="1382" y="2037"/>
                    <a:pt x="1908" y="2037"/>
                  </a:cubicBezTo>
                  <a:cubicBezTo>
                    <a:pt x="2435" y="2037"/>
                    <a:pt x="2923" y="1920"/>
                    <a:pt x="3290" y="1709"/>
                  </a:cubicBezTo>
                  <a:cubicBezTo>
                    <a:pt x="3534" y="1571"/>
                    <a:pt x="3700" y="1399"/>
                    <a:pt x="3767" y="1215"/>
                  </a:cubicBezTo>
                  <a:cubicBezTo>
                    <a:pt x="3796" y="1148"/>
                    <a:pt x="3806" y="1089"/>
                    <a:pt x="3806" y="1022"/>
                  </a:cubicBezTo>
                  <a:cubicBezTo>
                    <a:pt x="3806" y="766"/>
                    <a:pt x="3623" y="523"/>
                    <a:pt x="3280" y="328"/>
                  </a:cubicBezTo>
                  <a:cubicBezTo>
                    <a:pt x="2913" y="117"/>
                    <a:pt x="2425" y="0"/>
                    <a:pt x="1898" y="0"/>
                  </a:cubicBez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41"/>
            <p:cNvSpPr/>
            <p:nvPr/>
          </p:nvSpPr>
          <p:spPr>
            <a:xfrm>
              <a:off x="6680809" y="1949155"/>
              <a:ext cx="740449" cy="328625"/>
            </a:xfrm>
            <a:custGeom>
              <a:rect b="b" l="l" r="r" t="t"/>
              <a:pathLst>
                <a:path extrusionOk="0" h="1655" w="3729">
                  <a:moveTo>
                    <a:pt x="1859" y="1"/>
                  </a:moveTo>
                  <a:cubicBezTo>
                    <a:pt x="1333" y="1"/>
                    <a:pt x="844" y="117"/>
                    <a:pt x="477" y="329"/>
                  </a:cubicBezTo>
                  <a:cubicBezTo>
                    <a:pt x="234" y="467"/>
                    <a:pt x="68" y="639"/>
                    <a:pt x="0" y="822"/>
                  </a:cubicBezTo>
                  <a:cubicBezTo>
                    <a:pt x="68" y="1005"/>
                    <a:pt x="234" y="1183"/>
                    <a:pt x="484" y="1327"/>
                  </a:cubicBezTo>
                  <a:cubicBezTo>
                    <a:pt x="856" y="1538"/>
                    <a:pt x="1345" y="1655"/>
                    <a:pt x="1870" y="1655"/>
                  </a:cubicBezTo>
                  <a:cubicBezTo>
                    <a:pt x="2397" y="1655"/>
                    <a:pt x="2886" y="1538"/>
                    <a:pt x="3252" y="1327"/>
                  </a:cubicBezTo>
                  <a:cubicBezTo>
                    <a:pt x="3496" y="1189"/>
                    <a:pt x="3662" y="1017"/>
                    <a:pt x="3729" y="833"/>
                  </a:cubicBezTo>
                  <a:cubicBezTo>
                    <a:pt x="3664" y="645"/>
                    <a:pt x="3496" y="473"/>
                    <a:pt x="3241" y="329"/>
                  </a:cubicBezTo>
                  <a:cubicBezTo>
                    <a:pt x="2874" y="117"/>
                    <a:pt x="2387" y="1"/>
                    <a:pt x="1859"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41"/>
            <p:cNvSpPr/>
            <p:nvPr/>
          </p:nvSpPr>
          <p:spPr>
            <a:xfrm>
              <a:off x="7735381" y="2518834"/>
              <a:ext cx="122316" cy="2624632"/>
            </a:xfrm>
            <a:custGeom>
              <a:rect b="b" l="l" r="r" t="t"/>
              <a:pathLst>
                <a:path extrusionOk="0" h="13218" w="616">
                  <a:moveTo>
                    <a:pt x="616" y="1"/>
                  </a:moveTo>
                  <a:lnTo>
                    <a:pt x="616" y="32"/>
                  </a:lnTo>
                  <a:lnTo>
                    <a:pt x="616" y="32"/>
                  </a:lnTo>
                  <a:cubicBezTo>
                    <a:pt x="616" y="29"/>
                    <a:pt x="616" y="26"/>
                    <a:pt x="616" y="23"/>
                  </a:cubicBezTo>
                  <a:lnTo>
                    <a:pt x="616" y="1"/>
                  </a:lnTo>
                  <a:close/>
                  <a:moveTo>
                    <a:pt x="616" y="32"/>
                  </a:moveTo>
                  <a:lnTo>
                    <a:pt x="616" y="32"/>
                  </a:lnTo>
                  <a:cubicBezTo>
                    <a:pt x="615" y="69"/>
                    <a:pt x="610" y="110"/>
                    <a:pt x="598" y="144"/>
                  </a:cubicBezTo>
                  <a:cubicBezTo>
                    <a:pt x="587" y="184"/>
                    <a:pt x="576" y="222"/>
                    <a:pt x="565" y="262"/>
                  </a:cubicBezTo>
                  <a:cubicBezTo>
                    <a:pt x="549" y="301"/>
                    <a:pt x="533" y="346"/>
                    <a:pt x="511" y="378"/>
                  </a:cubicBezTo>
                  <a:cubicBezTo>
                    <a:pt x="483" y="422"/>
                    <a:pt x="455" y="462"/>
                    <a:pt x="427" y="500"/>
                  </a:cubicBezTo>
                  <a:cubicBezTo>
                    <a:pt x="387" y="550"/>
                    <a:pt x="343" y="594"/>
                    <a:pt x="299" y="639"/>
                  </a:cubicBezTo>
                  <a:cubicBezTo>
                    <a:pt x="223" y="710"/>
                    <a:pt x="139" y="772"/>
                    <a:pt x="34" y="833"/>
                  </a:cubicBezTo>
                  <a:lnTo>
                    <a:pt x="1" y="13217"/>
                  </a:lnTo>
                  <a:cubicBezTo>
                    <a:pt x="100" y="13156"/>
                    <a:pt x="189" y="13091"/>
                    <a:pt x="267" y="13024"/>
                  </a:cubicBezTo>
                  <a:cubicBezTo>
                    <a:pt x="316" y="12980"/>
                    <a:pt x="361" y="12929"/>
                    <a:pt x="394" y="12885"/>
                  </a:cubicBezTo>
                  <a:cubicBezTo>
                    <a:pt x="427" y="12840"/>
                    <a:pt x="455" y="12802"/>
                    <a:pt x="477" y="12758"/>
                  </a:cubicBezTo>
                  <a:cubicBezTo>
                    <a:pt x="501" y="12719"/>
                    <a:pt x="517" y="12681"/>
                    <a:pt x="533" y="12641"/>
                  </a:cubicBezTo>
                  <a:cubicBezTo>
                    <a:pt x="550" y="12603"/>
                    <a:pt x="560" y="12564"/>
                    <a:pt x="565" y="12525"/>
                  </a:cubicBezTo>
                  <a:cubicBezTo>
                    <a:pt x="576" y="12485"/>
                    <a:pt x="582" y="12447"/>
                    <a:pt x="582" y="12403"/>
                  </a:cubicBezTo>
                  <a:lnTo>
                    <a:pt x="582" y="12386"/>
                  </a:lnTo>
                  <a:lnTo>
                    <a:pt x="616" y="3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41"/>
            <p:cNvSpPr/>
            <p:nvPr/>
          </p:nvSpPr>
          <p:spPr>
            <a:xfrm>
              <a:off x="7021544" y="2517643"/>
              <a:ext cx="169773" cy="2653424"/>
            </a:xfrm>
            <a:custGeom>
              <a:rect b="b" l="l" r="r" t="t"/>
              <a:pathLst>
                <a:path extrusionOk="0" h="13363" w="855">
                  <a:moveTo>
                    <a:pt x="33" y="1"/>
                  </a:moveTo>
                  <a:lnTo>
                    <a:pt x="0" y="12385"/>
                  </a:lnTo>
                  <a:cubicBezTo>
                    <a:pt x="0" y="12698"/>
                    <a:pt x="205" y="13008"/>
                    <a:pt x="615" y="13245"/>
                  </a:cubicBezTo>
                  <a:cubicBezTo>
                    <a:pt x="693" y="13285"/>
                    <a:pt x="770" y="13329"/>
                    <a:pt x="854" y="13363"/>
                  </a:cubicBezTo>
                  <a:lnTo>
                    <a:pt x="854" y="967"/>
                  </a:lnTo>
                  <a:cubicBezTo>
                    <a:pt x="782" y="934"/>
                    <a:pt x="715" y="894"/>
                    <a:pt x="649" y="861"/>
                  </a:cubicBezTo>
                  <a:cubicBezTo>
                    <a:pt x="238" y="622"/>
                    <a:pt x="33" y="311"/>
                    <a:pt x="33"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1"/>
            <p:cNvSpPr/>
            <p:nvPr/>
          </p:nvSpPr>
          <p:spPr>
            <a:xfrm>
              <a:off x="7191714" y="2685429"/>
              <a:ext cx="550224" cy="2534285"/>
            </a:xfrm>
            <a:custGeom>
              <a:rect b="b" l="l" r="r" t="t"/>
              <a:pathLst>
                <a:path extrusionOk="0" h="12763" w="2771">
                  <a:moveTo>
                    <a:pt x="2770" y="0"/>
                  </a:moveTo>
                  <a:cubicBezTo>
                    <a:pt x="2760" y="6"/>
                    <a:pt x="2755" y="12"/>
                    <a:pt x="2742" y="13"/>
                  </a:cubicBezTo>
                  <a:cubicBezTo>
                    <a:pt x="2604" y="91"/>
                    <a:pt x="2449" y="158"/>
                    <a:pt x="2287" y="214"/>
                  </a:cubicBezTo>
                  <a:cubicBezTo>
                    <a:pt x="2166" y="258"/>
                    <a:pt x="2026" y="290"/>
                    <a:pt x="1893" y="313"/>
                  </a:cubicBezTo>
                  <a:cubicBezTo>
                    <a:pt x="1805" y="330"/>
                    <a:pt x="1716" y="342"/>
                    <a:pt x="1627" y="352"/>
                  </a:cubicBezTo>
                  <a:cubicBezTo>
                    <a:pt x="1555" y="358"/>
                    <a:pt x="1476" y="364"/>
                    <a:pt x="1399" y="369"/>
                  </a:cubicBezTo>
                  <a:cubicBezTo>
                    <a:pt x="1363" y="371"/>
                    <a:pt x="1327" y="373"/>
                    <a:pt x="1291" y="373"/>
                  </a:cubicBezTo>
                  <a:cubicBezTo>
                    <a:pt x="1255" y="373"/>
                    <a:pt x="1219" y="371"/>
                    <a:pt x="1183" y="369"/>
                  </a:cubicBezTo>
                  <a:cubicBezTo>
                    <a:pt x="1116" y="369"/>
                    <a:pt x="1045" y="364"/>
                    <a:pt x="978" y="358"/>
                  </a:cubicBezTo>
                  <a:cubicBezTo>
                    <a:pt x="906" y="353"/>
                    <a:pt x="838" y="348"/>
                    <a:pt x="772" y="336"/>
                  </a:cubicBezTo>
                  <a:cubicBezTo>
                    <a:pt x="705" y="325"/>
                    <a:pt x="633" y="314"/>
                    <a:pt x="566" y="298"/>
                  </a:cubicBezTo>
                  <a:cubicBezTo>
                    <a:pt x="495" y="282"/>
                    <a:pt x="423" y="264"/>
                    <a:pt x="350" y="242"/>
                  </a:cubicBezTo>
                  <a:cubicBezTo>
                    <a:pt x="266" y="215"/>
                    <a:pt x="184" y="185"/>
                    <a:pt x="100" y="153"/>
                  </a:cubicBezTo>
                  <a:cubicBezTo>
                    <a:pt x="67" y="141"/>
                    <a:pt x="34" y="131"/>
                    <a:pt x="0" y="114"/>
                  </a:cubicBezTo>
                  <a:lnTo>
                    <a:pt x="0" y="12515"/>
                  </a:lnTo>
                  <a:cubicBezTo>
                    <a:pt x="18" y="12525"/>
                    <a:pt x="40" y="12531"/>
                    <a:pt x="62" y="12542"/>
                  </a:cubicBezTo>
                  <a:cubicBezTo>
                    <a:pt x="141" y="12576"/>
                    <a:pt x="224" y="12609"/>
                    <a:pt x="313" y="12631"/>
                  </a:cubicBezTo>
                  <a:cubicBezTo>
                    <a:pt x="385" y="12654"/>
                    <a:pt x="451" y="12670"/>
                    <a:pt x="528" y="12686"/>
                  </a:cubicBezTo>
                  <a:cubicBezTo>
                    <a:pt x="595" y="12703"/>
                    <a:pt x="662" y="12715"/>
                    <a:pt x="734" y="12725"/>
                  </a:cubicBezTo>
                  <a:cubicBezTo>
                    <a:pt x="806" y="12730"/>
                    <a:pt x="873" y="12743"/>
                    <a:pt x="940" y="12748"/>
                  </a:cubicBezTo>
                  <a:cubicBezTo>
                    <a:pt x="1006" y="12754"/>
                    <a:pt x="1078" y="12754"/>
                    <a:pt x="1145" y="12759"/>
                  </a:cubicBezTo>
                  <a:cubicBezTo>
                    <a:pt x="1182" y="12761"/>
                    <a:pt x="1218" y="12763"/>
                    <a:pt x="1254" y="12763"/>
                  </a:cubicBezTo>
                  <a:cubicBezTo>
                    <a:pt x="1290" y="12763"/>
                    <a:pt x="1326" y="12761"/>
                    <a:pt x="1361" y="12759"/>
                  </a:cubicBezTo>
                  <a:cubicBezTo>
                    <a:pt x="1433" y="12759"/>
                    <a:pt x="1512" y="12751"/>
                    <a:pt x="1590" y="12741"/>
                  </a:cubicBezTo>
                  <a:cubicBezTo>
                    <a:pt x="1677" y="12729"/>
                    <a:pt x="1766" y="12719"/>
                    <a:pt x="1855" y="12702"/>
                  </a:cubicBezTo>
                  <a:cubicBezTo>
                    <a:pt x="1994" y="12680"/>
                    <a:pt x="2122" y="12647"/>
                    <a:pt x="2250" y="12603"/>
                  </a:cubicBezTo>
                  <a:cubicBezTo>
                    <a:pt x="2416" y="12551"/>
                    <a:pt x="2571" y="12486"/>
                    <a:pt x="2711" y="12403"/>
                  </a:cubicBezTo>
                  <a:cubicBezTo>
                    <a:pt x="2721" y="12395"/>
                    <a:pt x="2727" y="12390"/>
                    <a:pt x="2738" y="12385"/>
                  </a:cubicBezTo>
                  <a:lnTo>
                    <a:pt x="27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41"/>
            <p:cNvSpPr/>
            <p:nvPr/>
          </p:nvSpPr>
          <p:spPr>
            <a:xfrm>
              <a:off x="6987193" y="2278175"/>
              <a:ext cx="911413" cy="480924"/>
            </a:xfrm>
            <a:custGeom>
              <a:rect b="b" l="l" r="r" t="t"/>
              <a:pathLst>
                <a:path extrusionOk="0" h="2422" w="4590">
                  <a:moveTo>
                    <a:pt x="2287" y="1"/>
                  </a:moveTo>
                  <a:cubicBezTo>
                    <a:pt x="1753" y="1"/>
                    <a:pt x="1221" y="120"/>
                    <a:pt x="817" y="359"/>
                  </a:cubicBezTo>
                  <a:cubicBezTo>
                    <a:pt x="1" y="831"/>
                    <a:pt x="6" y="1596"/>
                    <a:pt x="827" y="2068"/>
                  </a:cubicBezTo>
                  <a:cubicBezTo>
                    <a:pt x="1235" y="2304"/>
                    <a:pt x="1768" y="2421"/>
                    <a:pt x="2302" y="2421"/>
                  </a:cubicBezTo>
                  <a:cubicBezTo>
                    <a:pt x="2836" y="2421"/>
                    <a:pt x="3370" y="2304"/>
                    <a:pt x="3778" y="2068"/>
                  </a:cubicBezTo>
                  <a:cubicBezTo>
                    <a:pt x="4589" y="1596"/>
                    <a:pt x="4589" y="831"/>
                    <a:pt x="3768" y="359"/>
                  </a:cubicBezTo>
                  <a:cubicBezTo>
                    <a:pt x="3357" y="120"/>
                    <a:pt x="2822" y="1"/>
                    <a:pt x="22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41"/>
            <p:cNvSpPr/>
            <p:nvPr/>
          </p:nvSpPr>
          <p:spPr>
            <a:xfrm>
              <a:off x="7064434" y="2315108"/>
              <a:ext cx="755937" cy="404477"/>
            </a:xfrm>
            <a:custGeom>
              <a:rect b="b" l="l" r="r" t="t"/>
              <a:pathLst>
                <a:path extrusionOk="0" h="2037" w="3807">
                  <a:moveTo>
                    <a:pt x="1897" y="0"/>
                  </a:moveTo>
                  <a:cubicBezTo>
                    <a:pt x="1372" y="0"/>
                    <a:pt x="883" y="117"/>
                    <a:pt x="517" y="327"/>
                  </a:cubicBezTo>
                  <a:cubicBezTo>
                    <a:pt x="184" y="521"/>
                    <a:pt x="0" y="765"/>
                    <a:pt x="5" y="1015"/>
                  </a:cubicBezTo>
                  <a:cubicBezTo>
                    <a:pt x="5" y="1076"/>
                    <a:pt x="16" y="1142"/>
                    <a:pt x="38" y="1204"/>
                  </a:cubicBezTo>
                  <a:cubicBezTo>
                    <a:pt x="105" y="1387"/>
                    <a:pt x="272" y="1565"/>
                    <a:pt x="522" y="1709"/>
                  </a:cubicBezTo>
                  <a:cubicBezTo>
                    <a:pt x="894" y="1920"/>
                    <a:pt x="1382" y="2037"/>
                    <a:pt x="1908" y="2037"/>
                  </a:cubicBezTo>
                  <a:cubicBezTo>
                    <a:pt x="2435" y="2037"/>
                    <a:pt x="2923" y="1920"/>
                    <a:pt x="3290" y="1709"/>
                  </a:cubicBezTo>
                  <a:cubicBezTo>
                    <a:pt x="3534" y="1571"/>
                    <a:pt x="3699" y="1399"/>
                    <a:pt x="3766" y="1216"/>
                  </a:cubicBezTo>
                  <a:cubicBezTo>
                    <a:pt x="3796" y="1154"/>
                    <a:pt x="3806" y="1093"/>
                    <a:pt x="3806" y="1027"/>
                  </a:cubicBezTo>
                  <a:cubicBezTo>
                    <a:pt x="3801" y="772"/>
                    <a:pt x="3618" y="528"/>
                    <a:pt x="3279" y="327"/>
                  </a:cubicBezTo>
                  <a:cubicBezTo>
                    <a:pt x="2913" y="117"/>
                    <a:pt x="2425" y="0"/>
                    <a:pt x="1897" y="0"/>
                  </a:cubicBez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41"/>
            <p:cNvSpPr/>
            <p:nvPr/>
          </p:nvSpPr>
          <p:spPr>
            <a:xfrm>
              <a:off x="7072377" y="2392151"/>
              <a:ext cx="740250" cy="328824"/>
            </a:xfrm>
            <a:custGeom>
              <a:rect b="b" l="l" r="r" t="t"/>
              <a:pathLst>
                <a:path extrusionOk="0" h="1656" w="3728">
                  <a:moveTo>
                    <a:pt x="1857" y="1"/>
                  </a:moveTo>
                  <a:cubicBezTo>
                    <a:pt x="1332" y="1"/>
                    <a:pt x="843" y="117"/>
                    <a:pt x="477" y="329"/>
                  </a:cubicBezTo>
                  <a:cubicBezTo>
                    <a:pt x="233" y="467"/>
                    <a:pt x="66" y="639"/>
                    <a:pt x="0" y="822"/>
                  </a:cubicBezTo>
                  <a:cubicBezTo>
                    <a:pt x="66" y="1006"/>
                    <a:pt x="233" y="1184"/>
                    <a:pt x="483" y="1327"/>
                  </a:cubicBezTo>
                  <a:cubicBezTo>
                    <a:pt x="855" y="1539"/>
                    <a:pt x="1343" y="1655"/>
                    <a:pt x="1870" y="1655"/>
                  </a:cubicBezTo>
                  <a:cubicBezTo>
                    <a:pt x="2396" y="1655"/>
                    <a:pt x="2884" y="1539"/>
                    <a:pt x="3251" y="1327"/>
                  </a:cubicBezTo>
                  <a:cubicBezTo>
                    <a:pt x="3495" y="1189"/>
                    <a:pt x="3661" y="1017"/>
                    <a:pt x="3727" y="834"/>
                  </a:cubicBezTo>
                  <a:cubicBezTo>
                    <a:pt x="3661" y="645"/>
                    <a:pt x="3495" y="467"/>
                    <a:pt x="3239" y="329"/>
                  </a:cubicBezTo>
                  <a:cubicBezTo>
                    <a:pt x="2873" y="117"/>
                    <a:pt x="2385" y="1"/>
                    <a:pt x="1857"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41"/>
            <p:cNvSpPr/>
            <p:nvPr/>
          </p:nvSpPr>
          <p:spPr>
            <a:xfrm>
              <a:off x="6494953" y="2094702"/>
              <a:ext cx="123507" cy="2624632"/>
            </a:xfrm>
            <a:custGeom>
              <a:rect b="b" l="l" r="r" t="t"/>
              <a:pathLst>
                <a:path extrusionOk="0" h="13218" w="622">
                  <a:moveTo>
                    <a:pt x="621" y="1"/>
                  </a:moveTo>
                  <a:cubicBezTo>
                    <a:pt x="620" y="6"/>
                    <a:pt x="615" y="12"/>
                    <a:pt x="615" y="18"/>
                  </a:cubicBezTo>
                  <a:cubicBezTo>
                    <a:pt x="615" y="57"/>
                    <a:pt x="610" y="101"/>
                    <a:pt x="598" y="140"/>
                  </a:cubicBezTo>
                  <a:cubicBezTo>
                    <a:pt x="588" y="179"/>
                    <a:pt x="575" y="217"/>
                    <a:pt x="565" y="257"/>
                  </a:cubicBezTo>
                  <a:cubicBezTo>
                    <a:pt x="548" y="295"/>
                    <a:pt x="532" y="334"/>
                    <a:pt x="510" y="373"/>
                  </a:cubicBezTo>
                  <a:cubicBezTo>
                    <a:pt x="483" y="418"/>
                    <a:pt x="455" y="457"/>
                    <a:pt x="426" y="500"/>
                  </a:cubicBezTo>
                  <a:cubicBezTo>
                    <a:pt x="386" y="550"/>
                    <a:pt x="342" y="594"/>
                    <a:pt x="300" y="639"/>
                  </a:cubicBezTo>
                  <a:cubicBezTo>
                    <a:pt x="222" y="711"/>
                    <a:pt x="138" y="772"/>
                    <a:pt x="33" y="833"/>
                  </a:cubicBezTo>
                  <a:lnTo>
                    <a:pt x="1" y="13217"/>
                  </a:lnTo>
                  <a:cubicBezTo>
                    <a:pt x="101" y="13157"/>
                    <a:pt x="190" y="13091"/>
                    <a:pt x="266" y="13024"/>
                  </a:cubicBezTo>
                  <a:cubicBezTo>
                    <a:pt x="316" y="12980"/>
                    <a:pt x="360" y="12929"/>
                    <a:pt x="394" y="12885"/>
                  </a:cubicBezTo>
                  <a:cubicBezTo>
                    <a:pt x="426" y="12840"/>
                    <a:pt x="455" y="12802"/>
                    <a:pt x="478" y="12764"/>
                  </a:cubicBezTo>
                  <a:cubicBezTo>
                    <a:pt x="500" y="12724"/>
                    <a:pt x="522" y="12686"/>
                    <a:pt x="532" y="12646"/>
                  </a:cubicBezTo>
                  <a:cubicBezTo>
                    <a:pt x="549" y="12608"/>
                    <a:pt x="559" y="12570"/>
                    <a:pt x="565" y="12530"/>
                  </a:cubicBezTo>
                  <a:cubicBezTo>
                    <a:pt x="575" y="12491"/>
                    <a:pt x="582" y="12453"/>
                    <a:pt x="582" y="12409"/>
                  </a:cubicBezTo>
                  <a:lnTo>
                    <a:pt x="582" y="12387"/>
                  </a:lnTo>
                  <a:lnTo>
                    <a:pt x="62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41"/>
            <p:cNvSpPr/>
            <p:nvPr/>
          </p:nvSpPr>
          <p:spPr>
            <a:xfrm>
              <a:off x="5789055" y="2091525"/>
              <a:ext cx="169773" cy="2654417"/>
            </a:xfrm>
            <a:custGeom>
              <a:rect b="b" l="l" r="r" t="t"/>
              <a:pathLst>
                <a:path extrusionOk="0" h="13368" w="855">
                  <a:moveTo>
                    <a:pt x="33" y="0"/>
                  </a:moveTo>
                  <a:lnTo>
                    <a:pt x="1" y="12385"/>
                  </a:lnTo>
                  <a:cubicBezTo>
                    <a:pt x="1" y="12702"/>
                    <a:pt x="205" y="13012"/>
                    <a:pt x="617" y="13251"/>
                  </a:cubicBezTo>
                  <a:cubicBezTo>
                    <a:pt x="693" y="13290"/>
                    <a:pt x="771" y="13335"/>
                    <a:pt x="854" y="13368"/>
                  </a:cubicBezTo>
                  <a:lnTo>
                    <a:pt x="854" y="966"/>
                  </a:lnTo>
                  <a:cubicBezTo>
                    <a:pt x="781" y="938"/>
                    <a:pt x="716" y="905"/>
                    <a:pt x="649" y="865"/>
                  </a:cubicBezTo>
                  <a:cubicBezTo>
                    <a:pt x="239" y="628"/>
                    <a:pt x="33" y="310"/>
                    <a:pt x="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41"/>
            <p:cNvSpPr/>
            <p:nvPr/>
          </p:nvSpPr>
          <p:spPr>
            <a:xfrm>
              <a:off x="5951285" y="2260106"/>
              <a:ext cx="550224" cy="2534484"/>
            </a:xfrm>
            <a:custGeom>
              <a:rect b="b" l="l" r="r" t="t"/>
              <a:pathLst>
                <a:path extrusionOk="0" h="12764" w="2771">
                  <a:moveTo>
                    <a:pt x="2770" y="1"/>
                  </a:moveTo>
                  <a:lnTo>
                    <a:pt x="2770" y="1"/>
                  </a:lnTo>
                  <a:cubicBezTo>
                    <a:pt x="2765" y="6"/>
                    <a:pt x="2755" y="11"/>
                    <a:pt x="2746" y="14"/>
                  </a:cubicBezTo>
                  <a:cubicBezTo>
                    <a:pt x="2609" y="93"/>
                    <a:pt x="2453" y="159"/>
                    <a:pt x="2292" y="214"/>
                  </a:cubicBezTo>
                  <a:cubicBezTo>
                    <a:pt x="2170" y="258"/>
                    <a:pt x="2032" y="292"/>
                    <a:pt x="1898" y="314"/>
                  </a:cubicBezTo>
                  <a:cubicBezTo>
                    <a:pt x="1810" y="331"/>
                    <a:pt x="1721" y="342"/>
                    <a:pt x="1632" y="353"/>
                  </a:cubicBezTo>
                  <a:cubicBezTo>
                    <a:pt x="1555" y="360"/>
                    <a:pt x="1477" y="365"/>
                    <a:pt x="1399" y="371"/>
                  </a:cubicBezTo>
                  <a:cubicBezTo>
                    <a:pt x="1363" y="373"/>
                    <a:pt x="1327" y="374"/>
                    <a:pt x="1291" y="374"/>
                  </a:cubicBezTo>
                  <a:cubicBezTo>
                    <a:pt x="1255" y="374"/>
                    <a:pt x="1219" y="373"/>
                    <a:pt x="1183" y="371"/>
                  </a:cubicBezTo>
                  <a:cubicBezTo>
                    <a:pt x="1116" y="371"/>
                    <a:pt x="1044" y="365"/>
                    <a:pt x="977" y="360"/>
                  </a:cubicBezTo>
                  <a:cubicBezTo>
                    <a:pt x="906" y="355"/>
                    <a:pt x="839" y="348"/>
                    <a:pt x="772" y="337"/>
                  </a:cubicBezTo>
                  <a:cubicBezTo>
                    <a:pt x="699" y="326"/>
                    <a:pt x="632" y="315"/>
                    <a:pt x="566" y="298"/>
                  </a:cubicBezTo>
                  <a:cubicBezTo>
                    <a:pt x="494" y="283"/>
                    <a:pt x="422" y="266"/>
                    <a:pt x="349" y="243"/>
                  </a:cubicBezTo>
                  <a:cubicBezTo>
                    <a:pt x="266" y="216"/>
                    <a:pt x="184" y="187"/>
                    <a:pt x="100" y="154"/>
                  </a:cubicBezTo>
                  <a:cubicBezTo>
                    <a:pt x="67" y="142"/>
                    <a:pt x="33" y="132"/>
                    <a:pt x="1" y="115"/>
                  </a:cubicBezTo>
                  <a:lnTo>
                    <a:pt x="1" y="12515"/>
                  </a:lnTo>
                  <a:cubicBezTo>
                    <a:pt x="17" y="12526"/>
                    <a:pt x="39" y="12533"/>
                    <a:pt x="61" y="12544"/>
                  </a:cubicBezTo>
                  <a:cubicBezTo>
                    <a:pt x="140" y="12577"/>
                    <a:pt x="223" y="12610"/>
                    <a:pt x="312" y="12633"/>
                  </a:cubicBezTo>
                  <a:cubicBezTo>
                    <a:pt x="384" y="12655"/>
                    <a:pt x="451" y="12670"/>
                    <a:pt x="528" y="12687"/>
                  </a:cubicBezTo>
                  <a:cubicBezTo>
                    <a:pt x="595" y="12704"/>
                    <a:pt x="662" y="12717"/>
                    <a:pt x="734" y="12727"/>
                  </a:cubicBezTo>
                  <a:cubicBezTo>
                    <a:pt x="806" y="12731"/>
                    <a:pt x="872" y="12744"/>
                    <a:pt x="939" y="12749"/>
                  </a:cubicBezTo>
                  <a:cubicBezTo>
                    <a:pt x="1006" y="12754"/>
                    <a:pt x="1079" y="12754"/>
                    <a:pt x="1145" y="12759"/>
                  </a:cubicBezTo>
                  <a:cubicBezTo>
                    <a:pt x="1181" y="12762"/>
                    <a:pt x="1217" y="12763"/>
                    <a:pt x="1253" y="12763"/>
                  </a:cubicBezTo>
                  <a:cubicBezTo>
                    <a:pt x="1289" y="12763"/>
                    <a:pt x="1325" y="12762"/>
                    <a:pt x="1361" y="12759"/>
                  </a:cubicBezTo>
                  <a:cubicBezTo>
                    <a:pt x="1433" y="12759"/>
                    <a:pt x="1511" y="12753"/>
                    <a:pt x="1589" y="12743"/>
                  </a:cubicBezTo>
                  <a:cubicBezTo>
                    <a:pt x="1677" y="12730"/>
                    <a:pt x="1766" y="12720"/>
                    <a:pt x="1855" y="12703"/>
                  </a:cubicBezTo>
                  <a:cubicBezTo>
                    <a:pt x="1993" y="12681"/>
                    <a:pt x="2122" y="12648"/>
                    <a:pt x="2249" y="12603"/>
                  </a:cubicBezTo>
                  <a:cubicBezTo>
                    <a:pt x="2415" y="12547"/>
                    <a:pt x="2571" y="12487"/>
                    <a:pt x="2710" y="12403"/>
                  </a:cubicBezTo>
                  <a:cubicBezTo>
                    <a:pt x="2720" y="12397"/>
                    <a:pt x="2726" y="12392"/>
                    <a:pt x="2737" y="12387"/>
                  </a:cubicBezTo>
                  <a:lnTo>
                    <a:pt x="27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41"/>
            <p:cNvSpPr/>
            <p:nvPr/>
          </p:nvSpPr>
          <p:spPr>
            <a:xfrm>
              <a:off x="5747559" y="1853248"/>
              <a:ext cx="910421" cy="479336"/>
            </a:xfrm>
            <a:custGeom>
              <a:rect b="b" l="l" r="r" t="t"/>
              <a:pathLst>
                <a:path extrusionOk="0" h="2414" w="4585">
                  <a:moveTo>
                    <a:pt x="2289" y="0"/>
                  </a:moveTo>
                  <a:cubicBezTo>
                    <a:pt x="1753" y="0"/>
                    <a:pt x="1217" y="118"/>
                    <a:pt x="812" y="352"/>
                  </a:cubicBezTo>
                  <a:cubicBezTo>
                    <a:pt x="1" y="823"/>
                    <a:pt x="1" y="1589"/>
                    <a:pt x="822" y="2060"/>
                  </a:cubicBezTo>
                  <a:cubicBezTo>
                    <a:pt x="1230" y="2296"/>
                    <a:pt x="1764" y="2414"/>
                    <a:pt x="2298" y="2414"/>
                  </a:cubicBezTo>
                  <a:cubicBezTo>
                    <a:pt x="2832" y="2414"/>
                    <a:pt x="3366" y="2296"/>
                    <a:pt x="3773" y="2060"/>
                  </a:cubicBezTo>
                  <a:cubicBezTo>
                    <a:pt x="4584" y="1589"/>
                    <a:pt x="4584" y="823"/>
                    <a:pt x="3763" y="352"/>
                  </a:cubicBezTo>
                  <a:cubicBezTo>
                    <a:pt x="3357" y="117"/>
                    <a:pt x="2823" y="0"/>
                    <a:pt x="22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41"/>
            <p:cNvSpPr/>
            <p:nvPr/>
          </p:nvSpPr>
          <p:spPr>
            <a:xfrm>
              <a:off x="5823807" y="1890975"/>
              <a:ext cx="755937" cy="404477"/>
            </a:xfrm>
            <a:custGeom>
              <a:rect b="b" l="l" r="r" t="t"/>
              <a:pathLst>
                <a:path extrusionOk="0" h="2037" w="3807">
                  <a:moveTo>
                    <a:pt x="1899" y="0"/>
                  </a:moveTo>
                  <a:cubicBezTo>
                    <a:pt x="1372" y="0"/>
                    <a:pt x="884" y="117"/>
                    <a:pt x="517" y="328"/>
                  </a:cubicBezTo>
                  <a:cubicBezTo>
                    <a:pt x="184" y="522"/>
                    <a:pt x="0" y="765"/>
                    <a:pt x="6" y="1015"/>
                  </a:cubicBezTo>
                  <a:cubicBezTo>
                    <a:pt x="6" y="1077"/>
                    <a:pt x="16" y="1142"/>
                    <a:pt x="39" y="1204"/>
                  </a:cubicBezTo>
                  <a:cubicBezTo>
                    <a:pt x="105" y="1387"/>
                    <a:pt x="272" y="1565"/>
                    <a:pt x="522" y="1709"/>
                  </a:cubicBezTo>
                  <a:cubicBezTo>
                    <a:pt x="894" y="1919"/>
                    <a:pt x="1382" y="2037"/>
                    <a:pt x="1909" y="2037"/>
                  </a:cubicBezTo>
                  <a:cubicBezTo>
                    <a:pt x="2435" y="2037"/>
                    <a:pt x="2923" y="1919"/>
                    <a:pt x="3290" y="1709"/>
                  </a:cubicBezTo>
                  <a:cubicBezTo>
                    <a:pt x="3534" y="1565"/>
                    <a:pt x="3700" y="1394"/>
                    <a:pt x="3766" y="1210"/>
                  </a:cubicBezTo>
                  <a:cubicBezTo>
                    <a:pt x="3796" y="1148"/>
                    <a:pt x="3806" y="1089"/>
                    <a:pt x="3806" y="1022"/>
                  </a:cubicBezTo>
                  <a:cubicBezTo>
                    <a:pt x="3806" y="771"/>
                    <a:pt x="3623" y="522"/>
                    <a:pt x="3279" y="328"/>
                  </a:cubicBezTo>
                  <a:cubicBezTo>
                    <a:pt x="2913" y="117"/>
                    <a:pt x="2425" y="0"/>
                    <a:pt x="1899" y="0"/>
                  </a:cubicBez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41"/>
            <p:cNvSpPr/>
            <p:nvPr/>
          </p:nvSpPr>
          <p:spPr>
            <a:xfrm>
              <a:off x="5832742" y="1965834"/>
              <a:ext cx="740449" cy="329618"/>
            </a:xfrm>
            <a:custGeom>
              <a:rect b="b" l="l" r="r" t="t"/>
              <a:pathLst>
                <a:path extrusionOk="0" h="1660" w="3729">
                  <a:moveTo>
                    <a:pt x="1859" y="0"/>
                  </a:moveTo>
                  <a:cubicBezTo>
                    <a:pt x="1332" y="0"/>
                    <a:pt x="844" y="117"/>
                    <a:pt x="477" y="328"/>
                  </a:cubicBezTo>
                  <a:cubicBezTo>
                    <a:pt x="233" y="472"/>
                    <a:pt x="67" y="644"/>
                    <a:pt x="0" y="827"/>
                  </a:cubicBezTo>
                  <a:cubicBezTo>
                    <a:pt x="67" y="1010"/>
                    <a:pt x="233" y="1188"/>
                    <a:pt x="483" y="1332"/>
                  </a:cubicBezTo>
                  <a:cubicBezTo>
                    <a:pt x="855" y="1542"/>
                    <a:pt x="1343" y="1660"/>
                    <a:pt x="1870" y="1660"/>
                  </a:cubicBezTo>
                  <a:cubicBezTo>
                    <a:pt x="2396" y="1660"/>
                    <a:pt x="2886" y="1542"/>
                    <a:pt x="3252" y="1332"/>
                  </a:cubicBezTo>
                  <a:cubicBezTo>
                    <a:pt x="3495" y="1188"/>
                    <a:pt x="3662" y="1017"/>
                    <a:pt x="3729" y="833"/>
                  </a:cubicBezTo>
                  <a:cubicBezTo>
                    <a:pt x="3657" y="655"/>
                    <a:pt x="3495" y="478"/>
                    <a:pt x="3240" y="328"/>
                  </a:cubicBezTo>
                  <a:cubicBezTo>
                    <a:pt x="2873" y="117"/>
                    <a:pt x="2385" y="0"/>
                    <a:pt x="1859" y="0"/>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41"/>
            <p:cNvSpPr/>
            <p:nvPr/>
          </p:nvSpPr>
          <p:spPr>
            <a:xfrm>
              <a:off x="6867459" y="2518834"/>
              <a:ext cx="123309" cy="2624632"/>
            </a:xfrm>
            <a:custGeom>
              <a:rect b="b" l="l" r="r" t="t"/>
              <a:pathLst>
                <a:path extrusionOk="0" h="13218" w="621">
                  <a:moveTo>
                    <a:pt x="620" y="1"/>
                  </a:moveTo>
                  <a:lnTo>
                    <a:pt x="620" y="24"/>
                  </a:lnTo>
                  <a:lnTo>
                    <a:pt x="620" y="24"/>
                  </a:lnTo>
                  <a:cubicBezTo>
                    <a:pt x="620" y="23"/>
                    <a:pt x="620" y="23"/>
                    <a:pt x="620" y="23"/>
                  </a:cubicBezTo>
                  <a:lnTo>
                    <a:pt x="620" y="1"/>
                  </a:lnTo>
                  <a:close/>
                  <a:moveTo>
                    <a:pt x="620" y="24"/>
                  </a:moveTo>
                  <a:lnTo>
                    <a:pt x="620" y="24"/>
                  </a:lnTo>
                  <a:cubicBezTo>
                    <a:pt x="615" y="63"/>
                    <a:pt x="615" y="107"/>
                    <a:pt x="604" y="144"/>
                  </a:cubicBezTo>
                  <a:cubicBezTo>
                    <a:pt x="593" y="184"/>
                    <a:pt x="582" y="222"/>
                    <a:pt x="571" y="262"/>
                  </a:cubicBezTo>
                  <a:cubicBezTo>
                    <a:pt x="553" y="301"/>
                    <a:pt x="538" y="346"/>
                    <a:pt x="516" y="378"/>
                  </a:cubicBezTo>
                  <a:cubicBezTo>
                    <a:pt x="488" y="422"/>
                    <a:pt x="461" y="462"/>
                    <a:pt x="432" y="500"/>
                  </a:cubicBezTo>
                  <a:cubicBezTo>
                    <a:pt x="393" y="550"/>
                    <a:pt x="348" y="594"/>
                    <a:pt x="305" y="639"/>
                  </a:cubicBezTo>
                  <a:cubicBezTo>
                    <a:pt x="228" y="710"/>
                    <a:pt x="144" y="772"/>
                    <a:pt x="39" y="833"/>
                  </a:cubicBezTo>
                  <a:lnTo>
                    <a:pt x="0" y="13217"/>
                  </a:lnTo>
                  <a:cubicBezTo>
                    <a:pt x="100" y="13156"/>
                    <a:pt x="189" y="13091"/>
                    <a:pt x="265" y="13024"/>
                  </a:cubicBezTo>
                  <a:cubicBezTo>
                    <a:pt x="316" y="12980"/>
                    <a:pt x="360" y="12929"/>
                    <a:pt x="393" y="12885"/>
                  </a:cubicBezTo>
                  <a:cubicBezTo>
                    <a:pt x="426" y="12840"/>
                    <a:pt x="454" y="12802"/>
                    <a:pt x="477" y="12758"/>
                  </a:cubicBezTo>
                  <a:cubicBezTo>
                    <a:pt x="499" y="12719"/>
                    <a:pt x="521" y="12681"/>
                    <a:pt x="531" y="12641"/>
                  </a:cubicBezTo>
                  <a:cubicBezTo>
                    <a:pt x="548" y="12603"/>
                    <a:pt x="559" y="12564"/>
                    <a:pt x="564" y="12525"/>
                  </a:cubicBezTo>
                  <a:cubicBezTo>
                    <a:pt x="574" y="12485"/>
                    <a:pt x="582" y="12447"/>
                    <a:pt x="582" y="12403"/>
                  </a:cubicBezTo>
                  <a:lnTo>
                    <a:pt x="582" y="12386"/>
                  </a:lnTo>
                  <a:lnTo>
                    <a:pt x="620" y="24"/>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41"/>
            <p:cNvSpPr/>
            <p:nvPr/>
          </p:nvSpPr>
          <p:spPr>
            <a:xfrm>
              <a:off x="6154416" y="2517643"/>
              <a:ext cx="169575" cy="2653424"/>
            </a:xfrm>
            <a:custGeom>
              <a:rect b="b" l="l" r="r" t="t"/>
              <a:pathLst>
                <a:path extrusionOk="0" h="13363" w="854">
                  <a:moveTo>
                    <a:pt x="32" y="1"/>
                  </a:moveTo>
                  <a:lnTo>
                    <a:pt x="0" y="12385"/>
                  </a:lnTo>
                  <a:cubicBezTo>
                    <a:pt x="0" y="12698"/>
                    <a:pt x="204" y="13008"/>
                    <a:pt x="616" y="13245"/>
                  </a:cubicBezTo>
                  <a:cubicBezTo>
                    <a:pt x="692" y="13285"/>
                    <a:pt x="770" y="13329"/>
                    <a:pt x="854" y="13363"/>
                  </a:cubicBezTo>
                  <a:lnTo>
                    <a:pt x="854" y="967"/>
                  </a:lnTo>
                  <a:cubicBezTo>
                    <a:pt x="787" y="934"/>
                    <a:pt x="716" y="894"/>
                    <a:pt x="648" y="861"/>
                  </a:cubicBezTo>
                  <a:cubicBezTo>
                    <a:pt x="239" y="622"/>
                    <a:pt x="32" y="311"/>
                    <a:pt x="32"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41"/>
            <p:cNvSpPr/>
            <p:nvPr/>
          </p:nvSpPr>
          <p:spPr>
            <a:xfrm>
              <a:off x="6325975" y="2685429"/>
              <a:ext cx="550224" cy="2534285"/>
            </a:xfrm>
            <a:custGeom>
              <a:rect b="b" l="l" r="r" t="t"/>
              <a:pathLst>
                <a:path extrusionOk="0" h="12763" w="2771">
                  <a:moveTo>
                    <a:pt x="2770" y="0"/>
                  </a:moveTo>
                  <a:cubicBezTo>
                    <a:pt x="2759" y="6"/>
                    <a:pt x="2753" y="12"/>
                    <a:pt x="2741" y="13"/>
                  </a:cubicBezTo>
                  <a:cubicBezTo>
                    <a:pt x="2604" y="91"/>
                    <a:pt x="2447" y="158"/>
                    <a:pt x="2286" y="214"/>
                  </a:cubicBezTo>
                  <a:cubicBezTo>
                    <a:pt x="2165" y="258"/>
                    <a:pt x="2026" y="290"/>
                    <a:pt x="1892" y="313"/>
                  </a:cubicBezTo>
                  <a:cubicBezTo>
                    <a:pt x="1804" y="330"/>
                    <a:pt x="1715" y="342"/>
                    <a:pt x="1626" y="352"/>
                  </a:cubicBezTo>
                  <a:cubicBezTo>
                    <a:pt x="1555" y="358"/>
                    <a:pt x="1476" y="364"/>
                    <a:pt x="1399" y="369"/>
                  </a:cubicBezTo>
                  <a:cubicBezTo>
                    <a:pt x="1363" y="371"/>
                    <a:pt x="1327" y="373"/>
                    <a:pt x="1291" y="373"/>
                  </a:cubicBezTo>
                  <a:cubicBezTo>
                    <a:pt x="1255" y="373"/>
                    <a:pt x="1219" y="371"/>
                    <a:pt x="1183" y="369"/>
                  </a:cubicBezTo>
                  <a:cubicBezTo>
                    <a:pt x="1116" y="369"/>
                    <a:pt x="1044" y="364"/>
                    <a:pt x="977" y="358"/>
                  </a:cubicBezTo>
                  <a:cubicBezTo>
                    <a:pt x="905" y="353"/>
                    <a:pt x="838" y="347"/>
                    <a:pt x="771" y="336"/>
                  </a:cubicBezTo>
                  <a:cubicBezTo>
                    <a:pt x="699" y="325"/>
                    <a:pt x="633" y="314"/>
                    <a:pt x="566" y="298"/>
                  </a:cubicBezTo>
                  <a:cubicBezTo>
                    <a:pt x="494" y="282"/>
                    <a:pt x="421" y="264"/>
                    <a:pt x="350" y="242"/>
                  </a:cubicBezTo>
                  <a:cubicBezTo>
                    <a:pt x="266" y="215"/>
                    <a:pt x="184" y="185"/>
                    <a:pt x="100" y="153"/>
                  </a:cubicBezTo>
                  <a:cubicBezTo>
                    <a:pt x="67" y="141"/>
                    <a:pt x="33" y="131"/>
                    <a:pt x="0" y="114"/>
                  </a:cubicBezTo>
                  <a:lnTo>
                    <a:pt x="0" y="12515"/>
                  </a:lnTo>
                  <a:cubicBezTo>
                    <a:pt x="17" y="12525"/>
                    <a:pt x="39" y="12531"/>
                    <a:pt x="62" y="12542"/>
                  </a:cubicBezTo>
                  <a:cubicBezTo>
                    <a:pt x="141" y="12576"/>
                    <a:pt x="222" y="12609"/>
                    <a:pt x="311" y="12631"/>
                  </a:cubicBezTo>
                  <a:cubicBezTo>
                    <a:pt x="384" y="12654"/>
                    <a:pt x="451" y="12670"/>
                    <a:pt x="528" y="12686"/>
                  </a:cubicBezTo>
                  <a:cubicBezTo>
                    <a:pt x="594" y="12703"/>
                    <a:pt x="661" y="12715"/>
                    <a:pt x="734" y="12725"/>
                  </a:cubicBezTo>
                  <a:cubicBezTo>
                    <a:pt x="806" y="12730"/>
                    <a:pt x="872" y="12743"/>
                    <a:pt x="939" y="12748"/>
                  </a:cubicBezTo>
                  <a:cubicBezTo>
                    <a:pt x="1006" y="12754"/>
                    <a:pt x="1078" y="12754"/>
                    <a:pt x="1145" y="12759"/>
                  </a:cubicBezTo>
                  <a:cubicBezTo>
                    <a:pt x="1181" y="12761"/>
                    <a:pt x="1217" y="12763"/>
                    <a:pt x="1253" y="12763"/>
                  </a:cubicBezTo>
                  <a:cubicBezTo>
                    <a:pt x="1289" y="12763"/>
                    <a:pt x="1325" y="12761"/>
                    <a:pt x="1361" y="12759"/>
                  </a:cubicBezTo>
                  <a:cubicBezTo>
                    <a:pt x="1433" y="12759"/>
                    <a:pt x="1512" y="12751"/>
                    <a:pt x="1588" y="12741"/>
                  </a:cubicBezTo>
                  <a:cubicBezTo>
                    <a:pt x="1676" y="12729"/>
                    <a:pt x="1765" y="12719"/>
                    <a:pt x="1855" y="12702"/>
                  </a:cubicBezTo>
                  <a:cubicBezTo>
                    <a:pt x="1993" y="12680"/>
                    <a:pt x="2122" y="12647"/>
                    <a:pt x="2248" y="12603"/>
                  </a:cubicBezTo>
                  <a:cubicBezTo>
                    <a:pt x="2415" y="12551"/>
                    <a:pt x="2571" y="12486"/>
                    <a:pt x="2709" y="12403"/>
                  </a:cubicBezTo>
                  <a:cubicBezTo>
                    <a:pt x="2720" y="12395"/>
                    <a:pt x="2727" y="12390"/>
                    <a:pt x="2738" y="12385"/>
                  </a:cubicBezTo>
                  <a:lnTo>
                    <a:pt x="27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41"/>
            <p:cNvSpPr/>
            <p:nvPr/>
          </p:nvSpPr>
          <p:spPr>
            <a:xfrm>
              <a:off x="6121057" y="2278175"/>
              <a:ext cx="910222" cy="480924"/>
            </a:xfrm>
            <a:custGeom>
              <a:rect b="b" l="l" r="r" t="t"/>
              <a:pathLst>
                <a:path extrusionOk="0" h="2422" w="4584">
                  <a:moveTo>
                    <a:pt x="2285" y="1"/>
                  </a:moveTo>
                  <a:cubicBezTo>
                    <a:pt x="1751" y="1"/>
                    <a:pt x="1217" y="120"/>
                    <a:pt x="811" y="359"/>
                  </a:cubicBezTo>
                  <a:cubicBezTo>
                    <a:pt x="0" y="831"/>
                    <a:pt x="0" y="1596"/>
                    <a:pt x="822" y="2068"/>
                  </a:cubicBezTo>
                  <a:cubicBezTo>
                    <a:pt x="1229" y="2304"/>
                    <a:pt x="1763" y="2421"/>
                    <a:pt x="2297" y="2421"/>
                  </a:cubicBezTo>
                  <a:cubicBezTo>
                    <a:pt x="2831" y="2421"/>
                    <a:pt x="3365" y="2304"/>
                    <a:pt x="3773" y="2068"/>
                  </a:cubicBezTo>
                  <a:cubicBezTo>
                    <a:pt x="4584" y="1596"/>
                    <a:pt x="4584" y="831"/>
                    <a:pt x="3762" y="359"/>
                  </a:cubicBezTo>
                  <a:cubicBezTo>
                    <a:pt x="3355" y="120"/>
                    <a:pt x="2820" y="1"/>
                    <a:pt x="22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41"/>
            <p:cNvSpPr/>
            <p:nvPr/>
          </p:nvSpPr>
          <p:spPr>
            <a:xfrm>
              <a:off x="6197504" y="2315108"/>
              <a:ext cx="755738" cy="404477"/>
            </a:xfrm>
            <a:custGeom>
              <a:rect b="b" l="l" r="r" t="t"/>
              <a:pathLst>
                <a:path extrusionOk="0" h="2037" w="3806">
                  <a:moveTo>
                    <a:pt x="1898" y="0"/>
                  </a:moveTo>
                  <a:cubicBezTo>
                    <a:pt x="1376" y="0"/>
                    <a:pt x="883" y="117"/>
                    <a:pt x="516" y="327"/>
                  </a:cubicBezTo>
                  <a:cubicBezTo>
                    <a:pt x="184" y="521"/>
                    <a:pt x="1" y="765"/>
                    <a:pt x="6" y="1015"/>
                  </a:cubicBezTo>
                  <a:cubicBezTo>
                    <a:pt x="6" y="1076"/>
                    <a:pt x="17" y="1142"/>
                    <a:pt x="39" y="1204"/>
                  </a:cubicBezTo>
                  <a:cubicBezTo>
                    <a:pt x="106" y="1387"/>
                    <a:pt x="271" y="1565"/>
                    <a:pt x="522" y="1709"/>
                  </a:cubicBezTo>
                  <a:cubicBezTo>
                    <a:pt x="893" y="1920"/>
                    <a:pt x="1381" y="2037"/>
                    <a:pt x="1909" y="2037"/>
                  </a:cubicBezTo>
                  <a:cubicBezTo>
                    <a:pt x="2434" y="2037"/>
                    <a:pt x="2924" y="1920"/>
                    <a:pt x="3290" y="1709"/>
                  </a:cubicBezTo>
                  <a:cubicBezTo>
                    <a:pt x="3533" y="1571"/>
                    <a:pt x="3700" y="1399"/>
                    <a:pt x="3767" y="1216"/>
                  </a:cubicBezTo>
                  <a:cubicBezTo>
                    <a:pt x="3795" y="1154"/>
                    <a:pt x="3806" y="1093"/>
                    <a:pt x="3806" y="1027"/>
                  </a:cubicBezTo>
                  <a:cubicBezTo>
                    <a:pt x="3806" y="772"/>
                    <a:pt x="3616" y="528"/>
                    <a:pt x="3280" y="327"/>
                  </a:cubicBezTo>
                  <a:cubicBezTo>
                    <a:pt x="2913" y="117"/>
                    <a:pt x="2419" y="0"/>
                    <a:pt x="1898" y="0"/>
                  </a:cubicBez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41"/>
            <p:cNvSpPr/>
            <p:nvPr/>
          </p:nvSpPr>
          <p:spPr>
            <a:xfrm>
              <a:off x="6206043" y="2392151"/>
              <a:ext cx="740647" cy="328824"/>
            </a:xfrm>
            <a:custGeom>
              <a:rect b="b" l="l" r="r" t="t"/>
              <a:pathLst>
                <a:path extrusionOk="0" h="1656" w="3730">
                  <a:moveTo>
                    <a:pt x="1859" y="1"/>
                  </a:moveTo>
                  <a:cubicBezTo>
                    <a:pt x="1338" y="1"/>
                    <a:pt x="844" y="117"/>
                    <a:pt x="478" y="329"/>
                  </a:cubicBezTo>
                  <a:cubicBezTo>
                    <a:pt x="233" y="467"/>
                    <a:pt x="68" y="639"/>
                    <a:pt x="1" y="822"/>
                  </a:cubicBezTo>
                  <a:cubicBezTo>
                    <a:pt x="68" y="1006"/>
                    <a:pt x="233" y="1184"/>
                    <a:pt x="484" y="1327"/>
                  </a:cubicBezTo>
                  <a:cubicBezTo>
                    <a:pt x="856" y="1539"/>
                    <a:pt x="1344" y="1655"/>
                    <a:pt x="1871" y="1655"/>
                  </a:cubicBezTo>
                  <a:cubicBezTo>
                    <a:pt x="2397" y="1655"/>
                    <a:pt x="2886" y="1539"/>
                    <a:pt x="3253" y="1327"/>
                  </a:cubicBezTo>
                  <a:cubicBezTo>
                    <a:pt x="3496" y="1189"/>
                    <a:pt x="3662" y="1017"/>
                    <a:pt x="3729" y="834"/>
                  </a:cubicBezTo>
                  <a:cubicBezTo>
                    <a:pt x="3662" y="645"/>
                    <a:pt x="3496" y="467"/>
                    <a:pt x="3240" y="329"/>
                  </a:cubicBezTo>
                  <a:cubicBezTo>
                    <a:pt x="2873" y="117"/>
                    <a:pt x="2380" y="1"/>
                    <a:pt x="1859"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41"/>
            <p:cNvSpPr/>
            <p:nvPr/>
          </p:nvSpPr>
          <p:spPr>
            <a:xfrm>
              <a:off x="5673891" y="2518834"/>
              <a:ext cx="2756876" cy="1013079"/>
            </a:xfrm>
            <a:custGeom>
              <a:rect b="b" l="l" r="r" t="t"/>
              <a:pathLst>
                <a:path extrusionOk="0" h="5102" w="13884">
                  <a:moveTo>
                    <a:pt x="13884" y="1"/>
                  </a:moveTo>
                  <a:lnTo>
                    <a:pt x="13578" y="45"/>
                  </a:lnTo>
                  <a:lnTo>
                    <a:pt x="11820" y="3897"/>
                  </a:lnTo>
                  <a:lnTo>
                    <a:pt x="5184" y="4929"/>
                  </a:lnTo>
                  <a:lnTo>
                    <a:pt x="305" y="2111"/>
                  </a:lnTo>
                  <a:lnTo>
                    <a:pt x="0" y="2160"/>
                  </a:lnTo>
                  <a:lnTo>
                    <a:pt x="5105" y="5102"/>
                  </a:lnTo>
                  <a:lnTo>
                    <a:pt x="12046" y="4025"/>
                  </a:lnTo>
                  <a:lnTo>
                    <a:pt x="138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41"/>
            <p:cNvSpPr/>
            <p:nvPr/>
          </p:nvSpPr>
          <p:spPr>
            <a:xfrm>
              <a:off x="8063607" y="2518834"/>
              <a:ext cx="367147" cy="1678271"/>
            </a:xfrm>
            <a:custGeom>
              <a:rect b="b" l="l" r="r" t="t"/>
              <a:pathLst>
                <a:path extrusionOk="0" h="8452" w="1849">
                  <a:moveTo>
                    <a:pt x="1849" y="1"/>
                  </a:moveTo>
                  <a:lnTo>
                    <a:pt x="11" y="4025"/>
                  </a:lnTo>
                  <a:lnTo>
                    <a:pt x="1" y="8452"/>
                  </a:lnTo>
                  <a:lnTo>
                    <a:pt x="1844" y="4429"/>
                  </a:lnTo>
                  <a:lnTo>
                    <a:pt x="18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41"/>
            <p:cNvSpPr/>
            <p:nvPr/>
          </p:nvSpPr>
          <p:spPr>
            <a:xfrm>
              <a:off x="5672700" y="2947732"/>
              <a:ext cx="1014866" cy="1463225"/>
            </a:xfrm>
            <a:custGeom>
              <a:rect b="b" l="l" r="r" t="t"/>
              <a:pathLst>
                <a:path extrusionOk="0" h="7369" w="5111">
                  <a:moveTo>
                    <a:pt x="6" y="0"/>
                  </a:moveTo>
                  <a:lnTo>
                    <a:pt x="1" y="4422"/>
                  </a:lnTo>
                  <a:lnTo>
                    <a:pt x="5101" y="7369"/>
                  </a:lnTo>
                  <a:lnTo>
                    <a:pt x="5111" y="2942"/>
                  </a:lnTo>
                  <a:lnTo>
                    <a:pt x="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41"/>
            <p:cNvSpPr/>
            <p:nvPr/>
          </p:nvSpPr>
          <p:spPr>
            <a:xfrm>
              <a:off x="6685376" y="3317855"/>
              <a:ext cx="1380622" cy="1093100"/>
            </a:xfrm>
            <a:custGeom>
              <a:rect b="b" l="l" r="r" t="t"/>
              <a:pathLst>
                <a:path extrusionOk="0" h="5505" w="6953">
                  <a:moveTo>
                    <a:pt x="6952" y="1"/>
                  </a:moveTo>
                  <a:lnTo>
                    <a:pt x="11" y="1078"/>
                  </a:lnTo>
                  <a:lnTo>
                    <a:pt x="1" y="5505"/>
                  </a:lnTo>
                  <a:lnTo>
                    <a:pt x="6942" y="4428"/>
                  </a:lnTo>
                  <a:lnTo>
                    <a:pt x="695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41"/>
            <p:cNvSpPr/>
            <p:nvPr/>
          </p:nvSpPr>
          <p:spPr>
            <a:xfrm>
              <a:off x="6810868" y="3693538"/>
              <a:ext cx="321874" cy="412221"/>
            </a:xfrm>
            <a:custGeom>
              <a:rect b="b" l="l" r="r" t="t"/>
              <a:pathLst>
                <a:path extrusionOk="0" h="2076" w="1621">
                  <a:moveTo>
                    <a:pt x="1621" y="1"/>
                  </a:moveTo>
                  <a:lnTo>
                    <a:pt x="0" y="251"/>
                  </a:lnTo>
                  <a:lnTo>
                    <a:pt x="0" y="590"/>
                  </a:lnTo>
                  <a:lnTo>
                    <a:pt x="584" y="500"/>
                  </a:lnTo>
                  <a:lnTo>
                    <a:pt x="584" y="2075"/>
                  </a:lnTo>
                  <a:lnTo>
                    <a:pt x="1037" y="2004"/>
                  </a:lnTo>
                  <a:lnTo>
                    <a:pt x="1037" y="428"/>
                  </a:lnTo>
                  <a:lnTo>
                    <a:pt x="1621" y="339"/>
                  </a:lnTo>
                  <a:lnTo>
                    <a:pt x="16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41"/>
            <p:cNvSpPr/>
            <p:nvPr/>
          </p:nvSpPr>
          <p:spPr>
            <a:xfrm>
              <a:off x="7197472" y="3622651"/>
              <a:ext cx="378465" cy="440020"/>
            </a:xfrm>
            <a:custGeom>
              <a:rect b="b" l="l" r="r" t="t"/>
              <a:pathLst>
                <a:path extrusionOk="0" h="2216" w="1906">
                  <a:moveTo>
                    <a:pt x="1903" y="1"/>
                  </a:moveTo>
                  <a:lnTo>
                    <a:pt x="1492" y="68"/>
                  </a:lnTo>
                  <a:lnTo>
                    <a:pt x="1492" y="973"/>
                  </a:lnTo>
                  <a:cubicBezTo>
                    <a:pt x="1492" y="1079"/>
                    <a:pt x="1498" y="1257"/>
                    <a:pt x="1514" y="1500"/>
                  </a:cubicBezTo>
                  <a:lnTo>
                    <a:pt x="1504" y="1500"/>
                  </a:lnTo>
                  <a:lnTo>
                    <a:pt x="572" y="213"/>
                  </a:lnTo>
                  <a:lnTo>
                    <a:pt x="1" y="302"/>
                  </a:lnTo>
                  <a:lnTo>
                    <a:pt x="1" y="2215"/>
                  </a:lnTo>
                  <a:lnTo>
                    <a:pt x="405" y="2153"/>
                  </a:lnTo>
                  <a:lnTo>
                    <a:pt x="405" y="1256"/>
                  </a:lnTo>
                  <a:cubicBezTo>
                    <a:pt x="405" y="1146"/>
                    <a:pt x="400" y="962"/>
                    <a:pt x="378" y="712"/>
                  </a:cubicBezTo>
                  <a:lnTo>
                    <a:pt x="395" y="707"/>
                  </a:lnTo>
                  <a:lnTo>
                    <a:pt x="1327" y="2011"/>
                  </a:lnTo>
                  <a:lnTo>
                    <a:pt x="1905" y="1922"/>
                  </a:lnTo>
                  <a:lnTo>
                    <a:pt x="19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41"/>
            <p:cNvSpPr/>
            <p:nvPr/>
          </p:nvSpPr>
          <p:spPr>
            <a:xfrm>
              <a:off x="7640666" y="3564670"/>
              <a:ext cx="321675" cy="412022"/>
            </a:xfrm>
            <a:custGeom>
              <a:rect b="b" l="l" r="r" t="t"/>
              <a:pathLst>
                <a:path extrusionOk="0" h="2075" w="1620">
                  <a:moveTo>
                    <a:pt x="1620" y="0"/>
                  </a:moveTo>
                  <a:lnTo>
                    <a:pt x="0" y="251"/>
                  </a:lnTo>
                  <a:lnTo>
                    <a:pt x="0" y="589"/>
                  </a:lnTo>
                  <a:lnTo>
                    <a:pt x="583" y="500"/>
                  </a:lnTo>
                  <a:lnTo>
                    <a:pt x="583" y="2074"/>
                  </a:lnTo>
                  <a:lnTo>
                    <a:pt x="1037" y="2003"/>
                  </a:lnTo>
                  <a:lnTo>
                    <a:pt x="1037" y="428"/>
                  </a:lnTo>
                  <a:lnTo>
                    <a:pt x="1620" y="339"/>
                  </a:lnTo>
                  <a:lnTo>
                    <a:pt x="16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41"/>
            <p:cNvSpPr/>
            <p:nvPr/>
          </p:nvSpPr>
          <p:spPr>
            <a:xfrm>
              <a:off x="6981434" y="439275"/>
              <a:ext cx="855418" cy="1689788"/>
            </a:xfrm>
            <a:custGeom>
              <a:rect b="b" l="l" r="r" t="t"/>
              <a:pathLst>
                <a:path extrusionOk="0" h="8510" w="4308">
                  <a:moveTo>
                    <a:pt x="3455" y="0"/>
                  </a:moveTo>
                  <a:cubicBezTo>
                    <a:pt x="2992" y="0"/>
                    <a:pt x="2570" y="147"/>
                    <a:pt x="2188" y="435"/>
                  </a:cubicBezTo>
                  <a:cubicBezTo>
                    <a:pt x="0" y="2101"/>
                    <a:pt x="40" y="8076"/>
                    <a:pt x="45" y="8326"/>
                  </a:cubicBezTo>
                  <a:cubicBezTo>
                    <a:pt x="45" y="8426"/>
                    <a:pt x="129" y="8510"/>
                    <a:pt x="229" y="8510"/>
                  </a:cubicBezTo>
                  <a:cubicBezTo>
                    <a:pt x="334" y="8504"/>
                    <a:pt x="417" y="8427"/>
                    <a:pt x="412" y="8326"/>
                  </a:cubicBezTo>
                  <a:cubicBezTo>
                    <a:pt x="412" y="8265"/>
                    <a:pt x="372" y="2283"/>
                    <a:pt x="2409" y="730"/>
                  </a:cubicBezTo>
                  <a:cubicBezTo>
                    <a:pt x="2722" y="487"/>
                    <a:pt x="3065" y="367"/>
                    <a:pt x="3445" y="367"/>
                  </a:cubicBezTo>
                  <a:cubicBezTo>
                    <a:pt x="3637" y="367"/>
                    <a:pt x="3839" y="398"/>
                    <a:pt x="4051" y="458"/>
                  </a:cubicBezTo>
                  <a:cubicBezTo>
                    <a:pt x="4069" y="463"/>
                    <a:pt x="4086" y="465"/>
                    <a:pt x="4103" y="465"/>
                  </a:cubicBezTo>
                  <a:cubicBezTo>
                    <a:pt x="4184" y="465"/>
                    <a:pt x="4256" y="412"/>
                    <a:pt x="4279" y="330"/>
                  </a:cubicBezTo>
                  <a:cubicBezTo>
                    <a:pt x="4308" y="230"/>
                    <a:pt x="4251" y="130"/>
                    <a:pt x="4152" y="103"/>
                  </a:cubicBezTo>
                  <a:cubicBezTo>
                    <a:pt x="3910" y="34"/>
                    <a:pt x="3678" y="0"/>
                    <a:pt x="34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0" name="Google Shape;4370;p41"/>
          <p:cNvGrpSpPr/>
          <p:nvPr/>
        </p:nvGrpSpPr>
        <p:grpSpPr>
          <a:xfrm>
            <a:off x="8216798" y="2121825"/>
            <a:ext cx="830805" cy="753025"/>
            <a:chOff x="5255839" y="-1347627"/>
            <a:chExt cx="1366681" cy="1238732"/>
          </a:xfrm>
        </p:grpSpPr>
        <p:sp>
          <p:nvSpPr>
            <p:cNvPr id="4371" name="Google Shape;4371;p41"/>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41"/>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41"/>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41"/>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41"/>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41"/>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41"/>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41"/>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41"/>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41"/>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41"/>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41"/>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41"/>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41"/>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5" name="Google Shape;4385;p41"/>
          <p:cNvGrpSpPr/>
          <p:nvPr/>
        </p:nvGrpSpPr>
        <p:grpSpPr>
          <a:xfrm>
            <a:off x="476848" y="3632750"/>
            <a:ext cx="830805" cy="753025"/>
            <a:chOff x="5255839" y="-1347627"/>
            <a:chExt cx="1366681" cy="1238732"/>
          </a:xfrm>
        </p:grpSpPr>
        <p:sp>
          <p:nvSpPr>
            <p:cNvPr id="4386" name="Google Shape;4386;p41"/>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41"/>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41"/>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41"/>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41"/>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41"/>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41"/>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41"/>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41"/>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41"/>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41"/>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41"/>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41"/>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41"/>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0" name="Google Shape;4400;p41"/>
          <p:cNvGrpSpPr/>
          <p:nvPr/>
        </p:nvGrpSpPr>
        <p:grpSpPr>
          <a:xfrm>
            <a:off x="4461948" y="1423373"/>
            <a:ext cx="830894" cy="591536"/>
            <a:chOff x="7088023" y="1297048"/>
            <a:chExt cx="830894" cy="591536"/>
          </a:xfrm>
        </p:grpSpPr>
        <p:sp>
          <p:nvSpPr>
            <p:cNvPr id="4401" name="Google Shape;4401;p41"/>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41"/>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41"/>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41"/>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41"/>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41"/>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41"/>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41"/>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41"/>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41"/>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41"/>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41"/>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41"/>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41"/>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41"/>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41"/>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41"/>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41"/>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41"/>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41"/>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41"/>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41"/>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41"/>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41"/>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41"/>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41"/>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41"/>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41"/>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41"/>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41"/>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41"/>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41"/>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41"/>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4" name="Google Shape;4434;p41"/>
          <p:cNvGrpSpPr/>
          <p:nvPr/>
        </p:nvGrpSpPr>
        <p:grpSpPr>
          <a:xfrm>
            <a:off x="315510" y="426823"/>
            <a:ext cx="830894" cy="591536"/>
            <a:chOff x="7088023" y="1297048"/>
            <a:chExt cx="830894" cy="591536"/>
          </a:xfrm>
        </p:grpSpPr>
        <p:sp>
          <p:nvSpPr>
            <p:cNvPr id="4435" name="Google Shape;4435;p41"/>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41"/>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41"/>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41"/>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41"/>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41"/>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41"/>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41"/>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41"/>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41"/>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41"/>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41"/>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41"/>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41"/>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41"/>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41"/>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41"/>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41"/>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41"/>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41"/>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41"/>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41"/>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41"/>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41"/>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41"/>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41"/>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41"/>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41"/>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41"/>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41"/>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41"/>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41"/>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41"/>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8" name="Google Shape;4468;p41"/>
          <p:cNvGrpSpPr/>
          <p:nvPr/>
        </p:nvGrpSpPr>
        <p:grpSpPr>
          <a:xfrm>
            <a:off x="7887773" y="497598"/>
            <a:ext cx="830894" cy="591536"/>
            <a:chOff x="7088023" y="1297048"/>
            <a:chExt cx="830894" cy="591536"/>
          </a:xfrm>
        </p:grpSpPr>
        <p:sp>
          <p:nvSpPr>
            <p:cNvPr id="4469" name="Google Shape;4469;p41"/>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41"/>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41"/>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41"/>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41"/>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41"/>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41"/>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41"/>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41"/>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41"/>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41"/>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41"/>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41"/>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41"/>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41"/>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41"/>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41"/>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41"/>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41"/>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41"/>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41"/>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41"/>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41"/>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41"/>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41"/>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41"/>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41"/>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41"/>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41"/>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41"/>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41"/>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41"/>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41"/>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2" name="Google Shape;4502;p41"/>
          <p:cNvGrpSpPr/>
          <p:nvPr/>
        </p:nvGrpSpPr>
        <p:grpSpPr>
          <a:xfrm>
            <a:off x="4419373" y="4257348"/>
            <a:ext cx="830894" cy="591536"/>
            <a:chOff x="7088023" y="1297048"/>
            <a:chExt cx="830894" cy="591536"/>
          </a:xfrm>
        </p:grpSpPr>
        <p:sp>
          <p:nvSpPr>
            <p:cNvPr id="4503" name="Google Shape;4503;p41"/>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41"/>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41"/>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41"/>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41"/>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41"/>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41"/>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41"/>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41"/>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41"/>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41"/>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41"/>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41"/>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41"/>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41"/>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41"/>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41"/>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41"/>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41"/>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41"/>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41"/>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41"/>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41"/>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41"/>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41"/>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41"/>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41"/>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41"/>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41"/>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41"/>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41"/>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41"/>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41"/>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39" name="Shape 4539"/>
        <p:cNvGrpSpPr/>
        <p:nvPr/>
      </p:nvGrpSpPr>
      <p:grpSpPr>
        <a:xfrm>
          <a:off x="0" y="0"/>
          <a:ext cx="0" cy="0"/>
          <a:chOff x="0" y="0"/>
          <a:chExt cx="0" cy="0"/>
        </a:xfrm>
      </p:grpSpPr>
      <p:sp>
        <p:nvSpPr>
          <p:cNvPr id="4540" name="Google Shape;4540;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4541" name="Google Shape;4541;p42"/>
          <p:cNvSpPr txBox="1"/>
          <p:nvPr>
            <p:ph idx="1" type="subTitle"/>
          </p:nvPr>
        </p:nvSpPr>
        <p:spPr>
          <a:xfrm>
            <a:off x="4832076" y="1820025"/>
            <a:ext cx="3254100" cy="186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takes a little more than 58 days to complete its rotation, so try to imagine how long days must be there! Since the temperatures are so extreme, albeit not as extreme as on Venus, Mercury has been deemed to be non-habitable for humans</a:t>
            </a:r>
            <a:endParaRPr/>
          </a:p>
        </p:txBody>
      </p:sp>
      <p:sp>
        <p:nvSpPr>
          <p:cNvPr id="4542" name="Google Shape;4542;p42"/>
          <p:cNvSpPr txBox="1"/>
          <p:nvPr>
            <p:ph idx="2" type="subTitle"/>
          </p:nvPr>
        </p:nvSpPr>
        <p:spPr>
          <a:xfrm>
            <a:off x="1057900" y="1820025"/>
            <a:ext cx="3254100" cy="186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a:t>
            </a:r>
            <a:r>
              <a:rPr lang="en"/>
              <a:t>one </a:t>
            </a:r>
            <a:r>
              <a:rPr lang="en"/>
              <a:t>in </a:t>
            </a:r>
            <a:r>
              <a:rPr lang="en"/>
              <a:t>the entire </a:t>
            </a:r>
            <a:r>
              <a:rPr lang="en"/>
              <a:t>Solar System. This planet's name has nothing to do with the liquid metal, since Mercury was named after the Roman messenger god. Its temperatures are not as extreme as those on Venus</a:t>
            </a:r>
            <a:endParaRPr/>
          </a:p>
        </p:txBody>
      </p:sp>
      <p:sp>
        <p:nvSpPr>
          <p:cNvPr id="4543" name="Google Shape;4543;p42"/>
          <p:cNvSpPr/>
          <p:nvPr/>
        </p:nvSpPr>
        <p:spPr>
          <a:xfrm>
            <a:off x="3901894" y="2486798"/>
            <a:ext cx="12249" cy="21132"/>
          </a:xfrm>
          <a:custGeom>
            <a:rect b="b" l="l" r="r" t="t"/>
            <a:pathLst>
              <a:path extrusionOk="0" h="157" w="91">
                <a:moveTo>
                  <a:pt x="0" y="0"/>
                </a:moveTo>
                <a:lnTo>
                  <a:pt x="90" y="156"/>
                </a:lnTo>
                <a:cubicBezTo>
                  <a:pt x="61" y="95"/>
                  <a:pt x="34" y="44"/>
                  <a:pt x="0" y="0"/>
                </a:cubicBezTo>
                <a:close/>
              </a:path>
            </a:pathLst>
          </a:custGeom>
          <a:solidFill>
            <a:srgbClr val="5D4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4" name="Google Shape;4544;p42"/>
          <p:cNvGrpSpPr/>
          <p:nvPr/>
        </p:nvGrpSpPr>
        <p:grpSpPr>
          <a:xfrm>
            <a:off x="3378954" y="3467129"/>
            <a:ext cx="2386087" cy="2089905"/>
            <a:chOff x="3378954" y="3467129"/>
            <a:chExt cx="2386087" cy="2089905"/>
          </a:xfrm>
        </p:grpSpPr>
        <p:sp>
          <p:nvSpPr>
            <p:cNvPr id="4545" name="Google Shape;4545;p42"/>
            <p:cNvSpPr/>
            <p:nvPr/>
          </p:nvSpPr>
          <p:spPr>
            <a:xfrm>
              <a:off x="5556518" y="4676811"/>
              <a:ext cx="116293" cy="85883"/>
            </a:xfrm>
            <a:custGeom>
              <a:rect b="b" l="l" r="r" t="t"/>
              <a:pathLst>
                <a:path extrusionOk="0" h="867" w="1174">
                  <a:moveTo>
                    <a:pt x="1173" y="0"/>
                  </a:moveTo>
                  <a:lnTo>
                    <a:pt x="1" y="684"/>
                  </a:lnTo>
                  <a:lnTo>
                    <a:pt x="1" y="867"/>
                  </a:lnTo>
                  <a:lnTo>
                    <a:pt x="1173" y="190"/>
                  </a:lnTo>
                  <a:lnTo>
                    <a:pt x="11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42"/>
            <p:cNvSpPr/>
            <p:nvPr/>
          </p:nvSpPr>
          <p:spPr>
            <a:xfrm>
              <a:off x="4755843" y="4282267"/>
              <a:ext cx="800778" cy="480427"/>
            </a:xfrm>
            <a:custGeom>
              <a:rect b="b" l="l" r="r" t="t"/>
              <a:pathLst>
                <a:path extrusionOk="0" h="4850" w="8084">
                  <a:moveTo>
                    <a:pt x="6" y="0"/>
                  </a:moveTo>
                  <a:lnTo>
                    <a:pt x="1" y="184"/>
                  </a:lnTo>
                  <a:lnTo>
                    <a:pt x="8084" y="4850"/>
                  </a:lnTo>
                  <a:lnTo>
                    <a:pt x="8084" y="4667"/>
                  </a:lnTo>
                  <a:lnTo>
                    <a:pt x="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42"/>
            <p:cNvSpPr/>
            <p:nvPr/>
          </p:nvSpPr>
          <p:spPr>
            <a:xfrm>
              <a:off x="4756338" y="4215206"/>
              <a:ext cx="916477" cy="529461"/>
            </a:xfrm>
            <a:custGeom>
              <a:rect b="b" l="l" r="r" t="t"/>
              <a:pathLst>
                <a:path extrusionOk="0" h="5345" w="9252">
                  <a:moveTo>
                    <a:pt x="1172" y="1"/>
                  </a:moveTo>
                  <a:lnTo>
                    <a:pt x="1" y="677"/>
                  </a:lnTo>
                  <a:lnTo>
                    <a:pt x="8079" y="5344"/>
                  </a:lnTo>
                  <a:lnTo>
                    <a:pt x="9251" y="4660"/>
                  </a:lnTo>
                  <a:lnTo>
                    <a:pt x="117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42"/>
            <p:cNvSpPr/>
            <p:nvPr/>
          </p:nvSpPr>
          <p:spPr>
            <a:xfrm>
              <a:off x="5319773" y="4814896"/>
              <a:ext cx="115996" cy="85883"/>
            </a:xfrm>
            <a:custGeom>
              <a:rect b="b" l="l" r="r" t="t"/>
              <a:pathLst>
                <a:path extrusionOk="0" h="867" w="1171">
                  <a:moveTo>
                    <a:pt x="1170" y="1"/>
                  </a:moveTo>
                  <a:lnTo>
                    <a:pt x="0" y="677"/>
                  </a:lnTo>
                  <a:lnTo>
                    <a:pt x="0" y="866"/>
                  </a:lnTo>
                  <a:lnTo>
                    <a:pt x="1165" y="184"/>
                  </a:lnTo>
                  <a:lnTo>
                    <a:pt x="11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42"/>
            <p:cNvSpPr/>
            <p:nvPr/>
          </p:nvSpPr>
          <p:spPr>
            <a:xfrm>
              <a:off x="4518800" y="4419659"/>
              <a:ext cx="801076" cy="481121"/>
            </a:xfrm>
            <a:custGeom>
              <a:rect b="b" l="l" r="r" t="t"/>
              <a:pathLst>
                <a:path extrusionOk="0" h="4857" w="8087">
                  <a:moveTo>
                    <a:pt x="1" y="0"/>
                  </a:moveTo>
                  <a:lnTo>
                    <a:pt x="1" y="189"/>
                  </a:lnTo>
                  <a:lnTo>
                    <a:pt x="8086" y="4856"/>
                  </a:lnTo>
                  <a:lnTo>
                    <a:pt x="8086" y="4667"/>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42"/>
            <p:cNvSpPr/>
            <p:nvPr/>
          </p:nvSpPr>
          <p:spPr>
            <a:xfrm>
              <a:off x="4518800" y="4352598"/>
              <a:ext cx="916973" cy="529461"/>
            </a:xfrm>
            <a:custGeom>
              <a:rect b="b" l="l" r="r" t="t"/>
              <a:pathLst>
                <a:path extrusionOk="0" h="5345" w="9257">
                  <a:moveTo>
                    <a:pt x="1172" y="1"/>
                  </a:moveTo>
                  <a:lnTo>
                    <a:pt x="1" y="677"/>
                  </a:lnTo>
                  <a:lnTo>
                    <a:pt x="8086" y="5344"/>
                  </a:lnTo>
                  <a:lnTo>
                    <a:pt x="9256" y="4668"/>
                  </a:lnTo>
                  <a:lnTo>
                    <a:pt x="117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42"/>
            <p:cNvSpPr/>
            <p:nvPr/>
          </p:nvSpPr>
          <p:spPr>
            <a:xfrm>
              <a:off x="5082829" y="4952684"/>
              <a:ext cx="115600" cy="85486"/>
            </a:xfrm>
            <a:custGeom>
              <a:rect b="b" l="l" r="r" t="t"/>
              <a:pathLst>
                <a:path extrusionOk="0" h="863" w="1167">
                  <a:moveTo>
                    <a:pt x="1167" y="1"/>
                  </a:moveTo>
                  <a:lnTo>
                    <a:pt x="1" y="679"/>
                  </a:lnTo>
                  <a:lnTo>
                    <a:pt x="1" y="862"/>
                  </a:lnTo>
                  <a:lnTo>
                    <a:pt x="1167" y="184"/>
                  </a:lnTo>
                  <a:lnTo>
                    <a:pt x="11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42"/>
            <p:cNvSpPr/>
            <p:nvPr/>
          </p:nvSpPr>
          <p:spPr>
            <a:xfrm>
              <a:off x="4282054" y="4557645"/>
              <a:ext cx="800877" cy="480526"/>
            </a:xfrm>
            <a:custGeom>
              <a:rect b="b" l="l" r="r" t="t"/>
              <a:pathLst>
                <a:path extrusionOk="0" h="4851" w="8085">
                  <a:moveTo>
                    <a:pt x="0" y="1"/>
                  </a:moveTo>
                  <a:lnTo>
                    <a:pt x="0" y="184"/>
                  </a:lnTo>
                  <a:lnTo>
                    <a:pt x="8085" y="4850"/>
                  </a:lnTo>
                  <a:lnTo>
                    <a:pt x="8085" y="4667"/>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42"/>
            <p:cNvSpPr/>
            <p:nvPr/>
          </p:nvSpPr>
          <p:spPr>
            <a:xfrm>
              <a:off x="4282054" y="4490584"/>
              <a:ext cx="916378" cy="529362"/>
            </a:xfrm>
            <a:custGeom>
              <a:rect b="b" l="l" r="r" t="t"/>
              <a:pathLst>
                <a:path extrusionOk="0" h="5344" w="9251">
                  <a:moveTo>
                    <a:pt x="1170" y="1"/>
                  </a:moveTo>
                  <a:lnTo>
                    <a:pt x="0" y="678"/>
                  </a:lnTo>
                  <a:lnTo>
                    <a:pt x="8085" y="5344"/>
                  </a:lnTo>
                  <a:lnTo>
                    <a:pt x="9251" y="4666"/>
                  </a:lnTo>
                  <a:lnTo>
                    <a:pt x="117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42"/>
            <p:cNvSpPr/>
            <p:nvPr/>
          </p:nvSpPr>
          <p:spPr>
            <a:xfrm>
              <a:off x="4845390" y="5090175"/>
              <a:ext cx="115996" cy="85982"/>
            </a:xfrm>
            <a:custGeom>
              <a:rect b="b" l="l" r="r" t="t"/>
              <a:pathLst>
                <a:path extrusionOk="0" h="868" w="1171">
                  <a:moveTo>
                    <a:pt x="1171" y="1"/>
                  </a:moveTo>
                  <a:lnTo>
                    <a:pt x="7" y="684"/>
                  </a:lnTo>
                  <a:lnTo>
                    <a:pt x="1" y="867"/>
                  </a:lnTo>
                  <a:lnTo>
                    <a:pt x="1171" y="184"/>
                  </a:lnTo>
                  <a:lnTo>
                    <a:pt x="117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42"/>
            <p:cNvSpPr/>
            <p:nvPr/>
          </p:nvSpPr>
          <p:spPr>
            <a:xfrm>
              <a:off x="4045111" y="4695532"/>
              <a:ext cx="800977" cy="480626"/>
            </a:xfrm>
            <a:custGeom>
              <a:rect b="b" l="l" r="r" t="t"/>
              <a:pathLst>
                <a:path extrusionOk="0" h="4852" w="8086">
                  <a:moveTo>
                    <a:pt x="1" y="1"/>
                  </a:moveTo>
                  <a:lnTo>
                    <a:pt x="1" y="184"/>
                  </a:lnTo>
                  <a:lnTo>
                    <a:pt x="8080" y="4851"/>
                  </a:lnTo>
                  <a:lnTo>
                    <a:pt x="8086" y="466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42"/>
            <p:cNvSpPr/>
            <p:nvPr/>
          </p:nvSpPr>
          <p:spPr>
            <a:xfrm>
              <a:off x="4045111" y="4627876"/>
              <a:ext cx="916279" cy="530154"/>
            </a:xfrm>
            <a:custGeom>
              <a:rect b="b" l="l" r="r" t="t"/>
              <a:pathLst>
                <a:path extrusionOk="0" h="5352" w="9250">
                  <a:moveTo>
                    <a:pt x="1172" y="1"/>
                  </a:moveTo>
                  <a:lnTo>
                    <a:pt x="1" y="684"/>
                  </a:lnTo>
                  <a:lnTo>
                    <a:pt x="8086" y="5351"/>
                  </a:lnTo>
                  <a:lnTo>
                    <a:pt x="9250" y="4668"/>
                  </a:lnTo>
                  <a:lnTo>
                    <a:pt x="117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42"/>
            <p:cNvSpPr/>
            <p:nvPr/>
          </p:nvSpPr>
          <p:spPr>
            <a:xfrm>
              <a:off x="4608446" y="5228161"/>
              <a:ext cx="116194" cy="85784"/>
            </a:xfrm>
            <a:custGeom>
              <a:rect b="b" l="l" r="r" t="t"/>
              <a:pathLst>
                <a:path extrusionOk="0" h="866" w="1173">
                  <a:moveTo>
                    <a:pt x="1172" y="0"/>
                  </a:moveTo>
                  <a:lnTo>
                    <a:pt x="1" y="677"/>
                  </a:lnTo>
                  <a:lnTo>
                    <a:pt x="1" y="866"/>
                  </a:lnTo>
                  <a:lnTo>
                    <a:pt x="1172" y="184"/>
                  </a:lnTo>
                  <a:lnTo>
                    <a:pt x="11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42"/>
            <p:cNvSpPr/>
            <p:nvPr/>
          </p:nvSpPr>
          <p:spPr>
            <a:xfrm>
              <a:off x="3807672" y="4833122"/>
              <a:ext cx="800877" cy="480824"/>
            </a:xfrm>
            <a:custGeom>
              <a:rect b="b" l="l" r="r" t="t"/>
              <a:pathLst>
                <a:path extrusionOk="0" h="4854" w="8085">
                  <a:moveTo>
                    <a:pt x="1" y="0"/>
                  </a:moveTo>
                  <a:lnTo>
                    <a:pt x="1" y="189"/>
                  </a:lnTo>
                  <a:lnTo>
                    <a:pt x="8085" y="4854"/>
                  </a:lnTo>
                  <a:lnTo>
                    <a:pt x="8085" y="4665"/>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42"/>
            <p:cNvSpPr/>
            <p:nvPr/>
          </p:nvSpPr>
          <p:spPr>
            <a:xfrm>
              <a:off x="3807672" y="4765962"/>
              <a:ext cx="916973" cy="529263"/>
            </a:xfrm>
            <a:custGeom>
              <a:rect b="b" l="l" r="r" t="t"/>
              <a:pathLst>
                <a:path extrusionOk="0" h="5343" w="9257">
                  <a:moveTo>
                    <a:pt x="1177" y="0"/>
                  </a:moveTo>
                  <a:lnTo>
                    <a:pt x="1" y="678"/>
                  </a:lnTo>
                  <a:lnTo>
                    <a:pt x="8085" y="5343"/>
                  </a:lnTo>
                  <a:lnTo>
                    <a:pt x="9256" y="4666"/>
                  </a:lnTo>
                  <a:lnTo>
                    <a:pt x="117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42"/>
            <p:cNvSpPr/>
            <p:nvPr/>
          </p:nvSpPr>
          <p:spPr>
            <a:xfrm>
              <a:off x="4371701" y="5365652"/>
              <a:ext cx="115996" cy="85784"/>
            </a:xfrm>
            <a:custGeom>
              <a:rect b="b" l="l" r="r" t="t"/>
              <a:pathLst>
                <a:path extrusionOk="0" h="866" w="1171">
                  <a:moveTo>
                    <a:pt x="1171" y="0"/>
                  </a:moveTo>
                  <a:lnTo>
                    <a:pt x="0" y="682"/>
                  </a:lnTo>
                  <a:lnTo>
                    <a:pt x="0" y="866"/>
                  </a:lnTo>
                  <a:lnTo>
                    <a:pt x="1171" y="189"/>
                  </a:lnTo>
                  <a:lnTo>
                    <a:pt x="117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42"/>
            <p:cNvSpPr/>
            <p:nvPr/>
          </p:nvSpPr>
          <p:spPr>
            <a:xfrm>
              <a:off x="3570827" y="4970910"/>
              <a:ext cx="800977" cy="480526"/>
            </a:xfrm>
            <a:custGeom>
              <a:rect b="b" l="l" r="r" t="t"/>
              <a:pathLst>
                <a:path extrusionOk="0" h="4851" w="8086">
                  <a:moveTo>
                    <a:pt x="0" y="0"/>
                  </a:moveTo>
                  <a:lnTo>
                    <a:pt x="0" y="184"/>
                  </a:lnTo>
                  <a:lnTo>
                    <a:pt x="8085" y="4851"/>
                  </a:lnTo>
                  <a:lnTo>
                    <a:pt x="8085" y="4667"/>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42"/>
            <p:cNvSpPr/>
            <p:nvPr/>
          </p:nvSpPr>
          <p:spPr>
            <a:xfrm>
              <a:off x="3570827" y="4903353"/>
              <a:ext cx="916873" cy="529956"/>
            </a:xfrm>
            <a:custGeom>
              <a:rect b="b" l="l" r="r" t="t"/>
              <a:pathLst>
                <a:path extrusionOk="0" h="5350" w="9256">
                  <a:moveTo>
                    <a:pt x="1171" y="0"/>
                  </a:moveTo>
                  <a:lnTo>
                    <a:pt x="0" y="682"/>
                  </a:lnTo>
                  <a:lnTo>
                    <a:pt x="8085" y="5349"/>
                  </a:lnTo>
                  <a:lnTo>
                    <a:pt x="9256" y="4667"/>
                  </a:lnTo>
                  <a:lnTo>
                    <a:pt x="11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42"/>
            <p:cNvSpPr/>
            <p:nvPr/>
          </p:nvSpPr>
          <p:spPr>
            <a:xfrm>
              <a:off x="3426798" y="4147649"/>
              <a:ext cx="1688133" cy="1036039"/>
            </a:xfrm>
            <a:custGeom>
              <a:rect b="b" l="l" r="r" t="t"/>
              <a:pathLst>
                <a:path extrusionOk="0" h="10459" w="17042">
                  <a:moveTo>
                    <a:pt x="17041" y="1"/>
                  </a:moveTo>
                  <a:lnTo>
                    <a:pt x="1" y="9904"/>
                  </a:lnTo>
                  <a:lnTo>
                    <a:pt x="1" y="10459"/>
                  </a:lnTo>
                  <a:lnTo>
                    <a:pt x="17041" y="554"/>
                  </a:lnTo>
                  <a:lnTo>
                    <a:pt x="170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42"/>
            <p:cNvSpPr/>
            <p:nvPr/>
          </p:nvSpPr>
          <p:spPr>
            <a:xfrm>
              <a:off x="3378954" y="5101368"/>
              <a:ext cx="47944" cy="82317"/>
            </a:xfrm>
            <a:custGeom>
              <a:rect b="b" l="l" r="r" t="t"/>
              <a:pathLst>
                <a:path extrusionOk="0" h="831" w="484">
                  <a:moveTo>
                    <a:pt x="0" y="0"/>
                  </a:moveTo>
                  <a:lnTo>
                    <a:pt x="0" y="553"/>
                  </a:lnTo>
                  <a:lnTo>
                    <a:pt x="484" y="831"/>
                  </a:lnTo>
                  <a:lnTo>
                    <a:pt x="484" y="276"/>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42"/>
            <p:cNvSpPr/>
            <p:nvPr/>
          </p:nvSpPr>
          <p:spPr>
            <a:xfrm>
              <a:off x="3378954" y="4120210"/>
              <a:ext cx="1735977" cy="1008501"/>
            </a:xfrm>
            <a:custGeom>
              <a:rect b="b" l="l" r="r" t="t"/>
              <a:pathLst>
                <a:path extrusionOk="0" h="10181" w="17525">
                  <a:moveTo>
                    <a:pt x="17041" y="0"/>
                  </a:moveTo>
                  <a:lnTo>
                    <a:pt x="0" y="9905"/>
                  </a:lnTo>
                  <a:lnTo>
                    <a:pt x="484" y="10181"/>
                  </a:lnTo>
                  <a:lnTo>
                    <a:pt x="17524" y="278"/>
                  </a:lnTo>
                  <a:lnTo>
                    <a:pt x="1704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42"/>
            <p:cNvSpPr/>
            <p:nvPr/>
          </p:nvSpPr>
          <p:spPr>
            <a:xfrm>
              <a:off x="4277002" y="4462650"/>
              <a:ext cx="1007709" cy="638820"/>
            </a:xfrm>
            <a:custGeom>
              <a:rect b="b" l="l" r="r" t="t"/>
              <a:pathLst>
                <a:path extrusionOk="0" h="6449" w="10173">
                  <a:moveTo>
                    <a:pt x="10172" y="0"/>
                  </a:moveTo>
                  <a:lnTo>
                    <a:pt x="6" y="5910"/>
                  </a:lnTo>
                  <a:lnTo>
                    <a:pt x="1" y="6448"/>
                  </a:lnTo>
                  <a:lnTo>
                    <a:pt x="10172" y="538"/>
                  </a:lnTo>
                  <a:lnTo>
                    <a:pt x="101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42"/>
            <p:cNvSpPr/>
            <p:nvPr/>
          </p:nvSpPr>
          <p:spPr>
            <a:xfrm>
              <a:off x="3710398" y="4720792"/>
              <a:ext cx="567301" cy="380677"/>
            </a:xfrm>
            <a:custGeom>
              <a:rect b="b" l="l" r="r" t="t"/>
              <a:pathLst>
                <a:path extrusionOk="0" h="3843" w="5727">
                  <a:moveTo>
                    <a:pt x="5" y="1"/>
                  </a:moveTo>
                  <a:lnTo>
                    <a:pt x="0" y="539"/>
                  </a:lnTo>
                  <a:lnTo>
                    <a:pt x="5721" y="3842"/>
                  </a:lnTo>
                  <a:lnTo>
                    <a:pt x="5726" y="3304"/>
                  </a:lnTo>
                  <a:lnTo>
                    <a:pt x="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42"/>
            <p:cNvSpPr/>
            <p:nvPr/>
          </p:nvSpPr>
          <p:spPr>
            <a:xfrm>
              <a:off x="3710893" y="4134871"/>
              <a:ext cx="1573821" cy="913208"/>
            </a:xfrm>
            <a:custGeom>
              <a:rect b="b" l="l" r="r" t="t"/>
              <a:pathLst>
                <a:path extrusionOk="0" h="9219" w="15888">
                  <a:moveTo>
                    <a:pt x="10166" y="1"/>
                  </a:moveTo>
                  <a:lnTo>
                    <a:pt x="0" y="5916"/>
                  </a:lnTo>
                  <a:lnTo>
                    <a:pt x="5721" y="9219"/>
                  </a:lnTo>
                  <a:lnTo>
                    <a:pt x="15887" y="3309"/>
                  </a:lnTo>
                  <a:lnTo>
                    <a:pt x="101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42"/>
            <p:cNvSpPr/>
            <p:nvPr/>
          </p:nvSpPr>
          <p:spPr>
            <a:xfrm>
              <a:off x="3686228" y="3536964"/>
              <a:ext cx="1253272" cy="1111422"/>
            </a:xfrm>
            <a:custGeom>
              <a:rect b="b" l="l" r="r" t="t"/>
              <a:pathLst>
                <a:path extrusionOk="0" h="11220" w="12652">
                  <a:moveTo>
                    <a:pt x="8790" y="1"/>
                  </a:moveTo>
                  <a:lnTo>
                    <a:pt x="1" y="5094"/>
                  </a:lnTo>
                  <a:lnTo>
                    <a:pt x="2714" y="10881"/>
                  </a:lnTo>
                  <a:lnTo>
                    <a:pt x="8240" y="11219"/>
                  </a:lnTo>
                  <a:lnTo>
                    <a:pt x="12652" y="7519"/>
                  </a:lnTo>
                  <a:lnTo>
                    <a:pt x="87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42"/>
            <p:cNvSpPr/>
            <p:nvPr/>
          </p:nvSpPr>
          <p:spPr>
            <a:xfrm>
              <a:off x="4556144" y="3536964"/>
              <a:ext cx="744514" cy="940251"/>
            </a:xfrm>
            <a:custGeom>
              <a:rect b="b" l="l" r="r" t="t"/>
              <a:pathLst>
                <a:path extrusionOk="0" h="9492" w="7516">
                  <a:moveTo>
                    <a:pt x="1" y="1"/>
                  </a:moveTo>
                  <a:lnTo>
                    <a:pt x="973" y="5804"/>
                  </a:lnTo>
                  <a:cubicBezTo>
                    <a:pt x="1073" y="6381"/>
                    <a:pt x="1472" y="6981"/>
                    <a:pt x="1933" y="7247"/>
                  </a:cubicBezTo>
                  <a:lnTo>
                    <a:pt x="2210" y="7408"/>
                  </a:lnTo>
                  <a:lnTo>
                    <a:pt x="5584" y="9356"/>
                  </a:lnTo>
                  <a:cubicBezTo>
                    <a:pt x="5739" y="9448"/>
                    <a:pt x="5887" y="9492"/>
                    <a:pt x="6020" y="9492"/>
                  </a:cubicBezTo>
                  <a:cubicBezTo>
                    <a:pt x="6078" y="9492"/>
                    <a:pt x="6133" y="9483"/>
                    <a:pt x="6184" y="9467"/>
                  </a:cubicBezTo>
                  <a:lnTo>
                    <a:pt x="6250" y="9427"/>
                  </a:lnTo>
                  <a:lnTo>
                    <a:pt x="7515" y="4333"/>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42"/>
            <p:cNvSpPr/>
            <p:nvPr/>
          </p:nvSpPr>
          <p:spPr>
            <a:xfrm>
              <a:off x="4296913" y="3966177"/>
              <a:ext cx="1003747" cy="1012067"/>
            </a:xfrm>
            <a:custGeom>
              <a:rect b="b" l="l" r="r" t="t"/>
              <a:pathLst>
                <a:path extrusionOk="0" h="10217" w="10133">
                  <a:moveTo>
                    <a:pt x="10132" y="0"/>
                  </a:moveTo>
                  <a:lnTo>
                    <a:pt x="4817" y="3071"/>
                  </a:lnTo>
                  <a:lnTo>
                    <a:pt x="1327" y="5090"/>
                  </a:lnTo>
                  <a:lnTo>
                    <a:pt x="0" y="10217"/>
                  </a:lnTo>
                  <a:cubicBezTo>
                    <a:pt x="0" y="10217"/>
                    <a:pt x="2037" y="9029"/>
                    <a:pt x="2042" y="9029"/>
                  </a:cubicBezTo>
                  <a:lnTo>
                    <a:pt x="2686" y="8657"/>
                  </a:lnTo>
                  <a:lnTo>
                    <a:pt x="2820" y="8580"/>
                  </a:lnTo>
                  <a:lnTo>
                    <a:pt x="3408" y="8242"/>
                  </a:lnTo>
                  <a:lnTo>
                    <a:pt x="4052" y="7870"/>
                  </a:lnTo>
                  <a:lnTo>
                    <a:pt x="4186" y="7792"/>
                  </a:lnTo>
                  <a:lnTo>
                    <a:pt x="4763" y="7460"/>
                  </a:lnTo>
                  <a:lnTo>
                    <a:pt x="5408" y="7088"/>
                  </a:lnTo>
                  <a:lnTo>
                    <a:pt x="5541" y="7011"/>
                  </a:lnTo>
                  <a:lnTo>
                    <a:pt x="6124" y="6674"/>
                  </a:lnTo>
                  <a:lnTo>
                    <a:pt x="6769" y="6302"/>
                  </a:lnTo>
                  <a:lnTo>
                    <a:pt x="6902" y="6224"/>
                  </a:lnTo>
                  <a:lnTo>
                    <a:pt x="7440" y="5914"/>
                  </a:lnTo>
                  <a:lnTo>
                    <a:pt x="8084" y="5542"/>
                  </a:lnTo>
                  <a:lnTo>
                    <a:pt x="8217" y="5465"/>
                  </a:lnTo>
                  <a:lnTo>
                    <a:pt x="8801" y="5127"/>
                  </a:lnTo>
                  <a:cubicBezTo>
                    <a:pt x="8982" y="5077"/>
                    <a:pt x="9111" y="4921"/>
                    <a:pt x="9160" y="4683"/>
                  </a:cubicBezTo>
                  <a:lnTo>
                    <a:pt x="1013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42"/>
            <p:cNvSpPr/>
            <p:nvPr/>
          </p:nvSpPr>
          <p:spPr>
            <a:xfrm>
              <a:off x="3686822" y="4041460"/>
              <a:ext cx="743721" cy="940053"/>
            </a:xfrm>
            <a:custGeom>
              <a:rect b="b" l="l" r="r" t="t"/>
              <a:pathLst>
                <a:path extrusionOk="0" h="9490" w="7508">
                  <a:moveTo>
                    <a:pt x="0" y="1"/>
                  </a:moveTo>
                  <a:lnTo>
                    <a:pt x="970" y="5805"/>
                  </a:lnTo>
                  <a:cubicBezTo>
                    <a:pt x="1065" y="6377"/>
                    <a:pt x="1464" y="6982"/>
                    <a:pt x="1925" y="7248"/>
                  </a:cubicBezTo>
                  <a:lnTo>
                    <a:pt x="5570" y="9356"/>
                  </a:lnTo>
                  <a:cubicBezTo>
                    <a:pt x="5726" y="9446"/>
                    <a:pt x="5874" y="9489"/>
                    <a:pt x="6006" y="9489"/>
                  </a:cubicBezTo>
                  <a:cubicBezTo>
                    <a:pt x="6267" y="9489"/>
                    <a:pt x="6466" y="9322"/>
                    <a:pt x="6535" y="9017"/>
                  </a:cubicBezTo>
                  <a:lnTo>
                    <a:pt x="7507" y="4334"/>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42"/>
            <p:cNvSpPr/>
            <p:nvPr/>
          </p:nvSpPr>
          <p:spPr>
            <a:xfrm>
              <a:off x="4567338" y="3528643"/>
              <a:ext cx="644169" cy="426738"/>
            </a:xfrm>
            <a:custGeom>
              <a:rect b="b" l="l" r="r" t="t"/>
              <a:pathLst>
                <a:path extrusionOk="0" h="4308" w="6503">
                  <a:moveTo>
                    <a:pt x="0" y="1"/>
                  </a:moveTo>
                  <a:lnTo>
                    <a:pt x="0" y="551"/>
                  </a:lnTo>
                  <a:lnTo>
                    <a:pt x="6497" y="4307"/>
                  </a:lnTo>
                  <a:lnTo>
                    <a:pt x="6503" y="375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42"/>
            <p:cNvSpPr/>
            <p:nvPr/>
          </p:nvSpPr>
          <p:spPr>
            <a:xfrm>
              <a:off x="3775181" y="3528643"/>
              <a:ext cx="792260" cy="515097"/>
            </a:xfrm>
            <a:custGeom>
              <a:rect b="b" l="l" r="r" t="t"/>
              <a:pathLst>
                <a:path extrusionOk="0" h="5200" w="7998">
                  <a:moveTo>
                    <a:pt x="7997" y="1"/>
                  </a:moveTo>
                  <a:lnTo>
                    <a:pt x="1" y="4645"/>
                  </a:lnTo>
                  <a:lnTo>
                    <a:pt x="1" y="5200"/>
                  </a:lnTo>
                  <a:lnTo>
                    <a:pt x="7997" y="551"/>
                  </a:lnTo>
                  <a:lnTo>
                    <a:pt x="79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42"/>
            <p:cNvSpPr/>
            <p:nvPr/>
          </p:nvSpPr>
          <p:spPr>
            <a:xfrm>
              <a:off x="3669190" y="3988663"/>
              <a:ext cx="750358" cy="488253"/>
            </a:xfrm>
            <a:custGeom>
              <a:rect b="b" l="l" r="r" t="t"/>
              <a:pathLst>
                <a:path extrusionOk="0" h="4929" w="7575">
                  <a:moveTo>
                    <a:pt x="0" y="1"/>
                  </a:moveTo>
                  <a:lnTo>
                    <a:pt x="0" y="556"/>
                  </a:lnTo>
                  <a:lnTo>
                    <a:pt x="7574" y="4929"/>
                  </a:lnTo>
                  <a:lnTo>
                    <a:pt x="7574" y="4373"/>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42"/>
            <p:cNvSpPr/>
            <p:nvPr/>
          </p:nvSpPr>
          <p:spPr>
            <a:xfrm>
              <a:off x="4419446" y="3900304"/>
              <a:ext cx="898251" cy="576612"/>
            </a:xfrm>
            <a:custGeom>
              <a:rect b="b" l="l" r="r" t="t"/>
              <a:pathLst>
                <a:path extrusionOk="0" h="5821" w="9068">
                  <a:moveTo>
                    <a:pt x="9067" y="0"/>
                  </a:moveTo>
                  <a:lnTo>
                    <a:pt x="0" y="5265"/>
                  </a:lnTo>
                  <a:lnTo>
                    <a:pt x="0" y="5821"/>
                  </a:lnTo>
                  <a:lnTo>
                    <a:pt x="9067" y="555"/>
                  </a:lnTo>
                  <a:lnTo>
                    <a:pt x="90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42"/>
            <p:cNvSpPr/>
            <p:nvPr/>
          </p:nvSpPr>
          <p:spPr>
            <a:xfrm>
              <a:off x="3669190" y="3467129"/>
              <a:ext cx="1648510" cy="954812"/>
            </a:xfrm>
            <a:custGeom>
              <a:rect b="b" l="l" r="r" t="t"/>
              <a:pathLst>
                <a:path extrusionOk="0" h="9639" w="16642">
                  <a:moveTo>
                    <a:pt x="9072" y="623"/>
                  </a:moveTo>
                  <a:lnTo>
                    <a:pt x="15570" y="4373"/>
                  </a:lnTo>
                  <a:lnTo>
                    <a:pt x="7574" y="9018"/>
                  </a:lnTo>
                  <a:lnTo>
                    <a:pt x="1076" y="5266"/>
                  </a:lnTo>
                  <a:lnTo>
                    <a:pt x="9072" y="623"/>
                  </a:lnTo>
                  <a:close/>
                  <a:moveTo>
                    <a:pt x="9062" y="1"/>
                  </a:moveTo>
                  <a:lnTo>
                    <a:pt x="0" y="5266"/>
                  </a:lnTo>
                  <a:lnTo>
                    <a:pt x="7578" y="9638"/>
                  </a:lnTo>
                  <a:lnTo>
                    <a:pt x="16641" y="4373"/>
                  </a:lnTo>
                  <a:lnTo>
                    <a:pt x="90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42"/>
            <p:cNvSpPr/>
            <p:nvPr/>
          </p:nvSpPr>
          <p:spPr>
            <a:xfrm>
              <a:off x="4500078" y="4477310"/>
              <a:ext cx="137095" cy="384837"/>
            </a:xfrm>
            <a:custGeom>
              <a:rect b="b" l="l" r="r" t="t"/>
              <a:pathLst>
                <a:path extrusionOk="0" h="3885" w="1384">
                  <a:moveTo>
                    <a:pt x="1383" y="1"/>
                  </a:moveTo>
                  <a:lnTo>
                    <a:pt x="1245" y="78"/>
                  </a:lnTo>
                  <a:cubicBezTo>
                    <a:pt x="1245" y="78"/>
                    <a:pt x="606" y="450"/>
                    <a:pt x="599" y="450"/>
                  </a:cubicBezTo>
                  <a:lnTo>
                    <a:pt x="0" y="3884"/>
                  </a:lnTo>
                  <a:lnTo>
                    <a:pt x="0" y="3884"/>
                  </a:lnTo>
                  <a:lnTo>
                    <a:pt x="645" y="3512"/>
                  </a:lnTo>
                  <a:lnTo>
                    <a:pt x="779" y="3436"/>
                  </a:lnTo>
                  <a:lnTo>
                    <a:pt x="1383" y="1"/>
                  </a:lnTo>
                  <a:close/>
                </a:path>
              </a:pathLst>
            </a:custGeom>
            <a:solidFill>
              <a:srgbClr val="333233">
                <a:alpha val="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42"/>
            <p:cNvSpPr/>
            <p:nvPr/>
          </p:nvSpPr>
          <p:spPr>
            <a:xfrm>
              <a:off x="4500177" y="4484541"/>
              <a:ext cx="123921" cy="377111"/>
            </a:xfrm>
            <a:custGeom>
              <a:rect b="b" l="l" r="r" t="t"/>
              <a:pathLst>
                <a:path extrusionOk="0" h="3807" w="1251">
                  <a:moveTo>
                    <a:pt x="1250" y="0"/>
                  </a:moveTo>
                  <a:lnTo>
                    <a:pt x="606" y="372"/>
                  </a:lnTo>
                  <a:cubicBezTo>
                    <a:pt x="606" y="372"/>
                    <a:pt x="0" y="3806"/>
                    <a:pt x="6" y="3806"/>
                  </a:cubicBezTo>
                  <a:lnTo>
                    <a:pt x="650" y="3434"/>
                  </a:lnTo>
                  <a:lnTo>
                    <a:pt x="12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42"/>
            <p:cNvSpPr/>
            <p:nvPr/>
          </p:nvSpPr>
          <p:spPr>
            <a:xfrm>
              <a:off x="4635489" y="4399352"/>
              <a:ext cx="136996" cy="384243"/>
            </a:xfrm>
            <a:custGeom>
              <a:rect b="b" l="l" r="r" t="t"/>
              <a:pathLst>
                <a:path extrusionOk="0" h="3879" w="1383">
                  <a:moveTo>
                    <a:pt x="1382" y="0"/>
                  </a:moveTo>
                  <a:lnTo>
                    <a:pt x="1248" y="79"/>
                  </a:lnTo>
                  <a:lnTo>
                    <a:pt x="606" y="451"/>
                  </a:lnTo>
                  <a:lnTo>
                    <a:pt x="0" y="3878"/>
                  </a:lnTo>
                  <a:lnTo>
                    <a:pt x="649" y="3501"/>
                  </a:lnTo>
                  <a:lnTo>
                    <a:pt x="777" y="3429"/>
                  </a:lnTo>
                  <a:lnTo>
                    <a:pt x="1382" y="0"/>
                  </a:lnTo>
                  <a:close/>
                </a:path>
              </a:pathLst>
            </a:custGeom>
            <a:solidFill>
              <a:srgbClr val="333233">
                <a:alpha val="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42"/>
            <p:cNvSpPr/>
            <p:nvPr/>
          </p:nvSpPr>
          <p:spPr>
            <a:xfrm>
              <a:off x="4635489" y="4407079"/>
              <a:ext cx="123722" cy="376516"/>
            </a:xfrm>
            <a:custGeom>
              <a:rect b="b" l="l" r="r" t="t"/>
              <a:pathLst>
                <a:path extrusionOk="0" h="3801" w="1249">
                  <a:moveTo>
                    <a:pt x="1248" y="1"/>
                  </a:moveTo>
                  <a:lnTo>
                    <a:pt x="606" y="373"/>
                  </a:lnTo>
                  <a:lnTo>
                    <a:pt x="0" y="3800"/>
                  </a:lnTo>
                  <a:lnTo>
                    <a:pt x="649" y="3423"/>
                  </a:lnTo>
                  <a:lnTo>
                    <a:pt x="12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42"/>
            <p:cNvSpPr/>
            <p:nvPr/>
          </p:nvSpPr>
          <p:spPr>
            <a:xfrm>
              <a:off x="4769612" y="4322286"/>
              <a:ext cx="136303" cy="383847"/>
            </a:xfrm>
            <a:custGeom>
              <a:rect b="b" l="l" r="r" t="t"/>
              <a:pathLst>
                <a:path extrusionOk="0" h="3875" w="1376">
                  <a:moveTo>
                    <a:pt x="1375" y="1"/>
                  </a:moveTo>
                  <a:lnTo>
                    <a:pt x="1243" y="79"/>
                  </a:lnTo>
                  <a:lnTo>
                    <a:pt x="599" y="445"/>
                  </a:lnTo>
                  <a:lnTo>
                    <a:pt x="1" y="3875"/>
                  </a:lnTo>
                  <a:lnTo>
                    <a:pt x="643" y="3498"/>
                  </a:lnTo>
                  <a:lnTo>
                    <a:pt x="777" y="3425"/>
                  </a:lnTo>
                  <a:lnTo>
                    <a:pt x="1375" y="1"/>
                  </a:lnTo>
                  <a:close/>
                </a:path>
              </a:pathLst>
            </a:custGeom>
            <a:solidFill>
              <a:srgbClr val="333233">
                <a:alpha val="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42"/>
            <p:cNvSpPr/>
            <p:nvPr/>
          </p:nvSpPr>
          <p:spPr>
            <a:xfrm>
              <a:off x="4769413" y="4330112"/>
              <a:ext cx="123425" cy="376021"/>
            </a:xfrm>
            <a:custGeom>
              <a:rect b="b" l="l" r="r" t="t"/>
              <a:pathLst>
                <a:path extrusionOk="0" h="3796" w="1246">
                  <a:moveTo>
                    <a:pt x="1245" y="0"/>
                  </a:moveTo>
                  <a:lnTo>
                    <a:pt x="601" y="366"/>
                  </a:lnTo>
                  <a:lnTo>
                    <a:pt x="1" y="3796"/>
                  </a:lnTo>
                  <a:lnTo>
                    <a:pt x="645" y="3424"/>
                  </a:lnTo>
                  <a:lnTo>
                    <a:pt x="12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42"/>
            <p:cNvSpPr/>
            <p:nvPr/>
          </p:nvSpPr>
          <p:spPr>
            <a:xfrm>
              <a:off x="4903635" y="4244923"/>
              <a:ext cx="136402" cy="383054"/>
            </a:xfrm>
            <a:custGeom>
              <a:rect b="b" l="l" r="r" t="t"/>
              <a:pathLst>
                <a:path extrusionOk="0" h="3867" w="1377">
                  <a:moveTo>
                    <a:pt x="1377" y="0"/>
                  </a:moveTo>
                  <a:lnTo>
                    <a:pt x="1244" y="73"/>
                  </a:lnTo>
                  <a:lnTo>
                    <a:pt x="600" y="444"/>
                  </a:lnTo>
                  <a:lnTo>
                    <a:pt x="0" y="3867"/>
                  </a:lnTo>
                  <a:lnTo>
                    <a:pt x="645" y="3490"/>
                  </a:lnTo>
                  <a:lnTo>
                    <a:pt x="783" y="3418"/>
                  </a:lnTo>
                  <a:lnTo>
                    <a:pt x="1377" y="0"/>
                  </a:lnTo>
                  <a:close/>
                </a:path>
              </a:pathLst>
            </a:custGeom>
            <a:solidFill>
              <a:srgbClr val="333233">
                <a:alpha val="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42"/>
            <p:cNvSpPr/>
            <p:nvPr/>
          </p:nvSpPr>
          <p:spPr>
            <a:xfrm>
              <a:off x="4903635" y="4252055"/>
              <a:ext cx="123227" cy="375922"/>
            </a:xfrm>
            <a:custGeom>
              <a:rect b="b" l="l" r="r" t="t"/>
              <a:pathLst>
                <a:path extrusionOk="0" h="3795" w="1244">
                  <a:moveTo>
                    <a:pt x="1244" y="1"/>
                  </a:moveTo>
                  <a:lnTo>
                    <a:pt x="600" y="372"/>
                  </a:lnTo>
                  <a:lnTo>
                    <a:pt x="0" y="3795"/>
                  </a:lnTo>
                  <a:lnTo>
                    <a:pt x="645" y="3418"/>
                  </a:lnTo>
                  <a:lnTo>
                    <a:pt x="12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42"/>
            <p:cNvSpPr/>
            <p:nvPr/>
          </p:nvSpPr>
          <p:spPr>
            <a:xfrm>
              <a:off x="5033994" y="4169541"/>
              <a:ext cx="135807" cy="383252"/>
            </a:xfrm>
            <a:custGeom>
              <a:rect b="b" l="l" r="r" t="t"/>
              <a:pathLst>
                <a:path extrusionOk="0" h="3869" w="1371">
                  <a:moveTo>
                    <a:pt x="1370" y="1"/>
                  </a:moveTo>
                  <a:lnTo>
                    <a:pt x="1243" y="79"/>
                  </a:lnTo>
                  <a:lnTo>
                    <a:pt x="598" y="450"/>
                  </a:lnTo>
                  <a:lnTo>
                    <a:pt x="0" y="3868"/>
                  </a:lnTo>
                  <a:lnTo>
                    <a:pt x="643" y="3491"/>
                  </a:lnTo>
                  <a:lnTo>
                    <a:pt x="776" y="3418"/>
                  </a:lnTo>
                  <a:lnTo>
                    <a:pt x="1370" y="1"/>
                  </a:lnTo>
                  <a:close/>
                </a:path>
              </a:pathLst>
            </a:custGeom>
            <a:solidFill>
              <a:srgbClr val="333233">
                <a:alpha val="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42"/>
            <p:cNvSpPr/>
            <p:nvPr/>
          </p:nvSpPr>
          <p:spPr>
            <a:xfrm>
              <a:off x="5033994" y="4177366"/>
              <a:ext cx="123128" cy="375427"/>
            </a:xfrm>
            <a:custGeom>
              <a:rect b="b" l="l" r="r" t="t"/>
              <a:pathLst>
                <a:path extrusionOk="0" h="3790" w="1243">
                  <a:moveTo>
                    <a:pt x="1243" y="0"/>
                  </a:moveTo>
                  <a:lnTo>
                    <a:pt x="598" y="371"/>
                  </a:lnTo>
                  <a:lnTo>
                    <a:pt x="0" y="3789"/>
                  </a:lnTo>
                  <a:lnTo>
                    <a:pt x="643" y="3412"/>
                  </a:lnTo>
                  <a:lnTo>
                    <a:pt x="12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42"/>
            <p:cNvSpPr/>
            <p:nvPr/>
          </p:nvSpPr>
          <p:spPr>
            <a:xfrm>
              <a:off x="3786473" y="4547145"/>
              <a:ext cx="64387" cy="175926"/>
            </a:xfrm>
            <a:custGeom>
              <a:rect b="b" l="l" r="r" t="t"/>
              <a:pathLst>
                <a:path extrusionOk="0" h="1776" w="650">
                  <a:moveTo>
                    <a:pt x="649" y="1"/>
                  </a:moveTo>
                  <a:lnTo>
                    <a:pt x="405" y="144"/>
                  </a:lnTo>
                  <a:lnTo>
                    <a:pt x="45" y="915"/>
                  </a:lnTo>
                  <a:cubicBezTo>
                    <a:pt x="12" y="983"/>
                    <a:pt x="1" y="1060"/>
                    <a:pt x="1" y="1149"/>
                  </a:cubicBezTo>
                  <a:lnTo>
                    <a:pt x="1" y="1465"/>
                  </a:lnTo>
                  <a:cubicBezTo>
                    <a:pt x="1" y="1488"/>
                    <a:pt x="6" y="1516"/>
                    <a:pt x="11" y="1538"/>
                  </a:cubicBezTo>
                  <a:cubicBezTo>
                    <a:pt x="17" y="1554"/>
                    <a:pt x="17" y="1560"/>
                    <a:pt x="22" y="1565"/>
                  </a:cubicBezTo>
                  <a:cubicBezTo>
                    <a:pt x="27" y="1570"/>
                    <a:pt x="27" y="1583"/>
                    <a:pt x="32" y="1588"/>
                  </a:cubicBezTo>
                  <a:cubicBezTo>
                    <a:pt x="38" y="1598"/>
                    <a:pt x="38" y="1605"/>
                    <a:pt x="43" y="1605"/>
                  </a:cubicBezTo>
                  <a:cubicBezTo>
                    <a:pt x="48" y="1610"/>
                    <a:pt x="48" y="1615"/>
                    <a:pt x="53" y="1622"/>
                  </a:cubicBezTo>
                  <a:cubicBezTo>
                    <a:pt x="59" y="1627"/>
                    <a:pt x="59" y="1632"/>
                    <a:pt x="59" y="1632"/>
                  </a:cubicBezTo>
                  <a:cubicBezTo>
                    <a:pt x="64" y="1637"/>
                    <a:pt x="64" y="1642"/>
                    <a:pt x="69" y="1649"/>
                  </a:cubicBezTo>
                  <a:cubicBezTo>
                    <a:pt x="74" y="1654"/>
                    <a:pt x="74" y="1659"/>
                    <a:pt x="80" y="1666"/>
                  </a:cubicBezTo>
                  <a:cubicBezTo>
                    <a:pt x="85" y="1671"/>
                    <a:pt x="85" y="1671"/>
                    <a:pt x="85" y="1676"/>
                  </a:cubicBezTo>
                  <a:cubicBezTo>
                    <a:pt x="90" y="1686"/>
                    <a:pt x="95" y="1686"/>
                    <a:pt x="95" y="1694"/>
                  </a:cubicBezTo>
                  <a:cubicBezTo>
                    <a:pt x="100" y="1699"/>
                    <a:pt x="100" y="1704"/>
                    <a:pt x="106" y="1704"/>
                  </a:cubicBezTo>
                  <a:cubicBezTo>
                    <a:pt x="111" y="1710"/>
                    <a:pt x="111" y="1710"/>
                    <a:pt x="111" y="1715"/>
                  </a:cubicBezTo>
                  <a:cubicBezTo>
                    <a:pt x="121" y="1725"/>
                    <a:pt x="121" y="1732"/>
                    <a:pt x="128" y="1732"/>
                  </a:cubicBezTo>
                  <a:lnTo>
                    <a:pt x="144" y="1748"/>
                  </a:lnTo>
                  <a:cubicBezTo>
                    <a:pt x="155" y="1754"/>
                    <a:pt x="161" y="1759"/>
                    <a:pt x="166" y="1765"/>
                  </a:cubicBezTo>
                  <a:cubicBezTo>
                    <a:pt x="172" y="1770"/>
                    <a:pt x="177" y="1770"/>
                    <a:pt x="184" y="1776"/>
                  </a:cubicBezTo>
                  <a:lnTo>
                    <a:pt x="427" y="1632"/>
                  </a:lnTo>
                  <a:cubicBezTo>
                    <a:pt x="410" y="1605"/>
                    <a:pt x="398" y="1593"/>
                    <a:pt x="388" y="1583"/>
                  </a:cubicBezTo>
                  <a:cubicBezTo>
                    <a:pt x="377" y="1572"/>
                    <a:pt x="364" y="1565"/>
                    <a:pt x="354" y="1554"/>
                  </a:cubicBezTo>
                  <a:cubicBezTo>
                    <a:pt x="344" y="1544"/>
                    <a:pt x="332" y="1532"/>
                    <a:pt x="327" y="1522"/>
                  </a:cubicBezTo>
                  <a:cubicBezTo>
                    <a:pt x="316" y="1505"/>
                    <a:pt x="310" y="1495"/>
                    <a:pt x="300" y="1483"/>
                  </a:cubicBezTo>
                  <a:cubicBezTo>
                    <a:pt x="289" y="1465"/>
                    <a:pt x="283" y="1455"/>
                    <a:pt x="276" y="1443"/>
                  </a:cubicBezTo>
                  <a:cubicBezTo>
                    <a:pt x="271" y="1427"/>
                    <a:pt x="266" y="1416"/>
                    <a:pt x="260" y="1405"/>
                  </a:cubicBezTo>
                  <a:cubicBezTo>
                    <a:pt x="254" y="1399"/>
                    <a:pt x="254" y="1394"/>
                    <a:pt x="254" y="1394"/>
                  </a:cubicBezTo>
                  <a:cubicBezTo>
                    <a:pt x="249" y="1366"/>
                    <a:pt x="244" y="1344"/>
                    <a:pt x="244" y="1322"/>
                  </a:cubicBezTo>
                  <a:lnTo>
                    <a:pt x="244" y="1005"/>
                  </a:lnTo>
                  <a:cubicBezTo>
                    <a:pt x="244" y="915"/>
                    <a:pt x="262" y="838"/>
                    <a:pt x="289" y="772"/>
                  </a:cubicBezTo>
                  <a:lnTo>
                    <a:pt x="6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42"/>
            <p:cNvSpPr/>
            <p:nvPr/>
          </p:nvSpPr>
          <p:spPr>
            <a:xfrm>
              <a:off x="3818667" y="4542192"/>
              <a:ext cx="33580" cy="19316"/>
            </a:xfrm>
            <a:custGeom>
              <a:rect b="b" l="l" r="r" t="t"/>
              <a:pathLst>
                <a:path extrusionOk="0" h="195" w="339">
                  <a:moveTo>
                    <a:pt x="244" y="1"/>
                  </a:moveTo>
                  <a:lnTo>
                    <a:pt x="1" y="145"/>
                  </a:lnTo>
                  <a:lnTo>
                    <a:pt x="90" y="194"/>
                  </a:lnTo>
                  <a:lnTo>
                    <a:pt x="338" y="50"/>
                  </a:lnTo>
                  <a:lnTo>
                    <a:pt x="2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42"/>
            <p:cNvSpPr/>
            <p:nvPr/>
          </p:nvSpPr>
          <p:spPr>
            <a:xfrm>
              <a:off x="3818667" y="4514754"/>
              <a:ext cx="24170" cy="41901"/>
            </a:xfrm>
            <a:custGeom>
              <a:rect b="b" l="l" r="r" t="t"/>
              <a:pathLst>
                <a:path extrusionOk="0" h="423" w="244">
                  <a:moveTo>
                    <a:pt x="244" y="0"/>
                  </a:moveTo>
                  <a:lnTo>
                    <a:pt x="1" y="145"/>
                  </a:lnTo>
                  <a:lnTo>
                    <a:pt x="1" y="422"/>
                  </a:lnTo>
                  <a:lnTo>
                    <a:pt x="244" y="278"/>
                  </a:lnTo>
                  <a:lnTo>
                    <a:pt x="2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42"/>
            <p:cNvSpPr/>
            <p:nvPr/>
          </p:nvSpPr>
          <p:spPr>
            <a:xfrm>
              <a:off x="3818667" y="4514754"/>
              <a:ext cx="43585" cy="25359"/>
            </a:xfrm>
            <a:custGeom>
              <a:rect b="b" l="l" r="r" t="t"/>
              <a:pathLst>
                <a:path extrusionOk="0" h="256" w="440">
                  <a:moveTo>
                    <a:pt x="244" y="0"/>
                  </a:moveTo>
                  <a:lnTo>
                    <a:pt x="1" y="145"/>
                  </a:lnTo>
                  <a:lnTo>
                    <a:pt x="189" y="256"/>
                  </a:lnTo>
                  <a:lnTo>
                    <a:pt x="440" y="111"/>
                  </a:lnTo>
                  <a:lnTo>
                    <a:pt x="2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42"/>
            <p:cNvSpPr/>
            <p:nvPr/>
          </p:nvSpPr>
          <p:spPr>
            <a:xfrm>
              <a:off x="3837389" y="4389942"/>
              <a:ext cx="92321" cy="150171"/>
            </a:xfrm>
            <a:custGeom>
              <a:rect b="b" l="l" r="r" t="t"/>
              <a:pathLst>
                <a:path extrusionOk="0" h="1516" w="932">
                  <a:moveTo>
                    <a:pt x="932" y="1"/>
                  </a:moveTo>
                  <a:cubicBezTo>
                    <a:pt x="927" y="3"/>
                    <a:pt x="923" y="5"/>
                    <a:pt x="919" y="8"/>
                  </a:cubicBezTo>
                  <a:lnTo>
                    <a:pt x="919" y="8"/>
                  </a:lnTo>
                  <a:lnTo>
                    <a:pt x="932" y="1"/>
                  </a:lnTo>
                  <a:close/>
                  <a:moveTo>
                    <a:pt x="919" y="8"/>
                  </a:moveTo>
                  <a:lnTo>
                    <a:pt x="682" y="139"/>
                  </a:lnTo>
                  <a:cubicBezTo>
                    <a:pt x="650" y="156"/>
                    <a:pt x="628" y="189"/>
                    <a:pt x="610" y="223"/>
                  </a:cubicBezTo>
                  <a:lnTo>
                    <a:pt x="0" y="1516"/>
                  </a:lnTo>
                  <a:lnTo>
                    <a:pt x="243" y="1371"/>
                  </a:lnTo>
                  <a:lnTo>
                    <a:pt x="854" y="84"/>
                  </a:lnTo>
                  <a:cubicBezTo>
                    <a:pt x="869" y="50"/>
                    <a:pt x="891" y="25"/>
                    <a:pt x="919" y="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42"/>
            <p:cNvSpPr/>
            <p:nvPr/>
          </p:nvSpPr>
          <p:spPr>
            <a:xfrm>
              <a:off x="3803214" y="4706627"/>
              <a:ext cx="495979" cy="286473"/>
            </a:xfrm>
            <a:custGeom>
              <a:rect b="b" l="l" r="r" t="t"/>
              <a:pathLst>
                <a:path extrusionOk="0" h="2892" w="5007">
                  <a:moveTo>
                    <a:pt x="251" y="0"/>
                  </a:moveTo>
                  <a:lnTo>
                    <a:pt x="1" y="138"/>
                  </a:lnTo>
                  <a:lnTo>
                    <a:pt x="4762" y="2891"/>
                  </a:lnTo>
                  <a:lnTo>
                    <a:pt x="5006" y="2747"/>
                  </a:lnTo>
                  <a:lnTo>
                    <a:pt x="2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42"/>
            <p:cNvSpPr/>
            <p:nvPr/>
          </p:nvSpPr>
          <p:spPr>
            <a:xfrm>
              <a:off x="4275219" y="4978538"/>
              <a:ext cx="36057" cy="17632"/>
            </a:xfrm>
            <a:custGeom>
              <a:rect b="b" l="l" r="r" t="t"/>
              <a:pathLst>
                <a:path extrusionOk="0" h="178" w="364">
                  <a:moveTo>
                    <a:pt x="364" y="12"/>
                  </a:moveTo>
                  <a:cubicBezTo>
                    <a:pt x="364" y="12"/>
                    <a:pt x="358" y="16"/>
                    <a:pt x="349" y="21"/>
                  </a:cubicBezTo>
                  <a:lnTo>
                    <a:pt x="349" y="21"/>
                  </a:lnTo>
                  <a:cubicBezTo>
                    <a:pt x="354" y="19"/>
                    <a:pt x="360" y="16"/>
                    <a:pt x="364" y="12"/>
                  </a:cubicBezTo>
                  <a:close/>
                  <a:moveTo>
                    <a:pt x="243" y="1"/>
                  </a:moveTo>
                  <a:lnTo>
                    <a:pt x="0" y="145"/>
                  </a:lnTo>
                  <a:cubicBezTo>
                    <a:pt x="11" y="150"/>
                    <a:pt x="22" y="155"/>
                    <a:pt x="33" y="162"/>
                  </a:cubicBezTo>
                  <a:cubicBezTo>
                    <a:pt x="38" y="162"/>
                    <a:pt x="38" y="167"/>
                    <a:pt x="43" y="167"/>
                  </a:cubicBezTo>
                  <a:cubicBezTo>
                    <a:pt x="48" y="167"/>
                    <a:pt x="54" y="173"/>
                    <a:pt x="60" y="173"/>
                  </a:cubicBezTo>
                  <a:cubicBezTo>
                    <a:pt x="77" y="173"/>
                    <a:pt x="77" y="178"/>
                    <a:pt x="82" y="178"/>
                  </a:cubicBezTo>
                  <a:cubicBezTo>
                    <a:pt x="87" y="178"/>
                    <a:pt x="92" y="178"/>
                    <a:pt x="100" y="173"/>
                  </a:cubicBezTo>
                  <a:cubicBezTo>
                    <a:pt x="116" y="167"/>
                    <a:pt x="116" y="167"/>
                    <a:pt x="122" y="167"/>
                  </a:cubicBezTo>
                  <a:cubicBezTo>
                    <a:pt x="127" y="167"/>
                    <a:pt x="127" y="162"/>
                    <a:pt x="132" y="162"/>
                  </a:cubicBezTo>
                  <a:cubicBezTo>
                    <a:pt x="121" y="158"/>
                    <a:pt x="296" y="53"/>
                    <a:pt x="349" y="21"/>
                  </a:cubicBezTo>
                  <a:lnTo>
                    <a:pt x="349" y="21"/>
                  </a:lnTo>
                  <a:cubicBezTo>
                    <a:pt x="346" y="22"/>
                    <a:pt x="343" y="23"/>
                    <a:pt x="342" y="23"/>
                  </a:cubicBezTo>
                  <a:cubicBezTo>
                    <a:pt x="331" y="28"/>
                    <a:pt x="325" y="28"/>
                    <a:pt x="314" y="28"/>
                  </a:cubicBezTo>
                  <a:cubicBezTo>
                    <a:pt x="297" y="23"/>
                    <a:pt x="291" y="23"/>
                    <a:pt x="286" y="23"/>
                  </a:cubicBezTo>
                  <a:cubicBezTo>
                    <a:pt x="281" y="23"/>
                    <a:pt x="281" y="18"/>
                    <a:pt x="276" y="18"/>
                  </a:cubicBezTo>
                  <a:cubicBezTo>
                    <a:pt x="265" y="12"/>
                    <a:pt x="254" y="7"/>
                    <a:pt x="243"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42"/>
            <p:cNvSpPr/>
            <p:nvPr/>
          </p:nvSpPr>
          <p:spPr>
            <a:xfrm>
              <a:off x="4255705" y="4794490"/>
              <a:ext cx="29618" cy="17731"/>
            </a:xfrm>
            <a:custGeom>
              <a:rect b="b" l="l" r="r" t="t"/>
              <a:pathLst>
                <a:path extrusionOk="0" h="179" w="299">
                  <a:moveTo>
                    <a:pt x="249" y="0"/>
                  </a:moveTo>
                  <a:lnTo>
                    <a:pt x="0" y="145"/>
                  </a:lnTo>
                  <a:lnTo>
                    <a:pt x="56" y="178"/>
                  </a:lnTo>
                  <a:lnTo>
                    <a:pt x="299" y="35"/>
                  </a:lnTo>
                  <a:lnTo>
                    <a:pt x="2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42"/>
            <p:cNvSpPr/>
            <p:nvPr/>
          </p:nvSpPr>
          <p:spPr>
            <a:xfrm>
              <a:off x="3837389" y="4525749"/>
              <a:ext cx="432682" cy="249624"/>
            </a:xfrm>
            <a:custGeom>
              <a:rect b="b" l="l" r="r" t="t"/>
              <a:pathLst>
                <a:path extrusionOk="0" h="2520" w="4368">
                  <a:moveTo>
                    <a:pt x="251" y="0"/>
                  </a:moveTo>
                  <a:lnTo>
                    <a:pt x="0" y="145"/>
                  </a:lnTo>
                  <a:lnTo>
                    <a:pt x="4117" y="2520"/>
                  </a:lnTo>
                  <a:lnTo>
                    <a:pt x="4368" y="2381"/>
                  </a:lnTo>
                  <a:lnTo>
                    <a:pt x="2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42"/>
            <p:cNvSpPr/>
            <p:nvPr/>
          </p:nvSpPr>
          <p:spPr>
            <a:xfrm>
              <a:off x="4261153" y="4770419"/>
              <a:ext cx="24170" cy="41802"/>
            </a:xfrm>
            <a:custGeom>
              <a:rect b="b" l="l" r="r" t="t"/>
              <a:pathLst>
                <a:path extrusionOk="0" h="422" w="244">
                  <a:moveTo>
                    <a:pt x="244" y="0"/>
                  </a:moveTo>
                  <a:lnTo>
                    <a:pt x="1" y="144"/>
                  </a:lnTo>
                  <a:lnTo>
                    <a:pt x="1" y="421"/>
                  </a:lnTo>
                  <a:lnTo>
                    <a:pt x="244" y="278"/>
                  </a:lnTo>
                  <a:lnTo>
                    <a:pt x="2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42"/>
            <p:cNvSpPr/>
            <p:nvPr/>
          </p:nvSpPr>
          <p:spPr>
            <a:xfrm>
              <a:off x="4245205" y="4761603"/>
              <a:ext cx="40118" cy="23080"/>
            </a:xfrm>
            <a:custGeom>
              <a:rect b="b" l="l" r="r" t="t"/>
              <a:pathLst>
                <a:path extrusionOk="0" h="233" w="405">
                  <a:moveTo>
                    <a:pt x="251" y="0"/>
                  </a:moveTo>
                  <a:lnTo>
                    <a:pt x="0" y="139"/>
                  </a:lnTo>
                  <a:lnTo>
                    <a:pt x="162" y="233"/>
                  </a:lnTo>
                  <a:lnTo>
                    <a:pt x="405" y="89"/>
                  </a:ln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42"/>
            <p:cNvSpPr/>
            <p:nvPr/>
          </p:nvSpPr>
          <p:spPr>
            <a:xfrm>
              <a:off x="3886224" y="4355371"/>
              <a:ext cx="288058" cy="149576"/>
            </a:xfrm>
            <a:custGeom>
              <a:rect b="b" l="l" r="r" t="t"/>
              <a:pathLst>
                <a:path extrusionOk="0" h="1510" w="2908">
                  <a:moveTo>
                    <a:pt x="36" y="173"/>
                  </a:moveTo>
                  <a:cubicBezTo>
                    <a:pt x="24" y="178"/>
                    <a:pt x="10" y="184"/>
                    <a:pt x="1" y="194"/>
                  </a:cubicBezTo>
                  <a:cubicBezTo>
                    <a:pt x="1" y="194"/>
                    <a:pt x="15" y="186"/>
                    <a:pt x="36" y="173"/>
                  </a:cubicBezTo>
                  <a:close/>
                  <a:moveTo>
                    <a:pt x="410" y="1"/>
                  </a:moveTo>
                  <a:cubicBezTo>
                    <a:pt x="394" y="1"/>
                    <a:pt x="388" y="6"/>
                    <a:pt x="378" y="6"/>
                  </a:cubicBezTo>
                  <a:lnTo>
                    <a:pt x="361" y="6"/>
                  </a:lnTo>
                  <a:cubicBezTo>
                    <a:pt x="356" y="6"/>
                    <a:pt x="351" y="11"/>
                    <a:pt x="351" y="11"/>
                  </a:cubicBezTo>
                  <a:cubicBezTo>
                    <a:pt x="345" y="11"/>
                    <a:pt x="340" y="17"/>
                    <a:pt x="334" y="17"/>
                  </a:cubicBezTo>
                  <a:cubicBezTo>
                    <a:pt x="329" y="17"/>
                    <a:pt x="323" y="22"/>
                    <a:pt x="316" y="22"/>
                  </a:cubicBezTo>
                  <a:cubicBezTo>
                    <a:pt x="311" y="27"/>
                    <a:pt x="306" y="27"/>
                    <a:pt x="294" y="27"/>
                  </a:cubicBezTo>
                  <a:cubicBezTo>
                    <a:pt x="289" y="27"/>
                    <a:pt x="289" y="32"/>
                    <a:pt x="284" y="32"/>
                  </a:cubicBezTo>
                  <a:cubicBezTo>
                    <a:pt x="267" y="38"/>
                    <a:pt x="256" y="43"/>
                    <a:pt x="251" y="49"/>
                  </a:cubicBezTo>
                  <a:cubicBezTo>
                    <a:pt x="247" y="53"/>
                    <a:pt x="104" y="135"/>
                    <a:pt x="36" y="173"/>
                  </a:cubicBezTo>
                  <a:lnTo>
                    <a:pt x="36" y="173"/>
                  </a:lnTo>
                  <a:cubicBezTo>
                    <a:pt x="38" y="173"/>
                    <a:pt x="39" y="172"/>
                    <a:pt x="41" y="172"/>
                  </a:cubicBezTo>
                  <a:cubicBezTo>
                    <a:pt x="46" y="172"/>
                    <a:pt x="51" y="166"/>
                    <a:pt x="51" y="166"/>
                  </a:cubicBezTo>
                  <a:cubicBezTo>
                    <a:pt x="61" y="161"/>
                    <a:pt x="73" y="161"/>
                    <a:pt x="83" y="156"/>
                  </a:cubicBezTo>
                  <a:cubicBezTo>
                    <a:pt x="89" y="156"/>
                    <a:pt x="94" y="151"/>
                    <a:pt x="100" y="151"/>
                  </a:cubicBezTo>
                  <a:cubicBezTo>
                    <a:pt x="111" y="146"/>
                    <a:pt x="117" y="146"/>
                    <a:pt x="127" y="146"/>
                  </a:cubicBezTo>
                  <a:cubicBezTo>
                    <a:pt x="138" y="146"/>
                    <a:pt x="145" y="146"/>
                    <a:pt x="151" y="140"/>
                  </a:cubicBezTo>
                  <a:lnTo>
                    <a:pt x="173" y="140"/>
                  </a:lnTo>
                  <a:cubicBezTo>
                    <a:pt x="189" y="140"/>
                    <a:pt x="200" y="146"/>
                    <a:pt x="217" y="146"/>
                  </a:cubicBezTo>
                  <a:cubicBezTo>
                    <a:pt x="222" y="146"/>
                    <a:pt x="234" y="151"/>
                    <a:pt x="240" y="151"/>
                  </a:cubicBezTo>
                  <a:cubicBezTo>
                    <a:pt x="267" y="156"/>
                    <a:pt x="294" y="168"/>
                    <a:pt x="323" y="173"/>
                  </a:cubicBezTo>
                  <a:cubicBezTo>
                    <a:pt x="329" y="178"/>
                    <a:pt x="334" y="178"/>
                    <a:pt x="340" y="178"/>
                  </a:cubicBezTo>
                  <a:cubicBezTo>
                    <a:pt x="373" y="188"/>
                    <a:pt x="402" y="205"/>
                    <a:pt x="434" y="222"/>
                  </a:cubicBezTo>
                  <a:lnTo>
                    <a:pt x="2665" y="1509"/>
                  </a:lnTo>
                  <a:lnTo>
                    <a:pt x="2908" y="1366"/>
                  </a:lnTo>
                  <a:lnTo>
                    <a:pt x="690" y="89"/>
                  </a:lnTo>
                  <a:cubicBezTo>
                    <a:pt x="657" y="67"/>
                    <a:pt x="628" y="56"/>
                    <a:pt x="595" y="44"/>
                  </a:cubicBezTo>
                  <a:cubicBezTo>
                    <a:pt x="591" y="39"/>
                    <a:pt x="585" y="39"/>
                    <a:pt x="578" y="39"/>
                  </a:cubicBezTo>
                  <a:cubicBezTo>
                    <a:pt x="551" y="28"/>
                    <a:pt x="523" y="17"/>
                    <a:pt x="494" y="17"/>
                  </a:cubicBezTo>
                  <a:cubicBezTo>
                    <a:pt x="484" y="11"/>
                    <a:pt x="477" y="11"/>
                    <a:pt x="472" y="11"/>
                  </a:cubicBezTo>
                  <a:cubicBezTo>
                    <a:pt x="455" y="6"/>
                    <a:pt x="445" y="6"/>
                    <a:pt x="428" y="6"/>
                  </a:cubicBezTo>
                  <a:cubicBezTo>
                    <a:pt x="423" y="6"/>
                    <a:pt x="418" y="1"/>
                    <a:pt x="4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42"/>
            <p:cNvSpPr/>
            <p:nvPr/>
          </p:nvSpPr>
          <p:spPr>
            <a:xfrm>
              <a:off x="3763294" y="4370923"/>
              <a:ext cx="552541" cy="655065"/>
            </a:xfrm>
            <a:custGeom>
              <a:rect b="b" l="l" r="r" t="t"/>
              <a:pathLst>
                <a:path extrusionOk="0" h="6613" w="5578">
                  <a:moveTo>
                    <a:pt x="1527" y="308"/>
                  </a:moveTo>
                  <a:cubicBezTo>
                    <a:pt x="1575" y="308"/>
                    <a:pt x="1629" y="323"/>
                    <a:pt x="1686" y="353"/>
                  </a:cubicBezTo>
                  <a:lnTo>
                    <a:pt x="3916" y="1641"/>
                  </a:lnTo>
                  <a:cubicBezTo>
                    <a:pt x="4055" y="1724"/>
                    <a:pt x="4181" y="1885"/>
                    <a:pt x="4238" y="2068"/>
                  </a:cubicBezTo>
                  <a:lnTo>
                    <a:pt x="4865" y="4076"/>
                  </a:lnTo>
                  <a:lnTo>
                    <a:pt x="754" y="1701"/>
                  </a:lnTo>
                  <a:lnTo>
                    <a:pt x="1358" y="415"/>
                  </a:lnTo>
                  <a:cubicBezTo>
                    <a:pt x="1392" y="344"/>
                    <a:pt x="1452" y="308"/>
                    <a:pt x="1527" y="308"/>
                  </a:cubicBezTo>
                  <a:close/>
                  <a:moveTo>
                    <a:pt x="641" y="1924"/>
                  </a:moveTo>
                  <a:lnTo>
                    <a:pt x="4965" y="4422"/>
                  </a:lnTo>
                  <a:lnTo>
                    <a:pt x="5281" y="5421"/>
                  </a:lnTo>
                  <a:cubicBezTo>
                    <a:pt x="5315" y="5527"/>
                    <a:pt x="5332" y="5621"/>
                    <a:pt x="5332" y="5721"/>
                  </a:cubicBezTo>
                  <a:lnTo>
                    <a:pt x="5332" y="6186"/>
                  </a:lnTo>
                  <a:cubicBezTo>
                    <a:pt x="5332" y="6260"/>
                    <a:pt x="5293" y="6304"/>
                    <a:pt x="5239" y="6304"/>
                  </a:cubicBezTo>
                  <a:cubicBezTo>
                    <a:pt x="5216" y="6304"/>
                    <a:pt x="5191" y="6296"/>
                    <a:pt x="5165" y="6280"/>
                  </a:cubicBezTo>
                  <a:lnTo>
                    <a:pt x="404" y="3534"/>
                  </a:lnTo>
                  <a:cubicBezTo>
                    <a:pt x="309" y="3479"/>
                    <a:pt x="237" y="3350"/>
                    <a:pt x="237" y="3245"/>
                  </a:cubicBezTo>
                  <a:lnTo>
                    <a:pt x="237" y="2929"/>
                  </a:lnTo>
                  <a:cubicBezTo>
                    <a:pt x="237" y="2840"/>
                    <a:pt x="254" y="2763"/>
                    <a:pt x="282" y="2696"/>
                  </a:cubicBezTo>
                  <a:lnTo>
                    <a:pt x="641" y="1924"/>
                  </a:lnTo>
                  <a:close/>
                  <a:moveTo>
                    <a:pt x="1420" y="0"/>
                  </a:moveTo>
                  <a:cubicBezTo>
                    <a:pt x="1296" y="0"/>
                    <a:pt x="1195" y="62"/>
                    <a:pt x="1138" y="182"/>
                  </a:cubicBezTo>
                  <a:lnTo>
                    <a:pt x="67" y="2463"/>
                  </a:lnTo>
                  <a:cubicBezTo>
                    <a:pt x="22" y="2557"/>
                    <a:pt x="0" y="2663"/>
                    <a:pt x="0" y="2791"/>
                  </a:cubicBezTo>
                  <a:lnTo>
                    <a:pt x="0" y="3107"/>
                  </a:lnTo>
                  <a:cubicBezTo>
                    <a:pt x="0" y="3363"/>
                    <a:pt x="184" y="3678"/>
                    <a:pt x="405" y="3812"/>
                  </a:cubicBezTo>
                  <a:lnTo>
                    <a:pt x="5166" y="6558"/>
                  </a:lnTo>
                  <a:cubicBezTo>
                    <a:pt x="5231" y="6595"/>
                    <a:pt x="5293" y="6613"/>
                    <a:pt x="5349" y="6613"/>
                  </a:cubicBezTo>
                  <a:cubicBezTo>
                    <a:pt x="5483" y="6613"/>
                    <a:pt x="5578" y="6509"/>
                    <a:pt x="5578" y="6324"/>
                  </a:cubicBezTo>
                  <a:lnTo>
                    <a:pt x="5578" y="5863"/>
                  </a:lnTo>
                  <a:cubicBezTo>
                    <a:pt x="5577" y="5730"/>
                    <a:pt x="5554" y="5586"/>
                    <a:pt x="5510" y="5437"/>
                  </a:cubicBezTo>
                  <a:lnTo>
                    <a:pt x="4461" y="2086"/>
                  </a:lnTo>
                  <a:cubicBezTo>
                    <a:pt x="4367" y="1786"/>
                    <a:pt x="4155" y="1503"/>
                    <a:pt x="3917" y="1369"/>
                  </a:cubicBezTo>
                  <a:lnTo>
                    <a:pt x="1687" y="83"/>
                  </a:lnTo>
                  <a:cubicBezTo>
                    <a:pt x="1592" y="27"/>
                    <a:pt x="1501" y="0"/>
                    <a:pt x="14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42"/>
            <p:cNvSpPr/>
            <p:nvPr/>
          </p:nvSpPr>
          <p:spPr>
            <a:xfrm>
              <a:off x="4149714" y="4490287"/>
              <a:ext cx="190388" cy="532432"/>
            </a:xfrm>
            <a:custGeom>
              <a:rect b="b" l="l" r="r" t="t"/>
              <a:pathLst>
                <a:path extrusionOk="0" h="5375" w="1922">
                  <a:moveTo>
                    <a:pt x="244" y="1"/>
                  </a:moveTo>
                  <a:lnTo>
                    <a:pt x="1" y="145"/>
                  </a:lnTo>
                  <a:cubicBezTo>
                    <a:pt x="28" y="162"/>
                    <a:pt x="50" y="178"/>
                    <a:pt x="73" y="195"/>
                  </a:cubicBezTo>
                  <a:cubicBezTo>
                    <a:pt x="83" y="205"/>
                    <a:pt x="95" y="211"/>
                    <a:pt x="105" y="217"/>
                  </a:cubicBezTo>
                  <a:cubicBezTo>
                    <a:pt x="127" y="234"/>
                    <a:pt x="149" y="250"/>
                    <a:pt x="167" y="267"/>
                  </a:cubicBezTo>
                  <a:lnTo>
                    <a:pt x="178" y="277"/>
                  </a:lnTo>
                  <a:cubicBezTo>
                    <a:pt x="205" y="299"/>
                    <a:pt x="227" y="327"/>
                    <a:pt x="249" y="350"/>
                  </a:cubicBezTo>
                  <a:lnTo>
                    <a:pt x="259" y="360"/>
                  </a:lnTo>
                  <a:cubicBezTo>
                    <a:pt x="288" y="387"/>
                    <a:pt x="310" y="415"/>
                    <a:pt x="332" y="444"/>
                  </a:cubicBezTo>
                  <a:cubicBezTo>
                    <a:pt x="359" y="476"/>
                    <a:pt x="382" y="510"/>
                    <a:pt x="399" y="543"/>
                  </a:cubicBezTo>
                  <a:cubicBezTo>
                    <a:pt x="421" y="582"/>
                    <a:pt x="443" y="609"/>
                    <a:pt x="460" y="643"/>
                  </a:cubicBezTo>
                  <a:cubicBezTo>
                    <a:pt x="466" y="648"/>
                    <a:pt x="466" y="653"/>
                    <a:pt x="466" y="653"/>
                  </a:cubicBezTo>
                  <a:cubicBezTo>
                    <a:pt x="482" y="686"/>
                    <a:pt x="498" y="719"/>
                    <a:pt x="510" y="753"/>
                  </a:cubicBezTo>
                  <a:cubicBezTo>
                    <a:pt x="515" y="758"/>
                    <a:pt x="515" y="763"/>
                    <a:pt x="515" y="770"/>
                  </a:cubicBezTo>
                  <a:cubicBezTo>
                    <a:pt x="532" y="802"/>
                    <a:pt x="542" y="837"/>
                    <a:pt x="555" y="876"/>
                  </a:cubicBezTo>
                  <a:lnTo>
                    <a:pt x="1603" y="4227"/>
                  </a:lnTo>
                  <a:cubicBezTo>
                    <a:pt x="1614" y="4254"/>
                    <a:pt x="1620" y="4276"/>
                    <a:pt x="1625" y="4304"/>
                  </a:cubicBezTo>
                  <a:cubicBezTo>
                    <a:pt x="1631" y="4321"/>
                    <a:pt x="1636" y="4332"/>
                    <a:pt x="1636" y="4348"/>
                  </a:cubicBezTo>
                  <a:cubicBezTo>
                    <a:pt x="1641" y="4370"/>
                    <a:pt x="1646" y="4393"/>
                    <a:pt x="1646" y="4410"/>
                  </a:cubicBezTo>
                  <a:cubicBezTo>
                    <a:pt x="1652" y="4427"/>
                    <a:pt x="1652" y="4437"/>
                    <a:pt x="1657" y="4454"/>
                  </a:cubicBezTo>
                  <a:cubicBezTo>
                    <a:pt x="1662" y="4477"/>
                    <a:pt x="1662" y="4499"/>
                    <a:pt x="1667" y="4521"/>
                  </a:cubicBezTo>
                  <a:cubicBezTo>
                    <a:pt x="1667" y="4532"/>
                    <a:pt x="1673" y="4543"/>
                    <a:pt x="1673" y="4554"/>
                  </a:cubicBezTo>
                  <a:cubicBezTo>
                    <a:pt x="1678" y="4587"/>
                    <a:pt x="1678" y="4621"/>
                    <a:pt x="1678" y="4653"/>
                  </a:cubicBezTo>
                  <a:lnTo>
                    <a:pt x="1678" y="5114"/>
                  </a:lnTo>
                  <a:cubicBezTo>
                    <a:pt x="1678" y="5242"/>
                    <a:pt x="1634" y="5331"/>
                    <a:pt x="1561" y="5375"/>
                  </a:cubicBezTo>
                  <a:lnTo>
                    <a:pt x="1805" y="5231"/>
                  </a:lnTo>
                  <a:cubicBezTo>
                    <a:pt x="1877" y="5186"/>
                    <a:pt x="1922" y="5097"/>
                    <a:pt x="1922" y="4971"/>
                  </a:cubicBezTo>
                  <a:lnTo>
                    <a:pt x="1922" y="4510"/>
                  </a:lnTo>
                  <a:cubicBezTo>
                    <a:pt x="1919" y="4480"/>
                    <a:pt x="1919" y="4448"/>
                    <a:pt x="1919" y="4415"/>
                  </a:cubicBezTo>
                  <a:cubicBezTo>
                    <a:pt x="1919" y="4405"/>
                    <a:pt x="1913" y="4393"/>
                    <a:pt x="1913" y="4383"/>
                  </a:cubicBezTo>
                  <a:cubicBezTo>
                    <a:pt x="1908" y="4360"/>
                    <a:pt x="1908" y="4338"/>
                    <a:pt x="1903" y="4316"/>
                  </a:cubicBezTo>
                  <a:cubicBezTo>
                    <a:pt x="1898" y="4299"/>
                    <a:pt x="1898" y="4289"/>
                    <a:pt x="1893" y="4276"/>
                  </a:cubicBezTo>
                  <a:cubicBezTo>
                    <a:pt x="1887" y="4254"/>
                    <a:pt x="1882" y="4232"/>
                    <a:pt x="1876" y="4214"/>
                  </a:cubicBezTo>
                  <a:cubicBezTo>
                    <a:pt x="1871" y="4197"/>
                    <a:pt x="1865" y="4187"/>
                    <a:pt x="1865" y="4170"/>
                  </a:cubicBezTo>
                  <a:cubicBezTo>
                    <a:pt x="1860" y="4153"/>
                    <a:pt x="1860" y="4143"/>
                    <a:pt x="1855" y="4126"/>
                  </a:cubicBezTo>
                  <a:cubicBezTo>
                    <a:pt x="1850" y="4116"/>
                    <a:pt x="1850" y="4103"/>
                    <a:pt x="1844" y="4093"/>
                  </a:cubicBezTo>
                  <a:lnTo>
                    <a:pt x="796" y="743"/>
                  </a:lnTo>
                  <a:cubicBezTo>
                    <a:pt x="790" y="719"/>
                    <a:pt x="785" y="703"/>
                    <a:pt x="773" y="687"/>
                  </a:cubicBezTo>
                  <a:cubicBezTo>
                    <a:pt x="767" y="670"/>
                    <a:pt x="762" y="655"/>
                    <a:pt x="756" y="643"/>
                  </a:cubicBezTo>
                  <a:cubicBezTo>
                    <a:pt x="751" y="638"/>
                    <a:pt x="751" y="633"/>
                    <a:pt x="751" y="625"/>
                  </a:cubicBezTo>
                  <a:cubicBezTo>
                    <a:pt x="740" y="598"/>
                    <a:pt x="729" y="576"/>
                    <a:pt x="723" y="559"/>
                  </a:cubicBezTo>
                  <a:cubicBezTo>
                    <a:pt x="718" y="549"/>
                    <a:pt x="713" y="536"/>
                    <a:pt x="707" y="526"/>
                  </a:cubicBezTo>
                  <a:cubicBezTo>
                    <a:pt x="701" y="520"/>
                    <a:pt x="701" y="515"/>
                    <a:pt x="701" y="515"/>
                  </a:cubicBezTo>
                  <a:cubicBezTo>
                    <a:pt x="696" y="510"/>
                    <a:pt x="696" y="510"/>
                    <a:pt x="696" y="505"/>
                  </a:cubicBezTo>
                  <a:cubicBezTo>
                    <a:pt x="686" y="488"/>
                    <a:pt x="678" y="472"/>
                    <a:pt x="668" y="455"/>
                  </a:cubicBezTo>
                  <a:cubicBezTo>
                    <a:pt x="657" y="439"/>
                    <a:pt x="651" y="428"/>
                    <a:pt x="646" y="416"/>
                  </a:cubicBezTo>
                  <a:cubicBezTo>
                    <a:pt x="629" y="388"/>
                    <a:pt x="619" y="377"/>
                    <a:pt x="613" y="361"/>
                  </a:cubicBezTo>
                  <a:cubicBezTo>
                    <a:pt x="603" y="344"/>
                    <a:pt x="591" y="334"/>
                    <a:pt x="581" y="316"/>
                  </a:cubicBezTo>
                  <a:cubicBezTo>
                    <a:pt x="563" y="294"/>
                    <a:pt x="558" y="284"/>
                    <a:pt x="547" y="272"/>
                  </a:cubicBezTo>
                  <a:cubicBezTo>
                    <a:pt x="537" y="255"/>
                    <a:pt x="525" y="245"/>
                    <a:pt x="509" y="227"/>
                  </a:cubicBezTo>
                  <a:lnTo>
                    <a:pt x="503" y="222"/>
                  </a:lnTo>
                  <a:lnTo>
                    <a:pt x="493" y="211"/>
                  </a:lnTo>
                  <a:cubicBezTo>
                    <a:pt x="482" y="201"/>
                    <a:pt x="476" y="189"/>
                    <a:pt x="466" y="184"/>
                  </a:cubicBezTo>
                  <a:lnTo>
                    <a:pt x="421" y="140"/>
                  </a:lnTo>
                  <a:lnTo>
                    <a:pt x="410" y="130"/>
                  </a:lnTo>
                  <a:cubicBezTo>
                    <a:pt x="393" y="119"/>
                    <a:pt x="383" y="107"/>
                    <a:pt x="371" y="90"/>
                  </a:cubicBezTo>
                  <a:cubicBezTo>
                    <a:pt x="366" y="85"/>
                    <a:pt x="354" y="79"/>
                    <a:pt x="348" y="73"/>
                  </a:cubicBezTo>
                  <a:cubicBezTo>
                    <a:pt x="338" y="63"/>
                    <a:pt x="326" y="56"/>
                    <a:pt x="316" y="51"/>
                  </a:cubicBezTo>
                  <a:cubicBezTo>
                    <a:pt x="311" y="46"/>
                    <a:pt x="299" y="41"/>
                    <a:pt x="294" y="33"/>
                  </a:cubicBezTo>
                  <a:cubicBezTo>
                    <a:pt x="277" y="23"/>
                    <a:pt x="261" y="11"/>
                    <a:pt x="2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42"/>
            <p:cNvSpPr/>
            <p:nvPr/>
          </p:nvSpPr>
          <p:spPr>
            <a:xfrm>
              <a:off x="4518998" y="4895924"/>
              <a:ext cx="106486" cy="30014"/>
            </a:xfrm>
            <a:custGeom>
              <a:rect b="b" l="l" r="r" t="t"/>
              <a:pathLst>
                <a:path extrusionOk="0" h="303" w="1075">
                  <a:moveTo>
                    <a:pt x="1034" y="179"/>
                  </a:moveTo>
                  <a:lnTo>
                    <a:pt x="1075" y="202"/>
                  </a:lnTo>
                  <a:cubicBezTo>
                    <a:pt x="1062" y="193"/>
                    <a:pt x="1048" y="185"/>
                    <a:pt x="1034" y="179"/>
                  </a:cubicBezTo>
                  <a:close/>
                  <a:moveTo>
                    <a:pt x="531" y="1"/>
                  </a:moveTo>
                  <a:cubicBezTo>
                    <a:pt x="515" y="1"/>
                    <a:pt x="499" y="1"/>
                    <a:pt x="481" y="6"/>
                  </a:cubicBezTo>
                  <a:cubicBezTo>
                    <a:pt x="459" y="11"/>
                    <a:pt x="442" y="11"/>
                    <a:pt x="426" y="11"/>
                  </a:cubicBezTo>
                  <a:cubicBezTo>
                    <a:pt x="410" y="17"/>
                    <a:pt x="394" y="17"/>
                    <a:pt x="376" y="22"/>
                  </a:cubicBezTo>
                  <a:lnTo>
                    <a:pt x="366" y="27"/>
                  </a:lnTo>
                  <a:cubicBezTo>
                    <a:pt x="355" y="32"/>
                    <a:pt x="338" y="32"/>
                    <a:pt x="327" y="38"/>
                  </a:cubicBezTo>
                  <a:cubicBezTo>
                    <a:pt x="310" y="43"/>
                    <a:pt x="294" y="48"/>
                    <a:pt x="276" y="54"/>
                  </a:cubicBezTo>
                  <a:cubicBezTo>
                    <a:pt x="271" y="60"/>
                    <a:pt x="260" y="60"/>
                    <a:pt x="254" y="65"/>
                  </a:cubicBezTo>
                  <a:cubicBezTo>
                    <a:pt x="249" y="65"/>
                    <a:pt x="249" y="70"/>
                    <a:pt x="244" y="70"/>
                  </a:cubicBezTo>
                  <a:cubicBezTo>
                    <a:pt x="239" y="75"/>
                    <a:pt x="234" y="75"/>
                    <a:pt x="227" y="75"/>
                  </a:cubicBezTo>
                  <a:cubicBezTo>
                    <a:pt x="210" y="80"/>
                    <a:pt x="195" y="86"/>
                    <a:pt x="177" y="92"/>
                  </a:cubicBezTo>
                  <a:cubicBezTo>
                    <a:pt x="160" y="97"/>
                    <a:pt x="144" y="109"/>
                    <a:pt x="128" y="114"/>
                  </a:cubicBezTo>
                  <a:cubicBezTo>
                    <a:pt x="106" y="124"/>
                    <a:pt x="95" y="132"/>
                    <a:pt x="77" y="137"/>
                  </a:cubicBezTo>
                  <a:cubicBezTo>
                    <a:pt x="61" y="148"/>
                    <a:pt x="45" y="154"/>
                    <a:pt x="28" y="164"/>
                  </a:cubicBezTo>
                  <a:cubicBezTo>
                    <a:pt x="18" y="170"/>
                    <a:pt x="11" y="175"/>
                    <a:pt x="1" y="181"/>
                  </a:cubicBezTo>
                  <a:lnTo>
                    <a:pt x="212" y="303"/>
                  </a:lnTo>
                  <a:cubicBezTo>
                    <a:pt x="250" y="281"/>
                    <a:pt x="289" y="259"/>
                    <a:pt x="328" y="242"/>
                  </a:cubicBezTo>
                  <a:cubicBezTo>
                    <a:pt x="399" y="204"/>
                    <a:pt x="438" y="186"/>
                    <a:pt x="470" y="175"/>
                  </a:cubicBezTo>
                  <a:cubicBezTo>
                    <a:pt x="476" y="175"/>
                    <a:pt x="476" y="170"/>
                    <a:pt x="481" y="170"/>
                  </a:cubicBezTo>
                  <a:cubicBezTo>
                    <a:pt x="521" y="159"/>
                    <a:pt x="553" y="148"/>
                    <a:pt x="588" y="142"/>
                  </a:cubicBezTo>
                  <a:cubicBezTo>
                    <a:pt x="632" y="132"/>
                    <a:pt x="664" y="126"/>
                    <a:pt x="699" y="126"/>
                  </a:cubicBezTo>
                  <a:cubicBezTo>
                    <a:pt x="737" y="120"/>
                    <a:pt x="771" y="120"/>
                    <a:pt x="798" y="120"/>
                  </a:cubicBezTo>
                  <a:cubicBezTo>
                    <a:pt x="831" y="126"/>
                    <a:pt x="860" y="126"/>
                    <a:pt x="887" y="131"/>
                  </a:cubicBezTo>
                  <a:cubicBezTo>
                    <a:pt x="898" y="136"/>
                    <a:pt x="904" y="136"/>
                    <a:pt x="909" y="136"/>
                  </a:cubicBezTo>
                  <a:cubicBezTo>
                    <a:pt x="931" y="141"/>
                    <a:pt x="949" y="145"/>
                    <a:pt x="965" y="153"/>
                  </a:cubicBezTo>
                  <a:cubicBezTo>
                    <a:pt x="975" y="158"/>
                    <a:pt x="987" y="158"/>
                    <a:pt x="997" y="163"/>
                  </a:cubicBezTo>
                  <a:cubicBezTo>
                    <a:pt x="1010" y="168"/>
                    <a:pt x="1022" y="173"/>
                    <a:pt x="1034" y="179"/>
                  </a:cubicBezTo>
                  <a:lnTo>
                    <a:pt x="1034" y="179"/>
                  </a:lnTo>
                  <a:lnTo>
                    <a:pt x="863" y="80"/>
                  </a:lnTo>
                  <a:cubicBezTo>
                    <a:pt x="841" y="70"/>
                    <a:pt x="819" y="58"/>
                    <a:pt x="797" y="48"/>
                  </a:cubicBezTo>
                  <a:cubicBezTo>
                    <a:pt x="792" y="48"/>
                    <a:pt x="792" y="43"/>
                    <a:pt x="787" y="43"/>
                  </a:cubicBezTo>
                  <a:cubicBezTo>
                    <a:pt x="776" y="38"/>
                    <a:pt x="764" y="38"/>
                    <a:pt x="753" y="32"/>
                  </a:cubicBezTo>
                  <a:cubicBezTo>
                    <a:pt x="736" y="27"/>
                    <a:pt x="726" y="22"/>
                    <a:pt x="714" y="22"/>
                  </a:cubicBezTo>
                  <a:cubicBezTo>
                    <a:pt x="709" y="17"/>
                    <a:pt x="704" y="17"/>
                    <a:pt x="698" y="17"/>
                  </a:cubicBezTo>
                  <a:cubicBezTo>
                    <a:pt x="687" y="11"/>
                    <a:pt x="680" y="11"/>
                    <a:pt x="675" y="11"/>
                  </a:cubicBezTo>
                  <a:cubicBezTo>
                    <a:pt x="664" y="11"/>
                    <a:pt x="658" y="6"/>
                    <a:pt x="647" y="6"/>
                  </a:cubicBezTo>
                  <a:cubicBezTo>
                    <a:pt x="625" y="1"/>
                    <a:pt x="609" y="1"/>
                    <a:pt x="5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42"/>
            <p:cNvSpPr/>
            <p:nvPr/>
          </p:nvSpPr>
          <p:spPr>
            <a:xfrm>
              <a:off x="4403102" y="4910684"/>
              <a:ext cx="140760" cy="296478"/>
            </a:xfrm>
            <a:custGeom>
              <a:rect b="b" l="l" r="r" t="t"/>
              <a:pathLst>
                <a:path extrusionOk="0" h="2993" w="1421">
                  <a:moveTo>
                    <a:pt x="1210" y="1"/>
                  </a:moveTo>
                  <a:cubicBezTo>
                    <a:pt x="1199" y="6"/>
                    <a:pt x="1193" y="11"/>
                    <a:pt x="1188" y="18"/>
                  </a:cubicBezTo>
                  <a:cubicBezTo>
                    <a:pt x="1170" y="29"/>
                    <a:pt x="1154" y="40"/>
                    <a:pt x="1137" y="51"/>
                  </a:cubicBezTo>
                  <a:cubicBezTo>
                    <a:pt x="1121" y="61"/>
                    <a:pt x="1105" y="73"/>
                    <a:pt x="1088" y="83"/>
                  </a:cubicBezTo>
                  <a:cubicBezTo>
                    <a:pt x="1065" y="100"/>
                    <a:pt x="1048" y="111"/>
                    <a:pt x="1033" y="123"/>
                  </a:cubicBezTo>
                  <a:cubicBezTo>
                    <a:pt x="1016" y="140"/>
                    <a:pt x="1000" y="150"/>
                    <a:pt x="983" y="162"/>
                  </a:cubicBezTo>
                  <a:cubicBezTo>
                    <a:pt x="978" y="167"/>
                    <a:pt x="973" y="167"/>
                    <a:pt x="973" y="172"/>
                  </a:cubicBezTo>
                  <a:lnTo>
                    <a:pt x="962" y="183"/>
                  </a:lnTo>
                  <a:cubicBezTo>
                    <a:pt x="952" y="193"/>
                    <a:pt x="940" y="200"/>
                    <a:pt x="935" y="205"/>
                  </a:cubicBezTo>
                  <a:cubicBezTo>
                    <a:pt x="917" y="223"/>
                    <a:pt x="907" y="233"/>
                    <a:pt x="890" y="245"/>
                  </a:cubicBezTo>
                  <a:lnTo>
                    <a:pt x="858" y="277"/>
                  </a:lnTo>
                  <a:lnTo>
                    <a:pt x="813" y="322"/>
                  </a:lnTo>
                  <a:lnTo>
                    <a:pt x="780" y="355"/>
                  </a:lnTo>
                  <a:cubicBezTo>
                    <a:pt x="770" y="365"/>
                    <a:pt x="758" y="377"/>
                    <a:pt x="753" y="387"/>
                  </a:cubicBezTo>
                  <a:cubicBezTo>
                    <a:pt x="736" y="404"/>
                    <a:pt x="731" y="414"/>
                    <a:pt x="720" y="427"/>
                  </a:cubicBezTo>
                  <a:cubicBezTo>
                    <a:pt x="710" y="437"/>
                    <a:pt x="697" y="449"/>
                    <a:pt x="692" y="459"/>
                  </a:cubicBezTo>
                  <a:cubicBezTo>
                    <a:pt x="682" y="470"/>
                    <a:pt x="670" y="481"/>
                    <a:pt x="665" y="492"/>
                  </a:cubicBezTo>
                  <a:cubicBezTo>
                    <a:pt x="660" y="497"/>
                    <a:pt x="654" y="502"/>
                    <a:pt x="654" y="509"/>
                  </a:cubicBezTo>
                  <a:cubicBezTo>
                    <a:pt x="644" y="519"/>
                    <a:pt x="638" y="525"/>
                    <a:pt x="638" y="532"/>
                  </a:cubicBezTo>
                  <a:cubicBezTo>
                    <a:pt x="627" y="542"/>
                    <a:pt x="616" y="554"/>
                    <a:pt x="610" y="564"/>
                  </a:cubicBezTo>
                  <a:cubicBezTo>
                    <a:pt x="600" y="581"/>
                    <a:pt x="587" y="591"/>
                    <a:pt x="577" y="603"/>
                  </a:cubicBezTo>
                  <a:cubicBezTo>
                    <a:pt x="572" y="613"/>
                    <a:pt x="560" y="621"/>
                    <a:pt x="555" y="631"/>
                  </a:cubicBezTo>
                  <a:cubicBezTo>
                    <a:pt x="550" y="637"/>
                    <a:pt x="550" y="637"/>
                    <a:pt x="550" y="642"/>
                  </a:cubicBezTo>
                  <a:cubicBezTo>
                    <a:pt x="544" y="647"/>
                    <a:pt x="544" y="651"/>
                    <a:pt x="539" y="659"/>
                  </a:cubicBezTo>
                  <a:cubicBezTo>
                    <a:pt x="517" y="686"/>
                    <a:pt x="500" y="708"/>
                    <a:pt x="485" y="735"/>
                  </a:cubicBezTo>
                  <a:cubicBezTo>
                    <a:pt x="480" y="740"/>
                    <a:pt x="474" y="753"/>
                    <a:pt x="467" y="758"/>
                  </a:cubicBezTo>
                  <a:cubicBezTo>
                    <a:pt x="456" y="775"/>
                    <a:pt x="450" y="785"/>
                    <a:pt x="440" y="797"/>
                  </a:cubicBezTo>
                  <a:cubicBezTo>
                    <a:pt x="429" y="814"/>
                    <a:pt x="418" y="830"/>
                    <a:pt x="407" y="842"/>
                  </a:cubicBezTo>
                  <a:cubicBezTo>
                    <a:pt x="397" y="859"/>
                    <a:pt x="385" y="874"/>
                    <a:pt x="380" y="891"/>
                  </a:cubicBezTo>
                  <a:cubicBezTo>
                    <a:pt x="375" y="902"/>
                    <a:pt x="370" y="908"/>
                    <a:pt x="370" y="913"/>
                  </a:cubicBezTo>
                  <a:cubicBezTo>
                    <a:pt x="364" y="918"/>
                    <a:pt x="364" y="924"/>
                    <a:pt x="359" y="931"/>
                  </a:cubicBezTo>
                  <a:cubicBezTo>
                    <a:pt x="349" y="948"/>
                    <a:pt x="341" y="963"/>
                    <a:pt x="331" y="980"/>
                  </a:cubicBezTo>
                  <a:cubicBezTo>
                    <a:pt x="320" y="997"/>
                    <a:pt x="314" y="1013"/>
                    <a:pt x="304" y="1025"/>
                  </a:cubicBezTo>
                  <a:cubicBezTo>
                    <a:pt x="298" y="1036"/>
                    <a:pt x="293" y="1042"/>
                    <a:pt x="287" y="1052"/>
                  </a:cubicBezTo>
                  <a:cubicBezTo>
                    <a:pt x="282" y="1058"/>
                    <a:pt x="282" y="1063"/>
                    <a:pt x="282" y="1063"/>
                  </a:cubicBezTo>
                  <a:cubicBezTo>
                    <a:pt x="276" y="1073"/>
                    <a:pt x="271" y="1090"/>
                    <a:pt x="265" y="1102"/>
                  </a:cubicBezTo>
                  <a:cubicBezTo>
                    <a:pt x="260" y="1112"/>
                    <a:pt x="254" y="1125"/>
                    <a:pt x="247" y="1141"/>
                  </a:cubicBezTo>
                  <a:cubicBezTo>
                    <a:pt x="242" y="1152"/>
                    <a:pt x="236" y="1163"/>
                    <a:pt x="230" y="1180"/>
                  </a:cubicBezTo>
                  <a:cubicBezTo>
                    <a:pt x="225" y="1191"/>
                    <a:pt x="220" y="1198"/>
                    <a:pt x="220" y="1209"/>
                  </a:cubicBezTo>
                  <a:cubicBezTo>
                    <a:pt x="214" y="1214"/>
                    <a:pt x="214" y="1219"/>
                    <a:pt x="214" y="1219"/>
                  </a:cubicBezTo>
                  <a:cubicBezTo>
                    <a:pt x="209" y="1229"/>
                    <a:pt x="204" y="1246"/>
                    <a:pt x="198" y="1258"/>
                  </a:cubicBezTo>
                  <a:cubicBezTo>
                    <a:pt x="192" y="1268"/>
                    <a:pt x="187" y="1285"/>
                    <a:pt x="181" y="1298"/>
                  </a:cubicBezTo>
                  <a:cubicBezTo>
                    <a:pt x="176" y="1314"/>
                    <a:pt x="170" y="1325"/>
                    <a:pt x="163" y="1342"/>
                  </a:cubicBezTo>
                  <a:cubicBezTo>
                    <a:pt x="158" y="1347"/>
                    <a:pt x="158" y="1352"/>
                    <a:pt x="158" y="1358"/>
                  </a:cubicBezTo>
                  <a:cubicBezTo>
                    <a:pt x="153" y="1369"/>
                    <a:pt x="153" y="1376"/>
                    <a:pt x="147" y="1381"/>
                  </a:cubicBezTo>
                  <a:cubicBezTo>
                    <a:pt x="142" y="1398"/>
                    <a:pt x="137" y="1414"/>
                    <a:pt x="131" y="1431"/>
                  </a:cubicBezTo>
                  <a:cubicBezTo>
                    <a:pt x="125" y="1447"/>
                    <a:pt x="120" y="1463"/>
                    <a:pt x="114" y="1481"/>
                  </a:cubicBezTo>
                  <a:cubicBezTo>
                    <a:pt x="109" y="1491"/>
                    <a:pt x="109" y="1498"/>
                    <a:pt x="103" y="1508"/>
                  </a:cubicBezTo>
                  <a:cubicBezTo>
                    <a:pt x="98" y="1525"/>
                    <a:pt x="98" y="1530"/>
                    <a:pt x="93" y="1535"/>
                  </a:cubicBezTo>
                  <a:cubicBezTo>
                    <a:pt x="88" y="1552"/>
                    <a:pt x="82" y="1575"/>
                    <a:pt x="76" y="1591"/>
                  </a:cubicBezTo>
                  <a:cubicBezTo>
                    <a:pt x="71" y="1613"/>
                    <a:pt x="66" y="1630"/>
                    <a:pt x="58" y="1645"/>
                  </a:cubicBezTo>
                  <a:cubicBezTo>
                    <a:pt x="58" y="1651"/>
                    <a:pt x="53" y="1656"/>
                    <a:pt x="53" y="1656"/>
                  </a:cubicBezTo>
                  <a:cubicBezTo>
                    <a:pt x="48" y="1678"/>
                    <a:pt x="43" y="1688"/>
                    <a:pt x="43" y="1701"/>
                  </a:cubicBezTo>
                  <a:cubicBezTo>
                    <a:pt x="37" y="1723"/>
                    <a:pt x="32" y="1740"/>
                    <a:pt x="32" y="1755"/>
                  </a:cubicBezTo>
                  <a:cubicBezTo>
                    <a:pt x="27" y="1772"/>
                    <a:pt x="27" y="1783"/>
                    <a:pt x="27" y="1800"/>
                  </a:cubicBezTo>
                  <a:cubicBezTo>
                    <a:pt x="22" y="1839"/>
                    <a:pt x="16" y="1855"/>
                    <a:pt x="16" y="1872"/>
                  </a:cubicBezTo>
                  <a:cubicBezTo>
                    <a:pt x="11" y="1895"/>
                    <a:pt x="11" y="1911"/>
                    <a:pt x="11" y="1927"/>
                  </a:cubicBezTo>
                  <a:lnTo>
                    <a:pt x="11" y="1944"/>
                  </a:lnTo>
                  <a:lnTo>
                    <a:pt x="11" y="1954"/>
                  </a:lnTo>
                  <a:cubicBezTo>
                    <a:pt x="11" y="1965"/>
                    <a:pt x="6" y="1976"/>
                    <a:pt x="6" y="1987"/>
                  </a:cubicBezTo>
                  <a:cubicBezTo>
                    <a:pt x="6" y="2010"/>
                    <a:pt x="1" y="2027"/>
                    <a:pt x="1" y="2042"/>
                  </a:cubicBezTo>
                  <a:lnTo>
                    <a:pt x="1" y="2086"/>
                  </a:lnTo>
                  <a:lnTo>
                    <a:pt x="1" y="2104"/>
                  </a:lnTo>
                  <a:cubicBezTo>
                    <a:pt x="1" y="2126"/>
                    <a:pt x="1" y="2143"/>
                    <a:pt x="6" y="2165"/>
                  </a:cubicBezTo>
                  <a:cubicBezTo>
                    <a:pt x="6" y="2188"/>
                    <a:pt x="11" y="2205"/>
                    <a:pt x="11" y="2221"/>
                  </a:cubicBezTo>
                  <a:cubicBezTo>
                    <a:pt x="16" y="2248"/>
                    <a:pt x="16" y="2264"/>
                    <a:pt x="16" y="2282"/>
                  </a:cubicBezTo>
                  <a:cubicBezTo>
                    <a:pt x="22" y="2304"/>
                    <a:pt x="22" y="2321"/>
                    <a:pt x="27" y="2343"/>
                  </a:cubicBezTo>
                  <a:cubicBezTo>
                    <a:pt x="32" y="2354"/>
                    <a:pt x="32" y="2361"/>
                    <a:pt x="32" y="2361"/>
                  </a:cubicBezTo>
                  <a:cubicBezTo>
                    <a:pt x="37" y="2378"/>
                    <a:pt x="37" y="2388"/>
                    <a:pt x="43" y="2405"/>
                  </a:cubicBezTo>
                  <a:cubicBezTo>
                    <a:pt x="48" y="2427"/>
                    <a:pt x="53" y="2445"/>
                    <a:pt x="60" y="2467"/>
                  </a:cubicBezTo>
                  <a:cubicBezTo>
                    <a:pt x="71" y="2499"/>
                    <a:pt x="82" y="2521"/>
                    <a:pt x="88" y="2544"/>
                  </a:cubicBezTo>
                  <a:cubicBezTo>
                    <a:pt x="93" y="2549"/>
                    <a:pt x="93" y="2555"/>
                    <a:pt x="93" y="2561"/>
                  </a:cubicBezTo>
                  <a:cubicBezTo>
                    <a:pt x="98" y="2571"/>
                    <a:pt x="103" y="2583"/>
                    <a:pt x="110" y="2600"/>
                  </a:cubicBezTo>
                  <a:cubicBezTo>
                    <a:pt x="115" y="2610"/>
                    <a:pt x="120" y="2623"/>
                    <a:pt x="126" y="2633"/>
                  </a:cubicBezTo>
                  <a:cubicBezTo>
                    <a:pt x="132" y="2638"/>
                    <a:pt x="137" y="2644"/>
                    <a:pt x="137" y="2655"/>
                  </a:cubicBezTo>
                  <a:cubicBezTo>
                    <a:pt x="142" y="2666"/>
                    <a:pt x="155" y="2677"/>
                    <a:pt x="160" y="2682"/>
                  </a:cubicBezTo>
                  <a:cubicBezTo>
                    <a:pt x="170" y="2699"/>
                    <a:pt x="182" y="2715"/>
                    <a:pt x="192" y="2728"/>
                  </a:cubicBezTo>
                  <a:cubicBezTo>
                    <a:pt x="198" y="2738"/>
                    <a:pt x="209" y="2744"/>
                    <a:pt x="214" y="2755"/>
                  </a:cubicBezTo>
                  <a:lnTo>
                    <a:pt x="260" y="2799"/>
                  </a:lnTo>
                  <a:cubicBezTo>
                    <a:pt x="265" y="2804"/>
                    <a:pt x="276" y="2809"/>
                    <a:pt x="282" y="2822"/>
                  </a:cubicBezTo>
                  <a:cubicBezTo>
                    <a:pt x="304" y="2839"/>
                    <a:pt x="326" y="2854"/>
                    <a:pt x="354" y="2871"/>
                  </a:cubicBezTo>
                  <a:lnTo>
                    <a:pt x="564" y="2993"/>
                  </a:lnTo>
                  <a:cubicBezTo>
                    <a:pt x="537" y="2976"/>
                    <a:pt x="514" y="2960"/>
                    <a:pt x="492" y="2943"/>
                  </a:cubicBezTo>
                  <a:cubicBezTo>
                    <a:pt x="504" y="2850"/>
                    <a:pt x="498" y="2845"/>
                    <a:pt x="492" y="2840"/>
                  </a:cubicBezTo>
                  <a:lnTo>
                    <a:pt x="448" y="2796"/>
                  </a:lnTo>
                  <a:cubicBezTo>
                    <a:pt x="438" y="2785"/>
                    <a:pt x="430" y="2779"/>
                    <a:pt x="425" y="2768"/>
                  </a:cubicBezTo>
                  <a:cubicBezTo>
                    <a:pt x="415" y="2751"/>
                    <a:pt x="403" y="2740"/>
                    <a:pt x="393" y="2723"/>
                  </a:cubicBezTo>
                  <a:cubicBezTo>
                    <a:pt x="387" y="2713"/>
                    <a:pt x="376" y="2701"/>
                    <a:pt x="371" y="2696"/>
                  </a:cubicBezTo>
                  <a:cubicBezTo>
                    <a:pt x="360" y="2679"/>
                    <a:pt x="348" y="2664"/>
                    <a:pt x="343" y="2646"/>
                  </a:cubicBezTo>
                  <a:cubicBezTo>
                    <a:pt x="337" y="2635"/>
                    <a:pt x="333" y="2624"/>
                    <a:pt x="326" y="2607"/>
                  </a:cubicBezTo>
                  <a:cubicBezTo>
                    <a:pt x="309" y="2580"/>
                    <a:pt x="298" y="2552"/>
                    <a:pt x="293" y="2518"/>
                  </a:cubicBezTo>
                  <a:cubicBezTo>
                    <a:pt x="283" y="2478"/>
                    <a:pt x="271" y="2446"/>
                    <a:pt x="266" y="2413"/>
                  </a:cubicBezTo>
                  <a:cubicBezTo>
                    <a:pt x="266" y="2408"/>
                    <a:pt x="261" y="2408"/>
                    <a:pt x="261" y="2403"/>
                  </a:cubicBezTo>
                  <a:cubicBezTo>
                    <a:pt x="250" y="2363"/>
                    <a:pt x="244" y="2325"/>
                    <a:pt x="244" y="2286"/>
                  </a:cubicBezTo>
                  <a:cubicBezTo>
                    <a:pt x="239" y="2236"/>
                    <a:pt x="239" y="2192"/>
                    <a:pt x="239" y="2147"/>
                  </a:cubicBezTo>
                  <a:cubicBezTo>
                    <a:pt x="239" y="2103"/>
                    <a:pt x="244" y="2058"/>
                    <a:pt x="244" y="2014"/>
                  </a:cubicBezTo>
                  <a:lnTo>
                    <a:pt x="244" y="2004"/>
                  </a:lnTo>
                  <a:cubicBezTo>
                    <a:pt x="249" y="1959"/>
                    <a:pt x="254" y="1915"/>
                    <a:pt x="261" y="1864"/>
                  </a:cubicBezTo>
                  <a:cubicBezTo>
                    <a:pt x="271" y="1810"/>
                    <a:pt x="277" y="1765"/>
                    <a:pt x="288" y="1721"/>
                  </a:cubicBezTo>
                  <a:cubicBezTo>
                    <a:pt x="288" y="1716"/>
                    <a:pt x="288" y="1716"/>
                    <a:pt x="293" y="1710"/>
                  </a:cubicBezTo>
                  <a:cubicBezTo>
                    <a:pt x="304" y="1660"/>
                    <a:pt x="315" y="1616"/>
                    <a:pt x="333" y="1571"/>
                  </a:cubicBezTo>
                  <a:cubicBezTo>
                    <a:pt x="350" y="1517"/>
                    <a:pt x="365" y="1471"/>
                    <a:pt x="382" y="1427"/>
                  </a:cubicBezTo>
                  <a:cubicBezTo>
                    <a:pt x="404" y="1372"/>
                    <a:pt x="422" y="1328"/>
                    <a:pt x="444" y="1283"/>
                  </a:cubicBezTo>
                  <a:cubicBezTo>
                    <a:pt x="466" y="1234"/>
                    <a:pt x="488" y="1183"/>
                    <a:pt x="511" y="1139"/>
                  </a:cubicBezTo>
                  <a:cubicBezTo>
                    <a:pt x="538" y="1089"/>
                    <a:pt x="560" y="1050"/>
                    <a:pt x="582" y="1005"/>
                  </a:cubicBezTo>
                  <a:cubicBezTo>
                    <a:pt x="587" y="995"/>
                    <a:pt x="593" y="989"/>
                    <a:pt x="593" y="983"/>
                  </a:cubicBezTo>
                  <a:cubicBezTo>
                    <a:pt x="616" y="951"/>
                    <a:pt x="632" y="916"/>
                    <a:pt x="654" y="889"/>
                  </a:cubicBezTo>
                  <a:cubicBezTo>
                    <a:pt x="665" y="872"/>
                    <a:pt x="671" y="861"/>
                    <a:pt x="682" y="849"/>
                  </a:cubicBezTo>
                  <a:cubicBezTo>
                    <a:pt x="709" y="810"/>
                    <a:pt x="732" y="773"/>
                    <a:pt x="759" y="738"/>
                  </a:cubicBezTo>
                  <a:cubicBezTo>
                    <a:pt x="764" y="733"/>
                    <a:pt x="764" y="733"/>
                    <a:pt x="764" y="728"/>
                  </a:cubicBezTo>
                  <a:cubicBezTo>
                    <a:pt x="792" y="689"/>
                    <a:pt x="826" y="650"/>
                    <a:pt x="854" y="611"/>
                  </a:cubicBezTo>
                  <a:cubicBezTo>
                    <a:pt x="893" y="566"/>
                    <a:pt x="926" y="528"/>
                    <a:pt x="959" y="495"/>
                  </a:cubicBezTo>
                  <a:lnTo>
                    <a:pt x="1065" y="388"/>
                  </a:lnTo>
                  <a:cubicBezTo>
                    <a:pt x="1105" y="349"/>
                    <a:pt x="1137" y="322"/>
                    <a:pt x="1177" y="294"/>
                  </a:cubicBezTo>
                  <a:lnTo>
                    <a:pt x="1188" y="283"/>
                  </a:lnTo>
                  <a:cubicBezTo>
                    <a:pt x="1226" y="251"/>
                    <a:pt x="1259" y="223"/>
                    <a:pt x="1299" y="200"/>
                  </a:cubicBezTo>
                  <a:cubicBezTo>
                    <a:pt x="1343" y="172"/>
                    <a:pt x="1383" y="145"/>
                    <a:pt x="1420" y="123"/>
                  </a:cubicBezTo>
                  <a:lnTo>
                    <a:pt x="12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42"/>
            <p:cNvSpPr/>
            <p:nvPr/>
          </p:nvSpPr>
          <p:spPr>
            <a:xfrm>
              <a:off x="4426479" y="4907910"/>
              <a:ext cx="233280" cy="298261"/>
            </a:xfrm>
            <a:custGeom>
              <a:rect b="b" l="l" r="r" t="t"/>
              <a:pathLst>
                <a:path extrusionOk="0" h="3011" w="2355">
                  <a:moveTo>
                    <a:pt x="1698" y="0"/>
                  </a:moveTo>
                  <a:cubicBezTo>
                    <a:pt x="1540" y="0"/>
                    <a:pt x="1362" y="51"/>
                    <a:pt x="1173" y="160"/>
                  </a:cubicBezTo>
                  <a:cubicBezTo>
                    <a:pt x="528" y="531"/>
                    <a:pt x="0" y="1436"/>
                    <a:pt x="8" y="2179"/>
                  </a:cubicBezTo>
                  <a:cubicBezTo>
                    <a:pt x="11" y="2707"/>
                    <a:pt x="274" y="3011"/>
                    <a:pt x="658" y="3011"/>
                  </a:cubicBezTo>
                  <a:cubicBezTo>
                    <a:pt x="816" y="3011"/>
                    <a:pt x="994" y="2959"/>
                    <a:pt x="1183" y="2851"/>
                  </a:cubicBezTo>
                  <a:cubicBezTo>
                    <a:pt x="1833" y="2480"/>
                    <a:pt x="2354" y="1575"/>
                    <a:pt x="2349" y="832"/>
                  </a:cubicBezTo>
                  <a:cubicBezTo>
                    <a:pt x="2345" y="305"/>
                    <a:pt x="2082" y="0"/>
                    <a:pt x="16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42"/>
            <p:cNvSpPr/>
            <p:nvPr/>
          </p:nvSpPr>
          <p:spPr>
            <a:xfrm>
              <a:off x="5113239" y="4540211"/>
              <a:ext cx="106486" cy="30113"/>
            </a:xfrm>
            <a:custGeom>
              <a:rect b="b" l="l" r="r" t="t"/>
              <a:pathLst>
                <a:path extrusionOk="0" h="304" w="1075">
                  <a:moveTo>
                    <a:pt x="1044" y="192"/>
                  </a:moveTo>
                  <a:lnTo>
                    <a:pt x="1074" y="209"/>
                  </a:lnTo>
                  <a:cubicBezTo>
                    <a:pt x="1063" y="203"/>
                    <a:pt x="1054" y="197"/>
                    <a:pt x="1044" y="192"/>
                  </a:cubicBezTo>
                  <a:close/>
                  <a:moveTo>
                    <a:pt x="531" y="1"/>
                  </a:moveTo>
                  <a:cubicBezTo>
                    <a:pt x="515" y="1"/>
                    <a:pt x="498" y="1"/>
                    <a:pt x="481" y="6"/>
                  </a:cubicBezTo>
                  <a:cubicBezTo>
                    <a:pt x="458" y="11"/>
                    <a:pt x="442" y="11"/>
                    <a:pt x="426" y="11"/>
                  </a:cubicBezTo>
                  <a:cubicBezTo>
                    <a:pt x="409" y="16"/>
                    <a:pt x="393" y="16"/>
                    <a:pt x="377" y="22"/>
                  </a:cubicBezTo>
                  <a:lnTo>
                    <a:pt x="366" y="27"/>
                  </a:lnTo>
                  <a:cubicBezTo>
                    <a:pt x="356" y="32"/>
                    <a:pt x="343" y="32"/>
                    <a:pt x="326" y="37"/>
                  </a:cubicBezTo>
                  <a:cubicBezTo>
                    <a:pt x="310" y="43"/>
                    <a:pt x="294" y="48"/>
                    <a:pt x="277" y="54"/>
                  </a:cubicBezTo>
                  <a:cubicBezTo>
                    <a:pt x="272" y="59"/>
                    <a:pt x="259" y="59"/>
                    <a:pt x="254" y="65"/>
                  </a:cubicBezTo>
                  <a:cubicBezTo>
                    <a:pt x="249" y="65"/>
                    <a:pt x="249" y="70"/>
                    <a:pt x="244" y="70"/>
                  </a:cubicBezTo>
                  <a:cubicBezTo>
                    <a:pt x="238" y="75"/>
                    <a:pt x="233" y="75"/>
                    <a:pt x="227" y="75"/>
                  </a:cubicBezTo>
                  <a:cubicBezTo>
                    <a:pt x="210" y="80"/>
                    <a:pt x="194" y="86"/>
                    <a:pt x="178" y="93"/>
                  </a:cubicBezTo>
                  <a:cubicBezTo>
                    <a:pt x="160" y="98"/>
                    <a:pt x="144" y="110"/>
                    <a:pt x="127" y="115"/>
                  </a:cubicBezTo>
                  <a:cubicBezTo>
                    <a:pt x="105" y="125"/>
                    <a:pt x="95" y="132"/>
                    <a:pt x="78" y="137"/>
                  </a:cubicBezTo>
                  <a:cubicBezTo>
                    <a:pt x="60" y="147"/>
                    <a:pt x="44" y="154"/>
                    <a:pt x="28" y="164"/>
                  </a:cubicBezTo>
                  <a:cubicBezTo>
                    <a:pt x="17" y="169"/>
                    <a:pt x="6" y="175"/>
                    <a:pt x="0" y="182"/>
                  </a:cubicBezTo>
                  <a:lnTo>
                    <a:pt x="211" y="303"/>
                  </a:lnTo>
                  <a:cubicBezTo>
                    <a:pt x="251" y="281"/>
                    <a:pt x="289" y="258"/>
                    <a:pt x="327" y="242"/>
                  </a:cubicBezTo>
                  <a:cubicBezTo>
                    <a:pt x="399" y="209"/>
                    <a:pt x="437" y="193"/>
                    <a:pt x="471" y="182"/>
                  </a:cubicBezTo>
                  <a:cubicBezTo>
                    <a:pt x="476" y="182"/>
                    <a:pt x="476" y="177"/>
                    <a:pt x="481" y="177"/>
                  </a:cubicBezTo>
                  <a:cubicBezTo>
                    <a:pt x="514" y="166"/>
                    <a:pt x="553" y="154"/>
                    <a:pt x="587" y="148"/>
                  </a:cubicBezTo>
                  <a:cubicBezTo>
                    <a:pt x="631" y="139"/>
                    <a:pt x="665" y="132"/>
                    <a:pt x="698" y="132"/>
                  </a:cubicBezTo>
                  <a:cubicBezTo>
                    <a:pt x="738" y="126"/>
                    <a:pt x="770" y="126"/>
                    <a:pt x="798" y="126"/>
                  </a:cubicBezTo>
                  <a:cubicBezTo>
                    <a:pt x="830" y="132"/>
                    <a:pt x="860" y="132"/>
                    <a:pt x="887" y="137"/>
                  </a:cubicBezTo>
                  <a:cubicBezTo>
                    <a:pt x="897" y="137"/>
                    <a:pt x="904" y="142"/>
                    <a:pt x="909" y="142"/>
                  </a:cubicBezTo>
                  <a:cubicBezTo>
                    <a:pt x="931" y="147"/>
                    <a:pt x="949" y="153"/>
                    <a:pt x="964" y="159"/>
                  </a:cubicBezTo>
                  <a:cubicBezTo>
                    <a:pt x="975" y="164"/>
                    <a:pt x="986" y="164"/>
                    <a:pt x="997" y="169"/>
                  </a:cubicBezTo>
                  <a:cubicBezTo>
                    <a:pt x="1014" y="176"/>
                    <a:pt x="1028" y="183"/>
                    <a:pt x="1044" y="192"/>
                  </a:cubicBezTo>
                  <a:lnTo>
                    <a:pt x="1044" y="192"/>
                  </a:lnTo>
                  <a:lnTo>
                    <a:pt x="864" y="88"/>
                  </a:lnTo>
                  <a:cubicBezTo>
                    <a:pt x="841" y="77"/>
                    <a:pt x="819" y="65"/>
                    <a:pt x="797" y="54"/>
                  </a:cubicBezTo>
                  <a:cubicBezTo>
                    <a:pt x="791" y="49"/>
                    <a:pt x="791" y="49"/>
                    <a:pt x="786" y="49"/>
                  </a:cubicBezTo>
                  <a:cubicBezTo>
                    <a:pt x="776" y="44"/>
                    <a:pt x="764" y="39"/>
                    <a:pt x="754" y="39"/>
                  </a:cubicBezTo>
                  <a:cubicBezTo>
                    <a:pt x="743" y="34"/>
                    <a:pt x="725" y="29"/>
                    <a:pt x="714" y="22"/>
                  </a:cubicBezTo>
                  <a:cubicBezTo>
                    <a:pt x="709" y="16"/>
                    <a:pt x="703" y="16"/>
                    <a:pt x="697" y="16"/>
                  </a:cubicBezTo>
                  <a:cubicBezTo>
                    <a:pt x="687" y="11"/>
                    <a:pt x="680" y="11"/>
                    <a:pt x="675" y="11"/>
                  </a:cubicBezTo>
                  <a:cubicBezTo>
                    <a:pt x="665" y="11"/>
                    <a:pt x="657" y="6"/>
                    <a:pt x="647" y="6"/>
                  </a:cubicBezTo>
                  <a:cubicBezTo>
                    <a:pt x="625" y="1"/>
                    <a:pt x="608" y="1"/>
                    <a:pt x="5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42"/>
            <p:cNvSpPr/>
            <p:nvPr/>
          </p:nvSpPr>
          <p:spPr>
            <a:xfrm>
              <a:off x="4999126" y="4554971"/>
              <a:ext cx="138878" cy="296082"/>
            </a:xfrm>
            <a:custGeom>
              <a:rect b="b" l="l" r="r" t="t"/>
              <a:pathLst>
                <a:path extrusionOk="0" h="2989" w="1402">
                  <a:moveTo>
                    <a:pt x="1191" y="0"/>
                  </a:moveTo>
                  <a:cubicBezTo>
                    <a:pt x="1181" y="6"/>
                    <a:pt x="1174" y="11"/>
                    <a:pt x="1169" y="17"/>
                  </a:cubicBezTo>
                  <a:cubicBezTo>
                    <a:pt x="1152" y="28"/>
                    <a:pt x="1137" y="39"/>
                    <a:pt x="1120" y="50"/>
                  </a:cubicBezTo>
                  <a:cubicBezTo>
                    <a:pt x="1102" y="60"/>
                    <a:pt x="1086" y="72"/>
                    <a:pt x="1075" y="82"/>
                  </a:cubicBezTo>
                  <a:cubicBezTo>
                    <a:pt x="1053" y="100"/>
                    <a:pt x="1035" y="110"/>
                    <a:pt x="1019" y="122"/>
                  </a:cubicBezTo>
                  <a:cubicBezTo>
                    <a:pt x="1003" y="139"/>
                    <a:pt x="987" y="149"/>
                    <a:pt x="970" y="161"/>
                  </a:cubicBezTo>
                  <a:cubicBezTo>
                    <a:pt x="965" y="166"/>
                    <a:pt x="960" y="166"/>
                    <a:pt x="960" y="171"/>
                  </a:cubicBezTo>
                  <a:lnTo>
                    <a:pt x="949" y="182"/>
                  </a:lnTo>
                  <a:cubicBezTo>
                    <a:pt x="939" y="192"/>
                    <a:pt x="927" y="200"/>
                    <a:pt x="922" y="205"/>
                  </a:cubicBezTo>
                  <a:cubicBezTo>
                    <a:pt x="905" y="215"/>
                    <a:pt x="895" y="232"/>
                    <a:pt x="877" y="244"/>
                  </a:cubicBezTo>
                  <a:lnTo>
                    <a:pt x="844" y="276"/>
                  </a:lnTo>
                  <a:lnTo>
                    <a:pt x="799" y="321"/>
                  </a:lnTo>
                  <a:lnTo>
                    <a:pt x="767" y="354"/>
                  </a:lnTo>
                  <a:cubicBezTo>
                    <a:pt x="756" y="364"/>
                    <a:pt x="745" y="376"/>
                    <a:pt x="740" y="386"/>
                  </a:cubicBezTo>
                  <a:cubicBezTo>
                    <a:pt x="723" y="404"/>
                    <a:pt x="718" y="414"/>
                    <a:pt x="707" y="426"/>
                  </a:cubicBezTo>
                  <a:cubicBezTo>
                    <a:pt x="697" y="436"/>
                    <a:pt x="685" y="448"/>
                    <a:pt x="680" y="458"/>
                  </a:cubicBezTo>
                  <a:cubicBezTo>
                    <a:pt x="670" y="469"/>
                    <a:pt x="657" y="480"/>
                    <a:pt x="652" y="491"/>
                  </a:cubicBezTo>
                  <a:cubicBezTo>
                    <a:pt x="647" y="496"/>
                    <a:pt x="641" y="501"/>
                    <a:pt x="641" y="509"/>
                  </a:cubicBezTo>
                  <a:cubicBezTo>
                    <a:pt x="631" y="519"/>
                    <a:pt x="625" y="525"/>
                    <a:pt x="625" y="531"/>
                  </a:cubicBezTo>
                  <a:cubicBezTo>
                    <a:pt x="614" y="541"/>
                    <a:pt x="603" y="553"/>
                    <a:pt x="597" y="563"/>
                  </a:cubicBezTo>
                  <a:cubicBezTo>
                    <a:pt x="587" y="580"/>
                    <a:pt x="575" y="590"/>
                    <a:pt x="565" y="603"/>
                  </a:cubicBezTo>
                  <a:cubicBezTo>
                    <a:pt x="560" y="613"/>
                    <a:pt x="547" y="620"/>
                    <a:pt x="542" y="630"/>
                  </a:cubicBezTo>
                  <a:cubicBezTo>
                    <a:pt x="537" y="635"/>
                    <a:pt x="537" y="635"/>
                    <a:pt x="537" y="641"/>
                  </a:cubicBezTo>
                  <a:cubicBezTo>
                    <a:pt x="531" y="646"/>
                    <a:pt x="531" y="651"/>
                    <a:pt x="526" y="657"/>
                  </a:cubicBezTo>
                  <a:cubicBezTo>
                    <a:pt x="504" y="685"/>
                    <a:pt x="487" y="707"/>
                    <a:pt x="472" y="735"/>
                  </a:cubicBezTo>
                  <a:cubicBezTo>
                    <a:pt x="466" y="740"/>
                    <a:pt x="461" y="752"/>
                    <a:pt x="455" y="757"/>
                  </a:cubicBezTo>
                  <a:cubicBezTo>
                    <a:pt x="444" y="774"/>
                    <a:pt x="437" y="784"/>
                    <a:pt x="427" y="797"/>
                  </a:cubicBezTo>
                  <a:cubicBezTo>
                    <a:pt x="416" y="813"/>
                    <a:pt x="405" y="829"/>
                    <a:pt x="399" y="841"/>
                  </a:cubicBezTo>
                  <a:cubicBezTo>
                    <a:pt x="389" y="857"/>
                    <a:pt x="377" y="873"/>
                    <a:pt x="372" y="890"/>
                  </a:cubicBezTo>
                  <a:cubicBezTo>
                    <a:pt x="367" y="895"/>
                    <a:pt x="362" y="908"/>
                    <a:pt x="362" y="913"/>
                  </a:cubicBezTo>
                  <a:cubicBezTo>
                    <a:pt x="356" y="918"/>
                    <a:pt x="356" y="923"/>
                    <a:pt x="351" y="930"/>
                  </a:cubicBezTo>
                  <a:cubicBezTo>
                    <a:pt x="341" y="946"/>
                    <a:pt x="334" y="962"/>
                    <a:pt x="324" y="974"/>
                  </a:cubicBezTo>
                  <a:cubicBezTo>
                    <a:pt x="313" y="992"/>
                    <a:pt x="306" y="1007"/>
                    <a:pt x="296" y="1019"/>
                  </a:cubicBezTo>
                  <a:cubicBezTo>
                    <a:pt x="290" y="1029"/>
                    <a:pt x="285" y="1036"/>
                    <a:pt x="285" y="1046"/>
                  </a:cubicBezTo>
                  <a:cubicBezTo>
                    <a:pt x="280" y="1051"/>
                    <a:pt x="280" y="1056"/>
                    <a:pt x="280" y="1056"/>
                  </a:cubicBezTo>
                  <a:cubicBezTo>
                    <a:pt x="275" y="1067"/>
                    <a:pt x="269" y="1084"/>
                    <a:pt x="263" y="1096"/>
                  </a:cubicBezTo>
                  <a:cubicBezTo>
                    <a:pt x="258" y="1107"/>
                    <a:pt x="253" y="1123"/>
                    <a:pt x="246" y="1135"/>
                  </a:cubicBezTo>
                  <a:cubicBezTo>
                    <a:pt x="241" y="1145"/>
                    <a:pt x="236" y="1162"/>
                    <a:pt x="230" y="1175"/>
                  </a:cubicBezTo>
                  <a:cubicBezTo>
                    <a:pt x="224" y="1185"/>
                    <a:pt x="224" y="1192"/>
                    <a:pt x="219" y="1197"/>
                  </a:cubicBezTo>
                  <a:cubicBezTo>
                    <a:pt x="214" y="1202"/>
                    <a:pt x="214" y="1207"/>
                    <a:pt x="214" y="1207"/>
                  </a:cubicBezTo>
                  <a:cubicBezTo>
                    <a:pt x="209" y="1218"/>
                    <a:pt x="203" y="1235"/>
                    <a:pt x="196" y="1246"/>
                  </a:cubicBezTo>
                  <a:cubicBezTo>
                    <a:pt x="191" y="1264"/>
                    <a:pt x="186" y="1274"/>
                    <a:pt x="179" y="1286"/>
                  </a:cubicBezTo>
                  <a:cubicBezTo>
                    <a:pt x="174" y="1303"/>
                    <a:pt x="169" y="1313"/>
                    <a:pt x="163" y="1325"/>
                  </a:cubicBezTo>
                  <a:cubicBezTo>
                    <a:pt x="157" y="1330"/>
                    <a:pt x="157" y="1335"/>
                    <a:pt x="157" y="1342"/>
                  </a:cubicBezTo>
                  <a:cubicBezTo>
                    <a:pt x="152" y="1353"/>
                    <a:pt x="152" y="1359"/>
                    <a:pt x="147" y="1364"/>
                  </a:cubicBezTo>
                  <a:cubicBezTo>
                    <a:pt x="142" y="1381"/>
                    <a:pt x="136" y="1397"/>
                    <a:pt x="130" y="1414"/>
                  </a:cubicBezTo>
                  <a:cubicBezTo>
                    <a:pt x="125" y="1431"/>
                    <a:pt x="120" y="1447"/>
                    <a:pt x="112" y="1464"/>
                  </a:cubicBezTo>
                  <a:cubicBezTo>
                    <a:pt x="107" y="1474"/>
                    <a:pt x="107" y="1481"/>
                    <a:pt x="102" y="1491"/>
                  </a:cubicBezTo>
                  <a:cubicBezTo>
                    <a:pt x="97" y="1508"/>
                    <a:pt x="97" y="1513"/>
                    <a:pt x="91" y="1518"/>
                  </a:cubicBezTo>
                  <a:cubicBezTo>
                    <a:pt x="86" y="1541"/>
                    <a:pt x="81" y="1558"/>
                    <a:pt x="75" y="1574"/>
                  </a:cubicBezTo>
                  <a:cubicBezTo>
                    <a:pt x="69" y="1596"/>
                    <a:pt x="64" y="1613"/>
                    <a:pt x="58" y="1628"/>
                  </a:cubicBezTo>
                  <a:cubicBezTo>
                    <a:pt x="58" y="1634"/>
                    <a:pt x="53" y="1639"/>
                    <a:pt x="53" y="1646"/>
                  </a:cubicBezTo>
                  <a:cubicBezTo>
                    <a:pt x="47" y="1668"/>
                    <a:pt x="42" y="1679"/>
                    <a:pt x="42" y="1690"/>
                  </a:cubicBezTo>
                  <a:cubicBezTo>
                    <a:pt x="37" y="1712"/>
                    <a:pt x="32" y="1730"/>
                    <a:pt x="32" y="1746"/>
                  </a:cubicBezTo>
                  <a:cubicBezTo>
                    <a:pt x="26" y="1763"/>
                    <a:pt x="26" y="1773"/>
                    <a:pt x="26" y="1790"/>
                  </a:cubicBezTo>
                  <a:cubicBezTo>
                    <a:pt x="21" y="1830"/>
                    <a:pt x="16" y="1845"/>
                    <a:pt x="16" y="1862"/>
                  </a:cubicBezTo>
                  <a:cubicBezTo>
                    <a:pt x="11" y="1884"/>
                    <a:pt x="11" y="1901"/>
                    <a:pt x="11" y="1917"/>
                  </a:cubicBezTo>
                  <a:lnTo>
                    <a:pt x="11" y="1934"/>
                  </a:lnTo>
                  <a:lnTo>
                    <a:pt x="11" y="1945"/>
                  </a:lnTo>
                  <a:cubicBezTo>
                    <a:pt x="11" y="1955"/>
                    <a:pt x="5" y="1967"/>
                    <a:pt x="5" y="1977"/>
                  </a:cubicBezTo>
                  <a:cubicBezTo>
                    <a:pt x="5" y="1999"/>
                    <a:pt x="0" y="2016"/>
                    <a:pt x="0" y="2039"/>
                  </a:cubicBezTo>
                  <a:lnTo>
                    <a:pt x="0" y="2083"/>
                  </a:lnTo>
                  <a:lnTo>
                    <a:pt x="0" y="2100"/>
                  </a:lnTo>
                  <a:cubicBezTo>
                    <a:pt x="0" y="2123"/>
                    <a:pt x="0" y="2140"/>
                    <a:pt x="5" y="2155"/>
                  </a:cubicBezTo>
                  <a:cubicBezTo>
                    <a:pt x="5" y="2177"/>
                    <a:pt x="11" y="2194"/>
                    <a:pt x="11" y="2210"/>
                  </a:cubicBezTo>
                  <a:cubicBezTo>
                    <a:pt x="16" y="2238"/>
                    <a:pt x="16" y="2255"/>
                    <a:pt x="16" y="2272"/>
                  </a:cubicBezTo>
                  <a:cubicBezTo>
                    <a:pt x="21" y="2295"/>
                    <a:pt x="21" y="2317"/>
                    <a:pt x="26" y="2333"/>
                  </a:cubicBezTo>
                  <a:cubicBezTo>
                    <a:pt x="32" y="2344"/>
                    <a:pt x="32" y="2350"/>
                    <a:pt x="32" y="2350"/>
                  </a:cubicBezTo>
                  <a:cubicBezTo>
                    <a:pt x="37" y="2367"/>
                    <a:pt x="37" y="2379"/>
                    <a:pt x="42" y="2395"/>
                  </a:cubicBezTo>
                  <a:cubicBezTo>
                    <a:pt x="47" y="2417"/>
                    <a:pt x="53" y="2434"/>
                    <a:pt x="59" y="2457"/>
                  </a:cubicBezTo>
                  <a:cubicBezTo>
                    <a:pt x="69" y="2490"/>
                    <a:pt x="81" y="2512"/>
                    <a:pt x="86" y="2534"/>
                  </a:cubicBezTo>
                  <a:cubicBezTo>
                    <a:pt x="91" y="2539"/>
                    <a:pt x="91" y="2544"/>
                    <a:pt x="91" y="2550"/>
                  </a:cubicBezTo>
                  <a:cubicBezTo>
                    <a:pt x="97" y="2561"/>
                    <a:pt x="102" y="2573"/>
                    <a:pt x="109" y="2590"/>
                  </a:cubicBezTo>
                  <a:cubicBezTo>
                    <a:pt x="114" y="2601"/>
                    <a:pt x="120" y="2612"/>
                    <a:pt x="126" y="2623"/>
                  </a:cubicBezTo>
                  <a:cubicBezTo>
                    <a:pt x="131" y="2628"/>
                    <a:pt x="136" y="2633"/>
                    <a:pt x="136" y="2645"/>
                  </a:cubicBezTo>
                  <a:cubicBezTo>
                    <a:pt x="142" y="2655"/>
                    <a:pt x="153" y="2668"/>
                    <a:pt x="158" y="2678"/>
                  </a:cubicBezTo>
                  <a:cubicBezTo>
                    <a:pt x="169" y="2695"/>
                    <a:pt x="180" y="2711"/>
                    <a:pt x="191" y="2722"/>
                  </a:cubicBezTo>
                  <a:cubicBezTo>
                    <a:pt x="201" y="2733"/>
                    <a:pt x="209" y="2739"/>
                    <a:pt x="214" y="2749"/>
                  </a:cubicBezTo>
                  <a:lnTo>
                    <a:pt x="258" y="2794"/>
                  </a:lnTo>
                  <a:lnTo>
                    <a:pt x="280" y="2816"/>
                  </a:lnTo>
                  <a:cubicBezTo>
                    <a:pt x="303" y="2833"/>
                    <a:pt x="325" y="2850"/>
                    <a:pt x="352" y="2867"/>
                  </a:cubicBezTo>
                  <a:lnTo>
                    <a:pt x="563" y="2988"/>
                  </a:lnTo>
                  <a:cubicBezTo>
                    <a:pt x="535" y="2971"/>
                    <a:pt x="513" y="2956"/>
                    <a:pt x="491" y="2938"/>
                  </a:cubicBezTo>
                  <a:cubicBezTo>
                    <a:pt x="484" y="2863"/>
                    <a:pt x="479" y="2852"/>
                    <a:pt x="474" y="2846"/>
                  </a:cubicBezTo>
                  <a:lnTo>
                    <a:pt x="430" y="2801"/>
                  </a:lnTo>
                  <a:cubicBezTo>
                    <a:pt x="419" y="2790"/>
                    <a:pt x="413" y="2784"/>
                    <a:pt x="407" y="2773"/>
                  </a:cubicBezTo>
                  <a:cubicBezTo>
                    <a:pt x="397" y="2757"/>
                    <a:pt x="385" y="2746"/>
                    <a:pt x="374" y="2729"/>
                  </a:cubicBezTo>
                  <a:cubicBezTo>
                    <a:pt x="369" y="2719"/>
                    <a:pt x="357" y="2706"/>
                    <a:pt x="352" y="2701"/>
                  </a:cubicBezTo>
                  <a:cubicBezTo>
                    <a:pt x="342" y="2684"/>
                    <a:pt x="330" y="2669"/>
                    <a:pt x="325" y="2652"/>
                  </a:cubicBezTo>
                  <a:cubicBezTo>
                    <a:pt x="320" y="2641"/>
                    <a:pt x="314" y="2630"/>
                    <a:pt x="308" y="2612"/>
                  </a:cubicBezTo>
                  <a:cubicBezTo>
                    <a:pt x="298" y="2585"/>
                    <a:pt x="280" y="2558"/>
                    <a:pt x="275" y="2523"/>
                  </a:cubicBezTo>
                  <a:cubicBezTo>
                    <a:pt x="264" y="2484"/>
                    <a:pt x="253" y="2452"/>
                    <a:pt x="247" y="2417"/>
                  </a:cubicBezTo>
                  <a:cubicBezTo>
                    <a:pt x="247" y="2412"/>
                    <a:pt x="242" y="2412"/>
                    <a:pt x="242" y="2407"/>
                  </a:cubicBezTo>
                  <a:cubicBezTo>
                    <a:pt x="232" y="2368"/>
                    <a:pt x="225" y="2329"/>
                    <a:pt x="225" y="2291"/>
                  </a:cubicBezTo>
                  <a:cubicBezTo>
                    <a:pt x="220" y="2240"/>
                    <a:pt x="220" y="2201"/>
                    <a:pt x="215" y="2151"/>
                  </a:cubicBezTo>
                  <a:cubicBezTo>
                    <a:pt x="215" y="2107"/>
                    <a:pt x="220" y="2062"/>
                    <a:pt x="220" y="2018"/>
                  </a:cubicBezTo>
                  <a:lnTo>
                    <a:pt x="220" y="2008"/>
                  </a:lnTo>
                  <a:cubicBezTo>
                    <a:pt x="225" y="1963"/>
                    <a:pt x="231" y="1919"/>
                    <a:pt x="237" y="1868"/>
                  </a:cubicBezTo>
                  <a:cubicBezTo>
                    <a:pt x="247" y="1814"/>
                    <a:pt x="254" y="1769"/>
                    <a:pt x="264" y="1725"/>
                  </a:cubicBezTo>
                  <a:cubicBezTo>
                    <a:pt x="264" y="1720"/>
                    <a:pt x="264" y="1720"/>
                    <a:pt x="269" y="1714"/>
                  </a:cubicBezTo>
                  <a:cubicBezTo>
                    <a:pt x="280" y="1664"/>
                    <a:pt x="292" y="1620"/>
                    <a:pt x="309" y="1575"/>
                  </a:cubicBezTo>
                  <a:cubicBezTo>
                    <a:pt x="309" y="1570"/>
                    <a:pt x="314" y="1570"/>
                    <a:pt x="314" y="1565"/>
                  </a:cubicBezTo>
                  <a:cubicBezTo>
                    <a:pt x="331" y="1515"/>
                    <a:pt x="342" y="1470"/>
                    <a:pt x="364" y="1426"/>
                  </a:cubicBezTo>
                  <a:cubicBezTo>
                    <a:pt x="387" y="1371"/>
                    <a:pt x="403" y="1327"/>
                    <a:pt x="425" y="1282"/>
                  </a:cubicBezTo>
                  <a:cubicBezTo>
                    <a:pt x="447" y="1232"/>
                    <a:pt x="471" y="1182"/>
                    <a:pt x="493" y="1138"/>
                  </a:cubicBezTo>
                  <a:cubicBezTo>
                    <a:pt x="520" y="1088"/>
                    <a:pt x="542" y="1049"/>
                    <a:pt x="565" y="1004"/>
                  </a:cubicBezTo>
                  <a:cubicBezTo>
                    <a:pt x="570" y="994"/>
                    <a:pt x="575" y="987"/>
                    <a:pt x="575" y="982"/>
                  </a:cubicBezTo>
                  <a:cubicBezTo>
                    <a:pt x="597" y="950"/>
                    <a:pt x="614" y="915"/>
                    <a:pt x="636" y="888"/>
                  </a:cubicBezTo>
                  <a:cubicBezTo>
                    <a:pt x="647" y="871"/>
                    <a:pt x="654" y="861"/>
                    <a:pt x="664" y="849"/>
                  </a:cubicBezTo>
                  <a:cubicBezTo>
                    <a:pt x="692" y="809"/>
                    <a:pt x="714" y="772"/>
                    <a:pt x="741" y="737"/>
                  </a:cubicBezTo>
                  <a:cubicBezTo>
                    <a:pt x="746" y="732"/>
                    <a:pt x="746" y="732"/>
                    <a:pt x="746" y="726"/>
                  </a:cubicBezTo>
                  <a:cubicBezTo>
                    <a:pt x="774" y="688"/>
                    <a:pt x="808" y="650"/>
                    <a:pt x="835" y="610"/>
                  </a:cubicBezTo>
                  <a:cubicBezTo>
                    <a:pt x="875" y="566"/>
                    <a:pt x="907" y="526"/>
                    <a:pt x="942" y="494"/>
                  </a:cubicBezTo>
                  <a:lnTo>
                    <a:pt x="1048" y="388"/>
                  </a:lnTo>
                  <a:cubicBezTo>
                    <a:pt x="1086" y="348"/>
                    <a:pt x="1120" y="321"/>
                    <a:pt x="1159" y="294"/>
                  </a:cubicBezTo>
                  <a:lnTo>
                    <a:pt x="1169" y="283"/>
                  </a:lnTo>
                  <a:cubicBezTo>
                    <a:pt x="1209" y="255"/>
                    <a:pt x="1242" y="228"/>
                    <a:pt x="1280" y="200"/>
                  </a:cubicBezTo>
                  <a:cubicBezTo>
                    <a:pt x="1325" y="171"/>
                    <a:pt x="1364" y="144"/>
                    <a:pt x="1402" y="122"/>
                  </a:cubicBezTo>
                  <a:lnTo>
                    <a:pt x="11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42"/>
            <p:cNvSpPr/>
            <p:nvPr/>
          </p:nvSpPr>
          <p:spPr>
            <a:xfrm>
              <a:off x="5020819" y="4552890"/>
              <a:ext cx="232983" cy="298261"/>
            </a:xfrm>
            <a:custGeom>
              <a:rect b="b" l="l" r="r" t="t"/>
              <a:pathLst>
                <a:path extrusionOk="0" h="3011" w="2352">
                  <a:moveTo>
                    <a:pt x="1696" y="0"/>
                  </a:moveTo>
                  <a:cubicBezTo>
                    <a:pt x="1538" y="0"/>
                    <a:pt x="1359" y="51"/>
                    <a:pt x="1170" y="160"/>
                  </a:cubicBezTo>
                  <a:cubicBezTo>
                    <a:pt x="521" y="537"/>
                    <a:pt x="0" y="1441"/>
                    <a:pt x="5" y="2180"/>
                  </a:cubicBezTo>
                  <a:cubicBezTo>
                    <a:pt x="9" y="2707"/>
                    <a:pt x="272" y="3011"/>
                    <a:pt x="656" y="3011"/>
                  </a:cubicBezTo>
                  <a:cubicBezTo>
                    <a:pt x="813" y="3011"/>
                    <a:pt x="992" y="2959"/>
                    <a:pt x="1181" y="2851"/>
                  </a:cubicBezTo>
                  <a:cubicBezTo>
                    <a:pt x="1830" y="2479"/>
                    <a:pt x="2352" y="1575"/>
                    <a:pt x="2347" y="831"/>
                  </a:cubicBezTo>
                  <a:cubicBezTo>
                    <a:pt x="2343" y="304"/>
                    <a:pt x="2080" y="0"/>
                    <a:pt x="16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42"/>
            <p:cNvSpPr/>
            <p:nvPr/>
          </p:nvSpPr>
          <p:spPr>
            <a:xfrm>
              <a:off x="4077007" y="4521390"/>
              <a:ext cx="1688034" cy="1035643"/>
            </a:xfrm>
            <a:custGeom>
              <a:rect b="b" l="l" r="r" t="t"/>
              <a:pathLst>
                <a:path extrusionOk="0" h="10455" w="17041">
                  <a:moveTo>
                    <a:pt x="17040" y="0"/>
                  </a:moveTo>
                  <a:lnTo>
                    <a:pt x="0" y="9905"/>
                  </a:lnTo>
                  <a:lnTo>
                    <a:pt x="0" y="10454"/>
                  </a:lnTo>
                  <a:lnTo>
                    <a:pt x="17040" y="550"/>
                  </a:lnTo>
                  <a:lnTo>
                    <a:pt x="17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42"/>
            <p:cNvSpPr/>
            <p:nvPr/>
          </p:nvSpPr>
          <p:spPr>
            <a:xfrm>
              <a:off x="4029262" y="5474515"/>
              <a:ext cx="47845" cy="82515"/>
            </a:xfrm>
            <a:custGeom>
              <a:rect b="b" l="l" r="r" t="t"/>
              <a:pathLst>
                <a:path extrusionOk="0" h="833" w="483">
                  <a:moveTo>
                    <a:pt x="0" y="0"/>
                  </a:moveTo>
                  <a:lnTo>
                    <a:pt x="0" y="554"/>
                  </a:lnTo>
                  <a:lnTo>
                    <a:pt x="482" y="832"/>
                  </a:lnTo>
                  <a:lnTo>
                    <a:pt x="482" y="283"/>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42"/>
            <p:cNvSpPr/>
            <p:nvPr/>
          </p:nvSpPr>
          <p:spPr>
            <a:xfrm>
              <a:off x="4029262" y="4493357"/>
              <a:ext cx="1735779" cy="1009294"/>
            </a:xfrm>
            <a:custGeom>
              <a:rect b="b" l="l" r="r" t="t"/>
              <a:pathLst>
                <a:path extrusionOk="0" h="10189" w="17523">
                  <a:moveTo>
                    <a:pt x="17041" y="0"/>
                  </a:moveTo>
                  <a:lnTo>
                    <a:pt x="0" y="9905"/>
                  </a:lnTo>
                  <a:lnTo>
                    <a:pt x="482" y="10188"/>
                  </a:lnTo>
                  <a:lnTo>
                    <a:pt x="17522" y="283"/>
                  </a:lnTo>
                  <a:lnTo>
                    <a:pt x="1704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42"/>
            <p:cNvSpPr/>
            <p:nvPr/>
          </p:nvSpPr>
          <p:spPr>
            <a:xfrm>
              <a:off x="4554956" y="4939113"/>
              <a:ext cx="105694" cy="33382"/>
            </a:xfrm>
            <a:custGeom>
              <a:rect b="b" l="l" r="r" t="t"/>
              <a:pathLst>
                <a:path extrusionOk="0" h="337" w="1067">
                  <a:moveTo>
                    <a:pt x="457" y="1"/>
                  </a:moveTo>
                  <a:cubicBezTo>
                    <a:pt x="440" y="1"/>
                    <a:pt x="430" y="1"/>
                    <a:pt x="412" y="6"/>
                  </a:cubicBezTo>
                  <a:cubicBezTo>
                    <a:pt x="390" y="11"/>
                    <a:pt x="380" y="11"/>
                    <a:pt x="363" y="11"/>
                  </a:cubicBezTo>
                  <a:cubicBezTo>
                    <a:pt x="346" y="16"/>
                    <a:pt x="336" y="16"/>
                    <a:pt x="318" y="22"/>
                  </a:cubicBezTo>
                  <a:cubicBezTo>
                    <a:pt x="296" y="27"/>
                    <a:pt x="285" y="27"/>
                    <a:pt x="279" y="32"/>
                  </a:cubicBezTo>
                  <a:cubicBezTo>
                    <a:pt x="262" y="37"/>
                    <a:pt x="252" y="43"/>
                    <a:pt x="234" y="43"/>
                  </a:cubicBezTo>
                  <a:cubicBezTo>
                    <a:pt x="229" y="48"/>
                    <a:pt x="224" y="48"/>
                    <a:pt x="212" y="48"/>
                  </a:cubicBezTo>
                  <a:cubicBezTo>
                    <a:pt x="202" y="53"/>
                    <a:pt x="195" y="53"/>
                    <a:pt x="190" y="58"/>
                  </a:cubicBezTo>
                  <a:cubicBezTo>
                    <a:pt x="173" y="64"/>
                    <a:pt x="163" y="69"/>
                    <a:pt x="150" y="75"/>
                  </a:cubicBezTo>
                  <a:cubicBezTo>
                    <a:pt x="133" y="80"/>
                    <a:pt x="123" y="86"/>
                    <a:pt x="111" y="92"/>
                  </a:cubicBezTo>
                  <a:cubicBezTo>
                    <a:pt x="95" y="102"/>
                    <a:pt x="84" y="110"/>
                    <a:pt x="66" y="115"/>
                  </a:cubicBezTo>
                  <a:cubicBezTo>
                    <a:pt x="50" y="125"/>
                    <a:pt x="39" y="132"/>
                    <a:pt x="22" y="137"/>
                  </a:cubicBezTo>
                  <a:cubicBezTo>
                    <a:pt x="12" y="142"/>
                    <a:pt x="6" y="147"/>
                    <a:pt x="0" y="154"/>
                  </a:cubicBezTo>
                  <a:lnTo>
                    <a:pt x="322" y="337"/>
                  </a:lnTo>
                  <a:cubicBezTo>
                    <a:pt x="355" y="315"/>
                    <a:pt x="394" y="298"/>
                    <a:pt x="422" y="282"/>
                  </a:cubicBezTo>
                  <a:cubicBezTo>
                    <a:pt x="479" y="255"/>
                    <a:pt x="514" y="240"/>
                    <a:pt x="541" y="227"/>
                  </a:cubicBezTo>
                  <a:cubicBezTo>
                    <a:pt x="581" y="210"/>
                    <a:pt x="613" y="205"/>
                    <a:pt x="641" y="200"/>
                  </a:cubicBezTo>
                  <a:cubicBezTo>
                    <a:pt x="680" y="189"/>
                    <a:pt x="708" y="189"/>
                    <a:pt x="735" y="183"/>
                  </a:cubicBezTo>
                  <a:cubicBezTo>
                    <a:pt x="767" y="178"/>
                    <a:pt x="797" y="178"/>
                    <a:pt x="824" y="178"/>
                  </a:cubicBezTo>
                  <a:cubicBezTo>
                    <a:pt x="851" y="183"/>
                    <a:pt x="874" y="183"/>
                    <a:pt x="901" y="188"/>
                  </a:cubicBezTo>
                  <a:cubicBezTo>
                    <a:pt x="907" y="188"/>
                    <a:pt x="918" y="193"/>
                    <a:pt x="923" y="193"/>
                  </a:cubicBezTo>
                  <a:cubicBezTo>
                    <a:pt x="940" y="199"/>
                    <a:pt x="956" y="204"/>
                    <a:pt x="974" y="210"/>
                  </a:cubicBezTo>
                  <a:cubicBezTo>
                    <a:pt x="984" y="215"/>
                    <a:pt x="996" y="215"/>
                    <a:pt x="1001" y="221"/>
                  </a:cubicBezTo>
                  <a:cubicBezTo>
                    <a:pt x="1023" y="231"/>
                    <a:pt x="1045" y="243"/>
                    <a:pt x="1067" y="253"/>
                  </a:cubicBezTo>
                  <a:lnTo>
                    <a:pt x="745" y="70"/>
                  </a:lnTo>
                  <a:cubicBezTo>
                    <a:pt x="723" y="59"/>
                    <a:pt x="707" y="48"/>
                    <a:pt x="691" y="43"/>
                  </a:cubicBezTo>
                  <a:cubicBezTo>
                    <a:pt x="673" y="37"/>
                    <a:pt x="663" y="32"/>
                    <a:pt x="651" y="32"/>
                  </a:cubicBezTo>
                  <a:cubicBezTo>
                    <a:pt x="641" y="27"/>
                    <a:pt x="629" y="22"/>
                    <a:pt x="619" y="22"/>
                  </a:cubicBezTo>
                  <a:cubicBezTo>
                    <a:pt x="613" y="22"/>
                    <a:pt x="608" y="16"/>
                    <a:pt x="602" y="16"/>
                  </a:cubicBezTo>
                  <a:cubicBezTo>
                    <a:pt x="595" y="11"/>
                    <a:pt x="584" y="11"/>
                    <a:pt x="579" y="11"/>
                  </a:cubicBezTo>
                  <a:cubicBezTo>
                    <a:pt x="568" y="6"/>
                    <a:pt x="562" y="6"/>
                    <a:pt x="557" y="6"/>
                  </a:cubicBezTo>
                  <a:cubicBezTo>
                    <a:pt x="540" y="1"/>
                    <a:pt x="524" y="1"/>
                    <a:pt x="5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42"/>
            <p:cNvSpPr/>
            <p:nvPr/>
          </p:nvSpPr>
          <p:spPr>
            <a:xfrm>
              <a:off x="4449856" y="4951594"/>
              <a:ext cx="138878" cy="260619"/>
            </a:xfrm>
            <a:custGeom>
              <a:rect b="b" l="l" r="r" t="t"/>
              <a:pathLst>
                <a:path extrusionOk="0" h="2631" w="1402">
                  <a:moveTo>
                    <a:pt x="1079" y="0"/>
                  </a:moveTo>
                  <a:cubicBezTo>
                    <a:pt x="1074" y="6"/>
                    <a:pt x="1062" y="11"/>
                    <a:pt x="1057" y="11"/>
                  </a:cubicBezTo>
                  <a:cubicBezTo>
                    <a:pt x="1040" y="21"/>
                    <a:pt x="1030" y="28"/>
                    <a:pt x="1013" y="38"/>
                  </a:cubicBezTo>
                  <a:cubicBezTo>
                    <a:pt x="995" y="49"/>
                    <a:pt x="985" y="55"/>
                    <a:pt x="973" y="65"/>
                  </a:cubicBezTo>
                  <a:cubicBezTo>
                    <a:pt x="951" y="83"/>
                    <a:pt x="941" y="88"/>
                    <a:pt x="924" y="99"/>
                  </a:cubicBezTo>
                  <a:cubicBezTo>
                    <a:pt x="906" y="109"/>
                    <a:pt x="896" y="121"/>
                    <a:pt x="879" y="131"/>
                  </a:cubicBezTo>
                  <a:lnTo>
                    <a:pt x="869" y="142"/>
                  </a:lnTo>
                  <a:cubicBezTo>
                    <a:pt x="863" y="147"/>
                    <a:pt x="863" y="147"/>
                    <a:pt x="858" y="147"/>
                  </a:cubicBezTo>
                  <a:cubicBezTo>
                    <a:pt x="848" y="152"/>
                    <a:pt x="841" y="164"/>
                    <a:pt x="836" y="169"/>
                  </a:cubicBezTo>
                  <a:cubicBezTo>
                    <a:pt x="819" y="180"/>
                    <a:pt x="809" y="191"/>
                    <a:pt x="796" y="202"/>
                  </a:cubicBezTo>
                  <a:cubicBezTo>
                    <a:pt x="786" y="212"/>
                    <a:pt x="774" y="219"/>
                    <a:pt x="769" y="230"/>
                  </a:cubicBezTo>
                  <a:lnTo>
                    <a:pt x="730" y="269"/>
                  </a:lnTo>
                  <a:lnTo>
                    <a:pt x="697" y="301"/>
                  </a:lnTo>
                  <a:lnTo>
                    <a:pt x="670" y="329"/>
                  </a:lnTo>
                  <a:cubicBezTo>
                    <a:pt x="659" y="346"/>
                    <a:pt x="648" y="351"/>
                    <a:pt x="642" y="362"/>
                  </a:cubicBezTo>
                  <a:lnTo>
                    <a:pt x="615" y="389"/>
                  </a:lnTo>
                  <a:cubicBezTo>
                    <a:pt x="605" y="400"/>
                    <a:pt x="597" y="412"/>
                    <a:pt x="587" y="417"/>
                  </a:cubicBezTo>
                  <a:cubicBezTo>
                    <a:pt x="582" y="422"/>
                    <a:pt x="582" y="427"/>
                    <a:pt x="576" y="427"/>
                  </a:cubicBezTo>
                  <a:cubicBezTo>
                    <a:pt x="566" y="437"/>
                    <a:pt x="566" y="445"/>
                    <a:pt x="560" y="445"/>
                  </a:cubicBezTo>
                  <a:cubicBezTo>
                    <a:pt x="549" y="455"/>
                    <a:pt x="543" y="467"/>
                    <a:pt x="538" y="477"/>
                  </a:cubicBezTo>
                  <a:cubicBezTo>
                    <a:pt x="527" y="488"/>
                    <a:pt x="521" y="499"/>
                    <a:pt x="510" y="510"/>
                  </a:cubicBezTo>
                  <a:cubicBezTo>
                    <a:pt x="505" y="520"/>
                    <a:pt x="500" y="526"/>
                    <a:pt x="493" y="532"/>
                  </a:cubicBezTo>
                  <a:cubicBezTo>
                    <a:pt x="487" y="537"/>
                    <a:pt x="487" y="537"/>
                    <a:pt x="487" y="542"/>
                  </a:cubicBezTo>
                  <a:cubicBezTo>
                    <a:pt x="482" y="547"/>
                    <a:pt x="482" y="552"/>
                    <a:pt x="477" y="552"/>
                  </a:cubicBezTo>
                  <a:cubicBezTo>
                    <a:pt x="460" y="576"/>
                    <a:pt x="444" y="598"/>
                    <a:pt x="428" y="625"/>
                  </a:cubicBezTo>
                  <a:cubicBezTo>
                    <a:pt x="422" y="630"/>
                    <a:pt x="417" y="635"/>
                    <a:pt x="417" y="642"/>
                  </a:cubicBezTo>
                  <a:cubicBezTo>
                    <a:pt x="407" y="652"/>
                    <a:pt x="400" y="665"/>
                    <a:pt x="395" y="675"/>
                  </a:cubicBezTo>
                  <a:cubicBezTo>
                    <a:pt x="385" y="692"/>
                    <a:pt x="377" y="702"/>
                    <a:pt x="367" y="714"/>
                  </a:cubicBezTo>
                  <a:cubicBezTo>
                    <a:pt x="356" y="731"/>
                    <a:pt x="350" y="741"/>
                    <a:pt x="340" y="759"/>
                  </a:cubicBezTo>
                  <a:cubicBezTo>
                    <a:pt x="334" y="764"/>
                    <a:pt x="334" y="769"/>
                    <a:pt x="329" y="776"/>
                  </a:cubicBezTo>
                  <a:cubicBezTo>
                    <a:pt x="324" y="781"/>
                    <a:pt x="324" y="786"/>
                    <a:pt x="324" y="786"/>
                  </a:cubicBezTo>
                  <a:cubicBezTo>
                    <a:pt x="313" y="803"/>
                    <a:pt x="307" y="813"/>
                    <a:pt x="302" y="825"/>
                  </a:cubicBezTo>
                  <a:cubicBezTo>
                    <a:pt x="297" y="843"/>
                    <a:pt x="285" y="853"/>
                    <a:pt x="280" y="865"/>
                  </a:cubicBezTo>
                  <a:cubicBezTo>
                    <a:pt x="275" y="875"/>
                    <a:pt x="269" y="881"/>
                    <a:pt x="269" y="887"/>
                  </a:cubicBezTo>
                  <a:cubicBezTo>
                    <a:pt x="264" y="892"/>
                    <a:pt x="264" y="897"/>
                    <a:pt x="264" y="897"/>
                  </a:cubicBezTo>
                  <a:cubicBezTo>
                    <a:pt x="259" y="908"/>
                    <a:pt x="254" y="919"/>
                    <a:pt x="246" y="930"/>
                  </a:cubicBezTo>
                  <a:cubicBezTo>
                    <a:pt x="241" y="940"/>
                    <a:pt x="236" y="953"/>
                    <a:pt x="230" y="963"/>
                  </a:cubicBezTo>
                  <a:cubicBezTo>
                    <a:pt x="224" y="974"/>
                    <a:pt x="219" y="985"/>
                    <a:pt x="213" y="996"/>
                  </a:cubicBezTo>
                  <a:cubicBezTo>
                    <a:pt x="208" y="1001"/>
                    <a:pt x="208" y="1012"/>
                    <a:pt x="202" y="1018"/>
                  </a:cubicBezTo>
                  <a:cubicBezTo>
                    <a:pt x="197" y="1023"/>
                    <a:pt x="197" y="1028"/>
                    <a:pt x="197" y="1028"/>
                  </a:cubicBezTo>
                  <a:cubicBezTo>
                    <a:pt x="192" y="1039"/>
                    <a:pt x="187" y="1050"/>
                    <a:pt x="180" y="1061"/>
                  </a:cubicBezTo>
                  <a:cubicBezTo>
                    <a:pt x="175" y="1071"/>
                    <a:pt x="170" y="1084"/>
                    <a:pt x="163" y="1094"/>
                  </a:cubicBezTo>
                  <a:cubicBezTo>
                    <a:pt x="157" y="1105"/>
                    <a:pt x="152" y="1116"/>
                    <a:pt x="146" y="1127"/>
                  </a:cubicBezTo>
                  <a:cubicBezTo>
                    <a:pt x="141" y="1132"/>
                    <a:pt x="141" y="1137"/>
                    <a:pt x="141" y="1143"/>
                  </a:cubicBezTo>
                  <a:cubicBezTo>
                    <a:pt x="135" y="1154"/>
                    <a:pt x="135" y="1160"/>
                    <a:pt x="130" y="1165"/>
                  </a:cubicBezTo>
                  <a:cubicBezTo>
                    <a:pt x="125" y="1183"/>
                    <a:pt x="120" y="1194"/>
                    <a:pt x="113" y="1205"/>
                  </a:cubicBezTo>
                  <a:cubicBezTo>
                    <a:pt x="108" y="1222"/>
                    <a:pt x="103" y="1232"/>
                    <a:pt x="97" y="1249"/>
                  </a:cubicBezTo>
                  <a:cubicBezTo>
                    <a:pt x="91" y="1260"/>
                    <a:pt x="91" y="1267"/>
                    <a:pt x="91" y="1272"/>
                  </a:cubicBezTo>
                  <a:cubicBezTo>
                    <a:pt x="86" y="1283"/>
                    <a:pt x="86" y="1289"/>
                    <a:pt x="86" y="1294"/>
                  </a:cubicBezTo>
                  <a:cubicBezTo>
                    <a:pt x="81" y="1311"/>
                    <a:pt x="76" y="1327"/>
                    <a:pt x="68" y="1343"/>
                  </a:cubicBezTo>
                  <a:cubicBezTo>
                    <a:pt x="63" y="1361"/>
                    <a:pt x="58" y="1377"/>
                    <a:pt x="58" y="1394"/>
                  </a:cubicBezTo>
                  <a:cubicBezTo>
                    <a:pt x="58" y="1399"/>
                    <a:pt x="53" y="1399"/>
                    <a:pt x="53" y="1404"/>
                  </a:cubicBezTo>
                  <a:cubicBezTo>
                    <a:pt x="47" y="1426"/>
                    <a:pt x="47" y="1431"/>
                    <a:pt x="42" y="1443"/>
                  </a:cubicBezTo>
                  <a:cubicBezTo>
                    <a:pt x="37" y="1461"/>
                    <a:pt x="37" y="1476"/>
                    <a:pt x="32" y="1493"/>
                  </a:cubicBezTo>
                  <a:cubicBezTo>
                    <a:pt x="26" y="1504"/>
                    <a:pt x="26" y="1520"/>
                    <a:pt x="26" y="1532"/>
                  </a:cubicBezTo>
                  <a:cubicBezTo>
                    <a:pt x="21" y="1542"/>
                    <a:pt x="21" y="1542"/>
                    <a:pt x="21" y="1550"/>
                  </a:cubicBezTo>
                  <a:cubicBezTo>
                    <a:pt x="16" y="1567"/>
                    <a:pt x="16" y="1582"/>
                    <a:pt x="16" y="1599"/>
                  </a:cubicBezTo>
                  <a:cubicBezTo>
                    <a:pt x="11" y="1616"/>
                    <a:pt x="11" y="1632"/>
                    <a:pt x="11" y="1649"/>
                  </a:cubicBezTo>
                  <a:lnTo>
                    <a:pt x="11" y="1660"/>
                  </a:lnTo>
                  <a:cubicBezTo>
                    <a:pt x="11" y="1682"/>
                    <a:pt x="5" y="1687"/>
                    <a:pt x="5" y="1699"/>
                  </a:cubicBezTo>
                  <a:cubicBezTo>
                    <a:pt x="5" y="1715"/>
                    <a:pt x="0" y="1731"/>
                    <a:pt x="0" y="1749"/>
                  </a:cubicBezTo>
                  <a:lnTo>
                    <a:pt x="0" y="1788"/>
                  </a:lnTo>
                  <a:lnTo>
                    <a:pt x="0" y="1798"/>
                  </a:lnTo>
                  <a:lnTo>
                    <a:pt x="0" y="1848"/>
                  </a:lnTo>
                  <a:cubicBezTo>
                    <a:pt x="0" y="1865"/>
                    <a:pt x="5" y="1881"/>
                    <a:pt x="5" y="1898"/>
                  </a:cubicBezTo>
                  <a:cubicBezTo>
                    <a:pt x="11" y="1920"/>
                    <a:pt x="11" y="1937"/>
                    <a:pt x="11" y="1948"/>
                  </a:cubicBezTo>
                  <a:cubicBezTo>
                    <a:pt x="16" y="1965"/>
                    <a:pt x="16" y="1980"/>
                    <a:pt x="21" y="1997"/>
                  </a:cubicBezTo>
                  <a:cubicBezTo>
                    <a:pt x="26" y="2008"/>
                    <a:pt x="26" y="2008"/>
                    <a:pt x="26" y="2014"/>
                  </a:cubicBezTo>
                  <a:cubicBezTo>
                    <a:pt x="32" y="2024"/>
                    <a:pt x="32" y="2042"/>
                    <a:pt x="37" y="2054"/>
                  </a:cubicBezTo>
                  <a:cubicBezTo>
                    <a:pt x="42" y="2070"/>
                    <a:pt x="47" y="2086"/>
                    <a:pt x="55" y="2103"/>
                  </a:cubicBezTo>
                  <a:cubicBezTo>
                    <a:pt x="65" y="2131"/>
                    <a:pt x="71" y="2153"/>
                    <a:pt x="82" y="2170"/>
                  </a:cubicBezTo>
                  <a:cubicBezTo>
                    <a:pt x="87" y="2175"/>
                    <a:pt x="87" y="2180"/>
                    <a:pt x="87" y="2180"/>
                  </a:cubicBezTo>
                  <a:cubicBezTo>
                    <a:pt x="92" y="2191"/>
                    <a:pt x="98" y="2202"/>
                    <a:pt x="104" y="2213"/>
                  </a:cubicBezTo>
                  <a:cubicBezTo>
                    <a:pt x="109" y="2223"/>
                    <a:pt x="114" y="2236"/>
                    <a:pt x="121" y="2241"/>
                  </a:cubicBezTo>
                  <a:cubicBezTo>
                    <a:pt x="126" y="2246"/>
                    <a:pt x="126" y="2252"/>
                    <a:pt x="131" y="2258"/>
                  </a:cubicBezTo>
                  <a:cubicBezTo>
                    <a:pt x="136" y="2268"/>
                    <a:pt x="142" y="2275"/>
                    <a:pt x="149" y="2285"/>
                  </a:cubicBezTo>
                  <a:cubicBezTo>
                    <a:pt x="159" y="2302"/>
                    <a:pt x="171" y="2312"/>
                    <a:pt x="181" y="2325"/>
                  </a:cubicBezTo>
                  <a:cubicBezTo>
                    <a:pt x="187" y="2335"/>
                    <a:pt x="192" y="2342"/>
                    <a:pt x="198" y="2347"/>
                  </a:cubicBezTo>
                  <a:cubicBezTo>
                    <a:pt x="209" y="2364"/>
                    <a:pt x="225" y="2374"/>
                    <a:pt x="238" y="2386"/>
                  </a:cubicBezTo>
                  <a:lnTo>
                    <a:pt x="255" y="2404"/>
                  </a:lnTo>
                  <a:cubicBezTo>
                    <a:pt x="277" y="2420"/>
                    <a:pt x="294" y="2436"/>
                    <a:pt x="317" y="2448"/>
                  </a:cubicBezTo>
                  <a:lnTo>
                    <a:pt x="615" y="2618"/>
                  </a:lnTo>
                  <a:lnTo>
                    <a:pt x="615" y="2618"/>
                  </a:lnTo>
                  <a:cubicBezTo>
                    <a:pt x="601" y="2609"/>
                    <a:pt x="588" y="2598"/>
                    <a:pt x="576" y="2587"/>
                  </a:cubicBezTo>
                  <a:cubicBezTo>
                    <a:pt x="626" y="2549"/>
                    <a:pt x="620" y="2543"/>
                    <a:pt x="615" y="2537"/>
                  </a:cubicBezTo>
                  <a:cubicBezTo>
                    <a:pt x="605" y="2526"/>
                    <a:pt x="587" y="2515"/>
                    <a:pt x="575" y="2498"/>
                  </a:cubicBezTo>
                  <a:cubicBezTo>
                    <a:pt x="570" y="2487"/>
                    <a:pt x="559" y="2481"/>
                    <a:pt x="553" y="2475"/>
                  </a:cubicBezTo>
                  <a:cubicBezTo>
                    <a:pt x="543" y="2464"/>
                    <a:pt x="530" y="2448"/>
                    <a:pt x="526" y="2436"/>
                  </a:cubicBezTo>
                  <a:cubicBezTo>
                    <a:pt x="521" y="2426"/>
                    <a:pt x="516" y="2419"/>
                    <a:pt x="508" y="2409"/>
                  </a:cubicBezTo>
                  <a:cubicBezTo>
                    <a:pt x="498" y="2391"/>
                    <a:pt x="492" y="2381"/>
                    <a:pt x="481" y="2364"/>
                  </a:cubicBezTo>
                  <a:cubicBezTo>
                    <a:pt x="476" y="2353"/>
                    <a:pt x="471" y="2342"/>
                    <a:pt x="464" y="2331"/>
                  </a:cubicBezTo>
                  <a:cubicBezTo>
                    <a:pt x="454" y="2309"/>
                    <a:pt x="442" y="2281"/>
                    <a:pt x="437" y="2254"/>
                  </a:cubicBezTo>
                  <a:cubicBezTo>
                    <a:pt x="427" y="2221"/>
                    <a:pt x="419" y="2192"/>
                    <a:pt x="409" y="2159"/>
                  </a:cubicBezTo>
                  <a:cubicBezTo>
                    <a:pt x="409" y="2154"/>
                    <a:pt x="409" y="2154"/>
                    <a:pt x="404" y="2149"/>
                  </a:cubicBezTo>
                  <a:cubicBezTo>
                    <a:pt x="398" y="2117"/>
                    <a:pt x="393" y="2082"/>
                    <a:pt x="387" y="2049"/>
                  </a:cubicBezTo>
                  <a:cubicBezTo>
                    <a:pt x="382" y="2011"/>
                    <a:pt x="382" y="1972"/>
                    <a:pt x="382" y="1933"/>
                  </a:cubicBezTo>
                  <a:cubicBezTo>
                    <a:pt x="382" y="1893"/>
                    <a:pt x="387" y="1856"/>
                    <a:pt x="387" y="1817"/>
                  </a:cubicBezTo>
                  <a:cubicBezTo>
                    <a:pt x="392" y="1767"/>
                    <a:pt x="397" y="1728"/>
                    <a:pt x="404" y="1689"/>
                  </a:cubicBezTo>
                  <a:cubicBezTo>
                    <a:pt x="414" y="1645"/>
                    <a:pt x="421" y="1605"/>
                    <a:pt x="432" y="1568"/>
                  </a:cubicBezTo>
                  <a:cubicBezTo>
                    <a:pt x="442" y="1518"/>
                    <a:pt x="454" y="1479"/>
                    <a:pt x="464" y="1441"/>
                  </a:cubicBezTo>
                  <a:cubicBezTo>
                    <a:pt x="481" y="1391"/>
                    <a:pt x="492" y="1352"/>
                    <a:pt x="508" y="1314"/>
                  </a:cubicBezTo>
                  <a:cubicBezTo>
                    <a:pt x="526" y="1269"/>
                    <a:pt x="542" y="1225"/>
                    <a:pt x="559" y="1186"/>
                  </a:cubicBezTo>
                  <a:cubicBezTo>
                    <a:pt x="581" y="1142"/>
                    <a:pt x="597" y="1102"/>
                    <a:pt x="620" y="1065"/>
                  </a:cubicBezTo>
                  <a:cubicBezTo>
                    <a:pt x="642" y="1021"/>
                    <a:pt x="664" y="987"/>
                    <a:pt x="681" y="948"/>
                  </a:cubicBezTo>
                  <a:cubicBezTo>
                    <a:pt x="686" y="943"/>
                    <a:pt x="686" y="938"/>
                    <a:pt x="692" y="932"/>
                  </a:cubicBezTo>
                  <a:cubicBezTo>
                    <a:pt x="709" y="903"/>
                    <a:pt x="725" y="876"/>
                    <a:pt x="742" y="848"/>
                  </a:cubicBezTo>
                  <a:cubicBezTo>
                    <a:pt x="752" y="837"/>
                    <a:pt x="759" y="825"/>
                    <a:pt x="764" y="814"/>
                  </a:cubicBezTo>
                  <a:cubicBezTo>
                    <a:pt x="786" y="782"/>
                    <a:pt x="809" y="748"/>
                    <a:pt x="831" y="715"/>
                  </a:cubicBezTo>
                  <a:cubicBezTo>
                    <a:pt x="836" y="710"/>
                    <a:pt x="836" y="710"/>
                    <a:pt x="836" y="705"/>
                  </a:cubicBezTo>
                  <a:cubicBezTo>
                    <a:pt x="863" y="672"/>
                    <a:pt x="885" y="638"/>
                    <a:pt x="914" y="605"/>
                  </a:cubicBezTo>
                  <a:cubicBezTo>
                    <a:pt x="946" y="566"/>
                    <a:pt x="974" y="534"/>
                    <a:pt x="1003" y="505"/>
                  </a:cubicBezTo>
                  <a:lnTo>
                    <a:pt x="1097" y="411"/>
                  </a:lnTo>
                  <a:cubicBezTo>
                    <a:pt x="1130" y="379"/>
                    <a:pt x="1163" y="357"/>
                    <a:pt x="1191" y="327"/>
                  </a:cubicBezTo>
                  <a:cubicBezTo>
                    <a:pt x="1197" y="322"/>
                    <a:pt x="1197" y="322"/>
                    <a:pt x="1202" y="322"/>
                  </a:cubicBezTo>
                  <a:cubicBezTo>
                    <a:pt x="1234" y="295"/>
                    <a:pt x="1268" y="273"/>
                    <a:pt x="1296" y="251"/>
                  </a:cubicBezTo>
                  <a:cubicBezTo>
                    <a:pt x="1335" y="222"/>
                    <a:pt x="1367" y="200"/>
                    <a:pt x="1402" y="184"/>
                  </a:cubicBezTo>
                  <a:lnTo>
                    <a:pt x="1079" y="0"/>
                  </a:lnTo>
                  <a:close/>
                  <a:moveTo>
                    <a:pt x="615" y="2618"/>
                  </a:moveTo>
                  <a:lnTo>
                    <a:pt x="615" y="2618"/>
                  </a:lnTo>
                  <a:cubicBezTo>
                    <a:pt x="623" y="2623"/>
                    <a:pt x="630" y="2627"/>
                    <a:pt x="638" y="2631"/>
                  </a:cubicBezTo>
                  <a:lnTo>
                    <a:pt x="615" y="261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42"/>
            <p:cNvSpPr/>
            <p:nvPr/>
          </p:nvSpPr>
          <p:spPr>
            <a:xfrm>
              <a:off x="4489281" y="4957934"/>
              <a:ext cx="201185" cy="257945"/>
            </a:xfrm>
            <a:custGeom>
              <a:rect b="b" l="l" r="r" t="t"/>
              <a:pathLst>
                <a:path extrusionOk="0" h="2604" w="2031">
                  <a:moveTo>
                    <a:pt x="1464" y="0"/>
                  </a:moveTo>
                  <a:cubicBezTo>
                    <a:pt x="1327" y="0"/>
                    <a:pt x="1174" y="45"/>
                    <a:pt x="1010" y="139"/>
                  </a:cubicBezTo>
                  <a:cubicBezTo>
                    <a:pt x="443" y="459"/>
                    <a:pt x="0" y="1236"/>
                    <a:pt x="6" y="1886"/>
                  </a:cubicBezTo>
                  <a:cubicBezTo>
                    <a:pt x="9" y="2342"/>
                    <a:pt x="235" y="2603"/>
                    <a:pt x="566" y="2603"/>
                  </a:cubicBezTo>
                  <a:cubicBezTo>
                    <a:pt x="702" y="2603"/>
                    <a:pt x="857" y="2558"/>
                    <a:pt x="1021" y="2464"/>
                  </a:cubicBezTo>
                  <a:cubicBezTo>
                    <a:pt x="1576" y="2142"/>
                    <a:pt x="2031" y="1360"/>
                    <a:pt x="2025" y="716"/>
                  </a:cubicBezTo>
                  <a:cubicBezTo>
                    <a:pt x="2022" y="263"/>
                    <a:pt x="1795" y="0"/>
                    <a:pt x="14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42"/>
            <p:cNvSpPr/>
            <p:nvPr/>
          </p:nvSpPr>
          <p:spPr>
            <a:xfrm>
              <a:off x="5148008" y="4584688"/>
              <a:ext cx="106982" cy="33382"/>
            </a:xfrm>
            <a:custGeom>
              <a:rect b="b" l="l" r="r" t="t"/>
              <a:pathLst>
                <a:path extrusionOk="0" h="337" w="1080">
                  <a:moveTo>
                    <a:pt x="462" y="0"/>
                  </a:moveTo>
                  <a:cubicBezTo>
                    <a:pt x="446" y="0"/>
                    <a:pt x="435" y="0"/>
                    <a:pt x="417" y="5"/>
                  </a:cubicBezTo>
                  <a:cubicBezTo>
                    <a:pt x="395" y="11"/>
                    <a:pt x="385" y="11"/>
                    <a:pt x="368" y="11"/>
                  </a:cubicBezTo>
                  <a:cubicBezTo>
                    <a:pt x="351" y="16"/>
                    <a:pt x="341" y="16"/>
                    <a:pt x="323" y="21"/>
                  </a:cubicBezTo>
                  <a:cubicBezTo>
                    <a:pt x="301" y="26"/>
                    <a:pt x="291" y="26"/>
                    <a:pt x="279" y="32"/>
                  </a:cubicBezTo>
                  <a:cubicBezTo>
                    <a:pt x="262" y="37"/>
                    <a:pt x="252" y="42"/>
                    <a:pt x="239" y="42"/>
                  </a:cubicBezTo>
                  <a:cubicBezTo>
                    <a:pt x="234" y="47"/>
                    <a:pt x="229" y="47"/>
                    <a:pt x="217" y="47"/>
                  </a:cubicBezTo>
                  <a:cubicBezTo>
                    <a:pt x="201" y="52"/>
                    <a:pt x="201" y="52"/>
                    <a:pt x="195" y="58"/>
                  </a:cubicBezTo>
                  <a:cubicBezTo>
                    <a:pt x="179" y="63"/>
                    <a:pt x="168" y="68"/>
                    <a:pt x="155" y="74"/>
                  </a:cubicBezTo>
                  <a:cubicBezTo>
                    <a:pt x="139" y="80"/>
                    <a:pt x="128" y="85"/>
                    <a:pt x="111" y="91"/>
                  </a:cubicBezTo>
                  <a:cubicBezTo>
                    <a:pt x="95" y="102"/>
                    <a:pt x="84" y="108"/>
                    <a:pt x="66" y="113"/>
                  </a:cubicBezTo>
                  <a:cubicBezTo>
                    <a:pt x="50" y="124"/>
                    <a:pt x="39" y="131"/>
                    <a:pt x="22" y="136"/>
                  </a:cubicBezTo>
                  <a:cubicBezTo>
                    <a:pt x="12" y="142"/>
                    <a:pt x="6" y="147"/>
                    <a:pt x="0" y="153"/>
                  </a:cubicBezTo>
                  <a:lnTo>
                    <a:pt x="322" y="336"/>
                  </a:lnTo>
                  <a:cubicBezTo>
                    <a:pt x="355" y="314"/>
                    <a:pt x="394" y="297"/>
                    <a:pt x="428" y="281"/>
                  </a:cubicBezTo>
                  <a:cubicBezTo>
                    <a:pt x="492" y="248"/>
                    <a:pt x="524" y="238"/>
                    <a:pt x="553" y="226"/>
                  </a:cubicBezTo>
                  <a:cubicBezTo>
                    <a:pt x="592" y="216"/>
                    <a:pt x="625" y="204"/>
                    <a:pt x="652" y="199"/>
                  </a:cubicBezTo>
                  <a:cubicBezTo>
                    <a:pt x="692" y="189"/>
                    <a:pt x="719" y="189"/>
                    <a:pt x="746" y="182"/>
                  </a:cubicBezTo>
                  <a:cubicBezTo>
                    <a:pt x="780" y="177"/>
                    <a:pt x="808" y="177"/>
                    <a:pt x="835" y="177"/>
                  </a:cubicBezTo>
                  <a:cubicBezTo>
                    <a:pt x="863" y="182"/>
                    <a:pt x="886" y="182"/>
                    <a:pt x="913" y="188"/>
                  </a:cubicBezTo>
                  <a:cubicBezTo>
                    <a:pt x="918" y="188"/>
                    <a:pt x="930" y="193"/>
                    <a:pt x="935" y="193"/>
                  </a:cubicBezTo>
                  <a:cubicBezTo>
                    <a:pt x="953" y="197"/>
                    <a:pt x="968" y="202"/>
                    <a:pt x="985" y="210"/>
                  </a:cubicBezTo>
                  <a:cubicBezTo>
                    <a:pt x="996" y="215"/>
                    <a:pt x="1007" y="215"/>
                    <a:pt x="1012" y="220"/>
                  </a:cubicBezTo>
                  <a:cubicBezTo>
                    <a:pt x="1034" y="231"/>
                    <a:pt x="1057" y="242"/>
                    <a:pt x="1079" y="253"/>
                  </a:cubicBezTo>
                  <a:lnTo>
                    <a:pt x="757" y="69"/>
                  </a:lnTo>
                  <a:cubicBezTo>
                    <a:pt x="735" y="59"/>
                    <a:pt x="718" y="47"/>
                    <a:pt x="695" y="42"/>
                  </a:cubicBezTo>
                  <a:cubicBezTo>
                    <a:pt x="678" y="37"/>
                    <a:pt x="668" y="32"/>
                    <a:pt x="656" y="32"/>
                  </a:cubicBezTo>
                  <a:cubicBezTo>
                    <a:pt x="646" y="26"/>
                    <a:pt x="634" y="21"/>
                    <a:pt x="624" y="21"/>
                  </a:cubicBezTo>
                  <a:cubicBezTo>
                    <a:pt x="619" y="21"/>
                    <a:pt x="613" y="16"/>
                    <a:pt x="606" y="16"/>
                  </a:cubicBezTo>
                  <a:cubicBezTo>
                    <a:pt x="601" y="11"/>
                    <a:pt x="589" y="11"/>
                    <a:pt x="584" y="11"/>
                  </a:cubicBezTo>
                  <a:cubicBezTo>
                    <a:pt x="573" y="11"/>
                    <a:pt x="567" y="5"/>
                    <a:pt x="562" y="5"/>
                  </a:cubicBezTo>
                  <a:cubicBezTo>
                    <a:pt x="545" y="0"/>
                    <a:pt x="529" y="0"/>
                    <a:pt x="5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42"/>
            <p:cNvSpPr/>
            <p:nvPr/>
          </p:nvSpPr>
          <p:spPr>
            <a:xfrm>
              <a:off x="5043900" y="4596277"/>
              <a:ext cx="139572" cy="260917"/>
            </a:xfrm>
            <a:custGeom>
              <a:rect b="b" l="l" r="r" t="t"/>
              <a:pathLst>
                <a:path extrusionOk="0" h="2634" w="1409">
                  <a:moveTo>
                    <a:pt x="1087" y="0"/>
                  </a:moveTo>
                  <a:cubicBezTo>
                    <a:pt x="1082" y="6"/>
                    <a:pt x="1069" y="11"/>
                    <a:pt x="1064" y="11"/>
                  </a:cubicBezTo>
                  <a:cubicBezTo>
                    <a:pt x="1047" y="21"/>
                    <a:pt x="1037" y="28"/>
                    <a:pt x="1020" y="38"/>
                  </a:cubicBezTo>
                  <a:cubicBezTo>
                    <a:pt x="1003" y="49"/>
                    <a:pt x="993" y="56"/>
                    <a:pt x="980" y="66"/>
                  </a:cubicBezTo>
                  <a:cubicBezTo>
                    <a:pt x="958" y="83"/>
                    <a:pt x="948" y="88"/>
                    <a:pt x="931" y="99"/>
                  </a:cubicBezTo>
                  <a:cubicBezTo>
                    <a:pt x="914" y="109"/>
                    <a:pt x="904" y="121"/>
                    <a:pt x="886" y="131"/>
                  </a:cubicBezTo>
                  <a:lnTo>
                    <a:pt x="875" y="142"/>
                  </a:lnTo>
                  <a:cubicBezTo>
                    <a:pt x="870" y="147"/>
                    <a:pt x="870" y="147"/>
                    <a:pt x="865" y="147"/>
                  </a:cubicBezTo>
                  <a:cubicBezTo>
                    <a:pt x="854" y="152"/>
                    <a:pt x="848" y="164"/>
                    <a:pt x="838" y="169"/>
                  </a:cubicBezTo>
                  <a:cubicBezTo>
                    <a:pt x="827" y="180"/>
                    <a:pt x="810" y="192"/>
                    <a:pt x="799" y="203"/>
                  </a:cubicBezTo>
                  <a:cubicBezTo>
                    <a:pt x="788" y="213"/>
                    <a:pt x="776" y="219"/>
                    <a:pt x="771" y="230"/>
                  </a:cubicBezTo>
                  <a:lnTo>
                    <a:pt x="732" y="269"/>
                  </a:lnTo>
                  <a:lnTo>
                    <a:pt x="699" y="302"/>
                  </a:lnTo>
                  <a:lnTo>
                    <a:pt x="671" y="329"/>
                  </a:lnTo>
                  <a:cubicBezTo>
                    <a:pt x="661" y="346"/>
                    <a:pt x="649" y="351"/>
                    <a:pt x="644" y="362"/>
                  </a:cubicBezTo>
                  <a:cubicBezTo>
                    <a:pt x="633" y="372"/>
                    <a:pt x="627" y="384"/>
                    <a:pt x="617" y="389"/>
                  </a:cubicBezTo>
                  <a:cubicBezTo>
                    <a:pt x="606" y="400"/>
                    <a:pt x="600" y="412"/>
                    <a:pt x="589" y="417"/>
                  </a:cubicBezTo>
                  <a:cubicBezTo>
                    <a:pt x="584" y="423"/>
                    <a:pt x="584" y="428"/>
                    <a:pt x="579" y="428"/>
                  </a:cubicBezTo>
                  <a:cubicBezTo>
                    <a:pt x="574" y="438"/>
                    <a:pt x="568" y="445"/>
                    <a:pt x="561" y="450"/>
                  </a:cubicBezTo>
                  <a:cubicBezTo>
                    <a:pt x="551" y="460"/>
                    <a:pt x="544" y="472"/>
                    <a:pt x="539" y="477"/>
                  </a:cubicBezTo>
                  <a:cubicBezTo>
                    <a:pt x="529" y="488"/>
                    <a:pt x="522" y="499"/>
                    <a:pt x="512" y="510"/>
                  </a:cubicBezTo>
                  <a:cubicBezTo>
                    <a:pt x="507" y="520"/>
                    <a:pt x="501" y="527"/>
                    <a:pt x="495" y="533"/>
                  </a:cubicBezTo>
                  <a:cubicBezTo>
                    <a:pt x="485" y="543"/>
                    <a:pt x="485" y="549"/>
                    <a:pt x="477" y="555"/>
                  </a:cubicBezTo>
                  <a:cubicBezTo>
                    <a:pt x="461" y="577"/>
                    <a:pt x="445" y="600"/>
                    <a:pt x="428" y="622"/>
                  </a:cubicBezTo>
                  <a:cubicBezTo>
                    <a:pt x="423" y="627"/>
                    <a:pt x="418" y="632"/>
                    <a:pt x="418" y="638"/>
                  </a:cubicBezTo>
                  <a:cubicBezTo>
                    <a:pt x="412" y="649"/>
                    <a:pt x="401" y="660"/>
                    <a:pt x="396" y="671"/>
                  </a:cubicBezTo>
                  <a:cubicBezTo>
                    <a:pt x="385" y="688"/>
                    <a:pt x="378" y="699"/>
                    <a:pt x="367" y="711"/>
                  </a:cubicBezTo>
                  <a:cubicBezTo>
                    <a:pt x="357" y="727"/>
                    <a:pt x="351" y="738"/>
                    <a:pt x="340" y="755"/>
                  </a:cubicBezTo>
                  <a:cubicBezTo>
                    <a:pt x="335" y="760"/>
                    <a:pt x="330" y="765"/>
                    <a:pt x="330" y="778"/>
                  </a:cubicBezTo>
                  <a:cubicBezTo>
                    <a:pt x="324" y="783"/>
                    <a:pt x="324" y="783"/>
                    <a:pt x="324" y="787"/>
                  </a:cubicBezTo>
                  <a:cubicBezTo>
                    <a:pt x="314" y="805"/>
                    <a:pt x="308" y="815"/>
                    <a:pt x="302" y="827"/>
                  </a:cubicBezTo>
                  <a:cubicBezTo>
                    <a:pt x="292" y="844"/>
                    <a:pt x="286" y="854"/>
                    <a:pt x="280" y="866"/>
                  </a:cubicBezTo>
                  <a:cubicBezTo>
                    <a:pt x="275" y="876"/>
                    <a:pt x="270" y="884"/>
                    <a:pt x="270" y="889"/>
                  </a:cubicBezTo>
                  <a:cubicBezTo>
                    <a:pt x="265" y="894"/>
                    <a:pt x="265" y="899"/>
                    <a:pt x="265" y="899"/>
                  </a:cubicBezTo>
                  <a:cubicBezTo>
                    <a:pt x="259" y="910"/>
                    <a:pt x="254" y="921"/>
                    <a:pt x="247" y="932"/>
                  </a:cubicBezTo>
                  <a:cubicBezTo>
                    <a:pt x="242" y="942"/>
                    <a:pt x="236" y="954"/>
                    <a:pt x="230" y="964"/>
                  </a:cubicBezTo>
                  <a:cubicBezTo>
                    <a:pt x="225" y="975"/>
                    <a:pt x="220" y="987"/>
                    <a:pt x="213" y="997"/>
                  </a:cubicBezTo>
                  <a:cubicBezTo>
                    <a:pt x="208" y="1002"/>
                    <a:pt x="208" y="1014"/>
                    <a:pt x="203" y="1020"/>
                  </a:cubicBezTo>
                  <a:cubicBezTo>
                    <a:pt x="198" y="1025"/>
                    <a:pt x="198" y="1030"/>
                    <a:pt x="198" y="1030"/>
                  </a:cubicBezTo>
                  <a:cubicBezTo>
                    <a:pt x="192" y="1041"/>
                    <a:pt x="187" y="1052"/>
                    <a:pt x="181" y="1063"/>
                  </a:cubicBezTo>
                  <a:cubicBezTo>
                    <a:pt x="176" y="1073"/>
                    <a:pt x="170" y="1085"/>
                    <a:pt x="163" y="1095"/>
                  </a:cubicBezTo>
                  <a:cubicBezTo>
                    <a:pt x="158" y="1106"/>
                    <a:pt x="153" y="1118"/>
                    <a:pt x="146" y="1128"/>
                  </a:cubicBezTo>
                  <a:cubicBezTo>
                    <a:pt x="141" y="1133"/>
                    <a:pt x="141" y="1138"/>
                    <a:pt x="141" y="1145"/>
                  </a:cubicBezTo>
                  <a:cubicBezTo>
                    <a:pt x="136" y="1156"/>
                    <a:pt x="136" y="1162"/>
                    <a:pt x="131" y="1167"/>
                  </a:cubicBezTo>
                  <a:cubicBezTo>
                    <a:pt x="125" y="1184"/>
                    <a:pt x="120" y="1195"/>
                    <a:pt x="114" y="1206"/>
                  </a:cubicBezTo>
                  <a:cubicBezTo>
                    <a:pt x="109" y="1224"/>
                    <a:pt x="103" y="1234"/>
                    <a:pt x="97" y="1251"/>
                  </a:cubicBezTo>
                  <a:cubicBezTo>
                    <a:pt x="92" y="1262"/>
                    <a:pt x="92" y="1268"/>
                    <a:pt x="92" y="1273"/>
                  </a:cubicBezTo>
                  <a:cubicBezTo>
                    <a:pt x="87" y="1284"/>
                    <a:pt x="87" y="1290"/>
                    <a:pt x="87" y="1296"/>
                  </a:cubicBezTo>
                  <a:cubicBezTo>
                    <a:pt x="81" y="1313"/>
                    <a:pt x="76" y="1329"/>
                    <a:pt x="69" y="1346"/>
                  </a:cubicBezTo>
                  <a:cubicBezTo>
                    <a:pt x="64" y="1362"/>
                    <a:pt x="58" y="1378"/>
                    <a:pt x="58" y="1395"/>
                  </a:cubicBezTo>
                  <a:cubicBezTo>
                    <a:pt x="58" y="1400"/>
                    <a:pt x="58" y="1405"/>
                    <a:pt x="53" y="1405"/>
                  </a:cubicBezTo>
                  <a:cubicBezTo>
                    <a:pt x="48" y="1423"/>
                    <a:pt x="48" y="1434"/>
                    <a:pt x="43" y="1445"/>
                  </a:cubicBezTo>
                  <a:cubicBezTo>
                    <a:pt x="37" y="1462"/>
                    <a:pt x="37" y="1478"/>
                    <a:pt x="32" y="1494"/>
                  </a:cubicBezTo>
                  <a:cubicBezTo>
                    <a:pt x="27" y="1505"/>
                    <a:pt x="27" y="1517"/>
                    <a:pt x="27" y="1534"/>
                  </a:cubicBezTo>
                  <a:cubicBezTo>
                    <a:pt x="22" y="1545"/>
                    <a:pt x="22" y="1545"/>
                    <a:pt x="22" y="1551"/>
                  </a:cubicBezTo>
                  <a:cubicBezTo>
                    <a:pt x="16" y="1568"/>
                    <a:pt x="16" y="1583"/>
                    <a:pt x="16" y="1601"/>
                  </a:cubicBezTo>
                  <a:cubicBezTo>
                    <a:pt x="11" y="1618"/>
                    <a:pt x="11" y="1634"/>
                    <a:pt x="11" y="1650"/>
                  </a:cubicBezTo>
                  <a:lnTo>
                    <a:pt x="11" y="1661"/>
                  </a:lnTo>
                  <a:cubicBezTo>
                    <a:pt x="6" y="1683"/>
                    <a:pt x="6" y="1688"/>
                    <a:pt x="6" y="1701"/>
                  </a:cubicBezTo>
                  <a:cubicBezTo>
                    <a:pt x="6" y="1717"/>
                    <a:pt x="1" y="1733"/>
                    <a:pt x="1" y="1750"/>
                  </a:cubicBezTo>
                  <a:lnTo>
                    <a:pt x="1" y="1790"/>
                  </a:lnTo>
                  <a:lnTo>
                    <a:pt x="1" y="1800"/>
                  </a:lnTo>
                  <a:cubicBezTo>
                    <a:pt x="1" y="1817"/>
                    <a:pt x="1" y="1833"/>
                    <a:pt x="6" y="1849"/>
                  </a:cubicBezTo>
                  <a:cubicBezTo>
                    <a:pt x="6" y="1866"/>
                    <a:pt x="11" y="1882"/>
                    <a:pt x="11" y="1900"/>
                  </a:cubicBezTo>
                  <a:cubicBezTo>
                    <a:pt x="16" y="1922"/>
                    <a:pt x="16" y="1938"/>
                    <a:pt x="16" y="1949"/>
                  </a:cubicBezTo>
                  <a:cubicBezTo>
                    <a:pt x="22" y="1966"/>
                    <a:pt x="22" y="1981"/>
                    <a:pt x="27" y="1999"/>
                  </a:cubicBezTo>
                  <a:cubicBezTo>
                    <a:pt x="32" y="2010"/>
                    <a:pt x="32" y="2010"/>
                    <a:pt x="32" y="2016"/>
                  </a:cubicBezTo>
                  <a:cubicBezTo>
                    <a:pt x="37" y="2026"/>
                    <a:pt x="37" y="2043"/>
                    <a:pt x="43" y="2055"/>
                  </a:cubicBezTo>
                  <a:cubicBezTo>
                    <a:pt x="48" y="2073"/>
                    <a:pt x="53" y="2088"/>
                    <a:pt x="60" y="2105"/>
                  </a:cubicBezTo>
                  <a:cubicBezTo>
                    <a:pt x="71" y="2132"/>
                    <a:pt x="77" y="2154"/>
                    <a:pt x="88" y="2172"/>
                  </a:cubicBezTo>
                  <a:cubicBezTo>
                    <a:pt x="93" y="2177"/>
                    <a:pt x="93" y="2183"/>
                    <a:pt x="93" y="2183"/>
                  </a:cubicBezTo>
                  <a:cubicBezTo>
                    <a:pt x="98" y="2193"/>
                    <a:pt x="103" y="2205"/>
                    <a:pt x="110" y="2215"/>
                  </a:cubicBezTo>
                  <a:cubicBezTo>
                    <a:pt x="115" y="2226"/>
                    <a:pt x="120" y="2237"/>
                    <a:pt x="126" y="2242"/>
                  </a:cubicBezTo>
                  <a:cubicBezTo>
                    <a:pt x="132" y="2248"/>
                    <a:pt x="132" y="2253"/>
                    <a:pt x="137" y="2259"/>
                  </a:cubicBezTo>
                  <a:cubicBezTo>
                    <a:pt x="142" y="2270"/>
                    <a:pt x="147" y="2277"/>
                    <a:pt x="155" y="2287"/>
                  </a:cubicBezTo>
                  <a:cubicBezTo>
                    <a:pt x="165" y="2304"/>
                    <a:pt x="177" y="2315"/>
                    <a:pt x="187" y="2326"/>
                  </a:cubicBezTo>
                  <a:cubicBezTo>
                    <a:pt x="192" y="2337"/>
                    <a:pt x="198" y="2343"/>
                    <a:pt x="209" y="2348"/>
                  </a:cubicBezTo>
                  <a:cubicBezTo>
                    <a:pt x="220" y="2366"/>
                    <a:pt x="236" y="2376"/>
                    <a:pt x="249" y="2388"/>
                  </a:cubicBezTo>
                  <a:lnTo>
                    <a:pt x="266" y="2405"/>
                  </a:lnTo>
                  <a:cubicBezTo>
                    <a:pt x="288" y="2421"/>
                    <a:pt x="304" y="2437"/>
                    <a:pt x="328" y="2450"/>
                  </a:cubicBezTo>
                  <a:lnTo>
                    <a:pt x="629" y="2622"/>
                  </a:lnTo>
                  <a:lnTo>
                    <a:pt x="629" y="2622"/>
                  </a:lnTo>
                  <a:cubicBezTo>
                    <a:pt x="614" y="2612"/>
                    <a:pt x="600" y="2600"/>
                    <a:pt x="587" y="2588"/>
                  </a:cubicBezTo>
                  <a:cubicBezTo>
                    <a:pt x="627" y="2551"/>
                    <a:pt x="622" y="2545"/>
                    <a:pt x="616" y="2540"/>
                  </a:cubicBezTo>
                  <a:cubicBezTo>
                    <a:pt x="605" y="2529"/>
                    <a:pt x="587" y="2518"/>
                    <a:pt x="576" y="2501"/>
                  </a:cubicBezTo>
                  <a:cubicBezTo>
                    <a:pt x="571" y="2491"/>
                    <a:pt x="565" y="2483"/>
                    <a:pt x="554" y="2478"/>
                  </a:cubicBezTo>
                  <a:cubicBezTo>
                    <a:pt x="543" y="2468"/>
                    <a:pt x="531" y="2451"/>
                    <a:pt x="521" y="2439"/>
                  </a:cubicBezTo>
                  <a:cubicBezTo>
                    <a:pt x="515" y="2429"/>
                    <a:pt x="511" y="2422"/>
                    <a:pt x="504" y="2411"/>
                  </a:cubicBezTo>
                  <a:cubicBezTo>
                    <a:pt x="493" y="2394"/>
                    <a:pt x="487" y="2384"/>
                    <a:pt x="476" y="2367"/>
                  </a:cubicBezTo>
                  <a:cubicBezTo>
                    <a:pt x="471" y="2356"/>
                    <a:pt x="466" y="2345"/>
                    <a:pt x="460" y="2334"/>
                  </a:cubicBezTo>
                  <a:cubicBezTo>
                    <a:pt x="449" y="2311"/>
                    <a:pt x="438" y="2284"/>
                    <a:pt x="432" y="2257"/>
                  </a:cubicBezTo>
                  <a:cubicBezTo>
                    <a:pt x="422" y="2224"/>
                    <a:pt x="414" y="2195"/>
                    <a:pt x="409" y="2163"/>
                  </a:cubicBezTo>
                  <a:cubicBezTo>
                    <a:pt x="399" y="2123"/>
                    <a:pt x="392" y="2085"/>
                    <a:pt x="392" y="2052"/>
                  </a:cubicBezTo>
                  <a:cubicBezTo>
                    <a:pt x="387" y="2007"/>
                    <a:pt x="387" y="1974"/>
                    <a:pt x="387" y="1935"/>
                  </a:cubicBezTo>
                  <a:cubicBezTo>
                    <a:pt x="387" y="1896"/>
                    <a:pt x="392" y="1858"/>
                    <a:pt x="392" y="1818"/>
                  </a:cubicBezTo>
                  <a:cubicBezTo>
                    <a:pt x="398" y="1769"/>
                    <a:pt x="403" y="1729"/>
                    <a:pt x="409" y="1691"/>
                  </a:cubicBezTo>
                  <a:cubicBezTo>
                    <a:pt x="420" y="1647"/>
                    <a:pt x="427" y="1607"/>
                    <a:pt x="438" y="1570"/>
                  </a:cubicBezTo>
                  <a:cubicBezTo>
                    <a:pt x="448" y="1519"/>
                    <a:pt x="460" y="1481"/>
                    <a:pt x="470" y="1442"/>
                  </a:cubicBezTo>
                  <a:cubicBezTo>
                    <a:pt x="487" y="1393"/>
                    <a:pt x="497" y="1354"/>
                    <a:pt x="514" y="1315"/>
                  </a:cubicBezTo>
                  <a:cubicBezTo>
                    <a:pt x="532" y="1271"/>
                    <a:pt x="548" y="1226"/>
                    <a:pt x="564" y="1188"/>
                  </a:cubicBezTo>
                  <a:cubicBezTo>
                    <a:pt x="586" y="1143"/>
                    <a:pt x="603" y="1105"/>
                    <a:pt x="626" y="1067"/>
                  </a:cubicBezTo>
                  <a:cubicBezTo>
                    <a:pt x="648" y="1022"/>
                    <a:pt x="670" y="989"/>
                    <a:pt x="687" y="950"/>
                  </a:cubicBezTo>
                  <a:cubicBezTo>
                    <a:pt x="692" y="944"/>
                    <a:pt x="697" y="940"/>
                    <a:pt x="697" y="928"/>
                  </a:cubicBezTo>
                  <a:cubicBezTo>
                    <a:pt x="715" y="900"/>
                    <a:pt x="731" y="873"/>
                    <a:pt x="748" y="844"/>
                  </a:cubicBezTo>
                  <a:cubicBezTo>
                    <a:pt x="753" y="833"/>
                    <a:pt x="764" y="822"/>
                    <a:pt x="770" y="811"/>
                  </a:cubicBezTo>
                  <a:cubicBezTo>
                    <a:pt x="792" y="779"/>
                    <a:pt x="815" y="744"/>
                    <a:pt x="837" y="712"/>
                  </a:cubicBezTo>
                  <a:cubicBezTo>
                    <a:pt x="869" y="667"/>
                    <a:pt x="891" y="634"/>
                    <a:pt x="920" y="606"/>
                  </a:cubicBezTo>
                  <a:cubicBezTo>
                    <a:pt x="953" y="566"/>
                    <a:pt x="982" y="534"/>
                    <a:pt x="1010" y="506"/>
                  </a:cubicBezTo>
                  <a:cubicBezTo>
                    <a:pt x="1042" y="473"/>
                    <a:pt x="1071" y="439"/>
                    <a:pt x="1104" y="412"/>
                  </a:cubicBezTo>
                  <a:cubicBezTo>
                    <a:pt x="1136" y="379"/>
                    <a:pt x="1166" y="357"/>
                    <a:pt x="1198" y="328"/>
                  </a:cubicBezTo>
                  <a:cubicBezTo>
                    <a:pt x="1203" y="323"/>
                    <a:pt x="1203" y="323"/>
                    <a:pt x="1209" y="323"/>
                  </a:cubicBezTo>
                  <a:cubicBezTo>
                    <a:pt x="1241" y="295"/>
                    <a:pt x="1276" y="273"/>
                    <a:pt x="1303" y="251"/>
                  </a:cubicBezTo>
                  <a:cubicBezTo>
                    <a:pt x="1342" y="224"/>
                    <a:pt x="1375" y="201"/>
                    <a:pt x="1409" y="184"/>
                  </a:cubicBezTo>
                  <a:lnTo>
                    <a:pt x="1087" y="0"/>
                  </a:lnTo>
                  <a:close/>
                  <a:moveTo>
                    <a:pt x="629" y="2622"/>
                  </a:moveTo>
                  <a:cubicBezTo>
                    <a:pt x="636" y="2626"/>
                    <a:pt x="642" y="2630"/>
                    <a:pt x="649" y="2633"/>
                  </a:cubicBezTo>
                  <a:lnTo>
                    <a:pt x="629" y="26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42"/>
            <p:cNvSpPr/>
            <p:nvPr/>
          </p:nvSpPr>
          <p:spPr>
            <a:xfrm>
              <a:off x="5083324" y="4602122"/>
              <a:ext cx="201284" cy="257945"/>
            </a:xfrm>
            <a:custGeom>
              <a:rect b="b" l="l" r="r" t="t"/>
              <a:pathLst>
                <a:path extrusionOk="0" h="2604" w="2032">
                  <a:moveTo>
                    <a:pt x="1464" y="1"/>
                  </a:moveTo>
                  <a:cubicBezTo>
                    <a:pt x="1328" y="1"/>
                    <a:pt x="1174" y="45"/>
                    <a:pt x="1011" y="139"/>
                  </a:cubicBezTo>
                  <a:cubicBezTo>
                    <a:pt x="445" y="466"/>
                    <a:pt x="1" y="1244"/>
                    <a:pt x="6" y="1888"/>
                  </a:cubicBezTo>
                  <a:cubicBezTo>
                    <a:pt x="10" y="2341"/>
                    <a:pt x="236" y="2604"/>
                    <a:pt x="568" y="2604"/>
                  </a:cubicBezTo>
                  <a:cubicBezTo>
                    <a:pt x="704" y="2604"/>
                    <a:pt x="858" y="2559"/>
                    <a:pt x="1021" y="2465"/>
                  </a:cubicBezTo>
                  <a:cubicBezTo>
                    <a:pt x="1576" y="2142"/>
                    <a:pt x="2031" y="1361"/>
                    <a:pt x="2026" y="717"/>
                  </a:cubicBezTo>
                  <a:cubicBezTo>
                    <a:pt x="2022" y="264"/>
                    <a:pt x="1795" y="1"/>
                    <a:pt x="1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42"/>
            <p:cNvSpPr/>
            <p:nvPr/>
          </p:nvSpPr>
          <p:spPr>
            <a:xfrm>
              <a:off x="3837884" y="4892754"/>
              <a:ext cx="125704" cy="59533"/>
            </a:xfrm>
            <a:custGeom>
              <a:rect b="b" l="l" r="r" t="t"/>
              <a:pathLst>
                <a:path extrusionOk="0" h="601" w="1269">
                  <a:moveTo>
                    <a:pt x="592" y="0"/>
                  </a:moveTo>
                  <a:cubicBezTo>
                    <a:pt x="569" y="0"/>
                    <a:pt x="547" y="6"/>
                    <a:pt x="525" y="6"/>
                  </a:cubicBezTo>
                  <a:cubicBezTo>
                    <a:pt x="509" y="11"/>
                    <a:pt x="503" y="11"/>
                    <a:pt x="498" y="11"/>
                  </a:cubicBezTo>
                  <a:cubicBezTo>
                    <a:pt x="480" y="16"/>
                    <a:pt x="458" y="16"/>
                    <a:pt x="443" y="21"/>
                  </a:cubicBezTo>
                  <a:cubicBezTo>
                    <a:pt x="432" y="21"/>
                    <a:pt x="426" y="27"/>
                    <a:pt x="421" y="27"/>
                  </a:cubicBezTo>
                  <a:cubicBezTo>
                    <a:pt x="399" y="32"/>
                    <a:pt x="376" y="37"/>
                    <a:pt x="359" y="43"/>
                  </a:cubicBezTo>
                  <a:cubicBezTo>
                    <a:pt x="348" y="49"/>
                    <a:pt x="337" y="49"/>
                    <a:pt x="326" y="54"/>
                  </a:cubicBezTo>
                  <a:cubicBezTo>
                    <a:pt x="316" y="59"/>
                    <a:pt x="310" y="59"/>
                    <a:pt x="299" y="64"/>
                  </a:cubicBezTo>
                  <a:cubicBezTo>
                    <a:pt x="289" y="70"/>
                    <a:pt x="281" y="70"/>
                    <a:pt x="271" y="75"/>
                  </a:cubicBezTo>
                  <a:cubicBezTo>
                    <a:pt x="238" y="85"/>
                    <a:pt x="210" y="102"/>
                    <a:pt x="182" y="119"/>
                  </a:cubicBezTo>
                  <a:cubicBezTo>
                    <a:pt x="160" y="129"/>
                    <a:pt x="155" y="142"/>
                    <a:pt x="143" y="147"/>
                  </a:cubicBezTo>
                  <a:cubicBezTo>
                    <a:pt x="126" y="156"/>
                    <a:pt x="111" y="169"/>
                    <a:pt x="98" y="180"/>
                  </a:cubicBezTo>
                  <a:cubicBezTo>
                    <a:pt x="76" y="196"/>
                    <a:pt x="65" y="212"/>
                    <a:pt x="54" y="224"/>
                  </a:cubicBezTo>
                  <a:cubicBezTo>
                    <a:pt x="49" y="229"/>
                    <a:pt x="49" y="229"/>
                    <a:pt x="49" y="234"/>
                  </a:cubicBezTo>
                  <a:cubicBezTo>
                    <a:pt x="43" y="239"/>
                    <a:pt x="43" y="244"/>
                    <a:pt x="43" y="244"/>
                  </a:cubicBezTo>
                  <a:cubicBezTo>
                    <a:pt x="38" y="250"/>
                    <a:pt x="33" y="255"/>
                    <a:pt x="33" y="261"/>
                  </a:cubicBezTo>
                  <a:cubicBezTo>
                    <a:pt x="28" y="272"/>
                    <a:pt x="23" y="290"/>
                    <a:pt x="16" y="301"/>
                  </a:cubicBezTo>
                  <a:lnTo>
                    <a:pt x="11" y="312"/>
                  </a:lnTo>
                  <a:cubicBezTo>
                    <a:pt x="6" y="322"/>
                    <a:pt x="6" y="328"/>
                    <a:pt x="6" y="334"/>
                  </a:cubicBezTo>
                  <a:cubicBezTo>
                    <a:pt x="1" y="344"/>
                    <a:pt x="1" y="361"/>
                    <a:pt x="1" y="373"/>
                  </a:cubicBezTo>
                  <a:lnTo>
                    <a:pt x="1" y="601"/>
                  </a:lnTo>
                  <a:cubicBezTo>
                    <a:pt x="1" y="579"/>
                    <a:pt x="6" y="557"/>
                    <a:pt x="11" y="534"/>
                  </a:cubicBezTo>
                  <a:cubicBezTo>
                    <a:pt x="21" y="506"/>
                    <a:pt x="33" y="490"/>
                    <a:pt x="43" y="468"/>
                  </a:cubicBezTo>
                  <a:cubicBezTo>
                    <a:pt x="49" y="462"/>
                    <a:pt x="49" y="462"/>
                    <a:pt x="49" y="457"/>
                  </a:cubicBezTo>
                  <a:cubicBezTo>
                    <a:pt x="65" y="434"/>
                    <a:pt x="81" y="417"/>
                    <a:pt x="98" y="402"/>
                  </a:cubicBezTo>
                  <a:cubicBezTo>
                    <a:pt x="108" y="391"/>
                    <a:pt x="126" y="380"/>
                    <a:pt x="143" y="369"/>
                  </a:cubicBezTo>
                  <a:cubicBezTo>
                    <a:pt x="160" y="359"/>
                    <a:pt x="165" y="347"/>
                    <a:pt x="182" y="342"/>
                  </a:cubicBezTo>
                  <a:cubicBezTo>
                    <a:pt x="210" y="324"/>
                    <a:pt x="237" y="314"/>
                    <a:pt x="271" y="297"/>
                  </a:cubicBezTo>
                  <a:cubicBezTo>
                    <a:pt x="281" y="292"/>
                    <a:pt x="289" y="292"/>
                    <a:pt x="299" y="286"/>
                  </a:cubicBezTo>
                  <a:cubicBezTo>
                    <a:pt x="321" y="281"/>
                    <a:pt x="338" y="276"/>
                    <a:pt x="360" y="270"/>
                  </a:cubicBezTo>
                  <a:cubicBezTo>
                    <a:pt x="383" y="264"/>
                    <a:pt x="405" y="259"/>
                    <a:pt x="422" y="253"/>
                  </a:cubicBezTo>
                  <a:cubicBezTo>
                    <a:pt x="450" y="248"/>
                    <a:pt x="472" y="242"/>
                    <a:pt x="499" y="242"/>
                  </a:cubicBezTo>
                  <a:cubicBezTo>
                    <a:pt x="504" y="242"/>
                    <a:pt x="516" y="237"/>
                    <a:pt x="521" y="237"/>
                  </a:cubicBezTo>
                  <a:cubicBezTo>
                    <a:pt x="555" y="232"/>
                    <a:pt x="593" y="232"/>
                    <a:pt x="628" y="232"/>
                  </a:cubicBezTo>
                  <a:lnTo>
                    <a:pt x="645" y="232"/>
                  </a:lnTo>
                  <a:cubicBezTo>
                    <a:pt x="677" y="232"/>
                    <a:pt x="716" y="237"/>
                    <a:pt x="751" y="237"/>
                  </a:cubicBezTo>
                  <a:cubicBezTo>
                    <a:pt x="756" y="237"/>
                    <a:pt x="761" y="237"/>
                    <a:pt x="767" y="242"/>
                  </a:cubicBezTo>
                  <a:cubicBezTo>
                    <a:pt x="800" y="248"/>
                    <a:pt x="834" y="253"/>
                    <a:pt x="867" y="259"/>
                  </a:cubicBezTo>
                  <a:cubicBezTo>
                    <a:pt x="872" y="259"/>
                    <a:pt x="877" y="264"/>
                    <a:pt x="884" y="264"/>
                  </a:cubicBezTo>
                  <a:cubicBezTo>
                    <a:pt x="917" y="270"/>
                    <a:pt x="945" y="281"/>
                    <a:pt x="973" y="292"/>
                  </a:cubicBezTo>
                  <a:cubicBezTo>
                    <a:pt x="978" y="297"/>
                    <a:pt x="983" y="297"/>
                    <a:pt x="991" y="297"/>
                  </a:cubicBezTo>
                  <a:cubicBezTo>
                    <a:pt x="1023" y="314"/>
                    <a:pt x="1057" y="324"/>
                    <a:pt x="1085" y="342"/>
                  </a:cubicBezTo>
                  <a:cubicBezTo>
                    <a:pt x="1206" y="413"/>
                    <a:pt x="1268" y="502"/>
                    <a:pt x="1268" y="596"/>
                  </a:cubicBezTo>
                  <a:lnTo>
                    <a:pt x="1268" y="375"/>
                  </a:lnTo>
                  <a:cubicBezTo>
                    <a:pt x="1254" y="285"/>
                    <a:pt x="1200" y="191"/>
                    <a:pt x="1076" y="124"/>
                  </a:cubicBezTo>
                  <a:cubicBezTo>
                    <a:pt x="1049" y="107"/>
                    <a:pt x="1016" y="92"/>
                    <a:pt x="987" y="80"/>
                  </a:cubicBezTo>
                  <a:cubicBezTo>
                    <a:pt x="977" y="75"/>
                    <a:pt x="971" y="75"/>
                    <a:pt x="965" y="75"/>
                  </a:cubicBezTo>
                  <a:cubicBezTo>
                    <a:pt x="949" y="70"/>
                    <a:pt x="927" y="58"/>
                    <a:pt x="911" y="53"/>
                  </a:cubicBezTo>
                  <a:cubicBezTo>
                    <a:pt x="900" y="48"/>
                    <a:pt x="888" y="48"/>
                    <a:pt x="877" y="42"/>
                  </a:cubicBezTo>
                  <a:cubicBezTo>
                    <a:pt x="872" y="42"/>
                    <a:pt x="867" y="37"/>
                    <a:pt x="861" y="37"/>
                  </a:cubicBezTo>
                  <a:cubicBezTo>
                    <a:pt x="855" y="32"/>
                    <a:pt x="850" y="32"/>
                    <a:pt x="844" y="32"/>
                  </a:cubicBezTo>
                  <a:cubicBezTo>
                    <a:pt x="822" y="27"/>
                    <a:pt x="799" y="21"/>
                    <a:pt x="782" y="21"/>
                  </a:cubicBezTo>
                  <a:cubicBezTo>
                    <a:pt x="772" y="21"/>
                    <a:pt x="765" y="16"/>
                    <a:pt x="760" y="16"/>
                  </a:cubicBezTo>
                  <a:cubicBezTo>
                    <a:pt x="755" y="16"/>
                    <a:pt x="750" y="11"/>
                    <a:pt x="743" y="11"/>
                  </a:cubicBezTo>
                  <a:cubicBezTo>
                    <a:pt x="733" y="11"/>
                    <a:pt x="725" y="6"/>
                    <a:pt x="720" y="6"/>
                  </a:cubicBezTo>
                  <a:cubicBezTo>
                    <a:pt x="698" y="0"/>
                    <a:pt x="676" y="0"/>
                    <a:pt x="6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42"/>
            <p:cNvSpPr/>
            <p:nvPr/>
          </p:nvSpPr>
          <p:spPr>
            <a:xfrm>
              <a:off x="3789049" y="4922670"/>
              <a:ext cx="36354" cy="72609"/>
            </a:xfrm>
            <a:custGeom>
              <a:rect b="b" l="l" r="r" t="t"/>
              <a:pathLst>
                <a:path extrusionOk="0" h="733" w="367">
                  <a:moveTo>
                    <a:pt x="0" y="0"/>
                  </a:moveTo>
                  <a:lnTo>
                    <a:pt x="0" y="222"/>
                  </a:lnTo>
                  <a:cubicBezTo>
                    <a:pt x="0" y="406"/>
                    <a:pt x="122" y="589"/>
                    <a:pt x="367" y="732"/>
                  </a:cubicBezTo>
                  <a:lnTo>
                    <a:pt x="367" y="511"/>
                  </a:lnTo>
                  <a:cubicBezTo>
                    <a:pt x="122" y="372"/>
                    <a:pt x="0" y="183"/>
                    <a:pt x="0" y="0"/>
                  </a:cubicBezTo>
                  <a:close/>
                </a:path>
              </a:pathLst>
            </a:custGeom>
            <a:solidFill>
              <a:srgbClr val="232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42"/>
            <p:cNvSpPr/>
            <p:nvPr/>
          </p:nvSpPr>
          <p:spPr>
            <a:xfrm>
              <a:off x="3789049" y="4922570"/>
              <a:ext cx="36354" cy="72609"/>
            </a:xfrm>
            <a:custGeom>
              <a:rect b="b" l="l" r="r" t="t"/>
              <a:pathLst>
                <a:path extrusionOk="0" h="733" w="367">
                  <a:moveTo>
                    <a:pt x="0" y="0"/>
                  </a:moveTo>
                  <a:lnTo>
                    <a:pt x="0" y="221"/>
                  </a:lnTo>
                  <a:cubicBezTo>
                    <a:pt x="0" y="404"/>
                    <a:pt x="123" y="588"/>
                    <a:pt x="367" y="732"/>
                  </a:cubicBezTo>
                  <a:lnTo>
                    <a:pt x="367" y="511"/>
                  </a:lnTo>
                  <a:cubicBezTo>
                    <a:pt x="122" y="367"/>
                    <a:pt x="0" y="18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42"/>
            <p:cNvSpPr/>
            <p:nvPr/>
          </p:nvSpPr>
          <p:spPr>
            <a:xfrm>
              <a:off x="3824016" y="4938420"/>
              <a:ext cx="243185" cy="82416"/>
            </a:xfrm>
            <a:custGeom>
              <a:rect b="b" l="l" r="r" t="t"/>
              <a:pathLst>
                <a:path extrusionOk="0" h="832" w="2455">
                  <a:moveTo>
                    <a:pt x="2455" y="0"/>
                  </a:moveTo>
                  <a:lnTo>
                    <a:pt x="1795" y="357"/>
                  </a:lnTo>
                  <a:cubicBezTo>
                    <a:pt x="1755" y="379"/>
                    <a:pt x="1717" y="401"/>
                    <a:pt x="1677" y="417"/>
                  </a:cubicBezTo>
                  <a:cubicBezTo>
                    <a:pt x="1667" y="423"/>
                    <a:pt x="1655" y="428"/>
                    <a:pt x="1639" y="435"/>
                  </a:cubicBezTo>
                  <a:cubicBezTo>
                    <a:pt x="1606" y="452"/>
                    <a:pt x="1572" y="462"/>
                    <a:pt x="1539" y="474"/>
                  </a:cubicBezTo>
                  <a:cubicBezTo>
                    <a:pt x="1529" y="479"/>
                    <a:pt x="1517" y="484"/>
                    <a:pt x="1499" y="484"/>
                  </a:cubicBezTo>
                  <a:cubicBezTo>
                    <a:pt x="1477" y="490"/>
                    <a:pt x="1455" y="495"/>
                    <a:pt x="1433" y="506"/>
                  </a:cubicBezTo>
                  <a:cubicBezTo>
                    <a:pt x="1415" y="512"/>
                    <a:pt x="1400" y="517"/>
                    <a:pt x="1383" y="524"/>
                  </a:cubicBezTo>
                  <a:cubicBezTo>
                    <a:pt x="1361" y="528"/>
                    <a:pt x="1339" y="534"/>
                    <a:pt x="1311" y="541"/>
                  </a:cubicBezTo>
                  <a:cubicBezTo>
                    <a:pt x="1294" y="546"/>
                    <a:pt x="1278" y="546"/>
                    <a:pt x="1261" y="551"/>
                  </a:cubicBezTo>
                  <a:cubicBezTo>
                    <a:pt x="1211" y="562"/>
                    <a:pt x="1167" y="568"/>
                    <a:pt x="1117" y="573"/>
                  </a:cubicBezTo>
                  <a:cubicBezTo>
                    <a:pt x="1100" y="573"/>
                    <a:pt x="1090" y="579"/>
                    <a:pt x="1073" y="579"/>
                  </a:cubicBezTo>
                  <a:cubicBezTo>
                    <a:pt x="1046" y="584"/>
                    <a:pt x="1017" y="584"/>
                    <a:pt x="989" y="584"/>
                  </a:cubicBezTo>
                  <a:cubicBezTo>
                    <a:pt x="972" y="584"/>
                    <a:pt x="949" y="584"/>
                    <a:pt x="934" y="589"/>
                  </a:cubicBezTo>
                  <a:lnTo>
                    <a:pt x="868" y="589"/>
                  </a:lnTo>
                  <a:cubicBezTo>
                    <a:pt x="845" y="589"/>
                    <a:pt x="828" y="589"/>
                    <a:pt x="812" y="584"/>
                  </a:cubicBezTo>
                  <a:cubicBezTo>
                    <a:pt x="790" y="584"/>
                    <a:pt x="768" y="579"/>
                    <a:pt x="750" y="579"/>
                  </a:cubicBezTo>
                  <a:cubicBezTo>
                    <a:pt x="733" y="579"/>
                    <a:pt x="711" y="573"/>
                    <a:pt x="689" y="573"/>
                  </a:cubicBezTo>
                  <a:cubicBezTo>
                    <a:pt x="666" y="568"/>
                    <a:pt x="644" y="568"/>
                    <a:pt x="628" y="568"/>
                  </a:cubicBezTo>
                  <a:cubicBezTo>
                    <a:pt x="605" y="563"/>
                    <a:pt x="588" y="563"/>
                    <a:pt x="572" y="558"/>
                  </a:cubicBezTo>
                  <a:cubicBezTo>
                    <a:pt x="550" y="552"/>
                    <a:pt x="528" y="547"/>
                    <a:pt x="505" y="547"/>
                  </a:cubicBezTo>
                  <a:cubicBezTo>
                    <a:pt x="488" y="542"/>
                    <a:pt x="473" y="542"/>
                    <a:pt x="456" y="537"/>
                  </a:cubicBezTo>
                  <a:cubicBezTo>
                    <a:pt x="429" y="531"/>
                    <a:pt x="407" y="526"/>
                    <a:pt x="378" y="515"/>
                  </a:cubicBezTo>
                  <a:cubicBezTo>
                    <a:pt x="362" y="509"/>
                    <a:pt x="351" y="504"/>
                    <a:pt x="334" y="504"/>
                  </a:cubicBezTo>
                  <a:cubicBezTo>
                    <a:pt x="289" y="487"/>
                    <a:pt x="245" y="477"/>
                    <a:pt x="200" y="459"/>
                  </a:cubicBezTo>
                  <a:cubicBezTo>
                    <a:pt x="195" y="454"/>
                    <a:pt x="190" y="454"/>
                    <a:pt x="183" y="454"/>
                  </a:cubicBezTo>
                  <a:cubicBezTo>
                    <a:pt x="122" y="427"/>
                    <a:pt x="67" y="405"/>
                    <a:pt x="17" y="370"/>
                  </a:cubicBezTo>
                  <a:lnTo>
                    <a:pt x="0" y="360"/>
                  </a:lnTo>
                  <a:lnTo>
                    <a:pt x="0" y="582"/>
                  </a:lnTo>
                  <a:lnTo>
                    <a:pt x="17" y="592"/>
                  </a:lnTo>
                  <a:cubicBezTo>
                    <a:pt x="72" y="625"/>
                    <a:pt x="128" y="647"/>
                    <a:pt x="183" y="676"/>
                  </a:cubicBezTo>
                  <a:cubicBezTo>
                    <a:pt x="189" y="681"/>
                    <a:pt x="194" y="681"/>
                    <a:pt x="194" y="681"/>
                  </a:cubicBezTo>
                  <a:cubicBezTo>
                    <a:pt x="243" y="703"/>
                    <a:pt x="288" y="714"/>
                    <a:pt x="332" y="731"/>
                  </a:cubicBezTo>
                  <a:cubicBezTo>
                    <a:pt x="337" y="731"/>
                    <a:pt x="343" y="736"/>
                    <a:pt x="343" y="736"/>
                  </a:cubicBezTo>
                  <a:cubicBezTo>
                    <a:pt x="353" y="741"/>
                    <a:pt x="366" y="741"/>
                    <a:pt x="376" y="746"/>
                  </a:cubicBezTo>
                  <a:cubicBezTo>
                    <a:pt x="403" y="751"/>
                    <a:pt x="425" y="763"/>
                    <a:pt x="453" y="768"/>
                  </a:cubicBezTo>
                  <a:cubicBezTo>
                    <a:pt x="463" y="768"/>
                    <a:pt x="471" y="773"/>
                    <a:pt x="476" y="773"/>
                  </a:cubicBezTo>
                  <a:cubicBezTo>
                    <a:pt x="486" y="779"/>
                    <a:pt x="498" y="779"/>
                    <a:pt x="508" y="779"/>
                  </a:cubicBezTo>
                  <a:cubicBezTo>
                    <a:pt x="530" y="784"/>
                    <a:pt x="552" y="789"/>
                    <a:pt x="575" y="789"/>
                  </a:cubicBezTo>
                  <a:cubicBezTo>
                    <a:pt x="586" y="794"/>
                    <a:pt x="592" y="794"/>
                    <a:pt x="603" y="794"/>
                  </a:cubicBezTo>
                  <a:cubicBezTo>
                    <a:pt x="613" y="800"/>
                    <a:pt x="625" y="800"/>
                    <a:pt x="630" y="800"/>
                  </a:cubicBezTo>
                  <a:cubicBezTo>
                    <a:pt x="653" y="805"/>
                    <a:pt x="675" y="805"/>
                    <a:pt x="692" y="810"/>
                  </a:cubicBezTo>
                  <a:cubicBezTo>
                    <a:pt x="702" y="810"/>
                    <a:pt x="714" y="815"/>
                    <a:pt x="724" y="815"/>
                  </a:cubicBezTo>
                  <a:cubicBezTo>
                    <a:pt x="735" y="815"/>
                    <a:pt x="747" y="815"/>
                    <a:pt x="752" y="821"/>
                  </a:cubicBezTo>
                  <a:cubicBezTo>
                    <a:pt x="774" y="821"/>
                    <a:pt x="796" y="826"/>
                    <a:pt x="813" y="826"/>
                  </a:cubicBezTo>
                  <a:cubicBezTo>
                    <a:pt x="824" y="826"/>
                    <a:pt x="836" y="826"/>
                    <a:pt x="847" y="831"/>
                  </a:cubicBezTo>
                  <a:lnTo>
                    <a:pt x="973" y="831"/>
                  </a:lnTo>
                  <a:cubicBezTo>
                    <a:pt x="979" y="831"/>
                    <a:pt x="990" y="831"/>
                    <a:pt x="995" y="826"/>
                  </a:cubicBezTo>
                  <a:cubicBezTo>
                    <a:pt x="1023" y="826"/>
                    <a:pt x="1051" y="821"/>
                    <a:pt x="1079" y="821"/>
                  </a:cubicBezTo>
                  <a:cubicBezTo>
                    <a:pt x="1090" y="821"/>
                    <a:pt x="1101" y="821"/>
                    <a:pt x="1112" y="815"/>
                  </a:cubicBezTo>
                  <a:lnTo>
                    <a:pt x="1122" y="815"/>
                  </a:lnTo>
                  <a:cubicBezTo>
                    <a:pt x="1172" y="810"/>
                    <a:pt x="1216" y="805"/>
                    <a:pt x="1267" y="793"/>
                  </a:cubicBezTo>
                  <a:cubicBezTo>
                    <a:pt x="1289" y="788"/>
                    <a:pt x="1299" y="783"/>
                    <a:pt x="1316" y="783"/>
                  </a:cubicBezTo>
                  <a:cubicBezTo>
                    <a:pt x="1339" y="778"/>
                    <a:pt x="1361" y="772"/>
                    <a:pt x="1388" y="766"/>
                  </a:cubicBezTo>
                  <a:cubicBezTo>
                    <a:pt x="1405" y="761"/>
                    <a:pt x="1421" y="756"/>
                    <a:pt x="1438" y="748"/>
                  </a:cubicBezTo>
                  <a:cubicBezTo>
                    <a:pt x="1460" y="743"/>
                    <a:pt x="1482" y="738"/>
                    <a:pt x="1504" y="732"/>
                  </a:cubicBezTo>
                  <a:cubicBezTo>
                    <a:pt x="1510" y="726"/>
                    <a:pt x="1515" y="726"/>
                    <a:pt x="1522" y="726"/>
                  </a:cubicBezTo>
                  <a:cubicBezTo>
                    <a:pt x="1533" y="721"/>
                    <a:pt x="1539" y="721"/>
                    <a:pt x="1544" y="716"/>
                  </a:cubicBezTo>
                  <a:cubicBezTo>
                    <a:pt x="1577" y="705"/>
                    <a:pt x="1611" y="694"/>
                    <a:pt x="1644" y="677"/>
                  </a:cubicBezTo>
                  <a:cubicBezTo>
                    <a:pt x="1654" y="672"/>
                    <a:pt x="1671" y="667"/>
                    <a:pt x="1683" y="660"/>
                  </a:cubicBezTo>
                  <a:cubicBezTo>
                    <a:pt x="1728" y="637"/>
                    <a:pt x="1766" y="621"/>
                    <a:pt x="1800" y="599"/>
                  </a:cubicBezTo>
                  <a:lnTo>
                    <a:pt x="2455" y="221"/>
                  </a:lnTo>
                  <a:lnTo>
                    <a:pt x="245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42"/>
            <p:cNvSpPr/>
            <p:nvPr/>
          </p:nvSpPr>
          <p:spPr>
            <a:xfrm>
              <a:off x="3776865" y="4834113"/>
              <a:ext cx="289841" cy="160572"/>
            </a:xfrm>
            <a:custGeom>
              <a:rect b="b" l="l" r="r" t="t"/>
              <a:pathLst>
                <a:path extrusionOk="0" h="1621" w="2926">
                  <a:moveTo>
                    <a:pt x="1248" y="611"/>
                  </a:moveTo>
                  <a:cubicBezTo>
                    <a:pt x="1406" y="611"/>
                    <a:pt x="1566" y="646"/>
                    <a:pt x="1687" y="715"/>
                  </a:cubicBezTo>
                  <a:cubicBezTo>
                    <a:pt x="1931" y="854"/>
                    <a:pt x="1931" y="1082"/>
                    <a:pt x="1692" y="1221"/>
                  </a:cubicBezTo>
                  <a:cubicBezTo>
                    <a:pt x="1574" y="1290"/>
                    <a:pt x="1414" y="1325"/>
                    <a:pt x="1255" y="1325"/>
                  </a:cubicBezTo>
                  <a:cubicBezTo>
                    <a:pt x="1096" y="1325"/>
                    <a:pt x="936" y="1290"/>
                    <a:pt x="817" y="1221"/>
                  </a:cubicBezTo>
                  <a:cubicBezTo>
                    <a:pt x="571" y="1082"/>
                    <a:pt x="571" y="855"/>
                    <a:pt x="811" y="715"/>
                  </a:cubicBezTo>
                  <a:cubicBezTo>
                    <a:pt x="931" y="646"/>
                    <a:pt x="1089" y="611"/>
                    <a:pt x="1248" y="611"/>
                  </a:cubicBezTo>
                  <a:close/>
                  <a:moveTo>
                    <a:pt x="1139" y="1"/>
                  </a:moveTo>
                  <a:lnTo>
                    <a:pt x="485" y="377"/>
                  </a:lnTo>
                  <a:cubicBezTo>
                    <a:pt x="1" y="660"/>
                    <a:pt x="1" y="1115"/>
                    <a:pt x="490" y="1398"/>
                  </a:cubicBezTo>
                  <a:lnTo>
                    <a:pt x="507" y="1408"/>
                  </a:lnTo>
                  <a:cubicBezTo>
                    <a:pt x="750" y="1550"/>
                    <a:pt x="1070" y="1621"/>
                    <a:pt x="1390" y="1621"/>
                  </a:cubicBezTo>
                  <a:cubicBezTo>
                    <a:pt x="1709" y="1621"/>
                    <a:pt x="2029" y="1550"/>
                    <a:pt x="2271" y="1408"/>
                  </a:cubicBezTo>
                  <a:lnTo>
                    <a:pt x="2925" y="1031"/>
                  </a:lnTo>
                  <a:lnTo>
                    <a:pt x="113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2" name="Google Shape;4622;p42"/>
          <p:cNvGrpSpPr/>
          <p:nvPr/>
        </p:nvGrpSpPr>
        <p:grpSpPr>
          <a:xfrm>
            <a:off x="8313198" y="1430675"/>
            <a:ext cx="830805" cy="753025"/>
            <a:chOff x="5255839" y="-1347627"/>
            <a:chExt cx="1366681" cy="1238732"/>
          </a:xfrm>
        </p:grpSpPr>
        <p:sp>
          <p:nvSpPr>
            <p:cNvPr id="4623" name="Google Shape;4623;p42"/>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42"/>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42"/>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42"/>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42"/>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42"/>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42"/>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42"/>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42"/>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42"/>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42"/>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42"/>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42"/>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42"/>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7" name="Google Shape;4637;p42"/>
          <p:cNvGrpSpPr/>
          <p:nvPr/>
        </p:nvGrpSpPr>
        <p:grpSpPr>
          <a:xfrm>
            <a:off x="2461898" y="3873850"/>
            <a:ext cx="830805" cy="753025"/>
            <a:chOff x="5255839" y="-1347627"/>
            <a:chExt cx="1366681" cy="1238732"/>
          </a:xfrm>
        </p:grpSpPr>
        <p:sp>
          <p:nvSpPr>
            <p:cNvPr id="4638" name="Google Shape;4638;p42"/>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42"/>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42"/>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42"/>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42"/>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42"/>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42"/>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42"/>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42"/>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42"/>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42"/>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42"/>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42"/>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42"/>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2" name="Google Shape;4652;p42"/>
          <p:cNvGrpSpPr/>
          <p:nvPr/>
        </p:nvGrpSpPr>
        <p:grpSpPr>
          <a:xfrm>
            <a:off x="7789148" y="4091548"/>
            <a:ext cx="830894" cy="591536"/>
            <a:chOff x="7088023" y="1297048"/>
            <a:chExt cx="830894" cy="591536"/>
          </a:xfrm>
        </p:grpSpPr>
        <p:sp>
          <p:nvSpPr>
            <p:cNvPr id="4653" name="Google Shape;4653;p42"/>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42"/>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42"/>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42"/>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42"/>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42"/>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42"/>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42"/>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42"/>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42"/>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42"/>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42"/>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42"/>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42"/>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42"/>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42"/>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42"/>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42"/>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42"/>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42"/>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42"/>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42"/>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42"/>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42"/>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42"/>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42"/>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42"/>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42"/>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42"/>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42"/>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42"/>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42"/>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42"/>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6" name="Google Shape;4686;p42"/>
          <p:cNvGrpSpPr/>
          <p:nvPr/>
        </p:nvGrpSpPr>
        <p:grpSpPr>
          <a:xfrm>
            <a:off x="227010" y="2121823"/>
            <a:ext cx="830894" cy="591536"/>
            <a:chOff x="7088023" y="1297048"/>
            <a:chExt cx="830894" cy="591536"/>
          </a:xfrm>
        </p:grpSpPr>
        <p:sp>
          <p:nvSpPr>
            <p:cNvPr id="4687" name="Google Shape;4687;p42"/>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42"/>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42"/>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42"/>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42"/>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42"/>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42"/>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42"/>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42"/>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42"/>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42"/>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42"/>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42"/>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42"/>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42"/>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42"/>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42"/>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42"/>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42"/>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42"/>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42"/>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42"/>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42"/>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42"/>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42"/>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42"/>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42"/>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42"/>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42"/>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42"/>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42"/>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42"/>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42"/>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0" name="Google Shape;4720;p42"/>
          <p:cNvGrpSpPr/>
          <p:nvPr/>
        </p:nvGrpSpPr>
        <p:grpSpPr>
          <a:xfrm>
            <a:off x="4419373" y="4257348"/>
            <a:ext cx="830894" cy="591536"/>
            <a:chOff x="7088023" y="1297048"/>
            <a:chExt cx="830894" cy="591536"/>
          </a:xfrm>
        </p:grpSpPr>
        <p:sp>
          <p:nvSpPr>
            <p:cNvPr id="4721" name="Google Shape;4721;p42"/>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42"/>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42"/>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42"/>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42"/>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42"/>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42"/>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42"/>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42"/>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42"/>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42"/>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42"/>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42"/>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42"/>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42"/>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42"/>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42"/>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42"/>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42"/>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42"/>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42"/>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42"/>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42"/>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42"/>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42"/>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42"/>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42"/>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42"/>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42"/>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42"/>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42"/>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42"/>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42"/>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57" name="Shape 4757"/>
        <p:cNvGrpSpPr/>
        <p:nvPr/>
      </p:nvGrpSpPr>
      <p:grpSpPr>
        <a:xfrm>
          <a:off x="0" y="0"/>
          <a:ext cx="0" cy="0"/>
          <a:chOff x="0" y="0"/>
          <a:chExt cx="0" cy="0"/>
        </a:xfrm>
      </p:grpSpPr>
      <p:sp>
        <p:nvSpPr>
          <p:cNvPr id="4758" name="Google Shape;4758;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Mining match</a:t>
            </a:r>
            <a:endParaRPr/>
          </a:p>
        </p:txBody>
      </p:sp>
      <p:sp>
        <p:nvSpPr>
          <p:cNvPr id="4759" name="Google Shape;4759;p43"/>
          <p:cNvSpPr txBox="1"/>
          <p:nvPr>
            <p:ph idx="4294967295" type="subTitle"/>
          </p:nvPr>
        </p:nvSpPr>
        <p:spPr>
          <a:xfrm>
            <a:off x="669300" y="1189475"/>
            <a:ext cx="7704000" cy="6255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t>Do you know where the largest mines in the world are? </a:t>
            </a:r>
            <a:r>
              <a:rPr lang="en"/>
              <a:t>Connect each mine with their country. Click and drag the circle tip to the right answer</a:t>
            </a:r>
            <a:endParaRPr/>
          </a:p>
        </p:txBody>
      </p:sp>
      <p:sp>
        <p:nvSpPr>
          <p:cNvPr id="4760" name="Google Shape;4760;p43"/>
          <p:cNvSpPr txBox="1"/>
          <p:nvPr/>
        </p:nvSpPr>
        <p:spPr>
          <a:xfrm flipH="1">
            <a:off x="5745850" y="2041900"/>
            <a:ext cx="21630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a:solidFill>
                  <a:schemeClr val="dk1"/>
                </a:solidFill>
                <a:latin typeface="Lato"/>
                <a:ea typeface="Lato"/>
                <a:cs typeface="Lato"/>
                <a:sym typeface="Lato"/>
              </a:rPr>
              <a:t>Indonesia</a:t>
            </a:r>
            <a:endParaRPr b="1">
              <a:solidFill>
                <a:schemeClr val="dk1"/>
              </a:solidFill>
              <a:latin typeface="Lato"/>
              <a:ea typeface="Lato"/>
              <a:cs typeface="Lato"/>
              <a:sym typeface="Lato"/>
            </a:endParaRPr>
          </a:p>
        </p:txBody>
      </p:sp>
      <p:sp>
        <p:nvSpPr>
          <p:cNvPr id="4761" name="Google Shape;4761;p43"/>
          <p:cNvSpPr txBox="1"/>
          <p:nvPr/>
        </p:nvSpPr>
        <p:spPr>
          <a:xfrm flipH="1">
            <a:off x="1123125" y="2041900"/>
            <a:ext cx="30663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Lato"/>
                <a:ea typeface="Lato"/>
                <a:cs typeface="Lato"/>
                <a:sym typeface="Lato"/>
              </a:rPr>
              <a:t>Bingham Canyon Mine</a:t>
            </a:r>
            <a:endParaRPr>
              <a:solidFill>
                <a:schemeClr val="dk1"/>
              </a:solidFill>
              <a:latin typeface="Lato"/>
              <a:ea typeface="Lato"/>
              <a:cs typeface="Lato"/>
              <a:sym typeface="Lato"/>
            </a:endParaRPr>
          </a:p>
        </p:txBody>
      </p:sp>
      <p:sp>
        <p:nvSpPr>
          <p:cNvPr id="4762" name="Google Shape;4762;p43"/>
          <p:cNvSpPr txBox="1"/>
          <p:nvPr/>
        </p:nvSpPr>
        <p:spPr>
          <a:xfrm flipH="1">
            <a:off x="5745850" y="2594350"/>
            <a:ext cx="21630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a:solidFill>
                  <a:schemeClr val="dk1"/>
                </a:solidFill>
                <a:latin typeface="Lato"/>
                <a:ea typeface="Lato"/>
                <a:cs typeface="Lato"/>
                <a:sym typeface="Lato"/>
              </a:rPr>
              <a:t>United States</a:t>
            </a:r>
            <a:endParaRPr b="1">
              <a:solidFill>
                <a:schemeClr val="dk1"/>
              </a:solidFill>
              <a:latin typeface="Lato"/>
              <a:ea typeface="Lato"/>
              <a:cs typeface="Lato"/>
              <a:sym typeface="Lato"/>
            </a:endParaRPr>
          </a:p>
        </p:txBody>
      </p:sp>
      <p:sp>
        <p:nvSpPr>
          <p:cNvPr id="4763" name="Google Shape;4763;p43"/>
          <p:cNvSpPr txBox="1"/>
          <p:nvPr/>
        </p:nvSpPr>
        <p:spPr>
          <a:xfrm flipH="1">
            <a:off x="1123125" y="2594350"/>
            <a:ext cx="30663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Lato"/>
                <a:ea typeface="Lato"/>
                <a:cs typeface="Lato"/>
                <a:sym typeface="Lato"/>
              </a:rPr>
              <a:t>Garzweiler Mine</a:t>
            </a:r>
            <a:endParaRPr>
              <a:solidFill>
                <a:schemeClr val="dk1"/>
              </a:solidFill>
              <a:latin typeface="Lato"/>
              <a:ea typeface="Lato"/>
              <a:cs typeface="Lato"/>
              <a:sym typeface="Lato"/>
            </a:endParaRPr>
          </a:p>
        </p:txBody>
      </p:sp>
      <p:sp>
        <p:nvSpPr>
          <p:cNvPr id="4764" name="Google Shape;4764;p43"/>
          <p:cNvSpPr txBox="1"/>
          <p:nvPr/>
        </p:nvSpPr>
        <p:spPr>
          <a:xfrm flipH="1">
            <a:off x="5754562" y="3146800"/>
            <a:ext cx="21630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a:solidFill>
                  <a:schemeClr val="dk1"/>
                </a:solidFill>
                <a:latin typeface="Lato"/>
                <a:ea typeface="Lato"/>
                <a:cs typeface="Lato"/>
                <a:sym typeface="Lato"/>
              </a:rPr>
              <a:t>Chile</a:t>
            </a:r>
            <a:endParaRPr b="1">
              <a:solidFill>
                <a:schemeClr val="dk1"/>
              </a:solidFill>
              <a:latin typeface="Lato"/>
              <a:ea typeface="Lato"/>
              <a:cs typeface="Lato"/>
              <a:sym typeface="Lato"/>
            </a:endParaRPr>
          </a:p>
        </p:txBody>
      </p:sp>
      <p:sp>
        <p:nvSpPr>
          <p:cNvPr id="4765" name="Google Shape;4765;p43"/>
          <p:cNvSpPr txBox="1"/>
          <p:nvPr/>
        </p:nvSpPr>
        <p:spPr>
          <a:xfrm flipH="1">
            <a:off x="1127950" y="3146800"/>
            <a:ext cx="30663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Lato"/>
                <a:ea typeface="Lato"/>
                <a:cs typeface="Lato"/>
                <a:sym typeface="Lato"/>
              </a:rPr>
              <a:t>Chuquicamata Mine</a:t>
            </a:r>
            <a:endParaRPr>
              <a:solidFill>
                <a:schemeClr val="dk1"/>
              </a:solidFill>
              <a:latin typeface="Lato"/>
              <a:ea typeface="Lato"/>
              <a:cs typeface="Lato"/>
              <a:sym typeface="Lato"/>
            </a:endParaRPr>
          </a:p>
        </p:txBody>
      </p:sp>
      <p:sp>
        <p:nvSpPr>
          <p:cNvPr id="4766" name="Google Shape;4766;p43"/>
          <p:cNvSpPr txBox="1"/>
          <p:nvPr/>
        </p:nvSpPr>
        <p:spPr>
          <a:xfrm flipH="1">
            <a:off x="5754562" y="3699250"/>
            <a:ext cx="21630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a:solidFill>
                  <a:schemeClr val="dk1"/>
                </a:solidFill>
                <a:latin typeface="Lato"/>
                <a:ea typeface="Lato"/>
                <a:cs typeface="Lato"/>
                <a:sym typeface="Lato"/>
              </a:rPr>
              <a:t>Sweden</a:t>
            </a:r>
            <a:endParaRPr b="1">
              <a:solidFill>
                <a:schemeClr val="dk1"/>
              </a:solidFill>
              <a:latin typeface="Lato"/>
              <a:ea typeface="Lato"/>
              <a:cs typeface="Lato"/>
              <a:sym typeface="Lato"/>
            </a:endParaRPr>
          </a:p>
        </p:txBody>
      </p:sp>
      <p:sp>
        <p:nvSpPr>
          <p:cNvPr id="4767" name="Google Shape;4767;p43"/>
          <p:cNvSpPr txBox="1"/>
          <p:nvPr/>
        </p:nvSpPr>
        <p:spPr>
          <a:xfrm flipH="1">
            <a:off x="1127950" y="3699250"/>
            <a:ext cx="30663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Lato"/>
                <a:ea typeface="Lato"/>
                <a:cs typeface="Lato"/>
                <a:sym typeface="Lato"/>
              </a:rPr>
              <a:t>Kiruna Mine</a:t>
            </a:r>
            <a:endParaRPr>
              <a:solidFill>
                <a:schemeClr val="dk1"/>
              </a:solidFill>
              <a:latin typeface="Lato"/>
              <a:ea typeface="Lato"/>
              <a:cs typeface="Lato"/>
              <a:sym typeface="Lato"/>
            </a:endParaRPr>
          </a:p>
        </p:txBody>
      </p:sp>
      <p:cxnSp>
        <p:nvCxnSpPr>
          <p:cNvPr id="4768" name="Google Shape;4768;p43"/>
          <p:cNvCxnSpPr>
            <a:stCxn id="4761" idx="1"/>
            <a:endCxn id="4762" idx="3"/>
          </p:cNvCxnSpPr>
          <p:nvPr/>
        </p:nvCxnSpPr>
        <p:spPr>
          <a:xfrm>
            <a:off x="4189425" y="2206750"/>
            <a:ext cx="1556400" cy="552600"/>
          </a:xfrm>
          <a:prstGeom prst="bentConnector3">
            <a:avLst>
              <a:gd fmla="val 50001" name="adj1"/>
            </a:avLst>
          </a:prstGeom>
          <a:noFill/>
          <a:ln cap="flat" cmpd="sng" w="19050">
            <a:solidFill>
              <a:schemeClr val="dk1"/>
            </a:solidFill>
            <a:prstDash val="solid"/>
            <a:round/>
            <a:headEnd len="med" w="med" type="none"/>
            <a:tailEnd len="med" w="med" type="oval"/>
          </a:ln>
        </p:spPr>
      </p:cxnSp>
      <p:cxnSp>
        <p:nvCxnSpPr>
          <p:cNvPr id="4769" name="Google Shape;4769;p43"/>
          <p:cNvCxnSpPr>
            <a:stCxn id="4763" idx="1"/>
          </p:cNvCxnSpPr>
          <p:nvPr/>
        </p:nvCxnSpPr>
        <p:spPr>
          <a:xfrm>
            <a:off x="4189425" y="2759200"/>
            <a:ext cx="475500" cy="124500"/>
          </a:xfrm>
          <a:prstGeom prst="bentConnector3">
            <a:avLst>
              <a:gd fmla="val 50000" name="adj1"/>
            </a:avLst>
          </a:prstGeom>
          <a:noFill/>
          <a:ln cap="flat" cmpd="sng" w="19050">
            <a:solidFill>
              <a:schemeClr val="dk1"/>
            </a:solidFill>
            <a:prstDash val="solid"/>
            <a:round/>
            <a:headEnd len="med" w="med" type="none"/>
            <a:tailEnd len="med" w="med" type="oval"/>
          </a:ln>
        </p:spPr>
      </p:cxnSp>
      <p:cxnSp>
        <p:nvCxnSpPr>
          <p:cNvPr id="4770" name="Google Shape;4770;p43"/>
          <p:cNvCxnSpPr>
            <a:stCxn id="4765" idx="1"/>
          </p:cNvCxnSpPr>
          <p:nvPr/>
        </p:nvCxnSpPr>
        <p:spPr>
          <a:xfrm>
            <a:off x="4194250" y="3311650"/>
            <a:ext cx="472800" cy="126600"/>
          </a:xfrm>
          <a:prstGeom prst="bentConnector3">
            <a:avLst>
              <a:gd fmla="val 50000" name="adj1"/>
            </a:avLst>
          </a:prstGeom>
          <a:noFill/>
          <a:ln cap="flat" cmpd="sng" w="19050">
            <a:solidFill>
              <a:schemeClr val="dk1"/>
            </a:solidFill>
            <a:prstDash val="solid"/>
            <a:round/>
            <a:headEnd len="med" w="med" type="none"/>
            <a:tailEnd len="med" w="med" type="oval"/>
          </a:ln>
        </p:spPr>
      </p:cxnSp>
      <p:cxnSp>
        <p:nvCxnSpPr>
          <p:cNvPr id="4771" name="Google Shape;4771;p43"/>
          <p:cNvCxnSpPr>
            <a:stCxn id="4767" idx="1"/>
          </p:cNvCxnSpPr>
          <p:nvPr/>
        </p:nvCxnSpPr>
        <p:spPr>
          <a:xfrm>
            <a:off x="4194250" y="3864100"/>
            <a:ext cx="475500" cy="129000"/>
          </a:xfrm>
          <a:prstGeom prst="bentConnector3">
            <a:avLst>
              <a:gd fmla="val 50000" name="adj1"/>
            </a:avLst>
          </a:prstGeom>
          <a:noFill/>
          <a:ln cap="flat" cmpd="sng" w="19050">
            <a:solidFill>
              <a:schemeClr val="dk1"/>
            </a:solidFill>
            <a:prstDash val="solid"/>
            <a:round/>
            <a:headEnd len="med" w="med" type="none"/>
            <a:tailEnd len="med" w="med" type="oval"/>
          </a:ln>
        </p:spPr>
      </p:cxnSp>
      <p:sp>
        <p:nvSpPr>
          <p:cNvPr id="4772" name="Google Shape;4772;p43"/>
          <p:cNvSpPr txBox="1"/>
          <p:nvPr/>
        </p:nvSpPr>
        <p:spPr>
          <a:xfrm flipH="1">
            <a:off x="5756487" y="4251700"/>
            <a:ext cx="21630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a:solidFill>
                  <a:schemeClr val="dk1"/>
                </a:solidFill>
                <a:latin typeface="Lato"/>
                <a:ea typeface="Lato"/>
                <a:cs typeface="Lato"/>
                <a:sym typeface="Lato"/>
              </a:rPr>
              <a:t>Germany</a:t>
            </a:r>
            <a:endParaRPr b="1">
              <a:solidFill>
                <a:schemeClr val="dk1"/>
              </a:solidFill>
              <a:latin typeface="Lato"/>
              <a:ea typeface="Lato"/>
              <a:cs typeface="Lato"/>
              <a:sym typeface="Lato"/>
            </a:endParaRPr>
          </a:p>
        </p:txBody>
      </p:sp>
      <p:sp>
        <p:nvSpPr>
          <p:cNvPr id="4773" name="Google Shape;4773;p43"/>
          <p:cNvSpPr txBox="1"/>
          <p:nvPr/>
        </p:nvSpPr>
        <p:spPr>
          <a:xfrm flipH="1">
            <a:off x="1129875" y="4251700"/>
            <a:ext cx="30663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Lato"/>
                <a:ea typeface="Lato"/>
                <a:cs typeface="Lato"/>
                <a:sym typeface="Lato"/>
              </a:rPr>
              <a:t>Grasberg Mine</a:t>
            </a:r>
            <a:endParaRPr>
              <a:solidFill>
                <a:schemeClr val="dk1"/>
              </a:solidFill>
              <a:latin typeface="Lato"/>
              <a:ea typeface="Lato"/>
              <a:cs typeface="Lato"/>
              <a:sym typeface="Lato"/>
            </a:endParaRPr>
          </a:p>
        </p:txBody>
      </p:sp>
      <p:cxnSp>
        <p:nvCxnSpPr>
          <p:cNvPr id="4774" name="Google Shape;4774;p43"/>
          <p:cNvCxnSpPr>
            <a:stCxn id="4773" idx="1"/>
          </p:cNvCxnSpPr>
          <p:nvPr/>
        </p:nvCxnSpPr>
        <p:spPr>
          <a:xfrm>
            <a:off x="4196175" y="4416550"/>
            <a:ext cx="475500" cy="129000"/>
          </a:xfrm>
          <a:prstGeom prst="bentConnector3">
            <a:avLst>
              <a:gd fmla="val 50000" name="adj1"/>
            </a:avLst>
          </a:prstGeom>
          <a:noFill/>
          <a:ln cap="flat" cmpd="sng" w="19050">
            <a:solidFill>
              <a:schemeClr val="dk1"/>
            </a:solidFill>
            <a:prstDash val="solid"/>
            <a:round/>
            <a:headEnd len="med" w="med" type="none"/>
            <a:tailEnd len="med" w="med" type="oval"/>
          </a:ln>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8" name="Shape 4778"/>
        <p:cNvGrpSpPr/>
        <p:nvPr/>
      </p:nvGrpSpPr>
      <p:grpSpPr>
        <a:xfrm>
          <a:off x="0" y="0"/>
          <a:ext cx="0" cy="0"/>
          <a:chOff x="0" y="0"/>
          <a:chExt cx="0" cy="0"/>
        </a:xfrm>
      </p:grpSpPr>
      <p:sp>
        <p:nvSpPr>
          <p:cNvPr id="4779" name="Google Shape;4779;p44"/>
          <p:cNvSpPr/>
          <p:nvPr/>
        </p:nvSpPr>
        <p:spPr>
          <a:xfrm>
            <a:off x="6421475" y="3410325"/>
            <a:ext cx="654600" cy="654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44"/>
          <p:cNvSpPr/>
          <p:nvPr/>
        </p:nvSpPr>
        <p:spPr>
          <a:xfrm>
            <a:off x="4276170" y="3410317"/>
            <a:ext cx="654600" cy="6546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44"/>
          <p:cNvSpPr/>
          <p:nvPr/>
        </p:nvSpPr>
        <p:spPr>
          <a:xfrm>
            <a:off x="2130864" y="3410333"/>
            <a:ext cx="654600" cy="654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Link the minerals</a:t>
            </a:r>
            <a:endParaRPr/>
          </a:p>
        </p:txBody>
      </p:sp>
      <p:sp>
        <p:nvSpPr>
          <p:cNvPr id="4783" name="Google Shape;4783;p44"/>
          <p:cNvSpPr txBox="1"/>
          <p:nvPr>
            <p:ph idx="4294967295" type="subTitle"/>
          </p:nvPr>
        </p:nvSpPr>
        <p:spPr>
          <a:xfrm>
            <a:off x="669300" y="1189475"/>
            <a:ext cx="7704000" cy="6255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t>How much do you know about minerals?</a:t>
            </a:r>
            <a:r>
              <a:rPr lang="en"/>
              <a:t> </a:t>
            </a:r>
            <a:r>
              <a:rPr lang="en"/>
              <a:t>A</a:t>
            </a:r>
            <a:r>
              <a:rPr lang="en"/>
              <a:t>nswer these three questions. You have to link each question to the icon of the correct answer. Click and drag the circle tip to the right answer</a:t>
            </a:r>
            <a:endParaRPr/>
          </a:p>
        </p:txBody>
      </p:sp>
      <p:grpSp>
        <p:nvGrpSpPr>
          <p:cNvPr id="4784" name="Google Shape;4784;p44"/>
          <p:cNvGrpSpPr/>
          <p:nvPr/>
        </p:nvGrpSpPr>
        <p:grpSpPr>
          <a:xfrm>
            <a:off x="4459615" y="3582837"/>
            <a:ext cx="287724" cy="309584"/>
            <a:chOff x="7582015" y="1289249"/>
            <a:chExt cx="287724" cy="309584"/>
          </a:xfrm>
        </p:grpSpPr>
        <p:sp>
          <p:nvSpPr>
            <p:cNvPr id="4785" name="Google Shape;4785;p44"/>
            <p:cNvSpPr/>
            <p:nvPr/>
          </p:nvSpPr>
          <p:spPr>
            <a:xfrm>
              <a:off x="7601399" y="1289282"/>
              <a:ext cx="242898" cy="309551"/>
            </a:xfrm>
            <a:custGeom>
              <a:rect b="b" l="l" r="r" t="t"/>
              <a:pathLst>
                <a:path extrusionOk="0" h="9502" w="7456">
                  <a:moveTo>
                    <a:pt x="3401" y="4384"/>
                  </a:moveTo>
                  <a:lnTo>
                    <a:pt x="3401" y="4384"/>
                  </a:lnTo>
                  <a:cubicBezTo>
                    <a:pt x="3673" y="4452"/>
                    <a:pt x="3928" y="4584"/>
                    <a:pt x="4144" y="4772"/>
                  </a:cubicBezTo>
                  <a:cubicBezTo>
                    <a:pt x="4436" y="5024"/>
                    <a:pt x="4637" y="5354"/>
                    <a:pt x="4725" y="5728"/>
                  </a:cubicBezTo>
                  <a:cubicBezTo>
                    <a:pt x="4761" y="5875"/>
                    <a:pt x="4886" y="5975"/>
                    <a:pt x="5038" y="5978"/>
                  </a:cubicBezTo>
                  <a:cubicBezTo>
                    <a:pt x="5040" y="5978"/>
                    <a:pt x="5041" y="5978"/>
                    <a:pt x="5042" y="5978"/>
                  </a:cubicBezTo>
                  <a:cubicBezTo>
                    <a:pt x="5133" y="5978"/>
                    <a:pt x="5215" y="5943"/>
                    <a:pt x="5276" y="5882"/>
                  </a:cubicBezTo>
                  <a:cubicBezTo>
                    <a:pt x="5436" y="6165"/>
                    <a:pt x="5511" y="6488"/>
                    <a:pt x="5491" y="6818"/>
                  </a:cubicBezTo>
                  <a:cubicBezTo>
                    <a:pt x="5485" y="6817"/>
                    <a:pt x="5479" y="6817"/>
                    <a:pt x="5473" y="6817"/>
                  </a:cubicBezTo>
                  <a:cubicBezTo>
                    <a:pt x="5370" y="6817"/>
                    <a:pt x="5270" y="6861"/>
                    <a:pt x="5199" y="6947"/>
                  </a:cubicBezTo>
                  <a:lnTo>
                    <a:pt x="4753" y="7494"/>
                  </a:lnTo>
                  <a:lnTo>
                    <a:pt x="4167" y="7018"/>
                  </a:lnTo>
                  <a:cubicBezTo>
                    <a:pt x="4102" y="6965"/>
                    <a:pt x="4023" y="6939"/>
                    <a:pt x="3944" y="6939"/>
                  </a:cubicBezTo>
                  <a:cubicBezTo>
                    <a:pt x="3871" y="6939"/>
                    <a:pt x="3798" y="6961"/>
                    <a:pt x="3736" y="7006"/>
                  </a:cubicBezTo>
                  <a:lnTo>
                    <a:pt x="2922" y="7601"/>
                  </a:lnTo>
                  <a:lnTo>
                    <a:pt x="2178" y="7046"/>
                  </a:lnTo>
                  <a:cubicBezTo>
                    <a:pt x="2155" y="6936"/>
                    <a:pt x="2144" y="6824"/>
                    <a:pt x="2144" y="6710"/>
                  </a:cubicBezTo>
                  <a:cubicBezTo>
                    <a:pt x="2145" y="6341"/>
                    <a:pt x="2225" y="5980"/>
                    <a:pt x="2377" y="5648"/>
                  </a:cubicBezTo>
                  <a:cubicBezTo>
                    <a:pt x="2466" y="5829"/>
                    <a:pt x="2650" y="5944"/>
                    <a:pt x="2853" y="5944"/>
                  </a:cubicBezTo>
                  <a:cubicBezTo>
                    <a:pt x="2859" y="5944"/>
                    <a:pt x="2866" y="5944"/>
                    <a:pt x="2872" y="5944"/>
                  </a:cubicBezTo>
                  <a:cubicBezTo>
                    <a:pt x="3091" y="5936"/>
                    <a:pt x="3274" y="5805"/>
                    <a:pt x="3350" y="5599"/>
                  </a:cubicBezTo>
                  <a:cubicBezTo>
                    <a:pt x="3431" y="5379"/>
                    <a:pt x="3473" y="5149"/>
                    <a:pt x="3473" y="4912"/>
                  </a:cubicBezTo>
                  <a:cubicBezTo>
                    <a:pt x="3473" y="4731"/>
                    <a:pt x="3449" y="4555"/>
                    <a:pt x="3401" y="4384"/>
                  </a:cubicBezTo>
                  <a:close/>
                  <a:moveTo>
                    <a:pt x="3945" y="7313"/>
                  </a:moveTo>
                  <a:lnTo>
                    <a:pt x="5103" y="8256"/>
                  </a:lnTo>
                  <a:lnTo>
                    <a:pt x="4155" y="9128"/>
                  </a:lnTo>
                  <a:lnTo>
                    <a:pt x="3313" y="9050"/>
                  </a:lnTo>
                  <a:lnTo>
                    <a:pt x="3270" y="8852"/>
                  </a:lnTo>
                  <a:lnTo>
                    <a:pt x="3438" y="8271"/>
                  </a:lnTo>
                  <a:cubicBezTo>
                    <a:pt x="3478" y="8130"/>
                    <a:pt x="3427" y="7977"/>
                    <a:pt x="3310" y="7889"/>
                  </a:cubicBezTo>
                  <a:lnTo>
                    <a:pt x="3233" y="7834"/>
                  </a:lnTo>
                  <a:lnTo>
                    <a:pt x="3945" y="7313"/>
                  </a:lnTo>
                  <a:close/>
                  <a:moveTo>
                    <a:pt x="1757" y="7196"/>
                  </a:moveTo>
                  <a:lnTo>
                    <a:pt x="3079" y="8181"/>
                  </a:lnTo>
                  <a:lnTo>
                    <a:pt x="2805" y="9129"/>
                  </a:lnTo>
                  <a:lnTo>
                    <a:pt x="1436" y="9129"/>
                  </a:lnTo>
                  <a:lnTo>
                    <a:pt x="799" y="8374"/>
                  </a:lnTo>
                  <a:lnTo>
                    <a:pt x="1757" y="7196"/>
                  </a:lnTo>
                  <a:close/>
                  <a:moveTo>
                    <a:pt x="5476" y="7197"/>
                  </a:moveTo>
                  <a:lnTo>
                    <a:pt x="6798" y="8182"/>
                  </a:lnTo>
                  <a:lnTo>
                    <a:pt x="6524" y="9129"/>
                  </a:lnTo>
                  <a:lnTo>
                    <a:pt x="5155" y="9129"/>
                  </a:lnTo>
                  <a:lnTo>
                    <a:pt x="4958" y="8895"/>
                  </a:lnTo>
                  <a:lnTo>
                    <a:pt x="5370" y="8517"/>
                  </a:lnTo>
                  <a:cubicBezTo>
                    <a:pt x="5446" y="8448"/>
                    <a:pt x="5489" y="8349"/>
                    <a:pt x="5485" y="8247"/>
                  </a:cubicBezTo>
                  <a:cubicBezTo>
                    <a:pt x="5481" y="8145"/>
                    <a:pt x="5433" y="8048"/>
                    <a:pt x="5355" y="7984"/>
                  </a:cubicBezTo>
                  <a:lnTo>
                    <a:pt x="5043" y="7730"/>
                  </a:lnTo>
                  <a:lnTo>
                    <a:pt x="5476" y="7197"/>
                  </a:lnTo>
                  <a:close/>
                  <a:moveTo>
                    <a:pt x="4413" y="1"/>
                  </a:moveTo>
                  <a:cubicBezTo>
                    <a:pt x="4395" y="1"/>
                    <a:pt x="4378" y="3"/>
                    <a:pt x="4360" y="8"/>
                  </a:cubicBezTo>
                  <a:cubicBezTo>
                    <a:pt x="4289" y="29"/>
                    <a:pt x="4237" y="90"/>
                    <a:pt x="4227" y="165"/>
                  </a:cubicBezTo>
                  <a:cubicBezTo>
                    <a:pt x="4190" y="495"/>
                    <a:pt x="3667" y="868"/>
                    <a:pt x="3355" y="1093"/>
                  </a:cubicBezTo>
                  <a:lnTo>
                    <a:pt x="3308" y="1126"/>
                  </a:lnTo>
                  <a:cubicBezTo>
                    <a:pt x="2651" y="1598"/>
                    <a:pt x="2236" y="2314"/>
                    <a:pt x="2145" y="3100"/>
                  </a:cubicBezTo>
                  <a:cubicBezTo>
                    <a:pt x="1827" y="2793"/>
                    <a:pt x="1452" y="2547"/>
                    <a:pt x="1045" y="2376"/>
                  </a:cubicBezTo>
                  <a:cubicBezTo>
                    <a:pt x="1022" y="2366"/>
                    <a:pt x="997" y="2361"/>
                    <a:pt x="973" y="2361"/>
                  </a:cubicBezTo>
                  <a:cubicBezTo>
                    <a:pt x="920" y="2361"/>
                    <a:pt x="868" y="2384"/>
                    <a:pt x="832" y="2426"/>
                  </a:cubicBezTo>
                  <a:cubicBezTo>
                    <a:pt x="780" y="2489"/>
                    <a:pt x="775" y="2578"/>
                    <a:pt x="817" y="2646"/>
                  </a:cubicBezTo>
                  <a:cubicBezTo>
                    <a:pt x="1190" y="3226"/>
                    <a:pt x="1162" y="3985"/>
                    <a:pt x="745" y="4534"/>
                  </a:cubicBezTo>
                  <a:cubicBezTo>
                    <a:pt x="29" y="5480"/>
                    <a:pt x="0" y="6776"/>
                    <a:pt x="673" y="7753"/>
                  </a:cubicBezTo>
                  <a:cubicBezTo>
                    <a:pt x="697" y="7788"/>
                    <a:pt x="720" y="7820"/>
                    <a:pt x="745" y="7853"/>
                  </a:cubicBezTo>
                  <a:lnTo>
                    <a:pt x="502" y="8153"/>
                  </a:lnTo>
                  <a:cubicBezTo>
                    <a:pt x="394" y="8284"/>
                    <a:pt x="397" y="8474"/>
                    <a:pt x="505" y="8604"/>
                  </a:cubicBezTo>
                  <a:lnTo>
                    <a:pt x="1158" y="9376"/>
                  </a:lnTo>
                  <a:cubicBezTo>
                    <a:pt x="1225" y="9456"/>
                    <a:pt x="1322" y="9502"/>
                    <a:pt x="1427" y="9502"/>
                  </a:cubicBezTo>
                  <a:lnTo>
                    <a:pt x="2819" y="9502"/>
                  </a:lnTo>
                  <a:cubicBezTo>
                    <a:pt x="2933" y="9502"/>
                    <a:pt x="3035" y="9448"/>
                    <a:pt x="3101" y="9361"/>
                  </a:cubicBezTo>
                  <a:cubicBezTo>
                    <a:pt x="3149" y="9395"/>
                    <a:pt x="3206" y="9416"/>
                    <a:pt x="3268" y="9421"/>
                  </a:cubicBezTo>
                  <a:lnTo>
                    <a:pt x="4130" y="9501"/>
                  </a:lnTo>
                  <a:cubicBezTo>
                    <a:pt x="4140" y="9502"/>
                    <a:pt x="4151" y="9502"/>
                    <a:pt x="4163" y="9502"/>
                  </a:cubicBezTo>
                  <a:cubicBezTo>
                    <a:pt x="4250" y="9502"/>
                    <a:pt x="4336" y="9469"/>
                    <a:pt x="4401" y="9408"/>
                  </a:cubicBezTo>
                  <a:lnTo>
                    <a:pt x="4685" y="9148"/>
                  </a:lnTo>
                  <a:lnTo>
                    <a:pt x="4878" y="9376"/>
                  </a:lnTo>
                  <a:cubicBezTo>
                    <a:pt x="4945" y="9456"/>
                    <a:pt x="5043" y="9502"/>
                    <a:pt x="5148" y="9502"/>
                  </a:cubicBezTo>
                  <a:lnTo>
                    <a:pt x="6539" y="9502"/>
                  </a:lnTo>
                  <a:cubicBezTo>
                    <a:pt x="6696" y="9502"/>
                    <a:pt x="6836" y="9397"/>
                    <a:pt x="6879" y="9247"/>
                  </a:cubicBezTo>
                  <a:lnTo>
                    <a:pt x="7161" y="8275"/>
                  </a:lnTo>
                  <a:cubicBezTo>
                    <a:pt x="7202" y="8135"/>
                    <a:pt x="7150" y="7982"/>
                    <a:pt x="7032" y="7894"/>
                  </a:cubicBezTo>
                  <a:lnTo>
                    <a:pt x="6814" y="7731"/>
                  </a:lnTo>
                  <a:cubicBezTo>
                    <a:pt x="7229" y="7219"/>
                    <a:pt x="7455" y="6581"/>
                    <a:pt x="7455" y="5918"/>
                  </a:cubicBezTo>
                  <a:cubicBezTo>
                    <a:pt x="7454" y="5291"/>
                    <a:pt x="7247" y="4675"/>
                    <a:pt x="6872" y="4178"/>
                  </a:cubicBezTo>
                  <a:lnTo>
                    <a:pt x="6602" y="3823"/>
                  </a:lnTo>
                  <a:cubicBezTo>
                    <a:pt x="6405" y="3561"/>
                    <a:pt x="6283" y="3251"/>
                    <a:pt x="6249" y="2923"/>
                  </a:cubicBezTo>
                  <a:cubicBezTo>
                    <a:pt x="6243" y="2855"/>
                    <a:pt x="6198" y="2796"/>
                    <a:pt x="6135" y="2771"/>
                  </a:cubicBezTo>
                  <a:cubicBezTo>
                    <a:pt x="6113" y="2762"/>
                    <a:pt x="6089" y="2757"/>
                    <a:pt x="6065" y="2757"/>
                  </a:cubicBezTo>
                  <a:cubicBezTo>
                    <a:pt x="6023" y="2757"/>
                    <a:pt x="5980" y="2772"/>
                    <a:pt x="5946" y="2800"/>
                  </a:cubicBezTo>
                  <a:cubicBezTo>
                    <a:pt x="5649" y="3044"/>
                    <a:pt x="5407" y="3343"/>
                    <a:pt x="5231" y="3677"/>
                  </a:cubicBezTo>
                  <a:cubicBezTo>
                    <a:pt x="5197" y="3513"/>
                    <a:pt x="5174" y="3346"/>
                    <a:pt x="5162" y="3177"/>
                  </a:cubicBezTo>
                  <a:cubicBezTo>
                    <a:pt x="5155" y="3080"/>
                    <a:pt x="5075" y="3005"/>
                    <a:pt x="4980" y="3005"/>
                  </a:cubicBezTo>
                  <a:cubicBezTo>
                    <a:pt x="4975" y="3005"/>
                    <a:pt x="4970" y="3005"/>
                    <a:pt x="4965" y="3006"/>
                  </a:cubicBezTo>
                  <a:cubicBezTo>
                    <a:pt x="4862" y="3013"/>
                    <a:pt x="4785" y="3101"/>
                    <a:pt x="4793" y="3204"/>
                  </a:cubicBezTo>
                  <a:cubicBezTo>
                    <a:pt x="4819" y="3581"/>
                    <a:pt x="4898" y="3953"/>
                    <a:pt x="5025" y="4310"/>
                  </a:cubicBezTo>
                  <a:cubicBezTo>
                    <a:pt x="5051" y="4383"/>
                    <a:pt x="5120" y="4432"/>
                    <a:pt x="5197" y="4432"/>
                  </a:cubicBezTo>
                  <a:cubicBezTo>
                    <a:pt x="5199" y="4432"/>
                    <a:pt x="5201" y="4432"/>
                    <a:pt x="5204" y="4432"/>
                  </a:cubicBezTo>
                  <a:cubicBezTo>
                    <a:pt x="5284" y="4430"/>
                    <a:pt x="5355" y="4377"/>
                    <a:pt x="5377" y="4300"/>
                  </a:cubicBezTo>
                  <a:cubicBezTo>
                    <a:pt x="5487" y="3928"/>
                    <a:pt x="5683" y="3591"/>
                    <a:pt x="5945" y="3309"/>
                  </a:cubicBezTo>
                  <a:cubicBezTo>
                    <a:pt x="6018" y="3575"/>
                    <a:pt x="6140" y="3825"/>
                    <a:pt x="6307" y="4047"/>
                  </a:cubicBezTo>
                  <a:lnTo>
                    <a:pt x="6575" y="4401"/>
                  </a:lnTo>
                  <a:cubicBezTo>
                    <a:pt x="6903" y="4835"/>
                    <a:pt x="7082" y="5373"/>
                    <a:pt x="7082" y="5915"/>
                  </a:cubicBezTo>
                  <a:cubicBezTo>
                    <a:pt x="7082" y="6499"/>
                    <a:pt x="6882" y="7059"/>
                    <a:pt x="6513" y="7506"/>
                  </a:cubicBezTo>
                  <a:lnTo>
                    <a:pt x="5846" y="7007"/>
                  </a:lnTo>
                  <a:cubicBezTo>
                    <a:pt x="5931" y="6409"/>
                    <a:pt x="5757" y="5814"/>
                    <a:pt x="5360" y="5362"/>
                  </a:cubicBezTo>
                  <a:cubicBezTo>
                    <a:pt x="5324" y="5320"/>
                    <a:pt x="5272" y="5298"/>
                    <a:pt x="5220" y="5298"/>
                  </a:cubicBezTo>
                  <a:cubicBezTo>
                    <a:pt x="5201" y="5298"/>
                    <a:pt x="5183" y="5300"/>
                    <a:pt x="5165" y="5306"/>
                  </a:cubicBezTo>
                  <a:cubicBezTo>
                    <a:pt x="5097" y="5328"/>
                    <a:pt x="5047" y="5388"/>
                    <a:pt x="5036" y="5458"/>
                  </a:cubicBezTo>
                  <a:cubicBezTo>
                    <a:pt x="4913" y="5085"/>
                    <a:pt x="4690" y="4754"/>
                    <a:pt x="4389" y="4492"/>
                  </a:cubicBezTo>
                  <a:cubicBezTo>
                    <a:pt x="4034" y="4185"/>
                    <a:pt x="3600" y="4003"/>
                    <a:pt x="3133" y="3966"/>
                  </a:cubicBezTo>
                  <a:cubicBezTo>
                    <a:pt x="3128" y="3966"/>
                    <a:pt x="3123" y="3966"/>
                    <a:pt x="3118" y="3966"/>
                  </a:cubicBezTo>
                  <a:cubicBezTo>
                    <a:pt x="3057" y="3966"/>
                    <a:pt x="3000" y="3995"/>
                    <a:pt x="2965" y="4047"/>
                  </a:cubicBezTo>
                  <a:cubicBezTo>
                    <a:pt x="2927" y="4101"/>
                    <a:pt x="2922" y="4170"/>
                    <a:pt x="2950" y="4231"/>
                  </a:cubicBezTo>
                  <a:cubicBezTo>
                    <a:pt x="3051" y="4446"/>
                    <a:pt x="3103" y="4675"/>
                    <a:pt x="3103" y="4914"/>
                  </a:cubicBezTo>
                  <a:cubicBezTo>
                    <a:pt x="3103" y="5107"/>
                    <a:pt x="3070" y="5295"/>
                    <a:pt x="3004" y="5473"/>
                  </a:cubicBezTo>
                  <a:cubicBezTo>
                    <a:pt x="2970" y="5564"/>
                    <a:pt x="2886" y="5574"/>
                    <a:pt x="2861" y="5574"/>
                  </a:cubicBezTo>
                  <a:cubicBezTo>
                    <a:pt x="2860" y="5574"/>
                    <a:pt x="2858" y="5574"/>
                    <a:pt x="2856" y="5574"/>
                  </a:cubicBezTo>
                  <a:cubicBezTo>
                    <a:pt x="2826" y="5574"/>
                    <a:pt x="2749" y="5565"/>
                    <a:pt x="2710" y="5481"/>
                  </a:cubicBezTo>
                  <a:cubicBezTo>
                    <a:pt x="2663" y="5378"/>
                    <a:pt x="2629" y="5268"/>
                    <a:pt x="2604" y="5157"/>
                  </a:cubicBezTo>
                  <a:cubicBezTo>
                    <a:pt x="2588" y="5084"/>
                    <a:pt x="2530" y="5027"/>
                    <a:pt x="2457" y="5013"/>
                  </a:cubicBezTo>
                  <a:cubicBezTo>
                    <a:pt x="2445" y="5010"/>
                    <a:pt x="2433" y="5009"/>
                    <a:pt x="2421" y="5009"/>
                  </a:cubicBezTo>
                  <a:cubicBezTo>
                    <a:pt x="2360" y="5009"/>
                    <a:pt x="2303" y="5040"/>
                    <a:pt x="2268" y="5091"/>
                  </a:cubicBezTo>
                  <a:cubicBezTo>
                    <a:pt x="1946" y="5570"/>
                    <a:pt x="1776" y="6132"/>
                    <a:pt x="1776" y="6711"/>
                  </a:cubicBezTo>
                  <a:cubicBezTo>
                    <a:pt x="1776" y="6747"/>
                    <a:pt x="1777" y="6783"/>
                    <a:pt x="1778" y="6819"/>
                  </a:cubicBezTo>
                  <a:cubicBezTo>
                    <a:pt x="1771" y="6818"/>
                    <a:pt x="1764" y="6818"/>
                    <a:pt x="1757" y="6818"/>
                  </a:cubicBezTo>
                  <a:cubicBezTo>
                    <a:pt x="1654" y="6818"/>
                    <a:pt x="1552" y="6862"/>
                    <a:pt x="1483" y="6949"/>
                  </a:cubicBezTo>
                  <a:lnTo>
                    <a:pt x="989" y="7556"/>
                  </a:lnTo>
                  <a:cubicBezTo>
                    <a:pt x="986" y="7552"/>
                    <a:pt x="982" y="7548"/>
                    <a:pt x="980" y="7543"/>
                  </a:cubicBezTo>
                  <a:cubicBezTo>
                    <a:pt x="397" y="6695"/>
                    <a:pt x="421" y="5577"/>
                    <a:pt x="1043" y="4757"/>
                  </a:cubicBezTo>
                  <a:cubicBezTo>
                    <a:pt x="1437" y="4238"/>
                    <a:pt x="1547" y="3565"/>
                    <a:pt x="1366" y="2958"/>
                  </a:cubicBezTo>
                  <a:lnTo>
                    <a:pt x="1366" y="2958"/>
                  </a:lnTo>
                  <a:cubicBezTo>
                    <a:pt x="1672" y="3151"/>
                    <a:pt x="1946" y="3394"/>
                    <a:pt x="2173" y="3677"/>
                  </a:cubicBezTo>
                  <a:cubicBezTo>
                    <a:pt x="2208" y="3722"/>
                    <a:pt x="2262" y="3747"/>
                    <a:pt x="2317" y="3747"/>
                  </a:cubicBezTo>
                  <a:cubicBezTo>
                    <a:pt x="2339" y="3747"/>
                    <a:pt x="2362" y="3743"/>
                    <a:pt x="2384" y="3735"/>
                  </a:cubicBezTo>
                  <a:cubicBezTo>
                    <a:pt x="2458" y="3706"/>
                    <a:pt x="2506" y="3633"/>
                    <a:pt x="2503" y="3551"/>
                  </a:cubicBezTo>
                  <a:cubicBezTo>
                    <a:pt x="2459" y="2712"/>
                    <a:pt x="2841" y="1917"/>
                    <a:pt x="3525" y="1428"/>
                  </a:cubicBezTo>
                  <a:lnTo>
                    <a:pt x="3572" y="1394"/>
                  </a:lnTo>
                  <a:cubicBezTo>
                    <a:pt x="3872" y="1179"/>
                    <a:pt x="4256" y="905"/>
                    <a:pt x="4459" y="577"/>
                  </a:cubicBezTo>
                  <a:cubicBezTo>
                    <a:pt x="4641" y="875"/>
                    <a:pt x="4763" y="1206"/>
                    <a:pt x="4816" y="1551"/>
                  </a:cubicBezTo>
                  <a:cubicBezTo>
                    <a:pt x="4830" y="1643"/>
                    <a:pt x="4911" y="1709"/>
                    <a:pt x="5000" y="1709"/>
                  </a:cubicBezTo>
                  <a:cubicBezTo>
                    <a:pt x="5010" y="1709"/>
                    <a:pt x="5019" y="1708"/>
                    <a:pt x="5029" y="1707"/>
                  </a:cubicBezTo>
                  <a:cubicBezTo>
                    <a:pt x="5129" y="1691"/>
                    <a:pt x="5199" y="1595"/>
                    <a:pt x="5183" y="1494"/>
                  </a:cubicBezTo>
                  <a:cubicBezTo>
                    <a:pt x="5102" y="974"/>
                    <a:pt x="4884" y="483"/>
                    <a:pt x="4557" y="71"/>
                  </a:cubicBezTo>
                  <a:cubicBezTo>
                    <a:pt x="4521" y="26"/>
                    <a:pt x="4468" y="1"/>
                    <a:pt x="44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44"/>
            <p:cNvSpPr/>
            <p:nvPr/>
          </p:nvSpPr>
          <p:spPr>
            <a:xfrm>
              <a:off x="7835859" y="1289249"/>
              <a:ext cx="12151" cy="16973"/>
            </a:xfrm>
            <a:custGeom>
              <a:rect b="b" l="l" r="r" t="t"/>
              <a:pathLst>
                <a:path extrusionOk="0" h="521" w="373">
                  <a:moveTo>
                    <a:pt x="186" y="1"/>
                  </a:moveTo>
                  <a:cubicBezTo>
                    <a:pt x="84" y="1"/>
                    <a:pt x="0" y="84"/>
                    <a:pt x="0" y="187"/>
                  </a:cubicBezTo>
                  <a:lnTo>
                    <a:pt x="0" y="335"/>
                  </a:lnTo>
                  <a:cubicBezTo>
                    <a:pt x="0" y="437"/>
                    <a:pt x="82" y="521"/>
                    <a:pt x="186" y="521"/>
                  </a:cubicBezTo>
                  <a:cubicBezTo>
                    <a:pt x="288" y="521"/>
                    <a:pt x="372" y="439"/>
                    <a:pt x="372" y="335"/>
                  </a:cubicBezTo>
                  <a:lnTo>
                    <a:pt x="372" y="187"/>
                  </a:lnTo>
                  <a:cubicBezTo>
                    <a:pt x="371" y="84"/>
                    <a:pt x="288"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44"/>
            <p:cNvSpPr/>
            <p:nvPr/>
          </p:nvSpPr>
          <p:spPr>
            <a:xfrm>
              <a:off x="7835859" y="1327951"/>
              <a:ext cx="12151" cy="16973"/>
            </a:xfrm>
            <a:custGeom>
              <a:rect b="b" l="l" r="r" t="t"/>
              <a:pathLst>
                <a:path extrusionOk="0" h="521" w="373">
                  <a:moveTo>
                    <a:pt x="186" y="1"/>
                  </a:moveTo>
                  <a:cubicBezTo>
                    <a:pt x="84" y="1"/>
                    <a:pt x="0" y="84"/>
                    <a:pt x="0" y="186"/>
                  </a:cubicBezTo>
                  <a:lnTo>
                    <a:pt x="0" y="335"/>
                  </a:lnTo>
                  <a:cubicBezTo>
                    <a:pt x="0" y="437"/>
                    <a:pt x="82" y="521"/>
                    <a:pt x="186" y="521"/>
                  </a:cubicBezTo>
                  <a:cubicBezTo>
                    <a:pt x="288" y="521"/>
                    <a:pt x="372" y="438"/>
                    <a:pt x="372" y="335"/>
                  </a:cubicBezTo>
                  <a:lnTo>
                    <a:pt x="372" y="186"/>
                  </a:lnTo>
                  <a:cubicBezTo>
                    <a:pt x="371" y="84"/>
                    <a:pt x="288"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44"/>
            <p:cNvSpPr/>
            <p:nvPr/>
          </p:nvSpPr>
          <p:spPr>
            <a:xfrm>
              <a:off x="7852767" y="1311044"/>
              <a:ext cx="16973" cy="12151"/>
            </a:xfrm>
            <a:custGeom>
              <a:rect b="b" l="l" r="r" t="t"/>
              <a:pathLst>
                <a:path extrusionOk="0" h="373" w="521">
                  <a:moveTo>
                    <a:pt x="187" y="0"/>
                  </a:moveTo>
                  <a:cubicBezTo>
                    <a:pt x="85" y="0"/>
                    <a:pt x="1" y="82"/>
                    <a:pt x="1" y="186"/>
                  </a:cubicBezTo>
                  <a:cubicBezTo>
                    <a:pt x="1" y="288"/>
                    <a:pt x="84" y="372"/>
                    <a:pt x="187" y="372"/>
                  </a:cubicBezTo>
                  <a:lnTo>
                    <a:pt x="335" y="372"/>
                  </a:lnTo>
                  <a:cubicBezTo>
                    <a:pt x="437" y="372"/>
                    <a:pt x="521" y="289"/>
                    <a:pt x="521" y="186"/>
                  </a:cubicBezTo>
                  <a:cubicBezTo>
                    <a:pt x="519" y="82"/>
                    <a:pt x="437" y="0"/>
                    <a:pt x="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44"/>
            <p:cNvSpPr/>
            <p:nvPr/>
          </p:nvSpPr>
          <p:spPr>
            <a:xfrm>
              <a:off x="7814065" y="1310978"/>
              <a:ext cx="17005" cy="12151"/>
            </a:xfrm>
            <a:custGeom>
              <a:rect b="b" l="l" r="r" t="t"/>
              <a:pathLst>
                <a:path extrusionOk="0" h="373" w="522">
                  <a:moveTo>
                    <a:pt x="187" y="0"/>
                  </a:moveTo>
                  <a:cubicBezTo>
                    <a:pt x="85" y="0"/>
                    <a:pt x="1" y="83"/>
                    <a:pt x="1" y="187"/>
                  </a:cubicBezTo>
                  <a:cubicBezTo>
                    <a:pt x="1" y="290"/>
                    <a:pt x="84" y="372"/>
                    <a:pt x="187" y="372"/>
                  </a:cubicBezTo>
                  <a:lnTo>
                    <a:pt x="335" y="372"/>
                  </a:lnTo>
                  <a:cubicBezTo>
                    <a:pt x="437" y="372"/>
                    <a:pt x="522" y="290"/>
                    <a:pt x="522" y="187"/>
                  </a:cubicBezTo>
                  <a:cubicBezTo>
                    <a:pt x="522" y="84"/>
                    <a:pt x="439" y="0"/>
                    <a:pt x="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44"/>
            <p:cNvSpPr/>
            <p:nvPr/>
          </p:nvSpPr>
          <p:spPr>
            <a:xfrm>
              <a:off x="7603712" y="1300163"/>
              <a:ext cx="12184" cy="16940"/>
            </a:xfrm>
            <a:custGeom>
              <a:rect b="b" l="l" r="r" t="t"/>
              <a:pathLst>
                <a:path extrusionOk="0" h="520" w="374">
                  <a:moveTo>
                    <a:pt x="187" y="0"/>
                  </a:moveTo>
                  <a:cubicBezTo>
                    <a:pt x="85" y="0"/>
                    <a:pt x="1" y="83"/>
                    <a:pt x="1" y="186"/>
                  </a:cubicBezTo>
                  <a:lnTo>
                    <a:pt x="1" y="334"/>
                  </a:lnTo>
                  <a:cubicBezTo>
                    <a:pt x="3" y="436"/>
                    <a:pt x="85" y="520"/>
                    <a:pt x="187" y="520"/>
                  </a:cubicBezTo>
                  <a:cubicBezTo>
                    <a:pt x="289" y="520"/>
                    <a:pt x="374" y="437"/>
                    <a:pt x="374" y="334"/>
                  </a:cubicBezTo>
                  <a:lnTo>
                    <a:pt x="374" y="186"/>
                  </a:lnTo>
                  <a:cubicBezTo>
                    <a:pt x="374" y="84"/>
                    <a:pt x="291"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44"/>
            <p:cNvSpPr/>
            <p:nvPr/>
          </p:nvSpPr>
          <p:spPr>
            <a:xfrm>
              <a:off x="7603712" y="1338865"/>
              <a:ext cx="12184" cy="16940"/>
            </a:xfrm>
            <a:custGeom>
              <a:rect b="b" l="l" r="r" t="t"/>
              <a:pathLst>
                <a:path extrusionOk="0" h="520" w="374">
                  <a:moveTo>
                    <a:pt x="187" y="0"/>
                  </a:moveTo>
                  <a:cubicBezTo>
                    <a:pt x="85" y="0"/>
                    <a:pt x="1" y="82"/>
                    <a:pt x="1" y="186"/>
                  </a:cubicBezTo>
                  <a:lnTo>
                    <a:pt x="1" y="333"/>
                  </a:lnTo>
                  <a:cubicBezTo>
                    <a:pt x="1" y="436"/>
                    <a:pt x="83" y="520"/>
                    <a:pt x="187" y="520"/>
                  </a:cubicBezTo>
                  <a:cubicBezTo>
                    <a:pt x="290" y="519"/>
                    <a:pt x="374" y="436"/>
                    <a:pt x="374" y="333"/>
                  </a:cubicBezTo>
                  <a:lnTo>
                    <a:pt x="374" y="186"/>
                  </a:lnTo>
                  <a:cubicBezTo>
                    <a:pt x="374" y="84"/>
                    <a:pt x="291"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44"/>
            <p:cNvSpPr/>
            <p:nvPr/>
          </p:nvSpPr>
          <p:spPr>
            <a:xfrm>
              <a:off x="7620685" y="1321859"/>
              <a:ext cx="16940" cy="12151"/>
            </a:xfrm>
            <a:custGeom>
              <a:rect b="b" l="l" r="r" t="t"/>
              <a:pathLst>
                <a:path extrusionOk="0" h="373" w="520">
                  <a:moveTo>
                    <a:pt x="186" y="0"/>
                  </a:moveTo>
                  <a:cubicBezTo>
                    <a:pt x="84" y="0"/>
                    <a:pt x="0" y="83"/>
                    <a:pt x="0" y="187"/>
                  </a:cubicBezTo>
                  <a:cubicBezTo>
                    <a:pt x="0" y="290"/>
                    <a:pt x="84" y="372"/>
                    <a:pt x="186" y="372"/>
                  </a:cubicBezTo>
                  <a:lnTo>
                    <a:pt x="334" y="372"/>
                  </a:lnTo>
                  <a:cubicBezTo>
                    <a:pt x="436" y="372"/>
                    <a:pt x="520" y="290"/>
                    <a:pt x="520" y="187"/>
                  </a:cubicBezTo>
                  <a:cubicBezTo>
                    <a:pt x="520" y="84"/>
                    <a:pt x="437" y="0"/>
                    <a:pt x="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44"/>
            <p:cNvSpPr/>
            <p:nvPr/>
          </p:nvSpPr>
          <p:spPr>
            <a:xfrm>
              <a:off x="7582015" y="1321892"/>
              <a:ext cx="16973" cy="12151"/>
            </a:xfrm>
            <a:custGeom>
              <a:rect b="b" l="l" r="r" t="t"/>
              <a:pathLst>
                <a:path extrusionOk="0" h="373" w="521">
                  <a:moveTo>
                    <a:pt x="187" y="0"/>
                  </a:moveTo>
                  <a:cubicBezTo>
                    <a:pt x="84" y="0"/>
                    <a:pt x="0" y="83"/>
                    <a:pt x="0" y="187"/>
                  </a:cubicBezTo>
                  <a:cubicBezTo>
                    <a:pt x="0" y="289"/>
                    <a:pt x="83" y="372"/>
                    <a:pt x="187" y="372"/>
                  </a:cubicBezTo>
                  <a:lnTo>
                    <a:pt x="334" y="372"/>
                  </a:lnTo>
                  <a:cubicBezTo>
                    <a:pt x="437" y="372"/>
                    <a:pt x="521" y="291"/>
                    <a:pt x="521" y="187"/>
                  </a:cubicBezTo>
                  <a:cubicBezTo>
                    <a:pt x="519" y="83"/>
                    <a:pt x="437" y="0"/>
                    <a:pt x="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44"/>
            <p:cNvSpPr/>
            <p:nvPr/>
          </p:nvSpPr>
          <p:spPr>
            <a:xfrm>
              <a:off x="7758390" y="1359942"/>
              <a:ext cx="12151" cy="12151"/>
            </a:xfrm>
            <a:custGeom>
              <a:rect b="b" l="l" r="r" t="t"/>
              <a:pathLst>
                <a:path extrusionOk="0" h="373" w="373">
                  <a:moveTo>
                    <a:pt x="186" y="1"/>
                  </a:moveTo>
                  <a:cubicBezTo>
                    <a:pt x="82" y="1"/>
                    <a:pt x="0" y="84"/>
                    <a:pt x="0" y="187"/>
                  </a:cubicBezTo>
                  <a:cubicBezTo>
                    <a:pt x="0" y="291"/>
                    <a:pt x="84" y="372"/>
                    <a:pt x="186" y="372"/>
                  </a:cubicBezTo>
                  <a:cubicBezTo>
                    <a:pt x="289" y="372"/>
                    <a:pt x="372" y="289"/>
                    <a:pt x="372" y="187"/>
                  </a:cubicBezTo>
                  <a:cubicBezTo>
                    <a:pt x="372" y="84"/>
                    <a:pt x="288"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5" name="Google Shape;4795;p44"/>
          <p:cNvGrpSpPr/>
          <p:nvPr/>
        </p:nvGrpSpPr>
        <p:grpSpPr>
          <a:xfrm>
            <a:off x="6592983" y="3615440"/>
            <a:ext cx="311604" cy="244364"/>
            <a:chOff x="1264196" y="2837365"/>
            <a:chExt cx="311604" cy="244364"/>
          </a:xfrm>
        </p:grpSpPr>
        <p:sp>
          <p:nvSpPr>
            <p:cNvPr id="4796" name="Google Shape;4796;p44"/>
            <p:cNvSpPr/>
            <p:nvPr/>
          </p:nvSpPr>
          <p:spPr>
            <a:xfrm>
              <a:off x="1264196" y="2863492"/>
              <a:ext cx="311604" cy="218237"/>
            </a:xfrm>
            <a:custGeom>
              <a:rect b="b" l="l" r="r" t="t"/>
              <a:pathLst>
                <a:path extrusionOk="0" h="6699" w="9565">
                  <a:moveTo>
                    <a:pt x="5357" y="3536"/>
                  </a:moveTo>
                  <a:cubicBezTo>
                    <a:pt x="5344" y="3562"/>
                    <a:pt x="5334" y="3589"/>
                    <a:pt x="5325" y="3617"/>
                  </a:cubicBezTo>
                  <a:lnTo>
                    <a:pt x="4782" y="5366"/>
                  </a:lnTo>
                  <a:lnTo>
                    <a:pt x="4241" y="3617"/>
                  </a:lnTo>
                  <a:cubicBezTo>
                    <a:pt x="4231" y="3589"/>
                    <a:pt x="4221" y="3561"/>
                    <a:pt x="4209" y="3536"/>
                  </a:cubicBezTo>
                  <a:close/>
                  <a:moveTo>
                    <a:pt x="3628" y="3537"/>
                  </a:moveTo>
                  <a:cubicBezTo>
                    <a:pt x="3746" y="3537"/>
                    <a:pt x="3850" y="3613"/>
                    <a:pt x="3886" y="3727"/>
                  </a:cubicBezTo>
                  <a:lnTo>
                    <a:pt x="4583" y="5979"/>
                  </a:lnTo>
                  <a:cubicBezTo>
                    <a:pt x="4610" y="6062"/>
                    <a:pt x="4595" y="6149"/>
                    <a:pt x="4545" y="6220"/>
                  </a:cubicBezTo>
                  <a:cubicBezTo>
                    <a:pt x="4493" y="6289"/>
                    <a:pt x="4414" y="6330"/>
                    <a:pt x="4327" y="6330"/>
                  </a:cubicBezTo>
                  <a:lnTo>
                    <a:pt x="675" y="6330"/>
                  </a:lnTo>
                  <a:cubicBezTo>
                    <a:pt x="588" y="6330"/>
                    <a:pt x="508" y="6289"/>
                    <a:pt x="457" y="6220"/>
                  </a:cubicBezTo>
                  <a:cubicBezTo>
                    <a:pt x="407" y="6151"/>
                    <a:pt x="390" y="6063"/>
                    <a:pt x="416" y="5979"/>
                  </a:cubicBezTo>
                  <a:lnTo>
                    <a:pt x="1115" y="3727"/>
                  </a:lnTo>
                  <a:cubicBezTo>
                    <a:pt x="1149" y="3613"/>
                    <a:pt x="1253" y="3537"/>
                    <a:pt x="1373" y="3537"/>
                  </a:cubicBezTo>
                  <a:close/>
                  <a:moveTo>
                    <a:pt x="8192" y="3537"/>
                  </a:moveTo>
                  <a:cubicBezTo>
                    <a:pt x="8312" y="3537"/>
                    <a:pt x="8414" y="3613"/>
                    <a:pt x="8450" y="3727"/>
                  </a:cubicBezTo>
                  <a:lnTo>
                    <a:pt x="9148" y="5979"/>
                  </a:lnTo>
                  <a:cubicBezTo>
                    <a:pt x="9175" y="6062"/>
                    <a:pt x="9160" y="6149"/>
                    <a:pt x="9108" y="6220"/>
                  </a:cubicBezTo>
                  <a:cubicBezTo>
                    <a:pt x="9057" y="6289"/>
                    <a:pt x="8977" y="6330"/>
                    <a:pt x="8890" y="6330"/>
                  </a:cubicBezTo>
                  <a:lnTo>
                    <a:pt x="5239" y="6330"/>
                  </a:lnTo>
                  <a:cubicBezTo>
                    <a:pt x="5153" y="6330"/>
                    <a:pt x="5074" y="6289"/>
                    <a:pt x="5022" y="6220"/>
                  </a:cubicBezTo>
                  <a:cubicBezTo>
                    <a:pt x="4971" y="6151"/>
                    <a:pt x="4955" y="6063"/>
                    <a:pt x="4982" y="5979"/>
                  </a:cubicBezTo>
                  <a:lnTo>
                    <a:pt x="5679" y="3727"/>
                  </a:lnTo>
                  <a:cubicBezTo>
                    <a:pt x="5715" y="3613"/>
                    <a:pt x="5819" y="3537"/>
                    <a:pt x="5938" y="3537"/>
                  </a:cubicBezTo>
                  <a:close/>
                  <a:moveTo>
                    <a:pt x="3655" y="1"/>
                  </a:moveTo>
                  <a:cubicBezTo>
                    <a:pt x="3372" y="1"/>
                    <a:pt x="3126" y="183"/>
                    <a:pt x="3042" y="453"/>
                  </a:cubicBezTo>
                  <a:lnTo>
                    <a:pt x="2344" y="2705"/>
                  </a:lnTo>
                  <a:cubicBezTo>
                    <a:pt x="2295" y="2860"/>
                    <a:pt x="2307" y="3022"/>
                    <a:pt x="2375" y="3165"/>
                  </a:cubicBezTo>
                  <a:lnTo>
                    <a:pt x="1373" y="3165"/>
                  </a:lnTo>
                  <a:cubicBezTo>
                    <a:pt x="1090" y="3165"/>
                    <a:pt x="844" y="3347"/>
                    <a:pt x="760" y="3617"/>
                  </a:cubicBezTo>
                  <a:lnTo>
                    <a:pt x="62" y="5869"/>
                  </a:lnTo>
                  <a:cubicBezTo>
                    <a:pt x="0" y="6065"/>
                    <a:pt x="36" y="6274"/>
                    <a:pt x="158" y="6439"/>
                  </a:cubicBezTo>
                  <a:cubicBezTo>
                    <a:pt x="280" y="6605"/>
                    <a:pt x="468" y="6699"/>
                    <a:pt x="675" y="6699"/>
                  </a:cubicBezTo>
                  <a:lnTo>
                    <a:pt x="4326" y="6699"/>
                  </a:lnTo>
                  <a:cubicBezTo>
                    <a:pt x="4501" y="6699"/>
                    <a:pt x="4662" y="6630"/>
                    <a:pt x="4782" y="6508"/>
                  </a:cubicBezTo>
                  <a:cubicBezTo>
                    <a:pt x="4902" y="6630"/>
                    <a:pt x="5064" y="6699"/>
                    <a:pt x="5239" y="6699"/>
                  </a:cubicBezTo>
                  <a:lnTo>
                    <a:pt x="8890" y="6699"/>
                  </a:lnTo>
                  <a:cubicBezTo>
                    <a:pt x="9095" y="6699"/>
                    <a:pt x="9284" y="6604"/>
                    <a:pt x="9407" y="6439"/>
                  </a:cubicBezTo>
                  <a:cubicBezTo>
                    <a:pt x="9529" y="6274"/>
                    <a:pt x="9565" y="6067"/>
                    <a:pt x="9503" y="5869"/>
                  </a:cubicBezTo>
                  <a:lnTo>
                    <a:pt x="8805" y="3617"/>
                  </a:lnTo>
                  <a:cubicBezTo>
                    <a:pt x="8721" y="3347"/>
                    <a:pt x="8475" y="3165"/>
                    <a:pt x="8192" y="3165"/>
                  </a:cubicBezTo>
                  <a:lnTo>
                    <a:pt x="7190" y="3165"/>
                  </a:lnTo>
                  <a:cubicBezTo>
                    <a:pt x="7256" y="3022"/>
                    <a:pt x="7268" y="2859"/>
                    <a:pt x="7221" y="2705"/>
                  </a:cubicBezTo>
                  <a:lnTo>
                    <a:pt x="6523" y="453"/>
                  </a:lnTo>
                  <a:cubicBezTo>
                    <a:pt x="6439" y="183"/>
                    <a:pt x="6193" y="1"/>
                    <a:pt x="5910" y="1"/>
                  </a:cubicBezTo>
                  <a:lnTo>
                    <a:pt x="5616" y="1"/>
                  </a:lnTo>
                  <a:cubicBezTo>
                    <a:pt x="5515" y="1"/>
                    <a:pt x="5431" y="83"/>
                    <a:pt x="5431" y="187"/>
                  </a:cubicBezTo>
                  <a:cubicBezTo>
                    <a:pt x="5431" y="289"/>
                    <a:pt x="5514" y="372"/>
                    <a:pt x="5616" y="372"/>
                  </a:cubicBezTo>
                  <a:lnTo>
                    <a:pt x="5910" y="372"/>
                  </a:lnTo>
                  <a:cubicBezTo>
                    <a:pt x="6029" y="372"/>
                    <a:pt x="6133" y="449"/>
                    <a:pt x="6168" y="563"/>
                  </a:cubicBezTo>
                  <a:lnTo>
                    <a:pt x="6866" y="2815"/>
                  </a:lnTo>
                  <a:cubicBezTo>
                    <a:pt x="6892" y="2897"/>
                    <a:pt x="6877" y="2985"/>
                    <a:pt x="6825" y="3056"/>
                  </a:cubicBezTo>
                  <a:cubicBezTo>
                    <a:pt x="6774" y="3126"/>
                    <a:pt x="6694" y="3166"/>
                    <a:pt x="6608" y="3166"/>
                  </a:cubicBezTo>
                  <a:lnTo>
                    <a:pt x="2957" y="3166"/>
                  </a:lnTo>
                  <a:cubicBezTo>
                    <a:pt x="2871" y="3166"/>
                    <a:pt x="2791" y="3126"/>
                    <a:pt x="2740" y="3056"/>
                  </a:cubicBezTo>
                  <a:cubicBezTo>
                    <a:pt x="2688" y="2986"/>
                    <a:pt x="2673" y="2899"/>
                    <a:pt x="2699" y="2815"/>
                  </a:cubicBezTo>
                  <a:lnTo>
                    <a:pt x="3397" y="563"/>
                  </a:lnTo>
                  <a:cubicBezTo>
                    <a:pt x="3432" y="449"/>
                    <a:pt x="3536" y="372"/>
                    <a:pt x="3655" y="372"/>
                  </a:cubicBezTo>
                  <a:lnTo>
                    <a:pt x="3946" y="372"/>
                  </a:lnTo>
                  <a:cubicBezTo>
                    <a:pt x="4049" y="372"/>
                    <a:pt x="4133" y="291"/>
                    <a:pt x="4133" y="187"/>
                  </a:cubicBezTo>
                  <a:cubicBezTo>
                    <a:pt x="4133" y="84"/>
                    <a:pt x="4050" y="1"/>
                    <a:pt x="39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44"/>
            <p:cNvSpPr/>
            <p:nvPr/>
          </p:nvSpPr>
          <p:spPr>
            <a:xfrm>
              <a:off x="1529963" y="2837365"/>
              <a:ext cx="12151" cy="16973"/>
            </a:xfrm>
            <a:custGeom>
              <a:rect b="b" l="l" r="r" t="t"/>
              <a:pathLst>
                <a:path extrusionOk="0" h="521" w="373">
                  <a:moveTo>
                    <a:pt x="186" y="0"/>
                  </a:moveTo>
                  <a:cubicBezTo>
                    <a:pt x="85" y="0"/>
                    <a:pt x="1" y="83"/>
                    <a:pt x="1" y="187"/>
                  </a:cubicBezTo>
                  <a:lnTo>
                    <a:pt x="1" y="334"/>
                  </a:lnTo>
                  <a:cubicBezTo>
                    <a:pt x="2" y="438"/>
                    <a:pt x="85" y="521"/>
                    <a:pt x="186" y="521"/>
                  </a:cubicBezTo>
                  <a:cubicBezTo>
                    <a:pt x="289" y="521"/>
                    <a:pt x="373" y="438"/>
                    <a:pt x="373" y="334"/>
                  </a:cubicBezTo>
                  <a:lnTo>
                    <a:pt x="373" y="187"/>
                  </a:lnTo>
                  <a:cubicBezTo>
                    <a:pt x="373" y="84"/>
                    <a:pt x="290"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44"/>
            <p:cNvSpPr/>
            <p:nvPr/>
          </p:nvSpPr>
          <p:spPr>
            <a:xfrm>
              <a:off x="1529963" y="2876067"/>
              <a:ext cx="12151" cy="16940"/>
            </a:xfrm>
            <a:custGeom>
              <a:rect b="b" l="l" r="r" t="t"/>
              <a:pathLst>
                <a:path extrusionOk="0" h="520" w="373">
                  <a:moveTo>
                    <a:pt x="186" y="0"/>
                  </a:moveTo>
                  <a:cubicBezTo>
                    <a:pt x="85" y="0"/>
                    <a:pt x="1" y="83"/>
                    <a:pt x="1" y="185"/>
                  </a:cubicBezTo>
                  <a:lnTo>
                    <a:pt x="1" y="334"/>
                  </a:lnTo>
                  <a:cubicBezTo>
                    <a:pt x="2" y="436"/>
                    <a:pt x="85" y="520"/>
                    <a:pt x="186" y="520"/>
                  </a:cubicBezTo>
                  <a:cubicBezTo>
                    <a:pt x="289" y="520"/>
                    <a:pt x="373" y="437"/>
                    <a:pt x="373" y="334"/>
                  </a:cubicBezTo>
                  <a:lnTo>
                    <a:pt x="373" y="185"/>
                  </a:lnTo>
                  <a:cubicBezTo>
                    <a:pt x="373" y="84"/>
                    <a:pt x="290"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44"/>
            <p:cNvSpPr/>
            <p:nvPr/>
          </p:nvSpPr>
          <p:spPr>
            <a:xfrm>
              <a:off x="1546903" y="2859126"/>
              <a:ext cx="16973" cy="12151"/>
            </a:xfrm>
            <a:custGeom>
              <a:rect b="b" l="l" r="r" t="t"/>
              <a:pathLst>
                <a:path extrusionOk="0" h="373" w="521">
                  <a:moveTo>
                    <a:pt x="186" y="0"/>
                  </a:moveTo>
                  <a:cubicBezTo>
                    <a:pt x="84" y="0"/>
                    <a:pt x="0" y="83"/>
                    <a:pt x="0" y="186"/>
                  </a:cubicBezTo>
                  <a:cubicBezTo>
                    <a:pt x="0" y="289"/>
                    <a:pt x="84" y="372"/>
                    <a:pt x="186" y="372"/>
                  </a:cubicBezTo>
                  <a:lnTo>
                    <a:pt x="335" y="372"/>
                  </a:lnTo>
                  <a:cubicBezTo>
                    <a:pt x="436" y="372"/>
                    <a:pt x="520" y="290"/>
                    <a:pt x="520" y="186"/>
                  </a:cubicBezTo>
                  <a:cubicBezTo>
                    <a:pt x="520" y="84"/>
                    <a:pt x="437" y="0"/>
                    <a:pt x="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44"/>
            <p:cNvSpPr/>
            <p:nvPr/>
          </p:nvSpPr>
          <p:spPr>
            <a:xfrm>
              <a:off x="1508201" y="2859126"/>
              <a:ext cx="16973" cy="12151"/>
            </a:xfrm>
            <a:custGeom>
              <a:rect b="b" l="l" r="r" t="t"/>
              <a:pathLst>
                <a:path extrusionOk="0" h="373" w="521">
                  <a:moveTo>
                    <a:pt x="187" y="0"/>
                  </a:moveTo>
                  <a:cubicBezTo>
                    <a:pt x="84" y="0"/>
                    <a:pt x="1" y="83"/>
                    <a:pt x="1" y="186"/>
                  </a:cubicBezTo>
                  <a:cubicBezTo>
                    <a:pt x="2" y="289"/>
                    <a:pt x="84" y="372"/>
                    <a:pt x="187" y="372"/>
                  </a:cubicBezTo>
                  <a:lnTo>
                    <a:pt x="335" y="372"/>
                  </a:lnTo>
                  <a:cubicBezTo>
                    <a:pt x="436" y="372"/>
                    <a:pt x="520" y="290"/>
                    <a:pt x="520" y="186"/>
                  </a:cubicBezTo>
                  <a:cubicBezTo>
                    <a:pt x="520" y="84"/>
                    <a:pt x="438" y="0"/>
                    <a:pt x="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44"/>
            <p:cNvSpPr/>
            <p:nvPr/>
          </p:nvSpPr>
          <p:spPr>
            <a:xfrm>
              <a:off x="1297913" y="2856716"/>
              <a:ext cx="12151" cy="16940"/>
            </a:xfrm>
            <a:custGeom>
              <a:rect b="b" l="l" r="r" t="t"/>
              <a:pathLst>
                <a:path extrusionOk="0" h="520" w="373">
                  <a:moveTo>
                    <a:pt x="186" y="0"/>
                  </a:moveTo>
                  <a:cubicBezTo>
                    <a:pt x="84" y="0"/>
                    <a:pt x="0" y="82"/>
                    <a:pt x="0" y="185"/>
                  </a:cubicBezTo>
                  <a:lnTo>
                    <a:pt x="0" y="333"/>
                  </a:lnTo>
                  <a:cubicBezTo>
                    <a:pt x="0" y="437"/>
                    <a:pt x="84" y="520"/>
                    <a:pt x="186" y="520"/>
                  </a:cubicBezTo>
                  <a:cubicBezTo>
                    <a:pt x="288" y="520"/>
                    <a:pt x="372" y="437"/>
                    <a:pt x="372" y="333"/>
                  </a:cubicBezTo>
                  <a:lnTo>
                    <a:pt x="372" y="185"/>
                  </a:lnTo>
                  <a:cubicBezTo>
                    <a:pt x="372" y="84"/>
                    <a:pt x="289"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44"/>
            <p:cNvSpPr/>
            <p:nvPr/>
          </p:nvSpPr>
          <p:spPr>
            <a:xfrm>
              <a:off x="1297913" y="2895353"/>
              <a:ext cx="12151" cy="17005"/>
            </a:xfrm>
            <a:custGeom>
              <a:rect b="b" l="l" r="r" t="t"/>
              <a:pathLst>
                <a:path extrusionOk="0" h="522" w="373">
                  <a:moveTo>
                    <a:pt x="186" y="1"/>
                  </a:moveTo>
                  <a:cubicBezTo>
                    <a:pt x="84" y="1"/>
                    <a:pt x="0" y="84"/>
                    <a:pt x="0" y="187"/>
                  </a:cubicBezTo>
                  <a:lnTo>
                    <a:pt x="0" y="335"/>
                  </a:lnTo>
                  <a:cubicBezTo>
                    <a:pt x="0" y="439"/>
                    <a:pt x="84" y="522"/>
                    <a:pt x="186" y="522"/>
                  </a:cubicBezTo>
                  <a:cubicBezTo>
                    <a:pt x="288" y="522"/>
                    <a:pt x="372" y="439"/>
                    <a:pt x="372" y="335"/>
                  </a:cubicBezTo>
                  <a:lnTo>
                    <a:pt x="372" y="187"/>
                  </a:lnTo>
                  <a:cubicBezTo>
                    <a:pt x="372" y="85"/>
                    <a:pt x="289"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44"/>
            <p:cNvSpPr/>
            <p:nvPr/>
          </p:nvSpPr>
          <p:spPr>
            <a:xfrm>
              <a:off x="1314821" y="2878445"/>
              <a:ext cx="16973" cy="12151"/>
            </a:xfrm>
            <a:custGeom>
              <a:rect b="b" l="l" r="r" t="t"/>
              <a:pathLst>
                <a:path extrusionOk="0" h="373" w="521">
                  <a:moveTo>
                    <a:pt x="186" y="0"/>
                  </a:moveTo>
                  <a:cubicBezTo>
                    <a:pt x="85" y="0"/>
                    <a:pt x="1" y="83"/>
                    <a:pt x="1" y="187"/>
                  </a:cubicBezTo>
                  <a:cubicBezTo>
                    <a:pt x="1" y="290"/>
                    <a:pt x="84" y="372"/>
                    <a:pt x="186" y="372"/>
                  </a:cubicBezTo>
                  <a:lnTo>
                    <a:pt x="335" y="372"/>
                  </a:lnTo>
                  <a:cubicBezTo>
                    <a:pt x="437" y="372"/>
                    <a:pt x="520" y="290"/>
                    <a:pt x="520" y="187"/>
                  </a:cubicBezTo>
                  <a:cubicBezTo>
                    <a:pt x="520" y="83"/>
                    <a:pt x="438" y="0"/>
                    <a:pt x="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44"/>
            <p:cNvSpPr/>
            <p:nvPr/>
          </p:nvSpPr>
          <p:spPr>
            <a:xfrm>
              <a:off x="1276119" y="2878445"/>
              <a:ext cx="16973" cy="12151"/>
            </a:xfrm>
            <a:custGeom>
              <a:rect b="b" l="l" r="r" t="t"/>
              <a:pathLst>
                <a:path extrusionOk="0" h="373" w="521">
                  <a:moveTo>
                    <a:pt x="187" y="0"/>
                  </a:moveTo>
                  <a:cubicBezTo>
                    <a:pt x="85" y="0"/>
                    <a:pt x="1" y="83"/>
                    <a:pt x="1" y="187"/>
                  </a:cubicBezTo>
                  <a:cubicBezTo>
                    <a:pt x="1" y="290"/>
                    <a:pt x="85" y="372"/>
                    <a:pt x="187" y="372"/>
                  </a:cubicBezTo>
                  <a:lnTo>
                    <a:pt x="335" y="372"/>
                  </a:lnTo>
                  <a:cubicBezTo>
                    <a:pt x="437" y="372"/>
                    <a:pt x="520" y="290"/>
                    <a:pt x="520" y="187"/>
                  </a:cubicBezTo>
                  <a:cubicBezTo>
                    <a:pt x="520" y="83"/>
                    <a:pt x="439" y="0"/>
                    <a:pt x="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44"/>
            <p:cNvSpPr/>
            <p:nvPr/>
          </p:nvSpPr>
          <p:spPr>
            <a:xfrm>
              <a:off x="1413857" y="2863590"/>
              <a:ext cx="12151" cy="12151"/>
            </a:xfrm>
            <a:custGeom>
              <a:rect b="b" l="l" r="r" t="t"/>
              <a:pathLst>
                <a:path extrusionOk="0" h="373" w="373">
                  <a:moveTo>
                    <a:pt x="187" y="1"/>
                  </a:moveTo>
                  <a:cubicBezTo>
                    <a:pt x="84" y="1"/>
                    <a:pt x="1" y="84"/>
                    <a:pt x="1" y="187"/>
                  </a:cubicBezTo>
                  <a:cubicBezTo>
                    <a:pt x="1" y="290"/>
                    <a:pt x="85" y="373"/>
                    <a:pt x="187" y="373"/>
                  </a:cubicBezTo>
                  <a:cubicBezTo>
                    <a:pt x="291" y="373"/>
                    <a:pt x="373" y="289"/>
                    <a:pt x="373" y="187"/>
                  </a:cubicBezTo>
                  <a:cubicBezTo>
                    <a:pt x="373" y="84"/>
                    <a:pt x="291" y="2"/>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6" name="Google Shape;4806;p44"/>
          <p:cNvGrpSpPr/>
          <p:nvPr/>
        </p:nvGrpSpPr>
        <p:grpSpPr>
          <a:xfrm>
            <a:off x="2303167" y="3582866"/>
            <a:ext cx="310007" cy="309519"/>
            <a:chOff x="4033804" y="3551366"/>
            <a:chExt cx="310007" cy="309519"/>
          </a:xfrm>
        </p:grpSpPr>
        <p:sp>
          <p:nvSpPr>
            <p:cNvPr id="4807" name="Google Shape;4807;p44"/>
            <p:cNvSpPr/>
            <p:nvPr/>
          </p:nvSpPr>
          <p:spPr>
            <a:xfrm>
              <a:off x="4033804" y="3622710"/>
              <a:ext cx="282186" cy="238174"/>
            </a:xfrm>
            <a:custGeom>
              <a:rect b="b" l="l" r="r" t="t"/>
              <a:pathLst>
                <a:path extrusionOk="0" h="7311" w="8662">
                  <a:moveTo>
                    <a:pt x="6815" y="370"/>
                  </a:moveTo>
                  <a:lnTo>
                    <a:pt x="5749" y="1924"/>
                  </a:lnTo>
                  <a:lnTo>
                    <a:pt x="4684" y="370"/>
                  </a:lnTo>
                  <a:close/>
                  <a:moveTo>
                    <a:pt x="3979" y="371"/>
                  </a:moveTo>
                  <a:lnTo>
                    <a:pt x="2913" y="1925"/>
                  </a:lnTo>
                  <a:lnTo>
                    <a:pt x="1847" y="371"/>
                  </a:lnTo>
                  <a:close/>
                  <a:moveTo>
                    <a:pt x="1501" y="524"/>
                  </a:moveTo>
                  <a:lnTo>
                    <a:pt x="2560" y="2066"/>
                  </a:lnTo>
                  <a:lnTo>
                    <a:pt x="537" y="2066"/>
                  </a:lnTo>
                  <a:lnTo>
                    <a:pt x="1501" y="524"/>
                  </a:lnTo>
                  <a:close/>
                  <a:moveTo>
                    <a:pt x="4331" y="514"/>
                  </a:moveTo>
                  <a:lnTo>
                    <a:pt x="5397" y="2066"/>
                  </a:lnTo>
                  <a:lnTo>
                    <a:pt x="3265" y="2066"/>
                  </a:lnTo>
                  <a:lnTo>
                    <a:pt x="4331" y="514"/>
                  </a:lnTo>
                  <a:close/>
                  <a:moveTo>
                    <a:pt x="7161" y="524"/>
                  </a:moveTo>
                  <a:lnTo>
                    <a:pt x="8126" y="2066"/>
                  </a:lnTo>
                  <a:lnTo>
                    <a:pt x="6103" y="2066"/>
                  </a:lnTo>
                  <a:lnTo>
                    <a:pt x="7161" y="524"/>
                  </a:lnTo>
                  <a:close/>
                  <a:moveTo>
                    <a:pt x="5500" y="2438"/>
                  </a:moveTo>
                  <a:lnTo>
                    <a:pt x="4330" y="6315"/>
                  </a:lnTo>
                  <a:lnTo>
                    <a:pt x="3161" y="2438"/>
                  </a:lnTo>
                  <a:close/>
                  <a:moveTo>
                    <a:pt x="2774" y="2437"/>
                  </a:moveTo>
                  <a:lnTo>
                    <a:pt x="3973" y="6417"/>
                  </a:lnTo>
                  <a:lnTo>
                    <a:pt x="602" y="2437"/>
                  </a:lnTo>
                  <a:close/>
                  <a:moveTo>
                    <a:pt x="1494" y="0"/>
                  </a:moveTo>
                  <a:cubicBezTo>
                    <a:pt x="1430" y="0"/>
                    <a:pt x="1370" y="33"/>
                    <a:pt x="1337" y="87"/>
                  </a:cubicBezTo>
                  <a:lnTo>
                    <a:pt x="44" y="2154"/>
                  </a:lnTo>
                  <a:cubicBezTo>
                    <a:pt x="1" y="2222"/>
                    <a:pt x="7" y="2311"/>
                    <a:pt x="60" y="2373"/>
                  </a:cubicBezTo>
                  <a:lnTo>
                    <a:pt x="4190" y="7246"/>
                  </a:lnTo>
                  <a:cubicBezTo>
                    <a:pt x="4225" y="7287"/>
                    <a:pt x="4276" y="7311"/>
                    <a:pt x="4332" y="7311"/>
                  </a:cubicBezTo>
                  <a:cubicBezTo>
                    <a:pt x="4386" y="7311"/>
                    <a:pt x="4437" y="7287"/>
                    <a:pt x="4473" y="7246"/>
                  </a:cubicBezTo>
                  <a:lnTo>
                    <a:pt x="6226" y="5177"/>
                  </a:lnTo>
                  <a:cubicBezTo>
                    <a:pt x="6293" y="5098"/>
                    <a:pt x="6282" y="4982"/>
                    <a:pt x="6205" y="4915"/>
                  </a:cubicBezTo>
                  <a:cubicBezTo>
                    <a:pt x="6170" y="4885"/>
                    <a:pt x="6127" y="4870"/>
                    <a:pt x="6085" y="4870"/>
                  </a:cubicBezTo>
                  <a:cubicBezTo>
                    <a:pt x="6033" y="4870"/>
                    <a:pt x="5980" y="4893"/>
                    <a:pt x="5943" y="4937"/>
                  </a:cubicBezTo>
                  <a:lnTo>
                    <a:pt x="4689" y="6418"/>
                  </a:lnTo>
                  <a:lnTo>
                    <a:pt x="5888" y="2438"/>
                  </a:lnTo>
                  <a:lnTo>
                    <a:pt x="8060" y="2438"/>
                  </a:lnTo>
                  <a:lnTo>
                    <a:pt x="7024" y="3663"/>
                  </a:lnTo>
                  <a:cubicBezTo>
                    <a:pt x="6957" y="3741"/>
                    <a:pt x="6967" y="3858"/>
                    <a:pt x="7045" y="3925"/>
                  </a:cubicBezTo>
                  <a:cubicBezTo>
                    <a:pt x="7080" y="3955"/>
                    <a:pt x="7122" y="3969"/>
                    <a:pt x="7165" y="3969"/>
                  </a:cubicBezTo>
                  <a:cubicBezTo>
                    <a:pt x="7217" y="3969"/>
                    <a:pt x="7270" y="3947"/>
                    <a:pt x="7307" y="3904"/>
                  </a:cubicBezTo>
                  <a:lnTo>
                    <a:pt x="8603" y="2374"/>
                  </a:lnTo>
                  <a:cubicBezTo>
                    <a:pt x="8655" y="2312"/>
                    <a:pt x="8661" y="2224"/>
                    <a:pt x="8618" y="2155"/>
                  </a:cubicBezTo>
                  <a:lnTo>
                    <a:pt x="7325" y="87"/>
                  </a:lnTo>
                  <a:cubicBezTo>
                    <a:pt x="7291" y="34"/>
                    <a:pt x="7231" y="0"/>
                    <a:pt x="7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44"/>
            <p:cNvSpPr/>
            <p:nvPr/>
          </p:nvSpPr>
          <p:spPr>
            <a:xfrm>
              <a:off x="4242333" y="3551366"/>
              <a:ext cx="12151" cy="16973"/>
            </a:xfrm>
            <a:custGeom>
              <a:rect b="b" l="l" r="r" t="t"/>
              <a:pathLst>
                <a:path extrusionOk="0" h="521" w="373">
                  <a:moveTo>
                    <a:pt x="186" y="1"/>
                  </a:moveTo>
                  <a:cubicBezTo>
                    <a:pt x="84" y="1"/>
                    <a:pt x="1" y="83"/>
                    <a:pt x="1" y="186"/>
                  </a:cubicBezTo>
                  <a:lnTo>
                    <a:pt x="1" y="334"/>
                  </a:lnTo>
                  <a:cubicBezTo>
                    <a:pt x="1" y="437"/>
                    <a:pt x="83" y="521"/>
                    <a:pt x="186" y="521"/>
                  </a:cubicBezTo>
                  <a:cubicBezTo>
                    <a:pt x="289" y="521"/>
                    <a:pt x="373" y="438"/>
                    <a:pt x="373" y="334"/>
                  </a:cubicBezTo>
                  <a:lnTo>
                    <a:pt x="373" y="186"/>
                  </a:lnTo>
                  <a:cubicBezTo>
                    <a:pt x="373" y="85"/>
                    <a:pt x="290" y="1"/>
                    <a:pt x="1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44"/>
            <p:cNvSpPr/>
            <p:nvPr/>
          </p:nvSpPr>
          <p:spPr>
            <a:xfrm>
              <a:off x="4242333" y="3590035"/>
              <a:ext cx="12151" cy="17005"/>
            </a:xfrm>
            <a:custGeom>
              <a:rect b="b" l="l" r="r" t="t"/>
              <a:pathLst>
                <a:path extrusionOk="0" h="522" w="373">
                  <a:moveTo>
                    <a:pt x="186" y="1"/>
                  </a:moveTo>
                  <a:cubicBezTo>
                    <a:pt x="84" y="1"/>
                    <a:pt x="1" y="84"/>
                    <a:pt x="1" y="187"/>
                  </a:cubicBezTo>
                  <a:lnTo>
                    <a:pt x="1" y="335"/>
                  </a:lnTo>
                  <a:cubicBezTo>
                    <a:pt x="1" y="438"/>
                    <a:pt x="83" y="522"/>
                    <a:pt x="186" y="522"/>
                  </a:cubicBezTo>
                  <a:cubicBezTo>
                    <a:pt x="289" y="522"/>
                    <a:pt x="373" y="439"/>
                    <a:pt x="373" y="335"/>
                  </a:cubicBezTo>
                  <a:lnTo>
                    <a:pt x="373" y="187"/>
                  </a:lnTo>
                  <a:cubicBezTo>
                    <a:pt x="373" y="85"/>
                    <a:pt x="290" y="1"/>
                    <a:pt x="1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44"/>
            <p:cNvSpPr/>
            <p:nvPr/>
          </p:nvSpPr>
          <p:spPr>
            <a:xfrm>
              <a:off x="4259241" y="3573127"/>
              <a:ext cx="16940" cy="12151"/>
            </a:xfrm>
            <a:custGeom>
              <a:rect b="b" l="l" r="r" t="t"/>
              <a:pathLst>
                <a:path extrusionOk="0" h="373" w="520">
                  <a:moveTo>
                    <a:pt x="186" y="0"/>
                  </a:moveTo>
                  <a:cubicBezTo>
                    <a:pt x="84" y="0"/>
                    <a:pt x="0" y="83"/>
                    <a:pt x="0" y="187"/>
                  </a:cubicBezTo>
                  <a:cubicBezTo>
                    <a:pt x="0" y="289"/>
                    <a:pt x="84" y="372"/>
                    <a:pt x="186" y="372"/>
                  </a:cubicBezTo>
                  <a:lnTo>
                    <a:pt x="334" y="372"/>
                  </a:lnTo>
                  <a:cubicBezTo>
                    <a:pt x="436" y="372"/>
                    <a:pt x="520" y="289"/>
                    <a:pt x="520" y="187"/>
                  </a:cubicBezTo>
                  <a:cubicBezTo>
                    <a:pt x="520" y="83"/>
                    <a:pt x="437" y="0"/>
                    <a:pt x="3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44"/>
            <p:cNvSpPr/>
            <p:nvPr/>
          </p:nvSpPr>
          <p:spPr>
            <a:xfrm>
              <a:off x="4220539" y="3573127"/>
              <a:ext cx="16940" cy="12151"/>
            </a:xfrm>
            <a:custGeom>
              <a:rect b="b" l="l" r="r" t="t"/>
              <a:pathLst>
                <a:path extrusionOk="0" h="373" w="520">
                  <a:moveTo>
                    <a:pt x="187" y="0"/>
                  </a:moveTo>
                  <a:cubicBezTo>
                    <a:pt x="84" y="0"/>
                    <a:pt x="0" y="83"/>
                    <a:pt x="0" y="187"/>
                  </a:cubicBezTo>
                  <a:cubicBezTo>
                    <a:pt x="0" y="289"/>
                    <a:pt x="84" y="372"/>
                    <a:pt x="187" y="372"/>
                  </a:cubicBezTo>
                  <a:lnTo>
                    <a:pt x="334" y="372"/>
                  </a:lnTo>
                  <a:cubicBezTo>
                    <a:pt x="436" y="372"/>
                    <a:pt x="520" y="289"/>
                    <a:pt x="520" y="187"/>
                  </a:cubicBezTo>
                  <a:cubicBezTo>
                    <a:pt x="520" y="83"/>
                    <a:pt x="438" y="0"/>
                    <a:pt x="3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44"/>
            <p:cNvSpPr/>
            <p:nvPr/>
          </p:nvSpPr>
          <p:spPr>
            <a:xfrm>
              <a:off x="4291558" y="3580718"/>
              <a:ext cx="52254" cy="52254"/>
            </a:xfrm>
            <a:custGeom>
              <a:rect b="b" l="l" r="r" t="t"/>
              <a:pathLst>
                <a:path extrusionOk="0" h="1604" w="1604">
                  <a:moveTo>
                    <a:pt x="802" y="490"/>
                  </a:moveTo>
                  <a:cubicBezTo>
                    <a:pt x="896" y="603"/>
                    <a:pt x="1000" y="706"/>
                    <a:pt x="1113" y="800"/>
                  </a:cubicBezTo>
                  <a:cubicBezTo>
                    <a:pt x="1000" y="897"/>
                    <a:pt x="896" y="999"/>
                    <a:pt x="802" y="1111"/>
                  </a:cubicBezTo>
                  <a:cubicBezTo>
                    <a:pt x="707" y="998"/>
                    <a:pt x="605" y="894"/>
                    <a:pt x="492" y="800"/>
                  </a:cubicBezTo>
                  <a:cubicBezTo>
                    <a:pt x="605" y="706"/>
                    <a:pt x="707" y="603"/>
                    <a:pt x="802" y="490"/>
                  </a:cubicBezTo>
                  <a:close/>
                  <a:moveTo>
                    <a:pt x="802" y="1"/>
                  </a:moveTo>
                  <a:cubicBezTo>
                    <a:pt x="741" y="1"/>
                    <a:pt x="684" y="30"/>
                    <a:pt x="649" y="80"/>
                  </a:cubicBezTo>
                  <a:cubicBezTo>
                    <a:pt x="496" y="303"/>
                    <a:pt x="304" y="494"/>
                    <a:pt x="81" y="648"/>
                  </a:cubicBezTo>
                  <a:cubicBezTo>
                    <a:pt x="31" y="683"/>
                    <a:pt x="0" y="740"/>
                    <a:pt x="0" y="802"/>
                  </a:cubicBezTo>
                  <a:cubicBezTo>
                    <a:pt x="0" y="863"/>
                    <a:pt x="31" y="920"/>
                    <a:pt x="81" y="955"/>
                  </a:cubicBezTo>
                  <a:cubicBezTo>
                    <a:pt x="304" y="1108"/>
                    <a:pt x="495" y="1300"/>
                    <a:pt x="649" y="1523"/>
                  </a:cubicBezTo>
                  <a:cubicBezTo>
                    <a:pt x="683" y="1573"/>
                    <a:pt x="741" y="1604"/>
                    <a:pt x="802" y="1604"/>
                  </a:cubicBezTo>
                  <a:cubicBezTo>
                    <a:pt x="864" y="1604"/>
                    <a:pt x="920" y="1573"/>
                    <a:pt x="956" y="1523"/>
                  </a:cubicBezTo>
                  <a:cubicBezTo>
                    <a:pt x="1109" y="1301"/>
                    <a:pt x="1299" y="1109"/>
                    <a:pt x="1523" y="955"/>
                  </a:cubicBezTo>
                  <a:cubicBezTo>
                    <a:pt x="1574" y="921"/>
                    <a:pt x="1603" y="863"/>
                    <a:pt x="1603" y="802"/>
                  </a:cubicBezTo>
                  <a:cubicBezTo>
                    <a:pt x="1603" y="740"/>
                    <a:pt x="1574" y="683"/>
                    <a:pt x="1523" y="648"/>
                  </a:cubicBezTo>
                  <a:cubicBezTo>
                    <a:pt x="1301" y="495"/>
                    <a:pt x="1110" y="305"/>
                    <a:pt x="956" y="80"/>
                  </a:cubicBezTo>
                  <a:cubicBezTo>
                    <a:pt x="921" y="30"/>
                    <a:pt x="864" y="1"/>
                    <a:pt x="8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44"/>
            <p:cNvSpPr/>
            <p:nvPr/>
          </p:nvSpPr>
          <p:spPr>
            <a:xfrm>
              <a:off x="4243506" y="3760578"/>
              <a:ext cx="12151" cy="12151"/>
            </a:xfrm>
            <a:custGeom>
              <a:rect b="b" l="l" r="r" t="t"/>
              <a:pathLst>
                <a:path extrusionOk="0" h="373" w="373">
                  <a:moveTo>
                    <a:pt x="186" y="1"/>
                  </a:moveTo>
                  <a:cubicBezTo>
                    <a:pt x="82" y="1"/>
                    <a:pt x="0" y="85"/>
                    <a:pt x="0" y="186"/>
                  </a:cubicBezTo>
                  <a:cubicBezTo>
                    <a:pt x="0" y="290"/>
                    <a:pt x="84" y="373"/>
                    <a:pt x="186" y="373"/>
                  </a:cubicBezTo>
                  <a:cubicBezTo>
                    <a:pt x="289" y="373"/>
                    <a:pt x="372" y="289"/>
                    <a:pt x="372" y="186"/>
                  </a:cubicBezTo>
                  <a:cubicBezTo>
                    <a:pt x="372" y="85"/>
                    <a:pt x="289" y="2"/>
                    <a:pt x="1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4" name="Google Shape;4814;p44"/>
          <p:cNvSpPr txBox="1"/>
          <p:nvPr/>
        </p:nvSpPr>
        <p:spPr>
          <a:xfrm flipH="1">
            <a:off x="1497414" y="4141137"/>
            <a:ext cx="1921500" cy="3108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1"/>
                </a:solidFill>
                <a:latin typeface="Lato"/>
                <a:ea typeface="Lato"/>
                <a:cs typeface="Lato"/>
                <a:sym typeface="Lato"/>
              </a:rPr>
              <a:t>Diamond</a:t>
            </a:r>
            <a:endParaRPr b="1">
              <a:solidFill>
                <a:schemeClr val="dk1"/>
              </a:solidFill>
              <a:latin typeface="Lato"/>
              <a:ea typeface="Lato"/>
              <a:cs typeface="Lato"/>
              <a:sym typeface="Lato"/>
            </a:endParaRPr>
          </a:p>
        </p:txBody>
      </p:sp>
      <p:sp>
        <p:nvSpPr>
          <p:cNvPr id="4815" name="Google Shape;4815;p44"/>
          <p:cNvSpPr txBox="1"/>
          <p:nvPr/>
        </p:nvSpPr>
        <p:spPr>
          <a:xfrm flipH="1">
            <a:off x="3642720" y="4141137"/>
            <a:ext cx="1921500" cy="3108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1"/>
                </a:solidFill>
                <a:latin typeface="Lato"/>
                <a:ea typeface="Lato"/>
                <a:cs typeface="Lato"/>
                <a:sym typeface="Lato"/>
              </a:rPr>
              <a:t>Carbon</a:t>
            </a:r>
            <a:endParaRPr b="1">
              <a:solidFill>
                <a:schemeClr val="dk1"/>
              </a:solidFill>
              <a:latin typeface="Lato"/>
              <a:ea typeface="Lato"/>
              <a:cs typeface="Lato"/>
              <a:sym typeface="Lato"/>
            </a:endParaRPr>
          </a:p>
        </p:txBody>
      </p:sp>
      <p:sp>
        <p:nvSpPr>
          <p:cNvPr id="4816" name="Google Shape;4816;p44"/>
          <p:cNvSpPr txBox="1"/>
          <p:nvPr/>
        </p:nvSpPr>
        <p:spPr>
          <a:xfrm flipH="1">
            <a:off x="5788025" y="4141125"/>
            <a:ext cx="1921500" cy="3108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1"/>
                </a:solidFill>
                <a:latin typeface="Lato"/>
                <a:ea typeface="Lato"/>
                <a:cs typeface="Lato"/>
                <a:sym typeface="Lato"/>
              </a:rPr>
              <a:t>Gold</a:t>
            </a:r>
            <a:endParaRPr b="1">
              <a:solidFill>
                <a:schemeClr val="dk1"/>
              </a:solidFill>
              <a:latin typeface="Lato"/>
              <a:ea typeface="Lato"/>
              <a:cs typeface="Lato"/>
              <a:sym typeface="Lato"/>
            </a:endParaRPr>
          </a:p>
        </p:txBody>
      </p:sp>
      <p:sp>
        <p:nvSpPr>
          <p:cNvPr id="4817" name="Google Shape;4817;p44"/>
          <p:cNvSpPr txBox="1"/>
          <p:nvPr/>
        </p:nvSpPr>
        <p:spPr>
          <a:xfrm flipH="1">
            <a:off x="1497414" y="2118098"/>
            <a:ext cx="1921500" cy="6030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What is the hardest natural substance?</a:t>
            </a:r>
            <a:endParaRPr>
              <a:solidFill>
                <a:schemeClr val="dk1"/>
              </a:solidFill>
              <a:latin typeface="Lato"/>
              <a:ea typeface="Lato"/>
              <a:cs typeface="Lato"/>
              <a:sym typeface="Lato"/>
            </a:endParaRPr>
          </a:p>
        </p:txBody>
      </p:sp>
      <p:sp>
        <p:nvSpPr>
          <p:cNvPr id="4818" name="Google Shape;4818;p44"/>
          <p:cNvSpPr txBox="1"/>
          <p:nvPr/>
        </p:nvSpPr>
        <p:spPr>
          <a:xfrm flipH="1">
            <a:off x="3642720" y="2118098"/>
            <a:ext cx="1921500" cy="6030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What metal has 24 carats when pure?</a:t>
            </a:r>
            <a:endParaRPr>
              <a:solidFill>
                <a:schemeClr val="dk1"/>
              </a:solidFill>
              <a:latin typeface="Lato"/>
              <a:ea typeface="Lato"/>
              <a:cs typeface="Lato"/>
              <a:sym typeface="Lato"/>
            </a:endParaRPr>
          </a:p>
        </p:txBody>
      </p:sp>
      <p:sp>
        <p:nvSpPr>
          <p:cNvPr id="4819" name="Google Shape;4819;p44"/>
          <p:cNvSpPr txBox="1"/>
          <p:nvPr/>
        </p:nvSpPr>
        <p:spPr>
          <a:xfrm flipH="1">
            <a:off x="5788025" y="2118075"/>
            <a:ext cx="1921500" cy="6030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What metal has 24 carats when pure?</a:t>
            </a:r>
            <a:endParaRPr>
              <a:solidFill>
                <a:schemeClr val="dk1"/>
              </a:solidFill>
              <a:latin typeface="Lato"/>
              <a:ea typeface="Lato"/>
              <a:cs typeface="Lato"/>
              <a:sym typeface="Lato"/>
            </a:endParaRPr>
          </a:p>
        </p:txBody>
      </p:sp>
      <p:cxnSp>
        <p:nvCxnSpPr>
          <p:cNvPr id="4820" name="Google Shape;4820;p44"/>
          <p:cNvCxnSpPr/>
          <p:nvPr/>
        </p:nvCxnSpPr>
        <p:spPr>
          <a:xfrm rot="5400000">
            <a:off x="6465725" y="2848425"/>
            <a:ext cx="410400" cy="155700"/>
          </a:xfrm>
          <a:prstGeom prst="bentConnector3">
            <a:avLst>
              <a:gd fmla="val 50000" name="adj1"/>
            </a:avLst>
          </a:prstGeom>
          <a:noFill/>
          <a:ln cap="flat" cmpd="sng" w="19050">
            <a:solidFill>
              <a:schemeClr val="dk1"/>
            </a:solidFill>
            <a:prstDash val="solid"/>
            <a:round/>
            <a:headEnd len="med" w="med" type="none"/>
            <a:tailEnd len="med" w="med" type="oval"/>
          </a:ln>
        </p:spPr>
      </p:cxnSp>
      <p:cxnSp>
        <p:nvCxnSpPr>
          <p:cNvPr id="4821" name="Google Shape;4821;p44"/>
          <p:cNvCxnSpPr/>
          <p:nvPr/>
        </p:nvCxnSpPr>
        <p:spPr>
          <a:xfrm rot="5400000">
            <a:off x="2175425" y="2848744"/>
            <a:ext cx="410400" cy="155100"/>
          </a:xfrm>
          <a:prstGeom prst="bentConnector3">
            <a:avLst>
              <a:gd fmla="val 50000" name="adj1"/>
            </a:avLst>
          </a:prstGeom>
          <a:noFill/>
          <a:ln cap="flat" cmpd="sng" w="19050">
            <a:solidFill>
              <a:schemeClr val="dk1"/>
            </a:solidFill>
            <a:prstDash val="solid"/>
            <a:round/>
            <a:headEnd len="med" w="med" type="none"/>
            <a:tailEnd len="med" w="med" type="oval"/>
          </a:ln>
        </p:spPr>
      </p:cxnSp>
      <p:cxnSp>
        <p:nvCxnSpPr>
          <p:cNvPr id="4822" name="Google Shape;4822;p44"/>
          <p:cNvCxnSpPr/>
          <p:nvPr/>
        </p:nvCxnSpPr>
        <p:spPr>
          <a:xfrm rot="5400000">
            <a:off x="4314425" y="2850544"/>
            <a:ext cx="418500" cy="159600"/>
          </a:xfrm>
          <a:prstGeom prst="bentConnector3">
            <a:avLst>
              <a:gd fmla="val 50000" name="adj1"/>
            </a:avLst>
          </a:prstGeom>
          <a:noFill/>
          <a:ln cap="flat" cmpd="sng" w="19050">
            <a:solidFill>
              <a:schemeClr val="dk1"/>
            </a:solidFill>
            <a:prstDash val="solid"/>
            <a:round/>
            <a:headEnd len="med" w="med" type="none"/>
            <a:tailEnd len="med" w="med" type="oval"/>
          </a:ln>
        </p:spPr>
      </p:cxn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6" name="Shape 4826"/>
        <p:cNvGrpSpPr/>
        <p:nvPr/>
      </p:nvGrpSpPr>
      <p:grpSpPr>
        <a:xfrm>
          <a:off x="0" y="0"/>
          <a:ext cx="0" cy="0"/>
          <a:chOff x="0" y="0"/>
          <a:chExt cx="0" cy="0"/>
        </a:xfrm>
      </p:grpSpPr>
      <p:sp>
        <p:nvSpPr>
          <p:cNvPr id="4827" name="Google Shape;4827;p45"/>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What’s a mine?</a:t>
            </a:r>
            <a:endParaRPr/>
          </a:p>
        </p:txBody>
      </p:sp>
      <p:sp>
        <p:nvSpPr>
          <p:cNvPr id="4828" name="Google Shape;4828;p45"/>
          <p:cNvSpPr txBox="1"/>
          <p:nvPr>
            <p:ph idx="1" type="subTitle"/>
          </p:nvPr>
        </p:nvSpPr>
        <p:spPr>
          <a:xfrm>
            <a:off x="834500" y="1672350"/>
            <a:ext cx="4229700" cy="229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crystal clear? Lists like this one:</a:t>
            </a:r>
            <a:endParaRPr/>
          </a:p>
          <a:p>
            <a:pPr indent="-317500" lvl="0" marL="457200" rtl="0" algn="l">
              <a:spcBef>
                <a:spcPts val="1000"/>
              </a:spcBef>
              <a:spcAft>
                <a:spcPts val="0"/>
              </a:spcAft>
              <a:buSzPts val="1400"/>
              <a:buChar char="●"/>
            </a:pPr>
            <a:r>
              <a:rPr lang="en"/>
              <a:t>They’re simple </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grpSp>
        <p:nvGrpSpPr>
          <p:cNvPr id="4829" name="Google Shape;4829;p45"/>
          <p:cNvGrpSpPr/>
          <p:nvPr/>
        </p:nvGrpSpPr>
        <p:grpSpPr>
          <a:xfrm>
            <a:off x="5152881" y="624907"/>
            <a:ext cx="3124176" cy="3952843"/>
            <a:chOff x="5463329" y="1017765"/>
            <a:chExt cx="2503145" cy="3167089"/>
          </a:xfrm>
        </p:grpSpPr>
        <p:sp>
          <p:nvSpPr>
            <p:cNvPr id="4830" name="Google Shape;4830;p45"/>
            <p:cNvSpPr/>
            <p:nvPr/>
          </p:nvSpPr>
          <p:spPr>
            <a:xfrm>
              <a:off x="7358759" y="1017765"/>
              <a:ext cx="143631" cy="50200"/>
            </a:xfrm>
            <a:custGeom>
              <a:rect b="b" l="l" r="r" t="t"/>
              <a:pathLst>
                <a:path extrusionOk="0" h="425" w="1216">
                  <a:moveTo>
                    <a:pt x="27" y="321"/>
                  </a:moveTo>
                  <a:cubicBezTo>
                    <a:pt x="18" y="325"/>
                    <a:pt x="9" y="330"/>
                    <a:pt x="0" y="337"/>
                  </a:cubicBezTo>
                  <a:lnTo>
                    <a:pt x="27" y="321"/>
                  </a:lnTo>
                  <a:close/>
                  <a:moveTo>
                    <a:pt x="671" y="0"/>
                  </a:moveTo>
                  <a:cubicBezTo>
                    <a:pt x="649" y="6"/>
                    <a:pt x="631" y="6"/>
                    <a:pt x="615" y="11"/>
                  </a:cubicBezTo>
                  <a:cubicBezTo>
                    <a:pt x="588" y="16"/>
                    <a:pt x="566" y="21"/>
                    <a:pt x="544" y="33"/>
                  </a:cubicBezTo>
                  <a:cubicBezTo>
                    <a:pt x="533" y="38"/>
                    <a:pt x="533" y="38"/>
                    <a:pt x="526" y="38"/>
                  </a:cubicBezTo>
                  <a:cubicBezTo>
                    <a:pt x="504" y="49"/>
                    <a:pt x="477" y="60"/>
                    <a:pt x="455" y="71"/>
                  </a:cubicBezTo>
                  <a:lnTo>
                    <a:pt x="27" y="321"/>
                  </a:lnTo>
                  <a:lnTo>
                    <a:pt x="27" y="321"/>
                  </a:lnTo>
                  <a:cubicBezTo>
                    <a:pt x="41" y="315"/>
                    <a:pt x="55" y="310"/>
                    <a:pt x="73" y="304"/>
                  </a:cubicBezTo>
                  <a:cubicBezTo>
                    <a:pt x="78" y="304"/>
                    <a:pt x="78" y="299"/>
                    <a:pt x="83" y="299"/>
                  </a:cubicBezTo>
                  <a:cubicBezTo>
                    <a:pt x="141" y="298"/>
                    <a:pt x="168" y="291"/>
                    <a:pt x="190" y="285"/>
                  </a:cubicBezTo>
                  <a:cubicBezTo>
                    <a:pt x="217" y="280"/>
                    <a:pt x="245" y="275"/>
                    <a:pt x="267" y="275"/>
                  </a:cubicBezTo>
                  <a:lnTo>
                    <a:pt x="284" y="275"/>
                  </a:lnTo>
                  <a:cubicBezTo>
                    <a:pt x="311" y="275"/>
                    <a:pt x="334" y="275"/>
                    <a:pt x="362" y="280"/>
                  </a:cubicBezTo>
                  <a:lnTo>
                    <a:pt x="372" y="280"/>
                  </a:lnTo>
                  <a:cubicBezTo>
                    <a:pt x="399" y="285"/>
                    <a:pt x="427" y="291"/>
                    <a:pt x="456" y="298"/>
                  </a:cubicBezTo>
                  <a:cubicBezTo>
                    <a:pt x="461" y="298"/>
                    <a:pt x="461" y="302"/>
                    <a:pt x="466" y="302"/>
                  </a:cubicBezTo>
                  <a:cubicBezTo>
                    <a:pt x="494" y="307"/>
                    <a:pt x="528" y="320"/>
                    <a:pt x="555" y="330"/>
                  </a:cubicBezTo>
                  <a:cubicBezTo>
                    <a:pt x="594" y="341"/>
                    <a:pt x="623" y="358"/>
                    <a:pt x="655" y="369"/>
                  </a:cubicBezTo>
                  <a:cubicBezTo>
                    <a:pt x="694" y="391"/>
                    <a:pt x="727" y="409"/>
                    <a:pt x="761" y="425"/>
                  </a:cubicBezTo>
                  <a:lnTo>
                    <a:pt x="1215" y="159"/>
                  </a:lnTo>
                  <a:cubicBezTo>
                    <a:pt x="1205" y="153"/>
                    <a:pt x="1193" y="148"/>
                    <a:pt x="1183" y="142"/>
                  </a:cubicBezTo>
                  <a:cubicBezTo>
                    <a:pt x="1165" y="131"/>
                    <a:pt x="1155" y="124"/>
                    <a:pt x="1138" y="119"/>
                  </a:cubicBezTo>
                  <a:cubicBezTo>
                    <a:pt x="1127" y="115"/>
                    <a:pt x="1121" y="108"/>
                    <a:pt x="1111" y="108"/>
                  </a:cubicBezTo>
                  <a:cubicBezTo>
                    <a:pt x="1100" y="103"/>
                    <a:pt x="1094" y="103"/>
                    <a:pt x="1094" y="98"/>
                  </a:cubicBezTo>
                  <a:cubicBezTo>
                    <a:pt x="1076" y="93"/>
                    <a:pt x="1066" y="87"/>
                    <a:pt x="1049" y="81"/>
                  </a:cubicBezTo>
                  <a:cubicBezTo>
                    <a:pt x="1032" y="76"/>
                    <a:pt x="1022" y="71"/>
                    <a:pt x="1005" y="64"/>
                  </a:cubicBezTo>
                  <a:cubicBezTo>
                    <a:pt x="982" y="59"/>
                    <a:pt x="971" y="54"/>
                    <a:pt x="960" y="48"/>
                  </a:cubicBezTo>
                  <a:cubicBezTo>
                    <a:pt x="943" y="42"/>
                    <a:pt x="933" y="37"/>
                    <a:pt x="916" y="37"/>
                  </a:cubicBezTo>
                  <a:cubicBezTo>
                    <a:pt x="911" y="37"/>
                    <a:pt x="905" y="32"/>
                    <a:pt x="898" y="32"/>
                  </a:cubicBezTo>
                  <a:cubicBezTo>
                    <a:pt x="893" y="32"/>
                    <a:pt x="893" y="32"/>
                    <a:pt x="888" y="27"/>
                  </a:cubicBezTo>
                  <a:cubicBezTo>
                    <a:pt x="882" y="21"/>
                    <a:pt x="877" y="21"/>
                    <a:pt x="871" y="21"/>
                  </a:cubicBezTo>
                  <a:cubicBezTo>
                    <a:pt x="854" y="16"/>
                    <a:pt x="838" y="16"/>
                    <a:pt x="827" y="11"/>
                  </a:cubicBezTo>
                  <a:cubicBezTo>
                    <a:pt x="816" y="11"/>
                    <a:pt x="809" y="6"/>
                    <a:pt x="804" y="6"/>
                  </a:cubicBezTo>
                  <a:lnTo>
                    <a:pt x="777" y="6"/>
                  </a:lnTo>
                  <a:cubicBezTo>
                    <a:pt x="760" y="0"/>
                    <a:pt x="744" y="0"/>
                    <a:pt x="72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1" name="Google Shape;4831;p45"/>
            <p:cNvGrpSpPr/>
            <p:nvPr/>
          </p:nvGrpSpPr>
          <p:grpSpPr>
            <a:xfrm>
              <a:off x="5463329" y="1034537"/>
              <a:ext cx="2503145" cy="3150316"/>
              <a:chOff x="5463329" y="1034537"/>
              <a:chExt cx="2503145" cy="3150316"/>
            </a:xfrm>
          </p:grpSpPr>
          <p:sp>
            <p:nvSpPr>
              <p:cNvPr id="4832" name="Google Shape;4832;p45"/>
              <p:cNvSpPr/>
              <p:nvPr/>
            </p:nvSpPr>
            <p:spPr>
              <a:xfrm>
                <a:off x="7247374" y="3123920"/>
                <a:ext cx="683783" cy="1060933"/>
              </a:xfrm>
              <a:custGeom>
                <a:rect b="b" l="l" r="r" t="t"/>
                <a:pathLst>
                  <a:path extrusionOk="0" h="8982" w="5789">
                    <a:moveTo>
                      <a:pt x="22" y="1"/>
                    </a:moveTo>
                    <a:cubicBezTo>
                      <a:pt x="22" y="1"/>
                      <a:pt x="0" y="2630"/>
                      <a:pt x="111" y="3818"/>
                    </a:cubicBezTo>
                    <a:cubicBezTo>
                      <a:pt x="217" y="4988"/>
                      <a:pt x="146" y="7580"/>
                      <a:pt x="2626" y="8778"/>
                    </a:cubicBezTo>
                    <a:cubicBezTo>
                      <a:pt x="2681" y="8807"/>
                      <a:pt x="2736" y="8835"/>
                      <a:pt x="2798" y="8862"/>
                    </a:cubicBezTo>
                    <a:cubicBezTo>
                      <a:pt x="2982" y="8945"/>
                      <a:pt x="3177" y="8982"/>
                      <a:pt x="3376" y="8982"/>
                    </a:cubicBezTo>
                    <a:cubicBezTo>
                      <a:pt x="3699" y="8982"/>
                      <a:pt x="4029" y="8884"/>
                      <a:pt x="4334" y="8723"/>
                    </a:cubicBezTo>
                    <a:cubicBezTo>
                      <a:pt x="5101" y="8324"/>
                      <a:pt x="5716" y="7536"/>
                      <a:pt x="5716" y="6848"/>
                    </a:cubicBezTo>
                    <a:cubicBezTo>
                      <a:pt x="5716" y="5715"/>
                      <a:pt x="5788" y="3280"/>
                      <a:pt x="5788" y="3280"/>
                    </a:cubicBezTo>
                    <a:cubicBezTo>
                      <a:pt x="5788" y="3280"/>
                      <a:pt x="5216" y="2635"/>
                      <a:pt x="3611" y="1604"/>
                    </a:cubicBezTo>
                    <a:cubicBezTo>
                      <a:pt x="3551" y="1566"/>
                      <a:pt x="3490" y="1528"/>
                      <a:pt x="3428" y="1488"/>
                    </a:cubicBezTo>
                    <a:cubicBezTo>
                      <a:pt x="3417" y="1483"/>
                      <a:pt x="3401" y="1471"/>
                      <a:pt x="3384" y="1461"/>
                    </a:cubicBezTo>
                    <a:cubicBezTo>
                      <a:pt x="3295" y="1405"/>
                      <a:pt x="3212" y="1350"/>
                      <a:pt x="3123" y="1300"/>
                    </a:cubicBezTo>
                    <a:cubicBezTo>
                      <a:pt x="3046" y="1256"/>
                      <a:pt x="2969" y="1211"/>
                      <a:pt x="2886" y="1161"/>
                    </a:cubicBezTo>
                    <a:cubicBezTo>
                      <a:pt x="2697" y="1049"/>
                      <a:pt x="2514" y="955"/>
                      <a:pt x="2342" y="866"/>
                    </a:cubicBezTo>
                    <a:cubicBezTo>
                      <a:pt x="2304" y="844"/>
                      <a:pt x="2259" y="822"/>
                      <a:pt x="2215" y="800"/>
                    </a:cubicBezTo>
                    <a:cubicBezTo>
                      <a:pt x="2187" y="782"/>
                      <a:pt x="2153" y="772"/>
                      <a:pt x="2126" y="755"/>
                    </a:cubicBezTo>
                    <a:cubicBezTo>
                      <a:pt x="1310" y="362"/>
                      <a:pt x="667" y="162"/>
                      <a:pt x="317" y="68"/>
                    </a:cubicBezTo>
                    <a:cubicBezTo>
                      <a:pt x="128" y="17"/>
                      <a:pt x="22" y="1"/>
                      <a:pt x="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45"/>
              <p:cNvSpPr/>
              <p:nvPr/>
            </p:nvSpPr>
            <p:spPr>
              <a:xfrm>
                <a:off x="7250681" y="3108092"/>
                <a:ext cx="715793" cy="1046287"/>
              </a:xfrm>
              <a:custGeom>
                <a:rect b="b" l="l" r="r" t="t"/>
                <a:pathLst>
                  <a:path extrusionOk="0" h="8858" w="6060">
                    <a:moveTo>
                      <a:pt x="296" y="0"/>
                    </a:moveTo>
                    <a:lnTo>
                      <a:pt x="1" y="135"/>
                    </a:lnTo>
                    <a:cubicBezTo>
                      <a:pt x="1" y="135"/>
                      <a:pt x="1293" y="495"/>
                      <a:pt x="2110" y="889"/>
                    </a:cubicBezTo>
                    <a:cubicBezTo>
                      <a:pt x="2182" y="928"/>
                      <a:pt x="2253" y="961"/>
                      <a:pt x="2325" y="1000"/>
                    </a:cubicBezTo>
                    <a:cubicBezTo>
                      <a:pt x="2502" y="1094"/>
                      <a:pt x="2686" y="1188"/>
                      <a:pt x="2874" y="1299"/>
                    </a:cubicBezTo>
                    <a:cubicBezTo>
                      <a:pt x="2947" y="1339"/>
                      <a:pt x="3025" y="1384"/>
                      <a:pt x="3102" y="1434"/>
                    </a:cubicBezTo>
                    <a:cubicBezTo>
                      <a:pt x="3191" y="1483"/>
                      <a:pt x="3273" y="1539"/>
                      <a:pt x="3362" y="1595"/>
                    </a:cubicBezTo>
                    <a:cubicBezTo>
                      <a:pt x="3374" y="1600"/>
                      <a:pt x="3390" y="1612"/>
                      <a:pt x="3407" y="1622"/>
                    </a:cubicBezTo>
                    <a:cubicBezTo>
                      <a:pt x="5150" y="2721"/>
                      <a:pt x="5766" y="3415"/>
                      <a:pt x="5766" y="3415"/>
                    </a:cubicBezTo>
                    <a:cubicBezTo>
                      <a:pt x="5766" y="3415"/>
                      <a:pt x="5693" y="5845"/>
                      <a:pt x="5693" y="6983"/>
                    </a:cubicBezTo>
                    <a:cubicBezTo>
                      <a:pt x="5693" y="7671"/>
                      <a:pt x="5073" y="8459"/>
                      <a:pt x="4312" y="8858"/>
                    </a:cubicBezTo>
                    <a:cubicBezTo>
                      <a:pt x="5200" y="8531"/>
                      <a:pt x="5988" y="7626"/>
                      <a:pt x="5988" y="6855"/>
                    </a:cubicBezTo>
                    <a:cubicBezTo>
                      <a:pt x="5988" y="5722"/>
                      <a:pt x="6060" y="3287"/>
                      <a:pt x="6060" y="3287"/>
                    </a:cubicBezTo>
                    <a:cubicBezTo>
                      <a:pt x="6060" y="3287"/>
                      <a:pt x="5438" y="2587"/>
                      <a:pt x="3702" y="1488"/>
                    </a:cubicBezTo>
                    <a:cubicBezTo>
                      <a:pt x="3685" y="1478"/>
                      <a:pt x="3675" y="1471"/>
                      <a:pt x="3657" y="1461"/>
                    </a:cubicBezTo>
                    <a:cubicBezTo>
                      <a:pt x="3568" y="1406"/>
                      <a:pt x="3486" y="1350"/>
                      <a:pt x="3397" y="1299"/>
                    </a:cubicBezTo>
                    <a:cubicBezTo>
                      <a:pt x="3325" y="1255"/>
                      <a:pt x="3246" y="1210"/>
                      <a:pt x="3169" y="1166"/>
                    </a:cubicBezTo>
                    <a:cubicBezTo>
                      <a:pt x="2980" y="1055"/>
                      <a:pt x="2798" y="956"/>
                      <a:pt x="2620" y="867"/>
                    </a:cubicBezTo>
                    <a:cubicBezTo>
                      <a:pt x="2548" y="827"/>
                      <a:pt x="2476" y="788"/>
                      <a:pt x="2404" y="755"/>
                    </a:cubicBezTo>
                    <a:cubicBezTo>
                      <a:pt x="1145" y="145"/>
                      <a:pt x="296" y="0"/>
                      <a:pt x="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45"/>
              <p:cNvSpPr/>
              <p:nvPr/>
            </p:nvSpPr>
            <p:spPr>
              <a:xfrm>
                <a:off x="7559913" y="1430350"/>
                <a:ext cx="107723" cy="203871"/>
              </a:xfrm>
              <a:custGeom>
                <a:rect b="b" l="l" r="r" t="t"/>
                <a:pathLst>
                  <a:path extrusionOk="0" h="1726" w="912">
                    <a:moveTo>
                      <a:pt x="351" y="0"/>
                    </a:moveTo>
                    <a:cubicBezTo>
                      <a:pt x="216" y="0"/>
                      <a:pt x="95" y="44"/>
                      <a:pt x="1" y="122"/>
                    </a:cubicBezTo>
                    <a:cubicBezTo>
                      <a:pt x="34" y="116"/>
                      <a:pt x="68" y="111"/>
                      <a:pt x="106" y="111"/>
                    </a:cubicBezTo>
                    <a:cubicBezTo>
                      <a:pt x="417" y="111"/>
                      <a:pt x="667" y="361"/>
                      <a:pt x="667" y="672"/>
                    </a:cubicBezTo>
                    <a:lnTo>
                      <a:pt x="667" y="1725"/>
                    </a:lnTo>
                    <a:cubicBezTo>
                      <a:pt x="744" y="1703"/>
                      <a:pt x="817" y="1676"/>
                      <a:pt x="883" y="1636"/>
                    </a:cubicBezTo>
                    <a:cubicBezTo>
                      <a:pt x="894" y="1630"/>
                      <a:pt x="901" y="1625"/>
                      <a:pt x="911" y="1620"/>
                    </a:cubicBezTo>
                    <a:lnTo>
                      <a:pt x="911" y="561"/>
                    </a:lnTo>
                    <a:cubicBezTo>
                      <a:pt x="911" y="255"/>
                      <a:pt x="662" y="6"/>
                      <a:pt x="3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45"/>
              <p:cNvSpPr/>
              <p:nvPr/>
            </p:nvSpPr>
            <p:spPr>
              <a:xfrm>
                <a:off x="7638579" y="3172348"/>
                <a:ext cx="29057" cy="48428"/>
              </a:xfrm>
              <a:custGeom>
                <a:rect b="b" l="l" r="r" t="t"/>
                <a:pathLst>
                  <a:path extrusionOk="0" h="410" w="246">
                    <a:moveTo>
                      <a:pt x="245" y="0"/>
                    </a:moveTo>
                    <a:cubicBezTo>
                      <a:pt x="240" y="5"/>
                      <a:pt x="240" y="12"/>
                      <a:pt x="235" y="16"/>
                    </a:cubicBezTo>
                    <a:cubicBezTo>
                      <a:pt x="207" y="61"/>
                      <a:pt x="162" y="105"/>
                      <a:pt x="100" y="138"/>
                    </a:cubicBezTo>
                    <a:cubicBezTo>
                      <a:pt x="68" y="155"/>
                      <a:pt x="33" y="172"/>
                      <a:pt x="1" y="182"/>
                    </a:cubicBezTo>
                    <a:lnTo>
                      <a:pt x="1" y="410"/>
                    </a:lnTo>
                    <a:cubicBezTo>
                      <a:pt x="40" y="398"/>
                      <a:pt x="68" y="383"/>
                      <a:pt x="100" y="366"/>
                    </a:cubicBezTo>
                    <a:cubicBezTo>
                      <a:pt x="167" y="326"/>
                      <a:pt x="217" y="277"/>
                      <a:pt x="245" y="221"/>
                    </a:cubicBezTo>
                    <a:lnTo>
                      <a:pt x="2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45"/>
              <p:cNvSpPr/>
              <p:nvPr/>
            </p:nvSpPr>
            <p:spPr>
              <a:xfrm>
                <a:off x="7535699" y="1621700"/>
                <a:ext cx="131937" cy="1579824"/>
              </a:xfrm>
              <a:custGeom>
                <a:rect b="b" l="l" r="r" t="t"/>
                <a:pathLst>
                  <a:path extrusionOk="0" h="13375" w="1117">
                    <a:moveTo>
                      <a:pt x="0" y="1"/>
                    </a:moveTo>
                    <a:lnTo>
                      <a:pt x="0" y="13152"/>
                    </a:lnTo>
                    <a:cubicBezTo>
                      <a:pt x="28" y="13191"/>
                      <a:pt x="73" y="13236"/>
                      <a:pt x="133" y="13269"/>
                    </a:cubicBezTo>
                    <a:cubicBezTo>
                      <a:pt x="249" y="13339"/>
                      <a:pt x="403" y="13374"/>
                      <a:pt x="556" y="13374"/>
                    </a:cubicBezTo>
                    <a:cubicBezTo>
                      <a:pt x="666" y="13374"/>
                      <a:pt x="776" y="13356"/>
                      <a:pt x="872" y="13319"/>
                    </a:cubicBezTo>
                    <a:cubicBezTo>
                      <a:pt x="904" y="13306"/>
                      <a:pt x="939" y="13291"/>
                      <a:pt x="971" y="13274"/>
                    </a:cubicBezTo>
                    <a:cubicBezTo>
                      <a:pt x="1038" y="13235"/>
                      <a:pt x="1088" y="13185"/>
                      <a:pt x="1116" y="13135"/>
                    </a:cubicBezTo>
                    <a:lnTo>
                      <a:pt x="1116" y="6"/>
                    </a:lnTo>
                    <a:cubicBezTo>
                      <a:pt x="1106" y="11"/>
                      <a:pt x="1100" y="16"/>
                      <a:pt x="1092" y="23"/>
                    </a:cubicBezTo>
                    <a:cubicBezTo>
                      <a:pt x="1025" y="62"/>
                      <a:pt x="954" y="90"/>
                      <a:pt x="876" y="112"/>
                    </a:cubicBezTo>
                    <a:cubicBezTo>
                      <a:pt x="778" y="138"/>
                      <a:pt x="672" y="151"/>
                      <a:pt x="565" y="151"/>
                    </a:cubicBezTo>
                    <a:cubicBezTo>
                      <a:pt x="373" y="151"/>
                      <a:pt x="179" y="109"/>
                      <a:pt x="33" y="23"/>
                    </a:cubicBezTo>
                    <a:cubicBezTo>
                      <a:pt x="22" y="17"/>
                      <a:pt x="11" y="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45"/>
              <p:cNvSpPr/>
              <p:nvPr/>
            </p:nvSpPr>
            <p:spPr>
              <a:xfrm>
                <a:off x="7535226" y="1442752"/>
                <a:ext cx="103471" cy="196075"/>
              </a:xfrm>
              <a:custGeom>
                <a:rect b="b" l="l" r="r" t="t"/>
                <a:pathLst>
                  <a:path extrusionOk="0" h="1660" w="876">
                    <a:moveTo>
                      <a:pt x="318" y="1"/>
                    </a:moveTo>
                    <a:cubicBezTo>
                      <a:pt x="278" y="1"/>
                      <a:pt x="244" y="6"/>
                      <a:pt x="211" y="11"/>
                    </a:cubicBezTo>
                    <a:cubicBezTo>
                      <a:pt x="84" y="112"/>
                      <a:pt x="0" y="272"/>
                      <a:pt x="0" y="450"/>
                    </a:cubicBezTo>
                    <a:lnTo>
                      <a:pt x="0" y="1509"/>
                    </a:lnTo>
                    <a:cubicBezTo>
                      <a:pt x="11" y="1521"/>
                      <a:pt x="22" y="1526"/>
                      <a:pt x="33" y="1531"/>
                    </a:cubicBezTo>
                    <a:cubicBezTo>
                      <a:pt x="180" y="1617"/>
                      <a:pt x="372" y="1659"/>
                      <a:pt x="564" y="1659"/>
                    </a:cubicBezTo>
                    <a:cubicBezTo>
                      <a:pt x="670" y="1659"/>
                      <a:pt x="777" y="1646"/>
                      <a:pt x="876" y="1620"/>
                    </a:cubicBezTo>
                    <a:lnTo>
                      <a:pt x="876" y="567"/>
                    </a:lnTo>
                    <a:cubicBezTo>
                      <a:pt x="876" y="262"/>
                      <a:pt x="627" y="11"/>
                      <a:pt x="3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45"/>
              <p:cNvSpPr/>
              <p:nvPr/>
            </p:nvSpPr>
            <p:spPr>
              <a:xfrm>
                <a:off x="7535226" y="3174356"/>
                <a:ext cx="103471" cy="53507"/>
              </a:xfrm>
              <a:custGeom>
                <a:rect b="b" l="l" r="r" t="t"/>
                <a:pathLst>
                  <a:path extrusionOk="0" h="453" w="876">
                    <a:moveTo>
                      <a:pt x="0" y="1"/>
                    </a:moveTo>
                    <a:lnTo>
                      <a:pt x="0" y="201"/>
                    </a:lnTo>
                    <a:cubicBezTo>
                      <a:pt x="27" y="256"/>
                      <a:pt x="78" y="306"/>
                      <a:pt x="150" y="350"/>
                    </a:cubicBezTo>
                    <a:cubicBezTo>
                      <a:pt x="266" y="418"/>
                      <a:pt x="419" y="452"/>
                      <a:pt x="571" y="452"/>
                    </a:cubicBezTo>
                    <a:cubicBezTo>
                      <a:pt x="678" y="452"/>
                      <a:pt x="784" y="435"/>
                      <a:pt x="876" y="400"/>
                    </a:cubicBezTo>
                    <a:lnTo>
                      <a:pt x="876" y="172"/>
                    </a:lnTo>
                    <a:cubicBezTo>
                      <a:pt x="781" y="207"/>
                      <a:pt x="672" y="224"/>
                      <a:pt x="561" y="224"/>
                    </a:cubicBezTo>
                    <a:cubicBezTo>
                      <a:pt x="408" y="224"/>
                      <a:pt x="252" y="190"/>
                      <a:pt x="132" y="122"/>
                    </a:cubicBezTo>
                    <a:cubicBezTo>
                      <a:pt x="78" y="88"/>
                      <a:pt x="33" y="50"/>
                      <a:pt x="5" y="11"/>
                    </a:cubicBezTo>
                    <a:cubicBezTo>
                      <a:pt x="5" y="6"/>
                      <a:pt x="5" y="6"/>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45"/>
              <p:cNvSpPr/>
              <p:nvPr/>
            </p:nvSpPr>
            <p:spPr>
              <a:xfrm>
                <a:off x="7535699" y="1620991"/>
                <a:ext cx="102999" cy="1579706"/>
              </a:xfrm>
              <a:custGeom>
                <a:rect b="b" l="l" r="r" t="t"/>
                <a:pathLst>
                  <a:path extrusionOk="0" h="13374" w="872">
                    <a:moveTo>
                      <a:pt x="0" y="0"/>
                    </a:moveTo>
                    <a:lnTo>
                      <a:pt x="0" y="13152"/>
                    </a:lnTo>
                    <a:cubicBezTo>
                      <a:pt x="28" y="13191"/>
                      <a:pt x="73" y="13236"/>
                      <a:pt x="133" y="13268"/>
                    </a:cubicBezTo>
                    <a:cubicBezTo>
                      <a:pt x="250" y="13339"/>
                      <a:pt x="402" y="13374"/>
                      <a:pt x="555" y="13374"/>
                    </a:cubicBezTo>
                    <a:cubicBezTo>
                      <a:pt x="665" y="13374"/>
                      <a:pt x="776" y="13355"/>
                      <a:pt x="872" y="13317"/>
                    </a:cubicBezTo>
                    <a:lnTo>
                      <a:pt x="872" y="111"/>
                    </a:lnTo>
                    <a:cubicBezTo>
                      <a:pt x="773" y="139"/>
                      <a:pt x="666" y="153"/>
                      <a:pt x="560" y="153"/>
                    </a:cubicBezTo>
                    <a:cubicBezTo>
                      <a:pt x="368" y="153"/>
                      <a:pt x="177" y="109"/>
                      <a:pt x="33" y="22"/>
                    </a:cubicBezTo>
                    <a:cubicBezTo>
                      <a:pt x="22" y="17"/>
                      <a:pt x="11" y="6"/>
                      <a:pt x="0" y="0"/>
                    </a:cubicBez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45"/>
              <p:cNvSpPr/>
              <p:nvPr/>
            </p:nvSpPr>
            <p:spPr>
              <a:xfrm>
                <a:off x="7381201" y="1094423"/>
                <a:ext cx="150718" cy="294704"/>
              </a:xfrm>
              <a:custGeom>
                <a:rect b="b" l="l" r="r" t="t"/>
                <a:pathLst>
                  <a:path extrusionOk="0" h="2495" w="1276">
                    <a:moveTo>
                      <a:pt x="624" y="1"/>
                    </a:moveTo>
                    <a:cubicBezTo>
                      <a:pt x="618" y="4"/>
                      <a:pt x="612" y="7"/>
                      <a:pt x="607" y="11"/>
                    </a:cubicBezTo>
                    <a:lnTo>
                      <a:pt x="607" y="11"/>
                    </a:lnTo>
                    <a:lnTo>
                      <a:pt x="624" y="1"/>
                    </a:lnTo>
                    <a:close/>
                    <a:moveTo>
                      <a:pt x="607" y="11"/>
                    </a:moveTo>
                    <a:lnTo>
                      <a:pt x="171" y="267"/>
                    </a:lnTo>
                    <a:cubicBezTo>
                      <a:pt x="148" y="277"/>
                      <a:pt x="126" y="294"/>
                      <a:pt x="109" y="316"/>
                    </a:cubicBezTo>
                    <a:cubicBezTo>
                      <a:pt x="92" y="333"/>
                      <a:pt x="82" y="343"/>
                      <a:pt x="76" y="361"/>
                    </a:cubicBezTo>
                    <a:cubicBezTo>
                      <a:pt x="66" y="372"/>
                      <a:pt x="59" y="388"/>
                      <a:pt x="53" y="400"/>
                    </a:cubicBezTo>
                    <a:cubicBezTo>
                      <a:pt x="48" y="405"/>
                      <a:pt x="48" y="405"/>
                      <a:pt x="48" y="410"/>
                    </a:cubicBezTo>
                    <a:cubicBezTo>
                      <a:pt x="48" y="416"/>
                      <a:pt x="43" y="416"/>
                      <a:pt x="43" y="421"/>
                    </a:cubicBezTo>
                    <a:cubicBezTo>
                      <a:pt x="38" y="426"/>
                      <a:pt x="38" y="431"/>
                      <a:pt x="38" y="431"/>
                    </a:cubicBezTo>
                    <a:cubicBezTo>
                      <a:pt x="32" y="442"/>
                      <a:pt x="32" y="453"/>
                      <a:pt x="27" y="459"/>
                    </a:cubicBezTo>
                    <a:cubicBezTo>
                      <a:pt x="27" y="464"/>
                      <a:pt x="22" y="469"/>
                      <a:pt x="22" y="469"/>
                    </a:cubicBezTo>
                    <a:cubicBezTo>
                      <a:pt x="17" y="480"/>
                      <a:pt x="17" y="487"/>
                      <a:pt x="17" y="487"/>
                    </a:cubicBezTo>
                    <a:cubicBezTo>
                      <a:pt x="11" y="497"/>
                      <a:pt x="11" y="504"/>
                      <a:pt x="11" y="514"/>
                    </a:cubicBezTo>
                    <a:cubicBezTo>
                      <a:pt x="11" y="525"/>
                      <a:pt x="6" y="531"/>
                      <a:pt x="6" y="541"/>
                    </a:cubicBezTo>
                    <a:cubicBezTo>
                      <a:pt x="6" y="552"/>
                      <a:pt x="1" y="558"/>
                      <a:pt x="1" y="569"/>
                    </a:cubicBezTo>
                    <a:lnTo>
                      <a:pt x="1" y="597"/>
                    </a:lnTo>
                    <a:lnTo>
                      <a:pt x="1" y="619"/>
                    </a:lnTo>
                    <a:lnTo>
                      <a:pt x="1" y="651"/>
                    </a:lnTo>
                    <a:lnTo>
                      <a:pt x="1" y="679"/>
                    </a:lnTo>
                    <a:cubicBezTo>
                      <a:pt x="1" y="684"/>
                      <a:pt x="1" y="696"/>
                      <a:pt x="6" y="702"/>
                    </a:cubicBezTo>
                    <a:cubicBezTo>
                      <a:pt x="11" y="718"/>
                      <a:pt x="11" y="724"/>
                      <a:pt x="11" y="734"/>
                    </a:cubicBezTo>
                    <a:cubicBezTo>
                      <a:pt x="17" y="745"/>
                      <a:pt x="17" y="751"/>
                      <a:pt x="17" y="761"/>
                    </a:cubicBezTo>
                    <a:cubicBezTo>
                      <a:pt x="17" y="767"/>
                      <a:pt x="22" y="772"/>
                      <a:pt x="22" y="783"/>
                    </a:cubicBezTo>
                    <a:cubicBezTo>
                      <a:pt x="27" y="801"/>
                      <a:pt x="27" y="812"/>
                      <a:pt x="32" y="823"/>
                    </a:cubicBezTo>
                    <a:cubicBezTo>
                      <a:pt x="38" y="834"/>
                      <a:pt x="38" y="845"/>
                      <a:pt x="38" y="856"/>
                    </a:cubicBezTo>
                    <a:cubicBezTo>
                      <a:pt x="43" y="861"/>
                      <a:pt x="43" y="866"/>
                      <a:pt x="43" y="878"/>
                    </a:cubicBezTo>
                    <a:lnTo>
                      <a:pt x="282" y="1766"/>
                    </a:lnTo>
                    <a:cubicBezTo>
                      <a:pt x="282" y="1771"/>
                      <a:pt x="287" y="1777"/>
                      <a:pt x="287" y="1777"/>
                    </a:cubicBezTo>
                    <a:cubicBezTo>
                      <a:pt x="292" y="1787"/>
                      <a:pt x="292" y="1799"/>
                      <a:pt x="297" y="1804"/>
                    </a:cubicBezTo>
                    <a:cubicBezTo>
                      <a:pt x="297" y="1809"/>
                      <a:pt x="303" y="1814"/>
                      <a:pt x="303" y="1814"/>
                    </a:cubicBezTo>
                    <a:cubicBezTo>
                      <a:pt x="308" y="1825"/>
                      <a:pt x="308" y="1831"/>
                      <a:pt x="308" y="1831"/>
                    </a:cubicBezTo>
                    <a:cubicBezTo>
                      <a:pt x="313" y="1842"/>
                      <a:pt x="313" y="1854"/>
                      <a:pt x="318" y="1859"/>
                    </a:cubicBezTo>
                    <a:cubicBezTo>
                      <a:pt x="318" y="1865"/>
                      <a:pt x="324" y="1865"/>
                      <a:pt x="324" y="1870"/>
                    </a:cubicBezTo>
                    <a:cubicBezTo>
                      <a:pt x="329" y="1880"/>
                      <a:pt x="329" y="1887"/>
                      <a:pt x="329" y="1887"/>
                    </a:cubicBezTo>
                    <a:cubicBezTo>
                      <a:pt x="334" y="1897"/>
                      <a:pt x="334" y="1903"/>
                      <a:pt x="339" y="1914"/>
                    </a:cubicBezTo>
                    <a:cubicBezTo>
                      <a:pt x="345" y="1919"/>
                      <a:pt x="345" y="1919"/>
                      <a:pt x="345" y="1924"/>
                    </a:cubicBezTo>
                    <a:cubicBezTo>
                      <a:pt x="350" y="1935"/>
                      <a:pt x="350" y="1935"/>
                      <a:pt x="350" y="1941"/>
                    </a:cubicBezTo>
                    <a:cubicBezTo>
                      <a:pt x="355" y="1952"/>
                      <a:pt x="360" y="1959"/>
                      <a:pt x="360" y="1969"/>
                    </a:cubicBezTo>
                    <a:cubicBezTo>
                      <a:pt x="360" y="1975"/>
                      <a:pt x="365" y="1980"/>
                      <a:pt x="365" y="1980"/>
                    </a:cubicBezTo>
                    <a:cubicBezTo>
                      <a:pt x="371" y="1990"/>
                      <a:pt x="371" y="1997"/>
                      <a:pt x="376" y="1997"/>
                    </a:cubicBezTo>
                    <a:cubicBezTo>
                      <a:pt x="381" y="2007"/>
                      <a:pt x="386" y="2019"/>
                      <a:pt x="393" y="2029"/>
                    </a:cubicBezTo>
                    <a:cubicBezTo>
                      <a:pt x="398" y="2039"/>
                      <a:pt x="403" y="2046"/>
                      <a:pt x="409" y="2051"/>
                    </a:cubicBezTo>
                    <a:cubicBezTo>
                      <a:pt x="415" y="2061"/>
                      <a:pt x="420" y="2069"/>
                      <a:pt x="427" y="2074"/>
                    </a:cubicBezTo>
                    <a:cubicBezTo>
                      <a:pt x="444" y="2101"/>
                      <a:pt x="455" y="2118"/>
                      <a:pt x="471" y="2140"/>
                    </a:cubicBezTo>
                    <a:cubicBezTo>
                      <a:pt x="482" y="2151"/>
                      <a:pt x="482" y="2158"/>
                      <a:pt x="488" y="2163"/>
                    </a:cubicBezTo>
                    <a:cubicBezTo>
                      <a:pt x="493" y="2168"/>
                      <a:pt x="499" y="2180"/>
                      <a:pt x="506" y="2185"/>
                    </a:cubicBezTo>
                    <a:cubicBezTo>
                      <a:pt x="516" y="2202"/>
                      <a:pt x="528" y="2212"/>
                      <a:pt x="533" y="2224"/>
                    </a:cubicBezTo>
                    <a:cubicBezTo>
                      <a:pt x="544" y="2242"/>
                      <a:pt x="550" y="2247"/>
                      <a:pt x="555" y="2252"/>
                    </a:cubicBezTo>
                    <a:lnTo>
                      <a:pt x="572" y="2269"/>
                    </a:lnTo>
                    <a:cubicBezTo>
                      <a:pt x="590" y="2286"/>
                      <a:pt x="595" y="2291"/>
                      <a:pt x="600" y="2301"/>
                    </a:cubicBezTo>
                    <a:lnTo>
                      <a:pt x="611" y="2312"/>
                    </a:lnTo>
                    <a:lnTo>
                      <a:pt x="616" y="2317"/>
                    </a:lnTo>
                    <a:cubicBezTo>
                      <a:pt x="621" y="2322"/>
                      <a:pt x="621" y="2322"/>
                      <a:pt x="621" y="2328"/>
                    </a:cubicBezTo>
                    <a:lnTo>
                      <a:pt x="643" y="2350"/>
                    </a:lnTo>
                    <a:cubicBezTo>
                      <a:pt x="648" y="2355"/>
                      <a:pt x="654" y="2355"/>
                      <a:pt x="654" y="2360"/>
                    </a:cubicBezTo>
                    <a:lnTo>
                      <a:pt x="670" y="2378"/>
                    </a:lnTo>
                    <a:lnTo>
                      <a:pt x="687" y="2395"/>
                    </a:lnTo>
                    <a:cubicBezTo>
                      <a:pt x="705" y="2405"/>
                      <a:pt x="710" y="2411"/>
                      <a:pt x="721" y="2422"/>
                    </a:cubicBezTo>
                    <a:lnTo>
                      <a:pt x="731" y="2432"/>
                    </a:lnTo>
                    <a:cubicBezTo>
                      <a:pt x="753" y="2449"/>
                      <a:pt x="758" y="2454"/>
                      <a:pt x="770" y="2460"/>
                    </a:cubicBezTo>
                    <a:cubicBezTo>
                      <a:pt x="787" y="2470"/>
                      <a:pt x="792" y="2477"/>
                      <a:pt x="792" y="2477"/>
                    </a:cubicBezTo>
                    <a:cubicBezTo>
                      <a:pt x="802" y="2483"/>
                      <a:pt x="810" y="2488"/>
                      <a:pt x="815" y="2494"/>
                    </a:cubicBezTo>
                    <a:cubicBezTo>
                      <a:pt x="815" y="2494"/>
                      <a:pt x="815" y="2494"/>
                      <a:pt x="815" y="2494"/>
                    </a:cubicBezTo>
                    <a:cubicBezTo>
                      <a:pt x="829" y="2494"/>
                      <a:pt x="1276" y="2233"/>
                      <a:pt x="1276" y="2233"/>
                    </a:cubicBezTo>
                    <a:cubicBezTo>
                      <a:pt x="1242" y="2174"/>
                      <a:pt x="1231" y="2166"/>
                      <a:pt x="1220" y="2156"/>
                    </a:cubicBezTo>
                    <a:cubicBezTo>
                      <a:pt x="1204" y="2145"/>
                      <a:pt x="1188" y="2134"/>
                      <a:pt x="1176" y="2129"/>
                    </a:cubicBezTo>
                    <a:cubicBezTo>
                      <a:pt x="1153" y="2112"/>
                      <a:pt x="1143" y="2101"/>
                      <a:pt x="1131" y="2096"/>
                    </a:cubicBezTo>
                    <a:cubicBezTo>
                      <a:pt x="1115" y="2086"/>
                      <a:pt x="1104" y="2074"/>
                      <a:pt x="1093" y="2064"/>
                    </a:cubicBezTo>
                    <a:lnTo>
                      <a:pt x="1053" y="2024"/>
                    </a:lnTo>
                    <a:cubicBezTo>
                      <a:pt x="1036" y="2007"/>
                      <a:pt x="1025" y="1991"/>
                      <a:pt x="1014" y="1980"/>
                    </a:cubicBezTo>
                    <a:cubicBezTo>
                      <a:pt x="996" y="1962"/>
                      <a:pt x="986" y="1952"/>
                      <a:pt x="980" y="1935"/>
                    </a:cubicBezTo>
                    <a:cubicBezTo>
                      <a:pt x="964" y="1918"/>
                      <a:pt x="958" y="1902"/>
                      <a:pt x="948" y="1891"/>
                    </a:cubicBezTo>
                    <a:cubicBezTo>
                      <a:pt x="943" y="1886"/>
                      <a:pt x="937" y="1873"/>
                      <a:pt x="931" y="1868"/>
                    </a:cubicBezTo>
                    <a:cubicBezTo>
                      <a:pt x="926" y="1857"/>
                      <a:pt x="921" y="1851"/>
                      <a:pt x="914" y="1846"/>
                    </a:cubicBezTo>
                    <a:cubicBezTo>
                      <a:pt x="897" y="1824"/>
                      <a:pt x="886" y="1802"/>
                      <a:pt x="875" y="1784"/>
                    </a:cubicBezTo>
                    <a:cubicBezTo>
                      <a:pt x="869" y="1773"/>
                      <a:pt x="864" y="1767"/>
                      <a:pt x="858" y="1757"/>
                    </a:cubicBezTo>
                    <a:cubicBezTo>
                      <a:pt x="853" y="1751"/>
                      <a:pt x="847" y="1740"/>
                      <a:pt x="847" y="1735"/>
                    </a:cubicBezTo>
                    <a:cubicBezTo>
                      <a:pt x="837" y="1718"/>
                      <a:pt x="831" y="1707"/>
                      <a:pt x="825" y="1690"/>
                    </a:cubicBezTo>
                    <a:cubicBezTo>
                      <a:pt x="815" y="1668"/>
                      <a:pt x="808" y="1651"/>
                      <a:pt x="797" y="1635"/>
                    </a:cubicBezTo>
                    <a:cubicBezTo>
                      <a:pt x="787" y="1613"/>
                      <a:pt x="780" y="1595"/>
                      <a:pt x="775" y="1580"/>
                    </a:cubicBezTo>
                    <a:cubicBezTo>
                      <a:pt x="765" y="1558"/>
                      <a:pt x="758" y="1541"/>
                      <a:pt x="753" y="1525"/>
                    </a:cubicBezTo>
                    <a:cubicBezTo>
                      <a:pt x="743" y="1503"/>
                      <a:pt x="743" y="1485"/>
                      <a:pt x="736" y="1470"/>
                    </a:cubicBezTo>
                    <a:lnTo>
                      <a:pt x="497" y="582"/>
                    </a:lnTo>
                    <a:cubicBezTo>
                      <a:pt x="487" y="555"/>
                      <a:pt x="481" y="527"/>
                      <a:pt x="475" y="498"/>
                    </a:cubicBezTo>
                    <a:cubicBezTo>
                      <a:pt x="470" y="471"/>
                      <a:pt x="465" y="443"/>
                      <a:pt x="465" y="421"/>
                    </a:cubicBezTo>
                    <a:cubicBezTo>
                      <a:pt x="460" y="394"/>
                      <a:pt x="460" y="372"/>
                      <a:pt x="460" y="343"/>
                    </a:cubicBezTo>
                    <a:cubicBezTo>
                      <a:pt x="460" y="316"/>
                      <a:pt x="465" y="294"/>
                      <a:pt x="465" y="272"/>
                    </a:cubicBezTo>
                    <a:cubicBezTo>
                      <a:pt x="470" y="249"/>
                      <a:pt x="470" y="227"/>
                      <a:pt x="475" y="210"/>
                    </a:cubicBezTo>
                    <a:cubicBezTo>
                      <a:pt x="481" y="188"/>
                      <a:pt x="486" y="171"/>
                      <a:pt x="497" y="155"/>
                    </a:cubicBezTo>
                    <a:cubicBezTo>
                      <a:pt x="497" y="150"/>
                      <a:pt x="503" y="150"/>
                      <a:pt x="503" y="144"/>
                    </a:cubicBezTo>
                    <a:cubicBezTo>
                      <a:pt x="513" y="128"/>
                      <a:pt x="519" y="112"/>
                      <a:pt x="530" y="95"/>
                    </a:cubicBezTo>
                    <a:cubicBezTo>
                      <a:pt x="540" y="78"/>
                      <a:pt x="553" y="63"/>
                      <a:pt x="563" y="50"/>
                    </a:cubicBezTo>
                    <a:cubicBezTo>
                      <a:pt x="579" y="34"/>
                      <a:pt x="592" y="21"/>
                      <a:pt x="607" y="1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45"/>
              <p:cNvSpPr/>
              <p:nvPr/>
            </p:nvSpPr>
            <p:spPr>
              <a:xfrm>
                <a:off x="7475695" y="1351565"/>
                <a:ext cx="295412" cy="155443"/>
              </a:xfrm>
              <a:custGeom>
                <a:rect b="b" l="l" r="r" t="t"/>
                <a:pathLst>
                  <a:path extrusionOk="0" h="1316" w="2501">
                    <a:moveTo>
                      <a:pt x="2501" y="1000"/>
                    </a:moveTo>
                    <a:lnTo>
                      <a:pt x="2482" y="1012"/>
                    </a:lnTo>
                    <a:lnTo>
                      <a:pt x="2482" y="1012"/>
                    </a:lnTo>
                    <a:cubicBezTo>
                      <a:pt x="2488" y="1008"/>
                      <a:pt x="2494" y="1005"/>
                      <a:pt x="2501" y="1000"/>
                    </a:cubicBezTo>
                    <a:close/>
                    <a:moveTo>
                      <a:pt x="455" y="1"/>
                    </a:moveTo>
                    <a:lnTo>
                      <a:pt x="0" y="267"/>
                    </a:lnTo>
                    <a:lnTo>
                      <a:pt x="1660" y="1228"/>
                    </a:lnTo>
                    <a:cubicBezTo>
                      <a:pt x="1665" y="1232"/>
                      <a:pt x="1670" y="1232"/>
                      <a:pt x="1676" y="1238"/>
                    </a:cubicBezTo>
                    <a:cubicBezTo>
                      <a:pt x="1687" y="1243"/>
                      <a:pt x="1693" y="1248"/>
                      <a:pt x="1698" y="1248"/>
                    </a:cubicBezTo>
                    <a:cubicBezTo>
                      <a:pt x="1704" y="1254"/>
                      <a:pt x="1709" y="1254"/>
                      <a:pt x="1715" y="1254"/>
                    </a:cubicBezTo>
                    <a:cubicBezTo>
                      <a:pt x="1733" y="1258"/>
                      <a:pt x="1738" y="1264"/>
                      <a:pt x="1743" y="1264"/>
                    </a:cubicBezTo>
                    <a:cubicBezTo>
                      <a:pt x="1754" y="1269"/>
                      <a:pt x="1760" y="1269"/>
                      <a:pt x="1765" y="1275"/>
                    </a:cubicBezTo>
                    <a:cubicBezTo>
                      <a:pt x="1776" y="1280"/>
                      <a:pt x="1782" y="1280"/>
                      <a:pt x="1787" y="1285"/>
                    </a:cubicBezTo>
                    <a:cubicBezTo>
                      <a:pt x="1798" y="1290"/>
                      <a:pt x="1804" y="1290"/>
                      <a:pt x="1809" y="1290"/>
                    </a:cubicBezTo>
                    <a:cubicBezTo>
                      <a:pt x="1815" y="1290"/>
                      <a:pt x="1815" y="1296"/>
                      <a:pt x="1820" y="1296"/>
                    </a:cubicBezTo>
                    <a:lnTo>
                      <a:pt x="1830" y="1300"/>
                    </a:lnTo>
                    <a:cubicBezTo>
                      <a:pt x="1841" y="1305"/>
                      <a:pt x="1848" y="1305"/>
                      <a:pt x="1853" y="1305"/>
                    </a:cubicBezTo>
                    <a:cubicBezTo>
                      <a:pt x="1859" y="1305"/>
                      <a:pt x="1864" y="1305"/>
                      <a:pt x="1870" y="1310"/>
                    </a:cubicBezTo>
                    <a:cubicBezTo>
                      <a:pt x="1892" y="1316"/>
                      <a:pt x="1897" y="1316"/>
                      <a:pt x="1909" y="1316"/>
                    </a:cubicBezTo>
                    <a:lnTo>
                      <a:pt x="1937" y="1316"/>
                    </a:lnTo>
                    <a:cubicBezTo>
                      <a:pt x="1948" y="1316"/>
                      <a:pt x="1959" y="1310"/>
                      <a:pt x="1970" y="1310"/>
                    </a:cubicBezTo>
                    <a:cubicBezTo>
                      <a:pt x="1986" y="1305"/>
                      <a:pt x="1997" y="1305"/>
                      <a:pt x="2008" y="1300"/>
                    </a:cubicBezTo>
                    <a:cubicBezTo>
                      <a:pt x="2026" y="1295"/>
                      <a:pt x="2042" y="1289"/>
                      <a:pt x="2054" y="1278"/>
                    </a:cubicBezTo>
                    <a:lnTo>
                      <a:pt x="2482" y="1012"/>
                    </a:lnTo>
                    <a:lnTo>
                      <a:pt x="2482" y="1012"/>
                    </a:lnTo>
                    <a:cubicBezTo>
                      <a:pt x="2474" y="1016"/>
                      <a:pt x="2467" y="1020"/>
                      <a:pt x="2457" y="1023"/>
                    </a:cubicBezTo>
                    <a:cubicBezTo>
                      <a:pt x="2446" y="1028"/>
                      <a:pt x="2435" y="1034"/>
                      <a:pt x="2417" y="1034"/>
                    </a:cubicBezTo>
                    <a:cubicBezTo>
                      <a:pt x="2400" y="1039"/>
                      <a:pt x="2385" y="1039"/>
                      <a:pt x="2373" y="1039"/>
                    </a:cubicBezTo>
                    <a:lnTo>
                      <a:pt x="2323" y="1039"/>
                    </a:lnTo>
                    <a:cubicBezTo>
                      <a:pt x="2301" y="1034"/>
                      <a:pt x="2290" y="1034"/>
                      <a:pt x="2274" y="1028"/>
                    </a:cubicBezTo>
                    <a:cubicBezTo>
                      <a:pt x="2252" y="1023"/>
                      <a:pt x="2234" y="1018"/>
                      <a:pt x="2223" y="1011"/>
                    </a:cubicBezTo>
                    <a:cubicBezTo>
                      <a:pt x="2201" y="1005"/>
                      <a:pt x="2184" y="994"/>
                      <a:pt x="2169" y="989"/>
                    </a:cubicBezTo>
                    <a:cubicBezTo>
                      <a:pt x="2147" y="978"/>
                      <a:pt x="2129" y="967"/>
                      <a:pt x="2113" y="961"/>
                    </a:cubicBezTo>
                    <a:lnTo>
                      <a:pt x="45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45"/>
              <p:cNvSpPr/>
              <p:nvPr/>
            </p:nvSpPr>
            <p:spPr>
              <a:xfrm>
                <a:off x="7756224" y="1295223"/>
                <a:ext cx="120598" cy="278167"/>
              </a:xfrm>
              <a:custGeom>
                <a:rect b="b" l="l" r="r" t="t"/>
                <a:pathLst>
                  <a:path extrusionOk="0" h="2355" w="1021">
                    <a:moveTo>
                      <a:pt x="798" y="0"/>
                    </a:moveTo>
                    <a:lnTo>
                      <a:pt x="344" y="266"/>
                    </a:lnTo>
                    <a:cubicBezTo>
                      <a:pt x="354" y="293"/>
                      <a:pt x="366" y="315"/>
                      <a:pt x="376" y="338"/>
                    </a:cubicBezTo>
                    <a:cubicBezTo>
                      <a:pt x="381" y="344"/>
                      <a:pt x="381" y="349"/>
                      <a:pt x="381" y="355"/>
                    </a:cubicBezTo>
                    <a:cubicBezTo>
                      <a:pt x="392" y="377"/>
                      <a:pt x="403" y="399"/>
                      <a:pt x="409" y="427"/>
                    </a:cubicBezTo>
                    <a:cubicBezTo>
                      <a:pt x="414" y="455"/>
                      <a:pt x="427" y="477"/>
                      <a:pt x="437" y="499"/>
                    </a:cubicBezTo>
                    <a:cubicBezTo>
                      <a:pt x="442" y="504"/>
                      <a:pt x="442" y="509"/>
                      <a:pt x="442" y="517"/>
                    </a:cubicBezTo>
                    <a:cubicBezTo>
                      <a:pt x="447" y="539"/>
                      <a:pt x="459" y="561"/>
                      <a:pt x="464" y="583"/>
                    </a:cubicBezTo>
                    <a:cubicBezTo>
                      <a:pt x="475" y="611"/>
                      <a:pt x="481" y="633"/>
                      <a:pt x="486" y="655"/>
                    </a:cubicBezTo>
                    <a:cubicBezTo>
                      <a:pt x="491" y="660"/>
                      <a:pt x="491" y="673"/>
                      <a:pt x="491" y="677"/>
                    </a:cubicBezTo>
                    <a:cubicBezTo>
                      <a:pt x="497" y="700"/>
                      <a:pt x="502" y="717"/>
                      <a:pt x="502" y="732"/>
                    </a:cubicBezTo>
                    <a:cubicBezTo>
                      <a:pt x="502" y="738"/>
                      <a:pt x="507" y="743"/>
                      <a:pt x="507" y="749"/>
                    </a:cubicBezTo>
                    <a:cubicBezTo>
                      <a:pt x="512" y="771"/>
                      <a:pt x="518" y="794"/>
                      <a:pt x="518" y="816"/>
                    </a:cubicBezTo>
                    <a:cubicBezTo>
                      <a:pt x="518" y="821"/>
                      <a:pt x="518" y="827"/>
                      <a:pt x="523" y="833"/>
                    </a:cubicBezTo>
                    <a:cubicBezTo>
                      <a:pt x="528" y="856"/>
                      <a:pt x="528" y="873"/>
                      <a:pt x="533" y="888"/>
                    </a:cubicBezTo>
                    <a:cubicBezTo>
                      <a:pt x="533" y="894"/>
                      <a:pt x="533" y="899"/>
                      <a:pt x="539" y="905"/>
                    </a:cubicBezTo>
                    <a:cubicBezTo>
                      <a:pt x="544" y="927"/>
                      <a:pt x="544" y="949"/>
                      <a:pt x="544" y="972"/>
                    </a:cubicBezTo>
                    <a:lnTo>
                      <a:pt x="544" y="989"/>
                    </a:lnTo>
                    <a:cubicBezTo>
                      <a:pt x="544" y="1006"/>
                      <a:pt x="544" y="1029"/>
                      <a:pt x="549" y="1045"/>
                    </a:cubicBezTo>
                    <a:lnTo>
                      <a:pt x="549" y="1061"/>
                    </a:lnTo>
                    <a:lnTo>
                      <a:pt x="549" y="1123"/>
                    </a:lnTo>
                    <a:lnTo>
                      <a:pt x="549" y="1134"/>
                    </a:lnTo>
                    <a:cubicBezTo>
                      <a:pt x="549" y="1150"/>
                      <a:pt x="544" y="1166"/>
                      <a:pt x="544" y="1183"/>
                    </a:cubicBezTo>
                    <a:cubicBezTo>
                      <a:pt x="544" y="1188"/>
                      <a:pt x="544" y="1193"/>
                      <a:pt x="539" y="1200"/>
                    </a:cubicBezTo>
                    <a:cubicBezTo>
                      <a:pt x="533" y="1217"/>
                      <a:pt x="533" y="1233"/>
                      <a:pt x="533" y="1245"/>
                    </a:cubicBezTo>
                    <a:cubicBezTo>
                      <a:pt x="533" y="1250"/>
                      <a:pt x="533" y="1255"/>
                      <a:pt x="528" y="1261"/>
                    </a:cubicBezTo>
                    <a:cubicBezTo>
                      <a:pt x="523" y="1283"/>
                      <a:pt x="523" y="1301"/>
                      <a:pt x="518" y="1317"/>
                    </a:cubicBezTo>
                    <a:cubicBezTo>
                      <a:pt x="518" y="1322"/>
                      <a:pt x="512" y="1327"/>
                      <a:pt x="512" y="1334"/>
                    </a:cubicBezTo>
                    <a:cubicBezTo>
                      <a:pt x="507" y="1350"/>
                      <a:pt x="507" y="1361"/>
                      <a:pt x="502" y="1378"/>
                    </a:cubicBezTo>
                    <a:cubicBezTo>
                      <a:pt x="497" y="1388"/>
                      <a:pt x="497" y="1395"/>
                      <a:pt x="491" y="1406"/>
                    </a:cubicBezTo>
                    <a:cubicBezTo>
                      <a:pt x="486" y="1423"/>
                      <a:pt x="481" y="1433"/>
                      <a:pt x="475" y="1445"/>
                    </a:cubicBezTo>
                    <a:lnTo>
                      <a:pt x="236" y="2061"/>
                    </a:lnTo>
                    <a:cubicBezTo>
                      <a:pt x="231" y="2077"/>
                      <a:pt x="219" y="2093"/>
                      <a:pt x="214" y="2105"/>
                    </a:cubicBezTo>
                    <a:cubicBezTo>
                      <a:pt x="203" y="2127"/>
                      <a:pt x="192" y="2150"/>
                      <a:pt x="181" y="2167"/>
                    </a:cubicBezTo>
                    <a:cubicBezTo>
                      <a:pt x="176" y="2172"/>
                      <a:pt x="176" y="2177"/>
                      <a:pt x="171" y="2183"/>
                    </a:cubicBezTo>
                    <a:cubicBezTo>
                      <a:pt x="160" y="2200"/>
                      <a:pt x="149" y="2211"/>
                      <a:pt x="144" y="2223"/>
                    </a:cubicBezTo>
                    <a:cubicBezTo>
                      <a:pt x="126" y="2245"/>
                      <a:pt x="110" y="2262"/>
                      <a:pt x="99" y="2272"/>
                    </a:cubicBezTo>
                    <a:cubicBezTo>
                      <a:pt x="93" y="2278"/>
                      <a:pt x="88" y="2278"/>
                      <a:pt x="88" y="2283"/>
                    </a:cubicBezTo>
                    <a:cubicBezTo>
                      <a:pt x="78" y="2293"/>
                      <a:pt x="66" y="2305"/>
                      <a:pt x="56" y="2310"/>
                    </a:cubicBezTo>
                    <a:cubicBezTo>
                      <a:pt x="50" y="2315"/>
                      <a:pt x="45" y="2315"/>
                      <a:pt x="45" y="2321"/>
                    </a:cubicBezTo>
                    <a:cubicBezTo>
                      <a:pt x="28" y="2331"/>
                      <a:pt x="18" y="2344"/>
                      <a:pt x="0" y="2354"/>
                    </a:cubicBezTo>
                    <a:lnTo>
                      <a:pt x="455" y="2088"/>
                    </a:lnTo>
                    <a:cubicBezTo>
                      <a:pt x="472" y="2077"/>
                      <a:pt x="487" y="2066"/>
                      <a:pt x="500" y="2055"/>
                    </a:cubicBezTo>
                    <a:cubicBezTo>
                      <a:pt x="505" y="2050"/>
                      <a:pt x="510" y="2050"/>
                      <a:pt x="517" y="2045"/>
                    </a:cubicBezTo>
                    <a:cubicBezTo>
                      <a:pt x="527" y="2035"/>
                      <a:pt x="539" y="2027"/>
                      <a:pt x="549" y="2017"/>
                    </a:cubicBezTo>
                    <a:cubicBezTo>
                      <a:pt x="554" y="2011"/>
                      <a:pt x="560" y="2011"/>
                      <a:pt x="560" y="2006"/>
                    </a:cubicBezTo>
                    <a:cubicBezTo>
                      <a:pt x="576" y="1989"/>
                      <a:pt x="587" y="1979"/>
                      <a:pt x="599" y="1962"/>
                    </a:cubicBezTo>
                    <a:cubicBezTo>
                      <a:pt x="616" y="1940"/>
                      <a:pt x="627" y="1930"/>
                      <a:pt x="632" y="1912"/>
                    </a:cubicBezTo>
                    <a:cubicBezTo>
                      <a:pt x="654" y="1879"/>
                      <a:pt x="664" y="1857"/>
                      <a:pt x="676" y="1835"/>
                    </a:cubicBezTo>
                    <a:cubicBezTo>
                      <a:pt x="681" y="1818"/>
                      <a:pt x="694" y="1802"/>
                      <a:pt x="699" y="1790"/>
                    </a:cubicBezTo>
                    <a:lnTo>
                      <a:pt x="937" y="1175"/>
                    </a:lnTo>
                    <a:cubicBezTo>
                      <a:pt x="942" y="1170"/>
                      <a:pt x="942" y="1165"/>
                      <a:pt x="942" y="1158"/>
                    </a:cubicBezTo>
                    <a:cubicBezTo>
                      <a:pt x="947" y="1147"/>
                      <a:pt x="947" y="1141"/>
                      <a:pt x="952" y="1136"/>
                    </a:cubicBezTo>
                    <a:cubicBezTo>
                      <a:pt x="958" y="1125"/>
                      <a:pt x="958" y="1119"/>
                      <a:pt x="963" y="1108"/>
                    </a:cubicBezTo>
                    <a:cubicBezTo>
                      <a:pt x="968" y="1092"/>
                      <a:pt x="973" y="1081"/>
                      <a:pt x="973" y="1063"/>
                    </a:cubicBezTo>
                    <a:cubicBezTo>
                      <a:pt x="973" y="1058"/>
                      <a:pt x="979" y="1053"/>
                      <a:pt x="979" y="1047"/>
                    </a:cubicBezTo>
                    <a:cubicBezTo>
                      <a:pt x="984" y="1025"/>
                      <a:pt x="989" y="1008"/>
                      <a:pt x="989" y="992"/>
                    </a:cubicBezTo>
                    <a:cubicBezTo>
                      <a:pt x="989" y="982"/>
                      <a:pt x="994" y="974"/>
                      <a:pt x="994" y="974"/>
                    </a:cubicBezTo>
                    <a:cubicBezTo>
                      <a:pt x="1000" y="964"/>
                      <a:pt x="1000" y="952"/>
                      <a:pt x="1000" y="942"/>
                    </a:cubicBezTo>
                    <a:cubicBezTo>
                      <a:pt x="1000" y="937"/>
                      <a:pt x="1000" y="931"/>
                      <a:pt x="1005" y="925"/>
                    </a:cubicBezTo>
                    <a:cubicBezTo>
                      <a:pt x="1005" y="920"/>
                      <a:pt x="1005" y="915"/>
                      <a:pt x="1010" y="908"/>
                    </a:cubicBezTo>
                    <a:lnTo>
                      <a:pt x="1010" y="891"/>
                    </a:lnTo>
                    <a:cubicBezTo>
                      <a:pt x="1010" y="880"/>
                      <a:pt x="1015" y="869"/>
                      <a:pt x="1015" y="858"/>
                    </a:cubicBezTo>
                    <a:lnTo>
                      <a:pt x="1015" y="848"/>
                    </a:lnTo>
                    <a:cubicBezTo>
                      <a:pt x="1015" y="826"/>
                      <a:pt x="1020" y="809"/>
                      <a:pt x="1020" y="798"/>
                    </a:cubicBezTo>
                    <a:lnTo>
                      <a:pt x="1020" y="798"/>
                    </a:lnTo>
                    <a:cubicBezTo>
                      <a:pt x="1019" y="799"/>
                      <a:pt x="1017" y="799"/>
                      <a:pt x="1016" y="799"/>
                    </a:cubicBezTo>
                    <a:cubicBezTo>
                      <a:pt x="1009" y="799"/>
                      <a:pt x="1009" y="794"/>
                      <a:pt x="1009" y="794"/>
                    </a:cubicBezTo>
                    <a:lnTo>
                      <a:pt x="1009" y="777"/>
                    </a:lnTo>
                    <a:lnTo>
                      <a:pt x="1009" y="754"/>
                    </a:lnTo>
                    <a:cubicBezTo>
                      <a:pt x="1009" y="744"/>
                      <a:pt x="1009" y="732"/>
                      <a:pt x="1004" y="722"/>
                    </a:cubicBezTo>
                    <a:lnTo>
                      <a:pt x="1004" y="705"/>
                    </a:lnTo>
                    <a:cubicBezTo>
                      <a:pt x="1004" y="683"/>
                      <a:pt x="998" y="665"/>
                      <a:pt x="998" y="650"/>
                    </a:cubicBezTo>
                    <a:cubicBezTo>
                      <a:pt x="998" y="634"/>
                      <a:pt x="993" y="633"/>
                      <a:pt x="993" y="628"/>
                    </a:cubicBezTo>
                    <a:cubicBezTo>
                      <a:pt x="993" y="617"/>
                      <a:pt x="988" y="611"/>
                      <a:pt x="988" y="600"/>
                    </a:cubicBezTo>
                    <a:cubicBezTo>
                      <a:pt x="988" y="590"/>
                      <a:pt x="983" y="578"/>
                      <a:pt x="983" y="572"/>
                    </a:cubicBezTo>
                    <a:cubicBezTo>
                      <a:pt x="983" y="568"/>
                      <a:pt x="978" y="562"/>
                      <a:pt x="978" y="555"/>
                    </a:cubicBezTo>
                    <a:cubicBezTo>
                      <a:pt x="972" y="528"/>
                      <a:pt x="972" y="511"/>
                      <a:pt x="967" y="493"/>
                    </a:cubicBezTo>
                    <a:cubicBezTo>
                      <a:pt x="962" y="483"/>
                      <a:pt x="962" y="477"/>
                      <a:pt x="962" y="471"/>
                    </a:cubicBezTo>
                    <a:cubicBezTo>
                      <a:pt x="957" y="461"/>
                      <a:pt x="957" y="449"/>
                      <a:pt x="957" y="439"/>
                    </a:cubicBezTo>
                    <a:cubicBezTo>
                      <a:pt x="951" y="429"/>
                      <a:pt x="951" y="422"/>
                      <a:pt x="951" y="417"/>
                    </a:cubicBezTo>
                    <a:cubicBezTo>
                      <a:pt x="946" y="412"/>
                      <a:pt x="946" y="399"/>
                      <a:pt x="946" y="395"/>
                    </a:cubicBezTo>
                    <a:cubicBezTo>
                      <a:pt x="946" y="390"/>
                      <a:pt x="941" y="385"/>
                      <a:pt x="941" y="377"/>
                    </a:cubicBezTo>
                    <a:cubicBezTo>
                      <a:pt x="936" y="360"/>
                      <a:pt x="930" y="338"/>
                      <a:pt x="924" y="323"/>
                    </a:cubicBezTo>
                    <a:cubicBezTo>
                      <a:pt x="919" y="301"/>
                      <a:pt x="914" y="283"/>
                      <a:pt x="906" y="267"/>
                    </a:cubicBezTo>
                    <a:cubicBezTo>
                      <a:pt x="901" y="262"/>
                      <a:pt x="901" y="257"/>
                      <a:pt x="901" y="250"/>
                    </a:cubicBezTo>
                    <a:cubicBezTo>
                      <a:pt x="896" y="245"/>
                      <a:pt x="896" y="240"/>
                      <a:pt x="896" y="234"/>
                    </a:cubicBezTo>
                    <a:cubicBezTo>
                      <a:pt x="891" y="228"/>
                      <a:pt x="891" y="223"/>
                      <a:pt x="891" y="216"/>
                    </a:cubicBezTo>
                    <a:cubicBezTo>
                      <a:pt x="885" y="199"/>
                      <a:pt x="880" y="183"/>
                      <a:pt x="869" y="167"/>
                    </a:cubicBezTo>
                    <a:cubicBezTo>
                      <a:pt x="863" y="150"/>
                      <a:pt x="858" y="134"/>
                      <a:pt x="847" y="116"/>
                    </a:cubicBezTo>
                    <a:cubicBezTo>
                      <a:pt x="841" y="106"/>
                      <a:pt x="841" y="100"/>
                      <a:pt x="836" y="94"/>
                    </a:cubicBezTo>
                    <a:cubicBezTo>
                      <a:pt x="831" y="89"/>
                      <a:pt x="831" y="84"/>
                      <a:pt x="831" y="78"/>
                    </a:cubicBezTo>
                    <a:cubicBezTo>
                      <a:pt x="826" y="72"/>
                      <a:pt x="826" y="67"/>
                      <a:pt x="826" y="61"/>
                    </a:cubicBezTo>
                    <a:cubicBezTo>
                      <a:pt x="820" y="43"/>
                      <a:pt x="809" y="27"/>
                      <a:pt x="804" y="11"/>
                    </a:cubicBezTo>
                    <a:cubicBezTo>
                      <a:pt x="798" y="5"/>
                      <a:pt x="798"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45"/>
              <p:cNvSpPr/>
              <p:nvPr/>
            </p:nvSpPr>
            <p:spPr>
              <a:xfrm>
                <a:off x="7446756" y="1034537"/>
                <a:ext cx="409632" cy="297657"/>
              </a:xfrm>
              <a:custGeom>
                <a:rect b="b" l="l" r="r" t="t"/>
                <a:pathLst>
                  <a:path extrusionOk="0" h="2520" w="3468">
                    <a:moveTo>
                      <a:pt x="455" y="1"/>
                    </a:moveTo>
                    <a:lnTo>
                      <a:pt x="0" y="267"/>
                    </a:lnTo>
                    <a:lnTo>
                      <a:pt x="2142" y="1504"/>
                    </a:lnTo>
                    <a:cubicBezTo>
                      <a:pt x="2164" y="1515"/>
                      <a:pt x="2181" y="1526"/>
                      <a:pt x="2204" y="1543"/>
                    </a:cubicBezTo>
                    <a:cubicBezTo>
                      <a:pt x="2209" y="1548"/>
                      <a:pt x="2215" y="1548"/>
                      <a:pt x="2221" y="1553"/>
                    </a:cubicBezTo>
                    <a:cubicBezTo>
                      <a:pt x="2241" y="1565"/>
                      <a:pt x="2258" y="1575"/>
                      <a:pt x="2269" y="1582"/>
                    </a:cubicBezTo>
                    <a:cubicBezTo>
                      <a:pt x="2274" y="1587"/>
                      <a:pt x="2280" y="1592"/>
                      <a:pt x="2287" y="1592"/>
                    </a:cubicBezTo>
                    <a:cubicBezTo>
                      <a:pt x="2309" y="1609"/>
                      <a:pt x="2326" y="1619"/>
                      <a:pt x="2341" y="1636"/>
                    </a:cubicBezTo>
                    <a:cubicBezTo>
                      <a:pt x="2358" y="1654"/>
                      <a:pt x="2381" y="1664"/>
                      <a:pt x="2397" y="1681"/>
                    </a:cubicBezTo>
                    <a:lnTo>
                      <a:pt x="2414" y="1698"/>
                    </a:lnTo>
                    <a:cubicBezTo>
                      <a:pt x="2431" y="1708"/>
                      <a:pt x="2441" y="1720"/>
                      <a:pt x="2453" y="1730"/>
                    </a:cubicBezTo>
                    <a:lnTo>
                      <a:pt x="2470" y="1748"/>
                    </a:lnTo>
                    <a:lnTo>
                      <a:pt x="2514" y="1792"/>
                    </a:lnTo>
                    <a:lnTo>
                      <a:pt x="2525" y="1803"/>
                    </a:lnTo>
                    <a:cubicBezTo>
                      <a:pt x="2542" y="1819"/>
                      <a:pt x="2557" y="1835"/>
                      <a:pt x="2575" y="1858"/>
                    </a:cubicBezTo>
                    <a:lnTo>
                      <a:pt x="2592" y="1875"/>
                    </a:lnTo>
                    <a:cubicBezTo>
                      <a:pt x="2609" y="1892"/>
                      <a:pt x="2619" y="1902"/>
                      <a:pt x="2631" y="1919"/>
                    </a:cubicBezTo>
                    <a:lnTo>
                      <a:pt x="2648" y="1937"/>
                    </a:lnTo>
                    <a:cubicBezTo>
                      <a:pt x="2665" y="1954"/>
                      <a:pt x="2681" y="1976"/>
                      <a:pt x="2692" y="1991"/>
                    </a:cubicBezTo>
                    <a:cubicBezTo>
                      <a:pt x="2714" y="2013"/>
                      <a:pt x="2725" y="2035"/>
                      <a:pt x="2743" y="2058"/>
                    </a:cubicBezTo>
                    <a:cubicBezTo>
                      <a:pt x="2765" y="2086"/>
                      <a:pt x="2781" y="2108"/>
                      <a:pt x="2797" y="2135"/>
                    </a:cubicBezTo>
                    <a:cubicBezTo>
                      <a:pt x="2830" y="2185"/>
                      <a:pt x="2859" y="2229"/>
                      <a:pt x="2886" y="2274"/>
                    </a:cubicBezTo>
                    <a:cubicBezTo>
                      <a:pt x="2903" y="2307"/>
                      <a:pt x="2919" y="2336"/>
                      <a:pt x="2937" y="2358"/>
                    </a:cubicBezTo>
                    <a:cubicBezTo>
                      <a:pt x="2947" y="2380"/>
                      <a:pt x="2964" y="2402"/>
                      <a:pt x="2975" y="2430"/>
                    </a:cubicBezTo>
                    <a:cubicBezTo>
                      <a:pt x="2981" y="2435"/>
                      <a:pt x="2981" y="2441"/>
                      <a:pt x="2981" y="2447"/>
                    </a:cubicBezTo>
                    <a:cubicBezTo>
                      <a:pt x="2991" y="2469"/>
                      <a:pt x="3003" y="2491"/>
                      <a:pt x="3013" y="2519"/>
                    </a:cubicBezTo>
                    <a:lnTo>
                      <a:pt x="3468" y="2253"/>
                    </a:lnTo>
                    <a:cubicBezTo>
                      <a:pt x="3462" y="2236"/>
                      <a:pt x="3457" y="2226"/>
                      <a:pt x="3451" y="2213"/>
                    </a:cubicBezTo>
                    <a:cubicBezTo>
                      <a:pt x="3446" y="2203"/>
                      <a:pt x="3440" y="2191"/>
                      <a:pt x="3434" y="2181"/>
                    </a:cubicBezTo>
                    <a:cubicBezTo>
                      <a:pt x="3429" y="2176"/>
                      <a:pt x="3429" y="2170"/>
                      <a:pt x="3429" y="2164"/>
                    </a:cubicBezTo>
                    <a:cubicBezTo>
                      <a:pt x="3411" y="2137"/>
                      <a:pt x="3406" y="2114"/>
                      <a:pt x="3395" y="2097"/>
                    </a:cubicBezTo>
                    <a:cubicBezTo>
                      <a:pt x="3379" y="2065"/>
                      <a:pt x="3363" y="2043"/>
                      <a:pt x="3346" y="2013"/>
                    </a:cubicBezTo>
                    <a:cubicBezTo>
                      <a:pt x="3319" y="1964"/>
                      <a:pt x="3291" y="1919"/>
                      <a:pt x="3257" y="1875"/>
                    </a:cubicBezTo>
                    <a:cubicBezTo>
                      <a:pt x="3235" y="1841"/>
                      <a:pt x="3217" y="1819"/>
                      <a:pt x="3195" y="1791"/>
                    </a:cubicBezTo>
                    <a:cubicBezTo>
                      <a:pt x="3179" y="1768"/>
                      <a:pt x="3163" y="1746"/>
                      <a:pt x="3151" y="1729"/>
                    </a:cubicBezTo>
                    <a:cubicBezTo>
                      <a:pt x="3133" y="1707"/>
                      <a:pt x="3123" y="1697"/>
                      <a:pt x="3111" y="1679"/>
                    </a:cubicBezTo>
                    <a:cubicBezTo>
                      <a:pt x="3106" y="1675"/>
                      <a:pt x="3106" y="1669"/>
                      <a:pt x="3101" y="1669"/>
                    </a:cubicBezTo>
                    <a:lnTo>
                      <a:pt x="3084" y="1652"/>
                    </a:lnTo>
                    <a:cubicBezTo>
                      <a:pt x="3079" y="1647"/>
                      <a:pt x="3074" y="1635"/>
                      <a:pt x="3067" y="1630"/>
                    </a:cubicBezTo>
                    <a:lnTo>
                      <a:pt x="3044" y="1608"/>
                    </a:lnTo>
                    <a:lnTo>
                      <a:pt x="3028" y="1590"/>
                    </a:lnTo>
                    <a:cubicBezTo>
                      <a:pt x="3006" y="1568"/>
                      <a:pt x="2995" y="1551"/>
                      <a:pt x="2978" y="1541"/>
                    </a:cubicBezTo>
                    <a:lnTo>
                      <a:pt x="2967" y="1530"/>
                    </a:lnTo>
                    <a:lnTo>
                      <a:pt x="2934" y="1498"/>
                    </a:lnTo>
                    <a:cubicBezTo>
                      <a:pt x="2929" y="1493"/>
                      <a:pt x="2924" y="1493"/>
                      <a:pt x="2924" y="1487"/>
                    </a:cubicBezTo>
                    <a:lnTo>
                      <a:pt x="2907" y="1470"/>
                    </a:lnTo>
                    <a:lnTo>
                      <a:pt x="2890" y="1453"/>
                    </a:lnTo>
                    <a:cubicBezTo>
                      <a:pt x="2885" y="1448"/>
                      <a:pt x="2873" y="1442"/>
                      <a:pt x="2867" y="1436"/>
                    </a:cubicBezTo>
                    <a:lnTo>
                      <a:pt x="2851" y="1419"/>
                    </a:lnTo>
                    <a:lnTo>
                      <a:pt x="2840" y="1409"/>
                    </a:lnTo>
                    <a:cubicBezTo>
                      <a:pt x="2823" y="1398"/>
                      <a:pt x="2808" y="1381"/>
                      <a:pt x="2796" y="1369"/>
                    </a:cubicBezTo>
                    <a:cubicBezTo>
                      <a:pt x="2778" y="1359"/>
                      <a:pt x="2763" y="1347"/>
                      <a:pt x="2751" y="1337"/>
                    </a:cubicBezTo>
                    <a:cubicBezTo>
                      <a:pt x="2746" y="1331"/>
                      <a:pt x="2746" y="1331"/>
                      <a:pt x="2741" y="1331"/>
                    </a:cubicBezTo>
                    <a:cubicBezTo>
                      <a:pt x="2735" y="1326"/>
                      <a:pt x="2730" y="1321"/>
                      <a:pt x="2724" y="1321"/>
                    </a:cubicBezTo>
                    <a:cubicBezTo>
                      <a:pt x="2719" y="1316"/>
                      <a:pt x="2707" y="1310"/>
                      <a:pt x="2702" y="1304"/>
                    </a:cubicBezTo>
                    <a:cubicBezTo>
                      <a:pt x="2691" y="1299"/>
                      <a:pt x="2684" y="1294"/>
                      <a:pt x="2674" y="1286"/>
                    </a:cubicBezTo>
                    <a:cubicBezTo>
                      <a:pt x="2668" y="1281"/>
                      <a:pt x="2663" y="1281"/>
                      <a:pt x="2657" y="1276"/>
                    </a:cubicBezTo>
                    <a:cubicBezTo>
                      <a:pt x="2635" y="1259"/>
                      <a:pt x="2624" y="1254"/>
                      <a:pt x="2608" y="1243"/>
                    </a:cubicBezTo>
                    <a:cubicBezTo>
                      <a:pt x="2602" y="1238"/>
                      <a:pt x="2602" y="1238"/>
                      <a:pt x="2597" y="1238"/>
                    </a:cubicBezTo>
                    <a:lnTo>
                      <a:pt x="45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45"/>
              <p:cNvSpPr/>
              <p:nvPr/>
            </p:nvSpPr>
            <p:spPr>
              <a:xfrm>
                <a:off x="7321434" y="1049775"/>
                <a:ext cx="506016" cy="528695"/>
              </a:xfrm>
              <a:custGeom>
                <a:rect b="b" l="l" r="r" t="t"/>
                <a:pathLst>
                  <a:path extrusionOk="0" h="4476" w="4284">
                    <a:moveTo>
                      <a:pt x="836" y="626"/>
                    </a:moveTo>
                    <a:cubicBezTo>
                      <a:pt x="909" y="626"/>
                      <a:pt x="990" y="651"/>
                      <a:pt x="1076" y="703"/>
                    </a:cubicBezTo>
                    <a:lnTo>
                      <a:pt x="3218" y="1940"/>
                    </a:lnTo>
                    <a:cubicBezTo>
                      <a:pt x="3396" y="2039"/>
                      <a:pt x="3558" y="2228"/>
                      <a:pt x="3657" y="2455"/>
                    </a:cubicBezTo>
                    <a:cubicBezTo>
                      <a:pt x="3758" y="2678"/>
                      <a:pt x="3780" y="2899"/>
                      <a:pt x="3718" y="3055"/>
                    </a:cubicBezTo>
                    <a:lnTo>
                      <a:pt x="3472" y="3665"/>
                    </a:lnTo>
                    <a:cubicBezTo>
                      <a:pt x="3423" y="3790"/>
                      <a:pt x="3325" y="3854"/>
                      <a:pt x="3205" y="3854"/>
                    </a:cubicBezTo>
                    <a:cubicBezTo>
                      <a:pt x="3132" y="3854"/>
                      <a:pt x="3050" y="3830"/>
                      <a:pt x="2967" y="3783"/>
                    </a:cubicBezTo>
                    <a:lnTo>
                      <a:pt x="1307" y="2822"/>
                    </a:lnTo>
                    <a:cubicBezTo>
                      <a:pt x="1086" y="2694"/>
                      <a:pt x="885" y="2416"/>
                      <a:pt x="809" y="2128"/>
                    </a:cubicBezTo>
                    <a:lnTo>
                      <a:pt x="570" y="1240"/>
                    </a:lnTo>
                    <a:cubicBezTo>
                      <a:pt x="510" y="1013"/>
                      <a:pt x="536" y="823"/>
                      <a:pt x="637" y="713"/>
                    </a:cubicBezTo>
                    <a:cubicBezTo>
                      <a:pt x="689" y="656"/>
                      <a:pt x="758" y="626"/>
                      <a:pt x="836" y="626"/>
                    </a:cubicBezTo>
                    <a:close/>
                    <a:moveTo>
                      <a:pt x="621" y="1"/>
                    </a:moveTo>
                    <a:cubicBezTo>
                      <a:pt x="472" y="1"/>
                      <a:pt x="341" y="53"/>
                      <a:pt x="244" y="159"/>
                    </a:cubicBezTo>
                    <a:cubicBezTo>
                      <a:pt x="50" y="359"/>
                      <a:pt x="1" y="736"/>
                      <a:pt x="117" y="1164"/>
                    </a:cubicBezTo>
                    <a:lnTo>
                      <a:pt x="355" y="2051"/>
                    </a:lnTo>
                    <a:cubicBezTo>
                      <a:pt x="500" y="2601"/>
                      <a:pt x="883" y="3134"/>
                      <a:pt x="1310" y="3377"/>
                    </a:cubicBezTo>
                    <a:lnTo>
                      <a:pt x="2969" y="4338"/>
                    </a:lnTo>
                    <a:cubicBezTo>
                      <a:pt x="3131" y="4430"/>
                      <a:pt x="3287" y="4476"/>
                      <a:pt x="3426" y="4476"/>
                    </a:cubicBezTo>
                    <a:cubicBezTo>
                      <a:pt x="3654" y="4476"/>
                      <a:pt x="3837" y="4355"/>
                      <a:pt x="3929" y="4121"/>
                    </a:cubicBezTo>
                    <a:lnTo>
                      <a:pt x="4167" y="3506"/>
                    </a:lnTo>
                    <a:cubicBezTo>
                      <a:pt x="4284" y="3218"/>
                      <a:pt x="4240" y="2784"/>
                      <a:pt x="4051" y="2363"/>
                    </a:cubicBezTo>
                    <a:cubicBezTo>
                      <a:pt x="3862" y="1941"/>
                      <a:pt x="3552" y="1574"/>
                      <a:pt x="3224" y="1379"/>
                    </a:cubicBezTo>
                    <a:lnTo>
                      <a:pt x="1082" y="142"/>
                    </a:lnTo>
                    <a:cubicBezTo>
                      <a:pt x="921" y="48"/>
                      <a:pt x="763" y="1"/>
                      <a:pt x="62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45"/>
              <p:cNvSpPr/>
              <p:nvPr/>
            </p:nvSpPr>
            <p:spPr>
              <a:xfrm>
                <a:off x="7590151" y="3196798"/>
                <a:ext cx="77485" cy="583974"/>
              </a:xfrm>
              <a:custGeom>
                <a:rect b="b" l="l" r="r" t="t"/>
                <a:pathLst>
                  <a:path extrusionOk="0" h="4944" w="656">
                    <a:moveTo>
                      <a:pt x="655" y="16"/>
                    </a:moveTo>
                    <a:lnTo>
                      <a:pt x="655" y="16"/>
                    </a:lnTo>
                    <a:cubicBezTo>
                      <a:pt x="655" y="16"/>
                      <a:pt x="655" y="16"/>
                      <a:pt x="655" y="16"/>
                    </a:cubicBezTo>
                    <a:lnTo>
                      <a:pt x="655" y="16"/>
                    </a:lnTo>
                    <a:cubicBezTo>
                      <a:pt x="655" y="16"/>
                      <a:pt x="655" y="16"/>
                      <a:pt x="655" y="16"/>
                    </a:cubicBezTo>
                    <a:close/>
                    <a:moveTo>
                      <a:pt x="638" y="1"/>
                    </a:moveTo>
                    <a:cubicBezTo>
                      <a:pt x="615" y="55"/>
                      <a:pt x="566" y="100"/>
                      <a:pt x="494" y="144"/>
                    </a:cubicBezTo>
                    <a:cubicBezTo>
                      <a:pt x="466" y="162"/>
                      <a:pt x="432" y="179"/>
                      <a:pt x="399" y="189"/>
                    </a:cubicBezTo>
                    <a:cubicBezTo>
                      <a:pt x="308" y="221"/>
                      <a:pt x="204" y="241"/>
                      <a:pt x="99" y="241"/>
                    </a:cubicBezTo>
                    <a:cubicBezTo>
                      <a:pt x="77" y="241"/>
                      <a:pt x="55" y="240"/>
                      <a:pt x="33" y="238"/>
                    </a:cubicBezTo>
                    <a:lnTo>
                      <a:pt x="0" y="4616"/>
                    </a:lnTo>
                    <a:cubicBezTo>
                      <a:pt x="28" y="4750"/>
                      <a:pt x="62" y="4859"/>
                      <a:pt x="95" y="4943"/>
                    </a:cubicBezTo>
                    <a:cubicBezTo>
                      <a:pt x="95" y="4943"/>
                      <a:pt x="588" y="2363"/>
                      <a:pt x="655" y="16"/>
                    </a:cubicBezTo>
                    <a:lnTo>
                      <a:pt x="655" y="16"/>
                    </a:lnTo>
                    <a:cubicBezTo>
                      <a:pt x="655" y="17"/>
                      <a:pt x="655" y="17"/>
                      <a:pt x="654" y="17"/>
                    </a:cubicBezTo>
                    <a:cubicBezTo>
                      <a:pt x="651" y="17"/>
                      <a:pt x="639" y="4"/>
                      <a:pt x="6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45"/>
              <p:cNvSpPr/>
              <p:nvPr/>
            </p:nvSpPr>
            <p:spPr>
              <a:xfrm>
                <a:off x="7535699" y="3198688"/>
                <a:ext cx="102999" cy="544050"/>
              </a:xfrm>
              <a:custGeom>
                <a:rect b="b" l="l" r="r" t="t"/>
                <a:pathLst>
                  <a:path extrusionOk="0" h="4606" w="872">
                    <a:moveTo>
                      <a:pt x="0" y="0"/>
                    </a:moveTo>
                    <a:lnTo>
                      <a:pt x="0" y="0"/>
                    </a:lnTo>
                    <a:cubicBezTo>
                      <a:pt x="117" y="1248"/>
                      <a:pt x="289" y="3884"/>
                      <a:pt x="461" y="4606"/>
                    </a:cubicBezTo>
                    <a:lnTo>
                      <a:pt x="872" y="149"/>
                    </a:lnTo>
                    <a:cubicBezTo>
                      <a:pt x="866" y="149"/>
                      <a:pt x="859" y="149"/>
                      <a:pt x="850" y="149"/>
                    </a:cubicBezTo>
                    <a:cubicBezTo>
                      <a:pt x="758" y="149"/>
                      <a:pt x="547" y="165"/>
                      <a:pt x="377" y="165"/>
                    </a:cubicBezTo>
                    <a:cubicBezTo>
                      <a:pt x="273" y="165"/>
                      <a:pt x="184" y="159"/>
                      <a:pt x="149" y="139"/>
                    </a:cubicBezTo>
                    <a:cubicBezTo>
                      <a:pt x="89" y="100"/>
                      <a:pt x="28" y="4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7" name="Google Shape;4847;p45"/>
              <p:cNvGrpSpPr/>
              <p:nvPr/>
            </p:nvGrpSpPr>
            <p:grpSpPr>
              <a:xfrm>
                <a:off x="5463329" y="1399521"/>
                <a:ext cx="1864842" cy="2458500"/>
                <a:chOff x="-3920350" y="2265520"/>
                <a:chExt cx="2920662" cy="3850431"/>
              </a:xfrm>
            </p:grpSpPr>
            <p:sp>
              <p:nvSpPr>
                <p:cNvPr id="4848" name="Google Shape;4848;p45"/>
                <p:cNvSpPr/>
                <p:nvPr/>
              </p:nvSpPr>
              <p:spPr>
                <a:xfrm>
                  <a:off x="-2478893" y="6004031"/>
                  <a:ext cx="58458" cy="99711"/>
                </a:xfrm>
                <a:custGeom>
                  <a:rect b="b" l="l" r="r" t="t"/>
                  <a:pathLst>
                    <a:path extrusionOk="0" h="539" w="316">
                      <a:moveTo>
                        <a:pt x="0" y="0"/>
                      </a:moveTo>
                      <a:lnTo>
                        <a:pt x="0" y="289"/>
                      </a:lnTo>
                      <a:cubicBezTo>
                        <a:pt x="33" y="361"/>
                        <a:pt x="94" y="423"/>
                        <a:pt x="189" y="477"/>
                      </a:cubicBezTo>
                      <a:cubicBezTo>
                        <a:pt x="228" y="499"/>
                        <a:pt x="273" y="521"/>
                        <a:pt x="316" y="539"/>
                      </a:cubicBezTo>
                      <a:lnTo>
                        <a:pt x="316" y="239"/>
                      </a:lnTo>
                      <a:cubicBezTo>
                        <a:pt x="270" y="221"/>
                        <a:pt x="226" y="199"/>
                        <a:pt x="189" y="177"/>
                      </a:cubicBezTo>
                      <a:cubicBezTo>
                        <a:pt x="111" y="132"/>
                        <a:pt x="55" y="83"/>
                        <a:pt x="17" y="21"/>
                      </a:cubicBezTo>
                      <a:cubicBezTo>
                        <a:pt x="11" y="16"/>
                        <a:pt x="5" y="11"/>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45"/>
                <p:cNvSpPr/>
                <p:nvPr/>
              </p:nvSpPr>
              <p:spPr>
                <a:xfrm>
                  <a:off x="-2420620" y="6009951"/>
                  <a:ext cx="208487" cy="106001"/>
                </a:xfrm>
                <a:custGeom>
                  <a:rect b="b" l="l" r="r" t="t"/>
                  <a:pathLst>
                    <a:path extrusionOk="0" h="573" w="1127">
                      <a:moveTo>
                        <a:pt x="1127" y="1"/>
                      </a:moveTo>
                      <a:cubicBezTo>
                        <a:pt x="1121" y="6"/>
                        <a:pt x="1121" y="6"/>
                        <a:pt x="1121" y="11"/>
                      </a:cubicBezTo>
                      <a:cubicBezTo>
                        <a:pt x="1083" y="67"/>
                        <a:pt x="1027" y="111"/>
                        <a:pt x="955" y="156"/>
                      </a:cubicBezTo>
                      <a:cubicBezTo>
                        <a:pt x="806" y="236"/>
                        <a:pt x="611" y="278"/>
                        <a:pt x="417" y="278"/>
                      </a:cubicBezTo>
                      <a:cubicBezTo>
                        <a:pt x="271" y="278"/>
                        <a:pt x="126" y="255"/>
                        <a:pt x="1" y="207"/>
                      </a:cubicBezTo>
                      <a:lnTo>
                        <a:pt x="1" y="507"/>
                      </a:lnTo>
                      <a:cubicBezTo>
                        <a:pt x="121" y="551"/>
                        <a:pt x="259" y="573"/>
                        <a:pt x="398" y="573"/>
                      </a:cubicBezTo>
                      <a:cubicBezTo>
                        <a:pt x="592" y="573"/>
                        <a:pt x="787" y="530"/>
                        <a:pt x="933" y="445"/>
                      </a:cubicBezTo>
                      <a:cubicBezTo>
                        <a:pt x="1027" y="390"/>
                        <a:pt x="1094" y="324"/>
                        <a:pt x="1127" y="257"/>
                      </a:cubicBezTo>
                      <a:lnTo>
                        <a:pt x="1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45"/>
                <p:cNvSpPr/>
                <p:nvPr/>
              </p:nvSpPr>
              <p:spPr>
                <a:xfrm>
                  <a:off x="-2489437" y="3315352"/>
                  <a:ext cx="277119" cy="2746029"/>
                </a:xfrm>
                <a:custGeom>
                  <a:rect b="b" l="l" r="r" t="t"/>
                  <a:pathLst>
                    <a:path extrusionOk="0" h="14844" w="1498">
                      <a:moveTo>
                        <a:pt x="1442" y="0"/>
                      </a:moveTo>
                      <a:cubicBezTo>
                        <a:pt x="1425" y="11"/>
                        <a:pt x="1415" y="18"/>
                        <a:pt x="1403" y="28"/>
                      </a:cubicBezTo>
                      <a:cubicBezTo>
                        <a:pt x="1213" y="139"/>
                        <a:pt x="962" y="194"/>
                        <a:pt x="713" y="194"/>
                      </a:cubicBezTo>
                      <a:cubicBezTo>
                        <a:pt x="577" y="194"/>
                        <a:pt x="441" y="178"/>
                        <a:pt x="315" y="145"/>
                      </a:cubicBezTo>
                      <a:cubicBezTo>
                        <a:pt x="215" y="117"/>
                        <a:pt x="121" y="83"/>
                        <a:pt x="32" y="34"/>
                      </a:cubicBezTo>
                      <a:cubicBezTo>
                        <a:pt x="23" y="29"/>
                        <a:pt x="12" y="24"/>
                        <a:pt x="1" y="13"/>
                      </a:cubicBezTo>
                      <a:lnTo>
                        <a:pt x="1" y="13"/>
                      </a:lnTo>
                      <a:lnTo>
                        <a:pt x="56" y="14533"/>
                      </a:lnTo>
                      <a:cubicBezTo>
                        <a:pt x="95" y="14600"/>
                        <a:pt x="156" y="14660"/>
                        <a:pt x="245" y="14711"/>
                      </a:cubicBezTo>
                      <a:cubicBezTo>
                        <a:pt x="283" y="14733"/>
                        <a:pt x="327" y="14755"/>
                        <a:pt x="371" y="14773"/>
                      </a:cubicBezTo>
                      <a:cubicBezTo>
                        <a:pt x="495" y="14820"/>
                        <a:pt x="637" y="14843"/>
                        <a:pt x="780" y="14843"/>
                      </a:cubicBezTo>
                      <a:cubicBezTo>
                        <a:pt x="977" y="14843"/>
                        <a:pt x="1175" y="14799"/>
                        <a:pt x="1326" y="14711"/>
                      </a:cubicBezTo>
                      <a:cubicBezTo>
                        <a:pt x="1403" y="14666"/>
                        <a:pt x="1459" y="14612"/>
                        <a:pt x="1498" y="14555"/>
                      </a:cubicBezTo>
                      <a:lnTo>
                        <a:pt x="144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45"/>
                <p:cNvSpPr/>
                <p:nvPr/>
              </p:nvSpPr>
              <p:spPr>
                <a:xfrm>
                  <a:off x="-2430610" y="3315352"/>
                  <a:ext cx="218476" cy="2746029"/>
                </a:xfrm>
                <a:custGeom>
                  <a:rect b="b" l="l" r="r" t="t"/>
                  <a:pathLst>
                    <a:path extrusionOk="0" h="14844" w="1181">
                      <a:moveTo>
                        <a:pt x="1126" y="0"/>
                      </a:moveTo>
                      <a:cubicBezTo>
                        <a:pt x="1108" y="11"/>
                        <a:pt x="1098" y="18"/>
                        <a:pt x="1086" y="28"/>
                      </a:cubicBezTo>
                      <a:cubicBezTo>
                        <a:pt x="897" y="140"/>
                        <a:pt x="648" y="196"/>
                        <a:pt x="399" y="196"/>
                      </a:cubicBezTo>
                      <a:cubicBezTo>
                        <a:pt x="262" y="196"/>
                        <a:pt x="126" y="179"/>
                        <a:pt x="0" y="146"/>
                      </a:cubicBezTo>
                      <a:lnTo>
                        <a:pt x="0" y="146"/>
                      </a:lnTo>
                      <a:lnTo>
                        <a:pt x="55" y="14773"/>
                      </a:lnTo>
                      <a:cubicBezTo>
                        <a:pt x="178" y="14820"/>
                        <a:pt x="321" y="14843"/>
                        <a:pt x="463" y="14843"/>
                      </a:cubicBezTo>
                      <a:cubicBezTo>
                        <a:pt x="660" y="14843"/>
                        <a:pt x="858" y="14799"/>
                        <a:pt x="1009" y="14711"/>
                      </a:cubicBezTo>
                      <a:cubicBezTo>
                        <a:pt x="1086" y="14666"/>
                        <a:pt x="1143" y="14612"/>
                        <a:pt x="1181" y="14555"/>
                      </a:cubicBezTo>
                      <a:lnTo>
                        <a:pt x="1126" y="0"/>
                      </a:ln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45"/>
                <p:cNvSpPr/>
                <p:nvPr/>
              </p:nvSpPr>
              <p:spPr>
                <a:xfrm>
                  <a:off x="-2533650" y="2809213"/>
                  <a:ext cx="354446" cy="867060"/>
                </a:xfrm>
                <a:custGeom>
                  <a:rect b="b" l="l" r="r" t="t"/>
                  <a:pathLst>
                    <a:path extrusionOk="0" h="4687" w="1916">
                      <a:moveTo>
                        <a:pt x="1905" y="1"/>
                      </a:moveTo>
                      <a:cubicBezTo>
                        <a:pt x="1889" y="11"/>
                        <a:pt x="1873" y="23"/>
                        <a:pt x="1850" y="33"/>
                      </a:cubicBezTo>
                      <a:cubicBezTo>
                        <a:pt x="1598" y="181"/>
                        <a:pt x="1268" y="254"/>
                        <a:pt x="939" y="254"/>
                      </a:cubicBezTo>
                      <a:cubicBezTo>
                        <a:pt x="759" y="254"/>
                        <a:pt x="580" y="232"/>
                        <a:pt x="414" y="189"/>
                      </a:cubicBezTo>
                      <a:cubicBezTo>
                        <a:pt x="280" y="157"/>
                        <a:pt x="158" y="106"/>
                        <a:pt x="42" y="46"/>
                      </a:cubicBezTo>
                      <a:cubicBezTo>
                        <a:pt x="34" y="30"/>
                        <a:pt x="19" y="20"/>
                        <a:pt x="1" y="7"/>
                      </a:cubicBezTo>
                      <a:lnTo>
                        <a:pt x="1" y="7"/>
                      </a:lnTo>
                      <a:lnTo>
                        <a:pt x="12" y="4280"/>
                      </a:lnTo>
                      <a:cubicBezTo>
                        <a:pt x="62" y="4369"/>
                        <a:pt x="139" y="4447"/>
                        <a:pt x="262" y="4519"/>
                      </a:cubicBezTo>
                      <a:cubicBezTo>
                        <a:pt x="312" y="4552"/>
                        <a:pt x="368" y="4574"/>
                        <a:pt x="428" y="4596"/>
                      </a:cubicBezTo>
                      <a:cubicBezTo>
                        <a:pt x="591" y="4656"/>
                        <a:pt x="779" y="4687"/>
                        <a:pt x="967" y="4687"/>
                      </a:cubicBezTo>
                      <a:cubicBezTo>
                        <a:pt x="1227" y="4687"/>
                        <a:pt x="1488" y="4628"/>
                        <a:pt x="1688" y="4512"/>
                      </a:cubicBezTo>
                      <a:cubicBezTo>
                        <a:pt x="1794" y="4451"/>
                        <a:pt x="1867" y="4385"/>
                        <a:pt x="1916" y="4312"/>
                      </a:cubicBezTo>
                      <a:lnTo>
                        <a:pt x="19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45"/>
                <p:cNvSpPr/>
                <p:nvPr/>
              </p:nvSpPr>
              <p:spPr>
                <a:xfrm>
                  <a:off x="-2456508" y="2809398"/>
                  <a:ext cx="277304" cy="867060"/>
                </a:xfrm>
                <a:custGeom>
                  <a:rect b="b" l="l" r="r" t="t"/>
                  <a:pathLst>
                    <a:path extrusionOk="0" h="4687" w="1499">
                      <a:moveTo>
                        <a:pt x="1488" y="1"/>
                      </a:moveTo>
                      <a:cubicBezTo>
                        <a:pt x="1472" y="11"/>
                        <a:pt x="1456" y="24"/>
                        <a:pt x="1433" y="33"/>
                      </a:cubicBezTo>
                      <a:cubicBezTo>
                        <a:pt x="1183" y="175"/>
                        <a:pt x="852" y="248"/>
                        <a:pt x="521" y="248"/>
                      </a:cubicBezTo>
                      <a:cubicBezTo>
                        <a:pt x="343" y="248"/>
                        <a:pt x="165" y="227"/>
                        <a:pt x="1" y="184"/>
                      </a:cubicBezTo>
                      <a:lnTo>
                        <a:pt x="1" y="184"/>
                      </a:lnTo>
                      <a:lnTo>
                        <a:pt x="11" y="4596"/>
                      </a:lnTo>
                      <a:cubicBezTo>
                        <a:pt x="174" y="4656"/>
                        <a:pt x="362" y="4687"/>
                        <a:pt x="550" y="4687"/>
                      </a:cubicBezTo>
                      <a:cubicBezTo>
                        <a:pt x="810" y="4687"/>
                        <a:pt x="1071" y="4628"/>
                        <a:pt x="1271" y="4512"/>
                      </a:cubicBezTo>
                      <a:cubicBezTo>
                        <a:pt x="1377" y="4451"/>
                        <a:pt x="1450" y="4385"/>
                        <a:pt x="1499" y="4312"/>
                      </a:cubicBezTo>
                      <a:lnTo>
                        <a:pt x="1488" y="1"/>
                      </a:lnTo>
                      <a:close/>
                    </a:path>
                  </a:pathLst>
                </a:custGeom>
                <a:solidFill>
                  <a:srgbClr val="333233">
                    <a:alpha val="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45"/>
                <p:cNvSpPr/>
                <p:nvPr/>
              </p:nvSpPr>
              <p:spPr>
                <a:xfrm>
                  <a:off x="-3920350" y="2426464"/>
                  <a:ext cx="2920662" cy="1287548"/>
                </a:xfrm>
                <a:custGeom>
                  <a:rect b="b" l="l" r="r" t="t"/>
                  <a:pathLst>
                    <a:path extrusionOk="0" h="6960" w="15788">
                      <a:moveTo>
                        <a:pt x="15787" y="1"/>
                      </a:moveTo>
                      <a:lnTo>
                        <a:pt x="13340" y="828"/>
                      </a:lnTo>
                      <a:lnTo>
                        <a:pt x="10072" y="1966"/>
                      </a:lnTo>
                      <a:lnTo>
                        <a:pt x="7574" y="3353"/>
                      </a:lnTo>
                      <a:lnTo>
                        <a:pt x="0" y="6960"/>
                      </a:lnTo>
                      <a:lnTo>
                        <a:pt x="7264" y="4163"/>
                      </a:lnTo>
                      <a:lnTo>
                        <a:pt x="7919" y="4447"/>
                      </a:lnTo>
                      <a:lnTo>
                        <a:pt x="9179" y="3835"/>
                      </a:lnTo>
                      <a:lnTo>
                        <a:pt x="10433" y="2565"/>
                      </a:lnTo>
                      <a:lnTo>
                        <a:pt x="157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45"/>
                <p:cNvSpPr/>
                <p:nvPr/>
              </p:nvSpPr>
              <p:spPr>
                <a:xfrm>
                  <a:off x="-3920350" y="2265520"/>
                  <a:ext cx="2920662" cy="1448491"/>
                </a:xfrm>
                <a:custGeom>
                  <a:rect b="b" l="l" r="r" t="t"/>
                  <a:pathLst>
                    <a:path extrusionOk="0" h="7830" w="15788">
                      <a:moveTo>
                        <a:pt x="14273" y="0"/>
                      </a:moveTo>
                      <a:lnTo>
                        <a:pt x="8746" y="1875"/>
                      </a:lnTo>
                      <a:lnTo>
                        <a:pt x="6882" y="2959"/>
                      </a:lnTo>
                      <a:lnTo>
                        <a:pt x="0" y="7830"/>
                      </a:lnTo>
                      <a:lnTo>
                        <a:pt x="8402" y="3829"/>
                      </a:lnTo>
                      <a:lnTo>
                        <a:pt x="9989" y="2908"/>
                      </a:lnTo>
                      <a:lnTo>
                        <a:pt x="15787" y="871"/>
                      </a:lnTo>
                      <a:lnTo>
                        <a:pt x="15032" y="439"/>
                      </a:lnTo>
                      <a:lnTo>
                        <a:pt x="142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45"/>
                <p:cNvSpPr/>
                <p:nvPr/>
              </p:nvSpPr>
              <p:spPr>
                <a:xfrm>
                  <a:off x="-2490362" y="2656409"/>
                  <a:ext cx="217921" cy="197572"/>
                </a:xfrm>
                <a:custGeom>
                  <a:rect b="b" l="l" r="r" t="t"/>
                  <a:pathLst>
                    <a:path extrusionOk="0" h="1068" w="1178">
                      <a:moveTo>
                        <a:pt x="719" y="0"/>
                      </a:moveTo>
                      <a:cubicBezTo>
                        <a:pt x="318" y="0"/>
                        <a:pt x="0" y="321"/>
                        <a:pt x="0" y="723"/>
                      </a:cubicBezTo>
                      <a:lnTo>
                        <a:pt x="0" y="935"/>
                      </a:lnTo>
                      <a:cubicBezTo>
                        <a:pt x="11" y="944"/>
                        <a:pt x="22" y="951"/>
                        <a:pt x="40" y="957"/>
                      </a:cubicBezTo>
                      <a:cubicBezTo>
                        <a:pt x="123" y="1006"/>
                        <a:pt x="218" y="1040"/>
                        <a:pt x="323" y="1068"/>
                      </a:cubicBezTo>
                      <a:lnTo>
                        <a:pt x="323" y="868"/>
                      </a:lnTo>
                      <a:cubicBezTo>
                        <a:pt x="323" y="468"/>
                        <a:pt x="645" y="146"/>
                        <a:pt x="1044" y="146"/>
                      </a:cubicBezTo>
                      <a:cubicBezTo>
                        <a:pt x="1089" y="146"/>
                        <a:pt x="1138" y="151"/>
                        <a:pt x="1178" y="156"/>
                      </a:cubicBezTo>
                      <a:cubicBezTo>
                        <a:pt x="1056" y="57"/>
                        <a:pt x="895" y="0"/>
                        <a:pt x="728" y="0"/>
                      </a:cubicBezTo>
                      <a:cubicBezTo>
                        <a:pt x="725" y="0"/>
                        <a:pt x="722" y="0"/>
                        <a:pt x="7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45"/>
                <p:cNvSpPr/>
                <p:nvPr/>
              </p:nvSpPr>
              <p:spPr>
                <a:xfrm>
                  <a:off x="-2433014" y="2680828"/>
                  <a:ext cx="208857" cy="181293"/>
                </a:xfrm>
                <a:custGeom>
                  <a:rect b="b" l="l" r="r" t="t"/>
                  <a:pathLst>
                    <a:path extrusionOk="0" h="980" w="1129">
                      <a:moveTo>
                        <a:pt x="754" y="1"/>
                      </a:moveTo>
                      <a:cubicBezTo>
                        <a:pt x="742" y="1"/>
                        <a:pt x="729" y="2"/>
                        <a:pt x="717" y="3"/>
                      </a:cubicBezTo>
                      <a:cubicBezTo>
                        <a:pt x="323" y="9"/>
                        <a:pt x="0" y="336"/>
                        <a:pt x="0" y="728"/>
                      </a:cubicBezTo>
                      <a:lnTo>
                        <a:pt x="0" y="929"/>
                      </a:lnTo>
                      <a:cubicBezTo>
                        <a:pt x="126" y="963"/>
                        <a:pt x="261" y="979"/>
                        <a:pt x="397" y="979"/>
                      </a:cubicBezTo>
                      <a:cubicBezTo>
                        <a:pt x="647" y="979"/>
                        <a:pt x="898" y="923"/>
                        <a:pt x="1089" y="812"/>
                      </a:cubicBezTo>
                      <a:cubicBezTo>
                        <a:pt x="1106" y="803"/>
                        <a:pt x="1116" y="795"/>
                        <a:pt x="1129" y="785"/>
                      </a:cubicBezTo>
                      <a:lnTo>
                        <a:pt x="1129" y="580"/>
                      </a:lnTo>
                      <a:cubicBezTo>
                        <a:pt x="1129" y="351"/>
                        <a:pt x="1022" y="146"/>
                        <a:pt x="851" y="14"/>
                      </a:cubicBezTo>
                      <a:cubicBezTo>
                        <a:pt x="818" y="6"/>
                        <a:pt x="786" y="1"/>
                        <a:pt x="7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61" name="Shape 4861"/>
        <p:cNvGrpSpPr/>
        <p:nvPr/>
      </p:nvGrpSpPr>
      <p:grpSpPr>
        <a:xfrm>
          <a:off x="0" y="0"/>
          <a:ext cx="0" cy="0"/>
          <a:chOff x="0" y="0"/>
          <a:chExt cx="0" cy="0"/>
        </a:xfrm>
      </p:grpSpPr>
      <p:sp>
        <p:nvSpPr>
          <p:cNvPr id="4862" name="Google Shape;4862;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Bingham Canyon mine</a:t>
            </a:r>
            <a:endParaRPr/>
          </a:p>
        </p:txBody>
      </p:sp>
      <p:sp>
        <p:nvSpPr>
          <p:cNvPr id="4863" name="Google Shape;4863;p46"/>
          <p:cNvSpPr txBox="1"/>
          <p:nvPr>
            <p:ph idx="1" type="subTitle"/>
          </p:nvPr>
        </p:nvSpPr>
        <p:spPr>
          <a:xfrm>
            <a:off x="4923075" y="3209425"/>
            <a:ext cx="2640000" cy="108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 and has a poisonous atmosphere</a:t>
            </a:r>
            <a:endParaRPr/>
          </a:p>
        </p:txBody>
      </p:sp>
      <p:sp>
        <p:nvSpPr>
          <p:cNvPr id="4864" name="Google Shape;4864;p46"/>
          <p:cNvSpPr txBox="1"/>
          <p:nvPr>
            <p:ph idx="2" type="subTitle"/>
          </p:nvPr>
        </p:nvSpPr>
        <p:spPr>
          <a:xfrm>
            <a:off x="1580900" y="3209425"/>
            <a:ext cx="2640000" cy="108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4865" name="Google Shape;4865;p46"/>
          <p:cNvSpPr txBox="1"/>
          <p:nvPr>
            <p:ph idx="3" type="subTitle"/>
          </p:nvPr>
        </p:nvSpPr>
        <p:spPr>
          <a:xfrm>
            <a:off x="1580911" y="2726725"/>
            <a:ext cx="26400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Owner</a:t>
            </a:r>
            <a:endParaRPr/>
          </a:p>
        </p:txBody>
      </p:sp>
      <p:sp>
        <p:nvSpPr>
          <p:cNvPr id="4866" name="Google Shape;4866;p46"/>
          <p:cNvSpPr txBox="1"/>
          <p:nvPr>
            <p:ph idx="4" type="subTitle"/>
          </p:nvPr>
        </p:nvSpPr>
        <p:spPr>
          <a:xfrm>
            <a:off x="4923089" y="2726725"/>
            <a:ext cx="26400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Type</a:t>
            </a:r>
            <a:endParaRPr/>
          </a:p>
        </p:txBody>
      </p:sp>
      <p:sp>
        <p:nvSpPr>
          <p:cNvPr id="4867" name="Google Shape;4867;p46"/>
          <p:cNvSpPr/>
          <p:nvPr/>
        </p:nvSpPr>
        <p:spPr>
          <a:xfrm>
            <a:off x="2357300" y="1563200"/>
            <a:ext cx="1087200" cy="10872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46"/>
          <p:cNvSpPr/>
          <p:nvPr/>
        </p:nvSpPr>
        <p:spPr>
          <a:xfrm>
            <a:off x="5699475" y="1563188"/>
            <a:ext cx="1087200" cy="1087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9" name="Google Shape;4869;p46"/>
          <p:cNvGrpSpPr/>
          <p:nvPr/>
        </p:nvGrpSpPr>
        <p:grpSpPr>
          <a:xfrm>
            <a:off x="5909017" y="1887927"/>
            <a:ext cx="685810" cy="437744"/>
            <a:chOff x="7570874" y="3607953"/>
            <a:chExt cx="309845" cy="196377"/>
          </a:xfrm>
        </p:grpSpPr>
        <p:sp>
          <p:nvSpPr>
            <p:cNvPr id="4870" name="Google Shape;4870;p46"/>
            <p:cNvSpPr/>
            <p:nvPr/>
          </p:nvSpPr>
          <p:spPr>
            <a:xfrm>
              <a:off x="7570874" y="3607953"/>
              <a:ext cx="309845" cy="196345"/>
            </a:xfrm>
            <a:custGeom>
              <a:rect b="b" l="l" r="r" t="t"/>
              <a:pathLst>
                <a:path extrusionOk="0" h="6027" w="9511">
                  <a:moveTo>
                    <a:pt x="7000" y="440"/>
                  </a:moveTo>
                  <a:lnTo>
                    <a:pt x="8049" y="778"/>
                  </a:lnTo>
                  <a:lnTo>
                    <a:pt x="8544" y="1653"/>
                  </a:lnTo>
                  <a:lnTo>
                    <a:pt x="7000" y="1454"/>
                  </a:lnTo>
                  <a:lnTo>
                    <a:pt x="7000" y="440"/>
                  </a:lnTo>
                  <a:close/>
                  <a:moveTo>
                    <a:pt x="6628" y="435"/>
                  </a:moveTo>
                  <a:lnTo>
                    <a:pt x="6628" y="1493"/>
                  </a:lnTo>
                  <a:lnTo>
                    <a:pt x="5274" y="2051"/>
                  </a:lnTo>
                  <a:lnTo>
                    <a:pt x="4477" y="2051"/>
                  </a:lnTo>
                  <a:lnTo>
                    <a:pt x="5259" y="844"/>
                  </a:lnTo>
                  <a:lnTo>
                    <a:pt x="6628" y="435"/>
                  </a:lnTo>
                  <a:close/>
                  <a:moveTo>
                    <a:pt x="6839" y="1807"/>
                  </a:moveTo>
                  <a:lnTo>
                    <a:pt x="8633" y="2038"/>
                  </a:lnTo>
                  <a:lnTo>
                    <a:pt x="8377" y="2733"/>
                  </a:lnTo>
                  <a:lnTo>
                    <a:pt x="8224" y="2601"/>
                  </a:lnTo>
                  <a:cubicBezTo>
                    <a:pt x="8190" y="2572"/>
                    <a:pt x="8147" y="2556"/>
                    <a:pt x="8103" y="2556"/>
                  </a:cubicBezTo>
                  <a:lnTo>
                    <a:pt x="6445" y="2556"/>
                  </a:lnTo>
                  <a:cubicBezTo>
                    <a:pt x="6400" y="2556"/>
                    <a:pt x="6356" y="2573"/>
                    <a:pt x="6322" y="2603"/>
                  </a:cubicBezTo>
                  <a:lnTo>
                    <a:pt x="6142" y="2761"/>
                  </a:lnTo>
                  <a:lnTo>
                    <a:pt x="5648" y="2299"/>
                  </a:lnTo>
                  <a:lnTo>
                    <a:pt x="6839" y="1807"/>
                  </a:lnTo>
                  <a:close/>
                  <a:moveTo>
                    <a:pt x="5405" y="2579"/>
                  </a:moveTo>
                  <a:lnTo>
                    <a:pt x="5862" y="3006"/>
                  </a:lnTo>
                  <a:lnTo>
                    <a:pt x="5087" y="3693"/>
                  </a:lnTo>
                  <a:lnTo>
                    <a:pt x="5405" y="2579"/>
                  </a:lnTo>
                  <a:close/>
                  <a:moveTo>
                    <a:pt x="3652" y="2056"/>
                  </a:moveTo>
                  <a:lnTo>
                    <a:pt x="4226" y="2395"/>
                  </a:lnTo>
                  <a:cubicBezTo>
                    <a:pt x="4254" y="2412"/>
                    <a:pt x="4287" y="2421"/>
                    <a:pt x="4320" y="2421"/>
                  </a:cubicBezTo>
                  <a:lnTo>
                    <a:pt x="5065" y="2421"/>
                  </a:lnTo>
                  <a:lnTo>
                    <a:pt x="4606" y="4020"/>
                  </a:lnTo>
                  <a:lnTo>
                    <a:pt x="3085" y="3562"/>
                  </a:lnTo>
                  <a:lnTo>
                    <a:pt x="2600" y="2991"/>
                  </a:lnTo>
                  <a:lnTo>
                    <a:pt x="3652" y="2056"/>
                  </a:lnTo>
                  <a:close/>
                  <a:moveTo>
                    <a:pt x="8034" y="2926"/>
                  </a:moveTo>
                  <a:lnTo>
                    <a:pt x="8941" y="3708"/>
                  </a:lnTo>
                  <a:lnTo>
                    <a:pt x="7376" y="4158"/>
                  </a:lnTo>
                  <a:lnTo>
                    <a:pt x="6747" y="2926"/>
                  </a:lnTo>
                  <a:close/>
                  <a:moveTo>
                    <a:pt x="1524" y="3106"/>
                  </a:moveTo>
                  <a:lnTo>
                    <a:pt x="2267" y="3170"/>
                  </a:lnTo>
                  <a:lnTo>
                    <a:pt x="2963" y="3991"/>
                  </a:lnTo>
                  <a:lnTo>
                    <a:pt x="1807" y="4295"/>
                  </a:lnTo>
                  <a:lnTo>
                    <a:pt x="1074" y="3482"/>
                  </a:lnTo>
                  <a:lnTo>
                    <a:pt x="1524" y="3106"/>
                  </a:lnTo>
                  <a:close/>
                  <a:moveTo>
                    <a:pt x="849" y="3787"/>
                  </a:moveTo>
                  <a:lnTo>
                    <a:pt x="1508" y="4516"/>
                  </a:lnTo>
                  <a:lnTo>
                    <a:pt x="838" y="5485"/>
                  </a:lnTo>
                  <a:lnTo>
                    <a:pt x="403" y="4675"/>
                  </a:lnTo>
                  <a:lnTo>
                    <a:pt x="849" y="3787"/>
                  </a:lnTo>
                  <a:close/>
                  <a:moveTo>
                    <a:pt x="6386" y="3039"/>
                  </a:moveTo>
                  <a:lnTo>
                    <a:pt x="7044" y="4326"/>
                  </a:lnTo>
                  <a:lnTo>
                    <a:pt x="5438" y="5571"/>
                  </a:lnTo>
                  <a:lnTo>
                    <a:pt x="4952" y="4306"/>
                  </a:lnTo>
                  <a:lnTo>
                    <a:pt x="6386" y="3039"/>
                  </a:lnTo>
                  <a:close/>
                  <a:moveTo>
                    <a:pt x="3478" y="4068"/>
                  </a:moveTo>
                  <a:lnTo>
                    <a:pt x="4593" y="4403"/>
                  </a:lnTo>
                  <a:lnTo>
                    <a:pt x="5074" y="5655"/>
                  </a:lnTo>
                  <a:lnTo>
                    <a:pt x="3127" y="5655"/>
                  </a:lnTo>
                  <a:lnTo>
                    <a:pt x="3475" y="4137"/>
                  </a:lnTo>
                  <a:cubicBezTo>
                    <a:pt x="3480" y="4113"/>
                    <a:pt x="3480" y="4091"/>
                    <a:pt x="3478" y="4068"/>
                  </a:cubicBezTo>
                  <a:close/>
                  <a:moveTo>
                    <a:pt x="3044" y="4353"/>
                  </a:moveTo>
                  <a:lnTo>
                    <a:pt x="2745" y="5656"/>
                  </a:lnTo>
                  <a:lnTo>
                    <a:pt x="1170" y="5656"/>
                  </a:lnTo>
                  <a:lnTo>
                    <a:pt x="1856" y="4665"/>
                  </a:lnTo>
                  <a:lnTo>
                    <a:pt x="3044" y="4353"/>
                  </a:lnTo>
                  <a:close/>
                  <a:moveTo>
                    <a:pt x="6816" y="0"/>
                  </a:moveTo>
                  <a:cubicBezTo>
                    <a:pt x="6797" y="0"/>
                    <a:pt x="6779" y="3"/>
                    <a:pt x="6762" y="8"/>
                  </a:cubicBezTo>
                  <a:lnTo>
                    <a:pt x="5088" y="508"/>
                  </a:lnTo>
                  <a:cubicBezTo>
                    <a:pt x="5046" y="521"/>
                    <a:pt x="5009" y="548"/>
                    <a:pt x="4986" y="585"/>
                  </a:cubicBezTo>
                  <a:lnTo>
                    <a:pt x="4129" y="1906"/>
                  </a:lnTo>
                  <a:lnTo>
                    <a:pt x="3726" y="1669"/>
                  </a:lnTo>
                  <a:cubicBezTo>
                    <a:pt x="3697" y="1651"/>
                    <a:pt x="3664" y="1643"/>
                    <a:pt x="3631" y="1643"/>
                  </a:cubicBezTo>
                  <a:cubicBezTo>
                    <a:pt x="3587" y="1643"/>
                    <a:pt x="3543" y="1658"/>
                    <a:pt x="3509" y="1690"/>
                  </a:cubicBezTo>
                  <a:lnTo>
                    <a:pt x="2261" y="2797"/>
                  </a:lnTo>
                  <a:lnTo>
                    <a:pt x="1482" y="2729"/>
                  </a:lnTo>
                  <a:cubicBezTo>
                    <a:pt x="1477" y="2728"/>
                    <a:pt x="1471" y="2728"/>
                    <a:pt x="1466" y="2728"/>
                  </a:cubicBezTo>
                  <a:cubicBezTo>
                    <a:pt x="1423" y="2728"/>
                    <a:pt x="1380" y="2743"/>
                    <a:pt x="1347" y="2771"/>
                  </a:cubicBezTo>
                  <a:lnTo>
                    <a:pt x="688" y="3319"/>
                  </a:lnTo>
                  <a:cubicBezTo>
                    <a:pt x="669" y="3334"/>
                    <a:pt x="653" y="3355"/>
                    <a:pt x="641" y="3377"/>
                  </a:cubicBezTo>
                  <a:lnTo>
                    <a:pt x="28" y="4592"/>
                  </a:lnTo>
                  <a:cubicBezTo>
                    <a:pt x="1" y="4646"/>
                    <a:pt x="2" y="4710"/>
                    <a:pt x="31" y="4764"/>
                  </a:cubicBezTo>
                  <a:lnTo>
                    <a:pt x="654" y="5928"/>
                  </a:lnTo>
                  <a:cubicBezTo>
                    <a:pt x="687" y="5988"/>
                    <a:pt x="750" y="6027"/>
                    <a:pt x="818" y="6027"/>
                  </a:cubicBezTo>
                  <a:lnTo>
                    <a:pt x="6296" y="6027"/>
                  </a:lnTo>
                  <a:cubicBezTo>
                    <a:pt x="6397" y="6027"/>
                    <a:pt x="6481" y="5944"/>
                    <a:pt x="6481" y="5840"/>
                  </a:cubicBezTo>
                  <a:cubicBezTo>
                    <a:pt x="6481" y="5739"/>
                    <a:pt x="6400" y="5655"/>
                    <a:pt x="6296" y="5655"/>
                  </a:cubicBezTo>
                  <a:lnTo>
                    <a:pt x="5934" y="5655"/>
                  </a:lnTo>
                  <a:lnTo>
                    <a:pt x="7366" y="4545"/>
                  </a:lnTo>
                  <a:lnTo>
                    <a:pt x="9139" y="4038"/>
                  </a:lnTo>
                  <a:lnTo>
                    <a:pt x="9139" y="5068"/>
                  </a:lnTo>
                  <a:lnTo>
                    <a:pt x="8521" y="5655"/>
                  </a:lnTo>
                  <a:lnTo>
                    <a:pt x="7964" y="5655"/>
                  </a:lnTo>
                  <a:cubicBezTo>
                    <a:pt x="7862" y="5655"/>
                    <a:pt x="7778" y="5736"/>
                    <a:pt x="7778" y="5840"/>
                  </a:cubicBezTo>
                  <a:cubicBezTo>
                    <a:pt x="7778" y="5943"/>
                    <a:pt x="7861" y="6027"/>
                    <a:pt x="7964" y="6027"/>
                  </a:cubicBezTo>
                  <a:lnTo>
                    <a:pt x="8595" y="6027"/>
                  </a:lnTo>
                  <a:cubicBezTo>
                    <a:pt x="8642" y="6027"/>
                    <a:pt x="8689" y="6008"/>
                    <a:pt x="8723" y="5975"/>
                  </a:cubicBezTo>
                  <a:lnTo>
                    <a:pt x="9453" y="5283"/>
                  </a:lnTo>
                  <a:cubicBezTo>
                    <a:pt x="9490" y="5247"/>
                    <a:pt x="9511" y="5199"/>
                    <a:pt x="9511" y="5148"/>
                  </a:cubicBezTo>
                  <a:lnTo>
                    <a:pt x="9511" y="3792"/>
                  </a:lnTo>
                  <a:cubicBezTo>
                    <a:pt x="9508" y="3740"/>
                    <a:pt x="9485" y="3688"/>
                    <a:pt x="9444" y="3654"/>
                  </a:cubicBezTo>
                  <a:lnTo>
                    <a:pt x="8678" y="2992"/>
                  </a:lnTo>
                  <a:lnTo>
                    <a:pt x="9062" y="1948"/>
                  </a:lnTo>
                  <a:cubicBezTo>
                    <a:pt x="9081" y="1897"/>
                    <a:pt x="9077" y="1841"/>
                    <a:pt x="9050" y="1792"/>
                  </a:cubicBezTo>
                  <a:lnTo>
                    <a:pt x="8338" y="532"/>
                  </a:lnTo>
                  <a:cubicBezTo>
                    <a:pt x="8313" y="491"/>
                    <a:pt x="8277" y="461"/>
                    <a:pt x="8233" y="446"/>
                  </a:cubicBezTo>
                  <a:lnTo>
                    <a:pt x="6872" y="9"/>
                  </a:lnTo>
                  <a:cubicBezTo>
                    <a:pt x="6854" y="3"/>
                    <a:pt x="6835" y="0"/>
                    <a:pt x="68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46"/>
            <p:cNvSpPr/>
            <p:nvPr/>
          </p:nvSpPr>
          <p:spPr>
            <a:xfrm>
              <a:off x="7796994" y="3792179"/>
              <a:ext cx="12119" cy="12151"/>
            </a:xfrm>
            <a:custGeom>
              <a:rect b="b" l="l" r="r" t="t"/>
              <a:pathLst>
                <a:path extrusionOk="0" h="373" w="372">
                  <a:moveTo>
                    <a:pt x="187" y="1"/>
                  </a:moveTo>
                  <a:cubicBezTo>
                    <a:pt x="83" y="1"/>
                    <a:pt x="0" y="85"/>
                    <a:pt x="0" y="186"/>
                  </a:cubicBezTo>
                  <a:cubicBezTo>
                    <a:pt x="0" y="290"/>
                    <a:pt x="84" y="373"/>
                    <a:pt x="187" y="373"/>
                  </a:cubicBezTo>
                  <a:cubicBezTo>
                    <a:pt x="289" y="373"/>
                    <a:pt x="372" y="289"/>
                    <a:pt x="372" y="186"/>
                  </a:cubicBezTo>
                  <a:cubicBezTo>
                    <a:pt x="372" y="85"/>
                    <a:pt x="289" y="1"/>
                    <a:pt x="1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2" name="Google Shape;4872;p46"/>
          <p:cNvGrpSpPr/>
          <p:nvPr/>
        </p:nvGrpSpPr>
        <p:grpSpPr>
          <a:xfrm>
            <a:off x="2549187" y="1824408"/>
            <a:ext cx="685788" cy="564783"/>
            <a:chOff x="1970965" y="2028270"/>
            <a:chExt cx="310789" cy="255408"/>
          </a:xfrm>
        </p:grpSpPr>
        <p:sp>
          <p:nvSpPr>
            <p:cNvPr id="4873" name="Google Shape;4873;p46"/>
            <p:cNvSpPr/>
            <p:nvPr/>
          </p:nvSpPr>
          <p:spPr>
            <a:xfrm>
              <a:off x="1970965" y="2028270"/>
              <a:ext cx="310789" cy="255408"/>
            </a:xfrm>
            <a:custGeom>
              <a:rect b="b" l="l" r="r" t="t"/>
              <a:pathLst>
                <a:path extrusionOk="0" h="7840" w="9540">
                  <a:moveTo>
                    <a:pt x="7594" y="390"/>
                  </a:moveTo>
                  <a:lnTo>
                    <a:pt x="8005" y="1100"/>
                  </a:lnTo>
                  <a:lnTo>
                    <a:pt x="7181" y="1100"/>
                  </a:lnTo>
                  <a:lnTo>
                    <a:pt x="6810" y="516"/>
                  </a:lnTo>
                  <a:lnTo>
                    <a:pt x="7594" y="390"/>
                  </a:lnTo>
                  <a:close/>
                  <a:moveTo>
                    <a:pt x="4569" y="1040"/>
                  </a:moveTo>
                  <a:lnTo>
                    <a:pt x="4788" y="1215"/>
                  </a:lnTo>
                  <a:lnTo>
                    <a:pt x="4432" y="2150"/>
                  </a:lnTo>
                  <a:lnTo>
                    <a:pt x="3568" y="1645"/>
                  </a:lnTo>
                  <a:lnTo>
                    <a:pt x="3627" y="1373"/>
                  </a:lnTo>
                  <a:lnTo>
                    <a:pt x="4569" y="1040"/>
                  </a:lnTo>
                  <a:close/>
                  <a:moveTo>
                    <a:pt x="6563" y="818"/>
                  </a:moveTo>
                  <a:lnTo>
                    <a:pt x="6923" y="1383"/>
                  </a:lnTo>
                  <a:cubicBezTo>
                    <a:pt x="6957" y="1437"/>
                    <a:pt x="7016" y="1469"/>
                    <a:pt x="7081" y="1469"/>
                  </a:cubicBezTo>
                  <a:lnTo>
                    <a:pt x="7969" y="1469"/>
                  </a:lnTo>
                  <a:lnTo>
                    <a:pt x="7291" y="2432"/>
                  </a:lnTo>
                  <a:cubicBezTo>
                    <a:pt x="7267" y="2422"/>
                    <a:pt x="7243" y="2416"/>
                    <a:pt x="7217" y="2416"/>
                  </a:cubicBezTo>
                  <a:lnTo>
                    <a:pt x="6428" y="2416"/>
                  </a:lnTo>
                  <a:lnTo>
                    <a:pt x="6206" y="1990"/>
                  </a:lnTo>
                  <a:lnTo>
                    <a:pt x="6563" y="818"/>
                  </a:lnTo>
                  <a:close/>
                  <a:moveTo>
                    <a:pt x="5463" y="1369"/>
                  </a:moveTo>
                  <a:lnTo>
                    <a:pt x="6104" y="2600"/>
                  </a:lnTo>
                  <a:lnTo>
                    <a:pt x="5899" y="2966"/>
                  </a:lnTo>
                  <a:cubicBezTo>
                    <a:pt x="5849" y="3055"/>
                    <a:pt x="5880" y="3170"/>
                    <a:pt x="5970" y="3219"/>
                  </a:cubicBezTo>
                  <a:cubicBezTo>
                    <a:pt x="5998" y="3235"/>
                    <a:pt x="6030" y="3243"/>
                    <a:pt x="6060" y="3243"/>
                  </a:cubicBezTo>
                  <a:cubicBezTo>
                    <a:pt x="6125" y="3243"/>
                    <a:pt x="6188" y="3208"/>
                    <a:pt x="6223" y="3149"/>
                  </a:cubicBezTo>
                  <a:lnTo>
                    <a:pt x="6424" y="2788"/>
                  </a:lnTo>
                  <a:lnTo>
                    <a:pt x="7162" y="2788"/>
                  </a:lnTo>
                  <a:lnTo>
                    <a:pt x="7963" y="3297"/>
                  </a:lnTo>
                  <a:lnTo>
                    <a:pt x="8032" y="3672"/>
                  </a:lnTo>
                  <a:lnTo>
                    <a:pt x="7534" y="4348"/>
                  </a:lnTo>
                  <a:cubicBezTo>
                    <a:pt x="7352" y="4594"/>
                    <a:pt x="7072" y="4752"/>
                    <a:pt x="6769" y="4779"/>
                  </a:cubicBezTo>
                  <a:cubicBezTo>
                    <a:pt x="6823" y="4679"/>
                    <a:pt x="6853" y="4567"/>
                    <a:pt x="6853" y="4447"/>
                  </a:cubicBezTo>
                  <a:cubicBezTo>
                    <a:pt x="6853" y="4056"/>
                    <a:pt x="6535" y="3737"/>
                    <a:pt x="6145" y="3737"/>
                  </a:cubicBezTo>
                  <a:lnTo>
                    <a:pt x="5206" y="3737"/>
                  </a:lnTo>
                  <a:cubicBezTo>
                    <a:pt x="4802" y="3266"/>
                    <a:pt x="4219" y="2998"/>
                    <a:pt x="3595" y="2998"/>
                  </a:cubicBezTo>
                  <a:cubicBezTo>
                    <a:pt x="3263" y="2998"/>
                    <a:pt x="2944" y="3075"/>
                    <a:pt x="2656" y="3217"/>
                  </a:cubicBezTo>
                  <a:lnTo>
                    <a:pt x="2958" y="2475"/>
                  </a:lnTo>
                  <a:lnTo>
                    <a:pt x="3819" y="2224"/>
                  </a:lnTo>
                  <a:lnTo>
                    <a:pt x="4432" y="2583"/>
                  </a:lnTo>
                  <a:cubicBezTo>
                    <a:pt x="4462" y="2600"/>
                    <a:pt x="4494" y="2608"/>
                    <a:pt x="4527" y="2608"/>
                  </a:cubicBezTo>
                  <a:cubicBezTo>
                    <a:pt x="4547" y="2608"/>
                    <a:pt x="4568" y="2604"/>
                    <a:pt x="4588" y="2598"/>
                  </a:cubicBezTo>
                  <a:cubicBezTo>
                    <a:pt x="4640" y="2579"/>
                    <a:pt x="4679" y="2540"/>
                    <a:pt x="4699" y="2489"/>
                  </a:cubicBezTo>
                  <a:lnTo>
                    <a:pt x="5126" y="1369"/>
                  </a:lnTo>
                  <a:close/>
                  <a:moveTo>
                    <a:pt x="1163" y="4568"/>
                  </a:moveTo>
                  <a:lnTo>
                    <a:pt x="3286" y="6692"/>
                  </a:lnTo>
                  <a:lnTo>
                    <a:pt x="2585" y="7394"/>
                  </a:lnTo>
                  <a:lnTo>
                    <a:pt x="462" y="5269"/>
                  </a:lnTo>
                  <a:lnTo>
                    <a:pt x="1163" y="4568"/>
                  </a:lnTo>
                  <a:close/>
                  <a:moveTo>
                    <a:pt x="7691" y="1"/>
                  </a:moveTo>
                  <a:cubicBezTo>
                    <a:pt x="7682" y="1"/>
                    <a:pt x="7672" y="1"/>
                    <a:pt x="7663" y="3"/>
                  </a:cubicBezTo>
                  <a:lnTo>
                    <a:pt x="6475" y="194"/>
                  </a:lnTo>
                  <a:cubicBezTo>
                    <a:pt x="6406" y="206"/>
                    <a:pt x="6348" y="255"/>
                    <a:pt x="6327" y="323"/>
                  </a:cubicBezTo>
                  <a:lnTo>
                    <a:pt x="5962" y="1520"/>
                  </a:lnTo>
                  <a:lnTo>
                    <a:pt x="5742" y="1096"/>
                  </a:lnTo>
                  <a:cubicBezTo>
                    <a:pt x="5710" y="1035"/>
                    <a:pt x="5646" y="997"/>
                    <a:pt x="5576" y="997"/>
                  </a:cubicBezTo>
                  <a:lnTo>
                    <a:pt x="5110" y="997"/>
                  </a:lnTo>
                  <a:lnTo>
                    <a:pt x="4721" y="687"/>
                  </a:lnTo>
                  <a:cubicBezTo>
                    <a:pt x="4688" y="660"/>
                    <a:pt x="4647" y="646"/>
                    <a:pt x="4606" y="646"/>
                  </a:cubicBezTo>
                  <a:cubicBezTo>
                    <a:pt x="4585" y="646"/>
                    <a:pt x="4564" y="650"/>
                    <a:pt x="4544" y="656"/>
                  </a:cubicBezTo>
                  <a:lnTo>
                    <a:pt x="3408" y="1057"/>
                  </a:lnTo>
                  <a:cubicBezTo>
                    <a:pt x="3348" y="1078"/>
                    <a:pt x="3302" y="1129"/>
                    <a:pt x="3289" y="1192"/>
                  </a:cubicBezTo>
                  <a:lnTo>
                    <a:pt x="3176" y="1698"/>
                  </a:lnTo>
                  <a:cubicBezTo>
                    <a:pt x="3159" y="1776"/>
                    <a:pt x="3195" y="1857"/>
                    <a:pt x="3264" y="1898"/>
                  </a:cubicBezTo>
                  <a:lnTo>
                    <a:pt x="3380" y="1966"/>
                  </a:lnTo>
                  <a:lnTo>
                    <a:pt x="2771" y="2144"/>
                  </a:lnTo>
                  <a:cubicBezTo>
                    <a:pt x="2716" y="2160"/>
                    <a:pt x="2672" y="2199"/>
                    <a:pt x="2651" y="2251"/>
                  </a:cubicBezTo>
                  <a:lnTo>
                    <a:pt x="2091" y="3625"/>
                  </a:lnTo>
                  <a:cubicBezTo>
                    <a:pt x="1987" y="3730"/>
                    <a:pt x="1893" y="3846"/>
                    <a:pt x="1810" y="3973"/>
                  </a:cubicBezTo>
                  <a:cubicBezTo>
                    <a:pt x="1721" y="4112"/>
                    <a:pt x="1616" y="4249"/>
                    <a:pt x="1500" y="4378"/>
                  </a:cubicBezTo>
                  <a:lnTo>
                    <a:pt x="1297" y="4175"/>
                  </a:lnTo>
                  <a:cubicBezTo>
                    <a:pt x="1262" y="4140"/>
                    <a:pt x="1215" y="4121"/>
                    <a:pt x="1166" y="4121"/>
                  </a:cubicBezTo>
                  <a:cubicBezTo>
                    <a:pt x="1117" y="4121"/>
                    <a:pt x="1069" y="4141"/>
                    <a:pt x="1035" y="4175"/>
                  </a:cubicBezTo>
                  <a:lnTo>
                    <a:pt x="73" y="5137"/>
                  </a:lnTo>
                  <a:cubicBezTo>
                    <a:pt x="1" y="5209"/>
                    <a:pt x="1" y="5328"/>
                    <a:pt x="73" y="5399"/>
                  </a:cubicBezTo>
                  <a:lnTo>
                    <a:pt x="2461" y="7786"/>
                  </a:lnTo>
                  <a:cubicBezTo>
                    <a:pt x="2495" y="7822"/>
                    <a:pt x="2542" y="7840"/>
                    <a:pt x="2592" y="7840"/>
                  </a:cubicBezTo>
                  <a:cubicBezTo>
                    <a:pt x="2641" y="7840"/>
                    <a:pt x="2688" y="7821"/>
                    <a:pt x="2723" y="7786"/>
                  </a:cubicBezTo>
                  <a:lnTo>
                    <a:pt x="3684" y="6824"/>
                  </a:lnTo>
                  <a:cubicBezTo>
                    <a:pt x="3757" y="6752"/>
                    <a:pt x="3757" y="6634"/>
                    <a:pt x="3684" y="6562"/>
                  </a:cubicBezTo>
                  <a:lnTo>
                    <a:pt x="3554" y="6433"/>
                  </a:lnTo>
                  <a:cubicBezTo>
                    <a:pt x="3701" y="6365"/>
                    <a:pt x="3862" y="6329"/>
                    <a:pt x="4026" y="6329"/>
                  </a:cubicBezTo>
                  <a:lnTo>
                    <a:pt x="5454" y="6329"/>
                  </a:lnTo>
                  <a:cubicBezTo>
                    <a:pt x="5556" y="6329"/>
                    <a:pt x="5639" y="6246"/>
                    <a:pt x="5639" y="6143"/>
                  </a:cubicBezTo>
                  <a:cubicBezTo>
                    <a:pt x="5639" y="6041"/>
                    <a:pt x="5557" y="5957"/>
                    <a:pt x="5454" y="5957"/>
                  </a:cubicBezTo>
                  <a:lnTo>
                    <a:pt x="4026" y="5957"/>
                  </a:lnTo>
                  <a:cubicBezTo>
                    <a:pt x="3762" y="5957"/>
                    <a:pt x="3506" y="6025"/>
                    <a:pt x="3279" y="6156"/>
                  </a:cubicBezTo>
                  <a:lnTo>
                    <a:pt x="1762" y="4639"/>
                  </a:lnTo>
                  <a:cubicBezTo>
                    <a:pt x="1897" y="4491"/>
                    <a:pt x="2019" y="4335"/>
                    <a:pt x="2122" y="4173"/>
                  </a:cubicBezTo>
                  <a:cubicBezTo>
                    <a:pt x="2447" y="3668"/>
                    <a:pt x="2998" y="3367"/>
                    <a:pt x="3598" y="3367"/>
                  </a:cubicBezTo>
                  <a:cubicBezTo>
                    <a:pt x="4139" y="3367"/>
                    <a:pt x="4641" y="3611"/>
                    <a:pt x="4976" y="4036"/>
                  </a:cubicBezTo>
                  <a:cubicBezTo>
                    <a:pt x="5011" y="4081"/>
                    <a:pt x="5065" y="4107"/>
                    <a:pt x="5121" y="4107"/>
                  </a:cubicBezTo>
                  <a:lnTo>
                    <a:pt x="6147" y="4107"/>
                  </a:lnTo>
                  <a:cubicBezTo>
                    <a:pt x="6334" y="4107"/>
                    <a:pt x="6484" y="4257"/>
                    <a:pt x="6484" y="4444"/>
                  </a:cubicBezTo>
                  <a:cubicBezTo>
                    <a:pt x="6484" y="4629"/>
                    <a:pt x="6334" y="4780"/>
                    <a:pt x="6147" y="4780"/>
                  </a:cubicBezTo>
                  <a:lnTo>
                    <a:pt x="4745" y="4780"/>
                  </a:lnTo>
                  <a:cubicBezTo>
                    <a:pt x="4643" y="4780"/>
                    <a:pt x="4559" y="4863"/>
                    <a:pt x="4559" y="4966"/>
                  </a:cubicBezTo>
                  <a:cubicBezTo>
                    <a:pt x="4559" y="5069"/>
                    <a:pt x="4642" y="5152"/>
                    <a:pt x="4745" y="5152"/>
                  </a:cubicBezTo>
                  <a:lnTo>
                    <a:pt x="6678" y="5152"/>
                  </a:lnTo>
                  <a:cubicBezTo>
                    <a:pt x="7134" y="5152"/>
                    <a:pt x="7567" y="4933"/>
                    <a:pt x="7837" y="4565"/>
                  </a:cubicBezTo>
                  <a:lnTo>
                    <a:pt x="8567" y="3571"/>
                  </a:lnTo>
                  <a:cubicBezTo>
                    <a:pt x="8630" y="3487"/>
                    <a:pt x="8725" y="3441"/>
                    <a:pt x="8824" y="3441"/>
                  </a:cubicBezTo>
                  <a:cubicBezTo>
                    <a:pt x="8868" y="3441"/>
                    <a:pt x="8912" y="3450"/>
                    <a:pt x="8954" y="3468"/>
                  </a:cubicBezTo>
                  <a:cubicBezTo>
                    <a:pt x="9037" y="3505"/>
                    <a:pt x="9099" y="3573"/>
                    <a:pt x="9129" y="3659"/>
                  </a:cubicBezTo>
                  <a:cubicBezTo>
                    <a:pt x="9157" y="3746"/>
                    <a:pt x="9149" y="3837"/>
                    <a:pt x="9105" y="3917"/>
                  </a:cubicBezTo>
                  <a:lnTo>
                    <a:pt x="8791" y="4481"/>
                  </a:lnTo>
                  <a:cubicBezTo>
                    <a:pt x="8424" y="5145"/>
                    <a:pt x="7794" y="5643"/>
                    <a:pt x="7063" y="5849"/>
                  </a:cubicBezTo>
                  <a:cubicBezTo>
                    <a:pt x="6964" y="5878"/>
                    <a:pt x="6907" y="5979"/>
                    <a:pt x="6935" y="6079"/>
                  </a:cubicBezTo>
                  <a:cubicBezTo>
                    <a:pt x="6958" y="6161"/>
                    <a:pt x="7031" y="6214"/>
                    <a:pt x="7113" y="6214"/>
                  </a:cubicBezTo>
                  <a:cubicBezTo>
                    <a:pt x="7130" y="6214"/>
                    <a:pt x="7147" y="6211"/>
                    <a:pt x="7163" y="6208"/>
                  </a:cubicBezTo>
                  <a:cubicBezTo>
                    <a:pt x="7989" y="5974"/>
                    <a:pt x="8700" y="5412"/>
                    <a:pt x="9116" y="4662"/>
                  </a:cubicBezTo>
                  <a:lnTo>
                    <a:pt x="9429" y="4098"/>
                  </a:lnTo>
                  <a:cubicBezTo>
                    <a:pt x="9521" y="3928"/>
                    <a:pt x="9539" y="3726"/>
                    <a:pt x="9477" y="3542"/>
                  </a:cubicBezTo>
                  <a:cubicBezTo>
                    <a:pt x="9417" y="3358"/>
                    <a:pt x="9278" y="3207"/>
                    <a:pt x="9100" y="3129"/>
                  </a:cubicBezTo>
                  <a:cubicBezTo>
                    <a:pt x="9009" y="3089"/>
                    <a:pt x="8914" y="3070"/>
                    <a:pt x="8820" y="3070"/>
                  </a:cubicBezTo>
                  <a:cubicBezTo>
                    <a:pt x="8640" y="3070"/>
                    <a:pt x="8466" y="3140"/>
                    <a:pt x="8335" y="3271"/>
                  </a:cubicBezTo>
                  <a:lnTo>
                    <a:pt x="8313" y="3150"/>
                  </a:lnTo>
                  <a:cubicBezTo>
                    <a:pt x="8303" y="3098"/>
                    <a:pt x="8273" y="3054"/>
                    <a:pt x="8230" y="3027"/>
                  </a:cubicBezTo>
                  <a:lnTo>
                    <a:pt x="7605" y="2630"/>
                  </a:lnTo>
                  <a:lnTo>
                    <a:pt x="8479" y="1391"/>
                  </a:lnTo>
                  <a:cubicBezTo>
                    <a:pt x="8520" y="1332"/>
                    <a:pt x="8524" y="1254"/>
                    <a:pt x="8488" y="1191"/>
                  </a:cubicBezTo>
                  <a:lnTo>
                    <a:pt x="7853" y="93"/>
                  </a:lnTo>
                  <a:cubicBezTo>
                    <a:pt x="7820" y="35"/>
                    <a:pt x="7757" y="1"/>
                    <a:pt x="76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46"/>
            <p:cNvSpPr/>
            <p:nvPr/>
          </p:nvSpPr>
          <p:spPr>
            <a:xfrm>
              <a:off x="2169590" y="2222334"/>
              <a:ext cx="12151" cy="12151"/>
            </a:xfrm>
            <a:custGeom>
              <a:rect b="b" l="l" r="r" t="t"/>
              <a:pathLst>
                <a:path extrusionOk="0" h="373" w="373">
                  <a:moveTo>
                    <a:pt x="187" y="0"/>
                  </a:moveTo>
                  <a:cubicBezTo>
                    <a:pt x="84" y="0"/>
                    <a:pt x="1" y="84"/>
                    <a:pt x="1" y="187"/>
                  </a:cubicBezTo>
                  <a:cubicBezTo>
                    <a:pt x="1" y="289"/>
                    <a:pt x="85" y="372"/>
                    <a:pt x="187" y="372"/>
                  </a:cubicBezTo>
                  <a:cubicBezTo>
                    <a:pt x="290" y="372"/>
                    <a:pt x="373" y="288"/>
                    <a:pt x="373" y="187"/>
                  </a:cubicBezTo>
                  <a:cubicBezTo>
                    <a:pt x="373" y="84"/>
                    <a:pt x="289"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8" name="Shape 4878"/>
        <p:cNvGrpSpPr/>
        <p:nvPr/>
      </p:nvGrpSpPr>
      <p:grpSpPr>
        <a:xfrm>
          <a:off x="0" y="0"/>
          <a:ext cx="0" cy="0"/>
          <a:chOff x="0" y="0"/>
          <a:chExt cx="0" cy="0"/>
        </a:xfrm>
      </p:grpSpPr>
      <p:sp>
        <p:nvSpPr>
          <p:cNvPr id="4879" name="Google Shape;4879;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Features of </a:t>
            </a:r>
            <a:r>
              <a:rPr lang="en"/>
              <a:t>Mirny mine</a:t>
            </a:r>
            <a:endParaRPr/>
          </a:p>
        </p:txBody>
      </p:sp>
      <p:sp>
        <p:nvSpPr>
          <p:cNvPr id="4880" name="Google Shape;4880;p47"/>
          <p:cNvSpPr txBox="1"/>
          <p:nvPr>
            <p:ph idx="1" type="subTitle"/>
          </p:nvPr>
        </p:nvSpPr>
        <p:spPr>
          <a:xfrm>
            <a:off x="937625" y="3210350"/>
            <a:ext cx="2175300" cy="1015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of them all</a:t>
            </a:r>
            <a:endParaRPr/>
          </a:p>
        </p:txBody>
      </p:sp>
      <p:sp>
        <p:nvSpPr>
          <p:cNvPr id="4881" name="Google Shape;4881;p47"/>
          <p:cNvSpPr txBox="1"/>
          <p:nvPr>
            <p:ph idx="2" type="subTitle"/>
          </p:nvPr>
        </p:nvSpPr>
        <p:spPr>
          <a:xfrm>
            <a:off x="3484350" y="3210350"/>
            <a:ext cx="2175300" cy="1015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4882" name="Google Shape;4882;p47"/>
          <p:cNvSpPr txBox="1"/>
          <p:nvPr>
            <p:ph idx="3" type="subTitle"/>
          </p:nvPr>
        </p:nvSpPr>
        <p:spPr>
          <a:xfrm>
            <a:off x="6031075" y="3210350"/>
            <a:ext cx="2175300" cy="1015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4883" name="Google Shape;4883;p47"/>
          <p:cNvSpPr txBox="1"/>
          <p:nvPr>
            <p:ph idx="4" type="subTitle"/>
          </p:nvPr>
        </p:nvSpPr>
        <p:spPr>
          <a:xfrm>
            <a:off x="937625" y="2635280"/>
            <a:ext cx="2175300" cy="660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Kimberlite</a:t>
            </a:r>
            <a:endParaRPr/>
          </a:p>
        </p:txBody>
      </p:sp>
      <p:sp>
        <p:nvSpPr>
          <p:cNvPr id="4884" name="Google Shape;4884;p47"/>
          <p:cNvSpPr txBox="1"/>
          <p:nvPr>
            <p:ph idx="5" type="subTitle"/>
          </p:nvPr>
        </p:nvSpPr>
        <p:spPr>
          <a:xfrm>
            <a:off x="3484350" y="2635280"/>
            <a:ext cx="2175300" cy="660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No-fly zone</a:t>
            </a:r>
            <a:endParaRPr/>
          </a:p>
        </p:txBody>
      </p:sp>
      <p:sp>
        <p:nvSpPr>
          <p:cNvPr id="4885" name="Google Shape;4885;p47"/>
          <p:cNvSpPr txBox="1"/>
          <p:nvPr>
            <p:ph idx="6" type="subTitle"/>
          </p:nvPr>
        </p:nvSpPr>
        <p:spPr>
          <a:xfrm>
            <a:off x="6031075" y="2635280"/>
            <a:ext cx="2175300" cy="660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Diamonds</a:t>
            </a:r>
            <a:endParaRPr/>
          </a:p>
        </p:txBody>
      </p:sp>
      <p:sp>
        <p:nvSpPr>
          <p:cNvPr id="4886" name="Google Shape;4886;p47"/>
          <p:cNvSpPr/>
          <p:nvPr/>
        </p:nvSpPr>
        <p:spPr>
          <a:xfrm>
            <a:off x="1481675" y="1561650"/>
            <a:ext cx="1087200" cy="10872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47"/>
          <p:cNvSpPr/>
          <p:nvPr/>
        </p:nvSpPr>
        <p:spPr>
          <a:xfrm>
            <a:off x="4028400" y="1561650"/>
            <a:ext cx="1087200" cy="108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47"/>
          <p:cNvSpPr/>
          <p:nvPr/>
        </p:nvSpPr>
        <p:spPr>
          <a:xfrm>
            <a:off x="6575125" y="1561650"/>
            <a:ext cx="1087200" cy="1087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9" name="Google Shape;4889;p47"/>
          <p:cNvGrpSpPr/>
          <p:nvPr/>
        </p:nvGrpSpPr>
        <p:grpSpPr>
          <a:xfrm>
            <a:off x="4229084" y="1762350"/>
            <a:ext cx="685811" cy="685791"/>
            <a:chOff x="1265238" y="2001361"/>
            <a:chExt cx="309551" cy="309389"/>
          </a:xfrm>
        </p:grpSpPr>
        <p:sp>
          <p:nvSpPr>
            <p:cNvPr id="4890" name="Google Shape;4890;p47"/>
            <p:cNvSpPr/>
            <p:nvPr/>
          </p:nvSpPr>
          <p:spPr>
            <a:xfrm>
              <a:off x="1362482" y="2162782"/>
              <a:ext cx="115031" cy="115031"/>
            </a:xfrm>
            <a:custGeom>
              <a:rect b="b" l="l" r="r" t="t"/>
              <a:pathLst>
                <a:path extrusionOk="0" h="3531" w="3531">
                  <a:moveTo>
                    <a:pt x="1765" y="371"/>
                  </a:moveTo>
                  <a:cubicBezTo>
                    <a:pt x="2534" y="371"/>
                    <a:pt x="3160" y="997"/>
                    <a:pt x="3160" y="1765"/>
                  </a:cubicBezTo>
                  <a:cubicBezTo>
                    <a:pt x="3160" y="2534"/>
                    <a:pt x="2534" y="3160"/>
                    <a:pt x="1765" y="3160"/>
                  </a:cubicBezTo>
                  <a:cubicBezTo>
                    <a:pt x="997" y="3160"/>
                    <a:pt x="371" y="2534"/>
                    <a:pt x="371" y="1765"/>
                  </a:cubicBezTo>
                  <a:cubicBezTo>
                    <a:pt x="371" y="997"/>
                    <a:pt x="997" y="371"/>
                    <a:pt x="1765" y="371"/>
                  </a:cubicBezTo>
                  <a:close/>
                  <a:moveTo>
                    <a:pt x="1765" y="0"/>
                  </a:moveTo>
                  <a:cubicBezTo>
                    <a:pt x="792" y="0"/>
                    <a:pt x="0" y="792"/>
                    <a:pt x="0" y="1765"/>
                  </a:cubicBezTo>
                  <a:cubicBezTo>
                    <a:pt x="0" y="2739"/>
                    <a:pt x="792" y="3531"/>
                    <a:pt x="1765" y="3531"/>
                  </a:cubicBezTo>
                  <a:cubicBezTo>
                    <a:pt x="2739" y="3531"/>
                    <a:pt x="3531" y="2739"/>
                    <a:pt x="3531" y="1765"/>
                  </a:cubicBezTo>
                  <a:cubicBezTo>
                    <a:pt x="3531" y="791"/>
                    <a:pt x="2740" y="0"/>
                    <a:pt x="17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47"/>
            <p:cNvSpPr/>
            <p:nvPr/>
          </p:nvSpPr>
          <p:spPr>
            <a:xfrm>
              <a:off x="1390727" y="2191027"/>
              <a:ext cx="58574" cy="58574"/>
            </a:xfrm>
            <a:custGeom>
              <a:rect b="b" l="l" r="r" t="t"/>
              <a:pathLst>
                <a:path extrusionOk="0" h="1798" w="1798">
                  <a:moveTo>
                    <a:pt x="898" y="373"/>
                  </a:moveTo>
                  <a:cubicBezTo>
                    <a:pt x="1188" y="373"/>
                    <a:pt x="1425" y="609"/>
                    <a:pt x="1425" y="898"/>
                  </a:cubicBezTo>
                  <a:cubicBezTo>
                    <a:pt x="1426" y="1190"/>
                    <a:pt x="1190" y="1425"/>
                    <a:pt x="898" y="1425"/>
                  </a:cubicBezTo>
                  <a:cubicBezTo>
                    <a:pt x="608" y="1425"/>
                    <a:pt x="373" y="1188"/>
                    <a:pt x="373" y="898"/>
                  </a:cubicBezTo>
                  <a:cubicBezTo>
                    <a:pt x="373" y="608"/>
                    <a:pt x="609" y="373"/>
                    <a:pt x="898" y="373"/>
                  </a:cubicBezTo>
                  <a:close/>
                  <a:moveTo>
                    <a:pt x="898" y="1"/>
                  </a:moveTo>
                  <a:cubicBezTo>
                    <a:pt x="404" y="1"/>
                    <a:pt x="1" y="404"/>
                    <a:pt x="1" y="898"/>
                  </a:cubicBezTo>
                  <a:cubicBezTo>
                    <a:pt x="1" y="1394"/>
                    <a:pt x="404" y="1797"/>
                    <a:pt x="898" y="1797"/>
                  </a:cubicBezTo>
                  <a:cubicBezTo>
                    <a:pt x="1394" y="1797"/>
                    <a:pt x="1797" y="1394"/>
                    <a:pt x="1797" y="898"/>
                  </a:cubicBezTo>
                  <a:cubicBezTo>
                    <a:pt x="1797" y="404"/>
                    <a:pt x="1394" y="1"/>
                    <a:pt x="8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47"/>
            <p:cNvSpPr/>
            <p:nvPr/>
          </p:nvSpPr>
          <p:spPr>
            <a:xfrm>
              <a:off x="1265238" y="2001361"/>
              <a:ext cx="309551" cy="309389"/>
            </a:xfrm>
            <a:custGeom>
              <a:rect b="b" l="l" r="r" t="t"/>
              <a:pathLst>
                <a:path extrusionOk="0" h="9497" w="9502">
                  <a:moveTo>
                    <a:pt x="7389" y="368"/>
                  </a:moveTo>
                  <a:lnTo>
                    <a:pt x="7210" y="1075"/>
                  </a:lnTo>
                  <a:lnTo>
                    <a:pt x="5584" y="1075"/>
                  </a:lnTo>
                  <a:cubicBezTo>
                    <a:pt x="5483" y="1075"/>
                    <a:pt x="5399" y="1158"/>
                    <a:pt x="5399" y="1261"/>
                  </a:cubicBezTo>
                  <a:cubicBezTo>
                    <a:pt x="5399" y="1363"/>
                    <a:pt x="5481" y="1447"/>
                    <a:pt x="5584" y="1447"/>
                  </a:cubicBezTo>
                  <a:lnTo>
                    <a:pt x="7116" y="1447"/>
                  </a:lnTo>
                  <a:lnTo>
                    <a:pt x="6368" y="4391"/>
                  </a:lnTo>
                  <a:lnTo>
                    <a:pt x="5655" y="3468"/>
                  </a:lnTo>
                  <a:cubicBezTo>
                    <a:pt x="5437" y="3186"/>
                    <a:pt x="5107" y="3026"/>
                    <a:pt x="4750" y="3026"/>
                  </a:cubicBezTo>
                  <a:cubicBezTo>
                    <a:pt x="4394" y="3026"/>
                    <a:pt x="4065" y="3186"/>
                    <a:pt x="3846" y="3468"/>
                  </a:cubicBezTo>
                  <a:lnTo>
                    <a:pt x="3133" y="4391"/>
                  </a:lnTo>
                  <a:lnTo>
                    <a:pt x="2386" y="1447"/>
                  </a:lnTo>
                  <a:lnTo>
                    <a:pt x="3916" y="1447"/>
                  </a:lnTo>
                  <a:cubicBezTo>
                    <a:pt x="4017" y="1447"/>
                    <a:pt x="4101" y="1364"/>
                    <a:pt x="4101" y="1261"/>
                  </a:cubicBezTo>
                  <a:cubicBezTo>
                    <a:pt x="4101" y="1159"/>
                    <a:pt x="4018" y="1075"/>
                    <a:pt x="3916" y="1075"/>
                  </a:cubicBezTo>
                  <a:lnTo>
                    <a:pt x="2292" y="1075"/>
                  </a:lnTo>
                  <a:lnTo>
                    <a:pt x="2112" y="368"/>
                  </a:lnTo>
                  <a:close/>
                  <a:moveTo>
                    <a:pt x="1779" y="566"/>
                  </a:moveTo>
                  <a:lnTo>
                    <a:pt x="2845" y="4765"/>
                  </a:lnTo>
                  <a:lnTo>
                    <a:pt x="2347" y="5407"/>
                  </a:lnTo>
                  <a:lnTo>
                    <a:pt x="1490" y="2031"/>
                  </a:lnTo>
                  <a:cubicBezTo>
                    <a:pt x="1359" y="1518"/>
                    <a:pt x="1470" y="981"/>
                    <a:pt x="1779" y="566"/>
                  </a:cubicBezTo>
                  <a:close/>
                  <a:moveTo>
                    <a:pt x="7724" y="566"/>
                  </a:moveTo>
                  <a:cubicBezTo>
                    <a:pt x="8033" y="981"/>
                    <a:pt x="8143" y="1518"/>
                    <a:pt x="8013" y="2031"/>
                  </a:cubicBezTo>
                  <a:lnTo>
                    <a:pt x="7155" y="5407"/>
                  </a:lnTo>
                  <a:lnTo>
                    <a:pt x="6657" y="4765"/>
                  </a:lnTo>
                  <a:lnTo>
                    <a:pt x="7724" y="566"/>
                  </a:lnTo>
                  <a:close/>
                  <a:moveTo>
                    <a:pt x="2100" y="5796"/>
                  </a:moveTo>
                  <a:cubicBezTo>
                    <a:pt x="1815" y="6385"/>
                    <a:pt x="1844" y="7083"/>
                    <a:pt x="2177" y="7645"/>
                  </a:cubicBezTo>
                  <a:lnTo>
                    <a:pt x="1481" y="7645"/>
                  </a:lnTo>
                  <a:lnTo>
                    <a:pt x="1481" y="5796"/>
                  </a:lnTo>
                  <a:close/>
                  <a:moveTo>
                    <a:pt x="8022" y="5796"/>
                  </a:moveTo>
                  <a:lnTo>
                    <a:pt x="8022" y="7645"/>
                  </a:lnTo>
                  <a:lnTo>
                    <a:pt x="7327" y="7645"/>
                  </a:lnTo>
                  <a:cubicBezTo>
                    <a:pt x="7658" y="7083"/>
                    <a:pt x="7688" y="6386"/>
                    <a:pt x="7402" y="5796"/>
                  </a:cubicBezTo>
                  <a:close/>
                  <a:moveTo>
                    <a:pt x="1109" y="5326"/>
                  </a:moveTo>
                  <a:lnTo>
                    <a:pt x="1109" y="8115"/>
                  </a:lnTo>
                  <a:lnTo>
                    <a:pt x="372" y="8115"/>
                  </a:lnTo>
                  <a:lnTo>
                    <a:pt x="372" y="5326"/>
                  </a:lnTo>
                  <a:close/>
                  <a:moveTo>
                    <a:pt x="9129" y="5326"/>
                  </a:moveTo>
                  <a:lnTo>
                    <a:pt x="9129" y="8115"/>
                  </a:lnTo>
                  <a:lnTo>
                    <a:pt x="8392" y="8115"/>
                  </a:lnTo>
                  <a:lnTo>
                    <a:pt x="8392" y="5326"/>
                  </a:lnTo>
                  <a:close/>
                  <a:moveTo>
                    <a:pt x="4750" y="3397"/>
                  </a:moveTo>
                  <a:cubicBezTo>
                    <a:pt x="4991" y="3397"/>
                    <a:pt x="5212" y="3505"/>
                    <a:pt x="5361" y="3696"/>
                  </a:cubicBezTo>
                  <a:lnTo>
                    <a:pt x="6896" y="5679"/>
                  </a:lnTo>
                  <a:cubicBezTo>
                    <a:pt x="7383" y="6310"/>
                    <a:pt x="7327" y="7208"/>
                    <a:pt x="6763" y="7771"/>
                  </a:cubicBezTo>
                  <a:lnTo>
                    <a:pt x="5872" y="8662"/>
                  </a:lnTo>
                  <a:cubicBezTo>
                    <a:pt x="5563" y="8971"/>
                    <a:pt x="5157" y="9126"/>
                    <a:pt x="4750" y="9126"/>
                  </a:cubicBezTo>
                  <a:cubicBezTo>
                    <a:pt x="4344" y="9126"/>
                    <a:pt x="3938" y="8972"/>
                    <a:pt x="3628" y="8662"/>
                  </a:cubicBezTo>
                  <a:lnTo>
                    <a:pt x="2738" y="7771"/>
                  </a:lnTo>
                  <a:cubicBezTo>
                    <a:pt x="2174" y="7208"/>
                    <a:pt x="2118" y="6308"/>
                    <a:pt x="2605" y="5679"/>
                  </a:cubicBezTo>
                  <a:lnTo>
                    <a:pt x="4141" y="3696"/>
                  </a:lnTo>
                  <a:cubicBezTo>
                    <a:pt x="4287" y="3505"/>
                    <a:pt x="4510" y="3397"/>
                    <a:pt x="4750" y="3397"/>
                  </a:cubicBezTo>
                  <a:close/>
                  <a:moveTo>
                    <a:pt x="1874" y="0"/>
                  </a:moveTo>
                  <a:cubicBezTo>
                    <a:pt x="1828" y="0"/>
                    <a:pt x="1782" y="17"/>
                    <a:pt x="1748" y="48"/>
                  </a:cubicBezTo>
                  <a:cubicBezTo>
                    <a:pt x="1176" y="575"/>
                    <a:pt x="938" y="1368"/>
                    <a:pt x="1130" y="2123"/>
                  </a:cubicBezTo>
                  <a:lnTo>
                    <a:pt x="1969" y="5426"/>
                  </a:lnTo>
                  <a:lnTo>
                    <a:pt x="1481" y="5426"/>
                  </a:lnTo>
                  <a:lnTo>
                    <a:pt x="1481" y="5141"/>
                  </a:lnTo>
                  <a:cubicBezTo>
                    <a:pt x="1481" y="5039"/>
                    <a:pt x="1398" y="4955"/>
                    <a:pt x="1294" y="4955"/>
                  </a:cubicBezTo>
                  <a:lnTo>
                    <a:pt x="187" y="4955"/>
                  </a:lnTo>
                  <a:cubicBezTo>
                    <a:pt x="84" y="4955"/>
                    <a:pt x="1" y="5038"/>
                    <a:pt x="1" y="5141"/>
                  </a:cubicBezTo>
                  <a:lnTo>
                    <a:pt x="1" y="8301"/>
                  </a:lnTo>
                  <a:cubicBezTo>
                    <a:pt x="1" y="8403"/>
                    <a:pt x="83" y="8487"/>
                    <a:pt x="187" y="8487"/>
                  </a:cubicBezTo>
                  <a:lnTo>
                    <a:pt x="1294" y="8487"/>
                  </a:lnTo>
                  <a:cubicBezTo>
                    <a:pt x="1397" y="8487"/>
                    <a:pt x="1481" y="8404"/>
                    <a:pt x="1481" y="8301"/>
                  </a:cubicBezTo>
                  <a:lnTo>
                    <a:pt x="1481" y="8017"/>
                  </a:lnTo>
                  <a:lnTo>
                    <a:pt x="2458" y="8017"/>
                  </a:lnTo>
                  <a:lnTo>
                    <a:pt x="3367" y="8925"/>
                  </a:lnTo>
                  <a:cubicBezTo>
                    <a:pt x="3749" y="9307"/>
                    <a:pt x="4250" y="9497"/>
                    <a:pt x="4752" y="9497"/>
                  </a:cubicBezTo>
                  <a:cubicBezTo>
                    <a:pt x="5253" y="9497"/>
                    <a:pt x="5755" y="9306"/>
                    <a:pt x="6137" y="8925"/>
                  </a:cubicBezTo>
                  <a:cubicBezTo>
                    <a:pt x="6137" y="8925"/>
                    <a:pt x="7038" y="8023"/>
                    <a:pt x="7045" y="8017"/>
                  </a:cubicBezTo>
                  <a:lnTo>
                    <a:pt x="8022" y="8017"/>
                  </a:lnTo>
                  <a:lnTo>
                    <a:pt x="8022" y="8301"/>
                  </a:lnTo>
                  <a:cubicBezTo>
                    <a:pt x="8022" y="8403"/>
                    <a:pt x="8104" y="8487"/>
                    <a:pt x="8208" y="8487"/>
                  </a:cubicBezTo>
                  <a:lnTo>
                    <a:pt x="9316" y="8487"/>
                  </a:lnTo>
                  <a:cubicBezTo>
                    <a:pt x="9418" y="8487"/>
                    <a:pt x="9501" y="8404"/>
                    <a:pt x="9501" y="8301"/>
                  </a:cubicBezTo>
                  <a:lnTo>
                    <a:pt x="9501" y="5141"/>
                  </a:lnTo>
                  <a:cubicBezTo>
                    <a:pt x="9500" y="5038"/>
                    <a:pt x="9418" y="4955"/>
                    <a:pt x="9316" y="4955"/>
                  </a:cubicBezTo>
                  <a:lnTo>
                    <a:pt x="8208" y="4955"/>
                  </a:lnTo>
                  <a:cubicBezTo>
                    <a:pt x="8106" y="4955"/>
                    <a:pt x="8021" y="5038"/>
                    <a:pt x="8021" y="5141"/>
                  </a:cubicBezTo>
                  <a:lnTo>
                    <a:pt x="8021" y="5426"/>
                  </a:lnTo>
                  <a:lnTo>
                    <a:pt x="7533" y="5426"/>
                  </a:lnTo>
                  <a:lnTo>
                    <a:pt x="8373" y="2123"/>
                  </a:lnTo>
                  <a:cubicBezTo>
                    <a:pt x="8564" y="1369"/>
                    <a:pt x="8327" y="575"/>
                    <a:pt x="7754" y="48"/>
                  </a:cubicBezTo>
                  <a:cubicBezTo>
                    <a:pt x="7720" y="17"/>
                    <a:pt x="7675" y="0"/>
                    <a:pt x="76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47"/>
            <p:cNvSpPr/>
            <p:nvPr/>
          </p:nvSpPr>
          <p:spPr>
            <a:xfrm>
              <a:off x="1413857" y="2036447"/>
              <a:ext cx="12151" cy="12086"/>
            </a:xfrm>
            <a:custGeom>
              <a:rect b="b" l="l" r="r" t="t"/>
              <a:pathLst>
                <a:path extrusionOk="0" h="371" w="373">
                  <a:moveTo>
                    <a:pt x="187" y="0"/>
                  </a:moveTo>
                  <a:cubicBezTo>
                    <a:pt x="84" y="0"/>
                    <a:pt x="1" y="83"/>
                    <a:pt x="1" y="185"/>
                  </a:cubicBezTo>
                  <a:cubicBezTo>
                    <a:pt x="1" y="289"/>
                    <a:pt x="85" y="371"/>
                    <a:pt x="187" y="371"/>
                  </a:cubicBezTo>
                  <a:cubicBezTo>
                    <a:pt x="291" y="371"/>
                    <a:pt x="373" y="288"/>
                    <a:pt x="373" y="185"/>
                  </a:cubicBezTo>
                  <a:cubicBezTo>
                    <a:pt x="373" y="84"/>
                    <a:pt x="291"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4" name="Google Shape;4894;p47"/>
          <p:cNvGrpSpPr/>
          <p:nvPr/>
        </p:nvGrpSpPr>
        <p:grpSpPr>
          <a:xfrm>
            <a:off x="6767986" y="1762351"/>
            <a:ext cx="685799" cy="685801"/>
            <a:chOff x="4033804" y="3551366"/>
            <a:chExt cx="310007" cy="309519"/>
          </a:xfrm>
        </p:grpSpPr>
        <p:sp>
          <p:nvSpPr>
            <p:cNvPr id="4895" name="Google Shape;4895;p47"/>
            <p:cNvSpPr/>
            <p:nvPr/>
          </p:nvSpPr>
          <p:spPr>
            <a:xfrm>
              <a:off x="4033804" y="3622710"/>
              <a:ext cx="282186" cy="238174"/>
            </a:xfrm>
            <a:custGeom>
              <a:rect b="b" l="l" r="r" t="t"/>
              <a:pathLst>
                <a:path extrusionOk="0" h="7311" w="8662">
                  <a:moveTo>
                    <a:pt x="6815" y="370"/>
                  </a:moveTo>
                  <a:lnTo>
                    <a:pt x="5749" y="1924"/>
                  </a:lnTo>
                  <a:lnTo>
                    <a:pt x="4684" y="370"/>
                  </a:lnTo>
                  <a:close/>
                  <a:moveTo>
                    <a:pt x="3979" y="371"/>
                  </a:moveTo>
                  <a:lnTo>
                    <a:pt x="2913" y="1925"/>
                  </a:lnTo>
                  <a:lnTo>
                    <a:pt x="1847" y="371"/>
                  </a:lnTo>
                  <a:close/>
                  <a:moveTo>
                    <a:pt x="1501" y="524"/>
                  </a:moveTo>
                  <a:lnTo>
                    <a:pt x="2560" y="2066"/>
                  </a:lnTo>
                  <a:lnTo>
                    <a:pt x="537" y="2066"/>
                  </a:lnTo>
                  <a:lnTo>
                    <a:pt x="1501" y="524"/>
                  </a:lnTo>
                  <a:close/>
                  <a:moveTo>
                    <a:pt x="4331" y="514"/>
                  </a:moveTo>
                  <a:lnTo>
                    <a:pt x="5397" y="2066"/>
                  </a:lnTo>
                  <a:lnTo>
                    <a:pt x="3265" y="2066"/>
                  </a:lnTo>
                  <a:lnTo>
                    <a:pt x="4331" y="514"/>
                  </a:lnTo>
                  <a:close/>
                  <a:moveTo>
                    <a:pt x="7161" y="524"/>
                  </a:moveTo>
                  <a:lnTo>
                    <a:pt x="8126" y="2066"/>
                  </a:lnTo>
                  <a:lnTo>
                    <a:pt x="6103" y="2066"/>
                  </a:lnTo>
                  <a:lnTo>
                    <a:pt x="7161" y="524"/>
                  </a:lnTo>
                  <a:close/>
                  <a:moveTo>
                    <a:pt x="5500" y="2438"/>
                  </a:moveTo>
                  <a:lnTo>
                    <a:pt x="4330" y="6315"/>
                  </a:lnTo>
                  <a:lnTo>
                    <a:pt x="3161" y="2438"/>
                  </a:lnTo>
                  <a:close/>
                  <a:moveTo>
                    <a:pt x="2774" y="2437"/>
                  </a:moveTo>
                  <a:lnTo>
                    <a:pt x="3973" y="6417"/>
                  </a:lnTo>
                  <a:lnTo>
                    <a:pt x="602" y="2437"/>
                  </a:lnTo>
                  <a:close/>
                  <a:moveTo>
                    <a:pt x="1494" y="0"/>
                  </a:moveTo>
                  <a:cubicBezTo>
                    <a:pt x="1430" y="0"/>
                    <a:pt x="1370" y="33"/>
                    <a:pt x="1337" y="87"/>
                  </a:cubicBezTo>
                  <a:lnTo>
                    <a:pt x="44" y="2154"/>
                  </a:lnTo>
                  <a:cubicBezTo>
                    <a:pt x="1" y="2222"/>
                    <a:pt x="7" y="2311"/>
                    <a:pt x="60" y="2373"/>
                  </a:cubicBezTo>
                  <a:lnTo>
                    <a:pt x="4190" y="7246"/>
                  </a:lnTo>
                  <a:cubicBezTo>
                    <a:pt x="4225" y="7287"/>
                    <a:pt x="4276" y="7311"/>
                    <a:pt x="4332" y="7311"/>
                  </a:cubicBezTo>
                  <a:cubicBezTo>
                    <a:pt x="4386" y="7311"/>
                    <a:pt x="4437" y="7287"/>
                    <a:pt x="4473" y="7246"/>
                  </a:cubicBezTo>
                  <a:lnTo>
                    <a:pt x="6226" y="5177"/>
                  </a:lnTo>
                  <a:cubicBezTo>
                    <a:pt x="6293" y="5098"/>
                    <a:pt x="6282" y="4982"/>
                    <a:pt x="6205" y="4915"/>
                  </a:cubicBezTo>
                  <a:cubicBezTo>
                    <a:pt x="6170" y="4885"/>
                    <a:pt x="6127" y="4870"/>
                    <a:pt x="6085" y="4870"/>
                  </a:cubicBezTo>
                  <a:cubicBezTo>
                    <a:pt x="6033" y="4870"/>
                    <a:pt x="5980" y="4893"/>
                    <a:pt x="5943" y="4937"/>
                  </a:cubicBezTo>
                  <a:lnTo>
                    <a:pt x="4689" y="6418"/>
                  </a:lnTo>
                  <a:lnTo>
                    <a:pt x="5888" y="2438"/>
                  </a:lnTo>
                  <a:lnTo>
                    <a:pt x="8060" y="2438"/>
                  </a:lnTo>
                  <a:lnTo>
                    <a:pt x="7024" y="3663"/>
                  </a:lnTo>
                  <a:cubicBezTo>
                    <a:pt x="6957" y="3741"/>
                    <a:pt x="6967" y="3858"/>
                    <a:pt x="7045" y="3925"/>
                  </a:cubicBezTo>
                  <a:cubicBezTo>
                    <a:pt x="7080" y="3955"/>
                    <a:pt x="7122" y="3969"/>
                    <a:pt x="7165" y="3969"/>
                  </a:cubicBezTo>
                  <a:cubicBezTo>
                    <a:pt x="7217" y="3969"/>
                    <a:pt x="7270" y="3947"/>
                    <a:pt x="7307" y="3904"/>
                  </a:cubicBezTo>
                  <a:lnTo>
                    <a:pt x="8603" y="2374"/>
                  </a:lnTo>
                  <a:cubicBezTo>
                    <a:pt x="8655" y="2312"/>
                    <a:pt x="8661" y="2224"/>
                    <a:pt x="8618" y="2155"/>
                  </a:cubicBezTo>
                  <a:lnTo>
                    <a:pt x="7325" y="87"/>
                  </a:lnTo>
                  <a:cubicBezTo>
                    <a:pt x="7291" y="34"/>
                    <a:pt x="7231" y="0"/>
                    <a:pt x="7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47"/>
            <p:cNvSpPr/>
            <p:nvPr/>
          </p:nvSpPr>
          <p:spPr>
            <a:xfrm>
              <a:off x="4242333" y="3551366"/>
              <a:ext cx="12151" cy="16973"/>
            </a:xfrm>
            <a:custGeom>
              <a:rect b="b" l="l" r="r" t="t"/>
              <a:pathLst>
                <a:path extrusionOk="0" h="521" w="373">
                  <a:moveTo>
                    <a:pt x="186" y="1"/>
                  </a:moveTo>
                  <a:cubicBezTo>
                    <a:pt x="84" y="1"/>
                    <a:pt x="1" y="83"/>
                    <a:pt x="1" y="186"/>
                  </a:cubicBezTo>
                  <a:lnTo>
                    <a:pt x="1" y="334"/>
                  </a:lnTo>
                  <a:cubicBezTo>
                    <a:pt x="1" y="437"/>
                    <a:pt x="83" y="521"/>
                    <a:pt x="186" y="521"/>
                  </a:cubicBezTo>
                  <a:cubicBezTo>
                    <a:pt x="289" y="521"/>
                    <a:pt x="373" y="438"/>
                    <a:pt x="373" y="334"/>
                  </a:cubicBezTo>
                  <a:lnTo>
                    <a:pt x="373" y="186"/>
                  </a:lnTo>
                  <a:cubicBezTo>
                    <a:pt x="373" y="85"/>
                    <a:pt x="290" y="1"/>
                    <a:pt x="1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47"/>
            <p:cNvSpPr/>
            <p:nvPr/>
          </p:nvSpPr>
          <p:spPr>
            <a:xfrm>
              <a:off x="4242333" y="3590035"/>
              <a:ext cx="12151" cy="17005"/>
            </a:xfrm>
            <a:custGeom>
              <a:rect b="b" l="l" r="r" t="t"/>
              <a:pathLst>
                <a:path extrusionOk="0" h="522" w="373">
                  <a:moveTo>
                    <a:pt x="186" y="1"/>
                  </a:moveTo>
                  <a:cubicBezTo>
                    <a:pt x="84" y="1"/>
                    <a:pt x="1" y="84"/>
                    <a:pt x="1" y="187"/>
                  </a:cubicBezTo>
                  <a:lnTo>
                    <a:pt x="1" y="335"/>
                  </a:lnTo>
                  <a:cubicBezTo>
                    <a:pt x="1" y="438"/>
                    <a:pt x="83" y="522"/>
                    <a:pt x="186" y="522"/>
                  </a:cubicBezTo>
                  <a:cubicBezTo>
                    <a:pt x="289" y="522"/>
                    <a:pt x="373" y="439"/>
                    <a:pt x="373" y="335"/>
                  </a:cubicBezTo>
                  <a:lnTo>
                    <a:pt x="373" y="187"/>
                  </a:lnTo>
                  <a:cubicBezTo>
                    <a:pt x="373" y="85"/>
                    <a:pt x="290" y="1"/>
                    <a:pt x="1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47"/>
            <p:cNvSpPr/>
            <p:nvPr/>
          </p:nvSpPr>
          <p:spPr>
            <a:xfrm>
              <a:off x="4259241" y="3573127"/>
              <a:ext cx="16940" cy="12151"/>
            </a:xfrm>
            <a:custGeom>
              <a:rect b="b" l="l" r="r" t="t"/>
              <a:pathLst>
                <a:path extrusionOk="0" h="373" w="520">
                  <a:moveTo>
                    <a:pt x="186" y="0"/>
                  </a:moveTo>
                  <a:cubicBezTo>
                    <a:pt x="84" y="0"/>
                    <a:pt x="0" y="83"/>
                    <a:pt x="0" y="187"/>
                  </a:cubicBezTo>
                  <a:cubicBezTo>
                    <a:pt x="0" y="289"/>
                    <a:pt x="84" y="372"/>
                    <a:pt x="186" y="372"/>
                  </a:cubicBezTo>
                  <a:lnTo>
                    <a:pt x="334" y="372"/>
                  </a:lnTo>
                  <a:cubicBezTo>
                    <a:pt x="436" y="372"/>
                    <a:pt x="520" y="289"/>
                    <a:pt x="520" y="187"/>
                  </a:cubicBezTo>
                  <a:cubicBezTo>
                    <a:pt x="520" y="83"/>
                    <a:pt x="437" y="0"/>
                    <a:pt x="3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47"/>
            <p:cNvSpPr/>
            <p:nvPr/>
          </p:nvSpPr>
          <p:spPr>
            <a:xfrm>
              <a:off x="4220539" y="3573127"/>
              <a:ext cx="16940" cy="12151"/>
            </a:xfrm>
            <a:custGeom>
              <a:rect b="b" l="l" r="r" t="t"/>
              <a:pathLst>
                <a:path extrusionOk="0" h="373" w="520">
                  <a:moveTo>
                    <a:pt x="187" y="0"/>
                  </a:moveTo>
                  <a:cubicBezTo>
                    <a:pt x="84" y="0"/>
                    <a:pt x="0" y="83"/>
                    <a:pt x="0" y="187"/>
                  </a:cubicBezTo>
                  <a:cubicBezTo>
                    <a:pt x="0" y="289"/>
                    <a:pt x="84" y="372"/>
                    <a:pt x="187" y="372"/>
                  </a:cubicBezTo>
                  <a:lnTo>
                    <a:pt x="334" y="372"/>
                  </a:lnTo>
                  <a:cubicBezTo>
                    <a:pt x="436" y="372"/>
                    <a:pt x="520" y="289"/>
                    <a:pt x="520" y="187"/>
                  </a:cubicBezTo>
                  <a:cubicBezTo>
                    <a:pt x="520" y="83"/>
                    <a:pt x="438" y="0"/>
                    <a:pt x="3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47"/>
            <p:cNvSpPr/>
            <p:nvPr/>
          </p:nvSpPr>
          <p:spPr>
            <a:xfrm>
              <a:off x="4291558" y="3580718"/>
              <a:ext cx="52254" cy="52254"/>
            </a:xfrm>
            <a:custGeom>
              <a:rect b="b" l="l" r="r" t="t"/>
              <a:pathLst>
                <a:path extrusionOk="0" h="1604" w="1604">
                  <a:moveTo>
                    <a:pt x="802" y="490"/>
                  </a:moveTo>
                  <a:cubicBezTo>
                    <a:pt x="896" y="603"/>
                    <a:pt x="1000" y="706"/>
                    <a:pt x="1113" y="800"/>
                  </a:cubicBezTo>
                  <a:cubicBezTo>
                    <a:pt x="1000" y="897"/>
                    <a:pt x="896" y="999"/>
                    <a:pt x="802" y="1111"/>
                  </a:cubicBezTo>
                  <a:cubicBezTo>
                    <a:pt x="707" y="998"/>
                    <a:pt x="605" y="894"/>
                    <a:pt x="492" y="800"/>
                  </a:cubicBezTo>
                  <a:cubicBezTo>
                    <a:pt x="605" y="706"/>
                    <a:pt x="707" y="603"/>
                    <a:pt x="802" y="490"/>
                  </a:cubicBezTo>
                  <a:close/>
                  <a:moveTo>
                    <a:pt x="802" y="1"/>
                  </a:moveTo>
                  <a:cubicBezTo>
                    <a:pt x="741" y="1"/>
                    <a:pt x="684" y="30"/>
                    <a:pt x="649" y="80"/>
                  </a:cubicBezTo>
                  <a:cubicBezTo>
                    <a:pt x="496" y="303"/>
                    <a:pt x="304" y="494"/>
                    <a:pt x="81" y="648"/>
                  </a:cubicBezTo>
                  <a:cubicBezTo>
                    <a:pt x="31" y="683"/>
                    <a:pt x="0" y="740"/>
                    <a:pt x="0" y="802"/>
                  </a:cubicBezTo>
                  <a:cubicBezTo>
                    <a:pt x="0" y="863"/>
                    <a:pt x="31" y="920"/>
                    <a:pt x="81" y="955"/>
                  </a:cubicBezTo>
                  <a:cubicBezTo>
                    <a:pt x="304" y="1108"/>
                    <a:pt x="495" y="1300"/>
                    <a:pt x="649" y="1523"/>
                  </a:cubicBezTo>
                  <a:cubicBezTo>
                    <a:pt x="683" y="1573"/>
                    <a:pt x="741" y="1604"/>
                    <a:pt x="802" y="1604"/>
                  </a:cubicBezTo>
                  <a:cubicBezTo>
                    <a:pt x="864" y="1604"/>
                    <a:pt x="920" y="1573"/>
                    <a:pt x="956" y="1523"/>
                  </a:cubicBezTo>
                  <a:cubicBezTo>
                    <a:pt x="1109" y="1301"/>
                    <a:pt x="1299" y="1109"/>
                    <a:pt x="1523" y="955"/>
                  </a:cubicBezTo>
                  <a:cubicBezTo>
                    <a:pt x="1574" y="921"/>
                    <a:pt x="1603" y="863"/>
                    <a:pt x="1603" y="802"/>
                  </a:cubicBezTo>
                  <a:cubicBezTo>
                    <a:pt x="1603" y="740"/>
                    <a:pt x="1574" y="683"/>
                    <a:pt x="1523" y="648"/>
                  </a:cubicBezTo>
                  <a:cubicBezTo>
                    <a:pt x="1301" y="495"/>
                    <a:pt x="1110" y="305"/>
                    <a:pt x="956" y="80"/>
                  </a:cubicBezTo>
                  <a:cubicBezTo>
                    <a:pt x="921" y="30"/>
                    <a:pt x="864" y="1"/>
                    <a:pt x="8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47"/>
            <p:cNvSpPr/>
            <p:nvPr/>
          </p:nvSpPr>
          <p:spPr>
            <a:xfrm>
              <a:off x="4243506" y="3760578"/>
              <a:ext cx="12151" cy="12151"/>
            </a:xfrm>
            <a:custGeom>
              <a:rect b="b" l="l" r="r" t="t"/>
              <a:pathLst>
                <a:path extrusionOk="0" h="373" w="373">
                  <a:moveTo>
                    <a:pt x="186" y="1"/>
                  </a:moveTo>
                  <a:cubicBezTo>
                    <a:pt x="82" y="1"/>
                    <a:pt x="0" y="85"/>
                    <a:pt x="0" y="186"/>
                  </a:cubicBezTo>
                  <a:cubicBezTo>
                    <a:pt x="0" y="290"/>
                    <a:pt x="84" y="373"/>
                    <a:pt x="186" y="373"/>
                  </a:cubicBezTo>
                  <a:cubicBezTo>
                    <a:pt x="289" y="373"/>
                    <a:pt x="372" y="289"/>
                    <a:pt x="372" y="186"/>
                  </a:cubicBezTo>
                  <a:cubicBezTo>
                    <a:pt x="372" y="85"/>
                    <a:pt x="289" y="2"/>
                    <a:pt x="1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2" name="Google Shape;4902;p47"/>
          <p:cNvGrpSpPr/>
          <p:nvPr/>
        </p:nvGrpSpPr>
        <p:grpSpPr>
          <a:xfrm>
            <a:off x="1690246" y="1792611"/>
            <a:ext cx="685785" cy="625292"/>
            <a:chOff x="1970118" y="4306610"/>
            <a:chExt cx="314047" cy="284923"/>
          </a:xfrm>
        </p:grpSpPr>
        <p:sp>
          <p:nvSpPr>
            <p:cNvPr id="4903" name="Google Shape;4903;p47"/>
            <p:cNvSpPr/>
            <p:nvPr/>
          </p:nvSpPr>
          <p:spPr>
            <a:xfrm>
              <a:off x="1970118" y="4367302"/>
              <a:ext cx="314047" cy="224231"/>
            </a:xfrm>
            <a:custGeom>
              <a:rect b="b" l="l" r="r" t="t"/>
              <a:pathLst>
                <a:path extrusionOk="0" h="6883" w="9640">
                  <a:moveTo>
                    <a:pt x="1974" y="2141"/>
                  </a:moveTo>
                  <a:lnTo>
                    <a:pt x="2447" y="2400"/>
                  </a:lnTo>
                  <a:lnTo>
                    <a:pt x="2212" y="2792"/>
                  </a:lnTo>
                  <a:lnTo>
                    <a:pt x="1742" y="2607"/>
                  </a:lnTo>
                  <a:lnTo>
                    <a:pt x="1974" y="2141"/>
                  </a:lnTo>
                  <a:close/>
                  <a:moveTo>
                    <a:pt x="7730" y="2226"/>
                  </a:moveTo>
                  <a:lnTo>
                    <a:pt x="8010" y="2578"/>
                  </a:lnTo>
                  <a:lnTo>
                    <a:pt x="7287" y="3167"/>
                  </a:lnTo>
                  <a:lnTo>
                    <a:pt x="6925" y="2780"/>
                  </a:lnTo>
                  <a:lnTo>
                    <a:pt x="7730" y="2226"/>
                  </a:lnTo>
                  <a:close/>
                  <a:moveTo>
                    <a:pt x="4695" y="0"/>
                  </a:moveTo>
                  <a:cubicBezTo>
                    <a:pt x="4668" y="0"/>
                    <a:pt x="4641" y="6"/>
                    <a:pt x="4615" y="19"/>
                  </a:cubicBezTo>
                  <a:lnTo>
                    <a:pt x="3179" y="686"/>
                  </a:lnTo>
                  <a:cubicBezTo>
                    <a:pt x="3148" y="701"/>
                    <a:pt x="3120" y="724"/>
                    <a:pt x="3102" y="754"/>
                  </a:cubicBezTo>
                  <a:lnTo>
                    <a:pt x="2347" y="1922"/>
                  </a:lnTo>
                  <a:lnTo>
                    <a:pt x="2136" y="1806"/>
                  </a:lnTo>
                  <a:cubicBezTo>
                    <a:pt x="2083" y="1777"/>
                    <a:pt x="2025" y="1762"/>
                    <a:pt x="1966" y="1762"/>
                  </a:cubicBezTo>
                  <a:cubicBezTo>
                    <a:pt x="1931" y="1762"/>
                    <a:pt x="1895" y="1768"/>
                    <a:pt x="1860" y="1779"/>
                  </a:cubicBezTo>
                  <a:cubicBezTo>
                    <a:pt x="1770" y="1807"/>
                    <a:pt x="1693" y="1873"/>
                    <a:pt x="1651" y="1958"/>
                  </a:cubicBezTo>
                  <a:lnTo>
                    <a:pt x="1400" y="2461"/>
                  </a:lnTo>
                  <a:cubicBezTo>
                    <a:pt x="1357" y="2547"/>
                    <a:pt x="1352" y="2646"/>
                    <a:pt x="1385" y="2737"/>
                  </a:cubicBezTo>
                  <a:lnTo>
                    <a:pt x="1147" y="2868"/>
                  </a:lnTo>
                  <a:cubicBezTo>
                    <a:pt x="1106" y="2890"/>
                    <a:pt x="1076" y="2926"/>
                    <a:pt x="1062" y="2969"/>
                  </a:cubicBezTo>
                  <a:lnTo>
                    <a:pt x="714" y="3956"/>
                  </a:lnTo>
                  <a:lnTo>
                    <a:pt x="173" y="4750"/>
                  </a:lnTo>
                  <a:cubicBezTo>
                    <a:pt x="32" y="4954"/>
                    <a:pt x="1" y="5215"/>
                    <a:pt x="89" y="5446"/>
                  </a:cubicBezTo>
                  <a:cubicBezTo>
                    <a:pt x="177" y="5678"/>
                    <a:pt x="372" y="5852"/>
                    <a:pt x="611" y="5914"/>
                  </a:cubicBezTo>
                  <a:lnTo>
                    <a:pt x="1004" y="6013"/>
                  </a:lnTo>
                  <a:cubicBezTo>
                    <a:pt x="1322" y="6095"/>
                    <a:pt x="1633" y="6211"/>
                    <a:pt x="1926" y="6359"/>
                  </a:cubicBezTo>
                  <a:cubicBezTo>
                    <a:pt x="2599" y="6700"/>
                    <a:pt x="3353" y="6883"/>
                    <a:pt x="4108" y="6883"/>
                  </a:cubicBezTo>
                  <a:lnTo>
                    <a:pt x="4873" y="6883"/>
                  </a:lnTo>
                  <a:cubicBezTo>
                    <a:pt x="5433" y="6883"/>
                    <a:pt x="5989" y="6805"/>
                    <a:pt x="6527" y="6651"/>
                  </a:cubicBezTo>
                  <a:cubicBezTo>
                    <a:pt x="6626" y="6624"/>
                    <a:pt x="6683" y="6520"/>
                    <a:pt x="6654" y="6422"/>
                  </a:cubicBezTo>
                  <a:cubicBezTo>
                    <a:pt x="6631" y="6341"/>
                    <a:pt x="6557" y="6287"/>
                    <a:pt x="6477" y="6287"/>
                  </a:cubicBezTo>
                  <a:cubicBezTo>
                    <a:pt x="6460" y="6287"/>
                    <a:pt x="6443" y="6290"/>
                    <a:pt x="6426" y="6295"/>
                  </a:cubicBezTo>
                  <a:cubicBezTo>
                    <a:pt x="5920" y="6438"/>
                    <a:pt x="5397" y="6512"/>
                    <a:pt x="4872" y="6512"/>
                  </a:cubicBezTo>
                  <a:lnTo>
                    <a:pt x="4107" y="6512"/>
                  </a:lnTo>
                  <a:cubicBezTo>
                    <a:pt x="3411" y="6512"/>
                    <a:pt x="2714" y="6346"/>
                    <a:pt x="2094" y="6029"/>
                  </a:cubicBezTo>
                  <a:cubicBezTo>
                    <a:pt x="1776" y="5867"/>
                    <a:pt x="1440" y="5741"/>
                    <a:pt x="1095" y="5653"/>
                  </a:cubicBezTo>
                  <a:lnTo>
                    <a:pt x="703" y="5553"/>
                  </a:lnTo>
                  <a:cubicBezTo>
                    <a:pt x="578" y="5522"/>
                    <a:pt x="482" y="5435"/>
                    <a:pt x="435" y="5315"/>
                  </a:cubicBezTo>
                  <a:cubicBezTo>
                    <a:pt x="389" y="5195"/>
                    <a:pt x="405" y="5065"/>
                    <a:pt x="478" y="4960"/>
                  </a:cubicBezTo>
                  <a:lnTo>
                    <a:pt x="1036" y="4147"/>
                  </a:lnTo>
                  <a:cubicBezTo>
                    <a:pt x="1044" y="4134"/>
                    <a:pt x="1053" y="4120"/>
                    <a:pt x="1058" y="4104"/>
                  </a:cubicBezTo>
                  <a:lnTo>
                    <a:pt x="1389" y="3159"/>
                  </a:lnTo>
                  <a:lnTo>
                    <a:pt x="1699" y="2990"/>
                  </a:lnTo>
                  <a:lnTo>
                    <a:pt x="2094" y="3144"/>
                  </a:lnTo>
                  <a:cubicBezTo>
                    <a:pt x="2136" y="3161"/>
                    <a:pt x="2180" y="3169"/>
                    <a:pt x="2223" y="3169"/>
                  </a:cubicBezTo>
                  <a:cubicBezTo>
                    <a:pt x="2343" y="3169"/>
                    <a:pt x="2458" y="3107"/>
                    <a:pt x="2524" y="2999"/>
                  </a:cubicBezTo>
                  <a:lnTo>
                    <a:pt x="2778" y="2577"/>
                  </a:lnTo>
                  <a:cubicBezTo>
                    <a:pt x="2828" y="2496"/>
                    <a:pt x="2841" y="2395"/>
                    <a:pt x="2817" y="2304"/>
                  </a:cubicBezTo>
                  <a:cubicBezTo>
                    <a:pt x="2794" y="2222"/>
                    <a:pt x="2744" y="2152"/>
                    <a:pt x="2676" y="2104"/>
                  </a:cubicBezTo>
                  <a:lnTo>
                    <a:pt x="3389" y="1001"/>
                  </a:lnTo>
                  <a:lnTo>
                    <a:pt x="4678" y="402"/>
                  </a:lnTo>
                  <a:lnTo>
                    <a:pt x="6108" y="1400"/>
                  </a:lnTo>
                  <a:lnTo>
                    <a:pt x="6476" y="1922"/>
                  </a:lnTo>
                  <a:cubicBezTo>
                    <a:pt x="6492" y="1944"/>
                    <a:pt x="6512" y="1963"/>
                    <a:pt x="6536" y="1976"/>
                  </a:cubicBezTo>
                  <a:lnTo>
                    <a:pt x="7030" y="2262"/>
                  </a:lnTo>
                  <a:lnTo>
                    <a:pt x="6710" y="2483"/>
                  </a:lnTo>
                  <a:cubicBezTo>
                    <a:pt x="6623" y="2542"/>
                    <a:pt x="6565" y="2637"/>
                    <a:pt x="6554" y="2741"/>
                  </a:cubicBezTo>
                  <a:cubicBezTo>
                    <a:pt x="6543" y="2846"/>
                    <a:pt x="6579" y="2951"/>
                    <a:pt x="6651" y="3028"/>
                  </a:cubicBezTo>
                  <a:lnTo>
                    <a:pt x="7024" y="3428"/>
                  </a:lnTo>
                  <a:cubicBezTo>
                    <a:pt x="7094" y="3504"/>
                    <a:pt x="7191" y="3542"/>
                    <a:pt x="7288" y="3542"/>
                  </a:cubicBezTo>
                  <a:cubicBezTo>
                    <a:pt x="7370" y="3542"/>
                    <a:pt x="7449" y="3516"/>
                    <a:pt x="7516" y="3461"/>
                  </a:cubicBezTo>
                  <a:lnTo>
                    <a:pt x="7921" y="3132"/>
                  </a:lnTo>
                  <a:lnTo>
                    <a:pt x="8170" y="3415"/>
                  </a:lnTo>
                  <a:cubicBezTo>
                    <a:pt x="8176" y="3422"/>
                    <a:pt x="8184" y="3430"/>
                    <a:pt x="8192" y="3436"/>
                  </a:cubicBezTo>
                  <a:lnTo>
                    <a:pt x="8806" y="3934"/>
                  </a:lnTo>
                  <a:lnTo>
                    <a:pt x="9141" y="4727"/>
                  </a:lnTo>
                  <a:cubicBezTo>
                    <a:pt x="9223" y="4919"/>
                    <a:pt x="9134" y="5146"/>
                    <a:pt x="8942" y="5232"/>
                  </a:cubicBezTo>
                  <a:lnTo>
                    <a:pt x="7947" y="5677"/>
                  </a:lnTo>
                  <a:cubicBezTo>
                    <a:pt x="7854" y="5719"/>
                    <a:pt x="7812" y="5829"/>
                    <a:pt x="7852" y="5921"/>
                  </a:cubicBezTo>
                  <a:cubicBezTo>
                    <a:pt x="7884" y="5991"/>
                    <a:pt x="7951" y="6031"/>
                    <a:pt x="8021" y="6031"/>
                  </a:cubicBezTo>
                  <a:cubicBezTo>
                    <a:pt x="8046" y="6031"/>
                    <a:pt x="8072" y="6026"/>
                    <a:pt x="8098" y="6015"/>
                  </a:cubicBezTo>
                  <a:lnTo>
                    <a:pt x="9093" y="5570"/>
                  </a:lnTo>
                  <a:cubicBezTo>
                    <a:pt x="9466" y="5401"/>
                    <a:pt x="9640" y="4959"/>
                    <a:pt x="9480" y="4582"/>
                  </a:cubicBezTo>
                  <a:lnTo>
                    <a:pt x="9126" y="3745"/>
                  </a:lnTo>
                  <a:cubicBezTo>
                    <a:pt x="9115" y="3718"/>
                    <a:pt x="9096" y="3693"/>
                    <a:pt x="9073" y="3673"/>
                  </a:cubicBezTo>
                  <a:lnTo>
                    <a:pt x="8435" y="3156"/>
                  </a:lnTo>
                  <a:lnTo>
                    <a:pt x="8207" y="2896"/>
                  </a:lnTo>
                  <a:lnTo>
                    <a:pt x="8250" y="2861"/>
                  </a:lnTo>
                  <a:cubicBezTo>
                    <a:pt x="8402" y="2737"/>
                    <a:pt x="8428" y="2509"/>
                    <a:pt x="8304" y="2355"/>
                  </a:cubicBezTo>
                  <a:lnTo>
                    <a:pt x="8014" y="1989"/>
                  </a:lnTo>
                  <a:cubicBezTo>
                    <a:pt x="7943" y="1900"/>
                    <a:pt x="7837" y="1854"/>
                    <a:pt x="7730" y="1854"/>
                  </a:cubicBezTo>
                  <a:cubicBezTo>
                    <a:pt x="7659" y="1854"/>
                    <a:pt x="7587" y="1874"/>
                    <a:pt x="7526" y="1917"/>
                  </a:cubicBezTo>
                  <a:lnTo>
                    <a:pt x="7365" y="2027"/>
                  </a:lnTo>
                  <a:lnTo>
                    <a:pt x="6752" y="1674"/>
                  </a:lnTo>
                  <a:lnTo>
                    <a:pt x="6390" y="1158"/>
                  </a:lnTo>
                  <a:cubicBezTo>
                    <a:pt x="6378" y="1142"/>
                    <a:pt x="6363" y="1126"/>
                    <a:pt x="6344" y="1113"/>
                  </a:cubicBezTo>
                  <a:lnTo>
                    <a:pt x="4800" y="34"/>
                  </a:lnTo>
                  <a:cubicBezTo>
                    <a:pt x="4769" y="12"/>
                    <a:pt x="4732" y="0"/>
                    <a:pt x="46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47"/>
            <p:cNvSpPr/>
            <p:nvPr/>
          </p:nvSpPr>
          <p:spPr>
            <a:xfrm>
              <a:off x="2100721" y="4508004"/>
              <a:ext cx="48443" cy="48671"/>
            </a:xfrm>
            <a:custGeom>
              <a:rect b="b" l="l" r="r" t="t"/>
              <a:pathLst>
                <a:path extrusionOk="0" h="1494" w="1487">
                  <a:moveTo>
                    <a:pt x="794" y="380"/>
                  </a:moveTo>
                  <a:lnTo>
                    <a:pt x="1078" y="739"/>
                  </a:lnTo>
                  <a:lnTo>
                    <a:pt x="742" y="1114"/>
                  </a:lnTo>
                  <a:lnTo>
                    <a:pt x="385" y="734"/>
                  </a:lnTo>
                  <a:lnTo>
                    <a:pt x="794" y="380"/>
                  </a:lnTo>
                  <a:close/>
                  <a:moveTo>
                    <a:pt x="797" y="1"/>
                  </a:moveTo>
                  <a:cubicBezTo>
                    <a:pt x="714" y="1"/>
                    <a:pt x="630" y="31"/>
                    <a:pt x="567" y="86"/>
                  </a:cubicBezTo>
                  <a:lnTo>
                    <a:pt x="129" y="464"/>
                  </a:lnTo>
                  <a:cubicBezTo>
                    <a:pt x="56" y="527"/>
                    <a:pt x="11" y="618"/>
                    <a:pt x="6" y="712"/>
                  </a:cubicBezTo>
                  <a:cubicBezTo>
                    <a:pt x="1" y="808"/>
                    <a:pt x="35" y="902"/>
                    <a:pt x="100" y="971"/>
                  </a:cubicBezTo>
                  <a:lnTo>
                    <a:pt x="486" y="1383"/>
                  </a:lnTo>
                  <a:cubicBezTo>
                    <a:pt x="553" y="1453"/>
                    <a:pt x="645" y="1494"/>
                    <a:pt x="743" y="1494"/>
                  </a:cubicBezTo>
                  <a:lnTo>
                    <a:pt x="747" y="1494"/>
                  </a:lnTo>
                  <a:cubicBezTo>
                    <a:pt x="845" y="1493"/>
                    <a:pt x="940" y="1451"/>
                    <a:pt x="1004" y="1376"/>
                  </a:cubicBezTo>
                  <a:lnTo>
                    <a:pt x="1366" y="972"/>
                  </a:lnTo>
                  <a:cubicBezTo>
                    <a:pt x="1481" y="844"/>
                    <a:pt x="1486" y="653"/>
                    <a:pt x="1378" y="519"/>
                  </a:cubicBezTo>
                  <a:lnTo>
                    <a:pt x="1073" y="133"/>
                  </a:lnTo>
                  <a:cubicBezTo>
                    <a:pt x="1014" y="59"/>
                    <a:pt x="925" y="12"/>
                    <a:pt x="831" y="2"/>
                  </a:cubicBezTo>
                  <a:cubicBezTo>
                    <a:pt x="820" y="1"/>
                    <a:pt x="808" y="1"/>
                    <a:pt x="7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47"/>
            <p:cNvSpPr/>
            <p:nvPr/>
          </p:nvSpPr>
          <p:spPr>
            <a:xfrm>
              <a:off x="2096974" y="4418839"/>
              <a:ext cx="48573" cy="45771"/>
            </a:xfrm>
            <a:custGeom>
              <a:rect b="b" l="l" r="r" t="t"/>
              <a:pathLst>
                <a:path extrusionOk="0" h="1405" w="1491">
                  <a:moveTo>
                    <a:pt x="627" y="376"/>
                  </a:moveTo>
                  <a:lnTo>
                    <a:pt x="1097" y="559"/>
                  </a:lnTo>
                  <a:lnTo>
                    <a:pt x="867" y="1026"/>
                  </a:lnTo>
                  <a:lnTo>
                    <a:pt x="392" y="769"/>
                  </a:lnTo>
                  <a:lnTo>
                    <a:pt x="627" y="376"/>
                  </a:lnTo>
                  <a:close/>
                  <a:moveTo>
                    <a:pt x="619" y="1"/>
                  </a:moveTo>
                  <a:cubicBezTo>
                    <a:pt x="498" y="1"/>
                    <a:pt x="383" y="63"/>
                    <a:pt x="318" y="173"/>
                  </a:cubicBezTo>
                  <a:lnTo>
                    <a:pt x="65" y="595"/>
                  </a:lnTo>
                  <a:cubicBezTo>
                    <a:pt x="15" y="676"/>
                    <a:pt x="1" y="776"/>
                    <a:pt x="27" y="868"/>
                  </a:cubicBezTo>
                  <a:cubicBezTo>
                    <a:pt x="52" y="959"/>
                    <a:pt x="115" y="1040"/>
                    <a:pt x="199" y="1085"/>
                  </a:cubicBezTo>
                  <a:lnTo>
                    <a:pt x="709" y="1362"/>
                  </a:lnTo>
                  <a:cubicBezTo>
                    <a:pt x="761" y="1391"/>
                    <a:pt x="819" y="1405"/>
                    <a:pt x="877" y="1405"/>
                  </a:cubicBezTo>
                  <a:cubicBezTo>
                    <a:pt x="913" y="1405"/>
                    <a:pt x="950" y="1399"/>
                    <a:pt x="983" y="1389"/>
                  </a:cubicBezTo>
                  <a:cubicBezTo>
                    <a:pt x="1073" y="1361"/>
                    <a:pt x="1151" y="1295"/>
                    <a:pt x="1193" y="1210"/>
                  </a:cubicBezTo>
                  <a:lnTo>
                    <a:pt x="1442" y="706"/>
                  </a:lnTo>
                  <a:cubicBezTo>
                    <a:pt x="1485" y="617"/>
                    <a:pt x="1490" y="514"/>
                    <a:pt x="1454" y="421"/>
                  </a:cubicBezTo>
                  <a:cubicBezTo>
                    <a:pt x="1418" y="330"/>
                    <a:pt x="1345" y="256"/>
                    <a:pt x="1254" y="221"/>
                  </a:cubicBezTo>
                  <a:lnTo>
                    <a:pt x="748" y="25"/>
                  </a:lnTo>
                  <a:cubicBezTo>
                    <a:pt x="705" y="8"/>
                    <a:pt x="662" y="1"/>
                    <a:pt x="6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47"/>
            <p:cNvSpPr/>
            <p:nvPr/>
          </p:nvSpPr>
          <p:spPr>
            <a:xfrm>
              <a:off x="2175779" y="4500348"/>
              <a:ext cx="38083" cy="38083"/>
            </a:xfrm>
            <a:custGeom>
              <a:rect b="b" l="l" r="r" t="t"/>
              <a:pathLst>
                <a:path extrusionOk="0" h="1169" w="1169">
                  <a:moveTo>
                    <a:pt x="585" y="373"/>
                  </a:moveTo>
                  <a:cubicBezTo>
                    <a:pt x="702" y="373"/>
                    <a:pt x="797" y="469"/>
                    <a:pt x="797" y="586"/>
                  </a:cubicBezTo>
                  <a:cubicBezTo>
                    <a:pt x="797" y="702"/>
                    <a:pt x="701" y="798"/>
                    <a:pt x="585" y="798"/>
                  </a:cubicBezTo>
                  <a:cubicBezTo>
                    <a:pt x="467" y="798"/>
                    <a:pt x="372" y="702"/>
                    <a:pt x="372" y="586"/>
                  </a:cubicBezTo>
                  <a:cubicBezTo>
                    <a:pt x="372" y="468"/>
                    <a:pt x="469" y="373"/>
                    <a:pt x="585" y="373"/>
                  </a:cubicBezTo>
                  <a:close/>
                  <a:moveTo>
                    <a:pt x="585" y="0"/>
                  </a:moveTo>
                  <a:cubicBezTo>
                    <a:pt x="262" y="0"/>
                    <a:pt x="1" y="262"/>
                    <a:pt x="1" y="584"/>
                  </a:cubicBezTo>
                  <a:cubicBezTo>
                    <a:pt x="1" y="907"/>
                    <a:pt x="262" y="1169"/>
                    <a:pt x="585" y="1169"/>
                  </a:cubicBezTo>
                  <a:cubicBezTo>
                    <a:pt x="907" y="1169"/>
                    <a:pt x="1169" y="907"/>
                    <a:pt x="1169" y="584"/>
                  </a:cubicBezTo>
                  <a:cubicBezTo>
                    <a:pt x="1168" y="262"/>
                    <a:pt x="906" y="0"/>
                    <a:pt x="5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47"/>
            <p:cNvSpPr/>
            <p:nvPr/>
          </p:nvSpPr>
          <p:spPr>
            <a:xfrm>
              <a:off x="2037129" y="4493214"/>
              <a:ext cx="38083" cy="38083"/>
            </a:xfrm>
            <a:custGeom>
              <a:rect b="b" l="l" r="r" t="t"/>
              <a:pathLst>
                <a:path extrusionOk="0" h="1169" w="1169">
                  <a:moveTo>
                    <a:pt x="584" y="373"/>
                  </a:moveTo>
                  <a:cubicBezTo>
                    <a:pt x="702" y="373"/>
                    <a:pt x="796" y="469"/>
                    <a:pt x="796" y="586"/>
                  </a:cubicBezTo>
                  <a:cubicBezTo>
                    <a:pt x="797" y="702"/>
                    <a:pt x="702" y="798"/>
                    <a:pt x="584" y="798"/>
                  </a:cubicBezTo>
                  <a:cubicBezTo>
                    <a:pt x="466" y="798"/>
                    <a:pt x="372" y="702"/>
                    <a:pt x="372" y="586"/>
                  </a:cubicBezTo>
                  <a:cubicBezTo>
                    <a:pt x="372" y="468"/>
                    <a:pt x="467" y="373"/>
                    <a:pt x="584" y="373"/>
                  </a:cubicBezTo>
                  <a:close/>
                  <a:moveTo>
                    <a:pt x="584" y="0"/>
                  </a:moveTo>
                  <a:cubicBezTo>
                    <a:pt x="262" y="0"/>
                    <a:pt x="0" y="262"/>
                    <a:pt x="0" y="585"/>
                  </a:cubicBezTo>
                  <a:cubicBezTo>
                    <a:pt x="0" y="907"/>
                    <a:pt x="262" y="1169"/>
                    <a:pt x="584" y="1169"/>
                  </a:cubicBezTo>
                  <a:cubicBezTo>
                    <a:pt x="906" y="1169"/>
                    <a:pt x="1168" y="907"/>
                    <a:pt x="1168" y="585"/>
                  </a:cubicBezTo>
                  <a:cubicBezTo>
                    <a:pt x="1168" y="262"/>
                    <a:pt x="906" y="0"/>
                    <a:pt x="5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47"/>
            <p:cNvSpPr/>
            <p:nvPr/>
          </p:nvSpPr>
          <p:spPr>
            <a:xfrm>
              <a:off x="2148545" y="4475166"/>
              <a:ext cx="16745" cy="16191"/>
            </a:xfrm>
            <a:custGeom>
              <a:rect b="b" l="l" r="r" t="t"/>
              <a:pathLst>
                <a:path extrusionOk="0" h="497" w="514">
                  <a:moveTo>
                    <a:pt x="306" y="0"/>
                  </a:moveTo>
                  <a:cubicBezTo>
                    <a:pt x="249" y="0"/>
                    <a:pt x="193" y="26"/>
                    <a:pt x="156" y="76"/>
                  </a:cubicBezTo>
                  <a:lnTo>
                    <a:pt x="61" y="201"/>
                  </a:lnTo>
                  <a:cubicBezTo>
                    <a:pt x="1" y="283"/>
                    <a:pt x="17" y="400"/>
                    <a:pt x="98" y="460"/>
                  </a:cubicBezTo>
                  <a:cubicBezTo>
                    <a:pt x="133" y="485"/>
                    <a:pt x="170" y="497"/>
                    <a:pt x="210" y="497"/>
                  </a:cubicBezTo>
                  <a:cubicBezTo>
                    <a:pt x="266" y="497"/>
                    <a:pt x="322" y="471"/>
                    <a:pt x="358" y="422"/>
                  </a:cubicBezTo>
                  <a:lnTo>
                    <a:pt x="452" y="297"/>
                  </a:lnTo>
                  <a:cubicBezTo>
                    <a:pt x="514" y="214"/>
                    <a:pt x="496" y="99"/>
                    <a:pt x="415" y="37"/>
                  </a:cubicBezTo>
                  <a:cubicBezTo>
                    <a:pt x="382" y="12"/>
                    <a:pt x="344" y="0"/>
                    <a:pt x="3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47"/>
            <p:cNvSpPr/>
            <p:nvPr/>
          </p:nvSpPr>
          <p:spPr>
            <a:xfrm>
              <a:off x="2085572" y="4475655"/>
              <a:ext cx="17852" cy="15214"/>
            </a:xfrm>
            <a:custGeom>
              <a:rect b="b" l="l" r="r" t="t"/>
              <a:pathLst>
                <a:path extrusionOk="0" h="467" w="548">
                  <a:moveTo>
                    <a:pt x="213" y="1"/>
                  </a:moveTo>
                  <a:cubicBezTo>
                    <a:pt x="157" y="1"/>
                    <a:pt x="101" y="26"/>
                    <a:pt x="65" y="74"/>
                  </a:cubicBezTo>
                  <a:cubicBezTo>
                    <a:pt x="1" y="157"/>
                    <a:pt x="18" y="273"/>
                    <a:pt x="100" y="335"/>
                  </a:cubicBezTo>
                  <a:lnTo>
                    <a:pt x="226" y="429"/>
                  </a:lnTo>
                  <a:cubicBezTo>
                    <a:pt x="258" y="455"/>
                    <a:pt x="297" y="466"/>
                    <a:pt x="337" y="466"/>
                  </a:cubicBezTo>
                  <a:cubicBezTo>
                    <a:pt x="394" y="466"/>
                    <a:pt x="449" y="440"/>
                    <a:pt x="486" y="392"/>
                  </a:cubicBezTo>
                  <a:cubicBezTo>
                    <a:pt x="548" y="309"/>
                    <a:pt x="531" y="194"/>
                    <a:pt x="449" y="132"/>
                  </a:cubicBezTo>
                  <a:lnTo>
                    <a:pt x="323" y="38"/>
                  </a:lnTo>
                  <a:cubicBezTo>
                    <a:pt x="290" y="13"/>
                    <a:pt x="251" y="1"/>
                    <a:pt x="2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47"/>
            <p:cNvSpPr/>
            <p:nvPr/>
          </p:nvSpPr>
          <p:spPr>
            <a:xfrm>
              <a:off x="2228294" y="4506473"/>
              <a:ext cx="17787" cy="15181"/>
            </a:xfrm>
            <a:custGeom>
              <a:rect b="b" l="l" r="r" t="t"/>
              <a:pathLst>
                <a:path extrusionOk="0" h="466" w="546">
                  <a:moveTo>
                    <a:pt x="210" y="0"/>
                  </a:moveTo>
                  <a:cubicBezTo>
                    <a:pt x="154" y="0"/>
                    <a:pt x="99" y="26"/>
                    <a:pt x="63" y="74"/>
                  </a:cubicBezTo>
                  <a:cubicBezTo>
                    <a:pt x="1" y="156"/>
                    <a:pt x="18" y="271"/>
                    <a:pt x="99" y="333"/>
                  </a:cubicBezTo>
                  <a:lnTo>
                    <a:pt x="225" y="428"/>
                  </a:lnTo>
                  <a:cubicBezTo>
                    <a:pt x="257" y="454"/>
                    <a:pt x="297" y="465"/>
                    <a:pt x="336" y="465"/>
                  </a:cubicBezTo>
                  <a:cubicBezTo>
                    <a:pt x="393" y="465"/>
                    <a:pt x="448" y="439"/>
                    <a:pt x="484" y="391"/>
                  </a:cubicBezTo>
                  <a:cubicBezTo>
                    <a:pt x="546" y="308"/>
                    <a:pt x="529" y="193"/>
                    <a:pt x="447" y="132"/>
                  </a:cubicBezTo>
                  <a:lnTo>
                    <a:pt x="321" y="38"/>
                  </a:lnTo>
                  <a:cubicBezTo>
                    <a:pt x="288" y="12"/>
                    <a:pt x="249" y="0"/>
                    <a:pt x="2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47"/>
            <p:cNvSpPr/>
            <p:nvPr/>
          </p:nvSpPr>
          <p:spPr>
            <a:xfrm>
              <a:off x="2007973" y="4517647"/>
              <a:ext cx="17787" cy="15149"/>
            </a:xfrm>
            <a:custGeom>
              <a:rect b="b" l="l" r="r" t="t"/>
              <a:pathLst>
                <a:path extrusionOk="0" h="465" w="546">
                  <a:moveTo>
                    <a:pt x="210" y="1"/>
                  </a:moveTo>
                  <a:cubicBezTo>
                    <a:pt x="153" y="1"/>
                    <a:pt x="98" y="26"/>
                    <a:pt x="61" y="74"/>
                  </a:cubicBezTo>
                  <a:cubicBezTo>
                    <a:pt x="1" y="157"/>
                    <a:pt x="17" y="272"/>
                    <a:pt x="99" y="334"/>
                  </a:cubicBezTo>
                  <a:lnTo>
                    <a:pt x="225" y="428"/>
                  </a:lnTo>
                  <a:cubicBezTo>
                    <a:pt x="257" y="452"/>
                    <a:pt x="296" y="465"/>
                    <a:pt x="336" y="465"/>
                  </a:cubicBezTo>
                  <a:cubicBezTo>
                    <a:pt x="392" y="465"/>
                    <a:pt x="448" y="438"/>
                    <a:pt x="483" y="389"/>
                  </a:cubicBezTo>
                  <a:cubicBezTo>
                    <a:pt x="545" y="308"/>
                    <a:pt x="529" y="192"/>
                    <a:pt x="447" y="130"/>
                  </a:cubicBezTo>
                  <a:lnTo>
                    <a:pt x="321" y="37"/>
                  </a:lnTo>
                  <a:cubicBezTo>
                    <a:pt x="287" y="13"/>
                    <a:pt x="248" y="1"/>
                    <a:pt x="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47"/>
            <p:cNvSpPr/>
            <p:nvPr/>
          </p:nvSpPr>
          <p:spPr>
            <a:xfrm>
              <a:off x="2072509" y="4540679"/>
              <a:ext cx="15344" cy="16940"/>
            </a:xfrm>
            <a:custGeom>
              <a:rect b="b" l="l" r="r" t="t"/>
              <a:pathLst>
                <a:path extrusionOk="0" h="520" w="471">
                  <a:moveTo>
                    <a:pt x="263" y="1"/>
                  </a:moveTo>
                  <a:cubicBezTo>
                    <a:pt x="186" y="1"/>
                    <a:pt x="114" y="49"/>
                    <a:pt x="87" y="124"/>
                  </a:cubicBezTo>
                  <a:lnTo>
                    <a:pt x="35" y="272"/>
                  </a:lnTo>
                  <a:cubicBezTo>
                    <a:pt x="1" y="369"/>
                    <a:pt x="51" y="475"/>
                    <a:pt x="147" y="509"/>
                  </a:cubicBezTo>
                  <a:cubicBezTo>
                    <a:pt x="168" y="517"/>
                    <a:pt x="189" y="519"/>
                    <a:pt x="209" y="519"/>
                  </a:cubicBezTo>
                  <a:cubicBezTo>
                    <a:pt x="284" y="519"/>
                    <a:pt x="357" y="472"/>
                    <a:pt x="384" y="397"/>
                  </a:cubicBezTo>
                  <a:lnTo>
                    <a:pt x="436" y="249"/>
                  </a:lnTo>
                  <a:cubicBezTo>
                    <a:pt x="471" y="152"/>
                    <a:pt x="420" y="46"/>
                    <a:pt x="324" y="11"/>
                  </a:cubicBezTo>
                  <a:cubicBezTo>
                    <a:pt x="304" y="4"/>
                    <a:pt x="283" y="1"/>
                    <a:pt x="2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47"/>
            <p:cNvSpPr/>
            <p:nvPr/>
          </p:nvSpPr>
          <p:spPr>
            <a:xfrm>
              <a:off x="2120072" y="4306610"/>
              <a:ext cx="12151" cy="41113"/>
            </a:xfrm>
            <a:custGeom>
              <a:rect b="b" l="l" r="r" t="t"/>
              <a:pathLst>
                <a:path extrusionOk="0" h="1262" w="373">
                  <a:moveTo>
                    <a:pt x="186" y="0"/>
                  </a:moveTo>
                  <a:cubicBezTo>
                    <a:pt x="85" y="0"/>
                    <a:pt x="1" y="83"/>
                    <a:pt x="1" y="187"/>
                  </a:cubicBezTo>
                  <a:lnTo>
                    <a:pt x="1" y="1076"/>
                  </a:lnTo>
                  <a:cubicBezTo>
                    <a:pt x="2" y="1178"/>
                    <a:pt x="85" y="1262"/>
                    <a:pt x="186" y="1262"/>
                  </a:cubicBezTo>
                  <a:cubicBezTo>
                    <a:pt x="289" y="1262"/>
                    <a:pt x="373" y="1180"/>
                    <a:pt x="373" y="1076"/>
                  </a:cubicBezTo>
                  <a:lnTo>
                    <a:pt x="373" y="187"/>
                  </a:lnTo>
                  <a:cubicBezTo>
                    <a:pt x="373" y="85"/>
                    <a:pt x="290"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47"/>
            <p:cNvSpPr/>
            <p:nvPr/>
          </p:nvSpPr>
          <p:spPr>
            <a:xfrm>
              <a:off x="2039182" y="4328013"/>
              <a:ext cx="28277" cy="37204"/>
            </a:xfrm>
            <a:custGeom>
              <a:rect b="b" l="l" r="r" t="t"/>
              <a:pathLst>
                <a:path extrusionOk="0" h="1142" w="868">
                  <a:moveTo>
                    <a:pt x="211" y="0"/>
                  </a:moveTo>
                  <a:cubicBezTo>
                    <a:pt x="180" y="0"/>
                    <a:pt x="148" y="8"/>
                    <a:pt x="118" y="25"/>
                  </a:cubicBezTo>
                  <a:cubicBezTo>
                    <a:pt x="29" y="75"/>
                    <a:pt x="0" y="190"/>
                    <a:pt x="50" y="279"/>
                  </a:cubicBezTo>
                  <a:lnTo>
                    <a:pt x="494" y="1049"/>
                  </a:lnTo>
                  <a:cubicBezTo>
                    <a:pt x="529" y="1107"/>
                    <a:pt x="592" y="1142"/>
                    <a:pt x="656" y="1142"/>
                  </a:cubicBezTo>
                  <a:cubicBezTo>
                    <a:pt x="687" y="1142"/>
                    <a:pt x="719" y="1134"/>
                    <a:pt x="749" y="1117"/>
                  </a:cubicBezTo>
                  <a:cubicBezTo>
                    <a:pt x="838" y="1065"/>
                    <a:pt x="867" y="952"/>
                    <a:pt x="817" y="863"/>
                  </a:cubicBezTo>
                  <a:lnTo>
                    <a:pt x="373" y="93"/>
                  </a:lnTo>
                  <a:cubicBezTo>
                    <a:pt x="339" y="34"/>
                    <a:pt x="276" y="0"/>
                    <a:pt x="2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47"/>
            <p:cNvSpPr/>
            <p:nvPr/>
          </p:nvSpPr>
          <p:spPr>
            <a:xfrm>
              <a:off x="1980412" y="4386555"/>
              <a:ext cx="38930" cy="26616"/>
            </a:xfrm>
            <a:custGeom>
              <a:rect b="b" l="l" r="r" t="t"/>
              <a:pathLst>
                <a:path extrusionOk="0" h="817" w="1195">
                  <a:moveTo>
                    <a:pt x="213" y="1"/>
                  </a:moveTo>
                  <a:cubicBezTo>
                    <a:pt x="149" y="1"/>
                    <a:pt x="87" y="34"/>
                    <a:pt x="51" y="94"/>
                  </a:cubicBezTo>
                  <a:cubicBezTo>
                    <a:pt x="0" y="183"/>
                    <a:pt x="31" y="295"/>
                    <a:pt x="119" y="347"/>
                  </a:cubicBezTo>
                  <a:lnTo>
                    <a:pt x="889" y="792"/>
                  </a:lnTo>
                  <a:cubicBezTo>
                    <a:pt x="919" y="808"/>
                    <a:pt x="951" y="817"/>
                    <a:pt x="983" y="817"/>
                  </a:cubicBezTo>
                  <a:cubicBezTo>
                    <a:pt x="1047" y="817"/>
                    <a:pt x="1109" y="783"/>
                    <a:pt x="1144" y="724"/>
                  </a:cubicBezTo>
                  <a:cubicBezTo>
                    <a:pt x="1194" y="635"/>
                    <a:pt x="1165" y="521"/>
                    <a:pt x="1076" y="469"/>
                  </a:cubicBezTo>
                  <a:lnTo>
                    <a:pt x="306" y="26"/>
                  </a:lnTo>
                  <a:cubicBezTo>
                    <a:pt x="277" y="9"/>
                    <a:pt x="245" y="1"/>
                    <a:pt x="2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47"/>
            <p:cNvSpPr/>
            <p:nvPr/>
          </p:nvSpPr>
          <p:spPr>
            <a:xfrm>
              <a:off x="2184868" y="4328013"/>
              <a:ext cx="28310" cy="37204"/>
            </a:xfrm>
            <a:custGeom>
              <a:rect b="b" l="l" r="r" t="t"/>
              <a:pathLst>
                <a:path extrusionOk="0" h="1142" w="869">
                  <a:moveTo>
                    <a:pt x="657" y="0"/>
                  </a:moveTo>
                  <a:cubicBezTo>
                    <a:pt x="593" y="0"/>
                    <a:pt x="531" y="34"/>
                    <a:pt x="496" y="93"/>
                  </a:cubicBezTo>
                  <a:lnTo>
                    <a:pt x="52" y="863"/>
                  </a:lnTo>
                  <a:cubicBezTo>
                    <a:pt x="0" y="952"/>
                    <a:pt x="31" y="1065"/>
                    <a:pt x="120" y="1117"/>
                  </a:cubicBezTo>
                  <a:cubicBezTo>
                    <a:pt x="149" y="1134"/>
                    <a:pt x="181" y="1142"/>
                    <a:pt x="213" y="1142"/>
                  </a:cubicBezTo>
                  <a:cubicBezTo>
                    <a:pt x="277" y="1142"/>
                    <a:pt x="340" y="1109"/>
                    <a:pt x="374" y="1049"/>
                  </a:cubicBezTo>
                  <a:lnTo>
                    <a:pt x="818" y="279"/>
                  </a:lnTo>
                  <a:cubicBezTo>
                    <a:pt x="869" y="190"/>
                    <a:pt x="839" y="78"/>
                    <a:pt x="750" y="25"/>
                  </a:cubicBezTo>
                  <a:cubicBezTo>
                    <a:pt x="721" y="8"/>
                    <a:pt x="689" y="0"/>
                    <a:pt x="6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47"/>
            <p:cNvSpPr/>
            <p:nvPr/>
          </p:nvSpPr>
          <p:spPr>
            <a:xfrm>
              <a:off x="2232985" y="4386555"/>
              <a:ext cx="38963" cy="26616"/>
            </a:xfrm>
            <a:custGeom>
              <a:rect b="b" l="l" r="r" t="t"/>
              <a:pathLst>
                <a:path extrusionOk="0" h="817" w="1196">
                  <a:moveTo>
                    <a:pt x="983" y="1"/>
                  </a:moveTo>
                  <a:cubicBezTo>
                    <a:pt x="951" y="1"/>
                    <a:pt x="919" y="9"/>
                    <a:pt x="890" y="26"/>
                  </a:cubicBezTo>
                  <a:lnTo>
                    <a:pt x="120" y="469"/>
                  </a:lnTo>
                  <a:cubicBezTo>
                    <a:pt x="31" y="520"/>
                    <a:pt x="0" y="635"/>
                    <a:pt x="52" y="724"/>
                  </a:cubicBezTo>
                  <a:cubicBezTo>
                    <a:pt x="86" y="783"/>
                    <a:pt x="149" y="817"/>
                    <a:pt x="213" y="817"/>
                  </a:cubicBezTo>
                  <a:cubicBezTo>
                    <a:pt x="244" y="817"/>
                    <a:pt x="276" y="808"/>
                    <a:pt x="306" y="792"/>
                  </a:cubicBezTo>
                  <a:lnTo>
                    <a:pt x="1076" y="347"/>
                  </a:lnTo>
                  <a:cubicBezTo>
                    <a:pt x="1165" y="297"/>
                    <a:pt x="1196" y="183"/>
                    <a:pt x="1144" y="94"/>
                  </a:cubicBezTo>
                  <a:cubicBezTo>
                    <a:pt x="1110" y="34"/>
                    <a:pt x="1047" y="1"/>
                    <a:pt x="9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47"/>
            <p:cNvSpPr/>
            <p:nvPr/>
          </p:nvSpPr>
          <p:spPr>
            <a:xfrm>
              <a:off x="2200440" y="4562669"/>
              <a:ext cx="12151" cy="12151"/>
            </a:xfrm>
            <a:custGeom>
              <a:rect b="b" l="l" r="r" t="t"/>
              <a:pathLst>
                <a:path extrusionOk="0" h="373" w="373">
                  <a:moveTo>
                    <a:pt x="186" y="0"/>
                  </a:moveTo>
                  <a:cubicBezTo>
                    <a:pt x="84" y="0"/>
                    <a:pt x="1" y="84"/>
                    <a:pt x="1" y="187"/>
                  </a:cubicBezTo>
                  <a:cubicBezTo>
                    <a:pt x="1" y="289"/>
                    <a:pt x="85" y="372"/>
                    <a:pt x="186" y="372"/>
                  </a:cubicBezTo>
                  <a:cubicBezTo>
                    <a:pt x="290" y="372"/>
                    <a:pt x="373" y="288"/>
                    <a:pt x="373" y="187"/>
                  </a:cubicBezTo>
                  <a:cubicBezTo>
                    <a:pt x="373" y="84"/>
                    <a:pt x="289" y="1"/>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22" name="Shape 4922"/>
        <p:cNvGrpSpPr/>
        <p:nvPr/>
      </p:nvGrpSpPr>
      <p:grpSpPr>
        <a:xfrm>
          <a:off x="0" y="0"/>
          <a:ext cx="0" cy="0"/>
          <a:chOff x="0" y="0"/>
          <a:chExt cx="0" cy="0"/>
        </a:xfrm>
      </p:grpSpPr>
      <p:sp>
        <p:nvSpPr>
          <p:cNvPr id="4923" name="Google Shape;4923;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Grasberg mine</a:t>
            </a:r>
            <a:endParaRPr/>
          </a:p>
        </p:txBody>
      </p:sp>
      <p:sp>
        <p:nvSpPr>
          <p:cNvPr id="4924" name="Google Shape;4924;p48"/>
          <p:cNvSpPr txBox="1"/>
          <p:nvPr>
            <p:ph idx="1" type="subTitle"/>
          </p:nvPr>
        </p:nvSpPr>
        <p:spPr>
          <a:xfrm>
            <a:off x="3721701" y="1413500"/>
            <a:ext cx="4601700" cy="502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the smallest planet of them all</a:t>
            </a:r>
            <a:endParaRPr/>
          </a:p>
        </p:txBody>
      </p:sp>
      <p:sp>
        <p:nvSpPr>
          <p:cNvPr id="4925" name="Google Shape;4925;p48"/>
          <p:cNvSpPr txBox="1"/>
          <p:nvPr>
            <p:ph idx="2" type="subTitle"/>
          </p:nvPr>
        </p:nvSpPr>
        <p:spPr>
          <a:xfrm>
            <a:off x="3721701" y="2268667"/>
            <a:ext cx="4601700" cy="502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has a beautiful name, but also high temperatures</a:t>
            </a:r>
            <a:endParaRPr/>
          </a:p>
        </p:txBody>
      </p:sp>
      <p:sp>
        <p:nvSpPr>
          <p:cNvPr id="4926" name="Google Shape;4926;p48"/>
          <p:cNvSpPr txBox="1"/>
          <p:nvPr>
            <p:ph idx="3" type="subTitle"/>
          </p:nvPr>
        </p:nvSpPr>
        <p:spPr>
          <a:xfrm>
            <a:off x="3721701" y="3123833"/>
            <a:ext cx="4601700" cy="502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Earth is the third planet from the Sun </a:t>
            </a:r>
            <a:endParaRPr/>
          </a:p>
        </p:txBody>
      </p:sp>
      <p:sp>
        <p:nvSpPr>
          <p:cNvPr id="4927" name="Google Shape;4927;p48"/>
          <p:cNvSpPr txBox="1"/>
          <p:nvPr>
            <p:ph idx="4" type="subTitle"/>
          </p:nvPr>
        </p:nvSpPr>
        <p:spPr>
          <a:xfrm>
            <a:off x="3721701" y="3979000"/>
            <a:ext cx="4601700" cy="502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 is the second-largest planet in the Solar System</a:t>
            </a:r>
            <a:endParaRPr/>
          </a:p>
        </p:txBody>
      </p:sp>
      <p:sp>
        <p:nvSpPr>
          <p:cNvPr id="4928" name="Google Shape;4928;p48"/>
          <p:cNvSpPr txBox="1"/>
          <p:nvPr>
            <p:ph idx="5" type="subTitle"/>
          </p:nvPr>
        </p:nvSpPr>
        <p:spPr>
          <a:xfrm>
            <a:off x="2252125" y="1413500"/>
            <a:ext cx="1469700" cy="50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Gold</a:t>
            </a:r>
            <a:endParaRPr/>
          </a:p>
        </p:txBody>
      </p:sp>
      <p:sp>
        <p:nvSpPr>
          <p:cNvPr id="4929" name="Google Shape;4929;p48"/>
          <p:cNvSpPr txBox="1"/>
          <p:nvPr>
            <p:ph idx="6" type="subTitle"/>
          </p:nvPr>
        </p:nvSpPr>
        <p:spPr>
          <a:xfrm>
            <a:off x="2252125" y="3123833"/>
            <a:ext cx="1469700" cy="50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Papua</a:t>
            </a:r>
            <a:endParaRPr/>
          </a:p>
        </p:txBody>
      </p:sp>
      <p:sp>
        <p:nvSpPr>
          <p:cNvPr id="4930" name="Google Shape;4930;p48"/>
          <p:cNvSpPr txBox="1"/>
          <p:nvPr>
            <p:ph idx="7" type="subTitle"/>
          </p:nvPr>
        </p:nvSpPr>
        <p:spPr>
          <a:xfrm>
            <a:off x="2252125" y="2268667"/>
            <a:ext cx="1469700" cy="50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Copper</a:t>
            </a:r>
            <a:endParaRPr/>
          </a:p>
        </p:txBody>
      </p:sp>
      <p:sp>
        <p:nvSpPr>
          <p:cNvPr id="4931" name="Google Shape;4931;p48"/>
          <p:cNvSpPr txBox="1"/>
          <p:nvPr>
            <p:ph idx="8" type="subTitle"/>
          </p:nvPr>
        </p:nvSpPr>
        <p:spPr>
          <a:xfrm>
            <a:off x="2252125" y="3977650"/>
            <a:ext cx="1469700" cy="50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PTFI</a:t>
            </a:r>
            <a:endParaRPr/>
          </a:p>
        </p:txBody>
      </p:sp>
      <p:sp>
        <p:nvSpPr>
          <p:cNvPr id="4932" name="Google Shape;4932;p48"/>
          <p:cNvSpPr/>
          <p:nvPr/>
        </p:nvSpPr>
        <p:spPr>
          <a:xfrm>
            <a:off x="1434650" y="1338950"/>
            <a:ext cx="654600" cy="654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48"/>
          <p:cNvSpPr/>
          <p:nvPr/>
        </p:nvSpPr>
        <p:spPr>
          <a:xfrm>
            <a:off x="1434650" y="2193667"/>
            <a:ext cx="654600" cy="6546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48"/>
          <p:cNvSpPr/>
          <p:nvPr/>
        </p:nvSpPr>
        <p:spPr>
          <a:xfrm>
            <a:off x="1434650" y="3048383"/>
            <a:ext cx="654600" cy="654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48"/>
          <p:cNvSpPr/>
          <p:nvPr/>
        </p:nvSpPr>
        <p:spPr>
          <a:xfrm>
            <a:off x="1434650" y="3903100"/>
            <a:ext cx="654600" cy="654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6" name="Google Shape;4936;p48"/>
          <p:cNvGrpSpPr/>
          <p:nvPr/>
        </p:nvGrpSpPr>
        <p:grpSpPr>
          <a:xfrm>
            <a:off x="1606944" y="2340822"/>
            <a:ext cx="310007" cy="309454"/>
            <a:chOff x="1970932" y="1289347"/>
            <a:chExt cx="310007" cy="309454"/>
          </a:xfrm>
        </p:grpSpPr>
        <p:sp>
          <p:nvSpPr>
            <p:cNvPr id="4937" name="Google Shape;4937;p48"/>
            <p:cNvSpPr/>
            <p:nvPr/>
          </p:nvSpPr>
          <p:spPr>
            <a:xfrm>
              <a:off x="2049998" y="1368152"/>
              <a:ext cx="230942" cy="230649"/>
            </a:xfrm>
            <a:custGeom>
              <a:rect b="b" l="l" r="r" t="t"/>
              <a:pathLst>
                <a:path extrusionOk="0" h="7080" w="7089">
                  <a:moveTo>
                    <a:pt x="6901" y="0"/>
                  </a:moveTo>
                  <a:cubicBezTo>
                    <a:pt x="6881" y="0"/>
                    <a:pt x="6860" y="4"/>
                    <a:pt x="6840" y="10"/>
                  </a:cubicBezTo>
                  <a:lnTo>
                    <a:pt x="5512" y="484"/>
                  </a:lnTo>
                  <a:cubicBezTo>
                    <a:pt x="5458" y="503"/>
                    <a:pt x="5416" y="546"/>
                    <a:pt x="5397" y="600"/>
                  </a:cubicBezTo>
                  <a:lnTo>
                    <a:pt x="4998" y="1815"/>
                  </a:lnTo>
                  <a:lnTo>
                    <a:pt x="4204" y="2804"/>
                  </a:lnTo>
                  <a:cubicBezTo>
                    <a:pt x="4185" y="2826"/>
                    <a:pt x="4174" y="2853"/>
                    <a:pt x="4166" y="2881"/>
                  </a:cubicBezTo>
                  <a:lnTo>
                    <a:pt x="3929" y="3974"/>
                  </a:lnTo>
                  <a:lnTo>
                    <a:pt x="2905" y="3974"/>
                  </a:lnTo>
                  <a:cubicBezTo>
                    <a:pt x="2837" y="3974"/>
                    <a:pt x="2774" y="4011"/>
                    <a:pt x="2741" y="4072"/>
                  </a:cubicBezTo>
                  <a:lnTo>
                    <a:pt x="2115" y="5240"/>
                  </a:lnTo>
                  <a:lnTo>
                    <a:pt x="1143" y="5240"/>
                  </a:lnTo>
                  <a:cubicBezTo>
                    <a:pt x="1080" y="5240"/>
                    <a:pt x="1022" y="5271"/>
                    <a:pt x="988" y="5325"/>
                  </a:cubicBezTo>
                  <a:lnTo>
                    <a:pt x="40" y="6793"/>
                  </a:lnTo>
                  <a:cubicBezTo>
                    <a:pt x="2" y="6850"/>
                    <a:pt x="0" y="6922"/>
                    <a:pt x="33" y="6982"/>
                  </a:cubicBezTo>
                  <a:cubicBezTo>
                    <a:pt x="66" y="7043"/>
                    <a:pt x="129" y="7080"/>
                    <a:pt x="195" y="7080"/>
                  </a:cubicBezTo>
                  <a:lnTo>
                    <a:pt x="6903" y="7080"/>
                  </a:lnTo>
                  <a:cubicBezTo>
                    <a:pt x="7004" y="7080"/>
                    <a:pt x="7088" y="6997"/>
                    <a:pt x="7088" y="6893"/>
                  </a:cubicBezTo>
                  <a:lnTo>
                    <a:pt x="7088" y="4214"/>
                  </a:lnTo>
                  <a:cubicBezTo>
                    <a:pt x="7088" y="4112"/>
                    <a:pt x="7006" y="4028"/>
                    <a:pt x="6903" y="4028"/>
                  </a:cubicBezTo>
                  <a:cubicBezTo>
                    <a:pt x="6799" y="4028"/>
                    <a:pt x="6716" y="4111"/>
                    <a:pt x="6716" y="4214"/>
                  </a:cubicBezTo>
                  <a:lnTo>
                    <a:pt x="6716" y="6708"/>
                  </a:lnTo>
                  <a:lnTo>
                    <a:pt x="535" y="6708"/>
                  </a:lnTo>
                  <a:lnTo>
                    <a:pt x="1245" y="5610"/>
                  </a:lnTo>
                  <a:lnTo>
                    <a:pt x="2226" y="5610"/>
                  </a:lnTo>
                  <a:cubicBezTo>
                    <a:pt x="2294" y="5610"/>
                    <a:pt x="2357" y="5572"/>
                    <a:pt x="2390" y="5512"/>
                  </a:cubicBezTo>
                  <a:lnTo>
                    <a:pt x="3016" y="4344"/>
                  </a:lnTo>
                  <a:lnTo>
                    <a:pt x="4078" y="4344"/>
                  </a:lnTo>
                  <a:cubicBezTo>
                    <a:pt x="4165" y="4344"/>
                    <a:pt x="4241" y="4284"/>
                    <a:pt x="4259" y="4199"/>
                  </a:cubicBezTo>
                  <a:lnTo>
                    <a:pt x="4520" y="3003"/>
                  </a:lnTo>
                  <a:lnTo>
                    <a:pt x="5309" y="2022"/>
                  </a:lnTo>
                  <a:cubicBezTo>
                    <a:pt x="5323" y="2005"/>
                    <a:pt x="5333" y="1985"/>
                    <a:pt x="5341" y="1964"/>
                  </a:cubicBezTo>
                  <a:lnTo>
                    <a:pt x="5721" y="805"/>
                  </a:lnTo>
                  <a:lnTo>
                    <a:pt x="6716" y="449"/>
                  </a:lnTo>
                  <a:lnTo>
                    <a:pt x="6716" y="2545"/>
                  </a:lnTo>
                  <a:cubicBezTo>
                    <a:pt x="6716" y="2647"/>
                    <a:pt x="6799" y="2731"/>
                    <a:pt x="6903" y="2731"/>
                  </a:cubicBezTo>
                  <a:cubicBezTo>
                    <a:pt x="7006" y="2731"/>
                    <a:pt x="7088" y="2648"/>
                    <a:pt x="7088" y="2545"/>
                  </a:cubicBezTo>
                  <a:lnTo>
                    <a:pt x="7088" y="186"/>
                  </a:lnTo>
                  <a:cubicBezTo>
                    <a:pt x="7087" y="125"/>
                    <a:pt x="7059" y="68"/>
                    <a:pt x="7009" y="35"/>
                  </a:cubicBezTo>
                  <a:cubicBezTo>
                    <a:pt x="6976" y="12"/>
                    <a:pt x="6939" y="0"/>
                    <a:pt x="69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48"/>
            <p:cNvSpPr/>
            <p:nvPr/>
          </p:nvSpPr>
          <p:spPr>
            <a:xfrm>
              <a:off x="1970932" y="1289347"/>
              <a:ext cx="209082" cy="234167"/>
            </a:xfrm>
            <a:custGeom>
              <a:rect b="b" l="l" r="r" t="t"/>
              <a:pathLst>
                <a:path extrusionOk="0" h="7188" w="6418">
                  <a:moveTo>
                    <a:pt x="3920" y="386"/>
                  </a:moveTo>
                  <a:lnTo>
                    <a:pt x="4476" y="708"/>
                  </a:lnTo>
                  <a:lnTo>
                    <a:pt x="4281" y="1046"/>
                  </a:lnTo>
                  <a:lnTo>
                    <a:pt x="3725" y="724"/>
                  </a:lnTo>
                  <a:lnTo>
                    <a:pt x="3920" y="386"/>
                  </a:lnTo>
                  <a:close/>
                  <a:moveTo>
                    <a:pt x="1582" y="591"/>
                  </a:moveTo>
                  <a:cubicBezTo>
                    <a:pt x="2049" y="647"/>
                    <a:pt x="2507" y="762"/>
                    <a:pt x="2947" y="930"/>
                  </a:cubicBezTo>
                  <a:lnTo>
                    <a:pt x="2601" y="1529"/>
                  </a:lnTo>
                  <a:cubicBezTo>
                    <a:pt x="2236" y="1349"/>
                    <a:pt x="1860" y="1187"/>
                    <a:pt x="1480" y="1043"/>
                  </a:cubicBezTo>
                  <a:lnTo>
                    <a:pt x="1582" y="591"/>
                  </a:lnTo>
                  <a:close/>
                  <a:moveTo>
                    <a:pt x="3368" y="946"/>
                  </a:moveTo>
                  <a:lnTo>
                    <a:pt x="4269" y="1466"/>
                  </a:lnTo>
                  <a:lnTo>
                    <a:pt x="3772" y="2325"/>
                  </a:lnTo>
                  <a:lnTo>
                    <a:pt x="2871" y="1805"/>
                  </a:lnTo>
                  <a:lnTo>
                    <a:pt x="3368" y="946"/>
                  </a:lnTo>
                  <a:close/>
                  <a:moveTo>
                    <a:pt x="4491" y="1822"/>
                  </a:moveTo>
                  <a:cubicBezTo>
                    <a:pt x="5115" y="2325"/>
                    <a:pt x="5617" y="2945"/>
                    <a:pt x="5984" y="3664"/>
                  </a:cubicBezTo>
                  <a:cubicBezTo>
                    <a:pt x="6015" y="3723"/>
                    <a:pt x="5980" y="3763"/>
                    <a:pt x="5956" y="3780"/>
                  </a:cubicBezTo>
                  <a:cubicBezTo>
                    <a:pt x="5943" y="3789"/>
                    <a:pt x="5922" y="3801"/>
                    <a:pt x="5897" y="3801"/>
                  </a:cubicBezTo>
                  <a:cubicBezTo>
                    <a:pt x="5878" y="3801"/>
                    <a:pt x="5857" y="3794"/>
                    <a:pt x="5836" y="3774"/>
                  </a:cubicBezTo>
                  <a:cubicBezTo>
                    <a:pt x="5314" y="3278"/>
                    <a:pt x="4746" y="2824"/>
                    <a:pt x="4145" y="2421"/>
                  </a:cubicBezTo>
                  <a:lnTo>
                    <a:pt x="4491" y="1822"/>
                  </a:lnTo>
                  <a:close/>
                  <a:moveTo>
                    <a:pt x="2857" y="2224"/>
                  </a:moveTo>
                  <a:lnTo>
                    <a:pt x="3413" y="2547"/>
                  </a:lnTo>
                  <a:lnTo>
                    <a:pt x="959" y="6798"/>
                  </a:lnTo>
                  <a:lnTo>
                    <a:pt x="403" y="6476"/>
                  </a:lnTo>
                  <a:lnTo>
                    <a:pt x="2857" y="2224"/>
                  </a:lnTo>
                  <a:close/>
                  <a:moveTo>
                    <a:pt x="3902" y="0"/>
                  </a:moveTo>
                  <a:cubicBezTo>
                    <a:pt x="3789" y="0"/>
                    <a:pt x="3679" y="59"/>
                    <a:pt x="3619" y="163"/>
                  </a:cubicBezTo>
                  <a:lnTo>
                    <a:pt x="3389" y="563"/>
                  </a:lnTo>
                  <a:cubicBezTo>
                    <a:pt x="3375" y="561"/>
                    <a:pt x="3361" y="560"/>
                    <a:pt x="3348" y="560"/>
                  </a:cubicBezTo>
                  <a:cubicBezTo>
                    <a:pt x="3320" y="560"/>
                    <a:pt x="3292" y="564"/>
                    <a:pt x="3264" y="572"/>
                  </a:cubicBezTo>
                  <a:cubicBezTo>
                    <a:pt x="3227" y="583"/>
                    <a:pt x="3193" y="598"/>
                    <a:pt x="3161" y="619"/>
                  </a:cubicBezTo>
                  <a:cubicBezTo>
                    <a:pt x="2614" y="397"/>
                    <a:pt x="2038" y="259"/>
                    <a:pt x="1451" y="206"/>
                  </a:cubicBezTo>
                  <a:cubicBezTo>
                    <a:pt x="1445" y="206"/>
                    <a:pt x="1438" y="206"/>
                    <a:pt x="1432" y="206"/>
                  </a:cubicBezTo>
                  <a:cubicBezTo>
                    <a:pt x="1346" y="206"/>
                    <a:pt x="1271" y="266"/>
                    <a:pt x="1253" y="350"/>
                  </a:cubicBezTo>
                  <a:lnTo>
                    <a:pt x="1081" y="1123"/>
                  </a:lnTo>
                  <a:cubicBezTo>
                    <a:pt x="1061" y="1213"/>
                    <a:pt x="1111" y="1305"/>
                    <a:pt x="1199" y="1338"/>
                  </a:cubicBezTo>
                  <a:cubicBezTo>
                    <a:pt x="1636" y="1496"/>
                    <a:pt x="2070" y="1684"/>
                    <a:pt x="2489" y="1890"/>
                  </a:cubicBezTo>
                  <a:cubicBezTo>
                    <a:pt x="2499" y="1936"/>
                    <a:pt x="2517" y="1981"/>
                    <a:pt x="2547" y="2019"/>
                  </a:cubicBezTo>
                  <a:lnTo>
                    <a:pt x="55" y="6332"/>
                  </a:lnTo>
                  <a:cubicBezTo>
                    <a:pt x="12" y="6408"/>
                    <a:pt x="1" y="6496"/>
                    <a:pt x="23" y="6580"/>
                  </a:cubicBezTo>
                  <a:cubicBezTo>
                    <a:pt x="45" y="6664"/>
                    <a:pt x="99" y="6734"/>
                    <a:pt x="175" y="6777"/>
                  </a:cubicBezTo>
                  <a:lnTo>
                    <a:pt x="810" y="7144"/>
                  </a:lnTo>
                  <a:cubicBezTo>
                    <a:pt x="860" y="7173"/>
                    <a:pt x="916" y="7188"/>
                    <a:pt x="972" y="7188"/>
                  </a:cubicBezTo>
                  <a:cubicBezTo>
                    <a:pt x="1001" y="7188"/>
                    <a:pt x="1029" y="7183"/>
                    <a:pt x="1058" y="7175"/>
                  </a:cubicBezTo>
                  <a:cubicBezTo>
                    <a:pt x="1142" y="7153"/>
                    <a:pt x="1212" y="7100"/>
                    <a:pt x="1255" y="7023"/>
                  </a:cubicBezTo>
                  <a:lnTo>
                    <a:pt x="3746" y="2710"/>
                  </a:lnTo>
                  <a:cubicBezTo>
                    <a:pt x="3762" y="2711"/>
                    <a:pt x="3774" y="2712"/>
                    <a:pt x="3787" y="2712"/>
                  </a:cubicBezTo>
                  <a:cubicBezTo>
                    <a:pt x="3815" y="2712"/>
                    <a:pt x="3845" y="2709"/>
                    <a:pt x="3872" y="2701"/>
                  </a:cubicBezTo>
                  <a:cubicBezTo>
                    <a:pt x="3877" y="2700"/>
                    <a:pt x="3883" y="2697"/>
                    <a:pt x="3889" y="2696"/>
                  </a:cubicBezTo>
                  <a:cubicBezTo>
                    <a:pt x="4490" y="3096"/>
                    <a:pt x="5060" y="3548"/>
                    <a:pt x="5579" y="4043"/>
                  </a:cubicBezTo>
                  <a:cubicBezTo>
                    <a:pt x="5669" y="4130"/>
                    <a:pt x="5784" y="4173"/>
                    <a:pt x="5898" y="4173"/>
                  </a:cubicBezTo>
                  <a:cubicBezTo>
                    <a:pt x="5994" y="4173"/>
                    <a:pt x="6092" y="4141"/>
                    <a:pt x="6176" y="4078"/>
                  </a:cubicBezTo>
                  <a:cubicBezTo>
                    <a:pt x="6361" y="3941"/>
                    <a:pt x="6417" y="3701"/>
                    <a:pt x="6313" y="3496"/>
                  </a:cubicBezTo>
                  <a:cubicBezTo>
                    <a:pt x="5908" y="2702"/>
                    <a:pt x="5350" y="2025"/>
                    <a:pt x="4652" y="1479"/>
                  </a:cubicBezTo>
                  <a:cubicBezTo>
                    <a:pt x="4654" y="1443"/>
                    <a:pt x="4652" y="1405"/>
                    <a:pt x="4642" y="1366"/>
                  </a:cubicBezTo>
                  <a:cubicBezTo>
                    <a:pt x="4631" y="1326"/>
                    <a:pt x="4612" y="1288"/>
                    <a:pt x="4588" y="1255"/>
                  </a:cubicBezTo>
                  <a:lnTo>
                    <a:pt x="4819" y="856"/>
                  </a:lnTo>
                  <a:cubicBezTo>
                    <a:pt x="4862" y="779"/>
                    <a:pt x="4873" y="693"/>
                    <a:pt x="4851" y="609"/>
                  </a:cubicBezTo>
                  <a:cubicBezTo>
                    <a:pt x="4829" y="525"/>
                    <a:pt x="4775" y="454"/>
                    <a:pt x="4699" y="411"/>
                  </a:cubicBezTo>
                  <a:lnTo>
                    <a:pt x="4065" y="44"/>
                  </a:lnTo>
                  <a:cubicBezTo>
                    <a:pt x="4013" y="14"/>
                    <a:pt x="3957" y="0"/>
                    <a:pt x="39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48"/>
            <p:cNvSpPr/>
            <p:nvPr/>
          </p:nvSpPr>
          <p:spPr>
            <a:xfrm>
              <a:off x="2119355" y="1436597"/>
              <a:ext cx="46423" cy="46684"/>
            </a:xfrm>
            <a:custGeom>
              <a:rect b="b" l="l" r="r" t="t"/>
              <a:pathLst>
                <a:path extrusionOk="0" h="1433" w="1425">
                  <a:moveTo>
                    <a:pt x="757" y="383"/>
                  </a:moveTo>
                  <a:lnTo>
                    <a:pt x="1014" y="705"/>
                  </a:lnTo>
                  <a:lnTo>
                    <a:pt x="709" y="1046"/>
                  </a:lnTo>
                  <a:lnTo>
                    <a:pt x="387" y="703"/>
                  </a:lnTo>
                  <a:lnTo>
                    <a:pt x="757" y="383"/>
                  </a:lnTo>
                  <a:close/>
                  <a:moveTo>
                    <a:pt x="760" y="1"/>
                  </a:moveTo>
                  <a:cubicBezTo>
                    <a:pt x="678" y="1"/>
                    <a:pt x="598" y="31"/>
                    <a:pt x="537" y="85"/>
                  </a:cubicBezTo>
                  <a:lnTo>
                    <a:pt x="123" y="443"/>
                  </a:lnTo>
                  <a:cubicBezTo>
                    <a:pt x="53" y="502"/>
                    <a:pt x="11" y="591"/>
                    <a:pt x="6" y="683"/>
                  </a:cubicBezTo>
                  <a:cubicBezTo>
                    <a:pt x="1" y="776"/>
                    <a:pt x="34" y="868"/>
                    <a:pt x="97" y="936"/>
                  </a:cubicBezTo>
                  <a:lnTo>
                    <a:pt x="460" y="1324"/>
                  </a:lnTo>
                  <a:cubicBezTo>
                    <a:pt x="525" y="1393"/>
                    <a:pt x="616" y="1433"/>
                    <a:pt x="710" y="1433"/>
                  </a:cubicBezTo>
                  <a:lnTo>
                    <a:pt x="714" y="1433"/>
                  </a:lnTo>
                  <a:cubicBezTo>
                    <a:pt x="810" y="1430"/>
                    <a:pt x="902" y="1389"/>
                    <a:pt x="966" y="1318"/>
                  </a:cubicBezTo>
                  <a:lnTo>
                    <a:pt x="1307" y="937"/>
                  </a:lnTo>
                  <a:cubicBezTo>
                    <a:pt x="1418" y="812"/>
                    <a:pt x="1425" y="626"/>
                    <a:pt x="1320" y="495"/>
                  </a:cubicBezTo>
                  <a:lnTo>
                    <a:pt x="1030" y="129"/>
                  </a:lnTo>
                  <a:cubicBezTo>
                    <a:pt x="972" y="57"/>
                    <a:pt x="885" y="10"/>
                    <a:pt x="793" y="3"/>
                  </a:cubicBezTo>
                  <a:cubicBezTo>
                    <a:pt x="782" y="1"/>
                    <a:pt x="771" y="1"/>
                    <a:pt x="7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48"/>
            <p:cNvSpPr/>
            <p:nvPr/>
          </p:nvSpPr>
          <p:spPr>
            <a:xfrm>
              <a:off x="2072672" y="1475397"/>
              <a:ext cx="46488" cy="43947"/>
            </a:xfrm>
            <a:custGeom>
              <a:rect b="b" l="l" r="r" t="t"/>
              <a:pathLst>
                <a:path extrusionOk="0" h="1349" w="1427">
                  <a:moveTo>
                    <a:pt x="604" y="383"/>
                  </a:moveTo>
                  <a:lnTo>
                    <a:pt x="1033" y="618"/>
                  </a:lnTo>
                  <a:lnTo>
                    <a:pt x="821" y="971"/>
                  </a:lnTo>
                  <a:lnTo>
                    <a:pt x="395" y="803"/>
                  </a:lnTo>
                  <a:lnTo>
                    <a:pt x="604" y="383"/>
                  </a:lnTo>
                  <a:close/>
                  <a:moveTo>
                    <a:pt x="592" y="1"/>
                  </a:moveTo>
                  <a:cubicBezTo>
                    <a:pt x="557" y="1"/>
                    <a:pt x="522" y="6"/>
                    <a:pt x="489" y="16"/>
                  </a:cubicBezTo>
                  <a:cubicBezTo>
                    <a:pt x="400" y="44"/>
                    <a:pt x="327" y="107"/>
                    <a:pt x="285" y="190"/>
                  </a:cubicBezTo>
                  <a:lnTo>
                    <a:pt x="48" y="666"/>
                  </a:lnTo>
                  <a:cubicBezTo>
                    <a:pt x="5" y="752"/>
                    <a:pt x="1" y="851"/>
                    <a:pt x="35" y="941"/>
                  </a:cubicBezTo>
                  <a:cubicBezTo>
                    <a:pt x="69" y="1030"/>
                    <a:pt x="141" y="1103"/>
                    <a:pt x="230" y="1138"/>
                  </a:cubicBezTo>
                  <a:lnTo>
                    <a:pt x="707" y="1326"/>
                  </a:lnTo>
                  <a:cubicBezTo>
                    <a:pt x="749" y="1341"/>
                    <a:pt x="791" y="1349"/>
                    <a:pt x="833" y="1349"/>
                  </a:cubicBezTo>
                  <a:cubicBezTo>
                    <a:pt x="949" y="1349"/>
                    <a:pt x="1062" y="1289"/>
                    <a:pt x="1126" y="1182"/>
                  </a:cubicBezTo>
                  <a:lnTo>
                    <a:pt x="1366" y="784"/>
                  </a:lnTo>
                  <a:cubicBezTo>
                    <a:pt x="1414" y="705"/>
                    <a:pt x="1427" y="608"/>
                    <a:pt x="1402" y="519"/>
                  </a:cubicBezTo>
                  <a:cubicBezTo>
                    <a:pt x="1377" y="430"/>
                    <a:pt x="1317" y="353"/>
                    <a:pt x="1236" y="308"/>
                  </a:cubicBezTo>
                  <a:lnTo>
                    <a:pt x="756" y="45"/>
                  </a:lnTo>
                  <a:cubicBezTo>
                    <a:pt x="706" y="15"/>
                    <a:pt x="649" y="1"/>
                    <a:pt x="5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48"/>
            <p:cNvSpPr/>
            <p:nvPr/>
          </p:nvSpPr>
          <p:spPr>
            <a:xfrm>
              <a:off x="2206435" y="1338963"/>
              <a:ext cx="17071" cy="34728"/>
            </a:xfrm>
            <a:custGeom>
              <a:rect b="b" l="l" r="r" t="t"/>
              <a:pathLst>
                <a:path extrusionOk="0" h="1066" w="524">
                  <a:moveTo>
                    <a:pt x="320" y="0"/>
                  </a:moveTo>
                  <a:cubicBezTo>
                    <a:pt x="232" y="0"/>
                    <a:pt x="155" y="64"/>
                    <a:pt x="139" y="154"/>
                  </a:cubicBezTo>
                  <a:lnTo>
                    <a:pt x="16" y="848"/>
                  </a:lnTo>
                  <a:cubicBezTo>
                    <a:pt x="0" y="948"/>
                    <a:pt x="67" y="1045"/>
                    <a:pt x="168" y="1063"/>
                  </a:cubicBezTo>
                  <a:cubicBezTo>
                    <a:pt x="178" y="1064"/>
                    <a:pt x="190" y="1066"/>
                    <a:pt x="200" y="1066"/>
                  </a:cubicBezTo>
                  <a:cubicBezTo>
                    <a:pt x="288" y="1066"/>
                    <a:pt x="367" y="1003"/>
                    <a:pt x="383" y="912"/>
                  </a:cubicBezTo>
                  <a:lnTo>
                    <a:pt x="504" y="218"/>
                  </a:lnTo>
                  <a:cubicBezTo>
                    <a:pt x="523" y="118"/>
                    <a:pt x="455" y="20"/>
                    <a:pt x="353" y="3"/>
                  </a:cubicBezTo>
                  <a:cubicBezTo>
                    <a:pt x="342" y="1"/>
                    <a:pt x="331" y="0"/>
                    <a:pt x="3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48"/>
            <p:cNvSpPr/>
            <p:nvPr/>
          </p:nvSpPr>
          <p:spPr>
            <a:xfrm>
              <a:off x="2168580" y="1346944"/>
              <a:ext cx="24531" cy="30623"/>
            </a:xfrm>
            <a:custGeom>
              <a:rect b="b" l="l" r="r" t="t"/>
              <a:pathLst>
                <a:path extrusionOk="0" h="940" w="753">
                  <a:moveTo>
                    <a:pt x="213" y="1"/>
                  </a:moveTo>
                  <a:cubicBezTo>
                    <a:pt x="181" y="1"/>
                    <a:pt x="149" y="9"/>
                    <a:pt x="120" y="26"/>
                  </a:cubicBezTo>
                  <a:cubicBezTo>
                    <a:pt x="31" y="77"/>
                    <a:pt x="1" y="190"/>
                    <a:pt x="52" y="279"/>
                  </a:cubicBezTo>
                  <a:lnTo>
                    <a:pt x="379" y="847"/>
                  </a:lnTo>
                  <a:cubicBezTo>
                    <a:pt x="413" y="906"/>
                    <a:pt x="476" y="939"/>
                    <a:pt x="540" y="939"/>
                  </a:cubicBezTo>
                  <a:cubicBezTo>
                    <a:pt x="571" y="939"/>
                    <a:pt x="603" y="932"/>
                    <a:pt x="633" y="915"/>
                  </a:cubicBezTo>
                  <a:cubicBezTo>
                    <a:pt x="722" y="864"/>
                    <a:pt x="753" y="749"/>
                    <a:pt x="701" y="660"/>
                  </a:cubicBezTo>
                  <a:lnTo>
                    <a:pt x="373" y="94"/>
                  </a:lnTo>
                  <a:cubicBezTo>
                    <a:pt x="340" y="34"/>
                    <a:pt x="277" y="1"/>
                    <a:pt x="2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48"/>
            <p:cNvSpPr/>
            <p:nvPr/>
          </p:nvSpPr>
          <p:spPr>
            <a:xfrm>
              <a:off x="2098766" y="1431711"/>
              <a:ext cx="12151" cy="12151"/>
            </a:xfrm>
            <a:custGeom>
              <a:rect b="b" l="l" r="r" t="t"/>
              <a:pathLst>
                <a:path extrusionOk="0" h="373" w="373">
                  <a:moveTo>
                    <a:pt x="186" y="1"/>
                  </a:moveTo>
                  <a:cubicBezTo>
                    <a:pt x="83" y="1"/>
                    <a:pt x="0" y="84"/>
                    <a:pt x="0" y="186"/>
                  </a:cubicBezTo>
                  <a:cubicBezTo>
                    <a:pt x="0" y="290"/>
                    <a:pt x="84" y="373"/>
                    <a:pt x="186" y="373"/>
                  </a:cubicBezTo>
                  <a:cubicBezTo>
                    <a:pt x="289" y="373"/>
                    <a:pt x="372" y="289"/>
                    <a:pt x="372" y="186"/>
                  </a:cubicBezTo>
                  <a:cubicBezTo>
                    <a:pt x="372" y="84"/>
                    <a:pt x="289" y="2"/>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48"/>
            <p:cNvSpPr/>
            <p:nvPr/>
          </p:nvSpPr>
          <p:spPr>
            <a:xfrm>
              <a:off x="2191123" y="1406496"/>
              <a:ext cx="12151" cy="12151"/>
            </a:xfrm>
            <a:custGeom>
              <a:rect b="b" l="l" r="r" t="t"/>
              <a:pathLst>
                <a:path extrusionOk="0" h="373" w="373">
                  <a:moveTo>
                    <a:pt x="187" y="0"/>
                  </a:moveTo>
                  <a:cubicBezTo>
                    <a:pt x="84" y="0"/>
                    <a:pt x="1" y="84"/>
                    <a:pt x="1" y="187"/>
                  </a:cubicBezTo>
                  <a:cubicBezTo>
                    <a:pt x="1" y="290"/>
                    <a:pt x="85" y="372"/>
                    <a:pt x="187" y="372"/>
                  </a:cubicBezTo>
                  <a:cubicBezTo>
                    <a:pt x="291" y="372"/>
                    <a:pt x="373" y="289"/>
                    <a:pt x="373" y="187"/>
                  </a:cubicBezTo>
                  <a:cubicBezTo>
                    <a:pt x="373" y="84"/>
                    <a:pt x="291" y="2"/>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48"/>
            <p:cNvSpPr/>
            <p:nvPr/>
          </p:nvSpPr>
          <p:spPr>
            <a:xfrm>
              <a:off x="2268755" y="1472172"/>
              <a:ext cx="12151" cy="12119"/>
            </a:xfrm>
            <a:custGeom>
              <a:rect b="b" l="l" r="r" t="t"/>
              <a:pathLst>
                <a:path extrusionOk="0" h="372" w="373">
                  <a:moveTo>
                    <a:pt x="187" y="0"/>
                  </a:moveTo>
                  <a:cubicBezTo>
                    <a:pt x="83" y="0"/>
                    <a:pt x="0" y="84"/>
                    <a:pt x="0" y="185"/>
                  </a:cubicBezTo>
                  <a:cubicBezTo>
                    <a:pt x="0" y="289"/>
                    <a:pt x="83" y="372"/>
                    <a:pt x="187" y="372"/>
                  </a:cubicBezTo>
                  <a:cubicBezTo>
                    <a:pt x="289" y="372"/>
                    <a:pt x="372" y="288"/>
                    <a:pt x="372" y="185"/>
                  </a:cubicBezTo>
                  <a:cubicBezTo>
                    <a:pt x="372" y="84"/>
                    <a:pt x="289"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6" name="Google Shape;4946;p48"/>
          <p:cNvGrpSpPr/>
          <p:nvPr/>
        </p:nvGrpSpPr>
        <p:grpSpPr>
          <a:xfrm>
            <a:off x="1606146" y="1544065"/>
            <a:ext cx="311604" cy="244364"/>
            <a:chOff x="1264196" y="2837365"/>
            <a:chExt cx="311604" cy="244364"/>
          </a:xfrm>
        </p:grpSpPr>
        <p:sp>
          <p:nvSpPr>
            <p:cNvPr id="4947" name="Google Shape;4947;p48"/>
            <p:cNvSpPr/>
            <p:nvPr/>
          </p:nvSpPr>
          <p:spPr>
            <a:xfrm>
              <a:off x="1264196" y="2863492"/>
              <a:ext cx="311604" cy="218237"/>
            </a:xfrm>
            <a:custGeom>
              <a:rect b="b" l="l" r="r" t="t"/>
              <a:pathLst>
                <a:path extrusionOk="0" h="6699" w="9565">
                  <a:moveTo>
                    <a:pt x="5357" y="3536"/>
                  </a:moveTo>
                  <a:cubicBezTo>
                    <a:pt x="5344" y="3562"/>
                    <a:pt x="5334" y="3589"/>
                    <a:pt x="5325" y="3617"/>
                  </a:cubicBezTo>
                  <a:lnTo>
                    <a:pt x="4782" y="5366"/>
                  </a:lnTo>
                  <a:lnTo>
                    <a:pt x="4241" y="3617"/>
                  </a:lnTo>
                  <a:cubicBezTo>
                    <a:pt x="4231" y="3589"/>
                    <a:pt x="4221" y="3561"/>
                    <a:pt x="4209" y="3536"/>
                  </a:cubicBezTo>
                  <a:close/>
                  <a:moveTo>
                    <a:pt x="3628" y="3537"/>
                  </a:moveTo>
                  <a:cubicBezTo>
                    <a:pt x="3746" y="3537"/>
                    <a:pt x="3850" y="3613"/>
                    <a:pt x="3886" y="3727"/>
                  </a:cubicBezTo>
                  <a:lnTo>
                    <a:pt x="4583" y="5979"/>
                  </a:lnTo>
                  <a:cubicBezTo>
                    <a:pt x="4610" y="6062"/>
                    <a:pt x="4595" y="6149"/>
                    <a:pt x="4545" y="6220"/>
                  </a:cubicBezTo>
                  <a:cubicBezTo>
                    <a:pt x="4493" y="6289"/>
                    <a:pt x="4414" y="6330"/>
                    <a:pt x="4327" y="6330"/>
                  </a:cubicBezTo>
                  <a:lnTo>
                    <a:pt x="675" y="6330"/>
                  </a:lnTo>
                  <a:cubicBezTo>
                    <a:pt x="588" y="6330"/>
                    <a:pt x="508" y="6289"/>
                    <a:pt x="457" y="6220"/>
                  </a:cubicBezTo>
                  <a:cubicBezTo>
                    <a:pt x="407" y="6151"/>
                    <a:pt x="390" y="6063"/>
                    <a:pt x="416" y="5979"/>
                  </a:cubicBezTo>
                  <a:lnTo>
                    <a:pt x="1115" y="3727"/>
                  </a:lnTo>
                  <a:cubicBezTo>
                    <a:pt x="1149" y="3613"/>
                    <a:pt x="1253" y="3537"/>
                    <a:pt x="1373" y="3537"/>
                  </a:cubicBezTo>
                  <a:close/>
                  <a:moveTo>
                    <a:pt x="8192" y="3537"/>
                  </a:moveTo>
                  <a:cubicBezTo>
                    <a:pt x="8312" y="3537"/>
                    <a:pt x="8414" y="3613"/>
                    <a:pt x="8450" y="3727"/>
                  </a:cubicBezTo>
                  <a:lnTo>
                    <a:pt x="9148" y="5979"/>
                  </a:lnTo>
                  <a:cubicBezTo>
                    <a:pt x="9175" y="6062"/>
                    <a:pt x="9160" y="6149"/>
                    <a:pt x="9108" y="6220"/>
                  </a:cubicBezTo>
                  <a:cubicBezTo>
                    <a:pt x="9057" y="6289"/>
                    <a:pt x="8977" y="6330"/>
                    <a:pt x="8890" y="6330"/>
                  </a:cubicBezTo>
                  <a:lnTo>
                    <a:pt x="5239" y="6330"/>
                  </a:lnTo>
                  <a:cubicBezTo>
                    <a:pt x="5153" y="6330"/>
                    <a:pt x="5074" y="6289"/>
                    <a:pt x="5022" y="6220"/>
                  </a:cubicBezTo>
                  <a:cubicBezTo>
                    <a:pt x="4971" y="6151"/>
                    <a:pt x="4955" y="6063"/>
                    <a:pt x="4982" y="5979"/>
                  </a:cubicBezTo>
                  <a:lnTo>
                    <a:pt x="5679" y="3727"/>
                  </a:lnTo>
                  <a:cubicBezTo>
                    <a:pt x="5715" y="3613"/>
                    <a:pt x="5819" y="3537"/>
                    <a:pt x="5938" y="3537"/>
                  </a:cubicBezTo>
                  <a:close/>
                  <a:moveTo>
                    <a:pt x="3655" y="1"/>
                  </a:moveTo>
                  <a:cubicBezTo>
                    <a:pt x="3372" y="1"/>
                    <a:pt x="3126" y="183"/>
                    <a:pt x="3042" y="453"/>
                  </a:cubicBezTo>
                  <a:lnTo>
                    <a:pt x="2344" y="2705"/>
                  </a:lnTo>
                  <a:cubicBezTo>
                    <a:pt x="2295" y="2860"/>
                    <a:pt x="2307" y="3022"/>
                    <a:pt x="2375" y="3165"/>
                  </a:cubicBezTo>
                  <a:lnTo>
                    <a:pt x="1373" y="3165"/>
                  </a:lnTo>
                  <a:cubicBezTo>
                    <a:pt x="1090" y="3165"/>
                    <a:pt x="844" y="3347"/>
                    <a:pt x="760" y="3617"/>
                  </a:cubicBezTo>
                  <a:lnTo>
                    <a:pt x="62" y="5869"/>
                  </a:lnTo>
                  <a:cubicBezTo>
                    <a:pt x="0" y="6065"/>
                    <a:pt x="36" y="6274"/>
                    <a:pt x="158" y="6439"/>
                  </a:cubicBezTo>
                  <a:cubicBezTo>
                    <a:pt x="280" y="6605"/>
                    <a:pt x="468" y="6699"/>
                    <a:pt x="675" y="6699"/>
                  </a:cubicBezTo>
                  <a:lnTo>
                    <a:pt x="4326" y="6699"/>
                  </a:lnTo>
                  <a:cubicBezTo>
                    <a:pt x="4501" y="6699"/>
                    <a:pt x="4662" y="6630"/>
                    <a:pt x="4782" y="6508"/>
                  </a:cubicBezTo>
                  <a:cubicBezTo>
                    <a:pt x="4902" y="6630"/>
                    <a:pt x="5064" y="6699"/>
                    <a:pt x="5239" y="6699"/>
                  </a:cubicBezTo>
                  <a:lnTo>
                    <a:pt x="8890" y="6699"/>
                  </a:lnTo>
                  <a:cubicBezTo>
                    <a:pt x="9095" y="6699"/>
                    <a:pt x="9284" y="6604"/>
                    <a:pt x="9407" y="6439"/>
                  </a:cubicBezTo>
                  <a:cubicBezTo>
                    <a:pt x="9529" y="6274"/>
                    <a:pt x="9565" y="6067"/>
                    <a:pt x="9503" y="5869"/>
                  </a:cubicBezTo>
                  <a:lnTo>
                    <a:pt x="8805" y="3617"/>
                  </a:lnTo>
                  <a:cubicBezTo>
                    <a:pt x="8721" y="3347"/>
                    <a:pt x="8475" y="3165"/>
                    <a:pt x="8192" y="3165"/>
                  </a:cubicBezTo>
                  <a:lnTo>
                    <a:pt x="7190" y="3165"/>
                  </a:lnTo>
                  <a:cubicBezTo>
                    <a:pt x="7256" y="3022"/>
                    <a:pt x="7268" y="2859"/>
                    <a:pt x="7221" y="2705"/>
                  </a:cubicBezTo>
                  <a:lnTo>
                    <a:pt x="6523" y="453"/>
                  </a:lnTo>
                  <a:cubicBezTo>
                    <a:pt x="6439" y="183"/>
                    <a:pt x="6193" y="1"/>
                    <a:pt x="5910" y="1"/>
                  </a:cubicBezTo>
                  <a:lnTo>
                    <a:pt x="5616" y="1"/>
                  </a:lnTo>
                  <a:cubicBezTo>
                    <a:pt x="5515" y="1"/>
                    <a:pt x="5431" y="83"/>
                    <a:pt x="5431" y="187"/>
                  </a:cubicBezTo>
                  <a:cubicBezTo>
                    <a:pt x="5431" y="289"/>
                    <a:pt x="5514" y="372"/>
                    <a:pt x="5616" y="372"/>
                  </a:cubicBezTo>
                  <a:lnTo>
                    <a:pt x="5910" y="372"/>
                  </a:lnTo>
                  <a:cubicBezTo>
                    <a:pt x="6029" y="372"/>
                    <a:pt x="6133" y="449"/>
                    <a:pt x="6168" y="563"/>
                  </a:cubicBezTo>
                  <a:lnTo>
                    <a:pt x="6866" y="2815"/>
                  </a:lnTo>
                  <a:cubicBezTo>
                    <a:pt x="6892" y="2897"/>
                    <a:pt x="6877" y="2985"/>
                    <a:pt x="6825" y="3056"/>
                  </a:cubicBezTo>
                  <a:cubicBezTo>
                    <a:pt x="6774" y="3126"/>
                    <a:pt x="6694" y="3166"/>
                    <a:pt x="6608" y="3166"/>
                  </a:cubicBezTo>
                  <a:lnTo>
                    <a:pt x="2957" y="3166"/>
                  </a:lnTo>
                  <a:cubicBezTo>
                    <a:pt x="2871" y="3166"/>
                    <a:pt x="2791" y="3126"/>
                    <a:pt x="2740" y="3056"/>
                  </a:cubicBezTo>
                  <a:cubicBezTo>
                    <a:pt x="2688" y="2986"/>
                    <a:pt x="2673" y="2899"/>
                    <a:pt x="2699" y="2815"/>
                  </a:cubicBezTo>
                  <a:lnTo>
                    <a:pt x="3397" y="563"/>
                  </a:lnTo>
                  <a:cubicBezTo>
                    <a:pt x="3432" y="449"/>
                    <a:pt x="3536" y="372"/>
                    <a:pt x="3655" y="372"/>
                  </a:cubicBezTo>
                  <a:lnTo>
                    <a:pt x="3946" y="372"/>
                  </a:lnTo>
                  <a:cubicBezTo>
                    <a:pt x="4049" y="372"/>
                    <a:pt x="4133" y="291"/>
                    <a:pt x="4133" y="187"/>
                  </a:cubicBezTo>
                  <a:cubicBezTo>
                    <a:pt x="4133" y="84"/>
                    <a:pt x="4050" y="1"/>
                    <a:pt x="39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48"/>
            <p:cNvSpPr/>
            <p:nvPr/>
          </p:nvSpPr>
          <p:spPr>
            <a:xfrm>
              <a:off x="1529963" y="2837365"/>
              <a:ext cx="12151" cy="16973"/>
            </a:xfrm>
            <a:custGeom>
              <a:rect b="b" l="l" r="r" t="t"/>
              <a:pathLst>
                <a:path extrusionOk="0" h="521" w="373">
                  <a:moveTo>
                    <a:pt x="186" y="0"/>
                  </a:moveTo>
                  <a:cubicBezTo>
                    <a:pt x="85" y="0"/>
                    <a:pt x="1" y="83"/>
                    <a:pt x="1" y="187"/>
                  </a:cubicBezTo>
                  <a:lnTo>
                    <a:pt x="1" y="334"/>
                  </a:lnTo>
                  <a:cubicBezTo>
                    <a:pt x="2" y="438"/>
                    <a:pt x="85" y="521"/>
                    <a:pt x="186" y="521"/>
                  </a:cubicBezTo>
                  <a:cubicBezTo>
                    <a:pt x="289" y="521"/>
                    <a:pt x="373" y="438"/>
                    <a:pt x="373" y="334"/>
                  </a:cubicBezTo>
                  <a:lnTo>
                    <a:pt x="373" y="187"/>
                  </a:lnTo>
                  <a:cubicBezTo>
                    <a:pt x="373" y="84"/>
                    <a:pt x="290"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48"/>
            <p:cNvSpPr/>
            <p:nvPr/>
          </p:nvSpPr>
          <p:spPr>
            <a:xfrm>
              <a:off x="1529963" y="2876067"/>
              <a:ext cx="12151" cy="16940"/>
            </a:xfrm>
            <a:custGeom>
              <a:rect b="b" l="l" r="r" t="t"/>
              <a:pathLst>
                <a:path extrusionOk="0" h="520" w="373">
                  <a:moveTo>
                    <a:pt x="186" y="0"/>
                  </a:moveTo>
                  <a:cubicBezTo>
                    <a:pt x="85" y="0"/>
                    <a:pt x="1" y="83"/>
                    <a:pt x="1" y="185"/>
                  </a:cubicBezTo>
                  <a:lnTo>
                    <a:pt x="1" y="334"/>
                  </a:lnTo>
                  <a:cubicBezTo>
                    <a:pt x="2" y="436"/>
                    <a:pt x="85" y="520"/>
                    <a:pt x="186" y="520"/>
                  </a:cubicBezTo>
                  <a:cubicBezTo>
                    <a:pt x="289" y="520"/>
                    <a:pt x="373" y="437"/>
                    <a:pt x="373" y="334"/>
                  </a:cubicBezTo>
                  <a:lnTo>
                    <a:pt x="373" y="185"/>
                  </a:lnTo>
                  <a:cubicBezTo>
                    <a:pt x="373" y="84"/>
                    <a:pt x="290"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48"/>
            <p:cNvSpPr/>
            <p:nvPr/>
          </p:nvSpPr>
          <p:spPr>
            <a:xfrm>
              <a:off x="1546903" y="2859126"/>
              <a:ext cx="16973" cy="12151"/>
            </a:xfrm>
            <a:custGeom>
              <a:rect b="b" l="l" r="r" t="t"/>
              <a:pathLst>
                <a:path extrusionOk="0" h="373" w="521">
                  <a:moveTo>
                    <a:pt x="186" y="0"/>
                  </a:moveTo>
                  <a:cubicBezTo>
                    <a:pt x="84" y="0"/>
                    <a:pt x="0" y="83"/>
                    <a:pt x="0" y="186"/>
                  </a:cubicBezTo>
                  <a:cubicBezTo>
                    <a:pt x="0" y="289"/>
                    <a:pt x="84" y="372"/>
                    <a:pt x="186" y="372"/>
                  </a:cubicBezTo>
                  <a:lnTo>
                    <a:pt x="335" y="372"/>
                  </a:lnTo>
                  <a:cubicBezTo>
                    <a:pt x="436" y="372"/>
                    <a:pt x="520" y="290"/>
                    <a:pt x="520" y="186"/>
                  </a:cubicBezTo>
                  <a:cubicBezTo>
                    <a:pt x="520" y="84"/>
                    <a:pt x="437" y="0"/>
                    <a:pt x="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48"/>
            <p:cNvSpPr/>
            <p:nvPr/>
          </p:nvSpPr>
          <p:spPr>
            <a:xfrm>
              <a:off x="1508201" y="2859126"/>
              <a:ext cx="16973" cy="12151"/>
            </a:xfrm>
            <a:custGeom>
              <a:rect b="b" l="l" r="r" t="t"/>
              <a:pathLst>
                <a:path extrusionOk="0" h="373" w="521">
                  <a:moveTo>
                    <a:pt x="187" y="0"/>
                  </a:moveTo>
                  <a:cubicBezTo>
                    <a:pt x="84" y="0"/>
                    <a:pt x="1" y="83"/>
                    <a:pt x="1" y="186"/>
                  </a:cubicBezTo>
                  <a:cubicBezTo>
                    <a:pt x="2" y="289"/>
                    <a:pt x="84" y="372"/>
                    <a:pt x="187" y="372"/>
                  </a:cubicBezTo>
                  <a:lnTo>
                    <a:pt x="335" y="372"/>
                  </a:lnTo>
                  <a:cubicBezTo>
                    <a:pt x="436" y="372"/>
                    <a:pt x="520" y="290"/>
                    <a:pt x="520" y="186"/>
                  </a:cubicBezTo>
                  <a:cubicBezTo>
                    <a:pt x="520" y="84"/>
                    <a:pt x="438" y="0"/>
                    <a:pt x="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48"/>
            <p:cNvSpPr/>
            <p:nvPr/>
          </p:nvSpPr>
          <p:spPr>
            <a:xfrm>
              <a:off x="1297913" y="2856716"/>
              <a:ext cx="12151" cy="16940"/>
            </a:xfrm>
            <a:custGeom>
              <a:rect b="b" l="l" r="r" t="t"/>
              <a:pathLst>
                <a:path extrusionOk="0" h="520" w="373">
                  <a:moveTo>
                    <a:pt x="186" y="0"/>
                  </a:moveTo>
                  <a:cubicBezTo>
                    <a:pt x="84" y="0"/>
                    <a:pt x="0" y="82"/>
                    <a:pt x="0" y="185"/>
                  </a:cubicBezTo>
                  <a:lnTo>
                    <a:pt x="0" y="333"/>
                  </a:lnTo>
                  <a:cubicBezTo>
                    <a:pt x="0" y="437"/>
                    <a:pt x="84" y="520"/>
                    <a:pt x="186" y="520"/>
                  </a:cubicBezTo>
                  <a:cubicBezTo>
                    <a:pt x="288" y="520"/>
                    <a:pt x="372" y="437"/>
                    <a:pt x="372" y="333"/>
                  </a:cubicBezTo>
                  <a:lnTo>
                    <a:pt x="372" y="185"/>
                  </a:lnTo>
                  <a:cubicBezTo>
                    <a:pt x="372" y="84"/>
                    <a:pt x="289"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48"/>
            <p:cNvSpPr/>
            <p:nvPr/>
          </p:nvSpPr>
          <p:spPr>
            <a:xfrm>
              <a:off x="1297913" y="2895353"/>
              <a:ext cx="12151" cy="17005"/>
            </a:xfrm>
            <a:custGeom>
              <a:rect b="b" l="l" r="r" t="t"/>
              <a:pathLst>
                <a:path extrusionOk="0" h="522" w="373">
                  <a:moveTo>
                    <a:pt x="186" y="1"/>
                  </a:moveTo>
                  <a:cubicBezTo>
                    <a:pt x="84" y="1"/>
                    <a:pt x="0" y="84"/>
                    <a:pt x="0" y="187"/>
                  </a:cubicBezTo>
                  <a:lnTo>
                    <a:pt x="0" y="335"/>
                  </a:lnTo>
                  <a:cubicBezTo>
                    <a:pt x="0" y="439"/>
                    <a:pt x="84" y="522"/>
                    <a:pt x="186" y="522"/>
                  </a:cubicBezTo>
                  <a:cubicBezTo>
                    <a:pt x="288" y="522"/>
                    <a:pt x="372" y="439"/>
                    <a:pt x="372" y="335"/>
                  </a:cubicBezTo>
                  <a:lnTo>
                    <a:pt x="372" y="187"/>
                  </a:lnTo>
                  <a:cubicBezTo>
                    <a:pt x="372" y="85"/>
                    <a:pt x="289"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48"/>
            <p:cNvSpPr/>
            <p:nvPr/>
          </p:nvSpPr>
          <p:spPr>
            <a:xfrm>
              <a:off x="1314821" y="2878445"/>
              <a:ext cx="16973" cy="12151"/>
            </a:xfrm>
            <a:custGeom>
              <a:rect b="b" l="l" r="r" t="t"/>
              <a:pathLst>
                <a:path extrusionOk="0" h="373" w="521">
                  <a:moveTo>
                    <a:pt x="186" y="0"/>
                  </a:moveTo>
                  <a:cubicBezTo>
                    <a:pt x="85" y="0"/>
                    <a:pt x="1" y="83"/>
                    <a:pt x="1" y="187"/>
                  </a:cubicBezTo>
                  <a:cubicBezTo>
                    <a:pt x="1" y="290"/>
                    <a:pt x="84" y="372"/>
                    <a:pt x="186" y="372"/>
                  </a:cubicBezTo>
                  <a:lnTo>
                    <a:pt x="335" y="372"/>
                  </a:lnTo>
                  <a:cubicBezTo>
                    <a:pt x="437" y="372"/>
                    <a:pt x="520" y="290"/>
                    <a:pt x="520" y="187"/>
                  </a:cubicBezTo>
                  <a:cubicBezTo>
                    <a:pt x="520" y="83"/>
                    <a:pt x="438" y="0"/>
                    <a:pt x="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48"/>
            <p:cNvSpPr/>
            <p:nvPr/>
          </p:nvSpPr>
          <p:spPr>
            <a:xfrm>
              <a:off x="1276119" y="2878445"/>
              <a:ext cx="16973" cy="12151"/>
            </a:xfrm>
            <a:custGeom>
              <a:rect b="b" l="l" r="r" t="t"/>
              <a:pathLst>
                <a:path extrusionOk="0" h="373" w="521">
                  <a:moveTo>
                    <a:pt x="187" y="0"/>
                  </a:moveTo>
                  <a:cubicBezTo>
                    <a:pt x="85" y="0"/>
                    <a:pt x="1" y="83"/>
                    <a:pt x="1" y="187"/>
                  </a:cubicBezTo>
                  <a:cubicBezTo>
                    <a:pt x="1" y="290"/>
                    <a:pt x="85" y="372"/>
                    <a:pt x="187" y="372"/>
                  </a:cubicBezTo>
                  <a:lnTo>
                    <a:pt x="335" y="372"/>
                  </a:lnTo>
                  <a:cubicBezTo>
                    <a:pt x="437" y="372"/>
                    <a:pt x="520" y="290"/>
                    <a:pt x="520" y="187"/>
                  </a:cubicBezTo>
                  <a:cubicBezTo>
                    <a:pt x="520" y="83"/>
                    <a:pt x="439" y="0"/>
                    <a:pt x="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48"/>
            <p:cNvSpPr/>
            <p:nvPr/>
          </p:nvSpPr>
          <p:spPr>
            <a:xfrm>
              <a:off x="1413857" y="2863590"/>
              <a:ext cx="12151" cy="12151"/>
            </a:xfrm>
            <a:custGeom>
              <a:rect b="b" l="l" r="r" t="t"/>
              <a:pathLst>
                <a:path extrusionOk="0" h="373" w="373">
                  <a:moveTo>
                    <a:pt x="187" y="1"/>
                  </a:moveTo>
                  <a:cubicBezTo>
                    <a:pt x="84" y="1"/>
                    <a:pt x="1" y="84"/>
                    <a:pt x="1" y="187"/>
                  </a:cubicBezTo>
                  <a:cubicBezTo>
                    <a:pt x="1" y="290"/>
                    <a:pt x="85" y="373"/>
                    <a:pt x="187" y="373"/>
                  </a:cubicBezTo>
                  <a:cubicBezTo>
                    <a:pt x="291" y="373"/>
                    <a:pt x="373" y="289"/>
                    <a:pt x="373" y="187"/>
                  </a:cubicBezTo>
                  <a:cubicBezTo>
                    <a:pt x="373" y="84"/>
                    <a:pt x="291" y="2"/>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7" name="Google Shape;4957;p48"/>
          <p:cNvGrpSpPr/>
          <p:nvPr/>
        </p:nvGrpSpPr>
        <p:grpSpPr>
          <a:xfrm>
            <a:off x="1634548" y="4101070"/>
            <a:ext cx="254821" cy="309519"/>
            <a:chOff x="1998786" y="2804820"/>
            <a:chExt cx="254821" cy="309519"/>
          </a:xfrm>
        </p:grpSpPr>
        <p:sp>
          <p:nvSpPr>
            <p:cNvPr id="4958" name="Google Shape;4958;p48"/>
            <p:cNvSpPr/>
            <p:nvPr/>
          </p:nvSpPr>
          <p:spPr>
            <a:xfrm>
              <a:off x="1998786" y="2804820"/>
              <a:ext cx="254821" cy="309519"/>
            </a:xfrm>
            <a:custGeom>
              <a:rect b="b" l="l" r="r" t="t"/>
              <a:pathLst>
                <a:path extrusionOk="0" h="9501" w="7822">
                  <a:moveTo>
                    <a:pt x="4167" y="373"/>
                  </a:moveTo>
                  <a:lnTo>
                    <a:pt x="4167" y="1329"/>
                  </a:lnTo>
                  <a:cubicBezTo>
                    <a:pt x="4085" y="1307"/>
                    <a:pt x="3997" y="1296"/>
                    <a:pt x="3908" y="1296"/>
                  </a:cubicBezTo>
                  <a:cubicBezTo>
                    <a:pt x="3818" y="1296"/>
                    <a:pt x="3731" y="1307"/>
                    <a:pt x="3648" y="1329"/>
                  </a:cubicBezTo>
                  <a:lnTo>
                    <a:pt x="3648" y="373"/>
                  </a:lnTo>
                  <a:close/>
                  <a:moveTo>
                    <a:pt x="3275" y="655"/>
                  </a:moveTo>
                  <a:lnTo>
                    <a:pt x="3275" y="1521"/>
                  </a:lnTo>
                  <a:cubicBezTo>
                    <a:pt x="3095" y="1667"/>
                    <a:pt x="2966" y="1876"/>
                    <a:pt x="2922" y="2113"/>
                  </a:cubicBezTo>
                  <a:lnTo>
                    <a:pt x="2305" y="2113"/>
                  </a:lnTo>
                  <a:cubicBezTo>
                    <a:pt x="2312" y="1470"/>
                    <a:pt x="2699" y="902"/>
                    <a:pt x="3275" y="655"/>
                  </a:cubicBezTo>
                  <a:close/>
                  <a:moveTo>
                    <a:pt x="4538" y="655"/>
                  </a:moveTo>
                  <a:cubicBezTo>
                    <a:pt x="5116" y="902"/>
                    <a:pt x="5503" y="1470"/>
                    <a:pt x="5510" y="2113"/>
                  </a:cubicBezTo>
                  <a:lnTo>
                    <a:pt x="4892" y="2113"/>
                  </a:lnTo>
                  <a:cubicBezTo>
                    <a:pt x="4847" y="1875"/>
                    <a:pt x="4719" y="1667"/>
                    <a:pt x="4538" y="1521"/>
                  </a:cubicBezTo>
                  <a:lnTo>
                    <a:pt x="4538" y="655"/>
                  </a:lnTo>
                  <a:close/>
                  <a:moveTo>
                    <a:pt x="3907" y="1665"/>
                  </a:moveTo>
                  <a:cubicBezTo>
                    <a:pt x="4255" y="1665"/>
                    <a:pt x="4538" y="1949"/>
                    <a:pt x="4538" y="2297"/>
                  </a:cubicBezTo>
                  <a:cubicBezTo>
                    <a:pt x="4538" y="2646"/>
                    <a:pt x="4255" y="2928"/>
                    <a:pt x="3907" y="2928"/>
                  </a:cubicBezTo>
                  <a:cubicBezTo>
                    <a:pt x="3558" y="2928"/>
                    <a:pt x="3275" y="2645"/>
                    <a:pt x="3275" y="2297"/>
                  </a:cubicBezTo>
                  <a:cubicBezTo>
                    <a:pt x="3275" y="1950"/>
                    <a:pt x="3560" y="1665"/>
                    <a:pt x="3907" y="1665"/>
                  </a:cubicBezTo>
                  <a:close/>
                  <a:moveTo>
                    <a:pt x="2922" y="2484"/>
                  </a:moveTo>
                  <a:cubicBezTo>
                    <a:pt x="2954" y="2649"/>
                    <a:pt x="3026" y="2801"/>
                    <a:pt x="3129" y="2929"/>
                  </a:cubicBezTo>
                  <a:lnTo>
                    <a:pt x="2138" y="2929"/>
                  </a:lnTo>
                  <a:cubicBezTo>
                    <a:pt x="2014" y="2929"/>
                    <a:pt x="1915" y="2829"/>
                    <a:pt x="1915" y="2706"/>
                  </a:cubicBezTo>
                  <a:cubicBezTo>
                    <a:pt x="1915" y="2583"/>
                    <a:pt x="2014" y="2484"/>
                    <a:pt x="2138" y="2484"/>
                  </a:cubicBezTo>
                  <a:close/>
                  <a:moveTo>
                    <a:pt x="5677" y="2484"/>
                  </a:moveTo>
                  <a:cubicBezTo>
                    <a:pt x="5799" y="2484"/>
                    <a:pt x="5899" y="2582"/>
                    <a:pt x="5899" y="2706"/>
                  </a:cubicBezTo>
                  <a:cubicBezTo>
                    <a:pt x="5899" y="2829"/>
                    <a:pt x="5799" y="2929"/>
                    <a:pt x="5677" y="2929"/>
                  </a:cubicBezTo>
                  <a:lnTo>
                    <a:pt x="4685" y="2929"/>
                  </a:lnTo>
                  <a:cubicBezTo>
                    <a:pt x="4788" y="2801"/>
                    <a:pt x="4861" y="2649"/>
                    <a:pt x="4892" y="2484"/>
                  </a:cubicBezTo>
                  <a:close/>
                  <a:moveTo>
                    <a:pt x="5211" y="3299"/>
                  </a:moveTo>
                  <a:lnTo>
                    <a:pt x="5211" y="3723"/>
                  </a:lnTo>
                  <a:cubicBezTo>
                    <a:pt x="5211" y="4443"/>
                    <a:pt x="4626" y="5027"/>
                    <a:pt x="3907" y="5027"/>
                  </a:cubicBezTo>
                  <a:cubicBezTo>
                    <a:pt x="3189" y="5027"/>
                    <a:pt x="2604" y="4443"/>
                    <a:pt x="2604" y="3723"/>
                  </a:cubicBezTo>
                  <a:lnTo>
                    <a:pt x="2604" y="3299"/>
                  </a:lnTo>
                  <a:close/>
                  <a:moveTo>
                    <a:pt x="4368" y="5334"/>
                  </a:moveTo>
                  <a:lnTo>
                    <a:pt x="4368" y="5372"/>
                  </a:lnTo>
                  <a:cubicBezTo>
                    <a:pt x="4368" y="5485"/>
                    <a:pt x="4401" y="5588"/>
                    <a:pt x="4455" y="5677"/>
                  </a:cubicBezTo>
                  <a:lnTo>
                    <a:pt x="3909" y="6397"/>
                  </a:lnTo>
                  <a:lnTo>
                    <a:pt x="3363" y="5677"/>
                  </a:lnTo>
                  <a:cubicBezTo>
                    <a:pt x="3419" y="5588"/>
                    <a:pt x="3451" y="5485"/>
                    <a:pt x="3451" y="5372"/>
                  </a:cubicBezTo>
                  <a:lnTo>
                    <a:pt x="3451" y="5335"/>
                  </a:lnTo>
                  <a:cubicBezTo>
                    <a:pt x="3597" y="5376"/>
                    <a:pt x="3750" y="5398"/>
                    <a:pt x="3907" y="5398"/>
                  </a:cubicBezTo>
                  <a:cubicBezTo>
                    <a:pt x="4066" y="5398"/>
                    <a:pt x="4221" y="5376"/>
                    <a:pt x="4368" y="5334"/>
                  </a:cubicBezTo>
                  <a:close/>
                  <a:moveTo>
                    <a:pt x="1288" y="6059"/>
                  </a:moveTo>
                  <a:lnTo>
                    <a:pt x="1288" y="7821"/>
                  </a:lnTo>
                  <a:lnTo>
                    <a:pt x="371" y="7821"/>
                  </a:lnTo>
                  <a:lnTo>
                    <a:pt x="371" y="7430"/>
                  </a:lnTo>
                  <a:cubicBezTo>
                    <a:pt x="371" y="6812"/>
                    <a:pt x="750" y="6282"/>
                    <a:pt x="1288" y="6059"/>
                  </a:cubicBezTo>
                  <a:close/>
                  <a:moveTo>
                    <a:pt x="6530" y="6061"/>
                  </a:moveTo>
                  <a:cubicBezTo>
                    <a:pt x="7068" y="6283"/>
                    <a:pt x="7448" y="6813"/>
                    <a:pt x="7448" y="7431"/>
                  </a:cubicBezTo>
                  <a:lnTo>
                    <a:pt x="7448" y="7821"/>
                  </a:lnTo>
                  <a:lnTo>
                    <a:pt x="6530" y="7821"/>
                  </a:lnTo>
                  <a:lnTo>
                    <a:pt x="6530" y="6061"/>
                  </a:lnTo>
                  <a:close/>
                  <a:moveTo>
                    <a:pt x="1288" y="8191"/>
                  </a:moveTo>
                  <a:lnTo>
                    <a:pt x="1288" y="9128"/>
                  </a:lnTo>
                  <a:lnTo>
                    <a:pt x="371" y="9128"/>
                  </a:lnTo>
                  <a:lnTo>
                    <a:pt x="371" y="8191"/>
                  </a:lnTo>
                  <a:close/>
                  <a:moveTo>
                    <a:pt x="4745" y="5910"/>
                  </a:moveTo>
                  <a:cubicBezTo>
                    <a:pt x="4808" y="5933"/>
                    <a:pt x="4875" y="5947"/>
                    <a:pt x="4945" y="5947"/>
                  </a:cubicBezTo>
                  <a:lnTo>
                    <a:pt x="5254" y="5947"/>
                  </a:lnTo>
                  <a:lnTo>
                    <a:pt x="5254" y="7713"/>
                  </a:lnTo>
                  <a:lnTo>
                    <a:pt x="4741" y="7713"/>
                  </a:lnTo>
                  <a:cubicBezTo>
                    <a:pt x="4639" y="7713"/>
                    <a:pt x="4556" y="7796"/>
                    <a:pt x="4556" y="7900"/>
                  </a:cubicBezTo>
                  <a:cubicBezTo>
                    <a:pt x="4556" y="8001"/>
                    <a:pt x="4637" y="8085"/>
                    <a:pt x="4741" y="8085"/>
                  </a:cubicBezTo>
                  <a:lnTo>
                    <a:pt x="5439" y="8085"/>
                  </a:lnTo>
                  <a:cubicBezTo>
                    <a:pt x="5541" y="8085"/>
                    <a:pt x="5625" y="8002"/>
                    <a:pt x="5625" y="7900"/>
                  </a:cubicBezTo>
                  <a:lnTo>
                    <a:pt x="5625" y="5947"/>
                  </a:lnTo>
                  <a:lnTo>
                    <a:pt x="5967" y="5947"/>
                  </a:lnTo>
                  <a:cubicBezTo>
                    <a:pt x="6033" y="5947"/>
                    <a:pt x="6098" y="5952"/>
                    <a:pt x="6162" y="5959"/>
                  </a:cubicBezTo>
                  <a:lnTo>
                    <a:pt x="6162" y="9128"/>
                  </a:lnTo>
                  <a:lnTo>
                    <a:pt x="1659" y="9128"/>
                  </a:lnTo>
                  <a:lnTo>
                    <a:pt x="1659" y="5959"/>
                  </a:lnTo>
                  <a:cubicBezTo>
                    <a:pt x="1723" y="5952"/>
                    <a:pt x="1787" y="5947"/>
                    <a:pt x="1854" y="5947"/>
                  </a:cubicBezTo>
                  <a:lnTo>
                    <a:pt x="2195" y="5947"/>
                  </a:lnTo>
                  <a:lnTo>
                    <a:pt x="2195" y="7900"/>
                  </a:lnTo>
                  <a:cubicBezTo>
                    <a:pt x="2195" y="8001"/>
                    <a:pt x="2278" y="8085"/>
                    <a:pt x="2382" y="8085"/>
                  </a:cubicBezTo>
                  <a:lnTo>
                    <a:pt x="3070" y="8085"/>
                  </a:lnTo>
                  <a:cubicBezTo>
                    <a:pt x="3173" y="8085"/>
                    <a:pt x="3257" y="8002"/>
                    <a:pt x="3257" y="7900"/>
                  </a:cubicBezTo>
                  <a:cubicBezTo>
                    <a:pt x="3257" y="7797"/>
                    <a:pt x="3174" y="7713"/>
                    <a:pt x="3070" y="7713"/>
                  </a:cubicBezTo>
                  <a:lnTo>
                    <a:pt x="2567" y="7713"/>
                  </a:lnTo>
                  <a:lnTo>
                    <a:pt x="2567" y="5947"/>
                  </a:lnTo>
                  <a:lnTo>
                    <a:pt x="2876" y="5947"/>
                  </a:lnTo>
                  <a:cubicBezTo>
                    <a:pt x="2948" y="5947"/>
                    <a:pt x="3014" y="5933"/>
                    <a:pt x="3076" y="5910"/>
                  </a:cubicBezTo>
                  <a:lnTo>
                    <a:pt x="3763" y="6815"/>
                  </a:lnTo>
                  <a:cubicBezTo>
                    <a:pt x="3798" y="6860"/>
                    <a:pt x="3854" y="6889"/>
                    <a:pt x="3911" y="6889"/>
                  </a:cubicBezTo>
                  <a:cubicBezTo>
                    <a:pt x="3969" y="6889"/>
                    <a:pt x="4023" y="6860"/>
                    <a:pt x="4059" y="6815"/>
                  </a:cubicBezTo>
                  <a:lnTo>
                    <a:pt x="4745" y="5910"/>
                  </a:lnTo>
                  <a:close/>
                  <a:moveTo>
                    <a:pt x="7448" y="8191"/>
                  </a:moveTo>
                  <a:lnTo>
                    <a:pt x="7448" y="9128"/>
                  </a:lnTo>
                  <a:lnTo>
                    <a:pt x="6530" y="9128"/>
                  </a:lnTo>
                  <a:lnTo>
                    <a:pt x="6530" y="8191"/>
                  </a:lnTo>
                  <a:close/>
                  <a:moveTo>
                    <a:pt x="3630" y="1"/>
                  </a:moveTo>
                  <a:cubicBezTo>
                    <a:pt x="3469" y="1"/>
                    <a:pt x="3335" y="107"/>
                    <a:pt x="3291" y="253"/>
                  </a:cubicBezTo>
                  <a:cubicBezTo>
                    <a:pt x="2488" y="516"/>
                    <a:pt x="1934" y="1291"/>
                    <a:pt x="1934" y="2148"/>
                  </a:cubicBezTo>
                  <a:cubicBezTo>
                    <a:pt x="1707" y="2231"/>
                    <a:pt x="1545" y="2450"/>
                    <a:pt x="1545" y="2706"/>
                  </a:cubicBezTo>
                  <a:cubicBezTo>
                    <a:pt x="1545" y="3034"/>
                    <a:pt x="1811" y="3299"/>
                    <a:pt x="2138" y="3299"/>
                  </a:cubicBezTo>
                  <a:lnTo>
                    <a:pt x="2232" y="3299"/>
                  </a:lnTo>
                  <a:lnTo>
                    <a:pt x="2232" y="3723"/>
                  </a:lnTo>
                  <a:cubicBezTo>
                    <a:pt x="2232" y="4346"/>
                    <a:pt x="2574" y="4891"/>
                    <a:pt x="3081" y="5179"/>
                  </a:cubicBezTo>
                  <a:lnTo>
                    <a:pt x="3081" y="5372"/>
                  </a:lnTo>
                  <a:cubicBezTo>
                    <a:pt x="3081" y="5485"/>
                    <a:pt x="2990" y="5576"/>
                    <a:pt x="2876" y="5576"/>
                  </a:cubicBezTo>
                  <a:lnTo>
                    <a:pt x="1855" y="5576"/>
                  </a:lnTo>
                  <a:cubicBezTo>
                    <a:pt x="833" y="5576"/>
                    <a:pt x="1" y="6408"/>
                    <a:pt x="1" y="7430"/>
                  </a:cubicBezTo>
                  <a:lnTo>
                    <a:pt x="1" y="9315"/>
                  </a:lnTo>
                  <a:cubicBezTo>
                    <a:pt x="1" y="9417"/>
                    <a:pt x="83" y="9500"/>
                    <a:pt x="187" y="9500"/>
                  </a:cubicBezTo>
                  <a:lnTo>
                    <a:pt x="7636" y="9500"/>
                  </a:lnTo>
                  <a:cubicBezTo>
                    <a:pt x="7737" y="9500"/>
                    <a:pt x="7821" y="9419"/>
                    <a:pt x="7821" y="9315"/>
                  </a:cubicBezTo>
                  <a:lnTo>
                    <a:pt x="7821" y="7430"/>
                  </a:lnTo>
                  <a:cubicBezTo>
                    <a:pt x="7820" y="6408"/>
                    <a:pt x="6988" y="5576"/>
                    <a:pt x="5966" y="5576"/>
                  </a:cubicBezTo>
                  <a:lnTo>
                    <a:pt x="4944" y="5576"/>
                  </a:lnTo>
                  <a:cubicBezTo>
                    <a:pt x="4831" y="5576"/>
                    <a:pt x="4740" y="5485"/>
                    <a:pt x="4740" y="5372"/>
                  </a:cubicBezTo>
                  <a:lnTo>
                    <a:pt x="4740" y="5177"/>
                  </a:lnTo>
                  <a:cubicBezTo>
                    <a:pt x="5243" y="4888"/>
                    <a:pt x="5583" y="4344"/>
                    <a:pt x="5583" y="3723"/>
                  </a:cubicBezTo>
                  <a:lnTo>
                    <a:pt x="5583" y="3299"/>
                  </a:lnTo>
                  <a:lnTo>
                    <a:pt x="5678" y="3299"/>
                  </a:lnTo>
                  <a:cubicBezTo>
                    <a:pt x="6004" y="3299"/>
                    <a:pt x="6271" y="3034"/>
                    <a:pt x="6271" y="2706"/>
                  </a:cubicBezTo>
                  <a:cubicBezTo>
                    <a:pt x="6271" y="2450"/>
                    <a:pt x="6108" y="2232"/>
                    <a:pt x="5882" y="2148"/>
                  </a:cubicBezTo>
                  <a:cubicBezTo>
                    <a:pt x="5882" y="1291"/>
                    <a:pt x="5329" y="516"/>
                    <a:pt x="4524" y="253"/>
                  </a:cubicBezTo>
                  <a:cubicBezTo>
                    <a:pt x="4480" y="108"/>
                    <a:pt x="4346" y="1"/>
                    <a:pt x="4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48"/>
            <p:cNvSpPr/>
            <p:nvPr/>
          </p:nvSpPr>
          <p:spPr>
            <a:xfrm>
              <a:off x="2119909" y="3056123"/>
              <a:ext cx="12151" cy="12151"/>
            </a:xfrm>
            <a:custGeom>
              <a:rect b="b" l="l" r="r" t="t"/>
              <a:pathLst>
                <a:path extrusionOk="0" h="373" w="373">
                  <a:moveTo>
                    <a:pt x="186" y="0"/>
                  </a:moveTo>
                  <a:cubicBezTo>
                    <a:pt x="83" y="0"/>
                    <a:pt x="1" y="84"/>
                    <a:pt x="1" y="187"/>
                  </a:cubicBezTo>
                  <a:cubicBezTo>
                    <a:pt x="1" y="290"/>
                    <a:pt x="84" y="372"/>
                    <a:pt x="186" y="372"/>
                  </a:cubicBezTo>
                  <a:cubicBezTo>
                    <a:pt x="290" y="372"/>
                    <a:pt x="373" y="288"/>
                    <a:pt x="373" y="187"/>
                  </a:cubicBezTo>
                  <a:cubicBezTo>
                    <a:pt x="373" y="83"/>
                    <a:pt x="290"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0" name="Google Shape;4960;p48"/>
          <p:cNvGrpSpPr/>
          <p:nvPr/>
        </p:nvGrpSpPr>
        <p:grpSpPr>
          <a:xfrm>
            <a:off x="1627474" y="3220902"/>
            <a:ext cx="268960" cy="309584"/>
            <a:chOff x="4054524" y="2804852"/>
            <a:chExt cx="268960" cy="309584"/>
          </a:xfrm>
        </p:grpSpPr>
        <p:sp>
          <p:nvSpPr>
            <p:cNvPr id="4961" name="Google Shape;4961;p48"/>
            <p:cNvSpPr/>
            <p:nvPr/>
          </p:nvSpPr>
          <p:spPr>
            <a:xfrm>
              <a:off x="4054524" y="2804852"/>
              <a:ext cx="268960" cy="309584"/>
            </a:xfrm>
            <a:custGeom>
              <a:rect b="b" l="l" r="r" t="t"/>
              <a:pathLst>
                <a:path extrusionOk="0" h="9503" w="8256">
                  <a:moveTo>
                    <a:pt x="2456" y="3882"/>
                  </a:moveTo>
                  <a:lnTo>
                    <a:pt x="2456" y="7296"/>
                  </a:lnTo>
                  <a:lnTo>
                    <a:pt x="2085" y="7296"/>
                  </a:lnTo>
                  <a:lnTo>
                    <a:pt x="2085" y="3882"/>
                  </a:lnTo>
                  <a:close/>
                  <a:moveTo>
                    <a:pt x="4127" y="5162"/>
                  </a:moveTo>
                  <a:cubicBezTo>
                    <a:pt x="4434" y="5162"/>
                    <a:pt x="4683" y="5413"/>
                    <a:pt x="4683" y="5720"/>
                  </a:cubicBezTo>
                  <a:lnTo>
                    <a:pt x="4683" y="7296"/>
                  </a:lnTo>
                  <a:lnTo>
                    <a:pt x="3571" y="7296"/>
                  </a:lnTo>
                  <a:lnTo>
                    <a:pt x="3571" y="5720"/>
                  </a:lnTo>
                  <a:cubicBezTo>
                    <a:pt x="3571" y="5413"/>
                    <a:pt x="3821" y="5162"/>
                    <a:pt x="4127" y="5162"/>
                  </a:cubicBezTo>
                  <a:close/>
                  <a:moveTo>
                    <a:pt x="5426" y="3882"/>
                  </a:moveTo>
                  <a:lnTo>
                    <a:pt x="5426" y="7296"/>
                  </a:lnTo>
                  <a:lnTo>
                    <a:pt x="5054" y="7296"/>
                  </a:lnTo>
                  <a:lnTo>
                    <a:pt x="5054" y="5720"/>
                  </a:lnTo>
                  <a:cubicBezTo>
                    <a:pt x="5054" y="5207"/>
                    <a:pt x="4638" y="4792"/>
                    <a:pt x="4127" y="4792"/>
                  </a:cubicBezTo>
                  <a:cubicBezTo>
                    <a:pt x="3615" y="4792"/>
                    <a:pt x="3200" y="5208"/>
                    <a:pt x="3200" y="5720"/>
                  </a:cubicBezTo>
                  <a:lnTo>
                    <a:pt x="3200" y="7296"/>
                  </a:lnTo>
                  <a:lnTo>
                    <a:pt x="2828" y="7296"/>
                  </a:lnTo>
                  <a:lnTo>
                    <a:pt x="2828" y="3882"/>
                  </a:lnTo>
                  <a:close/>
                  <a:moveTo>
                    <a:pt x="6169" y="3882"/>
                  </a:moveTo>
                  <a:lnTo>
                    <a:pt x="6169" y="7296"/>
                  </a:lnTo>
                  <a:lnTo>
                    <a:pt x="5798" y="7296"/>
                  </a:lnTo>
                  <a:lnTo>
                    <a:pt x="5798" y="3882"/>
                  </a:lnTo>
                  <a:close/>
                  <a:moveTo>
                    <a:pt x="4964" y="370"/>
                  </a:moveTo>
                  <a:lnTo>
                    <a:pt x="6229" y="1535"/>
                  </a:lnTo>
                  <a:cubicBezTo>
                    <a:pt x="6240" y="1547"/>
                    <a:pt x="6255" y="1556"/>
                    <a:pt x="6270" y="1564"/>
                  </a:cubicBezTo>
                  <a:lnTo>
                    <a:pt x="7505" y="2206"/>
                  </a:lnTo>
                  <a:lnTo>
                    <a:pt x="7505" y="5574"/>
                  </a:lnTo>
                  <a:cubicBezTo>
                    <a:pt x="7505" y="5600"/>
                    <a:pt x="7510" y="5626"/>
                    <a:pt x="7521" y="5650"/>
                  </a:cubicBezTo>
                  <a:lnTo>
                    <a:pt x="7886" y="6447"/>
                  </a:lnTo>
                  <a:lnTo>
                    <a:pt x="7886" y="7296"/>
                  </a:lnTo>
                  <a:lnTo>
                    <a:pt x="6541" y="7296"/>
                  </a:lnTo>
                  <a:lnTo>
                    <a:pt x="6541" y="3882"/>
                  </a:lnTo>
                  <a:lnTo>
                    <a:pt x="6726" y="3882"/>
                  </a:lnTo>
                  <a:cubicBezTo>
                    <a:pt x="6829" y="3882"/>
                    <a:pt x="6913" y="3799"/>
                    <a:pt x="6913" y="3696"/>
                  </a:cubicBezTo>
                  <a:lnTo>
                    <a:pt x="6913" y="2657"/>
                  </a:lnTo>
                  <a:cubicBezTo>
                    <a:pt x="6913" y="2555"/>
                    <a:pt x="6830" y="2472"/>
                    <a:pt x="6726" y="2472"/>
                  </a:cubicBezTo>
                  <a:lnTo>
                    <a:pt x="4963" y="2472"/>
                  </a:lnTo>
                  <a:cubicBezTo>
                    <a:pt x="4861" y="2472"/>
                    <a:pt x="4777" y="2554"/>
                    <a:pt x="4777" y="2657"/>
                  </a:cubicBezTo>
                  <a:cubicBezTo>
                    <a:pt x="4777" y="2760"/>
                    <a:pt x="4859" y="2843"/>
                    <a:pt x="4963" y="2843"/>
                  </a:cubicBezTo>
                  <a:lnTo>
                    <a:pt x="6541" y="2843"/>
                  </a:lnTo>
                  <a:lnTo>
                    <a:pt x="6541" y="3511"/>
                  </a:lnTo>
                  <a:lnTo>
                    <a:pt x="1716" y="3511"/>
                  </a:lnTo>
                  <a:lnTo>
                    <a:pt x="1716" y="2843"/>
                  </a:lnTo>
                  <a:lnTo>
                    <a:pt x="3292" y="2843"/>
                  </a:lnTo>
                  <a:cubicBezTo>
                    <a:pt x="3394" y="2843"/>
                    <a:pt x="3478" y="2761"/>
                    <a:pt x="3478" y="2657"/>
                  </a:cubicBezTo>
                  <a:cubicBezTo>
                    <a:pt x="3478" y="2555"/>
                    <a:pt x="3395" y="2472"/>
                    <a:pt x="3292" y="2472"/>
                  </a:cubicBezTo>
                  <a:lnTo>
                    <a:pt x="1529" y="2472"/>
                  </a:lnTo>
                  <a:cubicBezTo>
                    <a:pt x="1427" y="2472"/>
                    <a:pt x="1344" y="2554"/>
                    <a:pt x="1344" y="2657"/>
                  </a:cubicBezTo>
                  <a:lnTo>
                    <a:pt x="1344" y="3696"/>
                  </a:lnTo>
                  <a:cubicBezTo>
                    <a:pt x="1344" y="3798"/>
                    <a:pt x="1425" y="3882"/>
                    <a:pt x="1529" y="3882"/>
                  </a:cubicBezTo>
                  <a:lnTo>
                    <a:pt x="1715" y="3882"/>
                  </a:lnTo>
                  <a:lnTo>
                    <a:pt x="1715" y="7296"/>
                  </a:lnTo>
                  <a:lnTo>
                    <a:pt x="375" y="7296"/>
                  </a:lnTo>
                  <a:lnTo>
                    <a:pt x="375" y="4712"/>
                  </a:lnTo>
                  <a:lnTo>
                    <a:pt x="739" y="3736"/>
                  </a:lnTo>
                  <a:cubicBezTo>
                    <a:pt x="748" y="3716"/>
                    <a:pt x="751" y="3694"/>
                    <a:pt x="751" y="3670"/>
                  </a:cubicBezTo>
                  <a:lnTo>
                    <a:pt x="751" y="2175"/>
                  </a:lnTo>
                  <a:lnTo>
                    <a:pt x="2911" y="370"/>
                  </a:lnTo>
                  <a:close/>
                  <a:moveTo>
                    <a:pt x="5508" y="7668"/>
                  </a:moveTo>
                  <a:lnTo>
                    <a:pt x="5733" y="8038"/>
                  </a:lnTo>
                  <a:lnTo>
                    <a:pt x="2520" y="8038"/>
                  </a:lnTo>
                  <a:lnTo>
                    <a:pt x="2745" y="7668"/>
                  </a:lnTo>
                  <a:close/>
                  <a:moveTo>
                    <a:pt x="5957" y="8410"/>
                  </a:moveTo>
                  <a:lnTo>
                    <a:pt x="6183" y="8781"/>
                  </a:lnTo>
                  <a:lnTo>
                    <a:pt x="2070" y="8781"/>
                  </a:lnTo>
                  <a:lnTo>
                    <a:pt x="2295" y="8410"/>
                  </a:lnTo>
                  <a:close/>
                  <a:moveTo>
                    <a:pt x="2843" y="1"/>
                  </a:moveTo>
                  <a:cubicBezTo>
                    <a:pt x="2800" y="1"/>
                    <a:pt x="2758" y="16"/>
                    <a:pt x="2723" y="44"/>
                  </a:cubicBezTo>
                  <a:lnTo>
                    <a:pt x="445" y="1946"/>
                  </a:lnTo>
                  <a:cubicBezTo>
                    <a:pt x="403" y="1982"/>
                    <a:pt x="378" y="2034"/>
                    <a:pt x="378" y="2090"/>
                  </a:cubicBezTo>
                  <a:lnTo>
                    <a:pt x="378" y="3640"/>
                  </a:lnTo>
                  <a:lnTo>
                    <a:pt x="12" y="4615"/>
                  </a:lnTo>
                  <a:cubicBezTo>
                    <a:pt x="5" y="4636"/>
                    <a:pt x="1" y="4658"/>
                    <a:pt x="1" y="4680"/>
                  </a:cubicBezTo>
                  <a:lnTo>
                    <a:pt x="1" y="7483"/>
                  </a:lnTo>
                  <a:cubicBezTo>
                    <a:pt x="1" y="7585"/>
                    <a:pt x="83" y="7669"/>
                    <a:pt x="187" y="7669"/>
                  </a:cubicBezTo>
                  <a:lnTo>
                    <a:pt x="2311" y="7669"/>
                  </a:lnTo>
                  <a:lnTo>
                    <a:pt x="1370" y="9220"/>
                  </a:lnTo>
                  <a:cubicBezTo>
                    <a:pt x="1315" y="9307"/>
                    <a:pt x="1345" y="9421"/>
                    <a:pt x="1433" y="9474"/>
                  </a:cubicBezTo>
                  <a:cubicBezTo>
                    <a:pt x="1462" y="9493"/>
                    <a:pt x="1496" y="9502"/>
                    <a:pt x="1528" y="9502"/>
                  </a:cubicBezTo>
                  <a:cubicBezTo>
                    <a:pt x="1591" y="9502"/>
                    <a:pt x="1653" y="9471"/>
                    <a:pt x="1686" y="9413"/>
                  </a:cubicBezTo>
                  <a:lnTo>
                    <a:pt x="1843" y="9154"/>
                  </a:lnTo>
                  <a:lnTo>
                    <a:pt x="6409" y="9154"/>
                  </a:lnTo>
                  <a:lnTo>
                    <a:pt x="6566" y="9413"/>
                  </a:lnTo>
                  <a:cubicBezTo>
                    <a:pt x="6601" y="9471"/>
                    <a:pt x="6661" y="9502"/>
                    <a:pt x="6724" y="9502"/>
                  </a:cubicBezTo>
                  <a:cubicBezTo>
                    <a:pt x="6757" y="9502"/>
                    <a:pt x="6789" y="9493"/>
                    <a:pt x="6820" y="9474"/>
                  </a:cubicBezTo>
                  <a:cubicBezTo>
                    <a:pt x="6908" y="9421"/>
                    <a:pt x="6935" y="9307"/>
                    <a:pt x="6882" y="9220"/>
                  </a:cubicBezTo>
                  <a:lnTo>
                    <a:pt x="5941" y="7669"/>
                  </a:lnTo>
                  <a:lnTo>
                    <a:pt x="8070" y="7669"/>
                  </a:lnTo>
                  <a:cubicBezTo>
                    <a:pt x="8172" y="7669"/>
                    <a:pt x="8256" y="7586"/>
                    <a:pt x="8256" y="7483"/>
                  </a:cubicBezTo>
                  <a:lnTo>
                    <a:pt x="8256" y="6408"/>
                  </a:lnTo>
                  <a:cubicBezTo>
                    <a:pt x="8256" y="6381"/>
                    <a:pt x="8251" y="6354"/>
                    <a:pt x="8239" y="6329"/>
                  </a:cubicBezTo>
                  <a:lnTo>
                    <a:pt x="7876" y="5533"/>
                  </a:lnTo>
                  <a:lnTo>
                    <a:pt x="7876" y="2093"/>
                  </a:lnTo>
                  <a:cubicBezTo>
                    <a:pt x="7876" y="2024"/>
                    <a:pt x="7837" y="1961"/>
                    <a:pt x="7776" y="1928"/>
                  </a:cubicBezTo>
                  <a:lnTo>
                    <a:pt x="6462" y="1245"/>
                  </a:lnTo>
                  <a:lnTo>
                    <a:pt x="5162" y="49"/>
                  </a:lnTo>
                  <a:cubicBezTo>
                    <a:pt x="5128" y="18"/>
                    <a:pt x="5084" y="1"/>
                    <a:pt x="50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48"/>
            <p:cNvSpPr/>
            <p:nvPr/>
          </p:nvSpPr>
          <p:spPr>
            <a:xfrm>
              <a:off x="4182846" y="2885384"/>
              <a:ext cx="12151" cy="12086"/>
            </a:xfrm>
            <a:custGeom>
              <a:rect b="b" l="l" r="r" t="t"/>
              <a:pathLst>
                <a:path extrusionOk="0" h="371" w="373">
                  <a:moveTo>
                    <a:pt x="187" y="0"/>
                  </a:moveTo>
                  <a:cubicBezTo>
                    <a:pt x="83" y="0"/>
                    <a:pt x="1" y="83"/>
                    <a:pt x="1" y="185"/>
                  </a:cubicBezTo>
                  <a:cubicBezTo>
                    <a:pt x="1" y="289"/>
                    <a:pt x="85" y="371"/>
                    <a:pt x="187" y="371"/>
                  </a:cubicBezTo>
                  <a:cubicBezTo>
                    <a:pt x="291" y="371"/>
                    <a:pt x="373" y="288"/>
                    <a:pt x="373" y="185"/>
                  </a:cubicBezTo>
                  <a:cubicBezTo>
                    <a:pt x="373" y="82"/>
                    <a:pt x="291" y="0"/>
                    <a:pt x="1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6" name="Shape 4966"/>
        <p:cNvGrpSpPr/>
        <p:nvPr/>
      </p:nvGrpSpPr>
      <p:grpSpPr>
        <a:xfrm>
          <a:off x="0" y="0"/>
          <a:ext cx="0" cy="0"/>
          <a:chOff x="0" y="0"/>
          <a:chExt cx="0" cy="0"/>
        </a:xfrm>
      </p:grpSpPr>
      <p:sp>
        <p:nvSpPr>
          <p:cNvPr id="4967" name="Google Shape;4967;p49"/>
          <p:cNvSpPr txBox="1"/>
          <p:nvPr>
            <p:ph idx="2" type="subTitle"/>
          </p:nvPr>
        </p:nvSpPr>
        <p:spPr>
          <a:xfrm>
            <a:off x="3579000" y="2225400"/>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4968" name="Google Shape;4968;p49"/>
          <p:cNvSpPr txBox="1"/>
          <p:nvPr>
            <p:ph idx="5" type="subTitle"/>
          </p:nvPr>
        </p:nvSpPr>
        <p:spPr>
          <a:xfrm>
            <a:off x="6048848" y="2225400"/>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4969" name="Google Shape;4969;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Chuquicamata mine</a:t>
            </a:r>
            <a:endParaRPr/>
          </a:p>
        </p:txBody>
      </p:sp>
      <p:sp>
        <p:nvSpPr>
          <p:cNvPr id="4970" name="Google Shape;4970;p49"/>
          <p:cNvSpPr txBox="1"/>
          <p:nvPr>
            <p:ph idx="1" type="subTitle"/>
          </p:nvPr>
        </p:nvSpPr>
        <p:spPr>
          <a:xfrm>
            <a:off x="1109152" y="2225400"/>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4971" name="Google Shape;4971;p49"/>
          <p:cNvSpPr txBox="1"/>
          <p:nvPr>
            <p:ph idx="3" type="subTitle"/>
          </p:nvPr>
        </p:nvSpPr>
        <p:spPr>
          <a:xfrm>
            <a:off x="1109152" y="3960425"/>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a:t>
            </a:r>
            <a:r>
              <a:rPr lang="en"/>
              <a:t>s the closest planet to the Sun</a:t>
            </a:r>
            <a:endParaRPr/>
          </a:p>
        </p:txBody>
      </p:sp>
      <p:sp>
        <p:nvSpPr>
          <p:cNvPr id="4972" name="Google Shape;4972;p49"/>
          <p:cNvSpPr txBox="1"/>
          <p:nvPr>
            <p:ph idx="4" type="subTitle"/>
          </p:nvPr>
        </p:nvSpPr>
        <p:spPr>
          <a:xfrm>
            <a:off x="3579000" y="3960425"/>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4973" name="Google Shape;4973;p49"/>
          <p:cNvSpPr txBox="1"/>
          <p:nvPr>
            <p:ph idx="6" type="subTitle"/>
          </p:nvPr>
        </p:nvSpPr>
        <p:spPr>
          <a:xfrm>
            <a:off x="6048848" y="3960425"/>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4974" name="Google Shape;4974;p49"/>
          <p:cNvSpPr txBox="1"/>
          <p:nvPr>
            <p:ph idx="7" type="subTitle"/>
          </p:nvPr>
        </p:nvSpPr>
        <p:spPr>
          <a:xfrm>
            <a:off x="1113052" y="1885199"/>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Copper</a:t>
            </a:r>
            <a:endParaRPr/>
          </a:p>
        </p:txBody>
      </p:sp>
      <p:sp>
        <p:nvSpPr>
          <p:cNvPr id="4975" name="Google Shape;4975;p49"/>
          <p:cNvSpPr txBox="1"/>
          <p:nvPr>
            <p:ph idx="8" type="subTitle"/>
          </p:nvPr>
        </p:nvSpPr>
        <p:spPr>
          <a:xfrm>
            <a:off x="3582900" y="1885199"/>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Open-pit</a:t>
            </a:r>
            <a:endParaRPr/>
          </a:p>
        </p:txBody>
      </p:sp>
      <p:sp>
        <p:nvSpPr>
          <p:cNvPr id="4976" name="Google Shape;4976;p49"/>
          <p:cNvSpPr txBox="1"/>
          <p:nvPr>
            <p:ph idx="9" type="subTitle"/>
          </p:nvPr>
        </p:nvSpPr>
        <p:spPr>
          <a:xfrm>
            <a:off x="6052748" y="1885199"/>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Chile</a:t>
            </a:r>
            <a:endParaRPr/>
          </a:p>
        </p:txBody>
      </p:sp>
      <p:sp>
        <p:nvSpPr>
          <p:cNvPr id="4977" name="Google Shape;4977;p49"/>
          <p:cNvSpPr txBox="1"/>
          <p:nvPr>
            <p:ph idx="13" type="subTitle"/>
          </p:nvPr>
        </p:nvSpPr>
        <p:spPr>
          <a:xfrm>
            <a:off x="1113052" y="3620200"/>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Molybdenum</a:t>
            </a:r>
            <a:endParaRPr/>
          </a:p>
        </p:txBody>
      </p:sp>
      <p:sp>
        <p:nvSpPr>
          <p:cNvPr id="4978" name="Google Shape;4978;p49"/>
          <p:cNvSpPr txBox="1"/>
          <p:nvPr>
            <p:ph idx="14" type="subTitle"/>
          </p:nvPr>
        </p:nvSpPr>
        <p:spPr>
          <a:xfrm>
            <a:off x="3582900" y="3620200"/>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Large</a:t>
            </a:r>
            <a:endParaRPr/>
          </a:p>
        </p:txBody>
      </p:sp>
      <p:sp>
        <p:nvSpPr>
          <p:cNvPr id="4979" name="Google Shape;4979;p49"/>
          <p:cNvSpPr txBox="1"/>
          <p:nvPr>
            <p:ph idx="15" type="subTitle"/>
          </p:nvPr>
        </p:nvSpPr>
        <p:spPr>
          <a:xfrm>
            <a:off x="6052748" y="3620200"/>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Historical</a:t>
            </a:r>
            <a:endParaRPr/>
          </a:p>
        </p:txBody>
      </p:sp>
      <p:sp>
        <p:nvSpPr>
          <p:cNvPr id="4980" name="Google Shape;4980;p49"/>
          <p:cNvSpPr/>
          <p:nvPr/>
        </p:nvSpPr>
        <p:spPr>
          <a:xfrm>
            <a:off x="1774850" y="1230600"/>
            <a:ext cx="654600" cy="654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49"/>
          <p:cNvSpPr/>
          <p:nvPr/>
        </p:nvSpPr>
        <p:spPr>
          <a:xfrm>
            <a:off x="4244700" y="1230600"/>
            <a:ext cx="654600" cy="6546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49"/>
          <p:cNvSpPr/>
          <p:nvPr/>
        </p:nvSpPr>
        <p:spPr>
          <a:xfrm>
            <a:off x="6714550" y="1230600"/>
            <a:ext cx="654600" cy="654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49"/>
          <p:cNvSpPr/>
          <p:nvPr/>
        </p:nvSpPr>
        <p:spPr>
          <a:xfrm>
            <a:off x="1774850" y="2951300"/>
            <a:ext cx="654600" cy="654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49"/>
          <p:cNvSpPr/>
          <p:nvPr/>
        </p:nvSpPr>
        <p:spPr>
          <a:xfrm>
            <a:off x="4244700" y="2951300"/>
            <a:ext cx="654600" cy="654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49"/>
          <p:cNvSpPr/>
          <p:nvPr/>
        </p:nvSpPr>
        <p:spPr>
          <a:xfrm>
            <a:off x="6714550" y="2951300"/>
            <a:ext cx="654600" cy="6546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6" name="Google Shape;4986;p49"/>
          <p:cNvGrpSpPr/>
          <p:nvPr/>
        </p:nvGrpSpPr>
        <p:grpSpPr>
          <a:xfrm>
            <a:off x="1946932" y="1403172"/>
            <a:ext cx="310007" cy="309454"/>
            <a:chOff x="1970932" y="1289347"/>
            <a:chExt cx="310007" cy="309454"/>
          </a:xfrm>
        </p:grpSpPr>
        <p:sp>
          <p:nvSpPr>
            <p:cNvPr id="4987" name="Google Shape;4987;p49"/>
            <p:cNvSpPr/>
            <p:nvPr/>
          </p:nvSpPr>
          <p:spPr>
            <a:xfrm>
              <a:off x="2049998" y="1368152"/>
              <a:ext cx="230942" cy="230649"/>
            </a:xfrm>
            <a:custGeom>
              <a:rect b="b" l="l" r="r" t="t"/>
              <a:pathLst>
                <a:path extrusionOk="0" h="7080" w="7089">
                  <a:moveTo>
                    <a:pt x="6901" y="0"/>
                  </a:moveTo>
                  <a:cubicBezTo>
                    <a:pt x="6881" y="0"/>
                    <a:pt x="6860" y="4"/>
                    <a:pt x="6840" y="10"/>
                  </a:cubicBezTo>
                  <a:lnTo>
                    <a:pt x="5512" y="484"/>
                  </a:lnTo>
                  <a:cubicBezTo>
                    <a:pt x="5458" y="503"/>
                    <a:pt x="5416" y="546"/>
                    <a:pt x="5397" y="600"/>
                  </a:cubicBezTo>
                  <a:lnTo>
                    <a:pt x="4998" y="1815"/>
                  </a:lnTo>
                  <a:lnTo>
                    <a:pt x="4204" y="2804"/>
                  </a:lnTo>
                  <a:cubicBezTo>
                    <a:pt x="4185" y="2826"/>
                    <a:pt x="4174" y="2853"/>
                    <a:pt x="4166" y="2881"/>
                  </a:cubicBezTo>
                  <a:lnTo>
                    <a:pt x="3929" y="3974"/>
                  </a:lnTo>
                  <a:lnTo>
                    <a:pt x="2905" y="3974"/>
                  </a:lnTo>
                  <a:cubicBezTo>
                    <a:pt x="2837" y="3974"/>
                    <a:pt x="2774" y="4011"/>
                    <a:pt x="2741" y="4072"/>
                  </a:cubicBezTo>
                  <a:lnTo>
                    <a:pt x="2115" y="5240"/>
                  </a:lnTo>
                  <a:lnTo>
                    <a:pt x="1143" y="5240"/>
                  </a:lnTo>
                  <a:cubicBezTo>
                    <a:pt x="1080" y="5240"/>
                    <a:pt x="1022" y="5271"/>
                    <a:pt x="988" y="5325"/>
                  </a:cubicBezTo>
                  <a:lnTo>
                    <a:pt x="40" y="6793"/>
                  </a:lnTo>
                  <a:cubicBezTo>
                    <a:pt x="2" y="6850"/>
                    <a:pt x="0" y="6922"/>
                    <a:pt x="33" y="6982"/>
                  </a:cubicBezTo>
                  <a:cubicBezTo>
                    <a:pt x="66" y="7043"/>
                    <a:pt x="129" y="7080"/>
                    <a:pt x="195" y="7080"/>
                  </a:cubicBezTo>
                  <a:lnTo>
                    <a:pt x="6903" y="7080"/>
                  </a:lnTo>
                  <a:cubicBezTo>
                    <a:pt x="7004" y="7080"/>
                    <a:pt x="7088" y="6997"/>
                    <a:pt x="7088" y="6893"/>
                  </a:cubicBezTo>
                  <a:lnTo>
                    <a:pt x="7088" y="4214"/>
                  </a:lnTo>
                  <a:cubicBezTo>
                    <a:pt x="7088" y="4112"/>
                    <a:pt x="7006" y="4028"/>
                    <a:pt x="6903" y="4028"/>
                  </a:cubicBezTo>
                  <a:cubicBezTo>
                    <a:pt x="6799" y="4028"/>
                    <a:pt x="6716" y="4111"/>
                    <a:pt x="6716" y="4214"/>
                  </a:cubicBezTo>
                  <a:lnTo>
                    <a:pt x="6716" y="6708"/>
                  </a:lnTo>
                  <a:lnTo>
                    <a:pt x="535" y="6708"/>
                  </a:lnTo>
                  <a:lnTo>
                    <a:pt x="1245" y="5610"/>
                  </a:lnTo>
                  <a:lnTo>
                    <a:pt x="2226" y="5610"/>
                  </a:lnTo>
                  <a:cubicBezTo>
                    <a:pt x="2294" y="5610"/>
                    <a:pt x="2357" y="5572"/>
                    <a:pt x="2390" y="5512"/>
                  </a:cubicBezTo>
                  <a:lnTo>
                    <a:pt x="3016" y="4344"/>
                  </a:lnTo>
                  <a:lnTo>
                    <a:pt x="4078" y="4344"/>
                  </a:lnTo>
                  <a:cubicBezTo>
                    <a:pt x="4165" y="4344"/>
                    <a:pt x="4241" y="4284"/>
                    <a:pt x="4259" y="4199"/>
                  </a:cubicBezTo>
                  <a:lnTo>
                    <a:pt x="4520" y="3003"/>
                  </a:lnTo>
                  <a:lnTo>
                    <a:pt x="5309" y="2022"/>
                  </a:lnTo>
                  <a:cubicBezTo>
                    <a:pt x="5323" y="2005"/>
                    <a:pt x="5333" y="1985"/>
                    <a:pt x="5341" y="1964"/>
                  </a:cubicBezTo>
                  <a:lnTo>
                    <a:pt x="5721" y="805"/>
                  </a:lnTo>
                  <a:lnTo>
                    <a:pt x="6716" y="449"/>
                  </a:lnTo>
                  <a:lnTo>
                    <a:pt x="6716" y="2545"/>
                  </a:lnTo>
                  <a:cubicBezTo>
                    <a:pt x="6716" y="2647"/>
                    <a:pt x="6799" y="2731"/>
                    <a:pt x="6903" y="2731"/>
                  </a:cubicBezTo>
                  <a:cubicBezTo>
                    <a:pt x="7006" y="2731"/>
                    <a:pt x="7088" y="2648"/>
                    <a:pt x="7088" y="2545"/>
                  </a:cubicBezTo>
                  <a:lnTo>
                    <a:pt x="7088" y="186"/>
                  </a:lnTo>
                  <a:cubicBezTo>
                    <a:pt x="7087" y="125"/>
                    <a:pt x="7059" y="68"/>
                    <a:pt x="7009" y="35"/>
                  </a:cubicBezTo>
                  <a:cubicBezTo>
                    <a:pt x="6976" y="12"/>
                    <a:pt x="6939" y="0"/>
                    <a:pt x="69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49"/>
            <p:cNvSpPr/>
            <p:nvPr/>
          </p:nvSpPr>
          <p:spPr>
            <a:xfrm>
              <a:off x="1970932" y="1289347"/>
              <a:ext cx="209082" cy="234167"/>
            </a:xfrm>
            <a:custGeom>
              <a:rect b="b" l="l" r="r" t="t"/>
              <a:pathLst>
                <a:path extrusionOk="0" h="7188" w="6418">
                  <a:moveTo>
                    <a:pt x="3920" y="386"/>
                  </a:moveTo>
                  <a:lnTo>
                    <a:pt x="4476" y="708"/>
                  </a:lnTo>
                  <a:lnTo>
                    <a:pt x="4281" y="1046"/>
                  </a:lnTo>
                  <a:lnTo>
                    <a:pt x="3725" y="724"/>
                  </a:lnTo>
                  <a:lnTo>
                    <a:pt x="3920" y="386"/>
                  </a:lnTo>
                  <a:close/>
                  <a:moveTo>
                    <a:pt x="1582" y="591"/>
                  </a:moveTo>
                  <a:cubicBezTo>
                    <a:pt x="2049" y="647"/>
                    <a:pt x="2507" y="762"/>
                    <a:pt x="2947" y="930"/>
                  </a:cubicBezTo>
                  <a:lnTo>
                    <a:pt x="2601" y="1529"/>
                  </a:lnTo>
                  <a:cubicBezTo>
                    <a:pt x="2236" y="1349"/>
                    <a:pt x="1860" y="1187"/>
                    <a:pt x="1480" y="1043"/>
                  </a:cubicBezTo>
                  <a:lnTo>
                    <a:pt x="1582" y="591"/>
                  </a:lnTo>
                  <a:close/>
                  <a:moveTo>
                    <a:pt x="3368" y="946"/>
                  </a:moveTo>
                  <a:lnTo>
                    <a:pt x="4269" y="1466"/>
                  </a:lnTo>
                  <a:lnTo>
                    <a:pt x="3772" y="2325"/>
                  </a:lnTo>
                  <a:lnTo>
                    <a:pt x="2871" y="1805"/>
                  </a:lnTo>
                  <a:lnTo>
                    <a:pt x="3368" y="946"/>
                  </a:lnTo>
                  <a:close/>
                  <a:moveTo>
                    <a:pt x="4491" y="1822"/>
                  </a:moveTo>
                  <a:cubicBezTo>
                    <a:pt x="5115" y="2325"/>
                    <a:pt x="5617" y="2945"/>
                    <a:pt x="5984" y="3664"/>
                  </a:cubicBezTo>
                  <a:cubicBezTo>
                    <a:pt x="6015" y="3723"/>
                    <a:pt x="5980" y="3763"/>
                    <a:pt x="5956" y="3780"/>
                  </a:cubicBezTo>
                  <a:cubicBezTo>
                    <a:pt x="5943" y="3789"/>
                    <a:pt x="5922" y="3801"/>
                    <a:pt x="5897" y="3801"/>
                  </a:cubicBezTo>
                  <a:cubicBezTo>
                    <a:pt x="5878" y="3801"/>
                    <a:pt x="5857" y="3794"/>
                    <a:pt x="5836" y="3774"/>
                  </a:cubicBezTo>
                  <a:cubicBezTo>
                    <a:pt x="5314" y="3278"/>
                    <a:pt x="4746" y="2824"/>
                    <a:pt x="4145" y="2421"/>
                  </a:cubicBezTo>
                  <a:lnTo>
                    <a:pt x="4491" y="1822"/>
                  </a:lnTo>
                  <a:close/>
                  <a:moveTo>
                    <a:pt x="2857" y="2224"/>
                  </a:moveTo>
                  <a:lnTo>
                    <a:pt x="3413" y="2547"/>
                  </a:lnTo>
                  <a:lnTo>
                    <a:pt x="959" y="6798"/>
                  </a:lnTo>
                  <a:lnTo>
                    <a:pt x="403" y="6476"/>
                  </a:lnTo>
                  <a:lnTo>
                    <a:pt x="2857" y="2224"/>
                  </a:lnTo>
                  <a:close/>
                  <a:moveTo>
                    <a:pt x="3902" y="0"/>
                  </a:moveTo>
                  <a:cubicBezTo>
                    <a:pt x="3789" y="0"/>
                    <a:pt x="3679" y="59"/>
                    <a:pt x="3619" y="163"/>
                  </a:cubicBezTo>
                  <a:lnTo>
                    <a:pt x="3389" y="563"/>
                  </a:lnTo>
                  <a:cubicBezTo>
                    <a:pt x="3375" y="561"/>
                    <a:pt x="3361" y="560"/>
                    <a:pt x="3348" y="560"/>
                  </a:cubicBezTo>
                  <a:cubicBezTo>
                    <a:pt x="3320" y="560"/>
                    <a:pt x="3292" y="564"/>
                    <a:pt x="3264" y="572"/>
                  </a:cubicBezTo>
                  <a:cubicBezTo>
                    <a:pt x="3227" y="583"/>
                    <a:pt x="3193" y="598"/>
                    <a:pt x="3161" y="619"/>
                  </a:cubicBezTo>
                  <a:cubicBezTo>
                    <a:pt x="2614" y="397"/>
                    <a:pt x="2038" y="259"/>
                    <a:pt x="1451" y="206"/>
                  </a:cubicBezTo>
                  <a:cubicBezTo>
                    <a:pt x="1445" y="206"/>
                    <a:pt x="1438" y="206"/>
                    <a:pt x="1432" y="206"/>
                  </a:cubicBezTo>
                  <a:cubicBezTo>
                    <a:pt x="1346" y="206"/>
                    <a:pt x="1271" y="266"/>
                    <a:pt x="1253" y="350"/>
                  </a:cubicBezTo>
                  <a:lnTo>
                    <a:pt x="1081" y="1123"/>
                  </a:lnTo>
                  <a:cubicBezTo>
                    <a:pt x="1061" y="1213"/>
                    <a:pt x="1111" y="1305"/>
                    <a:pt x="1199" y="1338"/>
                  </a:cubicBezTo>
                  <a:cubicBezTo>
                    <a:pt x="1636" y="1496"/>
                    <a:pt x="2070" y="1684"/>
                    <a:pt x="2489" y="1890"/>
                  </a:cubicBezTo>
                  <a:cubicBezTo>
                    <a:pt x="2499" y="1936"/>
                    <a:pt x="2517" y="1981"/>
                    <a:pt x="2547" y="2019"/>
                  </a:cubicBezTo>
                  <a:lnTo>
                    <a:pt x="55" y="6332"/>
                  </a:lnTo>
                  <a:cubicBezTo>
                    <a:pt x="12" y="6408"/>
                    <a:pt x="1" y="6496"/>
                    <a:pt x="23" y="6580"/>
                  </a:cubicBezTo>
                  <a:cubicBezTo>
                    <a:pt x="45" y="6664"/>
                    <a:pt x="99" y="6734"/>
                    <a:pt x="175" y="6777"/>
                  </a:cubicBezTo>
                  <a:lnTo>
                    <a:pt x="810" y="7144"/>
                  </a:lnTo>
                  <a:cubicBezTo>
                    <a:pt x="860" y="7173"/>
                    <a:pt x="916" y="7188"/>
                    <a:pt x="972" y="7188"/>
                  </a:cubicBezTo>
                  <a:cubicBezTo>
                    <a:pt x="1001" y="7188"/>
                    <a:pt x="1029" y="7183"/>
                    <a:pt x="1058" y="7175"/>
                  </a:cubicBezTo>
                  <a:cubicBezTo>
                    <a:pt x="1142" y="7153"/>
                    <a:pt x="1212" y="7100"/>
                    <a:pt x="1255" y="7023"/>
                  </a:cubicBezTo>
                  <a:lnTo>
                    <a:pt x="3746" y="2710"/>
                  </a:lnTo>
                  <a:cubicBezTo>
                    <a:pt x="3762" y="2711"/>
                    <a:pt x="3774" y="2712"/>
                    <a:pt x="3787" y="2712"/>
                  </a:cubicBezTo>
                  <a:cubicBezTo>
                    <a:pt x="3815" y="2712"/>
                    <a:pt x="3845" y="2709"/>
                    <a:pt x="3872" y="2701"/>
                  </a:cubicBezTo>
                  <a:cubicBezTo>
                    <a:pt x="3877" y="2700"/>
                    <a:pt x="3883" y="2697"/>
                    <a:pt x="3889" y="2696"/>
                  </a:cubicBezTo>
                  <a:cubicBezTo>
                    <a:pt x="4490" y="3096"/>
                    <a:pt x="5060" y="3548"/>
                    <a:pt x="5579" y="4043"/>
                  </a:cubicBezTo>
                  <a:cubicBezTo>
                    <a:pt x="5669" y="4130"/>
                    <a:pt x="5784" y="4173"/>
                    <a:pt x="5898" y="4173"/>
                  </a:cubicBezTo>
                  <a:cubicBezTo>
                    <a:pt x="5994" y="4173"/>
                    <a:pt x="6092" y="4141"/>
                    <a:pt x="6176" y="4078"/>
                  </a:cubicBezTo>
                  <a:cubicBezTo>
                    <a:pt x="6361" y="3941"/>
                    <a:pt x="6417" y="3701"/>
                    <a:pt x="6313" y="3496"/>
                  </a:cubicBezTo>
                  <a:cubicBezTo>
                    <a:pt x="5908" y="2702"/>
                    <a:pt x="5350" y="2025"/>
                    <a:pt x="4652" y="1479"/>
                  </a:cubicBezTo>
                  <a:cubicBezTo>
                    <a:pt x="4654" y="1443"/>
                    <a:pt x="4652" y="1405"/>
                    <a:pt x="4642" y="1366"/>
                  </a:cubicBezTo>
                  <a:cubicBezTo>
                    <a:pt x="4631" y="1326"/>
                    <a:pt x="4612" y="1288"/>
                    <a:pt x="4588" y="1255"/>
                  </a:cubicBezTo>
                  <a:lnTo>
                    <a:pt x="4819" y="856"/>
                  </a:lnTo>
                  <a:cubicBezTo>
                    <a:pt x="4862" y="779"/>
                    <a:pt x="4873" y="693"/>
                    <a:pt x="4851" y="609"/>
                  </a:cubicBezTo>
                  <a:cubicBezTo>
                    <a:pt x="4829" y="525"/>
                    <a:pt x="4775" y="454"/>
                    <a:pt x="4699" y="411"/>
                  </a:cubicBezTo>
                  <a:lnTo>
                    <a:pt x="4065" y="44"/>
                  </a:lnTo>
                  <a:cubicBezTo>
                    <a:pt x="4013" y="14"/>
                    <a:pt x="3957" y="0"/>
                    <a:pt x="39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49"/>
            <p:cNvSpPr/>
            <p:nvPr/>
          </p:nvSpPr>
          <p:spPr>
            <a:xfrm>
              <a:off x="2119355" y="1436597"/>
              <a:ext cx="46423" cy="46684"/>
            </a:xfrm>
            <a:custGeom>
              <a:rect b="b" l="l" r="r" t="t"/>
              <a:pathLst>
                <a:path extrusionOk="0" h="1433" w="1425">
                  <a:moveTo>
                    <a:pt x="757" y="383"/>
                  </a:moveTo>
                  <a:lnTo>
                    <a:pt x="1014" y="705"/>
                  </a:lnTo>
                  <a:lnTo>
                    <a:pt x="709" y="1046"/>
                  </a:lnTo>
                  <a:lnTo>
                    <a:pt x="387" y="703"/>
                  </a:lnTo>
                  <a:lnTo>
                    <a:pt x="757" y="383"/>
                  </a:lnTo>
                  <a:close/>
                  <a:moveTo>
                    <a:pt x="760" y="1"/>
                  </a:moveTo>
                  <a:cubicBezTo>
                    <a:pt x="678" y="1"/>
                    <a:pt x="598" y="31"/>
                    <a:pt x="537" y="85"/>
                  </a:cubicBezTo>
                  <a:lnTo>
                    <a:pt x="123" y="443"/>
                  </a:lnTo>
                  <a:cubicBezTo>
                    <a:pt x="53" y="502"/>
                    <a:pt x="11" y="591"/>
                    <a:pt x="6" y="683"/>
                  </a:cubicBezTo>
                  <a:cubicBezTo>
                    <a:pt x="1" y="776"/>
                    <a:pt x="34" y="868"/>
                    <a:pt x="97" y="936"/>
                  </a:cubicBezTo>
                  <a:lnTo>
                    <a:pt x="460" y="1324"/>
                  </a:lnTo>
                  <a:cubicBezTo>
                    <a:pt x="525" y="1393"/>
                    <a:pt x="616" y="1433"/>
                    <a:pt x="710" y="1433"/>
                  </a:cubicBezTo>
                  <a:lnTo>
                    <a:pt x="714" y="1433"/>
                  </a:lnTo>
                  <a:cubicBezTo>
                    <a:pt x="810" y="1430"/>
                    <a:pt x="902" y="1389"/>
                    <a:pt x="966" y="1318"/>
                  </a:cubicBezTo>
                  <a:lnTo>
                    <a:pt x="1307" y="937"/>
                  </a:lnTo>
                  <a:cubicBezTo>
                    <a:pt x="1418" y="812"/>
                    <a:pt x="1425" y="626"/>
                    <a:pt x="1320" y="495"/>
                  </a:cubicBezTo>
                  <a:lnTo>
                    <a:pt x="1030" y="129"/>
                  </a:lnTo>
                  <a:cubicBezTo>
                    <a:pt x="972" y="57"/>
                    <a:pt x="885" y="10"/>
                    <a:pt x="793" y="3"/>
                  </a:cubicBezTo>
                  <a:cubicBezTo>
                    <a:pt x="782" y="1"/>
                    <a:pt x="771" y="1"/>
                    <a:pt x="7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49"/>
            <p:cNvSpPr/>
            <p:nvPr/>
          </p:nvSpPr>
          <p:spPr>
            <a:xfrm>
              <a:off x="2072672" y="1475397"/>
              <a:ext cx="46488" cy="43947"/>
            </a:xfrm>
            <a:custGeom>
              <a:rect b="b" l="l" r="r" t="t"/>
              <a:pathLst>
                <a:path extrusionOk="0" h="1349" w="1427">
                  <a:moveTo>
                    <a:pt x="604" y="383"/>
                  </a:moveTo>
                  <a:lnTo>
                    <a:pt x="1033" y="618"/>
                  </a:lnTo>
                  <a:lnTo>
                    <a:pt x="821" y="971"/>
                  </a:lnTo>
                  <a:lnTo>
                    <a:pt x="395" y="803"/>
                  </a:lnTo>
                  <a:lnTo>
                    <a:pt x="604" y="383"/>
                  </a:lnTo>
                  <a:close/>
                  <a:moveTo>
                    <a:pt x="592" y="1"/>
                  </a:moveTo>
                  <a:cubicBezTo>
                    <a:pt x="557" y="1"/>
                    <a:pt x="522" y="6"/>
                    <a:pt x="489" y="16"/>
                  </a:cubicBezTo>
                  <a:cubicBezTo>
                    <a:pt x="400" y="44"/>
                    <a:pt x="327" y="107"/>
                    <a:pt x="285" y="190"/>
                  </a:cubicBezTo>
                  <a:lnTo>
                    <a:pt x="48" y="666"/>
                  </a:lnTo>
                  <a:cubicBezTo>
                    <a:pt x="5" y="752"/>
                    <a:pt x="1" y="851"/>
                    <a:pt x="35" y="941"/>
                  </a:cubicBezTo>
                  <a:cubicBezTo>
                    <a:pt x="69" y="1030"/>
                    <a:pt x="141" y="1103"/>
                    <a:pt x="230" y="1138"/>
                  </a:cubicBezTo>
                  <a:lnTo>
                    <a:pt x="707" y="1326"/>
                  </a:lnTo>
                  <a:cubicBezTo>
                    <a:pt x="749" y="1341"/>
                    <a:pt x="791" y="1349"/>
                    <a:pt x="833" y="1349"/>
                  </a:cubicBezTo>
                  <a:cubicBezTo>
                    <a:pt x="949" y="1349"/>
                    <a:pt x="1062" y="1289"/>
                    <a:pt x="1126" y="1182"/>
                  </a:cubicBezTo>
                  <a:lnTo>
                    <a:pt x="1366" y="784"/>
                  </a:lnTo>
                  <a:cubicBezTo>
                    <a:pt x="1414" y="705"/>
                    <a:pt x="1427" y="608"/>
                    <a:pt x="1402" y="519"/>
                  </a:cubicBezTo>
                  <a:cubicBezTo>
                    <a:pt x="1377" y="430"/>
                    <a:pt x="1317" y="353"/>
                    <a:pt x="1236" y="308"/>
                  </a:cubicBezTo>
                  <a:lnTo>
                    <a:pt x="756" y="45"/>
                  </a:lnTo>
                  <a:cubicBezTo>
                    <a:pt x="706" y="15"/>
                    <a:pt x="649" y="1"/>
                    <a:pt x="5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49"/>
            <p:cNvSpPr/>
            <p:nvPr/>
          </p:nvSpPr>
          <p:spPr>
            <a:xfrm>
              <a:off x="2206435" y="1338963"/>
              <a:ext cx="17071" cy="34728"/>
            </a:xfrm>
            <a:custGeom>
              <a:rect b="b" l="l" r="r" t="t"/>
              <a:pathLst>
                <a:path extrusionOk="0" h="1066" w="524">
                  <a:moveTo>
                    <a:pt x="320" y="0"/>
                  </a:moveTo>
                  <a:cubicBezTo>
                    <a:pt x="232" y="0"/>
                    <a:pt x="155" y="64"/>
                    <a:pt x="139" y="154"/>
                  </a:cubicBezTo>
                  <a:lnTo>
                    <a:pt x="16" y="848"/>
                  </a:lnTo>
                  <a:cubicBezTo>
                    <a:pt x="0" y="948"/>
                    <a:pt x="67" y="1045"/>
                    <a:pt x="168" y="1063"/>
                  </a:cubicBezTo>
                  <a:cubicBezTo>
                    <a:pt x="178" y="1064"/>
                    <a:pt x="190" y="1066"/>
                    <a:pt x="200" y="1066"/>
                  </a:cubicBezTo>
                  <a:cubicBezTo>
                    <a:pt x="288" y="1066"/>
                    <a:pt x="367" y="1003"/>
                    <a:pt x="383" y="912"/>
                  </a:cubicBezTo>
                  <a:lnTo>
                    <a:pt x="504" y="218"/>
                  </a:lnTo>
                  <a:cubicBezTo>
                    <a:pt x="523" y="118"/>
                    <a:pt x="455" y="20"/>
                    <a:pt x="353" y="3"/>
                  </a:cubicBezTo>
                  <a:cubicBezTo>
                    <a:pt x="342" y="1"/>
                    <a:pt x="331" y="0"/>
                    <a:pt x="3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49"/>
            <p:cNvSpPr/>
            <p:nvPr/>
          </p:nvSpPr>
          <p:spPr>
            <a:xfrm>
              <a:off x="2168580" y="1346944"/>
              <a:ext cx="24531" cy="30623"/>
            </a:xfrm>
            <a:custGeom>
              <a:rect b="b" l="l" r="r" t="t"/>
              <a:pathLst>
                <a:path extrusionOk="0" h="940" w="753">
                  <a:moveTo>
                    <a:pt x="213" y="1"/>
                  </a:moveTo>
                  <a:cubicBezTo>
                    <a:pt x="181" y="1"/>
                    <a:pt x="149" y="9"/>
                    <a:pt x="120" y="26"/>
                  </a:cubicBezTo>
                  <a:cubicBezTo>
                    <a:pt x="31" y="77"/>
                    <a:pt x="1" y="190"/>
                    <a:pt x="52" y="279"/>
                  </a:cubicBezTo>
                  <a:lnTo>
                    <a:pt x="379" y="847"/>
                  </a:lnTo>
                  <a:cubicBezTo>
                    <a:pt x="413" y="906"/>
                    <a:pt x="476" y="939"/>
                    <a:pt x="540" y="939"/>
                  </a:cubicBezTo>
                  <a:cubicBezTo>
                    <a:pt x="571" y="939"/>
                    <a:pt x="603" y="932"/>
                    <a:pt x="633" y="915"/>
                  </a:cubicBezTo>
                  <a:cubicBezTo>
                    <a:pt x="722" y="864"/>
                    <a:pt x="753" y="749"/>
                    <a:pt x="701" y="660"/>
                  </a:cubicBezTo>
                  <a:lnTo>
                    <a:pt x="373" y="94"/>
                  </a:lnTo>
                  <a:cubicBezTo>
                    <a:pt x="340" y="34"/>
                    <a:pt x="277" y="1"/>
                    <a:pt x="2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49"/>
            <p:cNvSpPr/>
            <p:nvPr/>
          </p:nvSpPr>
          <p:spPr>
            <a:xfrm>
              <a:off x="2098766" y="1431711"/>
              <a:ext cx="12151" cy="12151"/>
            </a:xfrm>
            <a:custGeom>
              <a:rect b="b" l="l" r="r" t="t"/>
              <a:pathLst>
                <a:path extrusionOk="0" h="373" w="373">
                  <a:moveTo>
                    <a:pt x="186" y="1"/>
                  </a:moveTo>
                  <a:cubicBezTo>
                    <a:pt x="83" y="1"/>
                    <a:pt x="0" y="84"/>
                    <a:pt x="0" y="186"/>
                  </a:cubicBezTo>
                  <a:cubicBezTo>
                    <a:pt x="0" y="290"/>
                    <a:pt x="84" y="373"/>
                    <a:pt x="186" y="373"/>
                  </a:cubicBezTo>
                  <a:cubicBezTo>
                    <a:pt x="289" y="373"/>
                    <a:pt x="372" y="289"/>
                    <a:pt x="372" y="186"/>
                  </a:cubicBezTo>
                  <a:cubicBezTo>
                    <a:pt x="372" y="84"/>
                    <a:pt x="289" y="2"/>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49"/>
            <p:cNvSpPr/>
            <p:nvPr/>
          </p:nvSpPr>
          <p:spPr>
            <a:xfrm>
              <a:off x="2191123" y="1406496"/>
              <a:ext cx="12151" cy="12151"/>
            </a:xfrm>
            <a:custGeom>
              <a:rect b="b" l="l" r="r" t="t"/>
              <a:pathLst>
                <a:path extrusionOk="0" h="373" w="373">
                  <a:moveTo>
                    <a:pt x="187" y="0"/>
                  </a:moveTo>
                  <a:cubicBezTo>
                    <a:pt x="84" y="0"/>
                    <a:pt x="1" y="84"/>
                    <a:pt x="1" y="187"/>
                  </a:cubicBezTo>
                  <a:cubicBezTo>
                    <a:pt x="1" y="290"/>
                    <a:pt x="85" y="372"/>
                    <a:pt x="187" y="372"/>
                  </a:cubicBezTo>
                  <a:cubicBezTo>
                    <a:pt x="291" y="372"/>
                    <a:pt x="373" y="289"/>
                    <a:pt x="373" y="187"/>
                  </a:cubicBezTo>
                  <a:cubicBezTo>
                    <a:pt x="373" y="84"/>
                    <a:pt x="291" y="2"/>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49"/>
            <p:cNvSpPr/>
            <p:nvPr/>
          </p:nvSpPr>
          <p:spPr>
            <a:xfrm>
              <a:off x="2268755" y="1472172"/>
              <a:ext cx="12151" cy="12119"/>
            </a:xfrm>
            <a:custGeom>
              <a:rect b="b" l="l" r="r" t="t"/>
              <a:pathLst>
                <a:path extrusionOk="0" h="372" w="373">
                  <a:moveTo>
                    <a:pt x="187" y="0"/>
                  </a:moveTo>
                  <a:cubicBezTo>
                    <a:pt x="83" y="0"/>
                    <a:pt x="0" y="84"/>
                    <a:pt x="0" y="185"/>
                  </a:cubicBezTo>
                  <a:cubicBezTo>
                    <a:pt x="0" y="289"/>
                    <a:pt x="83" y="372"/>
                    <a:pt x="187" y="372"/>
                  </a:cubicBezTo>
                  <a:cubicBezTo>
                    <a:pt x="289" y="372"/>
                    <a:pt x="372" y="288"/>
                    <a:pt x="372" y="185"/>
                  </a:cubicBezTo>
                  <a:cubicBezTo>
                    <a:pt x="372" y="84"/>
                    <a:pt x="289"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6" name="Google Shape;4996;p49"/>
          <p:cNvGrpSpPr/>
          <p:nvPr/>
        </p:nvGrpSpPr>
        <p:grpSpPr>
          <a:xfrm>
            <a:off x="1947294" y="3152278"/>
            <a:ext cx="309714" cy="252639"/>
            <a:chOff x="7570906" y="2029540"/>
            <a:chExt cx="309714" cy="252639"/>
          </a:xfrm>
        </p:grpSpPr>
        <p:sp>
          <p:nvSpPr>
            <p:cNvPr id="4997" name="Google Shape;4997;p49"/>
            <p:cNvSpPr/>
            <p:nvPr/>
          </p:nvSpPr>
          <p:spPr>
            <a:xfrm>
              <a:off x="7702878" y="2243672"/>
              <a:ext cx="12151" cy="12119"/>
            </a:xfrm>
            <a:custGeom>
              <a:rect b="b" l="l" r="r" t="t"/>
              <a:pathLst>
                <a:path extrusionOk="0" h="372" w="373">
                  <a:moveTo>
                    <a:pt x="186" y="0"/>
                  </a:moveTo>
                  <a:cubicBezTo>
                    <a:pt x="83" y="0"/>
                    <a:pt x="1" y="83"/>
                    <a:pt x="1" y="187"/>
                  </a:cubicBezTo>
                  <a:cubicBezTo>
                    <a:pt x="1" y="289"/>
                    <a:pt x="85" y="372"/>
                    <a:pt x="186" y="372"/>
                  </a:cubicBezTo>
                  <a:cubicBezTo>
                    <a:pt x="289" y="372"/>
                    <a:pt x="373" y="289"/>
                    <a:pt x="373" y="187"/>
                  </a:cubicBezTo>
                  <a:cubicBezTo>
                    <a:pt x="373" y="83"/>
                    <a:pt x="289"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49"/>
            <p:cNvSpPr/>
            <p:nvPr/>
          </p:nvSpPr>
          <p:spPr>
            <a:xfrm>
              <a:off x="7748812" y="2243672"/>
              <a:ext cx="12151" cy="12119"/>
            </a:xfrm>
            <a:custGeom>
              <a:rect b="b" l="l" r="r" t="t"/>
              <a:pathLst>
                <a:path extrusionOk="0" h="372" w="373">
                  <a:moveTo>
                    <a:pt x="185" y="0"/>
                  </a:moveTo>
                  <a:cubicBezTo>
                    <a:pt x="84" y="0"/>
                    <a:pt x="1" y="83"/>
                    <a:pt x="1" y="187"/>
                  </a:cubicBezTo>
                  <a:cubicBezTo>
                    <a:pt x="1" y="289"/>
                    <a:pt x="85" y="372"/>
                    <a:pt x="186" y="372"/>
                  </a:cubicBezTo>
                  <a:cubicBezTo>
                    <a:pt x="289" y="372"/>
                    <a:pt x="373" y="289"/>
                    <a:pt x="373" y="187"/>
                  </a:cubicBezTo>
                  <a:cubicBezTo>
                    <a:pt x="373" y="83"/>
                    <a:pt x="289"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49"/>
            <p:cNvSpPr/>
            <p:nvPr/>
          </p:nvSpPr>
          <p:spPr>
            <a:xfrm>
              <a:off x="7725845" y="2243672"/>
              <a:ext cx="12151" cy="12119"/>
            </a:xfrm>
            <a:custGeom>
              <a:rect b="b" l="l" r="r" t="t"/>
              <a:pathLst>
                <a:path extrusionOk="0" h="372" w="373">
                  <a:moveTo>
                    <a:pt x="186" y="0"/>
                  </a:moveTo>
                  <a:cubicBezTo>
                    <a:pt x="84" y="0"/>
                    <a:pt x="1" y="83"/>
                    <a:pt x="1" y="187"/>
                  </a:cubicBezTo>
                  <a:cubicBezTo>
                    <a:pt x="1" y="289"/>
                    <a:pt x="85" y="372"/>
                    <a:pt x="187" y="372"/>
                  </a:cubicBezTo>
                  <a:cubicBezTo>
                    <a:pt x="289" y="372"/>
                    <a:pt x="373" y="289"/>
                    <a:pt x="373" y="187"/>
                  </a:cubicBezTo>
                  <a:cubicBezTo>
                    <a:pt x="373" y="83"/>
                    <a:pt x="289" y="0"/>
                    <a:pt x="1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49"/>
            <p:cNvSpPr/>
            <p:nvPr/>
          </p:nvSpPr>
          <p:spPr>
            <a:xfrm>
              <a:off x="7794779" y="2243672"/>
              <a:ext cx="12119" cy="12119"/>
            </a:xfrm>
            <a:custGeom>
              <a:rect b="b" l="l" r="r" t="t"/>
              <a:pathLst>
                <a:path extrusionOk="0" h="372" w="372">
                  <a:moveTo>
                    <a:pt x="184" y="0"/>
                  </a:moveTo>
                  <a:cubicBezTo>
                    <a:pt x="83" y="0"/>
                    <a:pt x="0" y="83"/>
                    <a:pt x="0" y="187"/>
                  </a:cubicBezTo>
                  <a:cubicBezTo>
                    <a:pt x="0" y="289"/>
                    <a:pt x="84" y="372"/>
                    <a:pt x="186" y="372"/>
                  </a:cubicBezTo>
                  <a:cubicBezTo>
                    <a:pt x="288" y="372"/>
                    <a:pt x="372" y="289"/>
                    <a:pt x="372" y="187"/>
                  </a:cubicBezTo>
                  <a:cubicBezTo>
                    <a:pt x="372" y="83"/>
                    <a:pt x="288"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49"/>
            <p:cNvSpPr/>
            <p:nvPr/>
          </p:nvSpPr>
          <p:spPr>
            <a:xfrm>
              <a:off x="7817779" y="2243672"/>
              <a:ext cx="12119" cy="12119"/>
            </a:xfrm>
            <a:custGeom>
              <a:rect b="b" l="l" r="r" t="t"/>
              <a:pathLst>
                <a:path extrusionOk="0" h="372" w="372">
                  <a:moveTo>
                    <a:pt x="184" y="0"/>
                  </a:moveTo>
                  <a:cubicBezTo>
                    <a:pt x="83" y="0"/>
                    <a:pt x="0" y="83"/>
                    <a:pt x="0" y="187"/>
                  </a:cubicBezTo>
                  <a:cubicBezTo>
                    <a:pt x="0" y="289"/>
                    <a:pt x="84" y="372"/>
                    <a:pt x="186" y="372"/>
                  </a:cubicBezTo>
                  <a:cubicBezTo>
                    <a:pt x="288" y="372"/>
                    <a:pt x="372" y="289"/>
                    <a:pt x="372" y="187"/>
                  </a:cubicBezTo>
                  <a:cubicBezTo>
                    <a:pt x="372" y="83"/>
                    <a:pt x="288"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49"/>
            <p:cNvSpPr/>
            <p:nvPr/>
          </p:nvSpPr>
          <p:spPr>
            <a:xfrm>
              <a:off x="7771779" y="2243672"/>
              <a:ext cx="12184" cy="12119"/>
            </a:xfrm>
            <a:custGeom>
              <a:rect b="b" l="l" r="r" t="t"/>
              <a:pathLst>
                <a:path extrusionOk="0" h="372" w="374">
                  <a:moveTo>
                    <a:pt x="186" y="0"/>
                  </a:moveTo>
                  <a:cubicBezTo>
                    <a:pt x="84" y="0"/>
                    <a:pt x="1" y="83"/>
                    <a:pt x="1" y="187"/>
                  </a:cubicBezTo>
                  <a:cubicBezTo>
                    <a:pt x="1" y="289"/>
                    <a:pt x="85" y="372"/>
                    <a:pt x="187" y="372"/>
                  </a:cubicBezTo>
                  <a:cubicBezTo>
                    <a:pt x="289" y="372"/>
                    <a:pt x="374" y="289"/>
                    <a:pt x="374" y="187"/>
                  </a:cubicBezTo>
                  <a:cubicBezTo>
                    <a:pt x="374" y="83"/>
                    <a:pt x="290" y="0"/>
                    <a:pt x="1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49"/>
            <p:cNvSpPr/>
            <p:nvPr/>
          </p:nvSpPr>
          <p:spPr>
            <a:xfrm>
              <a:off x="7840713" y="2243672"/>
              <a:ext cx="12119" cy="12119"/>
            </a:xfrm>
            <a:custGeom>
              <a:rect b="b" l="l" r="r" t="t"/>
              <a:pathLst>
                <a:path extrusionOk="0" h="372" w="372">
                  <a:moveTo>
                    <a:pt x="187" y="0"/>
                  </a:moveTo>
                  <a:cubicBezTo>
                    <a:pt x="83" y="0"/>
                    <a:pt x="0" y="83"/>
                    <a:pt x="0" y="187"/>
                  </a:cubicBezTo>
                  <a:cubicBezTo>
                    <a:pt x="0" y="289"/>
                    <a:pt x="84" y="372"/>
                    <a:pt x="187" y="372"/>
                  </a:cubicBezTo>
                  <a:cubicBezTo>
                    <a:pt x="288" y="372"/>
                    <a:pt x="372" y="289"/>
                    <a:pt x="372" y="187"/>
                  </a:cubicBezTo>
                  <a:cubicBezTo>
                    <a:pt x="372" y="83"/>
                    <a:pt x="288" y="0"/>
                    <a:pt x="1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49"/>
            <p:cNvSpPr/>
            <p:nvPr/>
          </p:nvSpPr>
          <p:spPr>
            <a:xfrm>
              <a:off x="7825630" y="2190278"/>
              <a:ext cx="24922" cy="12151"/>
            </a:xfrm>
            <a:custGeom>
              <a:rect b="b" l="l" r="r" t="t"/>
              <a:pathLst>
                <a:path extrusionOk="0" h="373" w="765">
                  <a:moveTo>
                    <a:pt x="185" y="1"/>
                  </a:moveTo>
                  <a:cubicBezTo>
                    <a:pt x="84" y="1"/>
                    <a:pt x="0" y="83"/>
                    <a:pt x="0" y="187"/>
                  </a:cubicBezTo>
                  <a:cubicBezTo>
                    <a:pt x="0" y="289"/>
                    <a:pt x="84" y="373"/>
                    <a:pt x="185" y="373"/>
                  </a:cubicBezTo>
                  <a:lnTo>
                    <a:pt x="578" y="373"/>
                  </a:lnTo>
                  <a:cubicBezTo>
                    <a:pt x="681" y="373"/>
                    <a:pt x="765" y="291"/>
                    <a:pt x="765" y="187"/>
                  </a:cubicBezTo>
                  <a:cubicBezTo>
                    <a:pt x="765" y="84"/>
                    <a:pt x="682" y="1"/>
                    <a:pt x="5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49"/>
            <p:cNvSpPr/>
            <p:nvPr/>
          </p:nvSpPr>
          <p:spPr>
            <a:xfrm>
              <a:off x="7570906" y="2029540"/>
              <a:ext cx="309714" cy="252639"/>
            </a:xfrm>
            <a:custGeom>
              <a:rect b="b" l="l" r="r" t="t"/>
              <a:pathLst>
                <a:path extrusionOk="0" h="7755" w="9507">
                  <a:moveTo>
                    <a:pt x="1894" y="377"/>
                  </a:moveTo>
                  <a:cubicBezTo>
                    <a:pt x="2114" y="377"/>
                    <a:pt x="2292" y="556"/>
                    <a:pt x="2292" y="775"/>
                  </a:cubicBezTo>
                  <a:cubicBezTo>
                    <a:pt x="2292" y="995"/>
                    <a:pt x="2112" y="1173"/>
                    <a:pt x="1894" y="1173"/>
                  </a:cubicBezTo>
                  <a:cubicBezTo>
                    <a:pt x="1674" y="1173"/>
                    <a:pt x="1496" y="994"/>
                    <a:pt x="1496" y="775"/>
                  </a:cubicBezTo>
                  <a:cubicBezTo>
                    <a:pt x="1494" y="555"/>
                    <a:pt x="1674" y="377"/>
                    <a:pt x="1894" y="377"/>
                  </a:cubicBezTo>
                  <a:close/>
                  <a:moveTo>
                    <a:pt x="1302" y="1266"/>
                  </a:moveTo>
                  <a:cubicBezTo>
                    <a:pt x="1405" y="1388"/>
                    <a:pt x="1545" y="1480"/>
                    <a:pt x="1706" y="1519"/>
                  </a:cubicBezTo>
                  <a:lnTo>
                    <a:pt x="843" y="3499"/>
                  </a:lnTo>
                  <a:lnTo>
                    <a:pt x="572" y="3362"/>
                  </a:lnTo>
                  <a:lnTo>
                    <a:pt x="1302" y="1266"/>
                  </a:lnTo>
                  <a:close/>
                  <a:moveTo>
                    <a:pt x="5454" y="3802"/>
                  </a:moveTo>
                  <a:lnTo>
                    <a:pt x="5454" y="4842"/>
                  </a:lnTo>
                  <a:lnTo>
                    <a:pt x="4221" y="4842"/>
                  </a:lnTo>
                  <a:lnTo>
                    <a:pt x="4740" y="3802"/>
                  </a:lnTo>
                  <a:close/>
                  <a:moveTo>
                    <a:pt x="438" y="3709"/>
                  </a:moveTo>
                  <a:lnTo>
                    <a:pt x="1701" y="4355"/>
                  </a:lnTo>
                  <a:cubicBezTo>
                    <a:pt x="1887" y="4451"/>
                    <a:pt x="2090" y="4498"/>
                    <a:pt x="2293" y="4498"/>
                  </a:cubicBezTo>
                  <a:cubicBezTo>
                    <a:pt x="2444" y="4498"/>
                    <a:pt x="2596" y="4472"/>
                    <a:pt x="2739" y="4420"/>
                  </a:cubicBezTo>
                  <a:lnTo>
                    <a:pt x="2739" y="4420"/>
                  </a:lnTo>
                  <a:cubicBezTo>
                    <a:pt x="2683" y="4618"/>
                    <a:pt x="2575" y="4801"/>
                    <a:pt x="2422" y="4948"/>
                  </a:cubicBezTo>
                  <a:cubicBezTo>
                    <a:pt x="2196" y="5168"/>
                    <a:pt x="1899" y="5290"/>
                    <a:pt x="1583" y="5290"/>
                  </a:cubicBezTo>
                  <a:cubicBezTo>
                    <a:pt x="1572" y="5290"/>
                    <a:pt x="1562" y="5290"/>
                    <a:pt x="1551" y="5290"/>
                  </a:cubicBezTo>
                  <a:cubicBezTo>
                    <a:pt x="1241" y="5282"/>
                    <a:pt x="948" y="5157"/>
                    <a:pt x="728" y="4933"/>
                  </a:cubicBezTo>
                  <a:cubicBezTo>
                    <a:pt x="507" y="4709"/>
                    <a:pt x="382" y="4415"/>
                    <a:pt x="377" y="4105"/>
                  </a:cubicBezTo>
                  <a:cubicBezTo>
                    <a:pt x="375" y="3969"/>
                    <a:pt x="396" y="3835"/>
                    <a:pt x="438" y="3709"/>
                  </a:cubicBezTo>
                  <a:close/>
                  <a:moveTo>
                    <a:pt x="6195" y="3801"/>
                  </a:moveTo>
                  <a:lnTo>
                    <a:pt x="6195" y="5756"/>
                  </a:lnTo>
                  <a:lnTo>
                    <a:pt x="4105" y="5756"/>
                  </a:lnTo>
                  <a:lnTo>
                    <a:pt x="4105" y="5211"/>
                  </a:lnTo>
                  <a:lnTo>
                    <a:pt x="5639" y="5211"/>
                  </a:lnTo>
                  <a:cubicBezTo>
                    <a:pt x="5741" y="5211"/>
                    <a:pt x="5824" y="5128"/>
                    <a:pt x="5824" y="5026"/>
                  </a:cubicBezTo>
                  <a:lnTo>
                    <a:pt x="5824" y="3801"/>
                  </a:lnTo>
                  <a:close/>
                  <a:moveTo>
                    <a:pt x="8721" y="4484"/>
                  </a:moveTo>
                  <a:cubicBezTo>
                    <a:pt x="8883" y="4484"/>
                    <a:pt x="9015" y="4617"/>
                    <a:pt x="9015" y="4780"/>
                  </a:cubicBezTo>
                  <a:lnTo>
                    <a:pt x="9015" y="5756"/>
                  </a:lnTo>
                  <a:lnTo>
                    <a:pt x="6567" y="5756"/>
                  </a:lnTo>
                  <a:lnTo>
                    <a:pt x="6567" y="4484"/>
                  </a:lnTo>
                  <a:close/>
                  <a:moveTo>
                    <a:pt x="8505" y="6127"/>
                  </a:moveTo>
                  <a:cubicBezTo>
                    <a:pt x="8853" y="6127"/>
                    <a:pt x="9136" y="6410"/>
                    <a:pt x="9136" y="6757"/>
                  </a:cubicBezTo>
                  <a:cubicBezTo>
                    <a:pt x="9135" y="7106"/>
                    <a:pt x="8852" y="7389"/>
                    <a:pt x="8505" y="7389"/>
                  </a:cubicBezTo>
                  <a:lnTo>
                    <a:pt x="4201" y="7389"/>
                  </a:lnTo>
                  <a:cubicBezTo>
                    <a:pt x="3853" y="7389"/>
                    <a:pt x="3570" y="7106"/>
                    <a:pt x="3570" y="6757"/>
                  </a:cubicBezTo>
                  <a:cubicBezTo>
                    <a:pt x="3570" y="6410"/>
                    <a:pt x="3853" y="6127"/>
                    <a:pt x="4201" y="6127"/>
                  </a:cubicBezTo>
                  <a:close/>
                  <a:moveTo>
                    <a:pt x="1892" y="0"/>
                  </a:moveTo>
                  <a:cubicBezTo>
                    <a:pt x="1539" y="0"/>
                    <a:pt x="1240" y="240"/>
                    <a:pt x="1149" y="566"/>
                  </a:cubicBezTo>
                  <a:lnTo>
                    <a:pt x="172" y="3379"/>
                  </a:lnTo>
                  <a:cubicBezTo>
                    <a:pt x="58" y="3604"/>
                    <a:pt x="1" y="3856"/>
                    <a:pt x="5" y="4109"/>
                  </a:cubicBezTo>
                  <a:cubicBezTo>
                    <a:pt x="11" y="4516"/>
                    <a:pt x="174" y="4900"/>
                    <a:pt x="463" y="5191"/>
                  </a:cubicBezTo>
                  <a:cubicBezTo>
                    <a:pt x="753" y="5483"/>
                    <a:pt x="1135" y="5649"/>
                    <a:pt x="1542" y="5657"/>
                  </a:cubicBezTo>
                  <a:lnTo>
                    <a:pt x="1581" y="5657"/>
                  </a:lnTo>
                  <a:cubicBezTo>
                    <a:pt x="1994" y="5657"/>
                    <a:pt x="2384" y="5499"/>
                    <a:pt x="2681" y="5210"/>
                  </a:cubicBezTo>
                  <a:cubicBezTo>
                    <a:pt x="2986" y="4912"/>
                    <a:pt x="3154" y="4510"/>
                    <a:pt x="3154" y="4083"/>
                  </a:cubicBezTo>
                  <a:cubicBezTo>
                    <a:pt x="3154" y="4012"/>
                    <a:pt x="3115" y="3948"/>
                    <a:pt x="3050" y="3916"/>
                  </a:cubicBezTo>
                  <a:cubicBezTo>
                    <a:pt x="3024" y="3903"/>
                    <a:pt x="2995" y="3897"/>
                    <a:pt x="2967" y="3897"/>
                  </a:cubicBezTo>
                  <a:cubicBezTo>
                    <a:pt x="2928" y="3897"/>
                    <a:pt x="2888" y="3909"/>
                    <a:pt x="2856" y="3934"/>
                  </a:cubicBezTo>
                  <a:cubicBezTo>
                    <a:pt x="2691" y="4059"/>
                    <a:pt x="2491" y="4123"/>
                    <a:pt x="2290" y="4123"/>
                  </a:cubicBezTo>
                  <a:cubicBezTo>
                    <a:pt x="2145" y="4123"/>
                    <a:pt x="1999" y="4089"/>
                    <a:pt x="1866" y="4021"/>
                  </a:cubicBezTo>
                  <a:lnTo>
                    <a:pt x="1169" y="3665"/>
                  </a:lnTo>
                  <a:lnTo>
                    <a:pt x="2076" y="1584"/>
                  </a:lnTo>
                  <a:lnTo>
                    <a:pt x="4002" y="3111"/>
                  </a:lnTo>
                  <a:lnTo>
                    <a:pt x="4002" y="4434"/>
                  </a:lnTo>
                  <a:lnTo>
                    <a:pt x="3749" y="4939"/>
                  </a:lnTo>
                  <a:cubicBezTo>
                    <a:pt x="3736" y="4965"/>
                    <a:pt x="3729" y="4992"/>
                    <a:pt x="3729" y="5022"/>
                  </a:cubicBezTo>
                  <a:lnTo>
                    <a:pt x="3729" y="5866"/>
                  </a:lnTo>
                  <a:cubicBezTo>
                    <a:pt x="3411" y="6034"/>
                    <a:pt x="3192" y="6369"/>
                    <a:pt x="3192" y="6752"/>
                  </a:cubicBezTo>
                  <a:cubicBezTo>
                    <a:pt x="3192" y="7305"/>
                    <a:pt x="3641" y="7755"/>
                    <a:pt x="4194" y="7755"/>
                  </a:cubicBezTo>
                  <a:lnTo>
                    <a:pt x="8498" y="7755"/>
                  </a:lnTo>
                  <a:cubicBezTo>
                    <a:pt x="9051" y="7755"/>
                    <a:pt x="9500" y="7305"/>
                    <a:pt x="9500" y="6752"/>
                  </a:cubicBezTo>
                  <a:cubicBezTo>
                    <a:pt x="9507" y="6513"/>
                    <a:pt x="9418" y="6289"/>
                    <a:pt x="9271" y="6113"/>
                  </a:cubicBezTo>
                  <a:cubicBezTo>
                    <a:pt x="9339" y="6086"/>
                    <a:pt x="9387" y="6019"/>
                    <a:pt x="9387" y="5942"/>
                  </a:cubicBezTo>
                  <a:lnTo>
                    <a:pt x="9387" y="4780"/>
                  </a:lnTo>
                  <a:cubicBezTo>
                    <a:pt x="9387" y="4413"/>
                    <a:pt x="9089" y="4113"/>
                    <a:pt x="8722" y="4113"/>
                  </a:cubicBezTo>
                  <a:lnTo>
                    <a:pt x="6567" y="4113"/>
                  </a:lnTo>
                  <a:lnTo>
                    <a:pt x="6567" y="3616"/>
                  </a:lnTo>
                  <a:cubicBezTo>
                    <a:pt x="6567" y="3514"/>
                    <a:pt x="6484" y="3430"/>
                    <a:pt x="6381" y="3430"/>
                  </a:cubicBezTo>
                  <a:lnTo>
                    <a:pt x="5589" y="3430"/>
                  </a:lnTo>
                  <a:lnTo>
                    <a:pt x="5099" y="2288"/>
                  </a:lnTo>
                  <a:cubicBezTo>
                    <a:pt x="5086" y="2260"/>
                    <a:pt x="5066" y="2234"/>
                    <a:pt x="5042" y="2214"/>
                  </a:cubicBezTo>
                  <a:lnTo>
                    <a:pt x="4539" y="1828"/>
                  </a:lnTo>
                  <a:cubicBezTo>
                    <a:pt x="4505" y="1802"/>
                    <a:pt x="4465" y="1790"/>
                    <a:pt x="4426" y="1790"/>
                  </a:cubicBezTo>
                  <a:cubicBezTo>
                    <a:pt x="4370" y="1790"/>
                    <a:pt x="4315" y="1815"/>
                    <a:pt x="4278" y="1863"/>
                  </a:cubicBezTo>
                  <a:cubicBezTo>
                    <a:pt x="4215" y="1944"/>
                    <a:pt x="4231" y="2061"/>
                    <a:pt x="4312" y="2124"/>
                  </a:cubicBezTo>
                  <a:lnTo>
                    <a:pt x="4776" y="2478"/>
                  </a:lnTo>
                  <a:lnTo>
                    <a:pt x="5184" y="3429"/>
                  </a:lnTo>
                  <a:lnTo>
                    <a:pt x="4625" y="3429"/>
                  </a:lnTo>
                  <a:cubicBezTo>
                    <a:pt x="4555" y="3429"/>
                    <a:pt x="4490" y="3468"/>
                    <a:pt x="4458" y="3531"/>
                  </a:cubicBezTo>
                  <a:lnTo>
                    <a:pt x="4378" y="3695"/>
                  </a:lnTo>
                  <a:lnTo>
                    <a:pt x="4378" y="3025"/>
                  </a:lnTo>
                  <a:cubicBezTo>
                    <a:pt x="4378" y="2968"/>
                    <a:pt x="4352" y="2915"/>
                    <a:pt x="4306" y="2879"/>
                  </a:cubicBezTo>
                  <a:lnTo>
                    <a:pt x="2389" y="1359"/>
                  </a:lnTo>
                  <a:cubicBezTo>
                    <a:pt x="2536" y="1234"/>
                    <a:pt x="2634" y="1057"/>
                    <a:pt x="2656" y="856"/>
                  </a:cubicBezTo>
                  <a:lnTo>
                    <a:pt x="2985" y="1108"/>
                  </a:lnTo>
                  <a:cubicBezTo>
                    <a:pt x="3020" y="1134"/>
                    <a:pt x="3059" y="1145"/>
                    <a:pt x="3099" y="1145"/>
                  </a:cubicBezTo>
                  <a:cubicBezTo>
                    <a:pt x="3154" y="1145"/>
                    <a:pt x="3210" y="1120"/>
                    <a:pt x="3246" y="1072"/>
                  </a:cubicBezTo>
                  <a:cubicBezTo>
                    <a:pt x="3309" y="990"/>
                    <a:pt x="3293" y="874"/>
                    <a:pt x="3212" y="811"/>
                  </a:cubicBezTo>
                  <a:cubicBezTo>
                    <a:pt x="3212" y="811"/>
                    <a:pt x="2355" y="154"/>
                    <a:pt x="2352" y="154"/>
                  </a:cubicBezTo>
                  <a:cubicBezTo>
                    <a:pt x="2224" y="58"/>
                    <a:pt x="2064" y="0"/>
                    <a:pt x="18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49"/>
            <p:cNvSpPr/>
            <p:nvPr/>
          </p:nvSpPr>
          <p:spPr>
            <a:xfrm>
              <a:off x="7687404" y="2071337"/>
              <a:ext cx="12151" cy="12151"/>
            </a:xfrm>
            <a:custGeom>
              <a:rect b="b" l="l" r="r" t="t"/>
              <a:pathLst>
                <a:path extrusionOk="0" h="373" w="373">
                  <a:moveTo>
                    <a:pt x="186" y="1"/>
                  </a:moveTo>
                  <a:cubicBezTo>
                    <a:pt x="82" y="1"/>
                    <a:pt x="0" y="85"/>
                    <a:pt x="0" y="187"/>
                  </a:cubicBezTo>
                  <a:cubicBezTo>
                    <a:pt x="0" y="290"/>
                    <a:pt x="84" y="373"/>
                    <a:pt x="186" y="373"/>
                  </a:cubicBezTo>
                  <a:cubicBezTo>
                    <a:pt x="289" y="373"/>
                    <a:pt x="372" y="289"/>
                    <a:pt x="372" y="187"/>
                  </a:cubicBezTo>
                  <a:cubicBezTo>
                    <a:pt x="372" y="85"/>
                    <a:pt x="289" y="3"/>
                    <a:pt x="1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7" name="Google Shape;5007;p49"/>
          <p:cNvGrpSpPr/>
          <p:nvPr/>
        </p:nvGrpSpPr>
        <p:grpSpPr>
          <a:xfrm>
            <a:off x="6887056" y="1403132"/>
            <a:ext cx="309584" cy="309519"/>
            <a:chOff x="3326319" y="2804820"/>
            <a:chExt cx="309584" cy="309519"/>
          </a:xfrm>
        </p:grpSpPr>
        <p:sp>
          <p:nvSpPr>
            <p:cNvPr id="5008" name="Google Shape;5008;p49"/>
            <p:cNvSpPr/>
            <p:nvPr/>
          </p:nvSpPr>
          <p:spPr>
            <a:xfrm>
              <a:off x="3326319" y="2855738"/>
              <a:ext cx="309584" cy="258600"/>
            </a:xfrm>
            <a:custGeom>
              <a:rect b="b" l="l" r="r" t="t"/>
              <a:pathLst>
                <a:path extrusionOk="0" h="7938" w="9503">
                  <a:moveTo>
                    <a:pt x="5774" y="373"/>
                  </a:moveTo>
                  <a:lnTo>
                    <a:pt x="5812" y="1185"/>
                  </a:lnTo>
                  <a:lnTo>
                    <a:pt x="4651" y="1185"/>
                  </a:lnTo>
                  <a:lnTo>
                    <a:pt x="4689" y="373"/>
                  </a:lnTo>
                  <a:close/>
                  <a:moveTo>
                    <a:pt x="8781" y="373"/>
                  </a:moveTo>
                  <a:lnTo>
                    <a:pt x="8819" y="1185"/>
                  </a:lnTo>
                  <a:lnTo>
                    <a:pt x="7656" y="1185"/>
                  </a:lnTo>
                  <a:lnTo>
                    <a:pt x="7694" y="373"/>
                  </a:lnTo>
                  <a:close/>
                  <a:moveTo>
                    <a:pt x="5831" y="1555"/>
                  </a:moveTo>
                  <a:lnTo>
                    <a:pt x="5862" y="2223"/>
                  </a:lnTo>
                  <a:lnTo>
                    <a:pt x="4602" y="2223"/>
                  </a:lnTo>
                  <a:lnTo>
                    <a:pt x="4634" y="1555"/>
                  </a:lnTo>
                  <a:close/>
                  <a:moveTo>
                    <a:pt x="8837" y="1555"/>
                  </a:moveTo>
                  <a:lnTo>
                    <a:pt x="8868" y="2223"/>
                  </a:lnTo>
                  <a:lnTo>
                    <a:pt x="7608" y="2223"/>
                  </a:lnTo>
                  <a:lnTo>
                    <a:pt x="7639" y="1555"/>
                  </a:lnTo>
                  <a:close/>
                  <a:moveTo>
                    <a:pt x="5879" y="2594"/>
                  </a:moveTo>
                  <a:lnTo>
                    <a:pt x="5911" y="3262"/>
                  </a:lnTo>
                  <a:lnTo>
                    <a:pt x="4553" y="3262"/>
                  </a:lnTo>
                  <a:lnTo>
                    <a:pt x="4584" y="2594"/>
                  </a:lnTo>
                  <a:close/>
                  <a:moveTo>
                    <a:pt x="8886" y="2594"/>
                  </a:moveTo>
                  <a:lnTo>
                    <a:pt x="8917" y="3262"/>
                  </a:lnTo>
                  <a:lnTo>
                    <a:pt x="7560" y="3262"/>
                  </a:lnTo>
                  <a:lnTo>
                    <a:pt x="7591" y="2594"/>
                  </a:lnTo>
                  <a:close/>
                  <a:moveTo>
                    <a:pt x="8934" y="3634"/>
                  </a:moveTo>
                  <a:lnTo>
                    <a:pt x="8965" y="4301"/>
                  </a:lnTo>
                  <a:lnTo>
                    <a:pt x="7509" y="4301"/>
                  </a:lnTo>
                  <a:lnTo>
                    <a:pt x="7541" y="3634"/>
                  </a:lnTo>
                  <a:close/>
                  <a:moveTo>
                    <a:pt x="8983" y="4672"/>
                  </a:moveTo>
                  <a:lnTo>
                    <a:pt x="9015" y="5339"/>
                  </a:lnTo>
                  <a:lnTo>
                    <a:pt x="7461" y="5339"/>
                  </a:lnTo>
                  <a:lnTo>
                    <a:pt x="7493" y="4672"/>
                  </a:lnTo>
                  <a:close/>
                  <a:moveTo>
                    <a:pt x="9032" y="5711"/>
                  </a:moveTo>
                  <a:lnTo>
                    <a:pt x="9064" y="6380"/>
                  </a:lnTo>
                  <a:lnTo>
                    <a:pt x="7413" y="6380"/>
                  </a:lnTo>
                  <a:lnTo>
                    <a:pt x="7444" y="5711"/>
                  </a:lnTo>
                  <a:close/>
                  <a:moveTo>
                    <a:pt x="9081" y="6750"/>
                  </a:moveTo>
                  <a:lnTo>
                    <a:pt x="9119" y="7565"/>
                  </a:lnTo>
                  <a:lnTo>
                    <a:pt x="7356" y="7565"/>
                  </a:lnTo>
                  <a:lnTo>
                    <a:pt x="7394" y="6750"/>
                  </a:lnTo>
                  <a:close/>
                  <a:moveTo>
                    <a:pt x="4508" y="1"/>
                  </a:moveTo>
                  <a:cubicBezTo>
                    <a:pt x="4408" y="1"/>
                    <a:pt x="4328" y="78"/>
                    <a:pt x="4323" y="178"/>
                  </a:cubicBezTo>
                  <a:lnTo>
                    <a:pt x="4177" y="3262"/>
                  </a:lnTo>
                  <a:lnTo>
                    <a:pt x="3251" y="3262"/>
                  </a:lnTo>
                  <a:cubicBezTo>
                    <a:pt x="3149" y="3262"/>
                    <a:pt x="3065" y="3344"/>
                    <a:pt x="3065" y="3447"/>
                  </a:cubicBezTo>
                  <a:cubicBezTo>
                    <a:pt x="3065" y="3550"/>
                    <a:pt x="3148" y="3634"/>
                    <a:pt x="3251" y="3634"/>
                  </a:cubicBezTo>
                  <a:lnTo>
                    <a:pt x="7165" y="3634"/>
                  </a:lnTo>
                  <a:lnTo>
                    <a:pt x="6980" y="7568"/>
                  </a:lnTo>
                  <a:lnTo>
                    <a:pt x="366" y="7568"/>
                  </a:lnTo>
                  <a:lnTo>
                    <a:pt x="366" y="3634"/>
                  </a:lnTo>
                  <a:lnTo>
                    <a:pt x="1581" y="3634"/>
                  </a:lnTo>
                  <a:cubicBezTo>
                    <a:pt x="1684" y="3634"/>
                    <a:pt x="1767" y="3551"/>
                    <a:pt x="1767" y="3447"/>
                  </a:cubicBezTo>
                  <a:cubicBezTo>
                    <a:pt x="1767" y="3346"/>
                    <a:pt x="1685" y="3262"/>
                    <a:pt x="1581" y="3262"/>
                  </a:cubicBezTo>
                  <a:lnTo>
                    <a:pt x="186" y="3262"/>
                  </a:lnTo>
                  <a:cubicBezTo>
                    <a:pt x="84" y="3262"/>
                    <a:pt x="0" y="3344"/>
                    <a:pt x="0" y="3447"/>
                  </a:cubicBezTo>
                  <a:lnTo>
                    <a:pt x="0" y="7752"/>
                  </a:lnTo>
                  <a:cubicBezTo>
                    <a:pt x="0" y="7854"/>
                    <a:pt x="82" y="7937"/>
                    <a:pt x="186" y="7937"/>
                  </a:cubicBezTo>
                  <a:lnTo>
                    <a:pt x="9314" y="7937"/>
                  </a:lnTo>
                  <a:cubicBezTo>
                    <a:pt x="9366" y="7937"/>
                    <a:pt x="9414" y="7916"/>
                    <a:pt x="9449" y="7880"/>
                  </a:cubicBezTo>
                  <a:cubicBezTo>
                    <a:pt x="9484" y="7843"/>
                    <a:pt x="9503" y="7794"/>
                    <a:pt x="9500" y="7744"/>
                  </a:cubicBezTo>
                  <a:lnTo>
                    <a:pt x="9142" y="178"/>
                  </a:lnTo>
                  <a:cubicBezTo>
                    <a:pt x="9137" y="78"/>
                    <a:pt x="9057" y="1"/>
                    <a:pt x="8957" y="1"/>
                  </a:cubicBezTo>
                  <a:lnTo>
                    <a:pt x="7517" y="1"/>
                  </a:lnTo>
                  <a:cubicBezTo>
                    <a:pt x="7417" y="1"/>
                    <a:pt x="7335" y="78"/>
                    <a:pt x="7330" y="178"/>
                  </a:cubicBezTo>
                  <a:lnTo>
                    <a:pt x="7185" y="3262"/>
                  </a:lnTo>
                  <a:lnTo>
                    <a:pt x="6280" y="3262"/>
                  </a:lnTo>
                  <a:lnTo>
                    <a:pt x="6135" y="178"/>
                  </a:lnTo>
                  <a:cubicBezTo>
                    <a:pt x="6130" y="78"/>
                    <a:pt x="6048" y="1"/>
                    <a:pt x="59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49"/>
            <p:cNvSpPr/>
            <p:nvPr/>
          </p:nvSpPr>
          <p:spPr>
            <a:xfrm>
              <a:off x="3358929" y="3009993"/>
              <a:ext cx="36356" cy="56359"/>
            </a:xfrm>
            <a:custGeom>
              <a:rect b="b" l="l" r="r" t="t"/>
              <a:pathLst>
                <a:path extrusionOk="0" h="1730" w="1116">
                  <a:moveTo>
                    <a:pt x="743" y="372"/>
                  </a:moveTo>
                  <a:lnTo>
                    <a:pt x="743" y="1358"/>
                  </a:lnTo>
                  <a:lnTo>
                    <a:pt x="373" y="1358"/>
                  </a:lnTo>
                  <a:lnTo>
                    <a:pt x="373" y="372"/>
                  </a:lnTo>
                  <a:close/>
                  <a:moveTo>
                    <a:pt x="186" y="1"/>
                  </a:moveTo>
                  <a:cubicBezTo>
                    <a:pt x="84" y="1"/>
                    <a:pt x="1" y="84"/>
                    <a:pt x="1" y="187"/>
                  </a:cubicBezTo>
                  <a:lnTo>
                    <a:pt x="1" y="1544"/>
                  </a:lnTo>
                  <a:cubicBezTo>
                    <a:pt x="1" y="1646"/>
                    <a:pt x="83" y="1729"/>
                    <a:pt x="186" y="1729"/>
                  </a:cubicBezTo>
                  <a:lnTo>
                    <a:pt x="929" y="1729"/>
                  </a:lnTo>
                  <a:cubicBezTo>
                    <a:pt x="1031" y="1729"/>
                    <a:pt x="1115" y="1647"/>
                    <a:pt x="1115" y="1544"/>
                  </a:cubicBezTo>
                  <a:lnTo>
                    <a:pt x="1115" y="187"/>
                  </a:lnTo>
                  <a:cubicBezTo>
                    <a:pt x="1115" y="85"/>
                    <a:pt x="1033" y="1"/>
                    <a:pt x="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49"/>
            <p:cNvSpPr/>
            <p:nvPr/>
          </p:nvSpPr>
          <p:spPr>
            <a:xfrm>
              <a:off x="3407307" y="3009960"/>
              <a:ext cx="36324" cy="56359"/>
            </a:xfrm>
            <a:custGeom>
              <a:rect b="b" l="l" r="r" t="t"/>
              <a:pathLst>
                <a:path extrusionOk="0" h="1730" w="1115">
                  <a:moveTo>
                    <a:pt x="742" y="373"/>
                  </a:moveTo>
                  <a:lnTo>
                    <a:pt x="742" y="1359"/>
                  </a:lnTo>
                  <a:lnTo>
                    <a:pt x="371" y="1359"/>
                  </a:lnTo>
                  <a:lnTo>
                    <a:pt x="371" y="373"/>
                  </a:lnTo>
                  <a:close/>
                  <a:moveTo>
                    <a:pt x="187" y="1"/>
                  </a:moveTo>
                  <a:cubicBezTo>
                    <a:pt x="84" y="1"/>
                    <a:pt x="0" y="84"/>
                    <a:pt x="0" y="186"/>
                  </a:cubicBezTo>
                  <a:lnTo>
                    <a:pt x="0" y="1545"/>
                  </a:lnTo>
                  <a:cubicBezTo>
                    <a:pt x="0" y="1647"/>
                    <a:pt x="83" y="1729"/>
                    <a:pt x="187" y="1729"/>
                  </a:cubicBezTo>
                  <a:lnTo>
                    <a:pt x="929" y="1729"/>
                  </a:lnTo>
                  <a:cubicBezTo>
                    <a:pt x="1031" y="1729"/>
                    <a:pt x="1115" y="1647"/>
                    <a:pt x="1115" y="1543"/>
                  </a:cubicBezTo>
                  <a:lnTo>
                    <a:pt x="1115" y="186"/>
                  </a:lnTo>
                  <a:cubicBezTo>
                    <a:pt x="1115" y="85"/>
                    <a:pt x="1032" y="1"/>
                    <a:pt x="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49"/>
            <p:cNvSpPr/>
            <p:nvPr/>
          </p:nvSpPr>
          <p:spPr>
            <a:xfrm>
              <a:off x="3455652" y="3009960"/>
              <a:ext cx="36324" cy="56392"/>
            </a:xfrm>
            <a:custGeom>
              <a:rect b="b" l="l" r="r" t="t"/>
              <a:pathLst>
                <a:path extrusionOk="0" h="1731" w="1115">
                  <a:moveTo>
                    <a:pt x="742" y="373"/>
                  </a:moveTo>
                  <a:lnTo>
                    <a:pt x="742" y="1359"/>
                  </a:lnTo>
                  <a:lnTo>
                    <a:pt x="372" y="1359"/>
                  </a:lnTo>
                  <a:lnTo>
                    <a:pt x="372" y="373"/>
                  </a:lnTo>
                  <a:close/>
                  <a:moveTo>
                    <a:pt x="186" y="1"/>
                  </a:moveTo>
                  <a:cubicBezTo>
                    <a:pt x="84" y="1"/>
                    <a:pt x="1" y="84"/>
                    <a:pt x="1" y="186"/>
                  </a:cubicBezTo>
                  <a:lnTo>
                    <a:pt x="1" y="1545"/>
                  </a:lnTo>
                  <a:cubicBezTo>
                    <a:pt x="1" y="1647"/>
                    <a:pt x="82" y="1730"/>
                    <a:pt x="186" y="1730"/>
                  </a:cubicBezTo>
                  <a:lnTo>
                    <a:pt x="929" y="1730"/>
                  </a:lnTo>
                  <a:lnTo>
                    <a:pt x="929" y="1729"/>
                  </a:lnTo>
                  <a:cubicBezTo>
                    <a:pt x="1030" y="1729"/>
                    <a:pt x="1114" y="1647"/>
                    <a:pt x="1114" y="1543"/>
                  </a:cubicBezTo>
                  <a:lnTo>
                    <a:pt x="1114" y="186"/>
                  </a:lnTo>
                  <a:cubicBezTo>
                    <a:pt x="1114" y="85"/>
                    <a:pt x="1031" y="1"/>
                    <a:pt x="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49"/>
            <p:cNvSpPr/>
            <p:nvPr/>
          </p:nvSpPr>
          <p:spPr>
            <a:xfrm>
              <a:off x="3503964" y="3009960"/>
              <a:ext cx="36356" cy="56392"/>
            </a:xfrm>
            <a:custGeom>
              <a:rect b="b" l="l" r="r" t="t"/>
              <a:pathLst>
                <a:path extrusionOk="0" h="1731" w="1116">
                  <a:moveTo>
                    <a:pt x="744" y="373"/>
                  </a:moveTo>
                  <a:lnTo>
                    <a:pt x="744" y="1359"/>
                  </a:lnTo>
                  <a:lnTo>
                    <a:pt x="373" y="1359"/>
                  </a:lnTo>
                  <a:lnTo>
                    <a:pt x="373" y="373"/>
                  </a:lnTo>
                  <a:close/>
                  <a:moveTo>
                    <a:pt x="186" y="1"/>
                  </a:moveTo>
                  <a:cubicBezTo>
                    <a:pt x="85" y="1"/>
                    <a:pt x="1" y="84"/>
                    <a:pt x="1" y="186"/>
                  </a:cubicBezTo>
                  <a:lnTo>
                    <a:pt x="1" y="1545"/>
                  </a:lnTo>
                  <a:cubicBezTo>
                    <a:pt x="1" y="1647"/>
                    <a:pt x="84" y="1730"/>
                    <a:pt x="186" y="1730"/>
                  </a:cubicBezTo>
                  <a:lnTo>
                    <a:pt x="929" y="1730"/>
                  </a:lnTo>
                  <a:lnTo>
                    <a:pt x="929" y="1729"/>
                  </a:lnTo>
                  <a:cubicBezTo>
                    <a:pt x="1032" y="1729"/>
                    <a:pt x="1116" y="1647"/>
                    <a:pt x="1116" y="1543"/>
                  </a:cubicBezTo>
                  <a:lnTo>
                    <a:pt x="1116" y="186"/>
                  </a:lnTo>
                  <a:cubicBezTo>
                    <a:pt x="1116" y="85"/>
                    <a:pt x="1033" y="1"/>
                    <a:pt x="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49"/>
            <p:cNvSpPr/>
            <p:nvPr/>
          </p:nvSpPr>
          <p:spPr>
            <a:xfrm>
              <a:off x="3442751" y="2804820"/>
              <a:ext cx="86982" cy="36324"/>
            </a:xfrm>
            <a:custGeom>
              <a:rect b="b" l="l" r="r" t="t"/>
              <a:pathLst>
                <a:path extrusionOk="0" h="1115" w="2670">
                  <a:moveTo>
                    <a:pt x="1660" y="1"/>
                  </a:moveTo>
                  <a:cubicBezTo>
                    <a:pt x="1384" y="1"/>
                    <a:pt x="1142" y="163"/>
                    <a:pt x="1033" y="406"/>
                  </a:cubicBezTo>
                  <a:cubicBezTo>
                    <a:pt x="870" y="457"/>
                    <a:pt x="740" y="583"/>
                    <a:pt x="683" y="742"/>
                  </a:cubicBezTo>
                  <a:lnTo>
                    <a:pt x="187" y="742"/>
                  </a:lnTo>
                  <a:cubicBezTo>
                    <a:pt x="84" y="742"/>
                    <a:pt x="1" y="825"/>
                    <a:pt x="1" y="929"/>
                  </a:cubicBezTo>
                  <a:cubicBezTo>
                    <a:pt x="2" y="1030"/>
                    <a:pt x="84" y="1114"/>
                    <a:pt x="187" y="1114"/>
                  </a:cubicBezTo>
                  <a:lnTo>
                    <a:pt x="833" y="1114"/>
                  </a:lnTo>
                  <a:cubicBezTo>
                    <a:pt x="936" y="1114"/>
                    <a:pt x="1020" y="1033"/>
                    <a:pt x="1020" y="929"/>
                  </a:cubicBezTo>
                  <a:cubicBezTo>
                    <a:pt x="1020" y="836"/>
                    <a:pt x="1091" y="758"/>
                    <a:pt x="1184" y="753"/>
                  </a:cubicBezTo>
                  <a:cubicBezTo>
                    <a:pt x="1266" y="748"/>
                    <a:pt x="1334" y="690"/>
                    <a:pt x="1352" y="611"/>
                  </a:cubicBezTo>
                  <a:cubicBezTo>
                    <a:pt x="1386" y="470"/>
                    <a:pt x="1513" y="373"/>
                    <a:pt x="1659" y="373"/>
                  </a:cubicBezTo>
                  <a:cubicBezTo>
                    <a:pt x="1803" y="373"/>
                    <a:pt x="1929" y="470"/>
                    <a:pt x="1965" y="611"/>
                  </a:cubicBezTo>
                  <a:cubicBezTo>
                    <a:pt x="1985" y="690"/>
                    <a:pt x="2053" y="748"/>
                    <a:pt x="2132" y="753"/>
                  </a:cubicBezTo>
                  <a:cubicBezTo>
                    <a:pt x="2226" y="760"/>
                    <a:pt x="2298" y="837"/>
                    <a:pt x="2298" y="929"/>
                  </a:cubicBezTo>
                  <a:cubicBezTo>
                    <a:pt x="2298" y="1030"/>
                    <a:pt x="2380" y="1114"/>
                    <a:pt x="2483" y="1114"/>
                  </a:cubicBezTo>
                  <a:cubicBezTo>
                    <a:pt x="2586" y="1114"/>
                    <a:pt x="2670" y="1033"/>
                    <a:pt x="2670" y="929"/>
                  </a:cubicBezTo>
                  <a:cubicBezTo>
                    <a:pt x="2670" y="685"/>
                    <a:pt x="2508" y="477"/>
                    <a:pt x="2285" y="406"/>
                  </a:cubicBezTo>
                  <a:cubicBezTo>
                    <a:pt x="2176" y="163"/>
                    <a:pt x="1934" y="1"/>
                    <a:pt x="16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49"/>
            <p:cNvSpPr/>
            <p:nvPr/>
          </p:nvSpPr>
          <p:spPr>
            <a:xfrm>
              <a:off x="3541298" y="2804820"/>
              <a:ext cx="86330" cy="36324"/>
            </a:xfrm>
            <a:custGeom>
              <a:rect b="b" l="l" r="r" t="t"/>
              <a:pathLst>
                <a:path extrusionOk="0" h="1115" w="2650">
                  <a:moveTo>
                    <a:pt x="1639" y="1"/>
                  </a:moveTo>
                  <a:cubicBezTo>
                    <a:pt x="1365" y="1"/>
                    <a:pt x="1123" y="163"/>
                    <a:pt x="1014" y="406"/>
                  </a:cubicBezTo>
                  <a:cubicBezTo>
                    <a:pt x="851" y="457"/>
                    <a:pt x="721" y="583"/>
                    <a:pt x="663" y="742"/>
                  </a:cubicBezTo>
                  <a:lnTo>
                    <a:pt x="186" y="742"/>
                  </a:lnTo>
                  <a:cubicBezTo>
                    <a:pt x="85" y="742"/>
                    <a:pt x="1" y="825"/>
                    <a:pt x="1" y="929"/>
                  </a:cubicBezTo>
                  <a:cubicBezTo>
                    <a:pt x="2" y="1030"/>
                    <a:pt x="85" y="1114"/>
                    <a:pt x="186" y="1114"/>
                  </a:cubicBezTo>
                  <a:lnTo>
                    <a:pt x="814" y="1114"/>
                  </a:lnTo>
                  <a:cubicBezTo>
                    <a:pt x="916" y="1114"/>
                    <a:pt x="999" y="1033"/>
                    <a:pt x="999" y="929"/>
                  </a:cubicBezTo>
                  <a:cubicBezTo>
                    <a:pt x="999" y="836"/>
                    <a:pt x="1072" y="758"/>
                    <a:pt x="1165" y="753"/>
                  </a:cubicBezTo>
                  <a:cubicBezTo>
                    <a:pt x="1246" y="748"/>
                    <a:pt x="1314" y="690"/>
                    <a:pt x="1332" y="611"/>
                  </a:cubicBezTo>
                  <a:cubicBezTo>
                    <a:pt x="1366" y="470"/>
                    <a:pt x="1494" y="373"/>
                    <a:pt x="1638" y="373"/>
                  </a:cubicBezTo>
                  <a:cubicBezTo>
                    <a:pt x="1784" y="373"/>
                    <a:pt x="1910" y="470"/>
                    <a:pt x="1945" y="611"/>
                  </a:cubicBezTo>
                  <a:cubicBezTo>
                    <a:pt x="1964" y="690"/>
                    <a:pt x="2032" y="748"/>
                    <a:pt x="2113" y="753"/>
                  </a:cubicBezTo>
                  <a:cubicBezTo>
                    <a:pt x="2206" y="760"/>
                    <a:pt x="2277" y="837"/>
                    <a:pt x="2277" y="929"/>
                  </a:cubicBezTo>
                  <a:cubicBezTo>
                    <a:pt x="2277" y="1030"/>
                    <a:pt x="2360" y="1114"/>
                    <a:pt x="2464" y="1114"/>
                  </a:cubicBezTo>
                  <a:cubicBezTo>
                    <a:pt x="2565" y="1114"/>
                    <a:pt x="2649" y="1033"/>
                    <a:pt x="2649" y="929"/>
                  </a:cubicBezTo>
                  <a:cubicBezTo>
                    <a:pt x="2649" y="685"/>
                    <a:pt x="2488" y="477"/>
                    <a:pt x="2266" y="406"/>
                  </a:cubicBezTo>
                  <a:cubicBezTo>
                    <a:pt x="2157" y="163"/>
                    <a:pt x="1915" y="1"/>
                    <a:pt x="16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49"/>
            <p:cNvSpPr/>
            <p:nvPr/>
          </p:nvSpPr>
          <p:spPr>
            <a:xfrm>
              <a:off x="3377335" y="2828992"/>
              <a:ext cx="50821" cy="12151"/>
            </a:xfrm>
            <a:custGeom>
              <a:rect b="b" l="l" r="r" t="t"/>
              <a:pathLst>
                <a:path extrusionOk="0" h="373" w="1560">
                  <a:moveTo>
                    <a:pt x="186" y="0"/>
                  </a:moveTo>
                  <a:cubicBezTo>
                    <a:pt x="84" y="0"/>
                    <a:pt x="0" y="83"/>
                    <a:pt x="0" y="187"/>
                  </a:cubicBezTo>
                  <a:cubicBezTo>
                    <a:pt x="0" y="288"/>
                    <a:pt x="84" y="372"/>
                    <a:pt x="186" y="372"/>
                  </a:cubicBezTo>
                  <a:lnTo>
                    <a:pt x="1374" y="372"/>
                  </a:lnTo>
                  <a:cubicBezTo>
                    <a:pt x="1475" y="372"/>
                    <a:pt x="1559" y="291"/>
                    <a:pt x="1559" y="187"/>
                  </a:cubicBezTo>
                  <a:cubicBezTo>
                    <a:pt x="1559" y="84"/>
                    <a:pt x="1477" y="0"/>
                    <a:pt x="13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49"/>
            <p:cNvSpPr/>
            <p:nvPr/>
          </p:nvSpPr>
          <p:spPr>
            <a:xfrm>
              <a:off x="3399097" y="2961974"/>
              <a:ext cx="12151" cy="12151"/>
            </a:xfrm>
            <a:custGeom>
              <a:rect b="b" l="l" r="r" t="t"/>
              <a:pathLst>
                <a:path extrusionOk="0" h="373" w="373">
                  <a:moveTo>
                    <a:pt x="187" y="1"/>
                  </a:moveTo>
                  <a:cubicBezTo>
                    <a:pt x="83" y="1"/>
                    <a:pt x="1" y="85"/>
                    <a:pt x="1" y="186"/>
                  </a:cubicBezTo>
                  <a:cubicBezTo>
                    <a:pt x="1" y="290"/>
                    <a:pt x="84" y="373"/>
                    <a:pt x="187" y="373"/>
                  </a:cubicBezTo>
                  <a:cubicBezTo>
                    <a:pt x="291" y="373"/>
                    <a:pt x="373" y="289"/>
                    <a:pt x="373" y="186"/>
                  </a:cubicBezTo>
                  <a:cubicBezTo>
                    <a:pt x="373" y="85"/>
                    <a:pt x="289" y="1"/>
                    <a:pt x="1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7" name="Google Shape;5017;p49"/>
          <p:cNvGrpSpPr/>
          <p:nvPr/>
        </p:nvGrpSpPr>
        <p:grpSpPr>
          <a:xfrm>
            <a:off x="6897978" y="3123812"/>
            <a:ext cx="287724" cy="309584"/>
            <a:chOff x="7582015" y="1289249"/>
            <a:chExt cx="287724" cy="309584"/>
          </a:xfrm>
        </p:grpSpPr>
        <p:sp>
          <p:nvSpPr>
            <p:cNvPr id="5018" name="Google Shape;5018;p49"/>
            <p:cNvSpPr/>
            <p:nvPr/>
          </p:nvSpPr>
          <p:spPr>
            <a:xfrm>
              <a:off x="7601399" y="1289282"/>
              <a:ext cx="242898" cy="309551"/>
            </a:xfrm>
            <a:custGeom>
              <a:rect b="b" l="l" r="r" t="t"/>
              <a:pathLst>
                <a:path extrusionOk="0" h="9502" w="7456">
                  <a:moveTo>
                    <a:pt x="3401" y="4384"/>
                  </a:moveTo>
                  <a:lnTo>
                    <a:pt x="3401" y="4384"/>
                  </a:lnTo>
                  <a:cubicBezTo>
                    <a:pt x="3673" y="4452"/>
                    <a:pt x="3928" y="4584"/>
                    <a:pt x="4144" y="4772"/>
                  </a:cubicBezTo>
                  <a:cubicBezTo>
                    <a:pt x="4436" y="5024"/>
                    <a:pt x="4637" y="5354"/>
                    <a:pt x="4725" y="5728"/>
                  </a:cubicBezTo>
                  <a:cubicBezTo>
                    <a:pt x="4761" y="5875"/>
                    <a:pt x="4886" y="5975"/>
                    <a:pt x="5038" y="5978"/>
                  </a:cubicBezTo>
                  <a:cubicBezTo>
                    <a:pt x="5040" y="5978"/>
                    <a:pt x="5041" y="5978"/>
                    <a:pt x="5042" y="5978"/>
                  </a:cubicBezTo>
                  <a:cubicBezTo>
                    <a:pt x="5133" y="5978"/>
                    <a:pt x="5215" y="5943"/>
                    <a:pt x="5276" y="5882"/>
                  </a:cubicBezTo>
                  <a:cubicBezTo>
                    <a:pt x="5436" y="6165"/>
                    <a:pt x="5511" y="6488"/>
                    <a:pt x="5491" y="6818"/>
                  </a:cubicBezTo>
                  <a:cubicBezTo>
                    <a:pt x="5485" y="6817"/>
                    <a:pt x="5479" y="6817"/>
                    <a:pt x="5473" y="6817"/>
                  </a:cubicBezTo>
                  <a:cubicBezTo>
                    <a:pt x="5370" y="6817"/>
                    <a:pt x="5270" y="6861"/>
                    <a:pt x="5199" y="6947"/>
                  </a:cubicBezTo>
                  <a:lnTo>
                    <a:pt x="4753" y="7494"/>
                  </a:lnTo>
                  <a:lnTo>
                    <a:pt x="4167" y="7018"/>
                  </a:lnTo>
                  <a:cubicBezTo>
                    <a:pt x="4102" y="6965"/>
                    <a:pt x="4023" y="6939"/>
                    <a:pt x="3944" y="6939"/>
                  </a:cubicBezTo>
                  <a:cubicBezTo>
                    <a:pt x="3871" y="6939"/>
                    <a:pt x="3798" y="6961"/>
                    <a:pt x="3736" y="7006"/>
                  </a:cubicBezTo>
                  <a:lnTo>
                    <a:pt x="2922" y="7601"/>
                  </a:lnTo>
                  <a:lnTo>
                    <a:pt x="2178" y="7046"/>
                  </a:lnTo>
                  <a:cubicBezTo>
                    <a:pt x="2155" y="6936"/>
                    <a:pt x="2144" y="6824"/>
                    <a:pt x="2144" y="6710"/>
                  </a:cubicBezTo>
                  <a:cubicBezTo>
                    <a:pt x="2145" y="6341"/>
                    <a:pt x="2225" y="5980"/>
                    <a:pt x="2377" y="5648"/>
                  </a:cubicBezTo>
                  <a:cubicBezTo>
                    <a:pt x="2466" y="5829"/>
                    <a:pt x="2650" y="5944"/>
                    <a:pt x="2853" y="5944"/>
                  </a:cubicBezTo>
                  <a:cubicBezTo>
                    <a:pt x="2859" y="5944"/>
                    <a:pt x="2866" y="5944"/>
                    <a:pt x="2872" y="5944"/>
                  </a:cubicBezTo>
                  <a:cubicBezTo>
                    <a:pt x="3091" y="5936"/>
                    <a:pt x="3274" y="5805"/>
                    <a:pt x="3350" y="5599"/>
                  </a:cubicBezTo>
                  <a:cubicBezTo>
                    <a:pt x="3431" y="5379"/>
                    <a:pt x="3473" y="5149"/>
                    <a:pt x="3473" y="4912"/>
                  </a:cubicBezTo>
                  <a:cubicBezTo>
                    <a:pt x="3473" y="4731"/>
                    <a:pt x="3449" y="4555"/>
                    <a:pt x="3401" y="4384"/>
                  </a:cubicBezTo>
                  <a:close/>
                  <a:moveTo>
                    <a:pt x="3945" y="7313"/>
                  </a:moveTo>
                  <a:lnTo>
                    <a:pt x="5103" y="8256"/>
                  </a:lnTo>
                  <a:lnTo>
                    <a:pt x="4155" y="9128"/>
                  </a:lnTo>
                  <a:lnTo>
                    <a:pt x="3313" y="9050"/>
                  </a:lnTo>
                  <a:lnTo>
                    <a:pt x="3270" y="8852"/>
                  </a:lnTo>
                  <a:lnTo>
                    <a:pt x="3438" y="8271"/>
                  </a:lnTo>
                  <a:cubicBezTo>
                    <a:pt x="3478" y="8130"/>
                    <a:pt x="3427" y="7977"/>
                    <a:pt x="3310" y="7889"/>
                  </a:cubicBezTo>
                  <a:lnTo>
                    <a:pt x="3233" y="7834"/>
                  </a:lnTo>
                  <a:lnTo>
                    <a:pt x="3945" y="7313"/>
                  </a:lnTo>
                  <a:close/>
                  <a:moveTo>
                    <a:pt x="1757" y="7196"/>
                  </a:moveTo>
                  <a:lnTo>
                    <a:pt x="3079" y="8181"/>
                  </a:lnTo>
                  <a:lnTo>
                    <a:pt x="2805" y="9129"/>
                  </a:lnTo>
                  <a:lnTo>
                    <a:pt x="1436" y="9129"/>
                  </a:lnTo>
                  <a:lnTo>
                    <a:pt x="799" y="8374"/>
                  </a:lnTo>
                  <a:lnTo>
                    <a:pt x="1757" y="7196"/>
                  </a:lnTo>
                  <a:close/>
                  <a:moveTo>
                    <a:pt x="5476" y="7197"/>
                  </a:moveTo>
                  <a:lnTo>
                    <a:pt x="6798" y="8182"/>
                  </a:lnTo>
                  <a:lnTo>
                    <a:pt x="6524" y="9129"/>
                  </a:lnTo>
                  <a:lnTo>
                    <a:pt x="5155" y="9129"/>
                  </a:lnTo>
                  <a:lnTo>
                    <a:pt x="4958" y="8895"/>
                  </a:lnTo>
                  <a:lnTo>
                    <a:pt x="5370" y="8517"/>
                  </a:lnTo>
                  <a:cubicBezTo>
                    <a:pt x="5446" y="8448"/>
                    <a:pt x="5489" y="8349"/>
                    <a:pt x="5485" y="8247"/>
                  </a:cubicBezTo>
                  <a:cubicBezTo>
                    <a:pt x="5481" y="8145"/>
                    <a:pt x="5433" y="8048"/>
                    <a:pt x="5355" y="7984"/>
                  </a:cubicBezTo>
                  <a:lnTo>
                    <a:pt x="5043" y="7730"/>
                  </a:lnTo>
                  <a:lnTo>
                    <a:pt x="5476" y="7197"/>
                  </a:lnTo>
                  <a:close/>
                  <a:moveTo>
                    <a:pt x="4413" y="1"/>
                  </a:moveTo>
                  <a:cubicBezTo>
                    <a:pt x="4395" y="1"/>
                    <a:pt x="4378" y="3"/>
                    <a:pt x="4360" y="8"/>
                  </a:cubicBezTo>
                  <a:cubicBezTo>
                    <a:pt x="4289" y="29"/>
                    <a:pt x="4237" y="90"/>
                    <a:pt x="4227" y="165"/>
                  </a:cubicBezTo>
                  <a:cubicBezTo>
                    <a:pt x="4190" y="495"/>
                    <a:pt x="3667" y="868"/>
                    <a:pt x="3355" y="1093"/>
                  </a:cubicBezTo>
                  <a:lnTo>
                    <a:pt x="3308" y="1126"/>
                  </a:lnTo>
                  <a:cubicBezTo>
                    <a:pt x="2651" y="1598"/>
                    <a:pt x="2236" y="2314"/>
                    <a:pt x="2145" y="3100"/>
                  </a:cubicBezTo>
                  <a:cubicBezTo>
                    <a:pt x="1827" y="2793"/>
                    <a:pt x="1452" y="2547"/>
                    <a:pt x="1045" y="2376"/>
                  </a:cubicBezTo>
                  <a:cubicBezTo>
                    <a:pt x="1022" y="2366"/>
                    <a:pt x="997" y="2361"/>
                    <a:pt x="973" y="2361"/>
                  </a:cubicBezTo>
                  <a:cubicBezTo>
                    <a:pt x="920" y="2361"/>
                    <a:pt x="868" y="2384"/>
                    <a:pt x="832" y="2426"/>
                  </a:cubicBezTo>
                  <a:cubicBezTo>
                    <a:pt x="780" y="2489"/>
                    <a:pt x="775" y="2578"/>
                    <a:pt x="817" y="2646"/>
                  </a:cubicBezTo>
                  <a:cubicBezTo>
                    <a:pt x="1190" y="3226"/>
                    <a:pt x="1162" y="3985"/>
                    <a:pt x="745" y="4534"/>
                  </a:cubicBezTo>
                  <a:cubicBezTo>
                    <a:pt x="29" y="5480"/>
                    <a:pt x="0" y="6776"/>
                    <a:pt x="673" y="7753"/>
                  </a:cubicBezTo>
                  <a:cubicBezTo>
                    <a:pt x="697" y="7788"/>
                    <a:pt x="720" y="7820"/>
                    <a:pt x="745" y="7853"/>
                  </a:cubicBezTo>
                  <a:lnTo>
                    <a:pt x="502" y="8153"/>
                  </a:lnTo>
                  <a:cubicBezTo>
                    <a:pt x="394" y="8284"/>
                    <a:pt x="397" y="8474"/>
                    <a:pt x="505" y="8604"/>
                  </a:cubicBezTo>
                  <a:lnTo>
                    <a:pt x="1158" y="9376"/>
                  </a:lnTo>
                  <a:cubicBezTo>
                    <a:pt x="1225" y="9456"/>
                    <a:pt x="1322" y="9502"/>
                    <a:pt x="1427" y="9502"/>
                  </a:cubicBezTo>
                  <a:lnTo>
                    <a:pt x="2819" y="9502"/>
                  </a:lnTo>
                  <a:cubicBezTo>
                    <a:pt x="2933" y="9502"/>
                    <a:pt x="3035" y="9448"/>
                    <a:pt x="3101" y="9361"/>
                  </a:cubicBezTo>
                  <a:cubicBezTo>
                    <a:pt x="3149" y="9395"/>
                    <a:pt x="3206" y="9416"/>
                    <a:pt x="3268" y="9421"/>
                  </a:cubicBezTo>
                  <a:lnTo>
                    <a:pt x="4130" y="9501"/>
                  </a:lnTo>
                  <a:cubicBezTo>
                    <a:pt x="4140" y="9502"/>
                    <a:pt x="4151" y="9502"/>
                    <a:pt x="4163" y="9502"/>
                  </a:cubicBezTo>
                  <a:cubicBezTo>
                    <a:pt x="4250" y="9502"/>
                    <a:pt x="4336" y="9469"/>
                    <a:pt x="4401" y="9408"/>
                  </a:cubicBezTo>
                  <a:lnTo>
                    <a:pt x="4685" y="9148"/>
                  </a:lnTo>
                  <a:lnTo>
                    <a:pt x="4878" y="9376"/>
                  </a:lnTo>
                  <a:cubicBezTo>
                    <a:pt x="4945" y="9456"/>
                    <a:pt x="5043" y="9502"/>
                    <a:pt x="5148" y="9502"/>
                  </a:cubicBezTo>
                  <a:lnTo>
                    <a:pt x="6539" y="9502"/>
                  </a:lnTo>
                  <a:cubicBezTo>
                    <a:pt x="6696" y="9502"/>
                    <a:pt x="6836" y="9397"/>
                    <a:pt x="6879" y="9247"/>
                  </a:cubicBezTo>
                  <a:lnTo>
                    <a:pt x="7161" y="8275"/>
                  </a:lnTo>
                  <a:cubicBezTo>
                    <a:pt x="7202" y="8135"/>
                    <a:pt x="7150" y="7982"/>
                    <a:pt x="7032" y="7894"/>
                  </a:cubicBezTo>
                  <a:lnTo>
                    <a:pt x="6814" y="7731"/>
                  </a:lnTo>
                  <a:cubicBezTo>
                    <a:pt x="7229" y="7219"/>
                    <a:pt x="7455" y="6581"/>
                    <a:pt x="7455" y="5918"/>
                  </a:cubicBezTo>
                  <a:cubicBezTo>
                    <a:pt x="7454" y="5291"/>
                    <a:pt x="7247" y="4675"/>
                    <a:pt x="6872" y="4178"/>
                  </a:cubicBezTo>
                  <a:lnTo>
                    <a:pt x="6602" y="3823"/>
                  </a:lnTo>
                  <a:cubicBezTo>
                    <a:pt x="6405" y="3561"/>
                    <a:pt x="6283" y="3251"/>
                    <a:pt x="6249" y="2923"/>
                  </a:cubicBezTo>
                  <a:cubicBezTo>
                    <a:pt x="6243" y="2855"/>
                    <a:pt x="6198" y="2796"/>
                    <a:pt x="6135" y="2771"/>
                  </a:cubicBezTo>
                  <a:cubicBezTo>
                    <a:pt x="6113" y="2762"/>
                    <a:pt x="6089" y="2757"/>
                    <a:pt x="6065" y="2757"/>
                  </a:cubicBezTo>
                  <a:cubicBezTo>
                    <a:pt x="6023" y="2757"/>
                    <a:pt x="5980" y="2772"/>
                    <a:pt x="5946" y="2800"/>
                  </a:cubicBezTo>
                  <a:cubicBezTo>
                    <a:pt x="5649" y="3044"/>
                    <a:pt x="5407" y="3343"/>
                    <a:pt x="5231" y="3677"/>
                  </a:cubicBezTo>
                  <a:cubicBezTo>
                    <a:pt x="5197" y="3513"/>
                    <a:pt x="5174" y="3346"/>
                    <a:pt x="5162" y="3177"/>
                  </a:cubicBezTo>
                  <a:cubicBezTo>
                    <a:pt x="5155" y="3080"/>
                    <a:pt x="5075" y="3005"/>
                    <a:pt x="4980" y="3005"/>
                  </a:cubicBezTo>
                  <a:cubicBezTo>
                    <a:pt x="4975" y="3005"/>
                    <a:pt x="4970" y="3005"/>
                    <a:pt x="4965" y="3006"/>
                  </a:cubicBezTo>
                  <a:cubicBezTo>
                    <a:pt x="4862" y="3013"/>
                    <a:pt x="4785" y="3101"/>
                    <a:pt x="4793" y="3204"/>
                  </a:cubicBezTo>
                  <a:cubicBezTo>
                    <a:pt x="4819" y="3581"/>
                    <a:pt x="4898" y="3953"/>
                    <a:pt x="5025" y="4310"/>
                  </a:cubicBezTo>
                  <a:cubicBezTo>
                    <a:pt x="5051" y="4383"/>
                    <a:pt x="5120" y="4432"/>
                    <a:pt x="5197" y="4432"/>
                  </a:cubicBezTo>
                  <a:cubicBezTo>
                    <a:pt x="5199" y="4432"/>
                    <a:pt x="5201" y="4432"/>
                    <a:pt x="5204" y="4432"/>
                  </a:cubicBezTo>
                  <a:cubicBezTo>
                    <a:pt x="5284" y="4430"/>
                    <a:pt x="5355" y="4377"/>
                    <a:pt x="5377" y="4300"/>
                  </a:cubicBezTo>
                  <a:cubicBezTo>
                    <a:pt x="5487" y="3928"/>
                    <a:pt x="5683" y="3591"/>
                    <a:pt x="5945" y="3309"/>
                  </a:cubicBezTo>
                  <a:cubicBezTo>
                    <a:pt x="6018" y="3575"/>
                    <a:pt x="6140" y="3825"/>
                    <a:pt x="6307" y="4047"/>
                  </a:cubicBezTo>
                  <a:lnTo>
                    <a:pt x="6575" y="4401"/>
                  </a:lnTo>
                  <a:cubicBezTo>
                    <a:pt x="6903" y="4835"/>
                    <a:pt x="7082" y="5373"/>
                    <a:pt x="7082" y="5915"/>
                  </a:cubicBezTo>
                  <a:cubicBezTo>
                    <a:pt x="7082" y="6499"/>
                    <a:pt x="6882" y="7059"/>
                    <a:pt x="6513" y="7506"/>
                  </a:cubicBezTo>
                  <a:lnTo>
                    <a:pt x="5846" y="7007"/>
                  </a:lnTo>
                  <a:cubicBezTo>
                    <a:pt x="5931" y="6409"/>
                    <a:pt x="5757" y="5814"/>
                    <a:pt x="5360" y="5362"/>
                  </a:cubicBezTo>
                  <a:cubicBezTo>
                    <a:pt x="5324" y="5320"/>
                    <a:pt x="5272" y="5298"/>
                    <a:pt x="5220" y="5298"/>
                  </a:cubicBezTo>
                  <a:cubicBezTo>
                    <a:pt x="5201" y="5298"/>
                    <a:pt x="5183" y="5300"/>
                    <a:pt x="5165" y="5306"/>
                  </a:cubicBezTo>
                  <a:cubicBezTo>
                    <a:pt x="5097" y="5328"/>
                    <a:pt x="5047" y="5388"/>
                    <a:pt x="5036" y="5458"/>
                  </a:cubicBezTo>
                  <a:cubicBezTo>
                    <a:pt x="4913" y="5085"/>
                    <a:pt x="4690" y="4754"/>
                    <a:pt x="4389" y="4492"/>
                  </a:cubicBezTo>
                  <a:cubicBezTo>
                    <a:pt x="4034" y="4185"/>
                    <a:pt x="3600" y="4003"/>
                    <a:pt x="3133" y="3966"/>
                  </a:cubicBezTo>
                  <a:cubicBezTo>
                    <a:pt x="3128" y="3966"/>
                    <a:pt x="3123" y="3966"/>
                    <a:pt x="3118" y="3966"/>
                  </a:cubicBezTo>
                  <a:cubicBezTo>
                    <a:pt x="3057" y="3966"/>
                    <a:pt x="3000" y="3995"/>
                    <a:pt x="2965" y="4047"/>
                  </a:cubicBezTo>
                  <a:cubicBezTo>
                    <a:pt x="2927" y="4101"/>
                    <a:pt x="2922" y="4170"/>
                    <a:pt x="2950" y="4231"/>
                  </a:cubicBezTo>
                  <a:cubicBezTo>
                    <a:pt x="3051" y="4446"/>
                    <a:pt x="3103" y="4675"/>
                    <a:pt x="3103" y="4914"/>
                  </a:cubicBezTo>
                  <a:cubicBezTo>
                    <a:pt x="3103" y="5107"/>
                    <a:pt x="3070" y="5295"/>
                    <a:pt x="3004" y="5473"/>
                  </a:cubicBezTo>
                  <a:cubicBezTo>
                    <a:pt x="2970" y="5564"/>
                    <a:pt x="2886" y="5574"/>
                    <a:pt x="2861" y="5574"/>
                  </a:cubicBezTo>
                  <a:cubicBezTo>
                    <a:pt x="2860" y="5574"/>
                    <a:pt x="2858" y="5574"/>
                    <a:pt x="2856" y="5574"/>
                  </a:cubicBezTo>
                  <a:cubicBezTo>
                    <a:pt x="2826" y="5574"/>
                    <a:pt x="2749" y="5565"/>
                    <a:pt x="2710" y="5481"/>
                  </a:cubicBezTo>
                  <a:cubicBezTo>
                    <a:pt x="2663" y="5378"/>
                    <a:pt x="2629" y="5268"/>
                    <a:pt x="2604" y="5157"/>
                  </a:cubicBezTo>
                  <a:cubicBezTo>
                    <a:pt x="2588" y="5084"/>
                    <a:pt x="2530" y="5027"/>
                    <a:pt x="2457" y="5013"/>
                  </a:cubicBezTo>
                  <a:cubicBezTo>
                    <a:pt x="2445" y="5010"/>
                    <a:pt x="2433" y="5009"/>
                    <a:pt x="2421" y="5009"/>
                  </a:cubicBezTo>
                  <a:cubicBezTo>
                    <a:pt x="2360" y="5009"/>
                    <a:pt x="2303" y="5040"/>
                    <a:pt x="2268" y="5091"/>
                  </a:cubicBezTo>
                  <a:cubicBezTo>
                    <a:pt x="1946" y="5570"/>
                    <a:pt x="1776" y="6132"/>
                    <a:pt x="1776" y="6711"/>
                  </a:cubicBezTo>
                  <a:cubicBezTo>
                    <a:pt x="1776" y="6747"/>
                    <a:pt x="1777" y="6783"/>
                    <a:pt x="1778" y="6819"/>
                  </a:cubicBezTo>
                  <a:cubicBezTo>
                    <a:pt x="1771" y="6818"/>
                    <a:pt x="1764" y="6818"/>
                    <a:pt x="1757" y="6818"/>
                  </a:cubicBezTo>
                  <a:cubicBezTo>
                    <a:pt x="1654" y="6818"/>
                    <a:pt x="1552" y="6862"/>
                    <a:pt x="1483" y="6949"/>
                  </a:cubicBezTo>
                  <a:lnTo>
                    <a:pt x="989" y="7556"/>
                  </a:lnTo>
                  <a:cubicBezTo>
                    <a:pt x="986" y="7552"/>
                    <a:pt x="982" y="7548"/>
                    <a:pt x="980" y="7543"/>
                  </a:cubicBezTo>
                  <a:cubicBezTo>
                    <a:pt x="397" y="6695"/>
                    <a:pt x="421" y="5577"/>
                    <a:pt x="1043" y="4757"/>
                  </a:cubicBezTo>
                  <a:cubicBezTo>
                    <a:pt x="1437" y="4238"/>
                    <a:pt x="1547" y="3565"/>
                    <a:pt x="1366" y="2958"/>
                  </a:cubicBezTo>
                  <a:lnTo>
                    <a:pt x="1366" y="2958"/>
                  </a:lnTo>
                  <a:cubicBezTo>
                    <a:pt x="1672" y="3151"/>
                    <a:pt x="1946" y="3394"/>
                    <a:pt x="2173" y="3677"/>
                  </a:cubicBezTo>
                  <a:cubicBezTo>
                    <a:pt x="2208" y="3722"/>
                    <a:pt x="2262" y="3747"/>
                    <a:pt x="2317" y="3747"/>
                  </a:cubicBezTo>
                  <a:cubicBezTo>
                    <a:pt x="2339" y="3747"/>
                    <a:pt x="2362" y="3743"/>
                    <a:pt x="2384" y="3735"/>
                  </a:cubicBezTo>
                  <a:cubicBezTo>
                    <a:pt x="2458" y="3706"/>
                    <a:pt x="2506" y="3633"/>
                    <a:pt x="2503" y="3551"/>
                  </a:cubicBezTo>
                  <a:cubicBezTo>
                    <a:pt x="2459" y="2712"/>
                    <a:pt x="2841" y="1917"/>
                    <a:pt x="3525" y="1428"/>
                  </a:cubicBezTo>
                  <a:lnTo>
                    <a:pt x="3572" y="1394"/>
                  </a:lnTo>
                  <a:cubicBezTo>
                    <a:pt x="3872" y="1179"/>
                    <a:pt x="4256" y="905"/>
                    <a:pt x="4459" y="577"/>
                  </a:cubicBezTo>
                  <a:cubicBezTo>
                    <a:pt x="4641" y="875"/>
                    <a:pt x="4763" y="1206"/>
                    <a:pt x="4816" y="1551"/>
                  </a:cubicBezTo>
                  <a:cubicBezTo>
                    <a:pt x="4830" y="1643"/>
                    <a:pt x="4911" y="1709"/>
                    <a:pt x="5000" y="1709"/>
                  </a:cubicBezTo>
                  <a:cubicBezTo>
                    <a:pt x="5010" y="1709"/>
                    <a:pt x="5019" y="1708"/>
                    <a:pt x="5029" y="1707"/>
                  </a:cubicBezTo>
                  <a:cubicBezTo>
                    <a:pt x="5129" y="1691"/>
                    <a:pt x="5199" y="1595"/>
                    <a:pt x="5183" y="1494"/>
                  </a:cubicBezTo>
                  <a:cubicBezTo>
                    <a:pt x="5102" y="974"/>
                    <a:pt x="4884" y="483"/>
                    <a:pt x="4557" y="71"/>
                  </a:cubicBezTo>
                  <a:cubicBezTo>
                    <a:pt x="4521" y="26"/>
                    <a:pt x="4468" y="1"/>
                    <a:pt x="44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49"/>
            <p:cNvSpPr/>
            <p:nvPr/>
          </p:nvSpPr>
          <p:spPr>
            <a:xfrm>
              <a:off x="7835859" y="1289249"/>
              <a:ext cx="12151" cy="16973"/>
            </a:xfrm>
            <a:custGeom>
              <a:rect b="b" l="l" r="r" t="t"/>
              <a:pathLst>
                <a:path extrusionOk="0" h="521" w="373">
                  <a:moveTo>
                    <a:pt x="186" y="1"/>
                  </a:moveTo>
                  <a:cubicBezTo>
                    <a:pt x="84" y="1"/>
                    <a:pt x="0" y="84"/>
                    <a:pt x="0" y="187"/>
                  </a:cubicBezTo>
                  <a:lnTo>
                    <a:pt x="0" y="335"/>
                  </a:lnTo>
                  <a:cubicBezTo>
                    <a:pt x="0" y="437"/>
                    <a:pt x="82" y="521"/>
                    <a:pt x="186" y="521"/>
                  </a:cubicBezTo>
                  <a:cubicBezTo>
                    <a:pt x="288" y="521"/>
                    <a:pt x="372" y="439"/>
                    <a:pt x="372" y="335"/>
                  </a:cubicBezTo>
                  <a:lnTo>
                    <a:pt x="372" y="187"/>
                  </a:lnTo>
                  <a:cubicBezTo>
                    <a:pt x="371" y="84"/>
                    <a:pt x="288"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49"/>
            <p:cNvSpPr/>
            <p:nvPr/>
          </p:nvSpPr>
          <p:spPr>
            <a:xfrm>
              <a:off x="7835859" y="1327951"/>
              <a:ext cx="12151" cy="16973"/>
            </a:xfrm>
            <a:custGeom>
              <a:rect b="b" l="l" r="r" t="t"/>
              <a:pathLst>
                <a:path extrusionOk="0" h="521" w="373">
                  <a:moveTo>
                    <a:pt x="186" y="1"/>
                  </a:moveTo>
                  <a:cubicBezTo>
                    <a:pt x="84" y="1"/>
                    <a:pt x="0" y="84"/>
                    <a:pt x="0" y="186"/>
                  </a:cubicBezTo>
                  <a:lnTo>
                    <a:pt x="0" y="335"/>
                  </a:lnTo>
                  <a:cubicBezTo>
                    <a:pt x="0" y="437"/>
                    <a:pt x="82" y="521"/>
                    <a:pt x="186" y="521"/>
                  </a:cubicBezTo>
                  <a:cubicBezTo>
                    <a:pt x="288" y="521"/>
                    <a:pt x="372" y="438"/>
                    <a:pt x="372" y="335"/>
                  </a:cubicBezTo>
                  <a:lnTo>
                    <a:pt x="372" y="186"/>
                  </a:lnTo>
                  <a:cubicBezTo>
                    <a:pt x="371" y="84"/>
                    <a:pt x="288"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49"/>
            <p:cNvSpPr/>
            <p:nvPr/>
          </p:nvSpPr>
          <p:spPr>
            <a:xfrm>
              <a:off x="7852767" y="1311044"/>
              <a:ext cx="16973" cy="12151"/>
            </a:xfrm>
            <a:custGeom>
              <a:rect b="b" l="l" r="r" t="t"/>
              <a:pathLst>
                <a:path extrusionOk="0" h="373" w="521">
                  <a:moveTo>
                    <a:pt x="187" y="0"/>
                  </a:moveTo>
                  <a:cubicBezTo>
                    <a:pt x="85" y="0"/>
                    <a:pt x="1" y="82"/>
                    <a:pt x="1" y="186"/>
                  </a:cubicBezTo>
                  <a:cubicBezTo>
                    <a:pt x="1" y="288"/>
                    <a:pt x="84" y="372"/>
                    <a:pt x="187" y="372"/>
                  </a:cubicBezTo>
                  <a:lnTo>
                    <a:pt x="335" y="372"/>
                  </a:lnTo>
                  <a:cubicBezTo>
                    <a:pt x="437" y="372"/>
                    <a:pt x="521" y="289"/>
                    <a:pt x="521" y="186"/>
                  </a:cubicBezTo>
                  <a:cubicBezTo>
                    <a:pt x="519" y="82"/>
                    <a:pt x="437" y="0"/>
                    <a:pt x="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49"/>
            <p:cNvSpPr/>
            <p:nvPr/>
          </p:nvSpPr>
          <p:spPr>
            <a:xfrm>
              <a:off x="7814065" y="1310978"/>
              <a:ext cx="17005" cy="12151"/>
            </a:xfrm>
            <a:custGeom>
              <a:rect b="b" l="l" r="r" t="t"/>
              <a:pathLst>
                <a:path extrusionOk="0" h="373" w="522">
                  <a:moveTo>
                    <a:pt x="187" y="0"/>
                  </a:moveTo>
                  <a:cubicBezTo>
                    <a:pt x="85" y="0"/>
                    <a:pt x="1" y="83"/>
                    <a:pt x="1" y="187"/>
                  </a:cubicBezTo>
                  <a:cubicBezTo>
                    <a:pt x="1" y="290"/>
                    <a:pt x="84" y="372"/>
                    <a:pt x="187" y="372"/>
                  </a:cubicBezTo>
                  <a:lnTo>
                    <a:pt x="335" y="372"/>
                  </a:lnTo>
                  <a:cubicBezTo>
                    <a:pt x="437" y="372"/>
                    <a:pt x="522" y="290"/>
                    <a:pt x="522" y="187"/>
                  </a:cubicBezTo>
                  <a:cubicBezTo>
                    <a:pt x="522" y="84"/>
                    <a:pt x="439" y="0"/>
                    <a:pt x="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49"/>
            <p:cNvSpPr/>
            <p:nvPr/>
          </p:nvSpPr>
          <p:spPr>
            <a:xfrm>
              <a:off x="7603712" y="1300163"/>
              <a:ext cx="12184" cy="16940"/>
            </a:xfrm>
            <a:custGeom>
              <a:rect b="b" l="l" r="r" t="t"/>
              <a:pathLst>
                <a:path extrusionOk="0" h="520" w="374">
                  <a:moveTo>
                    <a:pt x="187" y="0"/>
                  </a:moveTo>
                  <a:cubicBezTo>
                    <a:pt x="85" y="0"/>
                    <a:pt x="1" y="83"/>
                    <a:pt x="1" y="186"/>
                  </a:cubicBezTo>
                  <a:lnTo>
                    <a:pt x="1" y="334"/>
                  </a:lnTo>
                  <a:cubicBezTo>
                    <a:pt x="3" y="436"/>
                    <a:pt x="85" y="520"/>
                    <a:pt x="187" y="520"/>
                  </a:cubicBezTo>
                  <a:cubicBezTo>
                    <a:pt x="289" y="520"/>
                    <a:pt x="374" y="437"/>
                    <a:pt x="374" y="334"/>
                  </a:cubicBezTo>
                  <a:lnTo>
                    <a:pt x="374" y="186"/>
                  </a:lnTo>
                  <a:cubicBezTo>
                    <a:pt x="374" y="84"/>
                    <a:pt x="291"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49"/>
            <p:cNvSpPr/>
            <p:nvPr/>
          </p:nvSpPr>
          <p:spPr>
            <a:xfrm>
              <a:off x="7603712" y="1338865"/>
              <a:ext cx="12184" cy="16940"/>
            </a:xfrm>
            <a:custGeom>
              <a:rect b="b" l="l" r="r" t="t"/>
              <a:pathLst>
                <a:path extrusionOk="0" h="520" w="374">
                  <a:moveTo>
                    <a:pt x="187" y="0"/>
                  </a:moveTo>
                  <a:cubicBezTo>
                    <a:pt x="85" y="0"/>
                    <a:pt x="1" y="82"/>
                    <a:pt x="1" y="186"/>
                  </a:cubicBezTo>
                  <a:lnTo>
                    <a:pt x="1" y="333"/>
                  </a:lnTo>
                  <a:cubicBezTo>
                    <a:pt x="1" y="436"/>
                    <a:pt x="83" y="520"/>
                    <a:pt x="187" y="520"/>
                  </a:cubicBezTo>
                  <a:cubicBezTo>
                    <a:pt x="290" y="519"/>
                    <a:pt x="374" y="436"/>
                    <a:pt x="374" y="333"/>
                  </a:cubicBezTo>
                  <a:lnTo>
                    <a:pt x="374" y="186"/>
                  </a:lnTo>
                  <a:cubicBezTo>
                    <a:pt x="374" y="84"/>
                    <a:pt x="291"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49"/>
            <p:cNvSpPr/>
            <p:nvPr/>
          </p:nvSpPr>
          <p:spPr>
            <a:xfrm>
              <a:off x="7620685" y="1321859"/>
              <a:ext cx="16940" cy="12151"/>
            </a:xfrm>
            <a:custGeom>
              <a:rect b="b" l="l" r="r" t="t"/>
              <a:pathLst>
                <a:path extrusionOk="0" h="373" w="520">
                  <a:moveTo>
                    <a:pt x="186" y="0"/>
                  </a:moveTo>
                  <a:cubicBezTo>
                    <a:pt x="84" y="0"/>
                    <a:pt x="0" y="83"/>
                    <a:pt x="0" y="187"/>
                  </a:cubicBezTo>
                  <a:cubicBezTo>
                    <a:pt x="0" y="290"/>
                    <a:pt x="84" y="372"/>
                    <a:pt x="186" y="372"/>
                  </a:cubicBezTo>
                  <a:lnTo>
                    <a:pt x="334" y="372"/>
                  </a:lnTo>
                  <a:cubicBezTo>
                    <a:pt x="436" y="372"/>
                    <a:pt x="520" y="290"/>
                    <a:pt x="520" y="187"/>
                  </a:cubicBezTo>
                  <a:cubicBezTo>
                    <a:pt x="520" y="84"/>
                    <a:pt x="437" y="0"/>
                    <a:pt x="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49"/>
            <p:cNvSpPr/>
            <p:nvPr/>
          </p:nvSpPr>
          <p:spPr>
            <a:xfrm>
              <a:off x="7582015" y="1321892"/>
              <a:ext cx="16973" cy="12151"/>
            </a:xfrm>
            <a:custGeom>
              <a:rect b="b" l="l" r="r" t="t"/>
              <a:pathLst>
                <a:path extrusionOk="0" h="373" w="521">
                  <a:moveTo>
                    <a:pt x="187" y="0"/>
                  </a:moveTo>
                  <a:cubicBezTo>
                    <a:pt x="84" y="0"/>
                    <a:pt x="0" y="83"/>
                    <a:pt x="0" y="187"/>
                  </a:cubicBezTo>
                  <a:cubicBezTo>
                    <a:pt x="0" y="289"/>
                    <a:pt x="83" y="372"/>
                    <a:pt x="187" y="372"/>
                  </a:cubicBezTo>
                  <a:lnTo>
                    <a:pt x="334" y="372"/>
                  </a:lnTo>
                  <a:cubicBezTo>
                    <a:pt x="437" y="372"/>
                    <a:pt x="521" y="291"/>
                    <a:pt x="521" y="187"/>
                  </a:cubicBezTo>
                  <a:cubicBezTo>
                    <a:pt x="519" y="83"/>
                    <a:pt x="437" y="0"/>
                    <a:pt x="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49"/>
            <p:cNvSpPr/>
            <p:nvPr/>
          </p:nvSpPr>
          <p:spPr>
            <a:xfrm>
              <a:off x="7758390" y="1359942"/>
              <a:ext cx="12151" cy="12151"/>
            </a:xfrm>
            <a:custGeom>
              <a:rect b="b" l="l" r="r" t="t"/>
              <a:pathLst>
                <a:path extrusionOk="0" h="373" w="373">
                  <a:moveTo>
                    <a:pt x="186" y="1"/>
                  </a:moveTo>
                  <a:cubicBezTo>
                    <a:pt x="82" y="1"/>
                    <a:pt x="0" y="84"/>
                    <a:pt x="0" y="187"/>
                  </a:cubicBezTo>
                  <a:cubicBezTo>
                    <a:pt x="0" y="291"/>
                    <a:pt x="84" y="372"/>
                    <a:pt x="186" y="372"/>
                  </a:cubicBezTo>
                  <a:cubicBezTo>
                    <a:pt x="289" y="372"/>
                    <a:pt x="372" y="289"/>
                    <a:pt x="372" y="187"/>
                  </a:cubicBezTo>
                  <a:cubicBezTo>
                    <a:pt x="372" y="84"/>
                    <a:pt x="288"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8" name="Google Shape;5028;p49"/>
          <p:cNvGrpSpPr/>
          <p:nvPr/>
        </p:nvGrpSpPr>
        <p:grpSpPr>
          <a:xfrm>
            <a:off x="4417211" y="1403140"/>
            <a:ext cx="309584" cy="309486"/>
            <a:chOff x="2659848" y="2804852"/>
            <a:chExt cx="309584" cy="309486"/>
          </a:xfrm>
        </p:grpSpPr>
        <p:sp>
          <p:nvSpPr>
            <p:cNvPr id="5029" name="Google Shape;5029;p49"/>
            <p:cNvSpPr/>
            <p:nvPr/>
          </p:nvSpPr>
          <p:spPr>
            <a:xfrm>
              <a:off x="2659848" y="2804852"/>
              <a:ext cx="309584" cy="309486"/>
            </a:xfrm>
            <a:custGeom>
              <a:rect b="b" l="l" r="r" t="t"/>
              <a:pathLst>
                <a:path extrusionOk="0" h="9500" w="9503">
                  <a:moveTo>
                    <a:pt x="2817" y="2627"/>
                  </a:moveTo>
                  <a:cubicBezTo>
                    <a:pt x="2919" y="2627"/>
                    <a:pt x="3003" y="2711"/>
                    <a:pt x="3003" y="2815"/>
                  </a:cubicBezTo>
                  <a:cubicBezTo>
                    <a:pt x="3003" y="2918"/>
                    <a:pt x="2919" y="3002"/>
                    <a:pt x="2817" y="3002"/>
                  </a:cubicBezTo>
                  <a:cubicBezTo>
                    <a:pt x="2713" y="3002"/>
                    <a:pt x="2629" y="2918"/>
                    <a:pt x="2629" y="2815"/>
                  </a:cubicBezTo>
                  <a:cubicBezTo>
                    <a:pt x="2629" y="2711"/>
                    <a:pt x="2713" y="2627"/>
                    <a:pt x="2817" y="2627"/>
                  </a:cubicBezTo>
                  <a:close/>
                  <a:moveTo>
                    <a:pt x="9132" y="1373"/>
                  </a:moveTo>
                  <a:lnTo>
                    <a:pt x="9132" y="3113"/>
                  </a:lnTo>
                  <a:cubicBezTo>
                    <a:pt x="8899" y="3167"/>
                    <a:pt x="8663" y="3207"/>
                    <a:pt x="8428" y="3238"/>
                  </a:cubicBezTo>
                  <a:lnTo>
                    <a:pt x="8428" y="1373"/>
                  </a:lnTo>
                  <a:close/>
                  <a:moveTo>
                    <a:pt x="5281" y="4196"/>
                  </a:moveTo>
                  <a:cubicBezTo>
                    <a:pt x="5384" y="4196"/>
                    <a:pt x="5468" y="4280"/>
                    <a:pt x="5468" y="4384"/>
                  </a:cubicBezTo>
                  <a:cubicBezTo>
                    <a:pt x="5468" y="4487"/>
                    <a:pt x="5384" y="4570"/>
                    <a:pt x="5281" y="4570"/>
                  </a:cubicBezTo>
                  <a:cubicBezTo>
                    <a:pt x="5177" y="4570"/>
                    <a:pt x="5093" y="4487"/>
                    <a:pt x="5093" y="4384"/>
                  </a:cubicBezTo>
                  <a:cubicBezTo>
                    <a:pt x="5093" y="4280"/>
                    <a:pt x="5177" y="4196"/>
                    <a:pt x="5281" y="4196"/>
                  </a:cubicBezTo>
                  <a:close/>
                  <a:moveTo>
                    <a:pt x="1770" y="4276"/>
                  </a:moveTo>
                  <a:cubicBezTo>
                    <a:pt x="1874" y="4276"/>
                    <a:pt x="1958" y="4360"/>
                    <a:pt x="1958" y="4464"/>
                  </a:cubicBezTo>
                  <a:cubicBezTo>
                    <a:pt x="1958" y="4567"/>
                    <a:pt x="1874" y="4651"/>
                    <a:pt x="1770" y="4651"/>
                  </a:cubicBezTo>
                  <a:cubicBezTo>
                    <a:pt x="1667" y="4651"/>
                    <a:pt x="1583" y="4567"/>
                    <a:pt x="1583" y="4464"/>
                  </a:cubicBezTo>
                  <a:cubicBezTo>
                    <a:pt x="1583" y="4360"/>
                    <a:pt x="1666" y="4276"/>
                    <a:pt x="1770" y="4276"/>
                  </a:cubicBezTo>
                  <a:close/>
                  <a:moveTo>
                    <a:pt x="1959" y="2557"/>
                  </a:moveTo>
                  <a:cubicBezTo>
                    <a:pt x="2078" y="2557"/>
                    <a:pt x="2198" y="2560"/>
                    <a:pt x="2317" y="2566"/>
                  </a:cubicBezTo>
                  <a:cubicBezTo>
                    <a:pt x="2279" y="2641"/>
                    <a:pt x="2258" y="2726"/>
                    <a:pt x="2258" y="2815"/>
                  </a:cubicBezTo>
                  <a:cubicBezTo>
                    <a:pt x="2258" y="3123"/>
                    <a:pt x="2509" y="3373"/>
                    <a:pt x="2817" y="3373"/>
                  </a:cubicBezTo>
                  <a:cubicBezTo>
                    <a:pt x="3124" y="3373"/>
                    <a:pt x="3374" y="3123"/>
                    <a:pt x="3374" y="2815"/>
                  </a:cubicBezTo>
                  <a:cubicBezTo>
                    <a:pt x="3374" y="2774"/>
                    <a:pt x="3370" y="2734"/>
                    <a:pt x="3361" y="2695"/>
                  </a:cubicBezTo>
                  <a:lnTo>
                    <a:pt x="3361" y="2695"/>
                  </a:lnTo>
                  <a:cubicBezTo>
                    <a:pt x="3810" y="2785"/>
                    <a:pt x="4253" y="2919"/>
                    <a:pt x="4684" y="3097"/>
                  </a:cubicBezTo>
                  <a:cubicBezTo>
                    <a:pt x="5528" y="3444"/>
                    <a:pt x="6412" y="3633"/>
                    <a:pt x="7313" y="3660"/>
                  </a:cubicBezTo>
                  <a:lnTo>
                    <a:pt x="7313" y="5348"/>
                  </a:lnTo>
                  <a:cubicBezTo>
                    <a:pt x="6997" y="5261"/>
                    <a:pt x="6685" y="5149"/>
                    <a:pt x="6386" y="5010"/>
                  </a:cubicBezTo>
                  <a:cubicBezTo>
                    <a:pt x="6164" y="4909"/>
                    <a:pt x="5935" y="4820"/>
                    <a:pt x="5705" y="4745"/>
                  </a:cubicBezTo>
                  <a:cubicBezTo>
                    <a:pt x="5789" y="4648"/>
                    <a:pt x="5838" y="4521"/>
                    <a:pt x="5838" y="4382"/>
                  </a:cubicBezTo>
                  <a:cubicBezTo>
                    <a:pt x="5838" y="4075"/>
                    <a:pt x="5589" y="3824"/>
                    <a:pt x="5281" y="3824"/>
                  </a:cubicBezTo>
                  <a:cubicBezTo>
                    <a:pt x="4973" y="3824"/>
                    <a:pt x="4723" y="4075"/>
                    <a:pt x="4723" y="4382"/>
                  </a:cubicBezTo>
                  <a:cubicBezTo>
                    <a:pt x="4723" y="4427"/>
                    <a:pt x="4728" y="4470"/>
                    <a:pt x="4738" y="4511"/>
                  </a:cubicBezTo>
                  <a:cubicBezTo>
                    <a:pt x="4408" y="4458"/>
                    <a:pt x="4073" y="4431"/>
                    <a:pt x="3738" y="4431"/>
                  </a:cubicBezTo>
                  <a:cubicBezTo>
                    <a:pt x="3531" y="4431"/>
                    <a:pt x="3324" y="4442"/>
                    <a:pt x="3117" y="4462"/>
                  </a:cubicBezTo>
                  <a:cubicBezTo>
                    <a:pt x="2846" y="4490"/>
                    <a:pt x="2578" y="4533"/>
                    <a:pt x="2315" y="4594"/>
                  </a:cubicBezTo>
                  <a:cubicBezTo>
                    <a:pt x="2325" y="4553"/>
                    <a:pt x="2331" y="4508"/>
                    <a:pt x="2331" y="4462"/>
                  </a:cubicBezTo>
                  <a:cubicBezTo>
                    <a:pt x="2331" y="4154"/>
                    <a:pt x="2080" y="3904"/>
                    <a:pt x="1772" y="3904"/>
                  </a:cubicBezTo>
                  <a:cubicBezTo>
                    <a:pt x="1464" y="3904"/>
                    <a:pt x="1215" y="4154"/>
                    <a:pt x="1215" y="4462"/>
                  </a:cubicBezTo>
                  <a:cubicBezTo>
                    <a:pt x="1215" y="4627"/>
                    <a:pt x="1286" y="4777"/>
                    <a:pt x="1401" y="4878"/>
                  </a:cubicBezTo>
                  <a:cubicBezTo>
                    <a:pt x="1045" y="5020"/>
                    <a:pt x="703" y="5193"/>
                    <a:pt x="377" y="5396"/>
                  </a:cubicBezTo>
                  <a:lnTo>
                    <a:pt x="377" y="2737"/>
                  </a:lnTo>
                  <a:cubicBezTo>
                    <a:pt x="899" y="2617"/>
                    <a:pt x="1429" y="2557"/>
                    <a:pt x="1959" y="2557"/>
                  </a:cubicBezTo>
                  <a:close/>
                  <a:moveTo>
                    <a:pt x="9132" y="3493"/>
                  </a:moveTo>
                  <a:lnTo>
                    <a:pt x="9132" y="5552"/>
                  </a:lnTo>
                  <a:cubicBezTo>
                    <a:pt x="9048" y="5556"/>
                    <a:pt x="8964" y="5558"/>
                    <a:pt x="8880" y="5558"/>
                  </a:cubicBezTo>
                  <a:cubicBezTo>
                    <a:pt x="8729" y="5558"/>
                    <a:pt x="8577" y="5552"/>
                    <a:pt x="8428" y="5539"/>
                  </a:cubicBezTo>
                  <a:lnTo>
                    <a:pt x="8428" y="3611"/>
                  </a:lnTo>
                  <a:cubicBezTo>
                    <a:pt x="8663" y="3584"/>
                    <a:pt x="8900" y="3543"/>
                    <a:pt x="9132" y="3493"/>
                  </a:cubicBezTo>
                  <a:close/>
                  <a:moveTo>
                    <a:pt x="3862" y="4919"/>
                  </a:moveTo>
                  <a:lnTo>
                    <a:pt x="4119" y="5241"/>
                  </a:lnTo>
                  <a:lnTo>
                    <a:pt x="3814" y="5581"/>
                  </a:lnTo>
                  <a:lnTo>
                    <a:pt x="3493" y="5239"/>
                  </a:lnTo>
                  <a:lnTo>
                    <a:pt x="3862" y="4919"/>
                  </a:lnTo>
                  <a:close/>
                  <a:moveTo>
                    <a:pt x="8426" y="5911"/>
                  </a:moveTo>
                  <a:cubicBezTo>
                    <a:pt x="8575" y="5922"/>
                    <a:pt x="8725" y="5927"/>
                    <a:pt x="8874" y="5927"/>
                  </a:cubicBezTo>
                  <a:cubicBezTo>
                    <a:pt x="8959" y="5927"/>
                    <a:pt x="9046" y="5926"/>
                    <a:pt x="9130" y="5922"/>
                  </a:cubicBezTo>
                  <a:lnTo>
                    <a:pt x="9130" y="6757"/>
                  </a:lnTo>
                  <a:cubicBezTo>
                    <a:pt x="8899" y="6848"/>
                    <a:pt x="8663" y="6935"/>
                    <a:pt x="8426" y="7013"/>
                  </a:cubicBezTo>
                  <a:lnTo>
                    <a:pt x="8426" y="5911"/>
                  </a:lnTo>
                  <a:close/>
                  <a:moveTo>
                    <a:pt x="8056" y="372"/>
                  </a:moveTo>
                  <a:lnTo>
                    <a:pt x="8056" y="7077"/>
                  </a:lnTo>
                  <a:lnTo>
                    <a:pt x="7869" y="7435"/>
                  </a:lnTo>
                  <a:lnTo>
                    <a:pt x="7684" y="7077"/>
                  </a:lnTo>
                  <a:lnTo>
                    <a:pt x="7684" y="372"/>
                  </a:lnTo>
                  <a:close/>
                  <a:moveTo>
                    <a:pt x="3419" y="4813"/>
                  </a:moveTo>
                  <a:lnTo>
                    <a:pt x="3228" y="4977"/>
                  </a:lnTo>
                  <a:cubicBezTo>
                    <a:pt x="3158" y="5037"/>
                    <a:pt x="3116" y="5125"/>
                    <a:pt x="3111" y="5218"/>
                  </a:cubicBezTo>
                  <a:cubicBezTo>
                    <a:pt x="3106" y="5311"/>
                    <a:pt x="3139" y="5402"/>
                    <a:pt x="3202" y="5470"/>
                  </a:cubicBezTo>
                  <a:lnTo>
                    <a:pt x="3566" y="5858"/>
                  </a:lnTo>
                  <a:cubicBezTo>
                    <a:pt x="3630" y="5927"/>
                    <a:pt x="3721" y="5967"/>
                    <a:pt x="3815" y="5967"/>
                  </a:cubicBezTo>
                  <a:lnTo>
                    <a:pt x="3819" y="5967"/>
                  </a:lnTo>
                  <a:cubicBezTo>
                    <a:pt x="3914" y="5966"/>
                    <a:pt x="4007" y="5924"/>
                    <a:pt x="4071" y="5853"/>
                  </a:cubicBezTo>
                  <a:lnTo>
                    <a:pt x="4412" y="5471"/>
                  </a:lnTo>
                  <a:cubicBezTo>
                    <a:pt x="4524" y="5346"/>
                    <a:pt x="4530" y="5160"/>
                    <a:pt x="4426" y="5029"/>
                  </a:cubicBezTo>
                  <a:lnTo>
                    <a:pt x="4265" y="4827"/>
                  </a:lnTo>
                  <a:lnTo>
                    <a:pt x="4265" y="4827"/>
                  </a:lnTo>
                  <a:cubicBezTo>
                    <a:pt x="4943" y="4888"/>
                    <a:pt x="5608" y="5063"/>
                    <a:pt x="6233" y="5349"/>
                  </a:cubicBezTo>
                  <a:cubicBezTo>
                    <a:pt x="6583" y="5508"/>
                    <a:pt x="6945" y="5637"/>
                    <a:pt x="7314" y="5731"/>
                  </a:cubicBezTo>
                  <a:lnTo>
                    <a:pt x="7314" y="7121"/>
                  </a:lnTo>
                  <a:cubicBezTo>
                    <a:pt x="7314" y="7152"/>
                    <a:pt x="7321" y="7181"/>
                    <a:pt x="7335" y="7207"/>
                  </a:cubicBezTo>
                  <a:lnTo>
                    <a:pt x="7389" y="7310"/>
                  </a:lnTo>
                  <a:cubicBezTo>
                    <a:pt x="6361" y="7561"/>
                    <a:pt x="5314" y="7686"/>
                    <a:pt x="4269" y="7686"/>
                  </a:cubicBezTo>
                  <a:cubicBezTo>
                    <a:pt x="2953" y="7686"/>
                    <a:pt x="1642" y="7488"/>
                    <a:pt x="376" y="7093"/>
                  </a:cubicBezTo>
                  <a:lnTo>
                    <a:pt x="376" y="5840"/>
                  </a:lnTo>
                  <a:cubicBezTo>
                    <a:pt x="1200" y="5280"/>
                    <a:pt x="2159" y="4932"/>
                    <a:pt x="3153" y="4832"/>
                  </a:cubicBezTo>
                  <a:cubicBezTo>
                    <a:pt x="3242" y="4824"/>
                    <a:pt x="3330" y="4817"/>
                    <a:pt x="3419" y="4813"/>
                  </a:cubicBezTo>
                  <a:close/>
                  <a:moveTo>
                    <a:pt x="374" y="7482"/>
                  </a:moveTo>
                  <a:cubicBezTo>
                    <a:pt x="730" y="7590"/>
                    <a:pt x="1090" y="7682"/>
                    <a:pt x="1452" y="7759"/>
                  </a:cubicBezTo>
                  <a:lnTo>
                    <a:pt x="374" y="8837"/>
                  </a:lnTo>
                  <a:lnTo>
                    <a:pt x="374" y="7482"/>
                  </a:lnTo>
                  <a:close/>
                  <a:moveTo>
                    <a:pt x="1892" y="7846"/>
                  </a:moveTo>
                  <a:cubicBezTo>
                    <a:pt x="2274" y="7914"/>
                    <a:pt x="2657" y="7967"/>
                    <a:pt x="3044" y="8001"/>
                  </a:cubicBezTo>
                  <a:lnTo>
                    <a:pt x="1918" y="9127"/>
                  </a:lnTo>
                  <a:lnTo>
                    <a:pt x="609" y="9127"/>
                  </a:lnTo>
                  <a:lnTo>
                    <a:pt x="1892" y="7846"/>
                  </a:lnTo>
                  <a:close/>
                  <a:moveTo>
                    <a:pt x="3531" y="8038"/>
                  </a:moveTo>
                  <a:cubicBezTo>
                    <a:pt x="3776" y="8052"/>
                    <a:pt x="4021" y="8058"/>
                    <a:pt x="4265" y="8058"/>
                  </a:cubicBezTo>
                  <a:cubicBezTo>
                    <a:pt x="4454" y="8058"/>
                    <a:pt x="4643" y="8054"/>
                    <a:pt x="4831" y="8046"/>
                  </a:cubicBezTo>
                  <a:lnTo>
                    <a:pt x="4831" y="8046"/>
                  </a:lnTo>
                  <a:lnTo>
                    <a:pt x="3750" y="9127"/>
                  </a:lnTo>
                  <a:lnTo>
                    <a:pt x="2442" y="9127"/>
                  </a:lnTo>
                  <a:lnTo>
                    <a:pt x="3531" y="8038"/>
                  </a:lnTo>
                  <a:close/>
                  <a:moveTo>
                    <a:pt x="6915" y="7796"/>
                  </a:moveTo>
                  <a:lnTo>
                    <a:pt x="5583" y="9127"/>
                  </a:lnTo>
                  <a:lnTo>
                    <a:pt x="4275" y="9127"/>
                  </a:lnTo>
                  <a:lnTo>
                    <a:pt x="5392" y="8011"/>
                  </a:lnTo>
                  <a:cubicBezTo>
                    <a:pt x="5902" y="7968"/>
                    <a:pt x="6410" y="7897"/>
                    <a:pt x="6915" y="7796"/>
                  </a:cubicBezTo>
                  <a:close/>
                  <a:moveTo>
                    <a:pt x="9132" y="7936"/>
                  </a:moveTo>
                  <a:lnTo>
                    <a:pt x="9132" y="9127"/>
                  </a:lnTo>
                  <a:lnTo>
                    <a:pt x="7940" y="9127"/>
                  </a:lnTo>
                  <a:lnTo>
                    <a:pt x="9132" y="7936"/>
                  </a:lnTo>
                  <a:close/>
                  <a:moveTo>
                    <a:pt x="9132" y="7156"/>
                  </a:moveTo>
                  <a:lnTo>
                    <a:pt x="9132" y="7413"/>
                  </a:lnTo>
                  <a:lnTo>
                    <a:pt x="7416" y="9130"/>
                  </a:lnTo>
                  <a:lnTo>
                    <a:pt x="6107" y="9130"/>
                  </a:lnTo>
                  <a:lnTo>
                    <a:pt x="6107" y="9127"/>
                  </a:lnTo>
                  <a:lnTo>
                    <a:pt x="7571" y="7664"/>
                  </a:lnTo>
                  <a:lnTo>
                    <a:pt x="7705" y="7922"/>
                  </a:lnTo>
                  <a:cubicBezTo>
                    <a:pt x="7736" y="7983"/>
                    <a:pt x="7800" y="8021"/>
                    <a:pt x="7869" y="8021"/>
                  </a:cubicBezTo>
                  <a:cubicBezTo>
                    <a:pt x="7939" y="8021"/>
                    <a:pt x="8002" y="7983"/>
                    <a:pt x="8035" y="7922"/>
                  </a:cubicBezTo>
                  <a:lnTo>
                    <a:pt x="8280" y="7450"/>
                  </a:lnTo>
                  <a:cubicBezTo>
                    <a:pt x="8566" y="7361"/>
                    <a:pt x="8852" y="7263"/>
                    <a:pt x="9132" y="7156"/>
                  </a:cubicBezTo>
                  <a:close/>
                  <a:moveTo>
                    <a:pt x="7497" y="1"/>
                  </a:moveTo>
                  <a:cubicBezTo>
                    <a:pt x="7396" y="1"/>
                    <a:pt x="7312" y="84"/>
                    <a:pt x="7312" y="186"/>
                  </a:cubicBezTo>
                  <a:lnTo>
                    <a:pt x="7312" y="1002"/>
                  </a:lnTo>
                  <a:lnTo>
                    <a:pt x="5585" y="1002"/>
                  </a:lnTo>
                  <a:cubicBezTo>
                    <a:pt x="5484" y="1002"/>
                    <a:pt x="5400" y="1085"/>
                    <a:pt x="5400" y="1189"/>
                  </a:cubicBezTo>
                  <a:cubicBezTo>
                    <a:pt x="5400" y="1290"/>
                    <a:pt x="5483" y="1374"/>
                    <a:pt x="5585" y="1374"/>
                  </a:cubicBezTo>
                  <a:lnTo>
                    <a:pt x="7313" y="1374"/>
                  </a:lnTo>
                  <a:lnTo>
                    <a:pt x="7313" y="3290"/>
                  </a:lnTo>
                  <a:cubicBezTo>
                    <a:pt x="6459" y="3262"/>
                    <a:pt x="5624" y="3083"/>
                    <a:pt x="4825" y="2755"/>
                  </a:cubicBezTo>
                  <a:cubicBezTo>
                    <a:pt x="3906" y="2377"/>
                    <a:pt x="2940" y="2186"/>
                    <a:pt x="1969" y="2186"/>
                  </a:cubicBezTo>
                  <a:cubicBezTo>
                    <a:pt x="1436" y="2186"/>
                    <a:pt x="902" y="2244"/>
                    <a:pt x="373" y="2359"/>
                  </a:cubicBezTo>
                  <a:lnTo>
                    <a:pt x="373" y="1373"/>
                  </a:lnTo>
                  <a:lnTo>
                    <a:pt x="3917" y="1373"/>
                  </a:lnTo>
                  <a:cubicBezTo>
                    <a:pt x="4018" y="1373"/>
                    <a:pt x="4102" y="1290"/>
                    <a:pt x="4102" y="1187"/>
                  </a:cubicBezTo>
                  <a:cubicBezTo>
                    <a:pt x="4102" y="1085"/>
                    <a:pt x="4019" y="1001"/>
                    <a:pt x="3917" y="1001"/>
                  </a:cubicBezTo>
                  <a:lnTo>
                    <a:pt x="187" y="1001"/>
                  </a:lnTo>
                  <a:cubicBezTo>
                    <a:pt x="84" y="1001"/>
                    <a:pt x="1" y="1084"/>
                    <a:pt x="1" y="1187"/>
                  </a:cubicBezTo>
                  <a:lnTo>
                    <a:pt x="1" y="9314"/>
                  </a:lnTo>
                  <a:cubicBezTo>
                    <a:pt x="1" y="9416"/>
                    <a:pt x="83" y="9499"/>
                    <a:pt x="187" y="9499"/>
                  </a:cubicBezTo>
                  <a:lnTo>
                    <a:pt x="9317" y="9499"/>
                  </a:lnTo>
                  <a:cubicBezTo>
                    <a:pt x="9419" y="9499"/>
                    <a:pt x="9502" y="9418"/>
                    <a:pt x="9502" y="9314"/>
                  </a:cubicBezTo>
                  <a:lnTo>
                    <a:pt x="9502" y="1187"/>
                  </a:lnTo>
                  <a:cubicBezTo>
                    <a:pt x="9502" y="1085"/>
                    <a:pt x="9420" y="1002"/>
                    <a:pt x="9317" y="1002"/>
                  </a:cubicBezTo>
                  <a:lnTo>
                    <a:pt x="8426" y="1002"/>
                  </a:lnTo>
                  <a:lnTo>
                    <a:pt x="8426" y="186"/>
                  </a:lnTo>
                  <a:cubicBezTo>
                    <a:pt x="8426" y="85"/>
                    <a:pt x="8344" y="1"/>
                    <a:pt x="82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49"/>
            <p:cNvSpPr/>
            <p:nvPr/>
          </p:nvSpPr>
          <p:spPr>
            <a:xfrm>
              <a:off x="2708649" y="2993932"/>
              <a:ext cx="46488" cy="43882"/>
            </a:xfrm>
            <a:custGeom>
              <a:rect b="b" l="l" r="r" t="t"/>
              <a:pathLst>
                <a:path extrusionOk="0" h="1347" w="1427">
                  <a:moveTo>
                    <a:pt x="604" y="380"/>
                  </a:moveTo>
                  <a:lnTo>
                    <a:pt x="1033" y="614"/>
                  </a:lnTo>
                  <a:lnTo>
                    <a:pt x="821" y="968"/>
                  </a:lnTo>
                  <a:lnTo>
                    <a:pt x="395" y="801"/>
                  </a:lnTo>
                  <a:lnTo>
                    <a:pt x="604" y="380"/>
                  </a:lnTo>
                  <a:close/>
                  <a:moveTo>
                    <a:pt x="592" y="1"/>
                  </a:moveTo>
                  <a:cubicBezTo>
                    <a:pt x="557" y="1"/>
                    <a:pt x="522" y="6"/>
                    <a:pt x="489" y="16"/>
                  </a:cubicBezTo>
                  <a:cubicBezTo>
                    <a:pt x="400" y="43"/>
                    <a:pt x="327" y="107"/>
                    <a:pt x="285" y="190"/>
                  </a:cubicBezTo>
                  <a:lnTo>
                    <a:pt x="48" y="666"/>
                  </a:lnTo>
                  <a:cubicBezTo>
                    <a:pt x="5" y="752"/>
                    <a:pt x="1" y="851"/>
                    <a:pt x="35" y="942"/>
                  </a:cubicBezTo>
                  <a:cubicBezTo>
                    <a:pt x="70" y="1028"/>
                    <a:pt x="141" y="1100"/>
                    <a:pt x="230" y="1136"/>
                  </a:cubicBezTo>
                  <a:lnTo>
                    <a:pt x="707" y="1323"/>
                  </a:lnTo>
                  <a:cubicBezTo>
                    <a:pt x="749" y="1338"/>
                    <a:pt x="791" y="1347"/>
                    <a:pt x="833" y="1347"/>
                  </a:cubicBezTo>
                  <a:cubicBezTo>
                    <a:pt x="949" y="1347"/>
                    <a:pt x="1062" y="1286"/>
                    <a:pt x="1126" y="1180"/>
                  </a:cubicBezTo>
                  <a:lnTo>
                    <a:pt x="1366" y="782"/>
                  </a:lnTo>
                  <a:cubicBezTo>
                    <a:pt x="1414" y="702"/>
                    <a:pt x="1426" y="605"/>
                    <a:pt x="1402" y="516"/>
                  </a:cubicBezTo>
                  <a:cubicBezTo>
                    <a:pt x="1377" y="426"/>
                    <a:pt x="1316" y="350"/>
                    <a:pt x="1236" y="305"/>
                  </a:cubicBezTo>
                  <a:lnTo>
                    <a:pt x="756" y="42"/>
                  </a:lnTo>
                  <a:cubicBezTo>
                    <a:pt x="706" y="14"/>
                    <a:pt x="649" y="1"/>
                    <a:pt x="5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49"/>
            <p:cNvSpPr/>
            <p:nvPr/>
          </p:nvSpPr>
          <p:spPr>
            <a:xfrm>
              <a:off x="2811757" y="2991717"/>
              <a:ext cx="46456" cy="43882"/>
            </a:xfrm>
            <a:custGeom>
              <a:rect b="b" l="l" r="r" t="t"/>
              <a:pathLst>
                <a:path extrusionOk="0" h="1347" w="1426">
                  <a:moveTo>
                    <a:pt x="606" y="377"/>
                  </a:moveTo>
                  <a:lnTo>
                    <a:pt x="1031" y="542"/>
                  </a:lnTo>
                  <a:lnTo>
                    <a:pt x="823" y="964"/>
                  </a:lnTo>
                  <a:lnTo>
                    <a:pt x="393" y="731"/>
                  </a:lnTo>
                  <a:lnTo>
                    <a:pt x="606" y="377"/>
                  </a:lnTo>
                  <a:close/>
                  <a:moveTo>
                    <a:pt x="595" y="0"/>
                  </a:moveTo>
                  <a:cubicBezTo>
                    <a:pt x="477" y="0"/>
                    <a:pt x="363" y="61"/>
                    <a:pt x="299" y="168"/>
                  </a:cubicBezTo>
                  <a:lnTo>
                    <a:pt x="61" y="567"/>
                  </a:lnTo>
                  <a:cubicBezTo>
                    <a:pt x="14" y="647"/>
                    <a:pt x="1" y="744"/>
                    <a:pt x="25" y="833"/>
                  </a:cubicBezTo>
                  <a:cubicBezTo>
                    <a:pt x="50" y="922"/>
                    <a:pt x="111" y="998"/>
                    <a:pt x="192" y="1043"/>
                  </a:cubicBezTo>
                  <a:lnTo>
                    <a:pt x="673" y="1305"/>
                  </a:lnTo>
                  <a:cubicBezTo>
                    <a:pt x="723" y="1332"/>
                    <a:pt x="780" y="1347"/>
                    <a:pt x="836" y="1347"/>
                  </a:cubicBezTo>
                  <a:cubicBezTo>
                    <a:pt x="872" y="1347"/>
                    <a:pt x="906" y="1341"/>
                    <a:pt x="940" y="1331"/>
                  </a:cubicBezTo>
                  <a:cubicBezTo>
                    <a:pt x="1029" y="1303"/>
                    <a:pt x="1103" y="1239"/>
                    <a:pt x="1144" y="1155"/>
                  </a:cubicBezTo>
                  <a:lnTo>
                    <a:pt x="1378" y="680"/>
                  </a:lnTo>
                  <a:cubicBezTo>
                    <a:pt x="1420" y="593"/>
                    <a:pt x="1425" y="494"/>
                    <a:pt x="1391" y="404"/>
                  </a:cubicBezTo>
                  <a:cubicBezTo>
                    <a:pt x="1355" y="315"/>
                    <a:pt x="1284" y="242"/>
                    <a:pt x="1195" y="209"/>
                  </a:cubicBezTo>
                  <a:lnTo>
                    <a:pt x="718" y="23"/>
                  </a:lnTo>
                  <a:cubicBezTo>
                    <a:pt x="678" y="8"/>
                    <a:pt x="636" y="0"/>
                    <a:pt x="5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49"/>
            <p:cNvSpPr/>
            <p:nvPr/>
          </p:nvSpPr>
          <p:spPr>
            <a:xfrm>
              <a:off x="2772925" y="3018430"/>
              <a:ext cx="18830" cy="17690"/>
            </a:xfrm>
            <a:custGeom>
              <a:rect b="b" l="l" r="r" t="t"/>
              <a:pathLst>
                <a:path extrusionOk="0" h="543" w="578">
                  <a:moveTo>
                    <a:pt x="203" y="1"/>
                  </a:moveTo>
                  <a:cubicBezTo>
                    <a:pt x="155" y="1"/>
                    <a:pt x="108" y="19"/>
                    <a:pt x="72" y="55"/>
                  </a:cubicBezTo>
                  <a:cubicBezTo>
                    <a:pt x="0" y="127"/>
                    <a:pt x="0" y="245"/>
                    <a:pt x="72" y="317"/>
                  </a:cubicBezTo>
                  <a:lnTo>
                    <a:pt x="243" y="489"/>
                  </a:lnTo>
                  <a:cubicBezTo>
                    <a:pt x="280" y="525"/>
                    <a:pt x="327" y="542"/>
                    <a:pt x="374" y="542"/>
                  </a:cubicBezTo>
                  <a:cubicBezTo>
                    <a:pt x="421" y="542"/>
                    <a:pt x="470" y="523"/>
                    <a:pt x="505" y="489"/>
                  </a:cubicBezTo>
                  <a:cubicBezTo>
                    <a:pt x="578" y="417"/>
                    <a:pt x="578" y="298"/>
                    <a:pt x="505" y="227"/>
                  </a:cubicBezTo>
                  <a:lnTo>
                    <a:pt x="333" y="55"/>
                  </a:lnTo>
                  <a:cubicBezTo>
                    <a:pt x="298" y="19"/>
                    <a:pt x="250" y="1"/>
                    <a:pt x="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49"/>
            <p:cNvSpPr/>
            <p:nvPr/>
          </p:nvSpPr>
          <p:spPr>
            <a:xfrm>
              <a:off x="2682978" y="2997809"/>
              <a:ext cx="18862" cy="17690"/>
            </a:xfrm>
            <a:custGeom>
              <a:rect b="b" l="l" r="r" t="t"/>
              <a:pathLst>
                <a:path extrusionOk="0" h="543" w="579">
                  <a:moveTo>
                    <a:pt x="375" y="0"/>
                  </a:moveTo>
                  <a:cubicBezTo>
                    <a:pt x="328" y="0"/>
                    <a:pt x="280" y="18"/>
                    <a:pt x="244" y="54"/>
                  </a:cubicBezTo>
                  <a:lnTo>
                    <a:pt x="72" y="226"/>
                  </a:lnTo>
                  <a:cubicBezTo>
                    <a:pt x="1" y="297"/>
                    <a:pt x="1" y="416"/>
                    <a:pt x="72" y="488"/>
                  </a:cubicBezTo>
                  <a:cubicBezTo>
                    <a:pt x="109" y="525"/>
                    <a:pt x="156" y="542"/>
                    <a:pt x="203" y="542"/>
                  </a:cubicBezTo>
                  <a:cubicBezTo>
                    <a:pt x="250" y="542"/>
                    <a:pt x="299" y="525"/>
                    <a:pt x="334" y="488"/>
                  </a:cubicBezTo>
                  <a:lnTo>
                    <a:pt x="506" y="316"/>
                  </a:lnTo>
                  <a:cubicBezTo>
                    <a:pt x="578" y="244"/>
                    <a:pt x="578" y="127"/>
                    <a:pt x="506" y="54"/>
                  </a:cubicBezTo>
                  <a:cubicBezTo>
                    <a:pt x="470" y="18"/>
                    <a:pt x="422" y="0"/>
                    <a:pt x="3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49"/>
            <p:cNvSpPr/>
            <p:nvPr/>
          </p:nvSpPr>
          <p:spPr>
            <a:xfrm>
              <a:off x="2808630" y="2837462"/>
              <a:ext cx="12151" cy="12151"/>
            </a:xfrm>
            <a:custGeom>
              <a:rect b="b" l="l" r="r" t="t"/>
              <a:pathLst>
                <a:path extrusionOk="0" h="373" w="373">
                  <a:moveTo>
                    <a:pt x="186" y="0"/>
                  </a:moveTo>
                  <a:cubicBezTo>
                    <a:pt x="83" y="0"/>
                    <a:pt x="0" y="84"/>
                    <a:pt x="0" y="186"/>
                  </a:cubicBezTo>
                  <a:cubicBezTo>
                    <a:pt x="0" y="289"/>
                    <a:pt x="83" y="372"/>
                    <a:pt x="186" y="372"/>
                  </a:cubicBezTo>
                  <a:cubicBezTo>
                    <a:pt x="289" y="372"/>
                    <a:pt x="372" y="288"/>
                    <a:pt x="372" y="186"/>
                  </a:cubicBezTo>
                  <a:cubicBezTo>
                    <a:pt x="372" y="84"/>
                    <a:pt x="289"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49"/>
            <p:cNvSpPr/>
            <p:nvPr/>
          </p:nvSpPr>
          <p:spPr>
            <a:xfrm>
              <a:off x="2692556" y="2906885"/>
              <a:ext cx="12151" cy="12119"/>
            </a:xfrm>
            <a:custGeom>
              <a:rect b="b" l="l" r="r" t="t"/>
              <a:pathLst>
                <a:path extrusionOk="0" h="372" w="373">
                  <a:moveTo>
                    <a:pt x="186" y="0"/>
                  </a:moveTo>
                  <a:cubicBezTo>
                    <a:pt x="82" y="0"/>
                    <a:pt x="0" y="84"/>
                    <a:pt x="0" y="185"/>
                  </a:cubicBezTo>
                  <a:cubicBezTo>
                    <a:pt x="0" y="289"/>
                    <a:pt x="82" y="372"/>
                    <a:pt x="186" y="372"/>
                  </a:cubicBezTo>
                  <a:cubicBezTo>
                    <a:pt x="289" y="372"/>
                    <a:pt x="372" y="288"/>
                    <a:pt x="372" y="185"/>
                  </a:cubicBezTo>
                  <a:cubicBezTo>
                    <a:pt x="372" y="84"/>
                    <a:pt x="289"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49"/>
            <p:cNvSpPr/>
            <p:nvPr/>
          </p:nvSpPr>
          <p:spPr>
            <a:xfrm>
              <a:off x="2778659" y="2920633"/>
              <a:ext cx="12151" cy="12151"/>
            </a:xfrm>
            <a:custGeom>
              <a:rect b="b" l="l" r="r" t="t"/>
              <a:pathLst>
                <a:path extrusionOk="0" h="373" w="373">
                  <a:moveTo>
                    <a:pt x="187" y="0"/>
                  </a:moveTo>
                  <a:cubicBezTo>
                    <a:pt x="83" y="0"/>
                    <a:pt x="0" y="84"/>
                    <a:pt x="0" y="187"/>
                  </a:cubicBezTo>
                  <a:cubicBezTo>
                    <a:pt x="0" y="289"/>
                    <a:pt x="84" y="372"/>
                    <a:pt x="187" y="372"/>
                  </a:cubicBezTo>
                  <a:cubicBezTo>
                    <a:pt x="291" y="372"/>
                    <a:pt x="372" y="288"/>
                    <a:pt x="372" y="187"/>
                  </a:cubicBezTo>
                  <a:cubicBezTo>
                    <a:pt x="372" y="84"/>
                    <a:pt x="291"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49"/>
            <p:cNvSpPr/>
            <p:nvPr/>
          </p:nvSpPr>
          <p:spPr>
            <a:xfrm>
              <a:off x="2871211" y="2941580"/>
              <a:ext cx="12119" cy="12151"/>
            </a:xfrm>
            <a:custGeom>
              <a:rect b="b" l="l" r="r" t="t"/>
              <a:pathLst>
                <a:path extrusionOk="0" h="373" w="372">
                  <a:moveTo>
                    <a:pt x="186" y="0"/>
                  </a:moveTo>
                  <a:cubicBezTo>
                    <a:pt x="82" y="0"/>
                    <a:pt x="0" y="84"/>
                    <a:pt x="0" y="187"/>
                  </a:cubicBezTo>
                  <a:cubicBezTo>
                    <a:pt x="0" y="290"/>
                    <a:pt x="83" y="372"/>
                    <a:pt x="186" y="372"/>
                  </a:cubicBezTo>
                  <a:cubicBezTo>
                    <a:pt x="290" y="372"/>
                    <a:pt x="371" y="289"/>
                    <a:pt x="371" y="187"/>
                  </a:cubicBezTo>
                  <a:cubicBezTo>
                    <a:pt x="371" y="84"/>
                    <a:pt x="289"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8" name="Google Shape;5038;p49"/>
          <p:cNvGrpSpPr/>
          <p:nvPr/>
        </p:nvGrpSpPr>
        <p:grpSpPr>
          <a:xfrm>
            <a:off x="4434266" y="3123853"/>
            <a:ext cx="275475" cy="309486"/>
            <a:chOff x="3341728" y="3551366"/>
            <a:chExt cx="275475" cy="309486"/>
          </a:xfrm>
        </p:grpSpPr>
        <p:sp>
          <p:nvSpPr>
            <p:cNvPr id="5039" name="Google Shape;5039;p49"/>
            <p:cNvSpPr/>
            <p:nvPr/>
          </p:nvSpPr>
          <p:spPr>
            <a:xfrm>
              <a:off x="3444054" y="3631083"/>
              <a:ext cx="130571" cy="130571"/>
            </a:xfrm>
            <a:custGeom>
              <a:rect b="b" l="l" r="r" t="t"/>
              <a:pathLst>
                <a:path extrusionOk="0" h="4008" w="4008">
                  <a:moveTo>
                    <a:pt x="1889" y="447"/>
                  </a:moveTo>
                  <a:lnTo>
                    <a:pt x="3562" y="2119"/>
                  </a:lnTo>
                  <a:lnTo>
                    <a:pt x="3256" y="2425"/>
                  </a:lnTo>
                  <a:lnTo>
                    <a:pt x="1584" y="752"/>
                  </a:lnTo>
                  <a:lnTo>
                    <a:pt x="1889" y="447"/>
                  </a:lnTo>
                  <a:close/>
                  <a:moveTo>
                    <a:pt x="1321" y="1014"/>
                  </a:moveTo>
                  <a:lnTo>
                    <a:pt x="2993" y="2687"/>
                  </a:lnTo>
                  <a:lnTo>
                    <a:pt x="2688" y="2992"/>
                  </a:lnTo>
                  <a:lnTo>
                    <a:pt x="1016" y="1320"/>
                  </a:lnTo>
                  <a:lnTo>
                    <a:pt x="1321" y="1014"/>
                  </a:lnTo>
                  <a:close/>
                  <a:moveTo>
                    <a:pt x="755" y="1583"/>
                  </a:moveTo>
                  <a:lnTo>
                    <a:pt x="2427" y="3255"/>
                  </a:lnTo>
                  <a:lnTo>
                    <a:pt x="2121" y="3560"/>
                  </a:lnTo>
                  <a:lnTo>
                    <a:pt x="449" y="1888"/>
                  </a:lnTo>
                  <a:lnTo>
                    <a:pt x="755" y="1583"/>
                  </a:lnTo>
                  <a:close/>
                  <a:moveTo>
                    <a:pt x="1888" y="0"/>
                  </a:moveTo>
                  <a:cubicBezTo>
                    <a:pt x="1841" y="0"/>
                    <a:pt x="1793" y="18"/>
                    <a:pt x="1757" y="55"/>
                  </a:cubicBezTo>
                  <a:lnTo>
                    <a:pt x="55" y="1757"/>
                  </a:lnTo>
                  <a:cubicBezTo>
                    <a:pt x="19" y="1792"/>
                    <a:pt x="0" y="1840"/>
                    <a:pt x="0" y="1888"/>
                  </a:cubicBezTo>
                  <a:cubicBezTo>
                    <a:pt x="1" y="1936"/>
                    <a:pt x="21" y="1985"/>
                    <a:pt x="55" y="2019"/>
                  </a:cubicBezTo>
                  <a:lnTo>
                    <a:pt x="1989" y="3953"/>
                  </a:lnTo>
                  <a:cubicBezTo>
                    <a:pt x="2025" y="3989"/>
                    <a:pt x="2072" y="4007"/>
                    <a:pt x="2120" y="4007"/>
                  </a:cubicBezTo>
                  <a:cubicBezTo>
                    <a:pt x="2167" y="4007"/>
                    <a:pt x="2216" y="3988"/>
                    <a:pt x="2251" y="3953"/>
                  </a:cubicBezTo>
                  <a:lnTo>
                    <a:pt x="3953" y="2250"/>
                  </a:lnTo>
                  <a:cubicBezTo>
                    <a:pt x="3989" y="2216"/>
                    <a:pt x="4007" y="2169"/>
                    <a:pt x="4007" y="2119"/>
                  </a:cubicBezTo>
                  <a:cubicBezTo>
                    <a:pt x="4007" y="2070"/>
                    <a:pt x="3987" y="2023"/>
                    <a:pt x="3953" y="1988"/>
                  </a:cubicBezTo>
                  <a:lnTo>
                    <a:pt x="2019" y="55"/>
                  </a:lnTo>
                  <a:cubicBezTo>
                    <a:pt x="1983" y="18"/>
                    <a:pt x="1935" y="0"/>
                    <a:pt x="18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49"/>
            <p:cNvSpPr/>
            <p:nvPr/>
          </p:nvSpPr>
          <p:spPr>
            <a:xfrm>
              <a:off x="3341728" y="3551366"/>
              <a:ext cx="275475" cy="309486"/>
            </a:xfrm>
            <a:custGeom>
              <a:rect b="b" l="l" r="r" t="t"/>
              <a:pathLst>
                <a:path extrusionOk="0" h="9500" w="8456">
                  <a:moveTo>
                    <a:pt x="7870" y="373"/>
                  </a:moveTo>
                  <a:cubicBezTo>
                    <a:pt x="7926" y="373"/>
                    <a:pt x="7981" y="394"/>
                    <a:pt x="8023" y="436"/>
                  </a:cubicBezTo>
                  <a:cubicBezTo>
                    <a:pt x="8063" y="475"/>
                    <a:pt x="8086" y="531"/>
                    <a:pt x="8086" y="589"/>
                  </a:cubicBezTo>
                  <a:cubicBezTo>
                    <a:pt x="8086" y="646"/>
                    <a:pt x="8063" y="700"/>
                    <a:pt x="8023" y="742"/>
                  </a:cubicBezTo>
                  <a:lnTo>
                    <a:pt x="6280" y="2485"/>
                  </a:lnTo>
                  <a:lnTo>
                    <a:pt x="5975" y="2180"/>
                  </a:lnTo>
                  <a:lnTo>
                    <a:pt x="7717" y="436"/>
                  </a:lnTo>
                  <a:cubicBezTo>
                    <a:pt x="7759" y="394"/>
                    <a:pt x="7815" y="373"/>
                    <a:pt x="7870" y="373"/>
                  </a:cubicBezTo>
                  <a:close/>
                  <a:moveTo>
                    <a:pt x="7329" y="3009"/>
                  </a:moveTo>
                  <a:lnTo>
                    <a:pt x="7590" y="3270"/>
                  </a:lnTo>
                  <a:lnTo>
                    <a:pt x="7329" y="3532"/>
                  </a:lnTo>
                  <a:lnTo>
                    <a:pt x="7067" y="3270"/>
                  </a:lnTo>
                  <a:lnTo>
                    <a:pt x="7329" y="3009"/>
                  </a:lnTo>
                  <a:close/>
                  <a:moveTo>
                    <a:pt x="7870" y="0"/>
                  </a:moveTo>
                  <a:cubicBezTo>
                    <a:pt x="7719" y="0"/>
                    <a:pt x="7569" y="57"/>
                    <a:pt x="7454" y="172"/>
                  </a:cubicBezTo>
                  <a:lnTo>
                    <a:pt x="5710" y="1916"/>
                  </a:lnTo>
                  <a:cubicBezTo>
                    <a:pt x="5526" y="1741"/>
                    <a:pt x="5285" y="1644"/>
                    <a:pt x="5029" y="1644"/>
                  </a:cubicBezTo>
                  <a:cubicBezTo>
                    <a:pt x="4765" y="1644"/>
                    <a:pt x="4517" y="1747"/>
                    <a:pt x="4330" y="1934"/>
                  </a:cubicBezTo>
                  <a:lnTo>
                    <a:pt x="4016" y="2248"/>
                  </a:lnTo>
                  <a:cubicBezTo>
                    <a:pt x="3944" y="2319"/>
                    <a:pt x="3944" y="2438"/>
                    <a:pt x="4016" y="2510"/>
                  </a:cubicBezTo>
                  <a:cubicBezTo>
                    <a:pt x="4052" y="2546"/>
                    <a:pt x="4099" y="2563"/>
                    <a:pt x="4147" y="2563"/>
                  </a:cubicBezTo>
                  <a:cubicBezTo>
                    <a:pt x="4194" y="2563"/>
                    <a:pt x="4242" y="2546"/>
                    <a:pt x="4278" y="2510"/>
                  </a:cubicBezTo>
                  <a:lnTo>
                    <a:pt x="4592" y="2196"/>
                  </a:lnTo>
                  <a:cubicBezTo>
                    <a:pt x="4709" y="2078"/>
                    <a:pt x="4863" y="2014"/>
                    <a:pt x="5028" y="2014"/>
                  </a:cubicBezTo>
                  <a:cubicBezTo>
                    <a:pt x="5193" y="2014"/>
                    <a:pt x="5348" y="2078"/>
                    <a:pt x="5464" y="2196"/>
                  </a:cubicBezTo>
                  <a:lnTo>
                    <a:pt x="7398" y="4130"/>
                  </a:lnTo>
                  <a:cubicBezTo>
                    <a:pt x="7639" y="4370"/>
                    <a:pt x="7639" y="4762"/>
                    <a:pt x="7398" y="5001"/>
                  </a:cubicBezTo>
                  <a:lnTo>
                    <a:pt x="5579" y="6821"/>
                  </a:lnTo>
                  <a:cubicBezTo>
                    <a:pt x="5474" y="6925"/>
                    <a:pt x="5335" y="6981"/>
                    <a:pt x="5190" y="6981"/>
                  </a:cubicBezTo>
                  <a:cubicBezTo>
                    <a:pt x="5153" y="6981"/>
                    <a:pt x="5115" y="6977"/>
                    <a:pt x="5077" y="6970"/>
                  </a:cubicBezTo>
                  <a:cubicBezTo>
                    <a:pt x="5065" y="6967"/>
                    <a:pt x="5052" y="6966"/>
                    <a:pt x="5040" y="6966"/>
                  </a:cubicBezTo>
                  <a:cubicBezTo>
                    <a:pt x="4992" y="6966"/>
                    <a:pt x="4945" y="6985"/>
                    <a:pt x="4909" y="7021"/>
                  </a:cubicBezTo>
                  <a:lnTo>
                    <a:pt x="2982" y="8947"/>
                  </a:lnTo>
                  <a:cubicBezTo>
                    <a:pt x="2862" y="9067"/>
                    <a:pt x="2704" y="9127"/>
                    <a:pt x="2546" y="9127"/>
                  </a:cubicBezTo>
                  <a:cubicBezTo>
                    <a:pt x="2388" y="9127"/>
                    <a:pt x="2230" y="9067"/>
                    <a:pt x="2110" y="8947"/>
                  </a:cubicBezTo>
                  <a:lnTo>
                    <a:pt x="646" y="7483"/>
                  </a:lnTo>
                  <a:cubicBezTo>
                    <a:pt x="405" y="7242"/>
                    <a:pt x="405" y="6850"/>
                    <a:pt x="646" y="6610"/>
                  </a:cubicBezTo>
                  <a:lnTo>
                    <a:pt x="2572" y="4685"/>
                  </a:lnTo>
                  <a:cubicBezTo>
                    <a:pt x="2618" y="4640"/>
                    <a:pt x="2635" y="4577"/>
                    <a:pt x="2624" y="4515"/>
                  </a:cubicBezTo>
                  <a:cubicBezTo>
                    <a:pt x="2586" y="4334"/>
                    <a:pt x="2642" y="4146"/>
                    <a:pt x="2773" y="4014"/>
                  </a:cubicBezTo>
                  <a:lnTo>
                    <a:pt x="3097" y="3690"/>
                  </a:lnTo>
                  <a:cubicBezTo>
                    <a:pt x="3170" y="3617"/>
                    <a:pt x="3170" y="3499"/>
                    <a:pt x="3097" y="3428"/>
                  </a:cubicBezTo>
                  <a:cubicBezTo>
                    <a:pt x="3062" y="3391"/>
                    <a:pt x="3014" y="3373"/>
                    <a:pt x="2967" y="3373"/>
                  </a:cubicBezTo>
                  <a:cubicBezTo>
                    <a:pt x="2919" y="3373"/>
                    <a:pt x="2872" y="3391"/>
                    <a:pt x="2835" y="3428"/>
                  </a:cubicBezTo>
                  <a:lnTo>
                    <a:pt x="2511" y="3752"/>
                  </a:lnTo>
                  <a:cubicBezTo>
                    <a:pt x="2316" y="3947"/>
                    <a:pt x="2219" y="4216"/>
                    <a:pt x="2246" y="4488"/>
                  </a:cubicBezTo>
                  <a:lnTo>
                    <a:pt x="385" y="6349"/>
                  </a:lnTo>
                  <a:cubicBezTo>
                    <a:pt x="1" y="6734"/>
                    <a:pt x="1" y="7361"/>
                    <a:pt x="385" y="7746"/>
                  </a:cubicBezTo>
                  <a:lnTo>
                    <a:pt x="1850" y="9210"/>
                  </a:lnTo>
                  <a:cubicBezTo>
                    <a:pt x="2036" y="9396"/>
                    <a:pt x="2284" y="9499"/>
                    <a:pt x="2549" y="9499"/>
                  </a:cubicBezTo>
                  <a:cubicBezTo>
                    <a:pt x="2813" y="9499"/>
                    <a:pt x="3061" y="9396"/>
                    <a:pt x="3248" y="9210"/>
                  </a:cubicBezTo>
                  <a:lnTo>
                    <a:pt x="5109" y="7350"/>
                  </a:lnTo>
                  <a:cubicBezTo>
                    <a:pt x="5136" y="7352"/>
                    <a:pt x="5164" y="7353"/>
                    <a:pt x="5191" y="7353"/>
                  </a:cubicBezTo>
                  <a:cubicBezTo>
                    <a:pt x="5434" y="7353"/>
                    <a:pt x="5670" y="7259"/>
                    <a:pt x="5845" y="7084"/>
                  </a:cubicBezTo>
                  <a:lnTo>
                    <a:pt x="7664" y="5265"/>
                  </a:lnTo>
                  <a:cubicBezTo>
                    <a:pt x="8048" y="4880"/>
                    <a:pt x="8048" y="4252"/>
                    <a:pt x="7664" y="3868"/>
                  </a:cubicBezTo>
                  <a:lnTo>
                    <a:pt x="7592" y="3795"/>
                  </a:lnTo>
                  <a:lnTo>
                    <a:pt x="7867" y="3521"/>
                  </a:lnTo>
                  <a:cubicBezTo>
                    <a:pt x="8004" y="3383"/>
                    <a:pt x="8004" y="3159"/>
                    <a:pt x="7867" y="3021"/>
                  </a:cubicBezTo>
                  <a:lnTo>
                    <a:pt x="7579" y="2733"/>
                  </a:lnTo>
                  <a:cubicBezTo>
                    <a:pt x="7510" y="2664"/>
                    <a:pt x="7419" y="2630"/>
                    <a:pt x="7329" y="2630"/>
                  </a:cubicBezTo>
                  <a:cubicBezTo>
                    <a:pt x="7239" y="2630"/>
                    <a:pt x="7148" y="2664"/>
                    <a:pt x="7079" y="2733"/>
                  </a:cubicBezTo>
                  <a:lnTo>
                    <a:pt x="6805" y="3009"/>
                  </a:lnTo>
                  <a:lnTo>
                    <a:pt x="6543" y="2747"/>
                  </a:lnTo>
                  <a:lnTo>
                    <a:pt x="8285" y="1002"/>
                  </a:lnTo>
                  <a:cubicBezTo>
                    <a:pt x="8396" y="891"/>
                    <a:pt x="8456" y="745"/>
                    <a:pt x="8456" y="588"/>
                  </a:cubicBezTo>
                  <a:cubicBezTo>
                    <a:pt x="8456" y="430"/>
                    <a:pt x="8395" y="284"/>
                    <a:pt x="8285" y="172"/>
                  </a:cubicBezTo>
                  <a:cubicBezTo>
                    <a:pt x="8170" y="57"/>
                    <a:pt x="8020" y="0"/>
                    <a:pt x="78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49"/>
            <p:cNvSpPr/>
            <p:nvPr/>
          </p:nvSpPr>
          <p:spPr>
            <a:xfrm>
              <a:off x="3427146" y="3718097"/>
              <a:ext cx="16973" cy="15833"/>
            </a:xfrm>
            <a:custGeom>
              <a:rect b="b" l="l" r="r" t="t"/>
              <a:pathLst>
                <a:path extrusionOk="0" h="486" w="521">
                  <a:moveTo>
                    <a:pt x="203" y="1"/>
                  </a:moveTo>
                  <a:cubicBezTo>
                    <a:pt x="156" y="1"/>
                    <a:pt x="108" y="19"/>
                    <a:pt x="72" y="55"/>
                  </a:cubicBezTo>
                  <a:cubicBezTo>
                    <a:pt x="1" y="127"/>
                    <a:pt x="1" y="245"/>
                    <a:pt x="72" y="317"/>
                  </a:cubicBezTo>
                  <a:lnTo>
                    <a:pt x="186" y="431"/>
                  </a:lnTo>
                  <a:cubicBezTo>
                    <a:pt x="223" y="468"/>
                    <a:pt x="270" y="485"/>
                    <a:pt x="317" y="485"/>
                  </a:cubicBezTo>
                  <a:cubicBezTo>
                    <a:pt x="364" y="485"/>
                    <a:pt x="412" y="468"/>
                    <a:pt x="448" y="431"/>
                  </a:cubicBezTo>
                  <a:cubicBezTo>
                    <a:pt x="520" y="359"/>
                    <a:pt x="520" y="241"/>
                    <a:pt x="448" y="169"/>
                  </a:cubicBezTo>
                  <a:lnTo>
                    <a:pt x="334" y="55"/>
                  </a:lnTo>
                  <a:cubicBezTo>
                    <a:pt x="298" y="19"/>
                    <a:pt x="251" y="1"/>
                    <a:pt x="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49"/>
            <p:cNvSpPr/>
            <p:nvPr/>
          </p:nvSpPr>
          <p:spPr>
            <a:xfrm>
              <a:off x="3449169" y="3740120"/>
              <a:ext cx="17005" cy="15833"/>
            </a:xfrm>
            <a:custGeom>
              <a:rect b="b" l="l" r="r" t="t"/>
              <a:pathLst>
                <a:path extrusionOk="0" h="486" w="522">
                  <a:moveTo>
                    <a:pt x="203" y="0"/>
                  </a:moveTo>
                  <a:cubicBezTo>
                    <a:pt x="156" y="0"/>
                    <a:pt x="108" y="18"/>
                    <a:pt x="72" y="55"/>
                  </a:cubicBezTo>
                  <a:cubicBezTo>
                    <a:pt x="0" y="127"/>
                    <a:pt x="0" y="244"/>
                    <a:pt x="72" y="317"/>
                  </a:cubicBezTo>
                  <a:lnTo>
                    <a:pt x="186" y="431"/>
                  </a:lnTo>
                  <a:cubicBezTo>
                    <a:pt x="223" y="467"/>
                    <a:pt x="270" y="485"/>
                    <a:pt x="317" y="485"/>
                  </a:cubicBezTo>
                  <a:cubicBezTo>
                    <a:pt x="364" y="485"/>
                    <a:pt x="411" y="467"/>
                    <a:pt x="448" y="431"/>
                  </a:cubicBezTo>
                  <a:cubicBezTo>
                    <a:pt x="521" y="359"/>
                    <a:pt x="521" y="242"/>
                    <a:pt x="448" y="169"/>
                  </a:cubicBezTo>
                  <a:lnTo>
                    <a:pt x="334" y="55"/>
                  </a:lnTo>
                  <a:cubicBezTo>
                    <a:pt x="298" y="18"/>
                    <a:pt x="251" y="0"/>
                    <a:pt x="2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49"/>
            <p:cNvSpPr/>
            <p:nvPr/>
          </p:nvSpPr>
          <p:spPr>
            <a:xfrm>
              <a:off x="3471224" y="3762175"/>
              <a:ext cx="16940" cy="15768"/>
            </a:xfrm>
            <a:custGeom>
              <a:rect b="b" l="l" r="r" t="t"/>
              <a:pathLst>
                <a:path extrusionOk="0" h="484" w="520">
                  <a:moveTo>
                    <a:pt x="203" y="1"/>
                  </a:moveTo>
                  <a:cubicBezTo>
                    <a:pt x="156" y="1"/>
                    <a:pt x="108" y="19"/>
                    <a:pt x="72" y="54"/>
                  </a:cubicBezTo>
                  <a:cubicBezTo>
                    <a:pt x="0" y="127"/>
                    <a:pt x="0" y="245"/>
                    <a:pt x="72" y="316"/>
                  </a:cubicBezTo>
                  <a:lnTo>
                    <a:pt x="186" y="430"/>
                  </a:lnTo>
                  <a:cubicBezTo>
                    <a:pt x="222" y="467"/>
                    <a:pt x="269" y="484"/>
                    <a:pt x="317" y="484"/>
                  </a:cubicBezTo>
                  <a:cubicBezTo>
                    <a:pt x="364" y="484"/>
                    <a:pt x="413" y="466"/>
                    <a:pt x="448" y="430"/>
                  </a:cubicBezTo>
                  <a:cubicBezTo>
                    <a:pt x="520" y="358"/>
                    <a:pt x="520" y="241"/>
                    <a:pt x="448" y="169"/>
                  </a:cubicBezTo>
                  <a:lnTo>
                    <a:pt x="334" y="54"/>
                  </a:lnTo>
                  <a:cubicBezTo>
                    <a:pt x="298" y="19"/>
                    <a:pt x="251" y="1"/>
                    <a:pt x="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49"/>
            <p:cNvSpPr/>
            <p:nvPr/>
          </p:nvSpPr>
          <p:spPr>
            <a:xfrm>
              <a:off x="3402420" y="3742856"/>
              <a:ext cx="16940" cy="15768"/>
            </a:xfrm>
            <a:custGeom>
              <a:rect b="b" l="l" r="r" t="t"/>
              <a:pathLst>
                <a:path extrusionOk="0" h="484" w="520">
                  <a:moveTo>
                    <a:pt x="203" y="0"/>
                  </a:moveTo>
                  <a:cubicBezTo>
                    <a:pt x="155" y="0"/>
                    <a:pt x="108" y="18"/>
                    <a:pt x="71" y="54"/>
                  </a:cubicBezTo>
                  <a:cubicBezTo>
                    <a:pt x="0" y="127"/>
                    <a:pt x="0" y="244"/>
                    <a:pt x="71" y="316"/>
                  </a:cubicBezTo>
                  <a:lnTo>
                    <a:pt x="186" y="431"/>
                  </a:lnTo>
                  <a:cubicBezTo>
                    <a:pt x="222" y="467"/>
                    <a:pt x="269" y="484"/>
                    <a:pt x="317" y="484"/>
                  </a:cubicBezTo>
                  <a:cubicBezTo>
                    <a:pt x="364" y="484"/>
                    <a:pt x="411" y="466"/>
                    <a:pt x="448" y="431"/>
                  </a:cubicBezTo>
                  <a:cubicBezTo>
                    <a:pt x="520" y="358"/>
                    <a:pt x="520" y="241"/>
                    <a:pt x="448" y="169"/>
                  </a:cubicBezTo>
                  <a:lnTo>
                    <a:pt x="333" y="54"/>
                  </a:lnTo>
                  <a:cubicBezTo>
                    <a:pt x="298" y="18"/>
                    <a:pt x="250" y="0"/>
                    <a:pt x="2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49"/>
            <p:cNvSpPr/>
            <p:nvPr/>
          </p:nvSpPr>
          <p:spPr>
            <a:xfrm>
              <a:off x="3424410" y="3764846"/>
              <a:ext cx="17005" cy="15833"/>
            </a:xfrm>
            <a:custGeom>
              <a:rect b="b" l="l" r="r" t="t"/>
              <a:pathLst>
                <a:path extrusionOk="0" h="486" w="522">
                  <a:moveTo>
                    <a:pt x="204" y="1"/>
                  </a:moveTo>
                  <a:cubicBezTo>
                    <a:pt x="156" y="1"/>
                    <a:pt x="108" y="19"/>
                    <a:pt x="72" y="55"/>
                  </a:cubicBezTo>
                  <a:cubicBezTo>
                    <a:pt x="1" y="127"/>
                    <a:pt x="1" y="245"/>
                    <a:pt x="72" y="317"/>
                  </a:cubicBezTo>
                  <a:lnTo>
                    <a:pt x="186" y="431"/>
                  </a:lnTo>
                  <a:cubicBezTo>
                    <a:pt x="223" y="468"/>
                    <a:pt x="270" y="486"/>
                    <a:pt x="317" y="486"/>
                  </a:cubicBezTo>
                  <a:cubicBezTo>
                    <a:pt x="364" y="486"/>
                    <a:pt x="413" y="468"/>
                    <a:pt x="448" y="431"/>
                  </a:cubicBezTo>
                  <a:cubicBezTo>
                    <a:pt x="522" y="359"/>
                    <a:pt x="522" y="243"/>
                    <a:pt x="448" y="169"/>
                  </a:cubicBezTo>
                  <a:lnTo>
                    <a:pt x="334" y="55"/>
                  </a:lnTo>
                  <a:cubicBezTo>
                    <a:pt x="298" y="19"/>
                    <a:pt x="251" y="1"/>
                    <a:pt x="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49"/>
            <p:cNvSpPr/>
            <p:nvPr/>
          </p:nvSpPr>
          <p:spPr>
            <a:xfrm>
              <a:off x="3446465" y="3786934"/>
              <a:ext cx="16973" cy="15768"/>
            </a:xfrm>
            <a:custGeom>
              <a:rect b="b" l="l" r="r" t="t"/>
              <a:pathLst>
                <a:path extrusionOk="0" h="484" w="521">
                  <a:moveTo>
                    <a:pt x="204" y="0"/>
                  </a:moveTo>
                  <a:cubicBezTo>
                    <a:pt x="156" y="0"/>
                    <a:pt x="109" y="18"/>
                    <a:pt x="73" y="54"/>
                  </a:cubicBezTo>
                  <a:cubicBezTo>
                    <a:pt x="1" y="126"/>
                    <a:pt x="1" y="245"/>
                    <a:pt x="73" y="316"/>
                  </a:cubicBezTo>
                  <a:lnTo>
                    <a:pt x="186" y="430"/>
                  </a:lnTo>
                  <a:cubicBezTo>
                    <a:pt x="223" y="467"/>
                    <a:pt x="270" y="483"/>
                    <a:pt x="317" y="483"/>
                  </a:cubicBezTo>
                  <a:cubicBezTo>
                    <a:pt x="364" y="483"/>
                    <a:pt x="413" y="466"/>
                    <a:pt x="448" y="430"/>
                  </a:cubicBezTo>
                  <a:cubicBezTo>
                    <a:pt x="520" y="358"/>
                    <a:pt x="520" y="240"/>
                    <a:pt x="448" y="168"/>
                  </a:cubicBezTo>
                  <a:lnTo>
                    <a:pt x="335" y="54"/>
                  </a:lnTo>
                  <a:cubicBezTo>
                    <a:pt x="299" y="18"/>
                    <a:pt x="251" y="0"/>
                    <a:pt x="2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49"/>
            <p:cNvSpPr/>
            <p:nvPr/>
          </p:nvSpPr>
          <p:spPr>
            <a:xfrm>
              <a:off x="3377661" y="3767583"/>
              <a:ext cx="16973" cy="15800"/>
            </a:xfrm>
            <a:custGeom>
              <a:rect b="b" l="l" r="r" t="t"/>
              <a:pathLst>
                <a:path extrusionOk="0" h="485" w="521">
                  <a:moveTo>
                    <a:pt x="204" y="1"/>
                  </a:moveTo>
                  <a:cubicBezTo>
                    <a:pt x="156" y="1"/>
                    <a:pt x="109" y="19"/>
                    <a:pt x="72" y="55"/>
                  </a:cubicBezTo>
                  <a:cubicBezTo>
                    <a:pt x="1" y="127"/>
                    <a:pt x="1" y="245"/>
                    <a:pt x="72" y="317"/>
                  </a:cubicBezTo>
                  <a:lnTo>
                    <a:pt x="186" y="431"/>
                  </a:lnTo>
                  <a:cubicBezTo>
                    <a:pt x="223" y="468"/>
                    <a:pt x="270" y="484"/>
                    <a:pt x="317" y="484"/>
                  </a:cubicBezTo>
                  <a:cubicBezTo>
                    <a:pt x="364" y="484"/>
                    <a:pt x="412" y="467"/>
                    <a:pt x="448" y="431"/>
                  </a:cubicBezTo>
                  <a:cubicBezTo>
                    <a:pt x="520" y="359"/>
                    <a:pt x="520" y="241"/>
                    <a:pt x="448" y="169"/>
                  </a:cubicBezTo>
                  <a:lnTo>
                    <a:pt x="334" y="55"/>
                  </a:lnTo>
                  <a:cubicBezTo>
                    <a:pt x="298" y="19"/>
                    <a:pt x="251" y="1"/>
                    <a:pt x="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49"/>
            <p:cNvSpPr/>
            <p:nvPr/>
          </p:nvSpPr>
          <p:spPr>
            <a:xfrm>
              <a:off x="3399716" y="3789605"/>
              <a:ext cx="16973" cy="15800"/>
            </a:xfrm>
            <a:custGeom>
              <a:rect b="b" l="l" r="r" t="t"/>
              <a:pathLst>
                <a:path extrusionOk="0" h="485" w="521">
                  <a:moveTo>
                    <a:pt x="203" y="0"/>
                  </a:moveTo>
                  <a:cubicBezTo>
                    <a:pt x="156" y="0"/>
                    <a:pt x="108" y="18"/>
                    <a:pt x="73" y="55"/>
                  </a:cubicBezTo>
                  <a:cubicBezTo>
                    <a:pt x="0" y="127"/>
                    <a:pt x="0" y="244"/>
                    <a:pt x="73" y="317"/>
                  </a:cubicBezTo>
                  <a:lnTo>
                    <a:pt x="186" y="431"/>
                  </a:lnTo>
                  <a:cubicBezTo>
                    <a:pt x="223" y="467"/>
                    <a:pt x="270" y="484"/>
                    <a:pt x="317" y="484"/>
                  </a:cubicBezTo>
                  <a:cubicBezTo>
                    <a:pt x="364" y="484"/>
                    <a:pt x="413" y="466"/>
                    <a:pt x="448" y="431"/>
                  </a:cubicBezTo>
                  <a:cubicBezTo>
                    <a:pt x="520" y="358"/>
                    <a:pt x="520" y="241"/>
                    <a:pt x="448" y="169"/>
                  </a:cubicBezTo>
                  <a:lnTo>
                    <a:pt x="335" y="55"/>
                  </a:lnTo>
                  <a:cubicBezTo>
                    <a:pt x="299" y="18"/>
                    <a:pt x="251" y="0"/>
                    <a:pt x="2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49"/>
            <p:cNvSpPr/>
            <p:nvPr/>
          </p:nvSpPr>
          <p:spPr>
            <a:xfrm>
              <a:off x="3421738" y="3811627"/>
              <a:ext cx="16940" cy="15800"/>
            </a:xfrm>
            <a:custGeom>
              <a:rect b="b" l="l" r="r" t="t"/>
              <a:pathLst>
                <a:path extrusionOk="0" h="485" w="520">
                  <a:moveTo>
                    <a:pt x="203" y="0"/>
                  </a:moveTo>
                  <a:cubicBezTo>
                    <a:pt x="156" y="0"/>
                    <a:pt x="108" y="19"/>
                    <a:pt x="72" y="55"/>
                  </a:cubicBezTo>
                  <a:cubicBezTo>
                    <a:pt x="0" y="128"/>
                    <a:pt x="0" y="246"/>
                    <a:pt x="72" y="317"/>
                  </a:cubicBezTo>
                  <a:lnTo>
                    <a:pt x="186" y="431"/>
                  </a:lnTo>
                  <a:cubicBezTo>
                    <a:pt x="222" y="468"/>
                    <a:pt x="269" y="485"/>
                    <a:pt x="317" y="485"/>
                  </a:cubicBezTo>
                  <a:cubicBezTo>
                    <a:pt x="364" y="485"/>
                    <a:pt x="413" y="467"/>
                    <a:pt x="448" y="431"/>
                  </a:cubicBezTo>
                  <a:cubicBezTo>
                    <a:pt x="520" y="359"/>
                    <a:pt x="520" y="242"/>
                    <a:pt x="448" y="170"/>
                  </a:cubicBezTo>
                  <a:lnTo>
                    <a:pt x="334" y="55"/>
                  </a:lnTo>
                  <a:cubicBezTo>
                    <a:pt x="298" y="19"/>
                    <a:pt x="251" y="0"/>
                    <a:pt x="2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49"/>
            <p:cNvSpPr/>
            <p:nvPr/>
          </p:nvSpPr>
          <p:spPr>
            <a:xfrm>
              <a:off x="3451547" y="3642029"/>
              <a:ext cx="12151" cy="12151"/>
            </a:xfrm>
            <a:custGeom>
              <a:rect b="b" l="l" r="r" t="t"/>
              <a:pathLst>
                <a:path extrusionOk="0" h="373" w="373">
                  <a:moveTo>
                    <a:pt x="186" y="0"/>
                  </a:moveTo>
                  <a:cubicBezTo>
                    <a:pt x="83" y="0"/>
                    <a:pt x="1" y="84"/>
                    <a:pt x="1" y="186"/>
                  </a:cubicBezTo>
                  <a:cubicBezTo>
                    <a:pt x="1" y="289"/>
                    <a:pt x="85" y="372"/>
                    <a:pt x="186" y="372"/>
                  </a:cubicBezTo>
                  <a:cubicBezTo>
                    <a:pt x="290" y="372"/>
                    <a:pt x="373" y="288"/>
                    <a:pt x="373" y="186"/>
                  </a:cubicBezTo>
                  <a:cubicBezTo>
                    <a:pt x="373" y="83"/>
                    <a:pt x="290"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54" name="Shape 5054"/>
        <p:cNvGrpSpPr/>
        <p:nvPr/>
      </p:nvGrpSpPr>
      <p:grpSpPr>
        <a:xfrm>
          <a:off x="0" y="0"/>
          <a:ext cx="0" cy="0"/>
          <a:chOff x="0" y="0"/>
          <a:chExt cx="0" cy="0"/>
        </a:xfrm>
      </p:grpSpPr>
      <p:sp>
        <p:nvSpPr>
          <p:cNvPr id="5055" name="Google Shape;5055;p50"/>
          <p:cNvSpPr txBox="1"/>
          <p:nvPr>
            <p:ph type="title"/>
          </p:nvPr>
        </p:nvSpPr>
        <p:spPr>
          <a:xfrm>
            <a:off x="2247700" y="1671000"/>
            <a:ext cx="4648800" cy="180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wesome words</a:t>
            </a:r>
            <a:endParaRPr/>
          </a:p>
        </p:txBody>
      </p:sp>
      <p:grpSp>
        <p:nvGrpSpPr>
          <p:cNvPr id="5056" name="Google Shape;5056;p50"/>
          <p:cNvGrpSpPr/>
          <p:nvPr/>
        </p:nvGrpSpPr>
        <p:grpSpPr>
          <a:xfrm>
            <a:off x="1159423" y="3472500"/>
            <a:ext cx="830805" cy="753025"/>
            <a:chOff x="5255839" y="-1347627"/>
            <a:chExt cx="1366681" cy="1238732"/>
          </a:xfrm>
        </p:grpSpPr>
        <p:sp>
          <p:nvSpPr>
            <p:cNvPr id="5057" name="Google Shape;5057;p50"/>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0"/>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0"/>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0"/>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0"/>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0"/>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0"/>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0"/>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0"/>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0"/>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0"/>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0"/>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0"/>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0"/>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1" name="Google Shape;5071;p50"/>
          <p:cNvGrpSpPr/>
          <p:nvPr/>
        </p:nvGrpSpPr>
        <p:grpSpPr>
          <a:xfrm>
            <a:off x="6711973" y="3656200"/>
            <a:ext cx="830805" cy="753025"/>
            <a:chOff x="5255839" y="-1347627"/>
            <a:chExt cx="1366681" cy="1238732"/>
          </a:xfrm>
        </p:grpSpPr>
        <p:sp>
          <p:nvSpPr>
            <p:cNvPr id="5072" name="Google Shape;5072;p50"/>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0"/>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0"/>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0"/>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0"/>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0"/>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0"/>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0"/>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0"/>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0"/>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0"/>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0"/>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0"/>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0"/>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6" name="Google Shape;5086;p50"/>
          <p:cNvGrpSpPr/>
          <p:nvPr/>
        </p:nvGrpSpPr>
        <p:grpSpPr>
          <a:xfrm>
            <a:off x="786198" y="-46020"/>
            <a:ext cx="2294405" cy="1930330"/>
            <a:chOff x="-9751350" y="-1312675"/>
            <a:chExt cx="9612086" cy="8086845"/>
          </a:xfrm>
        </p:grpSpPr>
        <p:sp>
          <p:nvSpPr>
            <p:cNvPr id="5087" name="Google Shape;5087;p50"/>
            <p:cNvSpPr/>
            <p:nvPr/>
          </p:nvSpPr>
          <p:spPr>
            <a:xfrm>
              <a:off x="-9077396" y="1294790"/>
              <a:ext cx="8938132" cy="5474606"/>
            </a:xfrm>
            <a:custGeom>
              <a:rect b="b" l="l" r="r" t="t"/>
              <a:pathLst>
                <a:path extrusionOk="0" h="9171" w="14973">
                  <a:moveTo>
                    <a:pt x="14815" y="3264"/>
                  </a:moveTo>
                  <a:lnTo>
                    <a:pt x="6402" y="7970"/>
                  </a:lnTo>
                  <a:cubicBezTo>
                    <a:pt x="5930" y="8236"/>
                    <a:pt x="5152" y="8747"/>
                    <a:pt x="4459" y="9171"/>
                  </a:cubicBezTo>
                  <a:lnTo>
                    <a:pt x="3880" y="8639"/>
                  </a:lnTo>
                  <a:lnTo>
                    <a:pt x="3880" y="6709"/>
                  </a:lnTo>
                  <a:lnTo>
                    <a:pt x="5686" y="7759"/>
                  </a:lnTo>
                  <a:lnTo>
                    <a:pt x="7088" y="6998"/>
                  </a:lnTo>
                  <a:lnTo>
                    <a:pt x="3880" y="5120"/>
                  </a:lnTo>
                  <a:lnTo>
                    <a:pt x="3880" y="2884"/>
                  </a:lnTo>
                  <a:lnTo>
                    <a:pt x="9778" y="1"/>
                  </a:lnTo>
                  <a:lnTo>
                    <a:pt x="14815" y="2738"/>
                  </a:lnTo>
                  <a:cubicBezTo>
                    <a:pt x="14913" y="2791"/>
                    <a:pt x="14973" y="2890"/>
                    <a:pt x="14973" y="2998"/>
                  </a:cubicBezTo>
                  <a:cubicBezTo>
                    <a:pt x="14969" y="3115"/>
                    <a:pt x="14913" y="3209"/>
                    <a:pt x="14815" y="3264"/>
                  </a:cubicBezTo>
                  <a:close/>
                  <a:moveTo>
                    <a:pt x="3878" y="8639"/>
                  </a:moveTo>
                  <a:lnTo>
                    <a:pt x="154" y="5226"/>
                  </a:lnTo>
                  <a:cubicBezTo>
                    <a:pt x="70" y="5150"/>
                    <a:pt x="1" y="5071"/>
                    <a:pt x="3" y="4956"/>
                  </a:cubicBezTo>
                  <a:cubicBezTo>
                    <a:pt x="9" y="4843"/>
                    <a:pt x="70" y="4745"/>
                    <a:pt x="173" y="4694"/>
                  </a:cubicBezTo>
                  <a:lnTo>
                    <a:pt x="3878" y="2881"/>
                  </a:lnTo>
                  <a:lnTo>
                    <a:pt x="3878" y="5116"/>
                  </a:lnTo>
                  <a:lnTo>
                    <a:pt x="2167" y="4113"/>
                  </a:lnTo>
                  <a:lnTo>
                    <a:pt x="672" y="4843"/>
                  </a:lnTo>
                  <a:lnTo>
                    <a:pt x="3878" y="670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0"/>
            <p:cNvSpPr/>
            <p:nvPr/>
          </p:nvSpPr>
          <p:spPr>
            <a:xfrm>
              <a:off x="-8846377" y="1652959"/>
              <a:ext cx="3089216" cy="2225420"/>
            </a:xfrm>
            <a:custGeom>
              <a:rect b="b" l="l" r="r" t="t"/>
              <a:pathLst>
                <a:path extrusionOk="0" h="3728" w="5175">
                  <a:moveTo>
                    <a:pt x="5175" y="0"/>
                  </a:moveTo>
                  <a:lnTo>
                    <a:pt x="0" y="3245"/>
                  </a:lnTo>
                  <a:lnTo>
                    <a:pt x="0" y="3728"/>
                  </a:lnTo>
                  <a:lnTo>
                    <a:pt x="5175" y="485"/>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0"/>
            <p:cNvSpPr/>
            <p:nvPr/>
          </p:nvSpPr>
          <p:spPr>
            <a:xfrm>
              <a:off x="-8846377" y="1861890"/>
              <a:ext cx="3089216" cy="2016489"/>
            </a:xfrm>
            <a:custGeom>
              <a:rect b="b" l="l" r="r" t="t"/>
              <a:pathLst>
                <a:path extrusionOk="0" h="3378" w="5175">
                  <a:moveTo>
                    <a:pt x="5175" y="0"/>
                  </a:moveTo>
                  <a:lnTo>
                    <a:pt x="0" y="3245"/>
                  </a:lnTo>
                  <a:lnTo>
                    <a:pt x="0" y="3378"/>
                  </a:lnTo>
                  <a:lnTo>
                    <a:pt x="5175" y="135"/>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0"/>
            <p:cNvSpPr/>
            <p:nvPr/>
          </p:nvSpPr>
          <p:spPr>
            <a:xfrm>
              <a:off x="-8649981" y="1972922"/>
              <a:ext cx="2489878" cy="1587880"/>
            </a:xfrm>
            <a:custGeom>
              <a:rect b="b" l="l" r="r" t="t"/>
              <a:pathLst>
                <a:path extrusionOk="0" h="2660" w="4171">
                  <a:moveTo>
                    <a:pt x="64" y="2541"/>
                  </a:moveTo>
                  <a:lnTo>
                    <a:pt x="4105" y="25"/>
                  </a:lnTo>
                  <a:cubicBezTo>
                    <a:pt x="4142" y="0"/>
                    <a:pt x="4170" y="6"/>
                    <a:pt x="4170" y="35"/>
                  </a:cubicBezTo>
                  <a:lnTo>
                    <a:pt x="4170" y="35"/>
                  </a:lnTo>
                  <a:cubicBezTo>
                    <a:pt x="4170" y="60"/>
                    <a:pt x="4142" y="101"/>
                    <a:pt x="4105" y="121"/>
                  </a:cubicBezTo>
                  <a:lnTo>
                    <a:pt x="64" y="2637"/>
                  </a:lnTo>
                  <a:cubicBezTo>
                    <a:pt x="29" y="2660"/>
                    <a:pt x="1" y="2656"/>
                    <a:pt x="1" y="2627"/>
                  </a:cubicBezTo>
                  <a:lnTo>
                    <a:pt x="1" y="2627"/>
                  </a:lnTo>
                  <a:cubicBezTo>
                    <a:pt x="1" y="2603"/>
                    <a:pt x="29" y="2562"/>
                    <a:pt x="64" y="254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0"/>
            <p:cNvSpPr/>
            <p:nvPr/>
          </p:nvSpPr>
          <p:spPr>
            <a:xfrm>
              <a:off x="-6081316" y="1530585"/>
              <a:ext cx="425625" cy="685893"/>
            </a:xfrm>
            <a:custGeom>
              <a:rect b="b" l="l" r="r" t="t"/>
              <a:pathLst>
                <a:path extrusionOk="0" h="1149" w="713">
                  <a:moveTo>
                    <a:pt x="358" y="113"/>
                  </a:moveTo>
                  <a:cubicBezTo>
                    <a:pt x="555" y="1"/>
                    <a:pt x="712" y="115"/>
                    <a:pt x="712" y="369"/>
                  </a:cubicBezTo>
                  <a:cubicBezTo>
                    <a:pt x="712" y="623"/>
                    <a:pt x="553" y="923"/>
                    <a:pt x="358" y="1036"/>
                  </a:cubicBezTo>
                  <a:cubicBezTo>
                    <a:pt x="164" y="1148"/>
                    <a:pt x="2" y="1034"/>
                    <a:pt x="2" y="780"/>
                  </a:cubicBezTo>
                  <a:cubicBezTo>
                    <a:pt x="0" y="526"/>
                    <a:pt x="160" y="228"/>
                    <a:pt x="358" y="113"/>
                  </a:cubicBezTo>
                  <a:close/>
                </a:path>
              </a:pathLst>
            </a:custGeom>
            <a:solidFill>
              <a:srgbClr val="EFBA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0"/>
            <p:cNvSpPr/>
            <p:nvPr/>
          </p:nvSpPr>
          <p:spPr>
            <a:xfrm>
              <a:off x="-6031172" y="1598040"/>
              <a:ext cx="375482" cy="583218"/>
            </a:xfrm>
            <a:custGeom>
              <a:rect b="b" l="l" r="r" t="t"/>
              <a:pathLst>
                <a:path extrusionOk="0" h="977" w="629">
                  <a:moveTo>
                    <a:pt x="557" y="19"/>
                  </a:moveTo>
                  <a:cubicBezTo>
                    <a:pt x="604" y="70"/>
                    <a:pt x="628" y="152"/>
                    <a:pt x="628" y="256"/>
                  </a:cubicBezTo>
                  <a:cubicBezTo>
                    <a:pt x="628" y="512"/>
                    <a:pt x="469" y="810"/>
                    <a:pt x="274" y="923"/>
                  </a:cubicBezTo>
                  <a:cubicBezTo>
                    <a:pt x="199" y="966"/>
                    <a:pt x="131" y="976"/>
                    <a:pt x="74" y="960"/>
                  </a:cubicBezTo>
                  <a:cubicBezTo>
                    <a:pt x="29" y="909"/>
                    <a:pt x="0" y="827"/>
                    <a:pt x="0" y="720"/>
                  </a:cubicBezTo>
                  <a:cubicBezTo>
                    <a:pt x="0" y="465"/>
                    <a:pt x="162" y="166"/>
                    <a:pt x="356" y="53"/>
                  </a:cubicBezTo>
                  <a:cubicBezTo>
                    <a:pt x="430" y="12"/>
                    <a:pt x="499" y="0"/>
                    <a:pt x="557" y="19"/>
                  </a:cubicBezTo>
                  <a:close/>
                </a:path>
              </a:pathLst>
            </a:custGeom>
            <a:solidFill>
              <a:srgbClr val="B86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0"/>
            <p:cNvSpPr/>
            <p:nvPr/>
          </p:nvSpPr>
          <p:spPr>
            <a:xfrm>
              <a:off x="-7697253" y="2588375"/>
              <a:ext cx="153416" cy="281162"/>
            </a:xfrm>
            <a:custGeom>
              <a:rect b="b" l="l" r="r" t="t"/>
              <a:pathLst>
                <a:path extrusionOk="0" h="471" w="257">
                  <a:moveTo>
                    <a:pt x="254" y="99"/>
                  </a:moveTo>
                  <a:lnTo>
                    <a:pt x="248" y="315"/>
                  </a:lnTo>
                  <a:lnTo>
                    <a:pt x="1" y="471"/>
                  </a:lnTo>
                  <a:lnTo>
                    <a:pt x="7" y="242"/>
                  </a:lnTo>
                  <a:lnTo>
                    <a:pt x="7" y="232"/>
                  </a:lnTo>
                  <a:cubicBezTo>
                    <a:pt x="9" y="162"/>
                    <a:pt x="64" y="78"/>
                    <a:pt x="134" y="39"/>
                  </a:cubicBezTo>
                  <a:cubicBezTo>
                    <a:pt x="203" y="0"/>
                    <a:pt x="256" y="27"/>
                    <a:pt x="254" y="9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0"/>
            <p:cNvSpPr/>
            <p:nvPr/>
          </p:nvSpPr>
          <p:spPr>
            <a:xfrm>
              <a:off x="-7814255" y="2668963"/>
              <a:ext cx="374288" cy="166548"/>
            </a:xfrm>
            <a:custGeom>
              <a:rect b="b" l="l" r="r" t="t"/>
              <a:pathLst>
                <a:path extrusionOk="0" h="279" w="627">
                  <a:moveTo>
                    <a:pt x="0" y="50"/>
                  </a:moveTo>
                  <a:lnTo>
                    <a:pt x="21" y="279"/>
                  </a:lnTo>
                  <a:lnTo>
                    <a:pt x="524" y="238"/>
                  </a:lnTo>
                  <a:cubicBezTo>
                    <a:pt x="626" y="232"/>
                    <a:pt x="608" y="0"/>
                    <a:pt x="503" y="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0"/>
            <p:cNvSpPr/>
            <p:nvPr/>
          </p:nvSpPr>
          <p:spPr>
            <a:xfrm>
              <a:off x="-7814255" y="2685081"/>
              <a:ext cx="349813" cy="72231"/>
            </a:xfrm>
            <a:custGeom>
              <a:rect b="b" l="l" r="r" t="t"/>
              <a:pathLst>
                <a:path extrusionOk="0" h="121" w="586">
                  <a:moveTo>
                    <a:pt x="0" y="43"/>
                  </a:moveTo>
                  <a:lnTo>
                    <a:pt x="8" y="121"/>
                  </a:lnTo>
                  <a:lnTo>
                    <a:pt x="585" y="74"/>
                  </a:lnTo>
                  <a:cubicBezTo>
                    <a:pt x="581" y="43"/>
                    <a:pt x="567" y="14"/>
                    <a:pt x="551"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0"/>
            <p:cNvSpPr/>
            <p:nvPr/>
          </p:nvSpPr>
          <p:spPr>
            <a:xfrm>
              <a:off x="-7807091" y="2782383"/>
              <a:ext cx="340262" cy="39995"/>
            </a:xfrm>
            <a:custGeom>
              <a:rect b="b" l="l" r="r" t="t"/>
              <a:pathLst>
                <a:path extrusionOk="0" h="67" w="570">
                  <a:moveTo>
                    <a:pt x="0" y="46"/>
                  </a:moveTo>
                  <a:lnTo>
                    <a:pt x="2" y="66"/>
                  </a:lnTo>
                  <a:lnTo>
                    <a:pt x="555" y="21"/>
                  </a:lnTo>
                  <a:cubicBezTo>
                    <a:pt x="561" y="13"/>
                    <a:pt x="563" y="9"/>
                    <a:pt x="569"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0"/>
            <p:cNvSpPr/>
            <p:nvPr/>
          </p:nvSpPr>
          <p:spPr>
            <a:xfrm>
              <a:off x="-8487612" y="2623595"/>
              <a:ext cx="739621" cy="330709"/>
            </a:xfrm>
            <a:custGeom>
              <a:rect b="b" l="l" r="r" t="t"/>
              <a:pathLst>
                <a:path extrusionOk="0" h="554" w="1239">
                  <a:moveTo>
                    <a:pt x="1" y="95"/>
                  </a:moveTo>
                  <a:lnTo>
                    <a:pt x="38" y="553"/>
                  </a:lnTo>
                  <a:lnTo>
                    <a:pt x="1034" y="473"/>
                  </a:lnTo>
                  <a:cubicBezTo>
                    <a:pt x="1239" y="457"/>
                    <a:pt x="1202" y="1"/>
                    <a:pt x="995" y="1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0"/>
            <p:cNvSpPr/>
            <p:nvPr/>
          </p:nvSpPr>
          <p:spPr>
            <a:xfrm>
              <a:off x="-8485224" y="2654039"/>
              <a:ext cx="691865" cy="143864"/>
            </a:xfrm>
            <a:custGeom>
              <a:rect b="b" l="l" r="r" t="t"/>
              <a:pathLst>
                <a:path extrusionOk="0" h="241" w="1159">
                  <a:moveTo>
                    <a:pt x="1" y="87"/>
                  </a:moveTo>
                  <a:lnTo>
                    <a:pt x="13" y="240"/>
                  </a:lnTo>
                  <a:lnTo>
                    <a:pt x="1159" y="148"/>
                  </a:lnTo>
                  <a:cubicBezTo>
                    <a:pt x="1149" y="89"/>
                    <a:pt x="1124" y="34"/>
                    <a:pt x="1087" y="1"/>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0"/>
            <p:cNvSpPr/>
            <p:nvPr/>
          </p:nvSpPr>
          <p:spPr>
            <a:xfrm>
              <a:off x="-8469106" y="2846256"/>
              <a:ext cx="667390" cy="78797"/>
            </a:xfrm>
            <a:custGeom>
              <a:rect b="b" l="l" r="r" t="t"/>
              <a:pathLst>
                <a:path extrusionOk="0" h="132" w="1118">
                  <a:moveTo>
                    <a:pt x="1" y="92"/>
                  </a:moveTo>
                  <a:lnTo>
                    <a:pt x="3" y="131"/>
                  </a:lnTo>
                  <a:lnTo>
                    <a:pt x="1095" y="41"/>
                  </a:lnTo>
                  <a:cubicBezTo>
                    <a:pt x="1105" y="29"/>
                    <a:pt x="1109" y="16"/>
                    <a:pt x="1118" y="0"/>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0"/>
            <p:cNvSpPr/>
            <p:nvPr/>
          </p:nvSpPr>
          <p:spPr>
            <a:xfrm>
              <a:off x="-8581333" y="2648070"/>
              <a:ext cx="253107" cy="330709"/>
            </a:xfrm>
            <a:custGeom>
              <a:rect b="b" l="l" r="r" t="t"/>
              <a:pathLst>
                <a:path extrusionOk="0" h="554" w="424">
                  <a:moveTo>
                    <a:pt x="0" y="31"/>
                  </a:moveTo>
                  <a:lnTo>
                    <a:pt x="49" y="553"/>
                  </a:lnTo>
                  <a:lnTo>
                    <a:pt x="193" y="541"/>
                  </a:lnTo>
                  <a:cubicBezTo>
                    <a:pt x="424" y="522"/>
                    <a:pt x="377" y="1"/>
                    <a:pt x="144"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0"/>
            <p:cNvSpPr/>
            <p:nvPr/>
          </p:nvSpPr>
          <p:spPr>
            <a:xfrm>
              <a:off x="-8521638" y="2680902"/>
              <a:ext cx="139686" cy="97302"/>
            </a:xfrm>
            <a:custGeom>
              <a:rect b="b" l="l" r="r" t="t"/>
              <a:pathLst>
                <a:path extrusionOk="0" h="163" w="234">
                  <a:moveTo>
                    <a:pt x="89" y="163"/>
                  </a:moveTo>
                  <a:lnTo>
                    <a:pt x="234" y="150"/>
                  </a:lnTo>
                  <a:cubicBezTo>
                    <a:pt x="217" y="89"/>
                    <a:pt x="191" y="36"/>
                    <a:pt x="152" y="1"/>
                  </a:cubicBezTo>
                  <a:lnTo>
                    <a:pt x="1" y="15"/>
                  </a:lnTo>
                  <a:cubicBezTo>
                    <a:pt x="39" y="48"/>
                    <a:pt x="72" y="99"/>
                    <a:pt x="89" y="163"/>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0"/>
            <p:cNvSpPr/>
            <p:nvPr/>
          </p:nvSpPr>
          <p:spPr>
            <a:xfrm>
              <a:off x="-8676844" y="2659412"/>
              <a:ext cx="222065" cy="324142"/>
            </a:xfrm>
            <a:custGeom>
              <a:rect b="b" l="l" r="r" t="t"/>
              <a:pathLst>
                <a:path extrusionOk="0" h="543" w="372">
                  <a:moveTo>
                    <a:pt x="11" y="287"/>
                  </a:moveTo>
                  <a:cubicBezTo>
                    <a:pt x="23" y="430"/>
                    <a:pt x="109" y="542"/>
                    <a:pt x="205" y="532"/>
                  </a:cubicBezTo>
                  <a:cubicBezTo>
                    <a:pt x="301" y="524"/>
                    <a:pt x="371" y="401"/>
                    <a:pt x="359" y="256"/>
                  </a:cubicBezTo>
                  <a:cubicBezTo>
                    <a:pt x="344" y="113"/>
                    <a:pt x="259" y="0"/>
                    <a:pt x="164" y="10"/>
                  </a:cubicBezTo>
                  <a:cubicBezTo>
                    <a:pt x="66" y="21"/>
                    <a:pt x="1" y="141"/>
                    <a:pt x="11" y="28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0"/>
            <p:cNvSpPr/>
            <p:nvPr/>
          </p:nvSpPr>
          <p:spPr>
            <a:xfrm>
              <a:off x="-8338375" y="2642100"/>
              <a:ext cx="238780" cy="306831"/>
            </a:xfrm>
            <a:custGeom>
              <a:rect b="b" l="l" r="r" t="t"/>
              <a:pathLst>
                <a:path extrusionOk="0" h="514" w="400">
                  <a:moveTo>
                    <a:pt x="84" y="514"/>
                  </a:moveTo>
                  <a:lnTo>
                    <a:pt x="183" y="506"/>
                  </a:lnTo>
                  <a:cubicBezTo>
                    <a:pt x="399" y="489"/>
                    <a:pt x="361" y="0"/>
                    <a:pt x="142" y="17"/>
                  </a:cubicBezTo>
                  <a:lnTo>
                    <a:pt x="43" y="25"/>
                  </a:lnTo>
                  <a:cubicBezTo>
                    <a:pt x="29" y="29"/>
                    <a:pt x="7" y="39"/>
                    <a:pt x="0" y="45"/>
                  </a:cubicBezTo>
                  <a:lnTo>
                    <a:pt x="64" y="41"/>
                  </a:lnTo>
                  <a:cubicBezTo>
                    <a:pt x="213" y="113"/>
                    <a:pt x="238" y="410"/>
                    <a:pt x="103" y="500"/>
                  </a:cubicBezTo>
                  <a:lnTo>
                    <a:pt x="39" y="504"/>
                  </a:lnTo>
                  <a:cubicBezTo>
                    <a:pt x="50" y="512"/>
                    <a:pt x="74" y="514"/>
                    <a:pt x="84" y="5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0"/>
            <p:cNvSpPr/>
            <p:nvPr/>
          </p:nvSpPr>
          <p:spPr>
            <a:xfrm>
              <a:off x="-8301961" y="2639713"/>
              <a:ext cx="213111" cy="308025"/>
            </a:xfrm>
            <a:custGeom>
              <a:rect b="b" l="l" r="r" t="t"/>
              <a:pathLst>
                <a:path extrusionOk="0" h="516" w="357">
                  <a:moveTo>
                    <a:pt x="42" y="516"/>
                  </a:moveTo>
                  <a:lnTo>
                    <a:pt x="140" y="508"/>
                  </a:lnTo>
                  <a:cubicBezTo>
                    <a:pt x="357" y="489"/>
                    <a:pt x="318" y="0"/>
                    <a:pt x="99" y="19"/>
                  </a:cubicBezTo>
                  <a:lnTo>
                    <a:pt x="1" y="27"/>
                  </a:lnTo>
                  <a:cubicBezTo>
                    <a:pt x="181" y="64"/>
                    <a:pt x="212" y="455"/>
                    <a:pt x="42" y="5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0"/>
            <p:cNvSpPr/>
            <p:nvPr/>
          </p:nvSpPr>
          <p:spPr>
            <a:xfrm>
              <a:off x="-8263756" y="2668963"/>
              <a:ext cx="124763" cy="90736"/>
            </a:xfrm>
            <a:custGeom>
              <a:rect b="b" l="l" r="r" t="t"/>
              <a:pathLst>
                <a:path extrusionOk="0" h="152" w="209">
                  <a:moveTo>
                    <a:pt x="78" y="152"/>
                  </a:moveTo>
                  <a:lnTo>
                    <a:pt x="209" y="142"/>
                  </a:lnTo>
                  <a:cubicBezTo>
                    <a:pt x="193" y="82"/>
                    <a:pt x="168" y="31"/>
                    <a:pt x="129" y="0"/>
                  </a:cubicBezTo>
                  <a:lnTo>
                    <a:pt x="0" y="11"/>
                  </a:lnTo>
                  <a:cubicBezTo>
                    <a:pt x="39" y="45"/>
                    <a:pt x="66" y="97"/>
                    <a:pt x="78" y="152"/>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0"/>
            <p:cNvSpPr/>
            <p:nvPr/>
          </p:nvSpPr>
          <p:spPr>
            <a:xfrm>
              <a:off x="-8233312" y="2880282"/>
              <a:ext cx="89543" cy="29847"/>
            </a:xfrm>
            <a:custGeom>
              <a:rect b="b" l="l" r="r" t="t"/>
              <a:pathLst>
                <a:path extrusionOk="0" h="50" w="150">
                  <a:moveTo>
                    <a:pt x="0" y="50"/>
                  </a:moveTo>
                  <a:lnTo>
                    <a:pt x="131" y="39"/>
                  </a:lnTo>
                  <a:cubicBezTo>
                    <a:pt x="140" y="25"/>
                    <a:pt x="144" y="13"/>
                    <a:pt x="150" y="0"/>
                  </a:cubicBezTo>
                  <a:lnTo>
                    <a:pt x="19" y="11"/>
                  </a:lnTo>
                  <a:cubicBezTo>
                    <a:pt x="15" y="23"/>
                    <a:pt x="9" y="35"/>
                    <a:pt x="0" y="50"/>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0"/>
            <p:cNvSpPr/>
            <p:nvPr/>
          </p:nvSpPr>
          <p:spPr>
            <a:xfrm>
              <a:off x="-7610696" y="2648070"/>
              <a:ext cx="158192" cy="410103"/>
            </a:xfrm>
            <a:custGeom>
              <a:rect b="b" l="l" r="r" t="t"/>
              <a:pathLst>
                <a:path extrusionOk="0" h="687" w="265">
                  <a:moveTo>
                    <a:pt x="263" y="95"/>
                  </a:moveTo>
                  <a:lnTo>
                    <a:pt x="250" y="553"/>
                  </a:lnTo>
                  <a:lnTo>
                    <a:pt x="1" y="686"/>
                  </a:lnTo>
                  <a:lnTo>
                    <a:pt x="15" y="238"/>
                  </a:lnTo>
                  <a:lnTo>
                    <a:pt x="15" y="228"/>
                  </a:lnTo>
                  <a:cubicBezTo>
                    <a:pt x="17" y="158"/>
                    <a:pt x="72" y="72"/>
                    <a:pt x="142" y="35"/>
                  </a:cubicBezTo>
                  <a:cubicBezTo>
                    <a:pt x="210" y="1"/>
                    <a:pt x="265" y="25"/>
                    <a:pt x="263" y="9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0"/>
            <p:cNvSpPr/>
            <p:nvPr/>
          </p:nvSpPr>
          <p:spPr>
            <a:xfrm>
              <a:off x="-7567715" y="2692244"/>
              <a:ext cx="82379" cy="105660"/>
            </a:xfrm>
            <a:custGeom>
              <a:rect b="b" l="l" r="r" t="t"/>
              <a:pathLst>
                <a:path extrusionOk="0" h="177" w="138">
                  <a:moveTo>
                    <a:pt x="138" y="51"/>
                  </a:moveTo>
                  <a:cubicBezTo>
                    <a:pt x="133" y="90"/>
                    <a:pt x="103" y="135"/>
                    <a:pt x="68" y="156"/>
                  </a:cubicBezTo>
                  <a:cubicBezTo>
                    <a:pt x="29" y="176"/>
                    <a:pt x="0" y="162"/>
                    <a:pt x="0" y="123"/>
                  </a:cubicBezTo>
                  <a:cubicBezTo>
                    <a:pt x="5" y="84"/>
                    <a:pt x="35" y="39"/>
                    <a:pt x="70" y="19"/>
                  </a:cubicBezTo>
                  <a:cubicBezTo>
                    <a:pt x="109" y="0"/>
                    <a:pt x="138" y="17"/>
                    <a:pt x="138" y="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0"/>
            <p:cNvSpPr/>
            <p:nvPr/>
          </p:nvSpPr>
          <p:spPr>
            <a:xfrm>
              <a:off x="-8856525" y="2760296"/>
              <a:ext cx="341455" cy="153416"/>
            </a:xfrm>
            <a:custGeom>
              <a:rect b="b" l="l" r="r" t="t"/>
              <a:pathLst>
                <a:path extrusionOk="0" h="257" w="572">
                  <a:moveTo>
                    <a:pt x="1" y="48"/>
                  </a:moveTo>
                  <a:lnTo>
                    <a:pt x="19" y="257"/>
                  </a:lnTo>
                  <a:lnTo>
                    <a:pt x="478" y="220"/>
                  </a:lnTo>
                  <a:cubicBezTo>
                    <a:pt x="572" y="212"/>
                    <a:pt x="553" y="1"/>
                    <a:pt x="459" y="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0"/>
            <p:cNvSpPr/>
            <p:nvPr/>
          </p:nvSpPr>
          <p:spPr>
            <a:xfrm>
              <a:off x="-8856525" y="2775220"/>
              <a:ext cx="318174" cy="67455"/>
            </a:xfrm>
            <a:custGeom>
              <a:rect b="b" l="l" r="r" t="t"/>
              <a:pathLst>
                <a:path extrusionOk="0" h="113" w="533">
                  <a:moveTo>
                    <a:pt x="1" y="41"/>
                  </a:moveTo>
                  <a:lnTo>
                    <a:pt x="7" y="113"/>
                  </a:lnTo>
                  <a:lnTo>
                    <a:pt x="533" y="68"/>
                  </a:lnTo>
                  <a:cubicBezTo>
                    <a:pt x="529" y="41"/>
                    <a:pt x="519" y="15"/>
                    <a:pt x="500" y="0"/>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0"/>
            <p:cNvSpPr/>
            <p:nvPr/>
          </p:nvSpPr>
          <p:spPr>
            <a:xfrm>
              <a:off x="-8847571" y="2864165"/>
              <a:ext cx="308026" cy="36414"/>
            </a:xfrm>
            <a:custGeom>
              <a:rect b="b" l="l" r="r" t="t"/>
              <a:pathLst>
                <a:path extrusionOk="0" h="61" w="516">
                  <a:moveTo>
                    <a:pt x="0" y="42"/>
                  </a:moveTo>
                  <a:lnTo>
                    <a:pt x="2" y="60"/>
                  </a:lnTo>
                  <a:lnTo>
                    <a:pt x="506" y="19"/>
                  </a:lnTo>
                  <a:cubicBezTo>
                    <a:pt x="512" y="13"/>
                    <a:pt x="514" y="7"/>
                    <a:pt x="516" y="1"/>
                  </a:cubicBezTo>
                  <a:close/>
                </a:path>
              </a:pathLst>
            </a:custGeom>
            <a:solidFill>
              <a:srgbClr val="B86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0"/>
            <p:cNvSpPr/>
            <p:nvPr/>
          </p:nvSpPr>
          <p:spPr>
            <a:xfrm>
              <a:off x="-8486418" y="2894609"/>
              <a:ext cx="98497" cy="35220"/>
            </a:xfrm>
            <a:custGeom>
              <a:rect b="b" l="l" r="r" t="t"/>
              <a:pathLst>
                <a:path extrusionOk="0" h="59" w="165">
                  <a:moveTo>
                    <a:pt x="1" y="58"/>
                  </a:moveTo>
                  <a:lnTo>
                    <a:pt x="144" y="46"/>
                  </a:lnTo>
                  <a:cubicBezTo>
                    <a:pt x="152" y="32"/>
                    <a:pt x="158" y="17"/>
                    <a:pt x="165" y="1"/>
                  </a:cubicBezTo>
                  <a:lnTo>
                    <a:pt x="19" y="15"/>
                  </a:lnTo>
                  <a:cubicBezTo>
                    <a:pt x="15" y="32"/>
                    <a:pt x="9" y="46"/>
                    <a:pt x="1" y="58"/>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0"/>
            <p:cNvSpPr/>
            <p:nvPr/>
          </p:nvSpPr>
          <p:spPr>
            <a:xfrm>
              <a:off x="-7290732" y="197005"/>
              <a:ext cx="4346393" cy="3470056"/>
            </a:xfrm>
            <a:custGeom>
              <a:rect b="b" l="l" r="r" t="t"/>
              <a:pathLst>
                <a:path extrusionOk="0" h="5813" w="7281">
                  <a:moveTo>
                    <a:pt x="7280" y="839"/>
                  </a:moveTo>
                  <a:lnTo>
                    <a:pt x="6124" y="103"/>
                  </a:lnTo>
                  <a:cubicBezTo>
                    <a:pt x="5807" y="1"/>
                    <a:pt x="5599" y="131"/>
                    <a:pt x="5429" y="232"/>
                  </a:cubicBezTo>
                  <a:lnTo>
                    <a:pt x="1173" y="2707"/>
                  </a:lnTo>
                  <a:cubicBezTo>
                    <a:pt x="564" y="3063"/>
                    <a:pt x="1" y="4420"/>
                    <a:pt x="647" y="5140"/>
                  </a:cubicBezTo>
                  <a:lnTo>
                    <a:pt x="1730" y="5813"/>
                  </a:lnTo>
                  <a:cubicBezTo>
                    <a:pt x="1546" y="5588"/>
                    <a:pt x="1498" y="5322"/>
                    <a:pt x="1505" y="4845"/>
                  </a:cubicBezTo>
                  <a:cubicBezTo>
                    <a:pt x="1591" y="4293"/>
                    <a:pt x="1832" y="3730"/>
                    <a:pt x="2268" y="3474"/>
                  </a:cubicBezTo>
                  <a:lnTo>
                    <a:pt x="6746" y="848"/>
                  </a:lnTo>
                  <a:cubicBezTo>
                    <a:pt x="7029" y="753"/>
                    <a:pt x="7172" y="745"/>
                    <a:pt x="7280" y="83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0"/>
            <p:cNvSpPr/>
            <p:nvPr/>
          </p:nvSpPr>
          <p:spPr>
            <a:xfrm>
              <a:off x="-7107469" y="2555543"/>
              <a:ext cx="835133" cy="1106741"/>
            </a:xfrm>
            <a:custGeom>
              <a:rect b="b" l="l" r="r" t="t"/>
              <a:pathLst>
                <a:path extrusionOk="0" h="1854" w="1399">
                  <a:moveTo>
                    <a:pt x="87" y="0"/>
                  </a:moveTo>
                  <a:cubicBezTo>
                    <a:pt x="1" y="426"/>
                    <a:pt x="48" y="872"/>
                    <a:pt x="334" y="1191"/>
                  </a:cubicBezTo>
                  <a:lnTo>
                    <a:pt x="1398" y="1854"/>
                  </a:lnTo>
                  <a:cubicBezTo>
                    <a:pt x="1232" y="1657"/>
                    <a:pt x="1140" y="1265"/>
                    <a:pt x="1191" y="900"/>
                  </a:cubicBezTo>
                  <a:cubicBezTo>
                    <a:pt x="1202" y="823"/>
                    <a:pt x="1220" y="747"/>
                    <a:pt x="1239" y="66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0"/>
            <p:cNvSpPr/>
            <p:nvPr/>
          </p:nvSpPr>
          <p:spPr>
            <a:xfrm>
              <a:off x="-7064488" y="2935201"/>
              <a:ext cx="792153" cy="724694"/>
            </a:xfrm>
            <a:custGeom>
              <a:rect b="b" l="l" r="r" t="t"/>
              <a:pathLst>
                <a:path extrusionOk="0" h="1214" w="1327">
                  <a:moveTo>
                    <a:pt x="0" y="0"/>
                  </a:moveTo>
                  <a:cubicBezTo>
                    <a:pt x="37" y="201"/>
                    <a:pt x="123" y="393"/>
                    <a:pt x="262" y="553"/>
                  </a:cubicBezTo>
                  <a:lnTo>
                    <a:pt x="1326" y="1214"/>
                  </a:lnTo>
                  <a:cubicBezTo>
                    <a:pt x="1220" y="1087"/>
                    <a:pt x="1142" y="878"/>
                    <a:pt x="1117" y="64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0"/>
            <p:cNvSpPr/>
            <p:nvPr/>
          </p:nvSpPr>
          <p:spPr>
            <a:xfrm>
              <a:off x="-5775081" y="4638889"/>
              <a:ext cx="264449" cy="302055"/>
            </a:xfrm>
            <a:custGeom>
              <a:rect b="b" l="l" r="r" t="t"/>
              <a:pathLst>
                <a:path extrusionOk="0" h="506" w="443">
                  <a:moveTo>
                    <a:pt x="336" y="33"/>
                  </a:moveTo>
                  <a:lnTo>
                    <a:pt x="1" y="228"/>
                  </a:lnTo>
                  <a:lnTo>
                    <a:pt x="1" y="506"/>
                  </a:lnTo>
                  <a:lnTo>
                    <a:pt x="326" y="318"/>
                  </a:lnTo>
                  <a:cubicBezTo>
                    <a:pt x="328" y="316"/>
                    <a:pt x="332" y="316"/>
                    <a:pt x="334" y="312"/>
                  </a:cubicBezTo>
                  <a:cubicBezTo>
                    <a:pt x="394" y="277"/>
                    <a:pt x="443" y="187"/>
                    <a:pt x="443" y="111"/>
                  </a:cubicBezTo>
                  <a:cubicBezTo>
                    <a:pt x="443" y="33"/>
                    <a:pt x="394" y="1"/>
                    <a:pt x="336" y="3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0"/>
            <p:cNvSpPr/>
            <p:nvPr/>
          </p:nvSpPr>
          <p:spPr>
            <a:xfrm>
              <a:off x="-5938645" y="5352241"/>
              <a:ext cx="536658" cy="685893"/>
            </a:xfrm>
            <a:custGeom>
              <a:rect b="b" l="l" r="r" t="t"/>
              <a:pathLst>
                <a:path extrusionOk="0" h="1149" w="899">
                  <a:moveTo>
                    <a:pt x="678" y="86"/>
                  </a:moveTo>
                  <a:lnTo>
                    <a:pt x="1" y="583"/>
                  </a:lnTo>
                  <a:lnTo>
                    <a:pt x="1" y="1148"/>
                  </a:lnTo>
                  <a:lnTo>
                    <a:pt x="662" y="665"/>
                  </a:lnTo>
                  <a:cubicBezTo>
                    <a:pt x="668" y="659"/>
                    <a:pt x="674" y="657"/>
                    <a:pt x="682" y="651"/>
                  </a:cubicBezTo>
                  <a:cubicBezTo>
                    <a:pt x="801" y="563"/>
                    <a:pt x="899" y="365"/>
                    <a:pt x="899" y="209"/>
                  </a:cubicBezTo>
                  <a:cubicBezTo>
                    <a:pt x="899" y="54"/>
                    <a:pt x="801" y="0"/>
                    <a:pt x="678" y="8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0"/>
            <p:cNvSpPr/>
            <p:nvPr/>
          </p:nvSpPr>
          <p:spPr>
            <a:xfrm>
              <a:off x="-9751350" y="2491670"/>
              <a:ext cx="778423" cy="2384805"/>
            </a:xfrm>
            <a:custGeom>
              <a:rect b="b" l="l" r="r" t="t"/>
              <a:pathLst>
                <a:path extrusionOk="0" h="3995" w="1304">
                  <a:moveTo>
                    <a:pt x="385" y="2884"/>
                  </a:moveTo>
                  <a:lnTo>
                    <a:pt x="6" y="3884"/>
                  </a:lnTo>
                  <a:cubicBezTo>
                    <a:pt x="0" y="3904"/>
                    <a:pt x="0" y="3925"/>
                    <a:pt x="11" y="3935"/>
                  </a:cubicBezTo>
                  <a:cubicBezTo>
                    <a:pt x="21" y="3945"/>
                    <a:pt x="139" y="3994"/>
                    <a:pt x="154" y="3980"/>
                  </a:cubicBezTo>
                  <a:lnTo>
                    <a:pt x="1304" y="2566"/>
                  </a:lnTo>
                  <a:lnTo>
                    <a:pt x="1302" y="2352"/>
                  </a:lnTo>
                  <a:lnTo>
                    <a:pt x="1302" y="2352"/>
                  </a:lnTo>
                  <a:cubicBezTo>
                    <a:pt x="1295" y="1541"/>
                    <a:pt x="1304" y="541"/>
                    <a:pt x="1302" y="160"/>
                  </a:cubicBezTo>
                  <a:lnTo>
                    <a:pt x="528" y="5"/>
                  </a:lnTo>
                  <a:cubicBezTo>
                    <a:pt x="516" y="1"/>
                    <a:pt x="502" y="11"/>
                    <a:pt x="491" y="29"/>
                  </a:cubicBezTo>
                  <a:lnTo>
                    <a:pt x="710" y="55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0"/>
            <p:cNvSpPr/>
            <p:nvPr/>
          </p:nvSpPr>
          <p:spPr>
            <a:xfrm>
              <a:off x="-9455861" y="2495251"/>
              <a:ext cx="304445" cy="428608"/>
            </a:xfrm>
            <a:custGeom>
              <a:rect b="b" l="l" r="r" t="t"/>
              <a:pathLst>
                <a:path extrusionOk="0" h="718" w="510">
                  <a:moveTo>
                    <a:pt x="23" y="1"/>
                  </a:moveTo>
                  <a:cubicBezTo>
                    <a:pt x="17" y="5"/>
                    <a:pt x="7" y="13"/>
                    <a:pt x="0" y="23"/>
                  </a:cubicBezTo>
                  <a:lnTo>
                    <a:pt x="215" y="541"/>
                  </a:lnTo>
                  <a:lnTo>
                    <a:pt x="510" y="717"/>
                  </a:lnTo>
                  <a:lnTo>
                    <a:pt x="289" y="14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0"/>
            <p:cNvSpPr/>
            <p:nvPr/>
          </p:nvSpPr>
          <p:spPr>
            <a:xfrm>
              <a:off x="-9702400" y="4038957"/>
              <a:ext cx="4070005" cy="2730438"/>
            </a:xfrm>
            <a:custGeom>
              <a:rect b="b" l="l" r="r" t="t"/>
              <a:pathLst>
                <a:path extrusionOk="0" h="4574" w="6818">
                  <a:moveTo>
                    <a:pt x="5504" y="4574"/>
                  </a:moveTo>
                  <a:lnTo>
                    <a:pt x="0" y="1376"/>
                  </a:lnTo>
                  <a:lnTo>
                    <a:pt x="1289" y="1"/>
                  </a:lnTo>
                  <a:lnTo>
                    <a:pt x="6817" y="3199"/>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0"/>
            <p:cNvSpPr/>
            <p:nvPr/>
          </p:nvSpPr>
          <p:spPr>
            <a:xfrm>
              <a:off x="-6355911" y="545025"/>
              <a:ext cx="5289574" cy="3995370"/>
            </a:xfrm>
            <a:custGeom>
              <a:rect b="b" l="l" r="r" t="t"/>
              <a:pathLst>
                <a:path extrusionOk="0" h="6693" w="8861">
                  <a:moveTo>
                    <a:pt x="8861" y="2008"/>
                  </a:moveTo>
                  <a:lnTo>
                    <a:pt x="3627" y="6693"/>
                  </a:lnTo>
                  <a:lnTo>
                    <a:pt x="0" y="4710"/>
                  </a:lnTo>
                  <a:lnTo>
                    <a:pt x="4871" y="1909"/>
                  </a:lnTo>
                  <a:cubicBezTo>
                    <a:pt x="5229" y="794"/>
                    <a:pt x="7642" y="643"/>
                    <a:pt x="8628"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0"/>
            <p:cNvSpPr/>
            <p:nvPr/>
          </p:nvSpPr>
          <p:spPr>
            <a:xfrm>
              <a:off x="-4226002" y="1879799"/>
              <a:ext cx="3826450" cy="3509454"/>
            </a:xfrm>
            <a:custGeom>
              <a:rect b="b" l="l" r="r" t="t"/>
              <a:pathLst>
                <a:path extrusionOk="0" h="5879" w="6410">
                  <a:moveTo>
                    <a:pt x="5428" y="416"/>
                  </a:moveTo>
                  <a:lnTo>
                    <a:pt x="1217" y="2853"/>
                  </a:lnTo>
                  <a:cubicBezTo>
                    <a:pt x="0" y="3553"/>
                    <a:pt x="33" y="5879"/>
                    <a:pt x="1228" y="5187"/>
                  </a:cubicBezTo>
                  <a:lnTo>
                    <a:pt x="5528" y="2703"/>
                  </a:lnTo>
                  <a:cubicBezTo>
                    <a:pt x="6017" y="2423"/>
                    <a:pt x="6410" y="1646"/>
                    <a:pt x="6406" y="1014"/>
                  </a:cubicBezTo>
                  <a:cubicBezTo>
                    <a:pt x="6402" y="443"/>
                    <a:pt x="6034" y="1"/>
                    <a:pt x="5428" y="416"/>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0"/>
            <p:cNvSpPr/>
            <p:nvPr/>
          </p:nvSpPr>
          <p:spPr>
            <a:xfrm>
              <a:off x="-3817093" y="1879799"/>
              <a:ext cx="3413957" cy="2748943"/>
            </a:xfrm>
            <a:custGeom>
              <a:rect b="b" l="l" r="r" t="t"/>
              <a:pathLst>
                <a:path extrusionOk="0" h="4605" w="5719">
                  <a:moveTo>
                    <a:pt x="4743" y="416"/>
                  </a:moveTo>
                  <a:lnTo>
                    <a:pt x="532" y="2873"/>
                  </a:lnTo>
                  <a:cubicBezTo>
                    <a:pt x="0" y="3282"/>
                    <a:pt x="629" y="4256"/>
                    <a:pt x="870" y="4604"/>
                  </a:cubicBezTo>
                  <a:lnTo>
                    <a:pt x="5492" y="1936"/>
                  </a:lnTo>
                  <a:cubicBezTo>
                    <a:pt x="5635" y="1644"/>
                    <a:pt x="5719" y="1312"/>
                    <a:pt x="5719" y="1020"/>
                  </a:cubicBezTo>
                  <a:cubicBezTo>
                    <a:pt x="5717" y="447"/>
                    <a:pt x="5349" y="1"/>
                    <a:pt x="4743" y="4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0"/>
            <p:cNvSpPr/>
            <p:nvPr/>
          </p:nvSpPr>
          <p:spPr>
            <a:xfrm>
              <a:off x="-1607789" y="1893529"/>
              <a:ext cx="1059586" cy="1703091"/>
            </a:xfrm>
            <a:custGeom>
              <a:rect b="b" l="l" r="r" t="t"/>
              <a:pathLst>
                <a:path extrusionOk="0" h="2853" w="1775">
                  <a:moveTo>
                    <a:pt x="888" y="283"/>
                  </a:moveTo>
                  <a:cubicBezTo>
                    <a:pt x="1377" y="0"/>
                    <a:pt x="1774" y="285"/>
                    <a:pt x="1774" y="917"/>
                  </a:cubicBezTo>
                  <a:cubicBezTo>
                    <a:pt x="1774" y="1549"/>
                    <a:pt x="1377" y="2290"/>
                    <a:pt x="888" y="2572"/>
                  </a:cubicBezTo>
                  <a:cubicBezTo>
                    <a:pt x="400" y="2852"/>
                    <a:pt x="3" y="2568"/>
                    <a:pt x="3" y="1936"/>
                  </a:cubicBezTo>
                  <a:cubicBezTo>
                    <a:pt x="1" y="1306"/>
                    <a:pt x="400" y="563"/>
                    <a:pt x="888" y="2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0"/>
            <p:cNvSpPr/>
            <p:nvPr/>
          </p:nvSpPr>
          <p:spPr>
            <a:xfrm>
              <a:off x="-1480640" y="1954417"/>
              <a:ext cx="1057198" cy="1703091"/>
            </a:xfrm>
            <a:custGeom>
              <a:rect b="b" l="l" r="r" t="t"/>
              <a:pathLst>
                <a:path extrusionOk="0" h="2853" w="1771">
                  <a:moveTo>
                    <a:pt x="886" y="283"/>
                  </a:moveTo>
                  <a:cubicBezTo>
                    <a:pt x="1373" y="1"/>
                    <a:pt x="1770" y="285"/>
                    <a:pt x="1770" y="917"/>
                  </a:cubicBezTo>
                  <a:cubicBezTo>
                    <a:pt x="1770" y="1549"/>
                    <a:pt x="1373" y="2290"/>
                    <a:pt x="886" y="2572"/>
                  </a:cubicBezTo>
                  <a:cubicBezTo>
                    <a:pt x="397" y="2853"/>
                    <a:pt x="0" y="2568"/>
                    <a:pt x="0" y="1936"/>
                  </a:cubicBezTo>
                  <a:cubicBezTo>
                    <a:pt x="0" y="1306"/>
                    <a:pt x="395" y="563"/>
                    <a:pt x="886" y="28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0"/>
            <p:cNvSpPr/>
            <p:nvPr/>
          </p:nvSpPr>
          <p:spPr>
            <a:xfrm>
              <a:off x="-1389307" y="2102460"/>
              <a:ext cx="873935" cy="1408796"/>
            </a:xfrm>
            <a:custGeom>
              <a:rect b="b" l="l" r="r" t="t"/>
              <a:pathLst>
                <a:path extrusionOk="0" h="2360" w="1464">
                  <a:moveTo>
                    <a:pt x="733" y="233"/>
                  </a:moveTo>
                  <a:cubicBezTo>
                    <a:pt x="1136" y="0"/>
                    <a:pt x="1464" y="237"/>
                    <a:pt x="1464" y="759"/>
                  </a:cubicBezTo>
                  <a:cubicBezTo>
                    <a:pt x="1464" y="1279"/>
                    <a:pt x="1136" y="1891"/>
                    <a:pt x="733" y="2126"/>
                  </a:cubicBezTo>
                  <a:cubicBezTo>
                    <a:pt x="328" y="2359"/>
                    <a:pt x="1" y="2124"/>
                    <a:pt x="1" y="1602"/>
                  </a:cubicBezTo>
                  <a:cubicBezTo>
                    <a:pt x="1" y="1080"/>
                    <a:pt x="328" y="467"/>
                    <a:pt x="733" y="23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0"/>
            <p:cNvSpPr/>
            <p:nvPr/>
          </p:nvSpPr>
          <p:spPr>
            <a:xfrm>
              <a:off x="-1133813" y="2513757"/>
              <a:ext cx="363543" cy="585605"/>
            </a:xfrm>
            <a:custGeom>
              <a:rect b="b" l="l" r="r" t="t"/>
              <a:pathLst>
                <a:path extrusionOk="0" h="981" w="609">
                  <a:moveTo>
                    <a:pt x="305" y="97"/>
                  </a:moveTo>
                  <a:cubicBezTo>
                    <a:pt x="473" y="1"/>
                    <a:pt x="608" y="101"/>
                    <a:pt x="608" y="316"/>
                  </a:cubicBezTo>
                  <a:cubicBezTo>
                    <a:pt x="608" y="533"/>
                    <a:pt x="473" y="786"/>
                    <a:pt x="305" y="882"/>
                  </a:cubicBezTo>
                  <a:cubicBezTo>
                    <a:pt x="135" y="981"/>
                    <a:pt x="0" y="880"/>
                    <a:pt x="0" y="666"/>
                  </a:cubicBezTo>
                  <a:cubicBezTo>
                    <a:pt x="0" y="451"/>
                    <a:pt x="135" y="195"/>
                    <a:pt x="305" y="9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0"/>
            <p:cNvSpPr/>
            <p:nvPr/>
          </p:nvSpPr>
          <p:spPr>
            <a:xfrm>
              <a:off x="-1092624" y="2571064"/>
              <a:ext cx="320562" cy="496660"/>
            </a:xfrm>
            <a:custGeom>
              <a:rect b="b" l="l" r="r" t="t"/>
              <a:pathLst>
                <a:path extrusionOk="0" h="832" w="537">
                  <a:moveTo>
                    <a:pt x="476" y="17"/>
                  </a:moveTo>
                  <a:cubicBezTo>
                    <a:pt x="514" y="60"/>
                    <a:pt x="537" y="130"/>
                    <a:pt x="537" y="218"/>
                  </a:cubicBezTo>
                  <a:cubicBezTo>
                    <a:pt x="537" y="437"/>
                    <a:pt x="402" y="688"/>
                    <a:pt x="232" y="786"/>
                  </a:cubicBezTo>
                  <a:cubicBezTo>
                    <a:pt x="169" y="821"/>
                    <a:pt x="109" y="831"/>
                    <a:pt x="62" y="817"/>
                  </a:cubicBezTo>
                  <a:cubicBezTo>
                    <a:pt x="23" y="774"/>
                    <a:pt x="1" y="705"/>
                    <a:pt x="1" y="615"/>
                  </a:cubicBezTo>
                  <a:cubicBezTo>
                    <a:pt x="1" y="398"/>
                    <a:pt x="136" y="144"/>
                    <a:pt x="304" y="48"/>
                  </a:cubicBezTo>
                  <a:cubicBezTo>
                    <a:pt x="369" y="11"/>
                    <a:pt x="426" y="1"/>
                    <a:pt x="476" y="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0"/>
            <p:cNvSpPr/>
            <p:nvPr/>
          </p:nvSpPr>
          <p:spPr>
            <a:xfrm>
              <a:off x="-980994" y="2429587"/>
              <a:ext cx="56710" cy="90736"/>
            </a:xfrm>
            <a:custGeom>
              <a:rect b="b" l="l" r="r" t="t"/>
              <a:pathLst>
                <a:path extrusionOk="0" h="152" w="95">
                  <a:moveTo>
                    <a:pt x="49" y="15"/>
                  </a:moveTo>
                  <a:cubicBezTo>
                    <a:pt x="74" y="0"/>
                    <a:pt x="94" y="15"/>
                    <a:pt x="94" y="50"/>
                  </a:cubicBezTo>
                  <a:cubicBezTo>
                    <a:pt x="94" y="82"/>
                    <a:pt x="74" y="121"/>
                    <a:pt x="49" y="135"/>
                  </a:cubicBezTo>
                  <a:cubicBezTo>
                    <a:pt x="23" y="152"/>
                    <a:pt x="2" y="135"/>
                    <a:pt x="2" y="103"/>
                  </a:cubicBezTo>
                  <a:cubicBezTo>
                    <a:pt x="0" y="70"/>
                    <a:pt x="21" y="31"/>
                    <a:pt x="49" y="1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0"/>
            <p:cNvSpPr/>
            <p:nvPr/>
          </p:nvSpPr>
          <p:spPr>
            <a:xfrm>
              <a:off x="-1135007" y="2580018"/>
              <a:ext cx="63874" cy="89542"/>
            </a:xfrm>
            <a:custGeom>
              <a:rect b="b" l="l" r="r" t="t"/>
              <a:pathLst>
                <a:path extrusionOk="0" h="150" w="107">
                  <a:moveTo>
                    <a:pt x="25" y="43"/>
                  </a:moveTo>
                  <a:cubicBezTo>
                    <a:pt x="45" y="10"/>
                    <a:pt x="76" y="0"/>
                    <a:pt x="92" y="16"/>
                  </a:cubicBezTo>
                  <a:cubicBezTo>
                    <a:pt x="107" y="35"/>
                    <a:pt x="103" y="76"/>
                    <a:pt x="82" y="106"/>
                  </a:cubicBezTo>
                  <a:cubicBezTo>
                    <a:pt x="62" y="139"/>
                    <a:pt x="31" y="149"/>
                    <a:pt x="15" y="133"/>
                  </a:cubicBezTo>
                  <a:cubicBezTo>
                    <a:pt x="0" y="115"/>
                    <a:pt x="4" y="76"/>
                    <a:pt x="25" y="4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0"/>
            <p:cNvSpPr/>
            <p:nvPr/>
          </p:nvSpPr>
          <p:spPr>
            <a:xfrm>
              <a:off x="-1229325" y="2802082"/>
              <a:ext cx="65665" cy="84767"/>
            </a:xfrm>
            <a:custGeom>
              <a:rect b="b" l="l" r="r" t="t"/>
              <a:pathLst>
                <a:path extrusionOk="0" h="142" w="110">
                  <a:moveTo>
                    <a:pt x="11" y="80"/>
                  </a:moveTo>
                  <a:cubicBezTo>
                    <a:pt x="19" y="43"/>
                    <a:pt x="48" y="11"/>
                    <a:pt x="70" y="7"/>
                  </a:cubicBezTo>
                  <a:cubicBezTo>
                    <a:pt x="97" y="0"/>
                    <a:pt x="109" y="29"/>
                    <a:pt x="101" y="64"/>
                  </a:cubicBezTo>
                  <a:cubicBezTo>
                    <a:pt x="93" y="101"/>
                    <a:pt x="66" y="133"/>
                    <a:pt x="42" y="140"/>
                  </a:cubicBezTo>
                  <a:cubicBezTo>
                    <a:pt x="17" y="142"/>
                    <a:pt x="1" y="115"/>
                    <a:pt x="11" y="8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0"/>
            <p:cNvSpPr/>
            <p:nvPr/>
          </p:nvSpPr>
          <p:spPr>
            <a:xfrm>
              <a:off x="-1229325" y="3005044"/>
              <a:ext cx="64471" cy="89542"/>
            </a:xfrm>
            <a:custGeom>
              <a:rect b="b" l="l" r="r" t="t"/>
              <a:pathLst>
                <a:path extrusionOk="0" h="150" w="108">
                  <a:moveTo>
                    <a:pt x="9" y="121"/>
                  </a:moveTo>
                  <a:cubicBezTo>
                    <a:pt x="1" y="92"/>
                    <a:pt x="15" y="51"/>
                    <a:pt x="40" y="27"/>
                  </a:cubicBezTo>
                  <a:cubicBezTo>
                    <a:pt x="66" y="0"/>
                    <a:pt x="91" y="4"/>
                    <a:pt x="99" y="31"/>
                  </a:cubicBezTo>
                  <a:cubicBezTo>
                    <a:pt x="107" y="59"/>
                    <a:pt x="93" y="100"/>
                    <a:pt x="68" y="125"/>
                  </a:cubicBezTo>
                  <a:cubicBezTo>
                    <a:pt x="46" y="149"/>
                    <a:pt x="19" y="147"/>
                    <a:pt x="9" y="12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0"/>
            <p:cNvSpPr/>
            <p:nvPr/>
          </p:nvSpPr>
          <p:spPr>
            <a:xfrm>
              <a:off x="-1135007" y="3118464"/>
              <a:ext cx="63874" cy="87154"/>
            </a:xfrm>
            <a:custGeom>
              <a:rect b="b" l="l" r="r" t="t"/>
              <a:pathLst>
                <a:path extrusionOk="0" h="146" w="107">
                  <a:moveTo>
                    <a:pt x="25" y="137"/>
                  </a:moveTo>
                  <a:cubicBezTo>
                    <a:pt x="4" y="131"/>
                    <a:pt x="0" y="94"/>
                    <a:pt x="15" y="60"/>
                  </a:cubicBezTo>
                  <a:cubicBezTo>
                    <a:pt x="31" y="23"/>
                    <a:pt x="62" y="0"/>
                    <a:pt x="82" y="9"/>
                  </a:cubicBezTo>
                  <a:cubicBezTo>
                    <a:pt x="103" y="15"/>
                    <a:pt x="107" y="52"/>
                    <a:pt x="92" y="86"/>
                  </a:cubicBezTo>
                  <a:cubicBezTo>
                    <a:pt x="76" y="123"/>
                    <a:pt x="45" y="146"/>
                    <a:pt x="25" y="13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0"/>
            <p:cNvSpPr/>
            <p:nvPr/>
          </p:nvSpPr>
          <p:spPr>
            <a:xfrm>
              <a:off x="-979800" y="3093989"/>
              <a:ext cx="55516" cy="90736"/>
            </a:xfrm>
            <a:custGeom>
              <a:rect b="b" l="l" r="r" t="t"/>
              <a:pathLst>
                <a:path extrusionOk="0" h="152" w="93">
                  <a:moveTo>
                    <a:pt x="47" y="135"/>
                  </a:moveTo>
                  <a:cubicBezTo>
                    <a:pt x="21" y="152"/>
                    <a:pt x="0" y="135"/>
                    <a:pt x="0" y="103"/>
                  </a:cubicBezTo>
                  <a:cubicBezTo>
                    <a:pt x="0" y="70"/>
                    <a:pt x="21" y="31"/>
                    <a:pt x="47" y="15"/>
                  </a:cubicBezTo>
                  <a:cubicBezTo>
                    <a:pt x="72" y="0"/>
                    <a:pt x="92" y="15"/>
                    <a:pt x="92" y="50"/>
                  </a:cubicBezTo>
                  <a:cubicBezTo>
                    <a:pt x="92" y="82"/>
                    <a:pt x="72" y="121"/>
                    <a:pt x="47" y="1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0"/>
            <p:cNvSpPr/>
            <p:nvPr/>
          </p:nvSpPr>
          <p:spPr>
            <a:xfrm>
              <a:off x="-834742" y="2943559"/>
              <a:ext cx="64471" cy="91333"/>
            </a:xfrm>
            <a:custGeom>
              <a:rect b="b" l="l" r="r" t="t"/>
              <a:pathLst>
                <a:path extrusionOk="0" h="153" w="108">
                  <a:moveTo>
                    <a:pt x="82" y="109"/>
                  </a:moveTo>
                  <a:cubicBezTo>
                    <a:pt x="62" y="142"/>
                    <a:pt x="31" y="152"/>
                    <a:pt x="15" y="134"/>
                  </a:cubicBezTo>
                  <a:cubicBezTo>
                    <a:pt x="1" y="117"/>
                    <a:pt x="5" y="74"/>
                    <a:pt x="25" y="46"/>
                  </a:cubicBezTo>
                  <a:cubicBezTo>
                    <a:pt x="46" y="11"/>
                    <a:pt x="76" y="1"/>
                    <a:pt x="93" y="19"/>
                  </a:cubicBezTo>
                  <a:cubicBezTo>
                    <a:pt x="107" y="36"/>
                    <a:pt x="103" y="74"/>
                    <a:pt x="82" y="10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0"/>
            <p:cNvSpPr/>
            <p:nvPr/>
          </p:nvSpPr>
          <p:spPr>
            <a:xfrm>
              <a:off x="-741618" y="2726270"/>
              <a:ext cx="65068" cy="84767"/>
            </a:xfrm>
            <a:custGeom>
              <a:rect b="b" l="l" r="r" t="t"/>
              <a:pathLst>
                <a:path extrusionOk="0" h="142" w="109">
                  <a:moveTo>
                    <a:pt x="98" y="64"/>
                  </a:moveTo>
                  <a:cubicBezTo>
                    <a:pt x="90" y="99"/>
                    <a:pt x="62" y="132"/>
                    <a:pt x="39" y="138"/>
                  </a:cubicBezTo>
                  <a:cubicBezTo>
                    <a:pt x="12" y="142"/>
                    <a:pt x="0" y="115"/>
                    <a:pt x="8" y="78"/>
                  </a:cubicBezTo>
                  <a:cubicBezTo>
                    <a:pt x="16" y="44"/>
                    <a:pt x="43" y="9"/>
                    <a:pt x="68" y="5"/>
                  </a:cubicBezTo>
                  <a:cubicBezTo>
                    <a:pt x="92" y="1"/>
                    <a:pt x="109" y="27"/>
                    <a:pt x="98" y="6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0"/>
            <p:cNvSpPr/>
            <p:nvPr/>
          </p:nvSpPr>
          <p:spPr>
            <a:xfrm>
              <a:off x="-741618" y="2518532"/>
              <a:ext cx="62680" cy="90139"/>
            </a:xfrm>
            <a:custGeom>
              <a:rect b="b" l="l" r="r" t="t"/>
              <a:pathLst>
                <a:path extrusionOk="0" h="151" w="105">
                  <a:moveTo>
                    <a:pt x="98" y="31"/>
                  </a:moveTo>
                  <a:cubicBezTo>
                    <a:pt x="104" y="58"/>
                    <a:pt x="92" y="99"/>
                    <a:pt x="68" y="126"/>
                  </a:cubicBezTo>
                  <a:cubicBezTo>
                    <a:pt x="41" y="150"/>
                    <a:pt x="16" y="148"/>
                    <a:pt x="8" y="119"/>
                  </a:cubicBezTo>
                  <a:cubicBezTo>
                    <a:pt x="0" y="93"/>
                    <a:pt x="12" y="52"/>
                    <a:pt x="39" y="25"/>
                  </a:cubicBezTo>
                  <a:cubicBezTo>
                    <a:pt x="64" y="1"/>
                    <a:pt x="90" y="3"/>
                    <a:pt x="98" y="3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0"/>
            <p:cNvSpPr/>
            <p:nvPr/>
          </p:nvSpPr>
          <p:spPr>
            <a:xfrm>
              <a:off x="-834742" y="2407500"/>
              <a:ext cx="64471" cy="88348"/>
            </a:xfrm>
            <a:custGeom>
              <a:rect b="b" l="l" r="r" t="t"/>
              <a:pathLst>
                <a:path extrusionOk="0" h="148" w="108">
                  <a:moveTo>
                    <a:pt x="82" y="9"/>
                  </a:moveTo>
                  <a:cubicBezTo>
                    <a:pt x="103" y="17"/>
                    <a:pt x="107" y="52"/>
                    <a:pt x="93" y="89"/>
                  </a:cubicBezTo>
                  <a:cubicBezTo>
                    <a:pt x="76" y="125"/>
                    <a:pt x="50" y="148"/>
                    <a:pt x="25" y="140"/>
                  </a:cubicBezTo>
                  <a:cubicBezTo>
                    <a:pt x="5" y="132"/>
                    <a:pt x="1" y="97"/>
                    <a:pt x="15" y="60"/>
                  </a:cubicBezTo>
                  <a:cubicBezTo>
                    <a:pt x="31" y="25"/>
                    <a:pt x="62" y="1"/>
                    <a:pt x="82" y="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0"/>
            <p:cNvSpPr/>
            <p:nvPr/>
          </p:nvSpPr>
          <p:spPr>
            <a:xfrm>
              <a:off x="-4039157" y="-434566"/>
              <a:ext cx="1425517" cy="2206318"/>
            </a:xfrm>
            <a:custGeom>
              <a:rect b="b" l="l" r="r" t="t"/>
              <a:pathLst>
                <a:path extrusionOk="0" h="3696" w="2388">
                  <a:moveTo>
                    <a:pt x="334" y="1"/>
                  </a:moveTo>
                  <a:cubicBezTo>
                    <a:pt x="246" y="400"/>
                    <a:pt x="39" y="1261"/>
                    <a:pt x="0" y="1824"/>
                  </a:cubicBezTo>
                  <a:lnTo>
                    <a:pt x="164" y="2505"/>
                  </a:lnTo>
                  <a:lnTo>
                    <a:pt x="2230" y="3696"/>
                  </a:lnTo>
                  <a:lnTo>
                    <a:pt x="2388" y="1146"/>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0"/>
            <p:cNvSpPr/>
            <p:nvPr/>
          </p:nvSpPr>
          <p:spPr>
            <a:xfrm>
              <a:off x="-6709305" y="2424812"/>
              <a:ext cx="1752048" cy="1895905"/>
            </a:xfrm>
            <a:custGeom>
              <a:rect b="b" l="l" r="r" t="t"/>
              <a:pathLst>
                <a:path extrusionOk="0" h="3176" w="2935">
                  <a:moveTo>
                    <a:pt x="1" y="0"/>
                  </a:moveTo>
                  <a:lnTo>
                    <a:pt x="91" y="1995"/>
                  </a:lnTo>
                  <a:lnTo>
                    <a:pt x="2088" y="3149"/>
                  </a:lnTo>
                  <a:lnTo>
                    <a:pt x="2088" y="3176"/>
                  </a:lnTo>
                  <a:lnTo>
                    <a:pt x="2824" y="2752"/>
                  </a:lnTo>
                  <a:lnTo>
                    <a:pt x="2935" y="356"/>
                  </a:lnTo>
                  <a:lnTo>
                    <a:pt x="1959" y="1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0"/>
            <p:cNvSpPr/>
            <p:nvPr/>
          </p:nvSpPr>
          <p:spPr>
            <a:xfrm>
              <a:off x="-5495113" y="2787159"/>
              <a:ext cx="525913" cy="1518634"/>
            </a:xfrm>
            <a:custGeom>
              <a:rect b="b" l="l" r="r" t="t"/>
              <a:pathLst>
                <a:path extrusionOk="0" h="2544" w="881">
                  <a:moveTo>
                    <a:pt x="94" y="2544"/>
                  </a:moveTo>
                  <a:lnTo>
                    <a:pt x="790" y="2145"/>
                  </a:lnTo>
                  <a:lnTo>
                    <a:pt x="880" y="175"/>
                  </a:lnTo>
                  <a:lnTo>
                    <a:pt x="567" y="1"/>
                  </a:lnTo>
                  <a:lnTo>
                    <a:pt x="0" y="43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0"/>
            <p:cNvSpPr/>
            <p:nvPr/>
          </p:nvSpPr>
          <p:spPr>
            <a:xfrm>
              <a:off x="-5039642" y="1618336"/>
              <a:ext cx="2292885" cy="2459424"/>
            </a:xfrm>
            <a:custGeom>
              <a:rect b="b" l="l" r="r" t="t"/>
              <a:pathLst>
                <a:path extrusionOk="0" h="4120" w="3841">
                  <a:moveTo>
                    <a:pt x="3841" y="1"/>
                  </a:moveTo>
                  <a:lnTo>
                    <a:pt x="1" y="2168"/>
                  </a:lnTo>
                  <a:lnTo>
                    <a:pt x="1" y="4119"/>
                  </a:lnTo>
                  <a:lnTo>
                    <a:pt x="3841" y="195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0"/>
            <p:cNvSpPr/>
            <p:nvPr/>
          </p:nvSpPr>
          <p:spPr>
            <a:xfrm>
              <a:off x="-4526864" y="2086939"/>
              <a:ext cx="1533565" cy="1547288"/>
            </a:xfrm>
            <a:custGeom>
              <a:rect b="b" l="l" r="r" t="t"/>
              <a:pathLst>
                <a:path extrusionOk="0" h="2592" w="2569">
                  <a:moveTo>
                    <a:pt x="2269" y="0"/>
                  </a:moveTo>
                  <a:cubicBezTo>
                    <a:pt x="2218" y="0"/>
                    <a:pt x="2155" y="14"/>
                    <a:pt x="2086" y="55"/>
                  </a:cubicBezTo>
                  <a:lnTo>
                    <a:pt x="1255" y="536"/>
                  </a:lnTo>
                  <a:cubicBezTo>
                    <a:pt x="1120" y="615"/>
                    <a:pt x="1052" y="812"/>
                    <a:pt x="919" y="1278"/>
                  </a:cubicBezTo>
                  <a:cubicBezTo>
                    <a:pt x="881" y="1417"/>
                    <a:pt x="823" y="1628"/>
                    <a:pt x="817" y="1651"/>
                  </a:cubicBezTo>
                  <a:lnTo>
                    <a:pt x="1" y="2285"/>
                  </a:lnTo>
                  <a:lnTo>
                    <a:pt x="240" y="2592"/>
                  </a:lnTo>
                  <a:lnTo>
                    <a:pt x="1050" y="1958"/>
                  </a:lnTo>
                  <a:cubicBezTo>
                    <a:pt x="1142" y="1886"/>
                    <a:pt x="1185" y="1759"/>
                    <a:pt x="1290" y="1383"/>
                  </a:cubicBezTo>
                  <a:cubicBezTo>
                    <a:pt x="1339" y="1207"/>
                    <a:pt x="1423" y="912"/>
                    <a:pt x="1447" y="871"/>
                  </a:cubicBezTo>
                  <a:lnTo>
                    <a:pt x="2276" y="394"/>
                  </a:lnTo>
                  <a:lnTo>
                    <a:pt x="2562" y="411"/>
                  </a:lnTo>
                  <a:cubicBezTo>
                    <a:pt x="2568" y="237"/>
                    <a:pt x="2515" y="104"/>
                    <a:pt x="2411" y="40"/>
                  </a:cubicBezTo>
                  <a:cubicBezTo>
                    <a:pt x="2382" y="21"/>
                    <a:pt x="2333" y="0"/>
                    <a:pt x="22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0"/>
            <p:cNvSpPr/>
            <p:nvPr/>
          </p:nvSpPr>
          <p:spPr>
            <a:xfrm>
              <a:off x="-3571747" y="2403918"/>
              <a:ext cx="1284039" cy="811252"/>
            </a:xfrm>
            <a:custGeom>
              <a:rect b="b" l="l" r="r" t="t"/>
              <a:pathLst>
                <a:path extrusionOk="0" h="1359" w="2151">
                  <a:moveTo>
                    <a:pt x="2151" y="0"/>
                  </a:moveTo>
                  <a:lnTo>
                    <a:pt x="1" y="1240"/>
                  </a:lnTo>
                  <a:lnTo>
                    <a:pt x="1" y="1359"/>
                  </a:lnTo>
                  <a:lnTo>
                    <a:pt x="2151" y="115"/>
                  </a:lnTo>
                  <a:close/>
                </a:path>
              </a:pathLst>
            </a:custGeom>
            <a:solidFill>
              <a:srgbClr val="4140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0"/>
            <p:cNvSpPr/>
            <p:nvPr/>
          </p:nvSpPr>
          <p:spPr>
            <a:xfrm>
              <a:off x="-4923834" y="1555059"/>
              <a:ext cx="4347587" cy="3470653"/>
            </a:xfrm>
            <a:custGeom>
              <a:rect b="b" l="l" r="r" t="t"/>
              <a:pathLst>
                <a:path extrusionOk="0" h="5814" w="7283">
                  <a:moveTo>
                    <a:pt x="7282" y="839"/>
                  </a:moveTo>
                  <a:lnTo>
                    <a:pt x="6126" y="103"/>
                  </a:lnTo>
                  <a:cubicBezTo>
                    <a:pt x="5809" y="1"/>
                    <a:pt x="5601" y="132"/>
                    <a:pt x="5431" y="230"/>
                  </a:cubicBezTo>
                  <a:lnTo>
                    <a:pt x="1175" y="2707"/>
                  </a:lnTo>
                  <a:cubicBezTo>
                    <a:pt x="564" y="3063"/>
                    <a:pt x="1" y="4422"/>
                    <a:pt x="649" y="5140"/>
                  </a:cubicBezTo>
                  <a:lnTo>
                    <a:pt x="1730" y="5813"/>
                  </a:lnTo>
                  <a:cubicBezTo>
                    <a:pt x="1546" y="5588"/>
                    <a:pt x="1501" y="5322"/>
                    <a:pt x="1505" y="4847"/>
                  </a:cubicBezTo>
                  <a:cubicBezTo>
                    <a:pt x="1593" y="4293"/>
                    <a:pt x="1832" y="3730"/>
                    <a:pt x="2270" y="3475"/>
                  </a:cubicBezTo>
                  <a:lnTo>
                    <a:pt x="6748" y="850"/>
                  </a:lnTo>
                  <a:cubicBezTo>
                    <a:pt x="7033" y="749"/>
                    <a:pt x="7176" y="745"/>
                    <a:pt x="7282" y="83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0"/>
            <p:cNvSpPr/>
            <p:nvPr/>
          </p:nvSpPr>
          <p:spPr>
            <a:xfrm>
              <a:off x="-4742959" y="1701908"/>
              <a:ext cx="4166711" cy="3318431"/>
            </a:xfrm>
            <a:custGeom>
              <a:rect b="b" l="l" r="r" t="t"/>
              <a:pathLst>
                <a:path extrusionOk="0" h="5559" w="6980">
                  <a:moveTo>
                    <a:pt x="6979" y="593"/>
                  </a:moveTo>
                  <a:lnTo>
                    <a:pt x="6050" y="0"/>
                  </a:lnTo>
                  <a:cubicBezTo>
                    <a:pt x="5864" y="14"/>
                    <a:pt x="5721" y="104"/>
                    <a:pt x="5594" y="176"/>
                  </a:cubicBezTo>
                  <a:lnTo>
                    <a:pt x="3426" y="1393"/>
                  </a:lnTo>
                  <a:lnTo>
                    <a:pt x="3284" y="1277"/>
                  </a:lnTo>
                  <a:lnTo>
                    <a:pt x="803" y="2721"/>
                  </a:lnTo>
                  <a:cubicBezTo>
                    <a:pt x="551" y="2868"/>
                    <a:pt x="301" y="3175"/>
                    <a:pt x="136" y="3544"/>
                  </a:cubicBezTo>
                  <a:cubicBezTo>
                    <a:pt x="1" y="4018"/>
                    <a:pt x="21" y="4536"/>
                    <a:pt x="342" y="4896"/>
                  </a:cubicBezTo>
                  <a:lnTo>
                    <a:pt x="1406" y="5559"/>
                  </a:lnTo>
                  <a:cubicBezTo>
                    <a:pt x="1241" y="5362"/>
                    <a:pt x="1148" y="4972"/>
                    <a:pt x="1200" y="4605"/>
                  </a:cubicBezTo>
                  <a:cubicBezTo>
                    <a:pt x="1273" y="4078"/>
                    <a:pt x="1607" y="3443"/>
                    <a:pt x="1965" y="3235"/>
                  </a:cubicBezTo>
                  <a:lnTo>
                    <a:pt x="6443" y="608"/>
                  </a:lnTo>
                  <a:cubicBezTo>
                    <a:pt x="6730" y="503"/>
                    <a:pt x="6873" y="499"/>
                    <a:pt x="6979" y="593"/>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0"/>
            <p:cNvSpPr/>
            <p:nvPr/>
          </p:nvSpPr>
          <p:spPr>
            <a:xfrm>
              <a:off x="-4738183" y="3911210"/>
              <a:ext cx="835133" cy="1106741"/>
            </a:xfrm>
            <a:custGeom>
              <a:rect b="b" l="l" r="r" t="t"/>
              <a:pathLst>
                <a:path extrusionOk="0" h="1854" w="1399">
                  <a:moveTo>
                    <a:pt x="87" y="0"/>
                  </a:moveTo>
                  <a:cubicBezTo>
                    <a:pt x="1" y="426"/>
                    <a:pt x="48" y="872"/>
                    <a:pt x="334" y="1191"/>
                  </a:cubicBezTo>
                  <a:lnTo>
                    <a:pt x="1398" y="1854"/>
                  </a:lnTo>
                  <a:cubicBezTo>
                    <a:pt x="1233" y="1657"/>
                    <a:pt x="1140" y="1265"/>
                    <a:pt x="1192" y="900"/>
                  </a:cubicBezTo>
                  <a:cubicBezTo>
                    <a:pt x="1202" y="823"/>
                    <a:pt x="1220" y="747"/>
                    <a:pt x="1241" y="66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0"/>
            <p:cNvSpPr/>
            <p:nvPr/>
          </p:nvSpPr>
          <p:spPr>
            <a:xfrm>
              <a:off x="-4695203" y="4292062"/>
              <a:ext cx="792153" cy="725888"/>
            </a:xfrm>
            <a:custGeom>
              <a:rect b="b" l="l" r="r" t="t"/>
              <a:pathLst>
                <a:path extrusionOk="0" h="1216" w="1327">
                  <a:moveTo>
                    <a:pt x="0" y="0"/>
                  </a:moveTo>
                  <a:cubicBezTo>
                    <a:pt x="37" y="203"/>
                    <a:pt x="123" y="395"/>
                    <a:pt x="262" y="553"/>
                  </a:cubicBezTo>
                  <a:lnTo>
                    <a:pt x="1326" y="1216"/>
                  </a:lnTo>
                  <a:cubicBezTo>
                    <a:pt x="1220" y="1087"/>
                    <a:pt x="1142" y="878"/>
                    <a:pt x="1118" y="64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0"/>
            <p:cNvSpPr/>
            <p:nvPr/>
          </p:nvSpPr>
          <p:spPr>
            <a:xfrm>
              <a:off x="-2874512" y="2699407"/>
              <a:ext cx="1284636" cy="879901"/>
            </a:xfrm>
            <a:custGeom>
              <a:rect b="b" l="l" r="r" t="t"/>
              <a:pathLst>
                <a:path extrusionOk="0" h="1474" w="2152">
                  <a:moveTo>
                    <a:pt x="2151" y="1"/>
                  </a:moveTo>
                  <a:lnTo>
                    <a:pt x="1" y="1242"/>
                  </a:lnTo>
                  <a:lnTo>
                    <a:pt x="1" y="1474"/>
                  </a:lnTo>
                  <a:lnTo>
                    <a:pt x="2151" y="234"/>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0"/>
            <p:cNvSpPr/>
            <p:nvPr/>
          </p:nvSpPr>
          <p:spPr>
            <a:xfrm>
              <a:off x="-2874512" y="2838496"/>
              <a:ext cx="1284636" cy="1260156"/>
            </a:xfrm>
            <a:custGeom>
              <a:rect b="b" l="l" r="r" t="t"/>
              <a:pathLst>
                <a:path extrusionOk="0" h="2111" w="2152">
                  <a:moveTo>
                    <a:pt x="2151" y="1"/>
                  </a:moveTo>
                  <a:lnTo>
                    <a:pt x="1" y="1241"/>
                  </a:lnTo>
                  <a:lnTo>
                    <a:pt x="1" y="2110"/>
                  </a:lnTo>
                  <a:lnTo>
                    <a:pt x="2151" y="868"/>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0"/>
            <p:cNvSpPr/>
            <p:nvPr/>
          </p:nvSpPr>
          <p:spPr>
            <a:xfrm>
              <a:off x="-2874512" y="2838496"/>
              <a:ext cx="1284636" cy="811849"/>
            </a:xfrm>
            <a:custGeom>
              <a:rect b="b" l="l" r="r" t="t"/>
              <a:pathLst>
                <a:path extrusionOk="0" h="1360" w="2152">
                  <a:moveTo>
                    <a:pt x="2151" y="1"/>
                  </a:moveTo>
                  <a:lnTo>
                    <a:pt x="1" y="1241"/>
                  </a:lnTo>
                  <a:lnTo>
                    <a:pt x="1" y="1359"/>
                  </a:lnTo>
                  <a:lnTo>
                    <a:pt x="2151" y="115"/>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0"/>
            <p:cNvSpPr/>
            <p:nvPr/>
          </p:nvSpPr>
          <p:spPr>
            <a:xfrm>
              <a:off x="-2874512" y="3148909"/>
              <a:ext cx="1284636" cy="1027944"/>
            </a:xfrm>
            <a:custGeom>
              <a:rect b="b" l="l" r="r" t="t"/>
              <a:pathLst>
                <a:path extrusionOk="0" h="1722" w="2152">
                  <a:moveTo>
                    <a:pt x="2151" y="1"/>
                  </a:moveTo>
                  <a:lnTo>
                    <a:pt x="1" y="1242"/>
                  </a:lnTo>
                  <a:lnTo>
                    <a:pt x="1" y="1721"/>
                  </a:lnTo>
                  <a:lnTo>
                    <a:pt x="2151" y="48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0"/>
            <p:cNvSpPr/>
            <p:nvPr/>
          </p:nvSpPr>
          <p:spPr>
            <a:xfrm>
              <a:off x="-3063745" y="2589569"/>
              <a:ext cx="1471482" cy="854232"/>
            </a:xfrm>
            <a:custGeom>
              <a:rect b="b" l="l" r="r" t="t"/>
              <a:pathLst>
                <a:path extrusionOk="0" h="1431" w="2465">
                  <a:moveTo>
                    <a:pt x="2151" y="0"/>
                  </a:moveTo>
                  <a:lnTo>
                    <a:pt x="1" y="1242"/>
                  </a:lnTo>
                  <a:lnTo>
                    <a:pt x="312" y="1431"/>
                  </a:lnTo>
                  <a:lnTo>
                    <a:pt x="2464" y="189"/>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0"/>
            <p:cNvSpPr/>
            <p:nvPr/>
          </p:nvSpPr>
          <p:spPr>
            <a:xfrm>
              <a:off x="-2716918" y="-373080"/>
              <a:ext cx="1365225" cy="2205721"/>
            </a:xfrm>
            <a:custGeom>
              <a:rect b="b" l="l" r="r" t="t"/>
              <a:pathLst>
                <a:path extrusionOk="0" h="3695" w="2287">
                  <a:moveTo>
                    <a:pt x="115" y="1011"/>
                  </a:moveTo>
                  <a:lnTo>
                    <a:pt x="1" y="2979"/>
                  </a:lnTo>
                  <a:lnTo>
                    <a:pt x="32" y="3621"/>
                  </a:lnTo>
                  <a:cubicBezTo>
                    <a:pt x="208" y="3693"/>
                    <a:pt x="277" y="3695"/>
                    <a:pt x="854" y="3362"/>
                  </a:cubicBezTo>
                  <a:cubicBezTo>
                    <a:pt x="1190" y="2789"/>
                    <a:pt x="1734" y="2384"/>
                    <a:pt x="2286" y="1974"/>
                  </a:cubicBezTo>
                  <a:lnTo>
                    <a:pt x="2286" y="0"/>
                  </a:lnTo>
                  <a:lnTo>
                    <a:pt x="445" y="1064"/>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0"/>
            <p:cNvSpPr/>
            <p:nvPr/>
          </p:nvSpPr>
          <p:spPr>
            <a:xfrm>
              <a:off x="-1481834" y="414293"/>
              <a:ext cx="441146" cy="403537"/>
            </a:xfrm>
            <a:custGeom>
              <a:rect b="b" l="l" r="r" t="t"/>
              <a:pathLst>
                <a:path extrusionOk="0" h="676" w="739">
                  <a:moveTo>
                    <a:pt x="289" y="627"/>
                  </a:moveTo>
                  <a:cubicBezTo>
                    <a:pt x="481" y="576"/>
                    <a:pt x="704" y="459"/>
                    <a:pt x="720" y="256"/>
                  </a:cubicBezTo>
                  <a:cubicBezTo>
                    <a:pt x="739" y="54"/>
                    <a:pt x="616" y="1"/>
                    <a:pt x="424" y="52"/>
                  </a:cubicBezTo>
                  <a:cubicBezTo>
                    <a:pt x="231" y="103"/>
                    <a:pt x="53" y="275"/>
                    <a:pt x="25" y="439"/>
                  </a:cubicBezTo>
                  <a:cubicBezTo>
                    <a:pt x="0" y="602"/>
                    <a:pt x="96" y="676"/>
                    <a:pt x="289" y="62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0"/>
            <p:cNvSpPr/>
            <p:nvPr/>
          </p:nvSpPr>
          <p:spPr>
            <a:xfrm>
              <a:off x="-2706770" y="-436953"/>
              <a:ext cx="1306127" cy="871543"/>
            </a:xfrm>
            <a:custGeom>
              <a:rect b="b" l="l" r="r" t="t"/>
              <a:pathLst>
                <a:path extrusionOk="0" h="1460" w="2188">
                  <a:moveTo>
                    <a:pt x="0" y="1459"/>
                  </a:moveTo>
                  <a:lnTo>
                    <a:pt x="19" y="1324"/>
                  </a:lnTo>
                  <a:lnTo>
                    <a:pt x="2187" y="1"/>
                  </a:lnTo>
                  <a:lnTo>
                    <a:pt x="2187" y="19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0"/>
            <p:cNvSpPr/>
            <p:nvPr/>
          </p:nvSpPr>
          <p:spPr>
            <a:xfrm>
              <a:off x="-1412588" y="-384422"/>
              <a:ext cx="201172" cy="956907"/>
            </a:xfrm>
            <a:custGeom>
              <a:rect b="b" l="l" r="r" t="t"/>
              <a:pathLst>
                <a:path extrusionOk="0" h="1603" w="337">
                  <a:moveTo>
                    <a:pt x="181" y="1"/>
                  </a:moveTo>
                  <a:lnTo>
                    <a:pt x="336" y="1461"/>
                  </a:lnTo>
                  <a:lnTo>
                    <a:pt x="107" y="1603"/>
                  </a:lnTo>
                  <a:lnTo>
                    <a:pt x="1" y="1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0"/>
            <p:cNvSpPr/>
            <p:nvPr/>
          </p:nvSpPr>
          <p:spPr>
            <a:xfrm>
              <a:off x="-2758108" y="399967"/>
              <a:ext cx="1507299" cy="1516247"/>
            </a:xfrm>
            <a:custGeom>
              <a:rect b="b" l="l" r="r" t="t"/>
              <a:pathLst>
                <a:path extrusionOk="0" h="2540" w="2525">
                  <a:moveTo>
                    <a:pt x="2365" y="102"/>
                  </a:moveTo>
                  <a:cubicBezTo>
                    <a:pt x="1962" y="334"/>
                    <a:pt x="1056" y="771"/>
                    <a:pt x="645" y="1852"/>
                  </a:cubicBezTo>
                  <a:cubicBezTo>
                    <a:pt x="596" y="1979"/>
                    <a:pt x="96" y="1739"/>
                    <a:pt x="74" y="1592"/>
                  </a:cubicBezTo>
                  <a:cubicBezTo>
                    <a:pt x="11" y="1629"/>
                    <a:pt x="2" y="2152"/>
                    <a:pt x="0" y="2351"/>
                  </a:cubicBezTo>
                  <a:cubicBezTo>
                    <a:pt x="90" y="2539"/>
                    <a:pt x="1056" y="1938"/>
                    <a:pt x="1404" y="1897"/>
                  </a:cubicBezTo>
                  <a:cubicBezTo>
                    <a:pt x="1610" y="1590"/>
                    <a:pt x="1608" y="782"/>
                    <a:pt x="2355" y="714"/>
                  </a:cubicBezTo>
                  <a:cubicBezTo>
                    <a:pt x="2455" y="323"/>
                    <a:pt x="2525" y="0"/>
                    <a:pt x="2365" y="1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0"/>
            <p:cNvSpPr/>
            <p:nvPr/>
          </p:nvSpPr>
          <p:spPr>
            <a:xfrm>
              <a:off x="-2444113" y="217898"/>
              <a:ext cx="71037" cy="1425511"/>
            </a:xfrm>
            <a:custGeom>
              <a:rect b="b" l="l" r="r" t="t"/>
              <a:pathLst>
                <a:path extrusionOk="0" h="2388" w="119">
                  <a:moveTo>
                    <a:pt x="0" y="70"/>
                  </a:moveTo>
                  <a:lnTo>
                    <a:pt x="119" y="0"/>
                  </a:lnTo>
                  <a:lnTo>
                    <a:pt x="119" y="2322"/>
                  </a:lnTo>
                  <a:lnTo>
                    <a:pt x="0" y="238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0"/>
            <p:cNvSpPr/>
            <p:nvPr/>
          </p:nvSpPr>
          <p:spPr>
            <a:xfrm>
              <a:off x="-3937079" y="-1312675"/>
              <a:ext cx="2543604" cy="1665484"/>
            </a:xfrm>
            <a:custGeom>
              <a:rect b="b" l="l" r="r" t="t"/>
              <a:pathLst>
                <a:path extrusionOk="0" h="2790" w="4261">
                  <a:moveTo>
                    <a:pt x="1" y="1586"/>
                  </a:moveTo>
                  <a:cubicBezTo>
                    <a:pt x="1" y="1574"/>
                    <a:pt x="5" y="1562"/>
                    <a:pt x="15" y="1545"/>
                  </a:cubicBezTo>
                  <a:cubicBezTo>
                    <a:pt x="159" y="1271"/>
                    <a:pt x="1366" y="361"/>
                    <a:pt x="2024" y="40"/>
                  </a:cubicBezTo>
                  <a:cubicBezTo>
                    <a:pt x="2100" y="1"/>
                    <a:pt x="2157" y="3"/>
                    <a:pt x="2200" y="29"/>
                  </a:cubicBezTo>
                  <a:cubicBezTo>
                    <a:pt x="2202" y="29"/>
                    <a:pt x="2204" y="31"/>
                    <a:pt x="2209" y="31"/>
                  </a:cubicBezTo>
                  <a:lnTo>
                    <a:pt x="4261" y="1220"/>
                  </a:lnTo>
                  <a:lnTo>
                    <a:pt x="2082" y="2789"/>
                  </a:lnTo>
                  <a:lnTo>
                    <a:pt x="3" y="1586"/>
                  </a:lnTo>
                  <a:lnTo>
                    <a:pt x="1" y="1588"/>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0"/>
            <p:cNvSpPr/>
            <p:nvPr/>
          </p:nvSpPr>
          <p:spPr>
            <a:xfrm>
              <a:off x="-3968718" y="-365917"/>
              <a:ext cx="1273294" cy="800507"/>
            </a:xfrm>
            <a:custGeom>
              <a:rect b="b" l="l" r="r" t="t"/>
              <a:pathLst>
                <a:path extrusionOk="0" h="1341" w="2133">
                  <a:moveTo>
                    <a:pt x="2114" y="1340"/>
                  </a:moveTo>
                  <a:lnTo>
                    <a:pt x="2133" y="1205"/>
                  </a:lnTo>
                  <a:lnTo>
                    <a:pt x="54" y="0"/>
                  </a:lnTo>
                  <a:lnTo>
                    <a:pt x="1" y="12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0"/>
            <p:cNvSpPr/>
            <p:nvPr/>
          </p:nvSpPr>
          <p:spPr>
            <a:xfrm>
              <a:off x="-4057663" y="568306"/>
              <a:ext cx="1342541" cy="1330596"/>
            </a:xfrm>
            <a:custGeom>
              <a:rect b="b" l="l" r="r" t="t"/>
              <a:pathLst>
                <a:path extrusionOk="0" h="2229" w="2249">
                  <a:moveTo>
                    <a:pt x="2249" y="1310"/>
                  </a:moveTo>
                  <a:lnTo>
                    <a:pt x="43" y="0"/>
                  </a:lnTo>
                  <a:lnTo>
                    <a:pt x="0" y="359"/>
                  </a:lnTo>
                  <a:lnTo>
                    <a:pt x="2196" y="222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0"/>
            <p:cNvSpPr/>
            <p:nvPr/>
          </p:nvSpPr>
          <p:spPr>
            <a:xfrm>
              <a:off x="-5550032" y="1368215"/>
              <a:ext cx="2714332" cy="3136959"/>
            </a:xfrm>
            <a:custGeom>
              <a:rect b="b" l="l" r="r" t="t"/>
              <a:pathLst>
                <a:path extrusionOk="0" h="5255" w="4547">
                  <a:moveTo>
                    <a:pt x="129" y="5185"/>
                  </a:moveTo>
                  <a:lnTo>
                    <a:pt x="117" y="5015"/>
                  </a:lnTo>
                  <a:cubicBezTo>
                    <a:pt x="115" y="4989"/>
                    <a:pt x="96" y="4919"/>
                    <a:pt x="119" y="4907"/>
                  </a:cubicBezTo>
                  <a:lnTo>
                    <a:pt x="324" y="4788"/>
                  </a:lnTo>
                  <a:cubicBezTo>
                    <a:pt x="393" y="4747"/>
                    <a:pt x="465" y="4610"/>
                    <a:pt x="475" y="4512"/>
                  </a:cubicBezTo>
                  <a:lnTo>
                    <a:pt x="706" y="2752"/>
                  </a:lnTo>
                  <a:cubicBezTo>
                    <a:pt x="741" y="2509"/>
                    <a:pt x="538" y="2535"/>
                    <a:pt x="401" y="2630"/>
                  </a:cubicBezTo>
                  <a:lnTo>
                    <a:pt x="6" y="2902"/>
                  </a:lnTo>
                  <a:cubicBezTo>
                    <a:pt x="4" y="2887"/>
                    <a:pt x="4" y="2877"/>
                    <a:pt x="4" y="2867"/>
                  </a:cubicBezTo>
                  <a:cubicBezTo>
                    <a:pt x="0" y="2822"/>
                    <a:pt x="25" y="2763"/>
                    <a:pt x="64" y="2730"/>
                  </a:cubicBezTo>
                  <a:cubicBezTo>
                    <a:pt x="1486" y="1484"/>
                    <a:pt x="3808" y="389"/>
                    <a:pt x="4546" y="1"/>
                  </a:cubicBezTo>
                  <a:lnTo>
                    <a:pt x="4528" y="886"/>
                  </a:lnTo>
                  <a:cubicBezTo>
                    <a:pt x="2091" y="2190"/>
                    <a:pt x="1504" y="2914"/>
                    <a:pt x="943" y="4808"/>
                  </a:cubicBezTo>
                  <a:lnTo>
                    <a:pt x="207" y="5230"/>
                  </a:lnTo>
                  <a:cubicBezTo>
                    <a:pt x="166" y="5254"/>
                    <a:pt x="135" y="5234"/>
                    <a:pt x="129" y="518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0"/>
            <p:cNvSpPr/>
            <p:nvPr/>
          </p:nvSpPr>
          <p:spPr>
            <a:xfrm>
              <a:off x="-6722437" y="653669"/>
              <a:ext cx="3881966" cy="2378836"/>
            </a:xfrm>
            <a:custGeom>
              <a:rect b="b" l="l" r="r" t="t"/>
              <a:pathLst>
                <a:path extrusionOk="0" h="3985" w="6503">
                  <a:moveTo>
                    <a:pt x="0" y="2812"/>
                  </a:moveTo>
                  <a:cubicBezTo>
                    <a:pt x="475" y="2024"/>
                    <a:pt x="3986" y="267"/>
                    <a:pt x="4493" y="1"/>
                  </a:cubicBezTo>
                  <a:lnTo>
                    <a:pt x="6502" y="1198"/>
                  </a:lnTo>
                  <a:cubicBezTo>
                    <a:pt x="5037" y="1942"/>
                    <a:pt x="2899" y="3119"/>
                    <a:pt x="1981" y="398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0"/>
            <p:cNvSpPr/>
            <p:nvPr/>
          </p:nvSpPr>
          <p:spPr>
            <a:xfrm>
              <a:off x="-6738555" y="2331688"/>
              <a:ext cx="1208824" cy="767674"/>
            </a:xfrm>
            <a:custGeom>
              <a:rect b="b" l="l" r="r" t="t"/>
              <a:pathLst>
                <a:path extrusionOk="0" h="1286" w="2025">
                  <a:moveTo>
                    <a:pt x="2004" y="1286"/>
                  </a:moveTo>
                  <a:lnTo>
                    <a:pt x="2024" y="1155"/>
                  </a:lnTo>
                  <a:lnTo>
                    <a:pt x="27" y="1"/>
                  </a:lnTo>
                  <a:lnTo>
                    <a:pt x="1" y="132"/>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0"/>
            <p:cNvSpPr/>
            <p:nvPr/>
          </p:nvSpPr>
          <p:spPr>
            <a:xfrm>
              <a:off x="-6715274" y="1591473"/>
              <a:ext cx="3913604" cy="2907731"/>
            </a:xfrm>
            <a:custGeom>
              <a:rect b="b" l="l" r="r" t="t"/>
              <a:pathLst>
                <a:path extrusionOk="0" h="4871" w="6556">
                  <a:moveTo>
                    <a:pt x="2108" y="4862"/>
                  </a:moveTo>
                  <a:cubicBezTo>
                    <a:pt x="2120" y="4870"/>
                    <a:pt x="2138" y="4870"/>
                    <a:pt x="2157" y="4858"/>
                  </a:cubicBezTo>
                  <a:lnTo>
                    <a:pt x="2893" y="4434"/>
                  </a:lnTo>
                  <a:cubicBezTo>
                    <a:pt x="3571" y="2474"/>
                    <a:pt x="3871" y="1973"/>
                    <a:pt x="6159" y="688"/>
                  </a:cubicBezTo>
                  <a:lnTo>
                    <a:pt x="6159" y="1486"/>
                  </a:lnTo>
                  <a:lnTo>
                    <a:pt x="6556" y="1261"/>
                  </a:lnTo>
                  <a:lnTo>
                    <a:pt x="6556" y="1"/>
                  </a:lnTo>
                  <a:lnTo>
                    <a:pt x="6159" y="226"/>
                  </a:lnTo>
                  <a:lnTo>
                    <a:pt x="6159" y="234"/>
                  </a:lnTo>
                  <a:cubicBezTo>
                    <a:pt x="4939" y="889"/>
                    <a:pt x="3366" y="1726"/>
                    <a:pt x="2754" y="2313"/>
                  </a:cubicBezTo>
                  <a:lnTo>
                    <a:pt x="2523" y="4072"/>
                  </a:lnTo>
                  <a:cubicBezTo>
                    <a:pt x="2511" y="4166"/>
                    <a:pt x="2466" y="4361"/>
                    <a:pt x="2298" y="4459"/>
                  </a:cubicBezTo>
                  <a:lnTo>
                    <a:pt x="2122" y="4561"/>
                  </a:lnTo>
                  <a:lnTo>
                    <a:pt x="2122" y="4561"/>
                  </a:lnTo>
                  <a:lnTo>
                    <a:pt x="62" y="3375"/>
                  </a:lnTo>
                  <a:lnTo>
                    <a:pt x="1" y="3399"/>
                  </a:lnTo>
                  <a:lnTo>
                    <a:pt x="5" y="366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0"/>
            <p:cNvSpPr/>
            <p:nvPr/>
          </p:nvSpPr>
          <p:spPr>
            <a:xfrm>
              <a:off x="-2749750" y="439962"/>
              <a:ext cx="1660715" cy="2000968"/>
            </a:xfrm>
            <a:custGeom>
              <a:rect b="b" l="l" r="r" t="t"/>
              <a:pathLst>
                <a:path extrusionOk="0" h="3352" w="2782">
                  <a:moveTo>
                    <a:pt x="2628" y="516"/>
                  </a:moveTo>
                  <a:cubicBezTo>
                    <a:pt x="2128" y="835"/>
                    <a:pt x="1539" y="1142"/>
                    <a:pt x="1713" y="2398"/>
                  </a:cubicBezTo>
                  <a:lnTo>
                    <a:pt x="1" y="3352"/>
                  </a:lnTo>
                  <a:lnTo>
                    <a:pt x="1" y="2116"/>
                  </a:lnTo>
                  <a:cubicBezTo>
                    <a:pt x="148" y="2310"/>
                    <a:pt x="537" y="2300"/>
                    <a:pt x="741" y="1959"/>
                  </a:cubicBezTo>
                  <a:cubicBezTo>
                    <a:pt x="968" y="1146"/>
                    <a:pt x="1570" y="561"/>
                    <a:pt x="2568" y="1"/>
                  </a:cubicBezTo>
                  <a:cubicBezTo>
                    <a:pt x="2707" y="1"/>
                    <a:pt x="2781" y="457"/>
                    <a:pt x="2628" y="51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0"/>
            <p:cNvSpPr/>
            <p:nvPr/>
          </p:nvSpPr>
          <p:spPr>
            <a:xfrm>
              <a:off x="-2696025" y="-642303"/>
              <a:ext cx="1390297" cy="996305"/>
            </a:xfrm>
            <a:custGeom>
              <a:rect b="b" l="l" r="r" t="t"/>
              <a:pathLst>
                <a:path extrusionOk="0" h="1669" w="2329">
                  <a:moveTo>
                    <a:pt x="1" y="1668"/>
                  </a:moveTo>
                  <a:cubicBezTo>
                    <a:pt x="11" y="1466"/>
                    <a:pt x="1326" y="459"/>
                    <a:pt x="2022" y="122"/>
                  </a:cubicBezTo>
                  <a:cubicBezTo>
                    <a:pt x="2268" y="1"/>
                    <a:pt x="2313" y="285"/>
                    <a:pt x="2329" y="451"/>
                  </a:cubicBezTo>
                  <a:lnTo>
                    <a:pt x="2149" y="553"/>
                  </a:lnTo>
                  <a:cubicBezTo>
                    <a:pt x="2137" y="490"/>
                    <a:pt x="2108" y="451"/>
                    <a:pt x="1883" y="58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0"/>
            <p:cNvSpPr/>
            <p:nvPr/>
          </p:nvSpPr>
          <p:spPr>
            <a:xfrm>
              <a:off x="-6716468" y="3584680"/>
              <a:ext cx="1267325" cy="745587"/>
            </a:xfrm>
            <a:custGeom>
              <a:rect b="b" l="l" r="r" t="t"/>
              <a:pathLst>
                <a:path extrusionOk="0" h="1249" w="2123">
                  <a:moveTo>
                    <a:pt x="2063" y="1249"/>
                  </a:moveTo>
                  <a:lnTo>
                    <a:pt x="2122" y="1218"/>
                  </a:lnTo>
                  <a:lnTo>
                    <a:pt x="103" y="52"/>
                  </a:lnTo>
                  <a:lnTo>
                    <a:pt x="99" y="1"/>
                  </a:lnTo>
                  <a:lnTo>
                    <a:pt x="0" y="5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0"/>
            <p:cNvSpPr/>
            <p:nvPr/>
          </p:nvSpPr>
          <p:spPr>
            <a:xfrm>
              <a:off x="-4938161" y="2735821"/>
              <a:ext cx="320562" cy="826772"/>
            </a:xfrm>
            <a:custGeom>
              <a:rect b="b" l="l" r="r" t="t"/>
              <a:pathLst>
                <a:path extrusionOk="0" h="1385" w="537">
                  <a:moveTo>
                    <a:pt x="4" y="1317"/>
                  </a:moveTo>
                  <a:lnTo>
                    <a:pt x="105" y="496"/>
                  </a:lnTo>
                  <a:cubicBezTo>
                    <a:pt x="113" y="429"/>
                    <a:pt x="135" y="357"/>
                    <a:pt x="172" y="287"/>
                  </a:cubicBezTo>
                  <a:cubicBezTo>
                    <a:pt x="207" y="218"/>
                    <a:pt x="248" y="167"/>
                    <a:pt x="287" y="140"/>
                  </a:cubicBezTo>
                  <a:lnTo>
                    <a:pt x="422" y="50"/>
                  </a:lnTo>
                  <a:cubicBezTo>
                    <a:pt x="493" y="1"/>
                    <a:pt x="536" y="54"/>
                    <a:pt x="524" y="171"/>
                  </a:cubicBezTo>
                  <a:lnTo>
                    <a:pt x="473" y="625"/>
                  </a:lnTo>
                  <a:cubicBezTo>
                    <a:pt x="301" y="832"/>
                    <a:pt x="148" y="1075"/>
                    <a:pt x="0" y="1384"/>
                  </a:cubicBezTo>
                  <a:cubicBezTo>
                    <a:pt x="2" y="1366"/>
                    <a:pt x="2" y="1341"/>
                    <a:pt x="4" y="131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0"/>
            <p:cNvSpPr/>
            <p:nvPr/>
          </p:nvSpPr>
          <p:spPr>
            <a:xfrm>
              <a:off x="-4961442" y="2716719"/>
              <a:ext cx="321756" cy="826175"/>
            </a:xfrm>
            <a:custGeom>
              <a:rect b="b" l="l" r="r" t="t"/>
              <a:pathLst>
                <a:path extrusionOk="0" h="1384" w="539">
                  <a:moveTo>
                    <a:pt x="7" y="1316"/>
                  </a:moveTo>
                  <a:lnTo>
                    <a:pt x="105" y="493"/>
                  </a:lnTo>
                  <a:cubicBezTo>
                    <a:pt x="113" y="428"/>
                    <a:pt x="135" y="356"/>
                    <a:pt x="172" y="287"/>
                  </a:cubicBezTo>
                  <a:cubicBezTo>
                    <a:pt x="207" y="217"/>
                    <a:pt x="248" y="166"/>
                    <a:pt x="287" y="137"/>
                  </a:cubicBezTo>
                  <a:lnTo>
                    <a:pt x="422" y="49"/>
                  </a:lnTo>
                  <a:cubicBezTo>
                    <a:pt x="494" y="0"/>
                    <a:pt x="539" y="53"/>
                    <a:pt x="524" y="168"/>
                  </a:cubicBezTo>
                  <a:lnTo>
                    <a:pt x="473" y="624"/>
                  </a:lnTo>
                  <a:cubicBezTo>
                    <a:pt x="303" y="831"/>
                    <a:pt x="150" y="1074"/>
                    <a:pt x="0" y="1383"/>
                  </a:cubicBezTo>
                  <a:cubicBezTo>
                    <a:pt x="2" y="1363"/>
                    <a:pt x="2" y="1340"/>
                    <a:pt x="7" y="13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0"/>
            <p:cNvSpPr/>
            <p:nvPr/>
          </p:nvSpPr>
          <p:spPr>
            <a:xfrm>
              <a:off x="-6390534" y="2608074"/>
              <a:ext cx="501438" cy="391001"/>
            </a:xfrm>
            <a:custGeom>
              <a:rect b="b" l="l" r="r" t="t"/>
              <a:pathLst>
                <a:path extrusionOk="0" h="655" w="840">
                  <a:moveTo>
                    <a:pt x="1" y="0"/>
                  </a:moveTo>
                  <a:cubicBezTo>
                    <a:pt x="44" y="313"/>
                    <a:pt x="533" y="655"/>
                    <a:pt x="840" y="48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0"/>
            <p:cNvSpPr/>
            <p:nvPr/>
          </p:nvSpPr>
          <p:spPr>
            <a:xfrm>
              <a:off x="-2844665" y="1368215"/>
              <a:ext cx="108048" cy="1072715"/>
            </a:xfrm>
            <a:custGeom>
              <a:rect b="b" l="l" r="r" t="t"/>
              <a:pathLst>
                <a:path extrusionOk="0" h="1797" w="181">
                  <a:moveTo>
                    <a:pt x="0" y="1"/>
                  </a:moveTo>
                  <a:lnTo>
                    <a:pt x="180" y="588"/>
                  </a:lnTo>
                  <a:lnTo>
                    <a:pt x="164" y="1797"/>
                  </a:lnTo>
                  <a:lnTo>
                    <a:pt x="0" y="1668"/>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0"/>
            <p:cNvSpPr/>
            <p:nvPr/>
          </p:nvSpPr>
          <p:spPr>
            <a:xfrm>
              <a:off x="-3063745" y="3330977"/>
              <a:ext cx="189830" cy="845875"/>
            </a:xfrm>
            <a:custGeom>
              <a:rect b="b" l="l" r="r" t="t"/>
              <a:pathLst>
                <a:path extrusionOk="0" h="1417" w="318">
                  <a:moveTo>
                    <a:pt x="318" y="1416"/>
                  </a:moveTo>
                  <a:lnTo>
                    <a:pt x="318" y="184"/>
                  </a:lnTo>
                  <a:lnTo>
                    <a:pt x="1" y="0"/>
                  </a:lnTo>
                  <a:lnTo>
                    <a:pt x="1" y="123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0"/>
            <p:cNvSpPr/>
            <p:nvPr/>
          </p:nvSpPr>
          <p:spPr>
            <a:xfrm>
              <a:off x="-4027218" y="3424698"/>
              <a:ext cx="1057198" cy="1703091"/>
            </a:xfrm>
            <a:custGeom>
              <a:rect b="b" l="l" r="r" t="t"/>
              <a:pathLst>
                <a:path extrusionOk="0" h="2853" w="1771">
                  <a:moveTo>
                    <a:pt x="886" y="283"/>
                  </a:moveTo>
                  <a:cubicBezTo>
                    <a:pt x="1373" y="1"/>
                    <a:pt x="1770" y="285"/>
                    <a:pt x="1770" y="917"/>
                  </a:cubicBezTo>
                  <a:cubicBezTo>
                    <a:pt x="1770" y="1548"/>
                    <a:pt x="1373" y="2290"/>
                    <a:pt x="886" y="2571"/>
                  </a:cubicBezTo>
                  <a:cubicBezTo>
                    <a:pt x="397" y="2853"/>
                    <a:pt x="1" y="2569"/>
                    <a:pt x="1" y="1936"/>
                  </a:cubicBezTo>
                  <a:cubicBezTo>
                    <a:pt x="1" y="1306"/>
                    <a:pt x="397" y="564"/>
                    <a:pt x="886" y="28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0"/>
            <p:cNvSpPr/>
            <p:nvPr/>
          </p:nvSpPr>
          <p:spPr>
            <a:xfrm>
              <a:off x="-3935289" y="3572741"/>
              <a:ext cx="873338" cy="1408796"/>
            </a:xfrm>
            <a:custGeom>
              <a:rect b="b" l="l" r="r" t="t"/>
              <a:pathLst>
                <a:path extrusionOk="0" h="2360" w="1463">
                  <a:moveTo>
                    <a:pt x="732" y="234"/>
                  </a:moveTo>
                  <a:cubicBezTo>
                    <a:pt x="1136" y="0"/>
                    <a:pt x="1463" y="236"/>
                    <a:pt x="1463" y="757"/>
                  </a:cubicBezTo>
                  <a:cubicBezTo>
                    <a:pt x="1463" y="1279"/>
                    <a:pt x="1136" y="1891"/>
                    <a:pt x="732" y="2126"/>
                  </a:cubicBezTo>
                  <a:cubicBezTo>
                    <a:pt x="327" y="2359"/>
                    <a:pt x="0" y="2124"/>
                    <a:pt x="0" y="1602"/>
                  </a:cubicBezTo>
                  <a:cubicBezTo>
                    <a:pt x="0" y="1081"/>
                    <a:pt x="329" y="467"/>
                    <a:pt x="732" y="2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0"/>
            <p:cNvSpPr/>
            <p:nvPr/>
          </p:nvSpPr>
          <p:spPr>
            <a:xfrm>
              <a:off x="-3526379" y="3898674"/>
              <a:ext cx="55516" cy="90139"/>
            </a:xfrm>
            <a:custGeom>
              <a:rect b="b" l="l" r="r" t="t"/>
              <a:pathLst>
                <a:path extrusionOk="0" h="151" w="93">
                  <a:moveTo>
                    <a:pt x="47" y="15"/>
                  </a:moveTo>
                  <a:cubicBezTo>
                    <a:pt x="72" y="1"/>
                    <a:pt x="92" y="15"/>
                    <a:pt x="92" y="48"/>
                  </a:cubicBezTo>
                  <a:cubicBezTo>
                    <a:pt x="92" y="83"/>
                    <a:pt x="72" y="119"/>
                    <a:pt x="47" y="136"/>
                  </a:cubicBezTo>
                  <a:cubicBezTo>
                    <a:pt x="21" y="150"/>
                    <a:pt x="0" y="136"/>
                    <a:pt x="0" y="103"/>
                  </a:cubicBezTo>
                  <a:cubicBezTo>
                    <a:pt x="0" y="72"/>
                    <a:pt x="21" y="33"/>
                    <a:pt x="47" y="1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0"/>
            <p:cNvSpPr/>
            <p:nvPr/>
          </p:nvSpPr>
          <p:spPr>
            <a:xfrm>
              <a:off x="-3680392" y="4049105"/>
              <a:ext cx="63874" cy="90736"/>
            </a:xfrm>
            <a:custGeom>
              <a:rect b="b" l="l" r="r" t="t"/>
              <a:pathLst>
                <a:path extrusionOk="0" h="152" w="107">
                  <a:moveTo>
                    <a:pt x="25" y="45"/>
                  </a:moveTo>
                  <a:cubicBezTo>
                    <a:pt x="46" y="11"/>
                    <a:pt x="76" y="0"/>
                    <a:pt x="93" y="19"/>
                  </a:cubicBezTo>
                  <a:cubicBezTo>
                    <a:pt x="107" y="37"/>
                    <a:pt x="103" y="78"/>
                    <a:pt x="82" y="109"/>
                  </a:cubicBezTo>
                  <a:cubicBezTo>
                    <a:pt x="62" y="142"/>
                    <a:pt x="31" y="152"/>
                    <a:pt x="15" y="133"/>
                  </a:cubicBezTo>
                  <a:cubicBezTo>
                    <a:pt x="1" y="115"/>
                    <a:pt x="5" y="76"/>
                    <a:pt x="25" y="4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0"/>
            <p:cNvSpPr/>
            <p:nvPr/>
          </p:nvSpPr>
          <p:spPr>
            <a:xfrm>
              <a:off x="-3772919" y="4271169"/>
              <a:ext cx="62680" cy="85960"/>
            </a:xfrm>
            <a:custGeom>
              <a:rect b="b" l="l" r="r" t="t"/>
              <a:pathLst>
                <a:path extrusionOk="0" h="144" w="105">
                  <a:moveTo>
                    <a:pt x="6" y="78"/>
                  </a:moveTo>
                  <a:cubicBezTo>
                    <a:pt x="14" y="44"/>
                    <a:pt x="43" y="11"/>
                    <a:pt x="66" y="5"/>
                  </a:cubicBezTo>
                  <a:cubicBezTo>
                    <a:pt x="92" y="1"/>
                    <a:pt x="104" y="27"/>
                    <a:pt x="96" y="64"/>
                  </a:cubicBezTo>
                  <a:cubicBezTo>
                    <a:pt x="88" y="99"/>
                    <a:pt x="62" y="134"/>
                    <a:pt x="37" y="138"/>
                  </a:cubicBezTo>
                  <a:cubicBezTo>
                    <a:pt x="14" y="144"/>
                    <a:pt x="0" y="117"/>
                    <a:pt x="6" y="7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0"/>
            <p:cNvSpPr/>
            <p:nvPr/>
          </p:nvSpPr>
          <p:spPr>
            <a:xfrm>
              <a:off x="-3772919" y="4474131"/>
              <a:ext cx="62680" cy="90736"/>
            </a:xfrm>
            <a:custGeom>
              <a:rect b="b" l="l" r="r" t="t"/>
              <a:pathLst>
                <a:path extrusionOk="0" h="152" w="105">
                  <a:moveTo>
                    <a:pt x="6" y="119"/>
                  </a:moveTo>
                  <a:cubicBezTo>
                    <a:pt x="0" y="92"/>
                    <a:pt x="12" y="51"/>
                    <a:pt x="37" y="25"/>
                  </a:cubicBezTo>
                  <a:cubicBezTo>
                    <a:pt x="64" y="0"/>
                    <a:pt x="88" y="2"/>
                    <a:pt x="96" y="31"/>
                  </a:cubicBezTo>
                  <a:cubicBezTo>
                    <a:pt x="104" y="60"/>
                    <a:pt x="92" y="99"/>
                    <a:pt x="66" y="125"/>
                  </a:cubicBezTo>
                  <a:cubicBezTo>
                    <a:pt x="43" y="152"/>
                    <a:pt x="14" y="148"/>
                    <a:pt x="6" y="11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0"/>
            <p:cNvSpPr/>
            <p:nvPr/>
          </p:nvSpPr>
          <p:spPr>
            <a:xfrm>
              <a:off x="-3680392" y="4588745"/>
              <a:ext cx="63874" cy="87154"/>
            </a:xfrm>
            <a:custGeom>
              <a:rect b="b" l="l" r="r" t="t"/>
              <a:pathLst>
                <a:path extrusionOk="0" h="146" w="107">
                  <a:moveTo>
                    <a:pt x="25" y="138"/>
                  </a:moveTo>
                  <a:cubicBezTo>
                    <a:pt x="5" y="130"/>
                    <a:pt x="1" y="95"/>
                    <a:pt x="15" y="58"/>
                  </a:cubicBezTo>
                  <a:cubicBezTo>
                    <a:pt x="31" y="23"/>
                    <a:pt x="60" y="1"/>
                    <a:pt x="82" y="7"/>
                  </a:cubicBezTo>
                  <a:cubicBezTo>
                    <a:pt x="103" y="15"/>
                    <a:pt x="107" y="52"/>
                    <a:pt x="93" y="87"/>
                  </a:cubicBezTo>
                  <a:cubicBezTo>
                    <a:pt x="74" y="123"/>
                    <a:pt x="46" y="146"/>
                    <a:pt x="25" y="13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0"/>
            <p:cNvSpPr/>
            <p:nvPr/>
          </p:nvSpPr>
          <p:spPr>
            <a:xfrm>
              <a:off x="-3526379" y="4564270"/>
              <a:ext cx="55516" cy="90139"/>
            </a:xfrm>
            <a:custGeom>
              <a:rect b="b" l="l" r="r" t="t"/>
              <a:pathLst>
                <a:path extrusionOk="0" h="151" w="93">
                  <a:moveTo>
                    <a:pt x="47" y="136"/>
                  </a:moveTo>
                  <a:cubicBezTo>
                    <a:pt x="21" y="150"/>
                    <a:pt x="0" y="136"/>
                    <a:pt x="0" y="101"/>
                  </a:cubicBezTo>
                  <a:cubicBezTo>
                    <a:pt x="0" y="68"/>
                    <a:pt x="21" y="29"/>
                    <a:pt x="47" y="15"/>
                  </a:cubicBezTo>
                  <a:cubicBezTo>
                    <a:pt x="72" y="1"/>
                    <a:pt x="92" y="15"/>
                    <a:pt x="92" y="48"/>
                  </a:cubicBezTo>
                  <a:cubicBezTo>
                    <a:pt x="92" y="78"/>
                    <a:pt x="72" y="119"/>
                    <a:pt x="47" y="13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0"/>
            <p:cNvSpPr/>
            <p:nvPr/>
          </p:nvSpPr>
          <p:spPr>
            <a:xfrm>
              <a:off x="-3381321" y="4413243"/>
              <a:ext cx="66858" cy="89542"/>
            </a:xfrm>
            <a:custGeom>
              <a:rect b="b" l="l" r="r" t="t"/>
              <a:pathLst>
                <a:path extrusionOk="0" h="150" w="112">
                  <a:moveTo>
                    <a:pt x="83" y="106"/>
                  </a:moveTo>
                  <a:cubicBezTo>
                    <a:pt x="62" y="141"/>
                    <a:pt x="32" y="149"/>
                    <a:pt x="15" y="133"/>
                  </a:cubicBezTo>
                  <a:cubicBezTo>
                    <a:pt x="1" y="115"/>
                    <a:pt x="5" y="74"/>
                    <a:pt x="25" y="43"/>
                  </a:cubicBezTo>
                  <a:cubicBezTo>
                    <a:pt x="46" y="10"/>
                    <a:pt x="77" y="0"/>
                    <a:pt x="93" y="16"/>
                  </a:cubicBezTo>
                  <a:cubicBezTo>
                    <a:pt x="111" y="35"/>
                    <a:pt x="105" y="76"/>
                    <a:pt x="83" y="10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0"/>
            <p:cNvSpPr/>
            <p:nvPr/>
          </p:nvSpPr>
          <p:spPr>
            <a:xfrm>
              <a:off x="-3287003" y="4195357"/>
              <a:ext cx="63874" cy="86557"/>
            </a:xfrm>
            <a:custGeom>
              <a:rect b="b" l="l" r="r" t="t"/>
              <a:pathLst>
                <a:path extrusionOk="0" h="145" w="107">
                  <a:moveTo>
                    <a:pt x="99" y="66"/>
                  </a:moveTo>
                  <a:cubicBezTo>
                    <a:pt x="90" y="101"/>
                    <a:pt x="62" y="134"/>
                    <a:pt x="39" y="140"/>
                  </a:cubicBezTo>
                  <a:cubicBezTo>
                    <a:pt x="15" y="144"/>
                    <a:pt x="0" y="117"/>
                    <a:pt x="9" y="81"/>
                  </a:cubicBezTo>
                  <a:cubicBezTo>
                    <a:pt x="17" y="46"/>
                    <a:pt x="45" y="11"/>
                    <a:pt x="68" y="7"/>
                  </a:cubicBezTo>
                  <a:cubicBezTo>
                    <a:pt x="92" y="1"/>
                    <a:pt x="107" y="30"/>
                    <a:pt x="99" y="6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0"/>
            <p:cNvSpPr/>
            <p:nvPr/>
          </p:nvSpPr>
          <p:spPr>
            <a:xfrm>
              <a:off x="-3287003" y="3988216"/>
              <a:ext cx="63874" cy="90736"/>
            </a:xfrm>
            <a:custGeom>
              <a:rect b="b" l="l" r="r" t="t"/>
              <a:pathLst>
                <a:path extrusionOk="0" h="152" w="107">
                  <a:moveTo>
                    <a:pt x="99" y="31"/>
                  </a:moveTo>
                  <a:cubicBezTo>
                    <a:pt x="107" y="59"/>
                    <a:pt x="92" y="100"/>
                    <a:pt x="68" y="127"/>
                  </a:cubicBezTo>
                  <a:cubicBezTo>
                    <a:pt x="41" y="151"/>
                    <a:pt x="17" y="149"/>
                    <a:pt x="9" y="121"/>
                  </a:cubicBezTo>
                  <a:cubicBezTo>
                    <a:pt x="0" y="92"/>
                    <a:pt x="15" y="51"/>
                    <a:pt x="39" y="27"/>
                  </a:cubicBezTo>
                  <a:cubicBezTo>
                    <a:pt x="66" y="0"/>
                    <a:pt x="90" y="4"/>
                    <a:pt x="99" y="3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0"/>
            <p:cNvSpPr/>
            <p:nvPr/>
          </p:nvSpPr>
          <p:spPr>
            <a:xfrm>
              <a:off x="-3381321" y="3876587"/>
              <a:ext cx="64471" cy="87751"/>
            </a:xfrm>
            <a:custGeom>
              <a:rect b="b" l="l" r="r" t="t"/>
              <a:pathLst>
                <a:path extrusionOk="0" h="147" w="108">
                  <a:moveTo>
                    <a:pt x="83" y="9"/>
                  </a:moveTo>
                  <a:cubicBezTo>
                    <a:pt x="103" y="17"/>
                    <a:pt x="107" y="52"/>
                    <a:pt x="93" y="89"/>
                  </a:cubicBezTo>
                  <a:cubicBezTo>
                    <a:pt x="77" y="124"/>
                    <a:pt x="46" y="146"/>
                    <a:pt x="25" y="140"/>
                  </a:cubicBezTo>
                  <a:cubicBezTo>
                    <a:pt x="5" y="132"/>
                    <a:pt x="1" y="95"/>
                    <a:pt x="15" y="60"/>
                  </a:cubicBezTo>
                  <a:cubicBezTo>
                    <a:pt x="34" y="23"/>
                    <a:pt x="62" y="1"/>
                    <a:pt x="83" y="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0"/>
            <p:cNvSpPr/>
            <p:nvPr/>
          </p:nvSpPr>
          <p:spPr>
            <a:xfrm>
              <a:off x="-1717628" y="3424698"/>
              <a:ext cx="266837" cy="428011"/>
            </a:xfrm>
            <a:custGeom>
              <a:rect b="b" l="l" r="r" t="t"/>
              <a:pathLst>
                <a:path extrusionOk="0" h="717" w="447">
                  <a:moveTo>
                    <a:pt x="223" y="70"/>
                  </a:moveTo>
                  <a:cubicBezTo>
                    <a:pt x="101" y="142"/>
                    <a:pt x="0" y="328"/>
                    <a:pt x="0" y="488"/>
                  </a:cubicBezTo>
                  <a:cubicBezTo>
                    <a:pt x="0" y="645"/>
                    <a:pt x="101" y="717"/>
                    <a:pt x="223" y="645"/>
                  </a:cubicBezTo>
                  <a:cubicBezTo>
                    <a:pt x="346" y="574"/>
                    <a:pt x="446" y="388"/>
                    <a:pt x="446" y="228"/>
                  </a:cubicBezTo>
                  <a:cubicBezTo>
                    <a:pt x="446" y="70"/>
                    <a:pt x="346" y="1"/>
                    <a:pt x="223" y="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0"/>
            <p:cNvSpPr/>
            <p:nvPr/>
          </p:nvSpPr>
          <p:spPr>
            <a:xfrm>
              <a:off x="-1665096" y="3509465"/>
              <a:ext cx="161773" cy="260269"/>
            </a:xfrm>
            <a:custGeom>
              <a:rect b="b" l="l" r="r" t="t"/>
              <a:pathLst>
                <a:path extrusionOk="0" h="436" w="271">
                  <a:moveTo>
                    <a:pt x="135" y="43"/>
                  </a:moveTo>
                  <a:cubicBezTo>
                    <a:pt x="62" y="86"/>
                    <a:pt x="0" y="199"/>
                    <a:pt x="0" y="297"/>
                  </a:cubicBezTo>
                  <a:cubicBezTo>
                    <a:pt x="0" y="391"/>
                    <a:pt x="62" y="436"/>
                    <a:pt x="135" y="393"/>
                  </a:cubicBezTo>
                  <a:cubicBezTo>
                    <a:pt x="209" y="350"/>
                    <a:pt x="270" y="237"/>
                    <a:pt x="270" y="141"/>
                  </a:cubicBezTo>
                  <a:cubicBezTo>
                    <a:pt x="270" y="43"/>
                    <a:pt x="209" y="0"/>
                    <a:pt x="135" y="43"/>
                  </a:cubicBez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0"/>
            <p:cNvSpPr/>
            <p:nvPr/>
          </p:nvSpPr>
          <p:spPr>
            <a:xfrm>
              <a:off x="-1626295" y="3572741"/>
              <a:ext cx="83573" cy="132522"/>
            </a:xfrm>
            <a:custGeom>
              <a:rect b="b" l="l" r="r" t="t"/>
              <a:pathLst>
                <a:path extrusionOk="0" h="222" w="140">
                  <a:moveTo>
                    <a:pt x="70" y="25"/>
                  </a:moveTo>
                  <a:cubicBezTo>
                    <a:pt x="32" y="48"/>
                    <a:pt x="1" y="103"/>
                    <a:pt x="1" y="152"/>
                  </a:cubicBezTo>
                  <a:cubicBezTo>
                    <a:pt x="1" y="201"/>
                    <a:pt x="32" y="221"/>
                    <a:pt x="70" y="201"/>
                  </a:cubicBezTo>
                  <a:cubicBezTo>
                    <a:pt x="109" y="178"/>
                    <a:pt x="138" y="121"/>
                    <a:pt x="138" y="72"/>
                  </a:cubicBezTo>
                  <a:cubicBezTo>
                    <a:pt x="140" y="25"/>
                    <a:pt x="109" y="0"/>
                    <a:pt x="70" y="25"/>
                  </a:cubicBezTo>
                  <a:close/>
                </a:path>
              </a:pathLst>
            </a:custGeom>
            <a:solidFill>
              <a:srgbClr val="6D6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0"/>
            <p:cNvSpPr/>
            <p:nvPr/>
          </p:nvSpPr>
          <p:spPr>
            <a:xfrm>
              <a:off x="-1676438" y="3444397"/>
              <a:ext cx="266837" cy="430399"/>
            </a:xfrm>
            <a:custGeom>
              <a:rect b="b" l="l" r="r" t="t"/>
              <a:pathLst>
                <a:path extrusionOk="0" h="721" w="447">
                  <a:moveTo>
                    <a:pt x="224" y="72"/>
                  </a:moveTo>
                  <a:cubicBezTo>
                    <a:pt x="101" y="144"/>
                    <a:pt x="1" y="332"/>
                    <a:pt x="1" y="490"/>
                  </a:cubicBezTo>
                  <a:cubicBezTo>
                    <a:pt x="1" y="649"/>
                    <a:pt x="101" y="721"/>
                    <a:pt x="224" y="649"/>
                  </a:cubicBezTo>
                  <a:cubicBezTo>
                    <a:pt x="347" y="578"/>
                    <a:pt x="447" y="389"/>
                    <a:pt x="447" y="232"/>
                  </a:cubicBezTo>
                  <a:cubicBezTo>
                    <a:pt x="447" y="72"/>
                    <a:pt x="347" y="1"/>
                    <a:pt x="224" y="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0"/>
            <p:cNvSpPr/>
            <p:nvPr/>
          </p:nvSpPr>
          <p:spPr>
            <a:xfrm>
              <a:off x="-1623907" y="3528567"/>
              <a:ext cx="162370" cy="262060"/>
            </a:xfrm>
            <a:custGeom>
              <a:rect b="b" l="l" r="r" t="t"/>
              <a:pathLst>
                <a:path extrusionOk="0" h="439" w="272">
                  <a:moveTo>
                    <a:pt x="136" y="44"/>
                  </a:moveTo>
                  <a:cubicBezTo>
                    <a:pt x="62" y="89"/>
                    <a:pt x="1" y="201"/>
                    <a:pt x="1" y="297"/>
                  </a:cubicBezTo>
                  <a:cubicBezTo>
                    <a:pt x="1" y="392"/>
                    <a:pt x="60" y="439"/>
                    <a:pt x="136" y="396"/>
                  </a:cubicBezTo>
                  <a:cubicBezTo>
                    <a:pt x="210" y="351"/>
                    <a:pt x="271" y="238"/>
                    <a:pt x="271" y="142"/>
                  </a:cubicBezTo>
                  <a:cubicBezTo>
                    <a:pt x="269" y="48"/>
                    <a:pt x="210" y="1"/>
                    <a:pt x="136" y="4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0"/>
            <p:cNvSpPr/>
            <p:nvPr/>
          </p:nvSpPr>
          <p:spPr>
            <a:xfrm>
              <a:off x="-1583315" y="3593634"/>
              <a:ext cx="82379" cy="131328"/>
            </a:xfrm>
            <a:custGeom>
              <a:rect b="b" l="l" r="r" t="t"/>
              <a:pathLst>
                <a:path extrusionOk="0" h="220" w="138">
                  <a:moveTo>
                    <a:pt x="68" y="23"/>
                  </a:moveTo>
                  <a:cubicBezTo>
                    <a:pt x="29" y="45"/>
                    <a:pt x="0" y="103"/>
                    <a:pt x="0" y="150"/>
                  </a:cubicBezTo>
                  <a:cubicBezTo>
                    <a:pt x="0" y="199"/>
                    <a:pt x="31" y="219"/>
                    <a:pt x="68" y="199"/>
                  </a:cubicBezTo>
                  <a:cubicBezTo>
                    <a:pt x="107" y="176"/>
                    <a:pt x="138" y="119"/>
                    <a:pt x="138" y="70"/>
                  </a:cubicBezTo>
                  <a:cubicBezTo>
                    <a:pt x="133" y="23"/>
                    <a:pt x="107" y="0"/>
                    <a:pt x="68" y="2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0"/>
            <p:cNvSpPr/>
            <p:nvPr/>
          </p:nvSpPr>
          <p:spPr>
            <a:xfrm>
              <a:off x="-2014311" y="3593634"/>
              <a:ext cx="265643" cy="429205"/>
            </a:xfrm>
            <a:custGeom>
              <a:rect b="b" l="l" r="r" t="t"/>
              <a:pathLst>
                <a:path extrusionOk="0" h="719" w="445">
                  <a:moveTo>
                    <a:pt x="221" y="72"/>
                  </a:moveTo>
                  <a:cubicBezTo>
                    <a:pt x="98" y="143"/>
                    <a:pt x="0" y="330"/>
                    <a:pt x="0" y="487"/>
                  </a:cubicBezTo>
                  <a:cubicBezTo>
                    <a:pt x="0" y="647"/>
                    <a:pt x="98" y="718"/>
                    <a:pt x="221" y="647"/>
                  </a:cubicBezTo>
                  <a:cubicBezTo>
                    <a:pt x="344" y="575"/>
                    <a:pt x="444" y="389"/>
                    <a:pt x="444" y="229"/>
                  </a:cubicBezTo>
                  <a:cubicBezTo>
                    <a:pt x="442" y="72"/>
                    <a:pt x="344" y="0"/>
                    <a:pt x="221"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0"/>
            <p:cNvSpPr/>
            <p:nvPr/>
          </p:nvSpPr>
          <p:spPr>
            <a:xfrm>
              <a:off x="-1962973" y="3676610"/>
              <a:ext cx="162967" cy="263254"/>
            </a:xfrm>
            <a:custGeom>
              <a:rect b="b" l="l" r="r" t="t"/>
              <a:pathLst>
                <a:path extrusionOk="0" h="441" w="273">
                  <a:moveTo>
                    <a:pt x="135" y="47"/>
                  </a:moveTo>
                  <a:cubicBezTo>
                    <a:pt x="62" y="90"/>
                    <a:pt x="0" y="203"/>
                    <a:pt x="0" y="301"/>
                  </a:cubicBezTo>
                  <a:cubicBezTo>
                    <a:pt x="0" y="395"/>
                    <a:pt x="62" y="440"/>
                    <a:pt x="135" y="397"/>
                  </a:cubicBezTo>
                  <a:cubicBezTo>
                    <a:pt x="211" y="354"/>
                    <a:pt x="272" y="242"/>
                    <a:pt x="272" y="144"/>
                  </a:cubicBezTo>
                  <a:cubicBezTo>
                    <a:pt x="268" y="47"/>
                    <a:pt x="211" y="0"/>
                    <a:pt x="135" y="47"/>
                  </a:cubicBez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0"/>
            <p:cNvSpPr/>
            <p:nvPr/>
          </p:nvSpPr>
          <p:spPr>
            <a:xfrm>
              <a:off x="-1922978" y="3742274"/>
              <a:ext cx="82379" cy="130135"/>
            </a:xfrm>
            <a:custGeom>
              <a:rect b="b" l="l" r="r" t="t"/>
              <a:pathLst>
                <a:path extrusionOk="0" h="218" w="138">
                  <a:moveTo>
                    <a:pt x="68" y="21"/>
                  </a:moveTo>
                  <a:cubicBezTo>
                    <a:pt x="31" y="44"/>
                    <a:pt x="1" y="101"/>
                    <a:pt x="1" y="150"/>
                  </a:cubicBezTo>
                  <a:cubicBezTo>
                    <a:pt x="1" y="197"/>
                    <a:pt x="31" y="218"/>
                    <a:pt x="68" y="197"/>
                  </a:cubicBezTo>
                  <a:cubicBezTo>
                    <a:pt x="107" y="175"/>
                    <a:pt x="138" y="117"/>
                    <a:pt x="138" y="70"/>
                  </a:cubicBezTo>
                  <a:cubicBezTo>
                    <a:pt x="136" y="21"/>
                    <a:pt x="105" y="1"/>
                    <a:pt x="68" y="21"/>
                  </a:cubicBezTo>
                  <a:close/>
                </a:path>
              </a:pathLst>
            </a:custGeom>
            <a:solidFill>
              <a:srgbClr val="6D6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0"/>
            <p:cNvSpPr/>
            <p:nvPr/>
          </p:nvSpPr>
          <p:spPr>
            <a:xfrm>
              <a:off x="-2313382" y="3760779"/>
              <a:ext cx="265046" cy="429205"/>
            </a:xfrm>
            <a:custGeom>
              <a:rect b="b" l="l" r="r" t="t"/>
              <a:pathLst>
                <a:path extrusionOk="0" h="719" w="444">
                  <a:moveTo>
                    <a:pt x="221" y="72"/>
                  </a:moveTo>
                  <a:cubicBezTo>
                    <a:pt x="98" y="144"/>
                    <a:pt x="0" y="330"/>
                    <a:pt x="0" y="489"/>
                  </a:cubicBezTo>
                  <a:cubicBezTo>
                    <a:pt x="0" y="647"/>
                    <a:pt x="98" y="719"/>
                    <a:pt x="221" y="647"/>
                  </a:cubicBezTo>
                  <a:cubicBezTo>
                    <a:pt x="344" y="575"/>
                    <a:pt x="444" y="389"/>
                    <a:pt x="444" y="232"/>
                  </a:cubicBezTo>
                  <a:cubicBezTo>
                    <a:pt x="444" y="74"/>
                    <a:pt x="344" y="1"/>
                    <a:pt x="221"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0"/>
            <p:cNvSpPr/>
            <p:nvPr/>
          </p:nvSpPr>
          <p:spPr>
            <a:xfrm>
              <a:off x="-2262641" y="3846143"/>
              <a:ext cx="163564" cy="262060"/>
            </a:xfrm>
            <a:custGeom>
              <a:rect b="b" l="l" r="r" t="t"/>
              <a:pathLst>
                <a:path extrusionOk="0" h="439" w="274">
                  <a:moveTo>
                    <a:pt x="136" y="44"/>
                  </a:moveTo>
                  <a:cubicBezTo>
                    <a:pt x="62" y="89"/>
                    <a:pt x="1" y="201"/>
                    <a:pt x="1" y="297"/>
                  </a:cubicBezTo>
                  <a:cubicBezTo>
                    <a:pt x="1" y="392"/>
                    <a:pt x="62" y="439"/>
                    <a:pt x="136" y="396"/>
                  </a:cubicBezTo>
                  <a:cubicBezTo>
                    <a:pt x="212" y="351"/>
                    <a:pt x="273" y="238"/>
                    <a:pt x="273" y="142"/>
                  </a:cubicBezTo>
                  <a:cubicBezTo>
                    <a:pt x="273" y="44"/>
                    <a:pt x="212" y="1"/>
                    <a:pt x="136" y="44"/>
                  </a:cubicBez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0"/>
            <p:cNvSpPr/>
            <p:nvPr/>
          </p:nvSpPr>
          <p:spPr>
            <a:xfrm>
              <a:off x="-2222049" y="3912404"/>
              <a:ext cx="82379" cy="130135"/>
            </a:xfrm>
            <a:custGeom>
              <a:rect b="b" l="l" r="r" t="t"/>
              <a:pathLst>
                <a:path extrusionOk="0" h="218" w="138">
                  <a:moveTo>
                    <a:pt x="68" y="21"/>
                  </a:moveTo>
                  <a:cubicBezTo>
                    <a:pt x="31" y="43"/>
                    <a:pt x="0" y="100"/>
                    <a:pt x="0" y="148"/>
                  </a:cubicBezTo>
                  <a:cubicBezTo>
                    <a:pt x="0" y="197"/>
                    <a:pt x="31" y="217"/>
                    <a:pt x="68" y="197"/>
                  </a:cubicBezTo>
                  <a:cubicBezTo>
                    <a:pt x="107" y="174"/>
                    <a:pt x="138" y="117"/>
                    <a:pt x="138" y="68"/>
                  </a:cubicBezTo>
                  <a:cubicBezTo>
                    <a:pt x="135" y="21"/>
                    <a:pt x="107" y="0"/>
                    <a:pt x="68" y="21"/>
                  </a:cubicBezTo>
                  <a:close/>
                </a:path>
              </a:pathLst>
            </a:custGeom>
            <a:solidFill>
              <a:srgbClr val="6D6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0"/>
            <p:cNvSpPr/>
            <p:nvPr/>
          </p:nvSpPr>
          <p:spPr>
            <a:xfrm>
              <a:off x="-2613049" y="3930312"/>
              <a:ext cx="265643" cy="429802"/>
            </a:xfrm>
            <a:custGeom>
              <a:rect b="b" l="l" r="r" t="t"/>
              <a:pathLst>
                <a:path extrusionOk="0" h="720" w="445">
                  <a:moveTo>
                    <a:pt x="222" y="73"/>
                  </a:moveTo>
                  <a:cubicBezTo>
                    <a:pt x="99" y="144"/>
                    <a:pt x="1" y="330"/>
                    <a:pt x="1" y="490"/>
                  </a:cubicBezTo>
                  <a:cubicBezTo>
                    <a:pt x="1" y="647"/>
                    <a:pt x="99" y="719"/>
                    <a:pt x="222" y="647"/>
                  </a:cubicBezTo>
                  <a:cubicBezTo>
                    <a:pt x="344" y="576"/>
                    <a:pt x="445" y="390"/>
                    <a:pt x="445" y="230"/>
                  </a:cubicBezTo>
                  <a:cubicBezTo>
                    <a:pt x="445" y="73"/>
                    <a:pt x="344" y="1"/>
                    <a:pt x="222" y="7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0"/>
            <p:cNvSpPr/>
            <p:nvPr/>
          </p:nvSpPr>
          <p:spPr>
            <a:xfrm>
              <a:off x="-2561712" y="4016273"/>
              <a:ext cx="162967" cy="259075"/>
            </a:xfrm>
            <a:custGeom>
              <a:rect b="b" l="l" r="r" t="t"/>
              <a:pathLst>
                <a:path extrusionOk="0" h="434" w="273">
                  <a:moveTo>
                    <a:pt x="136" y="41"/>
                  </a:moveTo>
                  <a:cubicBezTo>
                    <a:pt x="62" y="84"/>
                    <a:pt x="1" y="197"/>
                    <a:pt x="1" y="295"/>
                  </a:cubicBezTo>
                  <a:cubicBezTo>
                    <a:pt x="1" y="389"/>
                    <a:pt x="62" y="434"/>
                    <a:pt x="136" y="391"/>
                  </a:cubicBezTo>
                  <a:cubicBezTo>
                    <a:pt x="211" y="348"/>
                    <a:pt x="273" y="235"/>
                    <a:pt x="273" y="137"/>
                  </a:cubicBezTo>
                  <a:cubicBezTo>
                    <a:pt x="269" y="43"/>
                    <a:pt x="211" y="0"/>
                    <a:pt x="136" y="41"/>
                  </a:cubicBez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0"/>
            <p:cNvSpPr/>
            <p:nvPr/>
          </p:nvSpPr>
          <p:spPr>
            <a:xfrm>
              <a:off x="-2519926" y="4079549"/>
              <a:ext cx="81185" cy="130135"/>
            </a:xfrm>
            <a:custGeom>
              <a:rect b="b" l="l" r="r" t="t"/>
              <a:pathLst>
                <a:path extrusionOk="0" h="218" w="136">
                  <a:moveTo>
                    <a:pt x="66" y="21"/>
                  </a:moveTo>
                  <a:cubicBezTo>
                    <a:pt x="29" y="43"/>
                    <a:pt x="0" y="101"/>
                    <a:pt x="0" y="150"/>
                  </a:cubicBezTo>
                  <a:cubicBezTo>
                    <a:pt x="0" y="197"/>
                    <a:pt x="31" y="217"/>
                    <a:pt x="66" y="197"/>
                  </a:cubicBezTo>
                  <a:cubicBezTo>
                    <a:pt x="105" y="174"/>
                    <a:pt x="135" y="119"/>
                    <a:pt x="135" y="70"/>
                  </a:cubicBezTo>
                  <a:cubicBezTo>
                    <a:pt x="135" y="21"/>
                    <a:pt x="105" y="1"/>
                    <a:pt x="66" y="21"/>
                  </a:cubicBezTo>
                  <a:close/>
                </a:path>
              </a:pathLst>
            </a:custGeom>
            <a:solidFill>
              <a:srgbClr val="6D6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0"/>
            <p:cNvSpPr/>
            <p:nvPr/>
          </p:nvSpPr>
          <p:spPr>
            <a:xfrm>
              <a:off x="-2912120" y="4100442"/>
              <a:ext cx="265643" cy="429205"/>
            </a:xfrm>
            <a:custGeom>
              <a:rect b="b" l="l" r="r" t="t"/>
              <a:pathLst>
                <a:path extrusionOk="0" h="719" w="445">
                  <a:moveTo>
                    <a:pt x="221" y="72"/>
                  </a:moveTo>
                  <a:cubicBezTo>
                    <a:pt x="99" y="143"/>
                    <a:pt x="1" y="330"/>
                    <a:pt x="1" y="487"/>
                  </a:cubicBezTo>
                  <a:cubicBezTo>
                    <a:pt x="1" y="647"/>
                    <a:pt x="99" y="718"/>
                    <a:pt x="221" y="647"/>
                  </a:cubicBezTo>
                  <a:cubicBezTo>
                    <a:pt x="344" y="575"/>
                    <a:pt x="444" y="387"/>
                    <a:pt x="444" y="229"/>
                  </a:cubicBezTo>
                  <a:cubicBezTo>
                    <a:pt x="444" y="72"/>
                    <a:pt x="344" y="0"/>
                    <a:pt x="221"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0"/>
            <p:cNvSpPr/>
            <p:nvPr/>
          </p:nvSpPr>
          <p:spPr>
            <a:xfrm>
              <a:off x="-2860783" y="4183418"/>
              <a:ext cx="162967" cy="262060"/>
            </a:xfrm>
            <a:custGeom>
              <a:rect b="b" l="l" r="r" t="t"/>
              <a:pathLst>
                <a:path extrusionOk="0" h="439" w="273">
                  <a:moveTo>
                    <a:pt x="135" y="43"/>
                  </a:moveTo>
                  <a:cubicBezTo>
                    <a:pt x="62" y="88"/>
                    <a:pt x="0" y="201"/>
                    <a:pt x="0" y="297"/>
                  </a:cubicBezTo>
                  <a:cubicBezTo>
                    <a:pt x="0" y="395"/>
                    <a:pt x="62" y="438"/>
                    <a:pt x="135" y="395"/>
                  </a:cubicBezTo>
                  <a:cubicBezTo>
                    <a:pt x="209" y="350"/>
                    <a:pt x="273" y="238"/>
                    <a:pt x="273" y="142"/>
                  </a:cubicBezTo>
                  <a:cubicBezTo>
                    <a:pt x="273" y="43"/>
                    <a:pt x="213" y="0"/>
                    <a:pt x="135" y="43"/>
                  </a:cubicBez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0"/>
            <p:cNvSpPr/>
            <p:nvPr/>
          </p:nvSpPr>
          <p:spPr>
            <a:xfrm>
              <a:off x="-2820787" y="4247888"/>
              <a:ext cx="82976" cy="131328"/>
            </a:xfrm>
            <a:custGeom>
              <a:rect b="b" l="l" r="r" t="t"/>
              <a:pathLst>
                <a:path extrusionOk="0" h="220" w="139">
                  <a:moveTo>
                    <a:pt x="68" y="23"/>
                  </a:moveTo>
                  <a:cubicBezTo>
                    <a:pt x="32" y="46"/>
                    <a:pt x="1" y="103"/>
                    <a:pt x="1" y="152"/>
                  </a:cubicBezTo>
                  <a:cubicBezTo>
                    <a:pt x="1" y="199"/>
                    <a:pt x="32" y="220"/>
                    <a:pt x="68" y="199"/>
                  </a:cubicBezTo>
                  <a:cubicBezTo>
                    <a:pt x="107" y="177"/>
                    <a:pt x="136" y="120"/>
                    <a:pt x="136" y="72"/>
                  </a:cubicBezTo>
                  <a:cubicBezTo>
                    <a:pt x="138" y="23"/>
                    <a:pt x="107" y="1"/>
                    <a:pt x="68" y="23"/>
                  </a:cubicBezTo>
                  <a:close/>
                </a:path>
              </a:pathLst>
            </a:custGeom>
            <a:solidFill>
              <a:srgbClr val="6D6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0"/>
            <p:cNvSpPr/>
            <p:nvPr/>
          </p:nvSpPr>
          <p:spPr>
            <a:xfrm>
              <a:off x="-1975509" y="3612737"/>
              <a:ext cx="266837" cy="429802"/>
            </a:xfrm>
            <a:custGeom>
              <a:rect b="b" l="l" r="r" t="t"/>
              <a:pathLst>
                <a:path extrusionOk="0" h="720" w="447">
                  <a:moveTo>
                    <a:pt x="224" y="73"/>
                  </a:moveTo>
                  <a:cubicBezTo>
                    <a:pt x="101" y="144"/>
                    <a:pt x="1" y="330"/>
                    <a:pt x="1" y="490"/>
                  </a:cubicBezTo>
                  <a:cubicBezTo>
                    <a:pt x="1" y="647"/>
                    <a:pt x="101" y="719"/>
                    <a:pt x="224" y="647"/>
                  </a:cubicBezTo>
                  <a:cubicBezTo>
                    <a:pt x="347" y="576"/>
                    <a:pt x="447" y="390"/>
                    <a:pt x="447" y="230"/>
                  </a:cubicBezTo>
                  <a:cubicBezTo>
                    <a:pt x="447" y="73"/>
                    <a:pt x="347" y="1"/>
                    <a:pt x="224" y="7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0"/>
            <p:cNvSpPr/>
            <p:nvPr/>
          </p:nvSpPr>
          <p:spPr>
            <a:xfrm>
              <a:off x="-1922978" y="3698697"/>
              <a:ext cx="161773" cy="261463"/>
            </a:xfrm>
            <a:custGeom>
              <a:rect b="b" l="l" r="r" t="t"/>
              <a:pathLst>
                <a:path extrusionOk="0" h="438" w="271">
                  <a:moveTo>
                    <a:pt x="136" y="43"/>
                  </a:moveTo>
                  <a:cubicBezTo>
                    <a:pt x="62" y="86"/>
                    <a:pt x="1" y="199"/>
                    <a:pt x="1" y="297"/>
                  </a:cubicBezTo>
                  <a:cubicBezTo>
                    <a:pt x="1" y="393"/>
                    <a:pt x="62" y="438"/>
                    <a:pt x="136" y="393"/>
                  </a:cubicBezTo>
                  <a:cubicBezTo>
                    <a:pt x="209" y="350"/>
                    <a:pt x="271" y="238"/>
                    <a:pt x="271" y="141"/>
                  </a:cubicBezTo>
                  <a:cubicBezTo>
                    <a:pt x="271" y="43"/>
                    <a:pt x="209" y="0"/>
                    <a:pt x="136" y="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0"/>
            <p:cNvSpPr/>
            <p:nvPr/>
          </p:nvSpPr>
          <p:spPr>
            <a:xfrm>
              <a:off x="-1883579" y="3761973"/>
              <a:ext cx="83573" cy="132522"/>
            </a:xfrm>
            <a:custGeom>
              <a:rect b="b" l="l" r="r" t="t"/>
              <a:pathLst>
                <a:path extrusionOk="0" h="222" w="140">
                  <a:moveTo>
                    <a:pt x="70" y="25"/>
                  </a:moveTo>
                  <a:cubicBezTo>
                    <a:pt x="31" y="48"/>
                    <a:pt x="0" y="103"/>
                    <a:pt x="0" y="152"/>
                  </a:cubicBezTo>
                  <a:cubicBezTo>
                    <a:pt x="0" y="201"/>
                    <a:pt x="31" y="222"/>
                    <a:pt x="70" y="201"/>
                  </a:cubicBezTo>
                  <a:cubicBezTo>
                    <a:pt x="109" y="179"/>
                    <a:pt x="135" y="121"/>
                    <a:pt x="135" y="72"/>
                  </a:cubicBezTo>
                  <a:cubicBezTo>
                    <a:pt x="139" y="25"/>
                    <a:pt x="105" y="1"/>
                    <a:pt x="70" y="2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0"/>
            <p:cNvSpPr/>
            <p:nvPr/>
          </p:nvSpPr>
          <p:spPr>
            <a:xfrm>
              <a:off x="-2274580" y="3781673"/>
              <a:ext cx="266837" cy="429205"/>
            </a:xfrm>
            <a:custGeom>
              <a:rect b="b" l="l" r="r" t="t"/>
              <a:pathLst>
                <a:path extrusionOk="0" h="719" w="447">
                  <a:moveTo>
                    <a:pt x="223" y="70"/>
                  </a:moveTo>
                  <a:cubicBezTo>
                    <a:pt x="101" y="141"/>
                    <a:pt x="0" y="330"/>
                    <a:pt x="0" y="487"/>
                  </a:cubicBezTo>
                  <a:cubicBezTo>
                    <a:pt x="0" y="647"/>
                    <a:pt x="101" y="718"/>
                    <a:pt x="223" y="647"/>
                  </a:cubicBezTo>
                  <a:cubicBezTo>
                    <a:pt x="346" y="575"/>
                    <a:pt x="446" y="387"/>
                    <a:pt x="446" y="229"/>
                  </a:cubicBezTo>
                  <a:cubicBezTo>
                    <a:pt x="446" y="74"/>
                    <a:pt x="346" y="0"/>
                    <a:pt x="223" y="7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0"/>
            <p:cNvSpPr/>
            <p:nvPr/>
          </p:nvSpPr>
          <p:spPr>
            <a:xfrm>
              <a:off x="-2222049" y="3865842"/>
              <a:ext cx="161773" cy="262060"/>
            </a:xfrm>
            <a:custGeom>
              <a:rect b="b" l="l" r="r" t="t"/>
              <a:pathLst>
                <a:path extrusionOk="0" h="439" w="271">
                  <a:moveTo>
                    <a:pt x="135" y="45"/>
                  </a:moveTo>
                  <a:cubicBezTo>
                    <a:pt x="62" y="88"/>
                    <a:pt x="0" y="201"/>
                    <a:pt x="0" y="297"/>
                  </a:cubicBezTo>
                  <a:cubicBezTo>
                    <a:pt x="0" y="393"/>
                    <a:pt x="60" y="438"/>
                    <a:pt x="135" y="395"/>
                  </a:cubicBezTo>
                  <a:cubicBezTo>
                    <a:pt x="209" y="352"/>
                    <a:pt x="271" y="240"/>
                    <a:pt x="271" y="142"/>
                  </a:cubicBezTo>
                  <a:cubicBezTo>
                    <a:pt x="271" y="45"/>
                    <a:pt x="211" y="0"/>
                    <a:pt x="135" y="4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0"/>
            <p:cNvSpPr/>
            <p:nvPr/>
          </p:nvSpPr>
          <p:spPr>
            <a:xfrm>
              <a:off x="-2183247" y="3931506"/>
              <a:ext cx="84170" cy="130135"/>
            </a:xfrm>
            <a:custGeom>
              <a:rect b="b" l="l" r="r" t="t"/>
              <a:pathLst>
                <a:path extrusionOk="0" h="218" w="141">
                  <a:moveTo>
                    <a:pt x="70" y="21"/>
                  </a:moveTo>
                  <a:cubicBezTo>
                    <a:pt x="32" y="44"/>
                    <a:pt x="1" y="101"/>
                    <a:pt x="1" y="150"/>
                  </a:cubicBezTo>
                  <a:cubicBezTo>
                    <a:pt x="1" y="197"/>
                    <a:pt x="32" y="218"/>
                    <a:pt x="70" y="197"/>
                  </a:cubicBezTo>
                  <a:cubicBezTo>
                    <a:pt x="109" y="175"/>
                    <a:pt x="140" y="118"/>
                    <a:pt x="140" y="71"/>
                  </a:cubicBezTo>
                  <a:cubicBezTo>
                    <a:pt x="140" y="21"/>
                    <a:pt x="109" y="1"/>
                    <a:pt x="70" y="2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0"/>
            <p:cNvSpPr/>
            <p:nvPr/>
          </p:nvSpPr>
          <p:spPr>
            <a:xfrm>
              <a:off x="-2572457" y="3950012"/>
              <a:ext cx="266837" cy="429205"/>
            </a:xfrm>
            <a:custGeom>
              <a:rect b="b" l="l" r="r" t="t"/>
              <a:pathLst>
                <a:path extrusionOk="0" h="719" w="447">
                  <a:moveTo>
                    <a:pt x="223" y="72"/>
                  </a:moveTo>
                  <a:cubicBezTo>
                    <a:pt x="101" y="144"/>
                    <a:pt x="0" y="330"/>
                    <a:pt x="0" y="490"/>
                  </a:cubicBezTo>
                  <a:cubicBezTo>
                    <a:pt x="0" y="647"/>
                    <a:pt x="101" y="719"/>
                    <a:pt x="223" y="647"/>
                  </a:cubicBezTo>
                  <a:cubicBezTo>
                    <a:pt x="346" y="576"/>
                    <a:pt x="446" y="389"/>
                    <a:pt x="446" y="230"/>
                  </a:cubicBezTo>
                  <a:cubicBezTo>
                    <a:pt x="446" y="74"/>
                    <a:pt x="346" y="1"/>
                    <a:pt x="223" y="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0"/>
            <p:cNvSpPr/>
            <p:nvPr/>
          </p:nvSpPr>
          <p:spPr>
            <a:xfrm>
              <a:off x="-2519926" y="4035375"/>
              <a:ext cx="161773" cy="262060"/>
            </a:xfrm>
            <a:custGeom>
              <a:rect b="b" l="l" r="r" t="t"/>
              <a:pathLst>
                <a:path extrusionOk="0" h="439" w="271">
                  <a:moveTo>
                    <a:pt x="135" y="44"/>
                  </a:moveTo>
                  <a:cubicBezTo>
                    <a:pt x="62" y="87"/>
                    <a:pt x="0" y="201"/>
                    <a:pt x="0" y="298"/>
                  </a:cubicBezTo>
                  <a:cubicBezTo>
                    <a:pt x="0" y="394"/>
                    <a:pt x="62" y="439"/>
                    <a:pt x="135" y="394"/>
                  </a:cubicBezTo>
                  <a:cubicBezTo>
                    <a:pt x="209" y="351"/>
                    <a:pt x="270" y="238"/>
                    <a:pt x="270" y="142"/>
                  </a:cubicBezTo>
                  <a:cubicBezTo>
                    <a:pt x="268" y="44"/>
                    <a:pt x="207" y="1"/>
                    <a:pt x="135" y="4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0"/>
            <p:cNvSpPr/>
            <p:nvPr/>
          </p:nvSpPr>
          <p:spPr>
            <a:xfrm>
              <a:off x="-2481124" y="4100442"/>
              <a:ext cx="83573" cy="130135"/>
            </a:xfrm>
            <a:custGeom>
              <a:rect b="b" l="l" r="r" t="t"/>
              <a:pathLst>
                <a:path extrusionOk="0" h="218" w="140">
                  <a:moveTo>
                    <a:pt x="70" y="21"/>
                  </a:moveTo>
                  <a:cubicBezTo>
                    <a:pt x="31" y="43"/>
                    <a:pt x="1" y="98"/>
                    <a:pt x="1" y="148"/>
                  </a:cubicBezTo>
                  <a:cubicBezTo>
                    <a:pt x="1" y="197"/>
                    <a:pt x="31" y="217"/>
                    <a:pt x="70" y="197"/>
                  </a:cubicBezTo>
                  <a:cubicBezTo>
                    <a:pt x="109" y="174"/>
                    <a:pt x="140" y="117"/>
                    <a:pt x="140" y="68"/>
                  </a:cubicBezTo>
                  <a:cubicBezTo>
                    <a:pt x="138" y="21"/>
                    <a:pt x="107" y="0"/>
                    <a:pt x="70" y="2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0"/>
            <p:cNvSpPr/>
            <p:nvPr/>
          </p:nvSpPr>
          <p:spPr>
            <a:xfrm>
              <a:off x="-2871528" y="4120142"/>
              <a:ext cx="266837" cy="429205"/>
            </a:xfrm>
            <a:custGeom>
              <a:rect b="b" l="l" r="r" t="t"/>
              <a:pathLst>
                <a:path extrusionOk="0" h="719" w="447">
                  <a:moveTo>
                    <a:pt x="223" y="72"/>
                  </a:moveTo>
                  <a:cubicBezTo>
                    <a:pt x="100" y="143"/>
                    <a:pt x="0" y="329"/>
                    <a:pt x="0" y="489"/>
                  </a:cubicBezTo>
                  <a:cubicBezTo>
                    <a:pt x="0" y="647"/>
                    <a:pt x="100" y="718"/>
                    <a:pt x="223" y="647"/>
                  </a:cubicBezTo>
                  <a:cubicBezTo>
                    <a:pt x="346" y="575"/>
                    <a:pt x="446" y="389"/>
                    <a:pt x="446" y="229"/>
                  </a:cubicBezTo>
                  <a:cubicBezTo>
                    <a:pt x="446" y="72"/>
                    <a:pt x="346" y="0"/>
                    <a:pt x="223" y="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0"/>
            <p:cNvSpPr/>
            <p:nvPr/>
          </p:nvSpPr>
          <p:spPr>
            <a:xfrm>
              <a:off x="-2818996" y="4205505"/>
              <a:ext cx="161773" cy="259075"/>
            </a:xfrm>
            <a:custGeom>
              <a:rect b="b" l="l" r="r" t="t"/>
              <a:pathLst>
                <a:path extrusionOk="0" h="434" w="271">
                  <a:moveTo>
                    <a:pt x="135" y="41"/>
                  </a:moveTo>
                  <a:cubicBezTo>
                    <a:pt x="61" y="84"/>
                    <a:pt x="0" y="197"/>
                    <a:pt x="0" y="293"/>
                  </a:cubicBezTo>
                  <a:cubicBezTo>
                    <a:pt x="0" y="389"/>
                    <a:pt x="61" y="434"/>
                    <a:pt x="135" y="391"/>
                  </a:cubicBezTo>
                  <a:cubicBezTo>
                    <a:pt x="209" y="348"/>
                    <a:pt x="270" y="236"/>
                    <a:pt x="270" y="137"/>
                  </a:cubicBezTo>
                  <a:cubicBezTo>
                    <a:pt x="270" y="41"/>
                    <a:pt x="209" y="0"/>
                    <a:pt x="135" y="4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0"/>
            <p:cNvSpPr/>
            <p:nvPr/>
          </p:nvSpPr>
          <p:spPr>
            <a:xfrm>
              <a:off x="-2780195" y="4267588"/>
              <a:ext cx="82379" cy="132522"/>
            </a:xfrm>
            <a:custGeom>
              <a:rect b="b" l="l" r="r" t="t"/>
              <a:pathLst>
                <a:path extrusionOk="0" h="222" w="138">
                  <a:moveTo>
                    <a:pt x="70" y="23"/>
                  </a:moveTo>
                  <a:cubicBezTo>
                    <a:pt x="31" y="48"/>
                    <a:pt x="0" y="103"/>
                    <a:pt x="0" y="152"/>
                  </a:cubicBezTo>
                  <a:cubicBezTo>
                    <a:pt x="0" y="201"/>
                    <a:pt x="31" y="222"/>
                    <a:pt x="70" y="201"/>
                  </a:cubicBezTo>
                  <a:cubicBezTo>
                    <a:pt x="109" y="177"/>
                    <a:pt x="138" y="121"/>
                    <a:pt x="138" y="72"/>
                  </a:cubicBezTo>
                  <a:cubicBezTo>
                    <a:pt x="138" y="23"/>
                    <a:pt x="107" y="1"/>
                    <a:pt x="70" y="2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0"/>
            <p:cNvSpPr/>
            <p:nvPr/>
          </p:nvSpPr>
          <p:spPr>
            <a:xfrm>
              <a:off x="-4161532" y="1983668"/>
              <a:ext cx="3809735" cy="3114872"/>
            </a:xfrm>
            <a:custGeom>
              <a:rect b="b" l="l" r="r" t="t"/>
              <a:pathLst>
                <a:path extrusionOk="0" h="5218" w="6382">
                  <a:moveTo>
                    <a:pt x="5760" y="156"/>
                  </a:moveTo>
                  <a:cubicBezTo>
                    <a:pt x="6073" y="156"/>
                    <a:pt x="6218" y="512"/>
                    <a:pt x="6216" y="844"/>
                  </a:cubicBezTo>
                  <a:cubicBezTo>
                    <a:pt x="6218" y="1457"/>
                    <a:pt x="5833" y="2200"/>
                    <a:pt x="5377" y="2464"/>
                  </a:cubicBezTo>
                  <a:lnTo>
                    <a:pt x="1077" y="4948"/>
                  </a:lnTo>
                  <a:cubicBezTo>
                    <a:pt x="944" y="5023"/>
                    <a:pt x="825" y="5062"/>
                    <a:pt x="719" y="5062"/>
                  </a:cubicBezTo>
                  <a:cubicBezTo>
                    <a:pt x="479" y="5062"/>
                    <a:pt x="375" y="4854"/>
                    <a:pt x="328" y="4684"/>
                  </a:cubicBezTo>
                  <a:cubicBezTo>
                    <a:pt x="185" y="4154"/>
                    <a:pt x="430" y="3162"/>
                    <a:pt x="1148" y="2748"/>
                  </a:cubicBezTo>
                  <a:lnTo>
                    <a:pt x="5363" y="306"/>
                  </a:lnTo>
                  <a:cubicBezTo>
                    <a:pt x="5506" y="205"/>
                    <a:pt x="5643" y="156"/>
                    <a:pt x="5760" y="156"/>
                  </a:cubicBezTo>
                  <a:close/>
                  <a:moveTo>
                    <a:pt x="5760" y="1"/>
                  </a:moveTo>
                  <a:cubicBezTo>
                    <a:pt x="5613" y="1"/>
                    <a:pt x="5449" y="60"/>
                    <a:pt x="5281" y="173"/>
                  </a:cubicBezTo>
                  <a:lnTo>
                    <a:pt x="1073" y="2609"/>
                  </a:lnTo>
                  <a:cubicBezTo>
                    <a:pt x="326" y="3039"/>
                    <a:pt x="1" y="4068"/>
                    <a:pt x="176" y="4723"/>
                  </a:cubicBezTo>
                  <a:cubicBezTo>
                    <a:pt x="262" y="5036"/>
                    <a:pt x="459" y="5218"/>
                    <a:pt x="723" y="5218"/>
                  </a:cubicBezTo>
                  <a:cubicBezTo>
                    <a:pt x="856" y="5218"/>
                    <a:pt x="1003" y="5173"/>
                    <a:pt x="1159" y="5083"/>
                  </a:cubicBezTo>
                  <a:lnTo>
                    <a:pt x="5459" y="2599"/>
                  </a:lnTo>
                  <a:cubicBezTo>
                    <a:pt x="5960" y="2313"/>
                    <a:pt x="6382" y="1506"/>
                    <a:pt x="6376" y="842"/>
                  </a:cubicBezTo>
                  <a:cubicBezTo>
                    <a:pt x="6374" y="346"/>
                    <a:pt x="6120" y="1"/>
                    <a:pt x="57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0"/>
            <p:cNvSpPr/>
            <p:nvPr/>
          </p:nvSpPr>
          <p:spPr>
            <a:xfrm>
              <a:off x="-8938307" y="2593151"/>
              <a:ext cx="3305909" cy="3355442"/>
            </a:xfrm>
            <a:custGeom>
              <a:rect b="b" l="l" r="r" t="t"/>
              <a:pathLst>
                <a:path extrusionOk="0" h="5621" w="5538">
                  <a:moveTo>
                    <a:pt x="5529" y="3200"/>
                  </a:moveTo>
                  <a:lnTo>
                    <a:pt x="1" y="1"/>
                  </a:lnTo>
                  <a:lnTo>
                    <a:pt x="9" y="2423"/>
                  </a:lnTo>
                  <a:lnTo>
                    <a:pt x="5537" y="562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0"/>
            <p:cNvSpPr/>
            <p:nvPr/>
          </p:nvSpPr>
          <p:spPr>
            <a:xfrm>
              <a:off x="-8938307" y="2717913"/>
              <a:ext cx="3153090" cy="2553144"/>
            </a:xfrm>
            <a:custGeom>
              <a:rect b="b" l="l" r="r" t="t"/>
              <a:pathLst>
                <a:path extrusionOk="0" h="4277" w="5282">
                  <a:moveTo>
                    <a:pt x="1" y="0"/>
                  </a:moveTo>
                  <a:lnTo>
                    <a:pt x="5" y="1216"/>
                  </a:lnTo>
                  <a:lnTo>
                    <a:pt x="5281" y="4276"/>
                  </a:lnTo>
                  <a:lnTo>
                    <a:pt x="5144" y="2912"/>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0"/>
            <p:cNvSpPr/>
            <p:nvPr/>
          </p:nvSpPr>
          <p:spPr>
            <a:xfrm>
              <a:off x="-9708967" y="2498236"/>
              <a:ext cx="779020" cy="2368688"/>
            </a:xfrm>
            <a:custGeom>
              <a:rect b="b" l="l" r="r" t="t"/>
              <a:pathLst>
                <a:path extrusionOk="0" h="3968" w="1305">
                  <a:moveTo>
                    <a:pt x="386" y="2905"/>
                  </a:moveTo>
                  <a:lnTo>
                    <a:pt x="7" y="3906"/>
                  </a:lnTo>
                  <a:cubicBezTo>
                    <a:pt x="1" y="3926"/>
                    <a:pt x="1" y="3947"/>
                    <a:pt x="11" y="3957"/>
                  </a:cubicBezTo>
                  <a:cubicBezTo>
                    <a:pt x="21" y="3967"/>
                    <a:pt x="36" y="3965"/>
                    <a:pt x="48" y="3947"/>
                  </a:cubicBezTo>
                  <a:lnTo>
                    <a:pt x="1304" y="2586"/>
                  </a:lnTo>
                  <a:lnTo>
                    <a:pt x="1302" y="2371"/>
                  </a:lnTo>
                  <a:lnTo>
                    <a:pt x="1302" y="2371"/>
                  </a:lnTo>
                  <a:cubicBezTo>
                    <a:pt x="1296" y="1561"/>
                    <a:pt x="1290" y="540"/>
                    <a:pt x="1286" y="160"/>
                  </a:cubicBezTo>
                  <a:lnTo>
                    <a:pt x="514" y="4"/>
                  </a:lnTo>
                  <a:cubicBezTo>
                    <a:pt x="502" y="0"/>
                    <a:pt x="486" y="10"/>
                    <a:pt x="476" y="29"/>
                  </a:cubicBezTo>
                  <a:lnTo>
                    <a:pt x="711" y="579"/>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0"/>
            <p:cNvSpPr/>
            <p:nvPr/>
          </p:nvSpPr>
          <p:spPr>
            <a:xfrm>
              <a:off x="-9400942" y="2565094"/>
              <a:ext cx="468606" cy="879901"/>
            </a:xfrm>
            <a:custGeom>
              <a:rect b="b" l="l" r="r" t="t"/>
              <a:pathLst>
                <a:path extrusionOk="0" h="1474" w="785">
                  <a:moveTo>
                    <a:pt x="784" y="1474"/>
                  </a:moveTo>
                  <a:lnTo>
                    <a:pt x="776" y="256"/>
                  </a:lnTo>
                  <a:lnTo>
                    <a:pt x="357" y="17"/>
                  </a:lnTo>
                  <a:lnTo>
                    <a:pt x="1" y="1"/>
                  </a:lnTo>
                  <a:lnTo>
                    <a:pt x="121" y="283"/>
                  </a:lnTo>
                  <a:lnTo>
                    <a:pt x="780" y="147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0"/>
            <p:cNvSpPr/>
            <p:nvPr/>
          </p:nvSpPr>
          <p:spPr>
            <a:xfrm>
              <a:off x="-9439743" y="2507787"/>
              <a:ext cx="3800781" cy="2045142"/>
            </a:xfrm>
            <a:custGeom>
              <a:rect b="b" l="l" r="r" t="t"/>
              <a:pathLst>
                <a:path extrusionOk="0" h="3426" w="6367">
                  <a:moveTo>
                    <a:pt x="6367" y="3425"/>
                  </a:moveTo>
                  <a:lnTo>
                    <a:pt x="839" y="227"/>
                  </a:lnTo>
                  <a:lnTo>
                    <a:pt x="0" y="0"/>
                  </a:lnTo>
                  <a:lnTo>
                    <a:pt x="27" y="95"/>
                  </a:lnTo>
                  <a:lnTo>
                    <a:pt x="5559" y="329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0"/>
            <p:cNvSpPr/>
            <p:nvPr/>
          </p:nvSpPr>
          <p:spPr>
            <a:xfrm>
              <a:off x="-6468735" y="4382201"/>
              <a:ext cx="786183" cy="2368688"/>
            </a:xfrm>
            <a:custGeom>
              <a:rect b="b" l="l" r="r" t="t"/>
              <a:pathLst>
                <a:path extrusionOk="0" h="3968" w="1317">
                  <a:moveTo>
                    <a:pt x="394" y="2906"/>
                  </a:moveTo>
                  <a:lnTo>
                    <a:pt x="9" y="3907"/>
                  </a:lnTo>
                  <a:cubicBezTo>
                    <a:pt x="1" y="3927"/>
                    <a:pt x="1" y="3947"/>
                    <a:pt x="11" y="3958"/>
                  </a:cubicBezTo>
                  <a:cubicBezTo>
                    <a:pt x="21" y="3968"/>
                    <a:pt x="38" y="3964"/>
                    <a:pt x="50" y="3947"/>
                  </a:cubicBezTo>
                  <a:lnTo>
                    <a:pt x="1316" y="2587"/>
                  </a:lnTo>
                  <a:lnTo>
                    <a:pt x="1316" y="2372"/>
                  </a:lnTo>
                  <a:lnTo>
                    <a:pt x="1316" y="2372"/>
                  </a:lnTo>
                  <a:lnTo>
                    <a:pt x="1316" y="158"/>
                  </a:lnTo>
                  <a:lnTo>
                    <a:pt x="547" y="3"/>
                  </a:lnTo>
                  <a:cubicBezTo>
                    <a:pt x="533" y="1"/>
                    <a:pt x="518" y="11"/>
                    <a:pt x="508" y="30"/>
                  </a:cubicBezTo>
                  <a:lnTo>
                    <a:pt x="727" y="60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0"/>
            <p:cNvSpPr/>
            <p:nvPr/>
          </p:nvSpPr>
          <p:spPr>
            <a:xfrm>
              <a:off x="-6166679" y="4395931"/>
              <a:ext cx="228632" cy="397567"/>
            </a:xfrm>
            <a:custGeom>
              <a:rect b="b" l="l" r="r" t="t"/>
              <a:pathLst>
                <a:path extrusionOk="0" h="666" w="383">
                  <a:moveTo>
                    <a:pt x="2" y="0"/>
                  </a:moveTo>
                  <a:cubicBezTo>
                    <a:pt x="0" y="2"/>
                    <a:pt x="0" y="2"/>
                    <a:pt x="0" y="7"/>
                  </a:cubicBezTo>
                  <a:lnTo>
                    <a:pt x="215" y="565"/>
                  </a:lnTo>
                  <a:lnTo>
                    <a:pt x="383" y="665"/>
                  </a:lnTo>
                  <a:lnTo>
                    <a:pt x="164" y="9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0"/>
            <p:cNvSpPr/>
            <p:nvPr/>
          </p:nvSpPr>
          <p:spPr>
            <a:xfrm>
              <a:off x="-6422173" y="4406676"/>
              <a:ext cx="784392" cy="2367494"/>
            </a:xfrm>
            <a:custGeom>
              <a:rect b="b" l="l" r="r" t="t"/>
              <a:pathLst>
                <a:path extrusionOk="0" h="3966" w="1314">
                  <a:moveTo>
                    <a:pt x="391" y="2906"/>
                  </a:moveTo>
                  <a:lnTo>
                    <a:pt x="9" y="3906"/>
                  </a:lnTo>
                  <a:cubicBezTo>
                    <a:pt x="1" y="3927"/>
                    <a:pt x="1" y="3947"/>
                    <a:pt x="11" y="3958"/>
                  </a:cubicBezTo>
                  <a:cubicBezTo>
                    <a:pt x="21" y="3966"/>
                    <a:pt x="35" y="3964"/>
                    <a:pt x="50" y="3947"/>
                  </a:cubicBezTo>
                  <a:lnTo>
                    <a:pt x="1314" y="2587"/>
                  </a:lnTo>
                  <a:lnTo>
                    <a:pt x="1314" y="2372"/>
                  </a:lnTo>
                  <a:lnTo>
                    <a:pt x="1314" y="2372"/>
                  </a:lnTo>
                  <a:lnTo>
                    <a:pt x="1314" y="158"/>
                  </a:lnTo>
                  <a:lnTo>
                    <a:pt x="545" y="3"/>
                  </a:lnTo>
                  <a:cubicBezTo>
                    <a:pt x="532" y="1"/>
                    <a:pt x="516" y="11"/>
                    <a:pt x="506" y="29"/>
                  </a:cubicBezTo>
                  <a:lnTo>
                    <a:pt x="727" y="60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0"/>
            <p:cNvSpPr/>
            <p:nvPr/>
          </p:nvSpPr>
          <p:spPr>
            <a:xfrm>
              <a:off x="-9449891" y="2484506"/>
              <a:ext cx="3812123" cy="2019473"/>
            </a:xfrm>
            <a:custGeom>
              <a:rect b="b" l="l" r="r" t="t"/>
              <a:pathLst>
                <a:path extrusionOk="0" h="3383" w="6386">
                  <a:moveTo>
                    <a:pt x="6386" y="3382"/>
                  </a:moveTo>
                  <a:lnTo>
                    <a:pt x="858" y="183"/>
                  </a:lnTo>
                  <a:lnTo>
                    <a:pt x="40" y="1"/>
                  </a:lnTo>
                  <a:lnTo>
                    <a:pt x="1" y="29"/>
                  </a:lnTo>
                  <a:lnTo>
                    <a:pt x="5576" y="324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0"/>
            <p:cNvSpPr/>
            <p:nvPr/>
          </p:nvSpPr>
          <p:spPr>
            <a:xfrm>
              <a:off x="-3680392" y="3982844"/>
              <a:ext cx="363543" cy="585605"/>
            </a:xfrm>
            <a:custGeom>
              <a:rect b="b" l="l" r="r" t="t"/>
              <a:pathLst>
                <a:path extrusionOk="0" h="981" w="609">
                  <a:moveTo>
                    <a:pt x="305" y="99"/>
                  </a:moveTo>
                  <a:cubicBezTo>
                    <a:pt x="473" y="1"/>
                    <a:pt x="608" y="99"/>
                    <a:pt x="608" y="316"/>
                  </a:cubicBezTo>
                  <a:cubicBezTo>
                    <a:pt x="608" y="533"/>
                    <a:pt x="473" y="787"/>
                    <a:pt x="305" y="885"/>
                  </a:cubicBezTo>
                  <a:cubicBezTo>
                    <a:pt x="136" y="981"/>
                    <a:pt x="1" y="885"/>
                    <a:pt x="1" y="666"/>
                  </a:cubicBezTo>
                  <a:cubicBezTo>
                    <a:pt x="3" y="449"/>
                    <a:pt x="138" y="197"/>
                    <a:pt x="305" y="9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0"/>
            <p:cNvSpPr/>
            <p:nvPr/>
          </p:nvSpPr>
          <p:spPr>
            <a:xfrm>
              <a:off x="-3640993" y="4043135"/>
              <a:ext cx="321756" cy="497257"/>
            </a:xfrm>
            <a:custGeom>
              <a:rect b="b" l="l" r="r" t="t"/>
              <a:pathLst>
                <a:path extrusionOk="0" h="833" w="539">
                  <a:moveTo>
                    <a:pt x="477" y="16"/>
                  </a:moveTo>
                  <a:cubicBezTo>
                    <a:pt x="516" y="59"/>
                    <a:pt x="538" y="129"/>
                    <a:pt x="538" y="219"/>
                  </a:cubicBezTo>
                  <a:cubicBezTo>
                    <a:pt x="538" y="436"/>
                    <a:pt x="403" y="688"/>
                    <a:pt x="233" y="786"/>
                  </a:cubicBezTo>
                  <a:cubicBezTo>
                    <a:pt x="170" y="821"/>
                    <a:pt x="111" y="833"/>
                    <a:pt x="61" y="816"/>
                  </a:cubicBezTo>
                  <a:cubicBezTo>
                    <a:pt x="25" y="773"/>
                    <a:pt x="0" y="704"/>
                    <a:pt x="0" y="614"/>
                  </a:cubicBezTo>
                  <a:cubicBezTo>
                    <a:pt x="0" y="397"/>
                    <a:pt x="137" y="143"/>
                    <a:pt x="305" y="47"/>
                  </a:cubicBezTo>
                  <a:cubicBezTo>
                    <a:pt x="368" y="10"/>
                    <a:pt x="428" y="0"/>
                    <a:pt x="477" y="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0"/>
            <p:cNvSpPr/>
            <p:nvPr/>
          </p:nvSpPr>
          <p:spPr>
            <a:xfrm>
              <a:off x="-5531527" y="3536327"/>
              <a:ext cx="3088022" cy="2225420"/>
            </a:xfrm>
            <a:custGeom>
              <a:rect b="b" l="l" r="r" t="t"/>
              <a:pathLst>
                <a:path extrusionOk="0" h="3728" w="5173">
                  <a:moveTo>
                    <a:pt x="5172" y="0"/>
                  </a:moveTo>
                  <a:lnTo>
                    <a:pt x="0" y="3243"/>
                  </a:lnTo>
                  <a:lnTo>
                    <a:pt x="0" y="3728"/>
                  </a:lnTo>
                  <a:lnTo>
                    <a:pt x="5172" y="485"/>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0"/>
            <p:cNvSpPr/>
            <p:nvPr/>
          </p:nvSpPr>
          <p:spPr>
            <a:xfrm>
              <a:off x="-5531527" y="3745856"/>
              <a:ext cx="3088022" cy="2015892"/>
            </a:xfrm>
            <a:custGeom>
              <a:rect b="b" l="l" r="r" t="t"/>
              <a:pathLst>
                <a:path extrusionOk="0" h="3377" w="5173">
                  <a:moveTo>
                    <a:pt x="5172" y="1"/>
                  </a:moveTo>
                  <a:lnTo>
                    <a:pt x="0" y="3244"/>
                  </a:lnTo>
                  <a:lnTo>
                    <a:pt x="0" y="3377"/>
                  </a:lnTo>
                  <a:lnTo>
                    <a:pt x="5172" y="134"/>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0"/>
            <p:cNvSpPr/>
            <p:nvPr/>
          </p:nvSpPr>
          <p:spPr>
            <a:xfrm>
              <a:off x="-5335131" y="3857485"/>
              <a:ext cx="2488088" cy="1587880"/>
            </a:xfrm>
            <a:custGeom>
              <a:rect b="b" l="l" r="r" t="t"/>
              <a:pathLst>
                <a:path extrusionOk="0" h="2660" w="4168">
                  <a:moveTo>
                    <a:pt x="64" y="2539"/>
                  </a:moveTo>
                  <a:lnTo>
                    <a:pt x="4105" y="23"/>
                  </a:lnTo>
                  <a:cubicBezTo>
                    <a:pt x="4141" y="0"/>
                    <a:pt x="4168" y="4"/>
                    <a:pt x="4168" y="33"/>
                  </a:cubicBezTo>
                  <a:lnTo>
                    <a:pt x="4168" y="33"/>
                  </a:lnTo>
                  <a:cubicBezTo>
                    <a:pt x="4168" y="59"/>
                    <a:pt x="4141" y="100"/>
                    <a:pt x="4105" y="121"/>
                  </a:cubicBezTo>
                  <a:lnTo>
                    <a:pt x="64" y="2635"/>
                  </a:lnTo>
                  <a:cubicBezTo>
                    <a:pt x="29" y="2660"/>
                    <a:pt x="0" y="2654"/>
                    <a:pt x="0" y="2627"/>
                  </a:cubicBezTo>
                  <a:lnTo>
                    <a:pt x="0" y="2627"/>
                  </a:lnTo>
                  <a:cubicBezTo>
                    <a:pt x="0" y="2598"/>
                    <a:pt x="31" y="2560"/>
                    <a:pt x="64" y="2539"/>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0"/>
            <p:cNvSpPr/>
            <p:nvPr/>
          </p:nvSpPr>
          <p:spPr>
            <a:xfrm>
              <a:off x="-5884920" y="5373134"/>
              <a:ext cx="536658" cy="685296"/>
            </a:xfrm>
            <a:custGeom>
              <a:rect b="b" l="l" r="r" t="t"/>
              <a:pathLst>
                <a:path extrusionOk="0" h="1148" w="899">
                  <a:moveTo>
                    <a:pt x="678" y="88"/>
                  </a:moveTo>
                  <a:lnTo>
                    <a:pt x="1" y="583"/>
                  </a:lnTo>
                  <a:lnTo>
                    <a:pt x="1" y="1148"/>
                  </a:lnTo>
                  <a:lnTo>
                    <a:pt x="660" y="665"/>
                  </a:lnTo>
                  <a:cubicBezTo>
                    <a:pt x="668" y="661"/>
                    <a:pt x="674" y="657"/>
                    <a:pt x="678" y="653"/>
                  </a:cubicBezTo>
                  <a:cubicBezTo>
                    <a:pt x="799" y="563"/>
                    <a:pt x="895" y="366"/>
                    <a:pt x="895" y="211"/>
                  </a:cubicBezTo>
                  <a:cubicBezTo>
                    <a:pt x="899" y="53"/>
                    <a:pt x="799" y="0"/>
                    <a:pt x="678" y="8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0"/>
            <p:cNvSpPr/>
            <p:nvPr/>
          </p:nvSpPr>
          <p:spPr>
            <a:xfrm>
              <a:off x="-5615099" y="5484166"/>
              <a:ext cx="165952" cy="268029"/>
            </a:xfrm>
            <a:custGeom>
              <a:rect b="b" l="l" r="r" t="t"/>
              <a:pathLst>
                <a:path extrusionOk="0" h="449" w="278">
                  <a:moveTo>
                    <a:pt x="140" y="47"/>
                  </a:moveTo>
                  <a:cubicBezTo>
                    <a:pt x="62" y="90"/>
                    <a:pt x="1" y="205"/>
                    <a:pt x="1" y="305"/>
                  </a:cubicBezTo>
                  <a:cubicBezTo>
                    <a:pt x="1" y="405"/>
                    <a:pt x="62" y="448"/>
                    <a:pt x="140" y="403"/>
                  </a:cubicBezTo>
                  <a:cubicBezTo>
                    <a:pt x="216" y="358"/>
                    <a:pt x="277" y="244"/>
                    <a:pt x="277" y="148"/>
                  </a:cubicBezTo>
                  <a:cubicBezTo>
                    <a:pt x="277" y="47"/>
                    <a:pt x="216" y="0"/>
                    <a:pt x="140" y="4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0"/>
            <p:cNvSpPr/>
            <p:nvPr/>
          </p:nvSpPr>
          <p:spPr>
            <a:xfrm>
              <a:off x="-5591818" y="5535504"/>
              <a:ext cx="142671" cy="200574"/>
            </a:xfrm>
            <a:custGeom>
              <a:rect b="b" l="l" r="r" t="t"/>
              <a:pathLst>
                <a:path extrusionOk="0" h="336" w="239">
                  <a:moveTo>
                    <a:pt x="5" y="319"/>
                  </a:moveTo>
                  <a:cubicBezTo>
                    <a:pt x="31" y="336"/>
                    <a:pt x="64" y="334"/>
                    <a:pt x="101" y="313"/>
                  </a:cubicBezTo>
                  <a:cubicBezTo>
                    <a:pt x="177" y="270"/>
                    <a:pt x="238" y="156"/>
                    <a:pt x="238" y="58"/>
                  </a:cubicBezTo>
                  <a:cubicBezTo>
                    <a:pt x="238" y="43"/>
                    <a:pt x="236" y="27"/>
                    <a:pt x="232" y="15"/>
                  </a:cubicBezTo>
                  <a:cubicBezTo>
                    <a:pt x="207" y="0"/>
                    <a:pt x="175" y="0"/>
                    <a:pt x="138" y="21"/>
                  </a:cubicBezTo>
                  <a:cubicBezTo>
                    <a:pt x="62" y="64"/>
                    <a:pt x="1" y="178"/>
                    <a:pt x="1" y="276"/>
                  </a:cubicBezTo>
                  <a:cubicBezTo>
                    <a:pt x="1" y="293"/>
                    <a:pt x="3" y="307"/>
                    <a:pt x="5" y="3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0"/>
            <p:cNvSpPr/>
            <p:nvPr/>
          </p:nvSpPr>
          <p:spPr>
            <a:xfrm>
              <a:off x="-2768256" y="3413953"/>
              <a:ext cx="426819" cy="687087"/>
            </a:xfrm>
            <a:custGeom>
              <a:rect b="b" l="l" r="r" t="t"/>
              <a:pathLst>
                <a:path extrusionOk="0" h="1151" w="715">
                  <a:moveTo>
                    <a:pt x="359" y="113"/>
                  </a:moveTo>
                  <a:cubicBezTo>
                    <a:pt x="557" y="0"/>
                    <a:pt x="715" y="117"/>
                    <a:pt x="715" y="369"/>
                  </a:cubicBezTo>
                  <a:cubicBezTo>
                    <a:pt x="715" y="622"/>
                    <a:pt x="553" y="923"/>
                    <a:pt x="359" y="1038"/>
                  </a:cubicBezTo>
                  <a:cubicBezTo>
                    <a:pt x="163" y="1150"/>
                    <a:pt x="5" y="1034"/>
                    <a:pt x="5" y="782"/>
                  </a:cubicBezTo>
                  <a:cubicBezTo>
                    <a:pt x="1" y="526"/>
                    <a:pt x="163" y="226"/>
                    <a:pt x="359" y="11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0"/>
            <p:cNvSpPr/>
            <p:nvPr/>
          </p:nvSpPr>
          <p:spPr>
            <a:xfrm>
              <a:off x="-2715724" y="3480811"/>
              <a:ext cx="375482" cy="584412"/>
            </a:xfrm>
            <a:custGeom>
              <a:rect b="b" l="l" r="r" t="t"/>
              <a:pathLst>
                <a:path extrusionOk="0" h="979" w="629">
                  <a:moveTo>
                    <a:pt x="555" y="19"/>
                  </a:moveTo>
                  <a:cubicBezTo>
                    <a:pt x="602" y="71"/>
                    <a:pt x="629" y="152"/>
                    <a:pt x="629" y="257"/>
                  </a:cubicBezTo>
                  <a:cubicBezTo>
                    <a:pt x="629" y="512"/>
                    <a:pt x="469" y="811"/>
                    <a:pt x="275" y="926"/>
                  </a:cubicBezTo>
                  <a:cubicBezTo>
                    <a:pt x="199" y="969"/>
                    <a:pt x="132" y="979"/>
                    <a:pt x="75" y="961"/>
                  </a:cubicBezTo>
                  <a:cubicBezTo>
                    <a:pt x="30" y="909"/>
                    <a:pt x="1" y="828"/>
                    <a:pt x="1" y="723"/>
                  </a:cubicBezTo>
                  <a:cubicBezTo>
                    <a:pt x="1" y="467"/>
                    <a:pt x="163" y="169"/>
                    <a:pt x="357" y="54"/>
                  </a:cubicBezTo>
                  <a:cubicBezTo>
                    <a:pt x="431" y="15"/>
                    <a:pt x="496" y="1"/>
                    <a:pt x="555" y="19"/>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0"/>
            <p:cNvSpPr/>
            <p:nvPr/>
          </p:nvSpPr>
          <p:spPr>
            <a:xfrm>
              <a:off x="-4382402" y="4472937"/>
              <a:ext cx="152819" cy="278774"/>
            </a:xfrm>
            <a:custGeom>
              <a:rect b="b" l="l" r="r" t="t"/>
              <a:pathLst>
                <a:path extrusionOk="0" h="467" w="256">
                  <a:moveTo>
                    <a:pt x="254" y="94"/>
                  </a:moveTo>
                  <a:lnTo>
                    <a:pt x="248" y="311"/>
                  </a:lnTo>
                  <a:lnTo>
                    <a:pt x="0" y="467"/>
                  </a:lnTo>
                  <a:lnTo>
                    <a:pt x="4" y="238"/>
                  </a:lnTo>
                  <a:lnTo>
                    <a:pt x="4" y="227"/>
                  </a:lnTo>
                  <a:cubicBezTo>
                    <a:pt x="8" y="158"/>
                    <a:pt x="64" y="74"/>
                    <a:pt x="133" y="35"/>
                  </a:cubicBezTo>
                  <a:cubicBezTo>
                    <a:pt x="203" y="0"/>
                    <a:pt x="256" y="25"/>
                    <a:pt x="254" y="9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0"/>
            <p:cNvSpPr/>
            <p:nvPr/>
          </p:nvSpPr>
          <p:spPr>
            <a:xfrm>
              <a:off x="-4500001" y="4551138"/>
              <a:ext cx="374288" cy="167742"/>
            </a:xfrm>
            <a:custGeom>
              <a:rect b="b" l="l" r="r" t="t"/>
              <a:pathLst>
                <a:path extrusionOk="0" h="281" w="627">
                  <a:moveTo>
                    <a:pt x="1" y="49"/>
                  </a:moveTo>
                  <a:lnTo>
                    <a:pt x="21" y="281"/>
                  </a:lnTo>
                  <a:lnTo>
                    <a:pt x="525" y="240"/>
                  </a:lnTo>
                  <a:cubicBezTo>
                    <a:pt x="627" y="231"/>
                    <a:pt x="608" y="0"/>
                    <a:pt x="504" y="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0"/>
            <p:cNvSpPr/>
            <p:nvPr/>
          </p:nvSpPr>
          <p:spPr>
            <a:xfrm>
              <a:off x="-4500001" y="4566658"/>
              <a:ext cx="349813" cy="72828"/>
            </a:xfrm>
            <a:custGeom>
              <a:rect b="b" l="l" r="r" t="t"/>
              <a:pathLst>
                <a:path extrusionOk="0" h="122" w="586">
                  <a:moveTo>
                    <a:pt x="1" y="44"/>
                  </a:moveTo>
                  <a:lnTo>
                    <a:pt x="7" y="122"/>
                  </a:lnTo>
                  <a:lnTo>
                    <a:pt x="586" y="74"/>
                  </a:lnTo>
                  <a:cubicBezTo>
                    <a:pt x="580" y="44"/>
                    <a:pt x="568" y="15"/>
                    <a:pt x="549"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0"/>
            <p:cNvSpPr/>
            <p:nvPr/>
          </p:nvSpPr>
          <p:spPr>
            <a:xfrm>
              <a:off x="-4492241" y="4664558"/>
              <a:ext cx="338471" cy="41189"/>
            </a:xfrm>
            <a:custGeom>
              <a:rect b="b" l="l" r="r" t="t"/>
              <a:pathLst>
                <a:path extrusionOk="0" h="69" w="567">
                  <a:moveTo>
                    <a:pt x="0" y="48"/>
                  </a:moveTo>
                  <a:lnTo>
                    <a:pt x="2" y="68"/>
                  </a:lnTo>
                  <a:lnTo>
                    <a:pt x="555" y="21"/>
                  </a:lnTo>
                  <a:cubicBezTo>
                    <a:pt x="561" y="13"/>
                    <a:pt x="563" y="9"/>
                    <a:pt x="567"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0"/>
            <p:cNvSpPr/>
            <p:nvPr/>
          </p:nvSpPr>
          <p:spPr>
            <a:xfrm>
              <a:off x="-5173955" y="4506963"/>
              <a:ext cx="739621" cy="330112"/>
            </a:xfrm>
            <a:custGeom>
              <a:rect b="b" l="l" r="r" t="t"/>
              <a:pathLst>
                <a:path extrusionOk="0" h="553" w="1239">
                  <a:moveTo>
                    <a:pt x="0" y="97"/>
                  </a:moveTo>
                  <a:lnTo>
                    <a:pt x="39" y="553"/>
                  </a:lnTo>
                  <a:lnTo>
                    <a:pt x="1034" y="473"/>
                  </a:lnTo>
                  <a:cubicBezTo>
                    <a:pt x="1238" y="459"/>
                    <a:pt x="1203" y="1"/>
                    <a:pt x="997" y="1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0"/>
            <p:cNvSpPr/>
            <p:nvPr/>
          </p:nvSpPr>
          <p:spPr>
            <a:xfrm>
              <a:off x="-5170373" y="4536214"/>
              <a:ext cx="691865" cy="145058"/>
            </a:xfrm>
            <a:custGeom>
              <a:rect b="b" l="l" r="r" t="t"/>
              <a:pathLst>
                <a:path extrusionOk="0" h="243" w="1159">
                  <a:moveTo>
                    <a:pt x="1" y="89"/>
                  </a:moveTo>
                  <a:lnTo>
                    <a:pt x="13" y="242"/>
                  </a:lnTo>
                  <a:lnTo>
                    <a:pt x="1159" y="148"/>
                  </a:lnTo>
                  <a:cubicBezTo>
                    <a:pt x="1148" y="91"/>
                    <a:pt x="1124" y="33"/>
                    <a:pt x="1087" y="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0"/>
            <p:cNvSpPr/>
            <p:nvPr/>
          </p:nvSpPr>
          <p:spPr>
            <a:xfrm>
              <a:off x="-5155450" y="4730222"/>
              <a:ext cx="668584" cy="78797"/>
            </a:xfrm>
            <a:custGeom>
              <a:rect b="b" l="l" r="r" t="t"/>
              <a:pathLst>
                <a:path extrusionOk="0" h="132" w="1120">
                  <a:moveTo>
                    <a:pt x="0" y="93"/>
                  </a:moveTo>
                  <a:lnTo>
                    <a:pt x="4" y="132"/>
                  </a:lnTo>
                  <a:lnTo>
                    <a:pt x="1095" y="42"/>
                  </a:lnTo>
                  <a:cubicBezTo>
                    <a:pt x="1105" y="30"/>
                    <a:pt x="1111" y="15"/>
                    <a:pt x="1119"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0"/>
            <p:cNvSpPr/>
            <p:nvPr/>
          </p:nvSpPr>
          <p:spPr>
            <a:xfrm>
              <a:off x="-5267079" y="4530244"/>
              <a:ext cx="252510" cy="330112"/>
            </a:xfrm>
            <a:custGeom>
              <a:rect b="b" l="l" r="r" t="t"/>
              <a:pathLst>
                <a:path extrusionOk="0" h="553" w="423">
                  <a:moveTo>
                    <a:pt x="1" y="31"/>
                  </a:moveTo>
                  <a:lnTo>
                    <a:pt x="50" y="553"/>
                  </a:lnTo>
                  <a:lnTo>
                    <a:pt x="193" y="541"/>
                  </a:lnTo>
                  <a:cubicBezTo>
                    <a:pt x="422" y="522"/>
                    <a:pt x="375" y="0"/>
                    <a:pt x="144"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0"/>
            <p:cNvSpPr/>
            <p:nvPr/>
          </p:nvSpPr>
          <p:spPr>
            <a:xfrm>
              <a:off x="-5206787" y="4565464"/>
              <a:ext cx="139686" cy="97302"/>
            </a:xfrm>
            <a:custGeom>
              <a:rect b="b" l="l" r="r" t="t"/>
              <a:pathLst>
                <a:path extrusionOk="0" h="163" w="234">
                  <a:moveTo>
                    <a:pt x="86" y="162"/>
                  </a:moveTo>
                  <a:lnTo>
                    <a:pt x="233" y="148"/>
                  </a:lnTo>
                  <a:cubicBezTo>
                    <a:pt x="217" y="87"/>
                    <a:pt x="188" y="34"/>
                    <a:pt x="152" y="1"/>
                  </a:cubicBezTo>
                  <a:lnTo>
                    <a:pt x="0" y="13"/>
                  </a:lnTo>
                  <a:cubicBezTo>
                    <a:pt x="41" y="44"/>
                    <a:pt x="72" y="97"/>
                    <a:pt x="86" y="162"/>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0"/>
            <p:cNvSpPr/>
            <p:nvPr/>
          </p:nvSpPr>
          <p:spPr>
            <a:xfrm>
              <a:off x="-5363187" y="4542183"/>
              <a:ext cx="222662" cy="324739"/>
            </a:xfrm>
            <a:custGeom>
              <a:rect b="b" l="l" r="r" t="t"/>
              <a:pathLst>
                <a:path extrusionOk="0" h="544" w="373">
                  <a:moveTo>
                    <a:pt x="11" y="287"/>
                  </a:moveTo>
                  <a:cubicBezTo>
                    <a:pt x="25" y="431"/>
                    <a:pt x="111" y="543"/>
                    <a:pt x="205" y="533"/>
                  </a:cubicBezTo>
                  <a:cubicBezTo>
                    <a:pt x="303" y="525"/>
                    <a:pt x="373" y="402"/>
                    <a:pt x="358" y="257"/>
                  </a:cubicBezTo>
                  <a:cubicBezTo>
                    <a:pt x="346" y="113"/>
                    <a:pt x="260" y="1"/>
                    <a:pt x="164" y="11"/>
                  </a:cubicBezTo>
                  <a:cubicBezTo>
                    <a:pt x="70" y="19"/>
                    <a:pt x="0" y="144"/>
                    <a:pt x="11" y="28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0"/>
            <p:cNvSpPr/>
            <p:nvPr/>
          </p:nvSpPr>
          <p:spPr>
            <a:xfrm>
              <a:off x="-5023524" y="4524275"/>
              <a:ext cx="238780" cy="306831"/>
            </a:xfrm>
            <a:custGeom>
              <a:rect b="b" l="l" r="r" t="t"/>
              <a:pathLst>
                <a:path extrusionOk="0" h="514" w="400">
                  <a:moveTo>
                    <a:pt x="84" y="514"/>
                  </a:moveTo>
                  <a:lnTo>
                    <a:pt x="182" y="508"/>
                  </a:lnTo>
                  <a:cubicBezTo>
                    <a:pt x="399" y="489"/>
                    <a:pt x="360" y="0"/>
                    <a:pt x="141" y="19"/>
                  </a:cubicBezTo>
                  <a:lnTo>
                    <a:pt x="43" y="27"/>
                  </a:lnTo>
                  <a:cubicBezTo>
                    <a:pt x="27" y="29"/>
                    <a:pt x="4" y="39"/>
                    <a:pt x="0" y="47"/>
                  </a:cubicBezTo>
                  <a:lnTo>
                    <a:pt x="64" y="41"/>
                  </a:lnTo>
                  <a:cubicBezTo>
                    <a:pt x="213" y="113"/>
                    <a:pt x="237" y="409"/>
                    <a:pt x="102" y="499"/>
                  </a:cubicBezTo>
                  <a:lnTo>
                    <a:pt x="39" y="504"/>
                  </a:lnTo>
                  <a:cubicBezTo>
                    <a:pt x="49" y="512"/>
                    <a:pt x="74" y="514"/>
                    <a:pt x="84" y="5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0"/>
            <p:cNvSpPr/>
            <p:nvPr/>
          </p:nvSpPr>
          <p:spPr>
            <a:xfrm>
              <a:off x="-4987110" y="4523081"/>
              <a:ext cx="213111" cy="306831"/>
            </a:xfrm>
            <a:custGeom>
              <a:rect b="b" l="l" r="r" t="t"/>
              <a:pathLst>
                <a:path extrusionOk="0" h="514" w="357">
                  <a:moveTo>
                    <a:pt x="41" y="514"/>
                  </a:moveTo>
                  <a:lnTo>
                    <a:pt x="138" y="506"/>
                  </a:lnTo>
                  <a:cubicBezTo>
                    <a:pt x="356" y="489"/>
                    <a:pt x="318" y="0"/>
                    <a:pt x="97" y="17"/>
                  </a:cubicBezTo>
                  <a:lnTo>
                    <a:pt x="0" y="25"/>
                  </a:lnTo>
                  <a:cubicBezTo>
                    <a:pt x="178" y="64"/>
                    <a:pt x="209" y="452"/>
                    <a:pt x="41" y="5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0"/>
            <p:cNvSpPr/>
            <p:nvPr/>
          </p:nvSpPr>
          <p:spPr>
            <a:xfrm>
              <a:off x="-4949503" y="4553525"/>
              <a:ext cx="124166" cy="90736"/>
            </a:xfrm>
            <a:custGeom>
              <a:rect b="b" l="l" r="r" t="t"/>
              <a:pathLst>
                <a:path extrusionOk="0" h="152" w="208">
                  <a:moveTo>
                    <a:pt x="79" y="152"/>
                  </a:moveTo>
                  <a:lnTo>
                    <a:pt x="208" y="141"/>
                  </a:lnTo>
                  <a:cubicBezTo>
                    <a:pt x="193" y="82"/>
                    <a:pt x="167" y="31"/>
                    <a:pt x="130" y="0"/>
                  </a:cubicBezTo>
                  <a:lnTo>
                    <a:pt x="1" y="11"/>
                  </a:lnTo>
                  <a:cubicBezTo>
                    <a:pt x="40" y="41"/>
                    <a:pt x="64" y="92"/>
                    <a:pt x="79" y="152"/>
                  </a:cubicBez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0"/>
            <p:cNvSpPr/>
            <p:nvPr/>
          </p:nvSpPr>
          <p:spPr>
            <a:xfrm>
              <a:off x="-4918461" y="4762457"/>
              <a:ext cx="89543" cy="29847"/>
            </a:xfrm>
            <a:custGeom>
              <a:rect b="b" l="l" r="r" t="t"/>
              <a:pathLst>
                <a:path extrusionOk="0" h="50" w="150">
                  <a:moveTo>
                    <a:pt x="0" y="49"/>
                  </a:moveTo>
                  <a:lnTo>
                    <a:pt x="131" y="39"/>
                  </a:lnTo>
                  <a:cubicBezTo>
                    <a:pt x="139" y="27"/>
                    <a:pt x="145" y="12"/>
                    <a:pt x="149" y="0"/>
                  </a:cubicBezTo>
                  <a:lnTo>
                    <a:pt x="18" y="10"/>
                  </a:lnTo>
                  <a:cubicBezTo>
                    <a:pt x="12" y="27"/>
                    <a:pt x="8" y="39"/>
                    <a:pt x="0" y="49"/>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0"/>
            <p:cNvSpPr/>
            <p:nvPr/>
          </p:nvSpPr>
          <p:spPr>
            <a:xfrm>
              <a:off x="-4295845" y="4530244"/>
              <a:ext cx="158192" cy="410700"/>
            </a:xfrm>
            <a:custGeom>
              <a:rect b="b" l="l" r="r" t="t"/>
              <a:pathLst>
                <a:path extrusionOk="0" h="688" w="265">
                  <a:moveTo>
                    <a:pt x="262" y="99"/>
                  </a:moveTo>
                  <a:lnTo>
                    <a:pt x="248" y="555"/>
                  </a:lnTo>
                  <a:lnTo>
                    <a:pt x="0" y="688"/>
                  </a:lnTo>
                  <a:lnTo>
                    <a:pt x="13" y="240"/>
                  </a:lnTo>
                  <a:lnTo>
                    <a:pt x="13" y="230"/>
                  </a:lnTo>
                  <a:cubicBezTo>
                    <a:pt x="17" y="162"/>
                    <a:pt x="72" y="74"/>
                    <a:pt x="142" y="39"/>
                  </a:cubicBezTo>
                  <a:cubicBezTo>
                    <a:pt x="211" y="0"/>
                    <a:pt x="264" y="25"/>
                    <a:pt x="262" y="9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0"/>
            <p:cNvSpPr/>
            <p:nvPr/>
          </p:nvSpPr>
          <p:spPr>
            <a:xfrm>
              <a:off x="-4252865" y="4574418"/>
              <a:ext cx="83573" cy="108047"/>
            </a:xfrm>
            <a:custGeom>
              <a:rect b="b" l="l" r="r" t="t"/>
              <a:pathLst>
                <a:path extrusionOk="0" h="181" w="140">
                  <a:moveTo>
                    <a:pt x="135" y="53"/>
                  </a:moveTo>
                  <a:cubicBezTo>
                    <a:pt x="133" y="92"/>
                    <a:pt x="102" y="139"/>
                    <a:pt x="68" y="160"/>
                  </a:cubicBezTo>
                  <a:cubicBezTo>
                    <a:pt x="29" y="180"/>
                    <a:pt x="0" y="164"/>
                    <a:pt x="0" y="127"/>
                  </a:cubicBezTo>
                  <a:cubicBezTo>
                    <a:pt x="2" y="88"/>
                    <a:pt x="33" y="41"/>
                    <a:pt x="70" y="21"/>
                  </a:cubicBezTo>
                  <a:cubicBezTo>
                    <a:pt x="109" y="0"/>
                    <a:pt x="139" y="16"/>
                    <a:pt x="135" y="5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0"/>
            <p:cNvSpPr/>
            <p:nvPr/>
          </p:nvSpPr>
          <p:spPr>
            <a:xfrm>
              <a:off x="-5541675" y="4643664"/>
              <a:ext cx="341455" cy="153416"/>
            </a:xfrm>
            <a:custGeom>
              <a:rect b="b" l="l" r="r" t="t"/>
              <a:pathLst>
                <a:path extrusionOk="0" h="257" w="572">
                  <a:moveTo>
                    <a:pt x="1" y="46"/>
                  </a:moveTo>
                  <a:lnTo>
                    <a:pt x="19" y="256"/>
                  </a:lnTo>
                  <a:lnTo>
                    <a:pt x="477" y="218"/>
                  </a:lnTo>
                  <a:cubicBezTo>
                    <a:pt x="571" y="209"/>
                    <a:pt x="553" y="1"/>
                    <a:pt x="459" y="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0"/>
            <p:cNvSpPr/>
            <p:nvPr/>
          </p:nvSpPr>
          <p:spPr>
            <a:xfrm>
              <a:off x="-5540481" y="4658588"/>
              <a:ext cx="318174" cy="67455"/>
            </a:xfrm>
            <a:custGeom>
              <a:rect b="b" l="l" r="r" t="t"/>
              <a:pathLst>
                <a:path extrusionOk="0" h="113" w="533">
                  <a:moveTo>
                    <a:pt x="1" y="41"/>
                  </a:moveTo>
                  <a:lnTo>
                    <a:pt x="7" y="113"/>
                  </a:lnTo>
                  <a:lnTo>
                    <a:pt x="533" y="70"/>
                  </a:lnTo>
                  <a:cubicBezTo>
                    <a:pt x="529" y="41"/>
                    <a:pt x="518" y="15"/>
                    <a:pt x="50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0"/>
            <p:cNvSpPr/>
            <p:nvPr/>
          </p:nvSpPr>
          <p:spPr>
            <a:xfrm>
              <a:off x="-5534511" y="4748727"/>
              <a:ext cx="309817" cy="35817"/>
            </a:xfrm>
            <a:custGeom>
              <a:rect b="b" l="l" r="r" t="t"/>
              <a:pathLst>
                <a:path extrusionOk="0" h="60" w="519">
                  <a:moveTo>
                    <a:pt x="1" y="42"/>
                  </a:moveTo>
                  <a:lnTo>
                    <a:pt x="5" y="60"/>
                  </a:lnTo>
                  <a:lnTo>
                    <a:pt x="508" y="17"/>
                  </a:lnTo>
                  <a:cubicBezTo>
                    <a:pt x="512" y="13"/>
                    <a:pt x="516" y="5"/>
                    <a:pt x="519" y="1"/>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0"/>
            <p:cNvSpPr/>
            <p:nvPr/>
          </p:nvSpPr>
          <p:spPr>
            <a:xfrm>
              <a:off x="-5171567" y="4779171"/>
              <a:ext cx="98497" cy="34026"/>
            </a:xfrm>
            <a:custGeom>
              <a:rect b="b" l="l" r="r" t="t"/>
              <a:pathLst>
                <a:path extrusionOk="0" h="57" w="165">
                  <a:moveTo>
                    <a:pt x="1" y="56"/>
                  </a:moveTo>
                  <a:lnTo>
                    <a:pt x="144" y="44"/>
                  </a:lnTo>
                  <a:cubicBezTo>
                    <a:pt x="150" y="32"/>
                    <a:pt x="158" y="15"/>
                    <a:pt x="164" y="1"/>
                  </a:cubicBezTo>
                  <a:lnTo>
                    <a:pt x="17" y="13"/>
                  </a:lnTo>
                  <a:cubicBezTo>
                    <a:pt x="15" y="29"/>
                    <a:pt x="7" y="44"/>
                    <a:pt x="1" y="56"/>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0"/>
            <p:cNvSpPr/>
            <p:nvPr/>
          </p:nvSpPr>
          <p:spPr>
            <a:xfrm>
              <a:off x="-5745831" y="4663364"/>
              <a:ext cx="264449" cy="302055"/>
            </a:xfrm>
            <a:custGeom>
              <a:rect b="b" l="l" r="r" t="t"/>
              <a:pathLst>
                <a:path extrusionOk="0" h="506" w="443">
                  <a:moveTo>
                    <a:pt x="334" y="33"/>
                  </a:moveTo>
                  <a:lnTo>
                    <a:pt x="1" y="228"/>
                  </a:lnTo>
                  <a:lnTo>
                    <a:pt x="1" y="506"/>
                  </a:lnTo>
                  <a:lnTo>
                    <a:pt x="324" y="318"/>
                  </a:lnTo>
                  <a:cubicBezTo>
                    <a:pt x="328" y="313"/>
                    <a:pt x="332" y="313"/>
                    <a:pt x="334" y="311"/>
                  </a:cubicBezTo>
                  <a:cubicBezTo>
                    <a:pt x="394" y="277"/>
                    <a:pt x="443" y="187"/>
                    <a:pt x="443" y="111"/>
                  </a:cubicBezTo>
                  <a:cubicBezTo>
                    <a:pt x="441" y="33"/>
                    <a:pt x="394" y="0"/>
                    <a:pt x="334" y="3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0"/>
            <p:cNvSpPr/>
            <p:nvPr/>
          </p:nvSpPr>
          <p:spPr>
            <a:xfrm>
              <a:off x="-5584058" y="4708732"/>
              <a:ext cx="71037" cy="115211"/>
            </a:xfrm>
            <a:custGeom>
              <a:rect b="b" l="l" r="r" t="t"/>
              <a:pathLst>
                <a:path extrusionOk="0" h="193" w="119">
                  <a:moveTo>
                    <a:pt x="59" y="21"/>
                  </a:moveTo>
                  <a:cubicBezTo>
                    <a:pt x="27" y="41"/>
                    <a:pt x="0" y="90"/>
                    <a:pt x="0" y="131"/>
                  </a:cubicBezTo>
                  <a:cubicBezTo>
                    <a:pt x="0" y="174"/>
                    <a:pt x="29" y="192"/>
                    <a:pt x="59" y="174"/>
                  </a:cubicBezTo>
                  <a:cubicBezTo>
                    <a:pt x="92" y="154"/>
                    <a:pt x="119" y="107"/>
                    <a:pt x="119" y="64"/>
                  </a:cubicBezTo>
                  <a:cubicBezTo>
                    <a:pt x="119" y="23"/>
                    <a:pt x="92" y="0"/>
                    <a:pt x="59" y="2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0"/>
            <p:cNvSpPr/>
            <p:nvPr/>
          </p:nvSpPr>
          <p:spPr>
            <a:xfrm>
              <a:off x="-6035948" y="4695002"/>
              <a:ext cx="172519" cy="447711"/>
            </a:xfrm>
            <a:custGeom>
              <a:rect b="b" l="l" r="r" t="t"/>
              <a:pathLst>
                <a:path extrusionOk="0" h="750" w="289">
                  <a:moveTo>
                    <a:pt x="160" y="78"/>
                  </a:moveTo>
                  <a:lnTo>
                    <a:pt x="63" y="324"/>
                  </a:lnTo>
                  <a:lnTo>
                    <a:pt x="0" y="749"/>
                  </a:lnTo>
                  <a:lnTo>
                    <a:pt x="2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0"/>
            <p:cNvSpPr/>
            <p:nvPr/>
          </p:nvSpPr>
          <p:spPr>
            <a:xfrm>
              <a:off x="-6114148" y="4604863"/>
              <a:ext cx="407120" cy="1048240"/>
            </a:xfrm>
            <a:custGeom>
              <a:rect b="b" l="l" r="r" t="t"/>
              <a:pathLst>
                <a:path extrusionOk="0" h="1756" w="682">
                  <a:moveTo>
                    <a:pt x="550" y="78"/>
                  </a:moveTo>
                  <a:lnTo>
                    <a:pt x="66" y="1328"/>
                  </a:lnTo>
                  <a:lnTo>
                    <a:pt x="0" y="1756"/>
                  </a:lnTo>
                  <a:lnTo>
                    <a:pt x="68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0"/>
            <p:cNvSpPr/>
            <p:nvPr/>
          </p:nvSpPr>
          <p:spPr>
            <a:xfrm>
              <a:off x="-6188766" y="4582776"/>
              <a:ext cx="550985" cy="1559227"/>
            </a:xfrm>
            <a:custGeom>
              <a:rect b="b" l="l" r="r" t="t"/>
              <a:pathLst>
                <a:path extrusionOk="0" h="2612" w="923">
                  <a:moveTo>
                    <a:pt x="923" y="0"/>
                  </a:moveTo>
                  <a:lnTo>
                    <a:pt x="60" y="2216"/>
                  </a:lnTo>
                  <a:lnTo>
                    <a:pt x="0" y="2611"/>
                  </a:lnTo>
                  <a:lnTo>
                    <a:pt x="11" y="2605"/>
                  </a:lnTo>
                  <a:lnTo>
                    <a:pt x="923" y="26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0"/>
            <p:cNvSpPr/>
            <p:nvPr/>
          </p:nvSpPr>
          <p:spPr>
            <a:xfrm>
              <a:off x="-6104596" y="4891994"/>
              <a:ext cx="466815" cy="1201058"/>
            </a:xfrm>
            <a:custGeom>
              <a:rect b="b" l="l" r="r" t="t"/>
              <a:pathLst>
                <a:path extrusionOk="0" h="2012" w="782">
                  <a:moveTo>
                    <a:pt x="782" y="0"/>
                  </a:moveTo>
                  <a:lnTo>
                    <a:pt x="0" y="2011"/>
                  </a:lnTo>
                  <a:lnTo>
                    <a:pt x="131" y="1938"/>
                  </a:lnTo>
                  <a:lnTo>
                    <a:pt x="782" y="26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0"/>
            <p:cNvSpPr/>
            <p:nvPr/>
          </p:nvSpPr>
          <p:spPr>
            <a:xfrm>
              <a:off x="-5949390" y="5203004"/>
              <a:ext cx="311608" cy="799313"/>
            </a:xfrm>
            <a:custGeom>
              <a:rect b="b" l="l" r="r" t="t"/>
              <a:pathLst>
                <a:path extrusionOk="0" h="1339" w="522">
                  <a:moveTo>
                    <a:pt x="522" y="1"/>
                  </a:moveTo>
                  <a:lnTo>
                    <a:pt x="0" y="1339"/>
                  </a:lnTo>
                  <a:lnTo>
                    <a:pt x="131" y="1265"/>
                  </a:lnTo>
                  <a:lnTo>
                    <a:pt x="522" y="2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0"/>
            <p:cNvSpPr/>
            <p:nvPr/>
          </p:nvSpPr>
          <p:spPr>
            <a:xfrm>
              <a:off x="-5792990" y="5513416"/>
              <a:ext cx="155207" cy="398761"/>
            </a:xfrm>
            <a:custGeom>
              <a:rect b="b" l="l" r="r" t="t"/>
              <a:pathLst>
                <a:path extrusionOk="0" h="668" w="260">
                  <a:moveTo>
                    <a:pt x="260" y="0"/>
                  </a:moveTo>
                  <a:lnTo>
                    <a:pt x="0" y="667"/>
                  </a:lnTo>
                  <a:lnTo>
                    <a:pt x="131" y="594"/>
                  </a:lnTo>
                  <a:lnTo>
                    <a:pt x="260" y="25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5" name="Google Shape;5265;p50"/>
          <p:cNvGrpSpPr/>
          <p:nvPr/>
        </p:nvGrpSpPr>
        <p:grpSpPr>
          <a:xfrm>
            <a:off x="7375548" y="860798"/>
            <a:ext cx="830894" cy="591536"/>
            <a:chOff x="7088023" y="1297048"/>
            <a:chExt cx="830894" cy="591536"/>
          </a:xfrm>
        </p:grpSpPr>
        <p:sp>
          <p:nvSpPr>
            <p:cNvPr id="5266" name="Google Shape;5266;p50"/>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0"/>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0"/>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0"/>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0"/>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0"/>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0"/>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0"/>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0"/>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0"/>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0"/>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0"/>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0"/>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0"/>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0"/>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0"/>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0"/>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0"/>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0"/>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0"/>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0"/>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0"/>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0"/>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0"/>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0"/>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0"/>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0"/>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0"/>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0"/>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0"/>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0"/>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0"/>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0"/>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9" name="Google Shape;5299;p50"/>
          <p:cNvGrpSpPr/>
          <p:nvPr/>
        </p:nvGrpSpPr>
        <p:grpSpPr>
          <a:xfrm>
            <a:off x="6861198" y="2480048"/>
            <a:ext cx="830894" cy="591536"/>
            <a:chOff x="7088023" y="1297048"/>
            <a:chExt cx="830894" cy="591536"/>
          </a:xfrm>
        </p:grpSpPr>
        <p:sp>
          <p:nvSpPr>
            <p:cNvPr id="5300" name="Google Shape;5300;p50"/>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0"/>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0"/>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0"/>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0"/>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0"/>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0"/>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0"/>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0"/>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0"/>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0"/>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0"/>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0"/>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0"/>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0"/>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0"/>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0"/>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0"/>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0"/>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0"/>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0"/>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0"/>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0"/>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0"/>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0"/>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0"/>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0"/>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0"/>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0"/>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0"/>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0"/>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0"/>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0"/>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3" name="Google Shape;5333;p50"/>
          <p:cNvGrpSpPr/>
          <p:nvPr/>
        </p:nvGrpSpPr>
        <p:grpSpPr>
          <a:xfrm>
            <a:off x="4327548" y="4099298"/>
            <a:ext cx="830894" cy="591536"/>
            <a:chOff x="7088023" y="1297048"/>
            <a:chExt cx="830894" cy="591536"/>
          </a:xfrm>
        </p:grpSpPr>
        <p:sp>
          <p:nvSpPr>
            <p:cNvPr id="5334" name="Google Shape;5334;p50"/>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0"/>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0"/>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0"/>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0"/>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0"/>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0"/>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0"/>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0"/>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0"/>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0"/>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0"/>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0"/>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0"/>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0"/>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0"/>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0"/>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0"/>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0"/>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0"/>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0"/>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0"/>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0"/>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0"/>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0"/>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0"/>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0"/>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0"/>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0"/>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0"/>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0"/>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0"/>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0"/>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7" name="Google Shape;5367;p50"/>
          <p:cNvGrpSpPr/>
          <p:nvPr/>
        </p:nvGrpSpPr>
        <p:grpSpPr>
          <a:xfrm>
            <a:off x="574698" y="1222748"/>
            <a:ext cx="830894" cy="591536"/>
            <a:chOff x="7088023" y="1297048"/>
            <a:chExt cx="830894" cy="591536"/>
          </a:xfrm>
        </p:grpSpPr>
        <p:sp>
          <p:nvSpPr>
            <p:cNvPr id="5368" name="Google Shape;5368;p50"/>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0"/>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0"/>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0"/>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0"/>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0"/>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0"/>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0"/>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0"/>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0"/>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0"/>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0"/>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0"/>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0"/>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0"/>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0"/>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0"/>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0"/>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0"/>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0"/>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0"/>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0"/>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0"/>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0"/>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0"/>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0"/>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0"/>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0"/>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0"/>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0"/>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0"/>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0"/>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0"/>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1" name="Google Shape;5401;p50"/>
          <p:cNvGrpSpPr/>
          <p:nvPr/>
        </p:nvGrpSpPr>
        <p:grpSpPr>
          <a:xfrm>
            <a:off x="727098" y="1375148"/>
            <a:ext cx="830894" cy="591536"/>
            <a:chOff x="7088023" y="1297048"/>
            <a:chExt cx="830894" cy="591536"/>
          </a:xfrm>
        </p:grpSpPr>
        <p:sp>
          <p:nvSpPr>
            <p:cNvPr id="5402" name="Google Shape;5402;p50"/>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0"/>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0"/>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0"/>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0"/>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0"/>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0"/>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0"/>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0"/>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0"/>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0"/>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0"/>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0"/>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0"/>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0"/>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0"/>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0"/>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0"/>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0"/>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0"/>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0"/>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0"/>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0"/>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0"/>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0"/>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0"/>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0"/>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0"/>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0"/>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0"/>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0"/>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0"/>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0"/>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38" name="Shape 5438"/>
        <p:cNvGrpSpPr/>
        <p:nvPr/>
      </p:nvGrpSpPr>
      <p:grpSpPr>
        <a:xfrm>
          <a:off x="0" y="0"/>
          <a:ext cx="0" cy="0"/>
          <a:chOff x="0" y="0"/>
          <a:chExt cx="0" cy="0"/>
        </a:xfrm>
      </p:grpSpPr>
      <p:sp>
        <p:nvSpPr>
          <p:cNvPr id="5439" name="Google Shape;5439;p51"/>
          <p:cNvSpPr txBox="1"/>
          <p:nvPr>
            <p:ph idx="1" type="subTitle"/>
          </p:nvPr>
        </p:nvSpPr>
        <p:spPr>
          <a:xfrm>
            <a:off x="1226400" y="1126425"/>
            <a:ext cx="6691200" cy="1863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5440" name="Google Shape;5440;p51"/>
          <p:cNvSpPr txBox="1"/>
          <p:nvPr>
            <p:ph type="title"/>
          </p:nvPr>
        </p:nvSpPr>
        <p:spPr>
          <a:xfrm>
            <a:off x="3957400" y="3159825"/>
            <a:ext cx="3960300" cy="542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—Someone Famous</a:t>
            </a:r>
            <a:endParaRPr/>
          </a:p>
        </p:txBody>
      </p:sp>
      <p:grpSp>
        <p:nvGrpSpPr>
          <p:cNvPr id="5441" name="Google Shape;5441;p51"/>
          <p:cNvGrpSpPr/>
          <p:nvPr/>
        </p:nvGrpSpPr>
        <p:grpSpPr>
          <a:xfrm>
            <a:off x="201037" y="4453201"/>
            <a:ext cx="2505072" cy="815234"/>
            <a:chOff x="1371180" y="1588418"/>
            <a:chExt cx="2764981" cy="899817"/>
          </a:xfrm>
        </p:grpSpPr>
        <p:sp>
          <p:nvSpPr>
            <p:cNvPr id="5442" name="Google Shape;5442;p51"/>
            <p:cNvSpPr/>
            <p:nvPr/>
          </p:nvSpPr>
          <p:spPr>
            <a:xfrm>
              <a:off x="2219043" y="1588418"/>
              <a:ext cx="1917118" cy="899817"/>
            </a:xfrm>
            <a:custGeom>
              <a:rect b="b" l="l" r="r" t="t"/>
              <a:pathLst>
                <a:path extrusionOk="0" h="12555" w="31590">
                  <a:moveTo>
                    <a:pt x="13598" y="0"/>
                  </a:moveTo>
                  <a:cubicBezTo>
                    <a:pt x="13598" y="0"/>
                    <a:pt x="1" y="1586"/>
                    <a:pt x="7781" y="2533"/>
                  </a:cubicBezTo>
                  <a:cubicBezTo>
                    <a:pt x="20976" y="4145"/>
                    <a:pt x="23433" y="10631"/>
                    <a:pt x="23433" y="10631"/>
                  </a:cubicBezTo>
                  <a:lnTo>
                    <a:pt x="28797" y="12554"/>
                  </a:lnTo>
                  <a:cubicBezTo>
                    <a:pt x="31590" y="4485"/>
                    <a:pt x="13598" y="0"/>
                    <a:pt x="135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1"/>
            <p:cNvSpPr/>
            <p:nvPr/>
          </p:nvSpPr>
          <p:spPr>
            <a:xfrm>
              <a:off x="1371180" y="1797846"/>
              <a:ext cx="1870571" cy="449452"/>
            </a:xfrm>
            <a:custGeom>
              <a:rect b="b" l="l" r="r" t="t"/>
              <a:pathLst>
                <a:path extrusionOk="0" h="7406" w="30823">
                  <a:moveTo>
                    <a:pt x="27896" y="1"/>
                  </a:moveTo>
                  <a:cubicBezTo>
                    <a:pt x="25005" y="3291"/>
                    <a:pt x="21155" y="4365"/>
                    <a:pt x="17362" y="4365"/>
                  </a:cubicBezTo>
                  <a:cubicBezTo>
                    <a:pt x="10235" y="4365"/>
                    <a:pt x="3306" y="574"/>
                    <a:pt x="3306" y="574"/>
                  </a:cubicBezTo>
                  <a:lnTo>
                    <a:pt x="0" y="2615"/>
                  </a:lnTo>
                  <a:cubicBezTo>
                    <a:pt x="6895" y="6175"/>
                    <a:pt x="12468" y="7406"/>
                    <a:pt x="16879" y="7406"/>
                  </a:cubicBezTo>
                  <a:cubicBezTo>
                    <a:pt x="26776" y="7406"/>
                    <a:pt x="30822" y="1210"/>
                    <a:pt x="30822" y="1210"/>
                  </a:cubicBezTo>
                  <a:lnTo>
                    <a:pt x="278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4" name="Google Shape;5444;p51"/>
          <p:cNvSpPr/>
          <p:nvPr/>
        </p:nvSpPr>
        <p:spPr>
          <a:xfrm>
            <a:off x="-6301" y="3972090"/>
            <a:ext cx="1929560" cy="1121595"/>
          </a:xfrm>
          <a:custGeom>
            <a:rect b="b" l="l" r="r" t="t"/>
            <a:pathLst>
              <a:path extrusionOk="0" h="8193" w="14095">
                <a:moveTo>
                  <a:pt x="9430" y="0"/>
                </a:moveTo>
                <a:lnTo>
                  <a:pt x="0" y="5502"/>
                </a:lnTo>
                <a:lnTo>
                  <a:pt x="4665" y="8192"/>
                </a:lnTo>
                <a:lnTo>
                  <a:pt x="14095" y="2693"/>
                </a:lnTo>
                <a:lnTo>
                  <a:pt x="94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1"/>
          <p:cNvSpPr/>
          <p:nvPr/>
        </p:nvSpPr>
        <p:spPr>
          <a:xfrm>
            <a:off x="473393" y="3987149"/>
            <a:ext cx="1450147" cy="991954"/>
          </a:xfrm>
          <a:custGeom>
            <a:rect b="b" l="l" r="r" t="t"/>
            <a:pathLst>
              <a:path extrusionOk="0" h="7246" w="10593">
                <a:moveTo>
                  <a:pt x="6143" y="1"/>
                </a:moveTo>
                <a:lnTo>
                  <a:pt x="5159" y="903"/>
                </a:lnTo>
                <a:lnTo>
                  <a:pt x="4144" y="3266"/>
                </a:lnTo>
                <a:lnTo>
                  <a:pt x="1" y="3903"/>
                </a:lnTo>
                <a:lnTo>
                  <a:pt x="381" y="7237"/>
                </a:lnTo>
                <a:lnTo>
                  <a:pt x="2538" y="7246"/>
                </a:lnTo>
                <a:lnTo>
                  <a:pt x="6941" y="4698"/>
                </a:lnTo>
                <a:lnTo>
                  <a:pt x="6920" y="4686"/>
                </a:lnTo>
                <a:lnTo>
                  <a:pt x="8829" y="3606"/>
                </a:lnTo>
                <a:lnTo>
                  <a:pt x="10593" y="2583"/>
                </a:lnTo>
                <a:lnTo>
                  <a:pt x="6143" y="1"/>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1"/>
          <p:cNvSpPr/>
          <p:nvPr/>
        </p:nvSpPr>
        <p:spPr>
          <a:xfrm>
            <a:off x="574287" y="4277102"/>
            <a:ext cx="319380" cy="483519"/>
          </a:xfrm>
          <a:custGeom>
            <a:rect b="b" l="l" r="r" t="t"/>
            <a:pathLst>
              <a:path extrusionOk="0" h="3532" w="2333">
                <a:moveTo>
                  <a:pt x="0" y="1"/>
                </a:moveTo>
                <a:lnTo>
                  <a:pt x="5" y="2173"/>
                </a:lnTo>
                <a:lnTo>
                  <a:pt x="2333" y="3532"/>
                </a:lnTo>
                <a:lnTo>
                  <a:pt x="2327" y="1357"/>
                </a:lnTo>
                <a:lnTo>
                  <a:pt x="0" y="1"/>
                </a:lnTo>
                <a:close/>
              </a:path>
            </a:pathLst>
          </a:custGeom>
          <a:solidFill>
            <a:srgbClr val="DD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1"/>
          <p:cNvSpPr/>
          <p:nvPr/>
        </p:nvSpPr>
        <p:spPr>
          <a:xfrm>
            <a:off x="892714" y="4050260"/>
            <a:ext cx="713232" cy="710357"/>
          </a:xfrm>
          <a:custGeom>
            <a:rect b="b" l="l" r="r" t="t"/>
            <a:pathLst>
              <a:path extrusionOk="0" h="5189" w="5210">
                <a:moveTo>
                  <a:pt x="5206" y="0"/>
                </a:moveTo>
                <a:lnTo>
                  <a:pt x="1" y="3014"/>
                </a:lnTo>
                <a:lnTo>
                  <a:pt x="7" y="5189"/>
                </a:lnTo>
                <a:lnTo>
                  <a:pt x="5210" y="2171"/>
                </a:lnTo>
                <a:lnTo>
                  <a:pt x="52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1"/>
          <p:cNvSpPr/>
          <p:nvPr/>
        </p:nvSpPr>
        <p:spPr>
          <a:xfrm>
            <a:off x="574287" y="3864214"/>
            <a:ext cx="1031106" cy="598650"/>
          </a:xfrm>
          <a:custGeom>
            <a:rect b="b" l="l" r="r" t="t"/>
            <a:pathLst>
              <a:path extrusionOk="0" h="4373" w="7532">
                <a:moveTo>
                  <a:pt x="5203" y="1"/>
                </a:moveTo>
                <a:lnTo>
                  <a:pt x="0" y="3017"/>
                </a:lnTo>
                <a:lnTo>
                  <a:pt x="2327" y="4373"/>
                </a:lnTo>
                <a:lnTo>
                  <a:pt x="7532" y="1359"/>
                </a:lnTo>
                <a:lnTo>
                  <a:pt x="52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1"/>
          <p:cNvSpPr/>
          <p:nvPr/>
        </p:nvSpPr>
        <p:spPr>
          <a:xfrm>
            <a:off x="1077939" y="3098263"/>
            <a:ext cx="409048" cy="982919"/>
          </a:xfrm>
          <a:custGeom>
            <a:rect b="b" l="l" r="r" t="t"/>
            <a:pathLst>
              <a:path extrusionOk="0" h="7180" w="2988">
                <a:moveTo>
                  <a:pt x="2613" y="0"/>
                </a:moveTo>
                <a:lnTo>
                  <a:pt x="377" y="8"/>
                </a:lnTo>
                <a:lnTo>
                  <a:pt x="0" y="7179"/>
                </a:lnTo>
                <a:lnTo>
                  <a:pt x="2987" y="7179"/>
                </a:lnTo>
                <a:lnTo>
                  <a:pt x="261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1"/>
          <p:cNvSpPr/>
          <p:nvPr/>
        </p:nvSpPr>
        <p:spPr>
          <a:xfrm>
            <a:off x="1077665" y="3453927"/>
            <a:ext cx="409869" cy="709399"/>
          </a:xfrm>
          <a:custGeom>
            <a:rect b="b" l="l" r="r" t="t"/>
            <a:pathLst>
              <a:path extrusionOk="0" h="5182" w="2994">
                <a:moveTo>
                  <a:pt x="243" y="1"/>
                </a:moveTo>
                <a:lnTo>
                  <a:pt x="6" y="4534"/>
                </a:lnTo>
                <a:cubicBezTo>
                  <a:pt x="2" y="4551"/>
                  <a:pt x="0" y="4563"/>
                  <a:pt x="2" y="4577"/>
                </a:cubicBezTo>
                <a:cubicBezTo>
                  <a:pt x="10" y="4731"/>
                  <a:pt x="155" y="4882"/>
                  <a:pt x="446" y="5003"/>
                </a:cubicBezTo>
                <a:cubicBezTo>
                  <a:pt x="739" y="5122"/>
                  <a:pt x="1123" y="5181"/>
                  <a:pt x="1506" y="5181"/>
                </a:cubicBezTo>
                <a:cubicBezTo>
                  <a:pt x="1887" y="5181"/>
                  <a:pt x="2268" y="5122"/>
                  <a:pt x="2557" y="5005"/>
                </a:cubicBezTo>
                <a:cubicBezTo>
                  <a:pt x="2844" y="4888"/>
                  <a:pt x="2989" y="4735"/>
                  <a:pt x="2993" y="4577"/>
                </a:cubicBezTo>
                <a:cubicBezTo>
                  <a:pt x="2993" y="4573"/>
                  <a:pt x="2989" y="4565"/>
                  <a:pt x="2989" y="4557"/>
                </a:cubicBezTo>
                <a:lnTo>
                  <a:pt x="2752" y="31"/>
                </a:lnTo>
                <a:cubicBezTo>
                  <a:pt x="2723" y="43"/>
                  <a:pt x="2697" y="56"/>
                  <a:pt x="2666" y="70"/>
                </a:cubicBezTo>
                <a:cubicBezTo>
                  <a:pt x="2365" y="193"/>
                  <a:pt x="1964" y="258"/>
                  <a:pt x="1532" y="258"/>
                </a:cubicBezTo>
                <a:cubicBezTo>
                  <a:pt x="1097" y="258"/>
                  <a:pt x="692" y="189"/>
                  <a:pt x="387" y="66"/>
                </a:cubicBezTo>
                <a:cubicBezTo>
                  <a:pt x="329" y="46"/>
                  <a:pt x="284" y="23"/>
                  <a:pt x="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1"/>
          <p:cNvSpPr/>
          <p:nvPr/>
        </p:nvSpPr>
        <p:spPr>
          <a:xfrm>
            <a:off x="1110658" y="3453927"/>
            <a:ext cx="344569" cy="62288"/>
          </a:xfrm>
          <a:custGeom>
            <a:rect b="b" l="l" r="r" t="t"/>
            <a:pathLst>
              <a:path extrusionOk="0" h="455" w="2517">
                <a:moveTo>
                  <a:pt x="5" y="1"/>
                </a:moveTo>
                <a:cubicBezTo>
                  <a:pt x="5" y="1"/>
                  <a:pt x="2" y="9"/>
                  <a:pt x="2" y="11"/>
                </a:cubicBezTo>
                <a:lnTo>
                  <a:pt x="0" y="33"/>
                </a:lnTo>
                <a:cubicBezTo>
                  <a:pt x="0" y="39"/>
                  <a:pt x="2" y="46"/>
                  <a:pt x="5" y="52"/>
                </a:cubicBezTo>
                <a:cubicBezTo>
                  <a:pt x="23" y="117"/>
                  <a:pt x="115" y="209"/>
                  <a:pt x="328" y="299"/>
                </a:cubicBezTo>
                <a:cubicBezTo>
                  <a:pt x="575" y="399"/>
                  <a:pt x="911" y="455"/>
                  <a:pt x="1269" y="455"/>
                </a:cubicBezTo>
                <a:cubicBezTo>
                  <a:pt x="1623" y="455"/>
                  <a:pt x="1954" y="399"/>
                  <a:pt x="2200" y="299"/>
                </a:cubicBezTo>
                <a:cubicBezTo>
                  <a:pt x="2400" y="219"/>
                  <a:pt x="2490" y="127"/>
                  <a:pt x="2511" y="64"/>
                </a:cubicBezTo>
                <a:cubicBezTo>
                  <a:pt x="2513" y="60"/>
                  <a:pt x="2513" y="54"/>
                  <a:pt x="2517" y="50"/>
                </a:cubicBezTo>
                <a:lnTo>
                  <a:pt x="2513" y="33"/>
                </a:lnTo>
                <a:cubicBezTo>
                  <a:pt x="2486" y="46"/>
                  <a:pt x="2458" y="60"/>
                  <a:pt x="2427" y="72"/>
                </a:cubicBezTo>
                <a:cubicBezTo>
                  <a:pt x="2128" y="193"/>
                  <a:pt x="1725" y="258"/>
                  <a:pt x="1293" y="258"/>
                </a:cubicBezTo>
                <a:cubicBezTo>
                  <a:pt x="860" y="258"/>
                  <a:pt x="453" y="193"/>
                  <a:pt x="148" y="66"/>
                </a:cubicBezTo>
                <a:cubicBezTo>
                  <a:pt x="95" y="46"/>
                  <a:pt x="47" y="23"/>
                  <a:pt x="5" y="1"/>
                </a:cubicBezTo>
                <a:close/>
              </a:path>
            </a:pathLst>
          </a:custGeom>
          <a:solidFill>
            <a:srgbClr val="F3F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1"/>
          <p:cNvSpPr/>
          <p:nvPr/>
        </p:nvSpPr>
        <p:spPr>
          <a:xfrm>
            <a:off x="1108193" y="3458719"/>
            <a:ext cx="348813" cy="85013"/>
          </a:xfrm>
          <a:custGeom>
            <a:rect b="b" l="l" r="r" t="t"/>
            <a:pathLst>
              <a:path extrusionOk="0" h="621" w="2548">
                <a:moveTo>
                  <a:pt x="18" y="0"/>
                </a:moveTo>
                <a:lnTo>
                  <a:pt x="0" y="348"/>
                </a:lnTo>
                <a:cubicBezTo>
                  <a:pt x="2" y="348"/>
                  <a:pt x="2" y="348"/>
                  <a:pt x="4" y="350"/>
                </a:cubicBezTo>
                <a:cubicBezTo>
                  <a:pt x="51" y="379"/>
                  <a:pt x="110" y="407"/>
                  <a:pt x="178" y="436"/>
                </a:cubicBezTo>
                <a:cubicBezTo>
                  <a:pt x="473" y="553"/>
                  <a:pt x="863" y="620"/>
                  <a:pt x="1283" y="620"/>
                </a:cubicBezTo>
                <a:cubicBezTo>
                  <a:pt x="1700" y="620"/>
                  <a:pt x="2087" y="555"/>
                  <a:pt x="2375" y="438"/>
                </a:cubicBezTo>
                <a:cubicBezTo>
                  <a:pt x="2443" y="412"/>
                  <a:pt x="2496" y="387"/>
                  <a:pt x="2541" y="358"/>
                </a:cubicBezTo>
                <a:cubicBezTo>
                  <a:pt x="2545" y="358"/>
                  <a:pt x="2545" y="358"/>
                  <a:pt x="2547" y="356"/>
                </a:cubicBezTo>
                <a:lnTo>
                  <a:pt x="2531" y="15"/>
                </a:lnTo>
                <a:cubicBezTo>
                  <a:pt x="2529" y="19"/>
                  <a:pt x="2529" y="25"/>
                  <a:pt x="2527" y="29"/>
                </a:cubicBezTo>
                <a:cubicBezTo>
                  <a:pt x="2504" y="92"/>
                  <a:pt x="2414" y="182"/>
                  <a:pt x="2214" y="264"/>
                </a:cubicBezTo>
                <a:cubicBezTo>
                  <a:pt x="1968" y="364"/>
                  <a:pt x="1637" y="420"/>
                  <a:pt x="1283" y="420"/>
                </a:cubicBezTo>
                <a:cubicBezTo>
                  <a:pt x="925" y="420"/>
                  <a:pt x="593" y="364"/>
                  <a:pt x="342" y="264"/>
                </a:cubicBezTo>
                <a:cubicBezTo>
                  <a:pt x="133" y="176"/>
                  <a:pt x="43" y="84"/>
                  <a:pt x="23" y="19"/>
                </a:cubicBezTo>
                <a:cubicBezTo>
                  <a:pt x="20" y="15"/>
                  <a:pt x="18" y="8"/>
                  <a:pt x="18" y="0"/>
                </a:cubicBezTo>
                <a:close/>
              </a:path>
            </a:pathLst>
          </a:custGeom>
          <a:solidFill>
            <a:srgbClr val="333233">
              <a:alpha val="7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1"/>
          <p:cNvSpPr/>
          <p:nvPr/>
        </p:nvSpPr>
        <p:spPr>
          <a:xfrm>
            <a:off x="1080403" y="3422030"/>
            <a:ext cx="403435" cy="101714"/>
          </a:xfrm>
          <a:custGeom>
            <a:rect b="b" l="l" r="r" t="t"/>
            <a:pathLst>
              <a:path extrusionOk="0" h="743" w="2947">
                <a:moveTo>
                  <a:pt x="230" y="0"/>
                </a:moveTo>
                <a:lnTo>
                  <a:pt x="230" y="0"/>
                </a:lnTo>
                <a:cubicBezTo>
                  <a:pt x="62" y="92"/>
                  <a:pt x="0" y="184"/>
                  <a:pt x="0" y="244"/>
                </a:cubicBezTo>
                <a:cubicBezTo>
                  <a:pt x="0" y="299"/>
                  <a:pt x="56" y="387"/>
                  <a:pt x="205" y="473"/>
                </a:cubicBezTo>
                <a:cubicBezTo>
                  <a:pt x="252" y="502"/>
                  <a:pt x="309" y="530"/>
                  <a:pt x="379" y="559"/>
                </a:cubicBezTo>
                <a:cubicBezTo>
                  <a:pt x="669" y="675"/>
                  <a:pt x="1064" y="743"/>
                  <a:pt x="1484" y="743"/>
                </a:cubicBezTo>
                <a:cubicBezTo>
                  <a:pt x="1901" y="743"/>
                  <a:pt x="2286" y="677"/>
                  <a:pt x="2576" y="561"/>
                </a:cubicBezTo>
                <a:cubicBezTo>
                  <a:pt x="2642" y="532"/>
                  <a:pt x="2695" y="508"/>
                  <a:pt x="2742" y="479"/>
                </a:cubicBezTo>
                <a:cubicBezTo>
                  <a:pt x="2889" y="391"/>
                  <a:pt x="2947" y="305"/>
                  <a:pt x="2947" y="248"/>
                </a:cubicBezTo>
                <a:cubicBezTo>
                  <a:pt x="2947" y="191"/>
                  <a:pt x="2885" y="94"/>
                  <a:pt x="2715" y="2"/>
                </a:cubicBezTo>
                <a:lnTo>
                  <a:pt x="2715" y="2"/>
                </a:lnTo>
                <a:lnTo>
                  <a:pt x="2722" y="82"/>
                </a:lnTo>
                <a:cubicBezTo>
                  <a:pt x="2730" y="94"/>
                  <a:pt x="2732" y="109"/>
                  <a:pt x="2732" y="121"/>
                </a:cubicBezTo>
                <a:cubicBezTo>
                  <a:pt x="2732" y="129"/>
                  <a:pt x="2732" y="139"/>
                  <a:pt x="2726" y="150"/>
                </a:cubicBezTo>
                <a:cubicBezTo>
                  <a:pt x="2705" y="213"/>
                  <a:pt x="2613" y="303"/>
                  <a:pt x="2415" y="385"/>
                </a:cubicBezTo>
                <a:cubicBezTo>
                  <a:pt x="2169" y="483"/>
                  <a:pt x="1840" y="540"/>
                  <a:pt x="1484" y="540"/>
                </a:cubicBezTo>
                <a:cubicBezTo>
                  <a:pt x="1128" y="540"/>
                  <a:pt x="792" y="483"/>
                  <a:pt x="543" y="381"/>
                </a:cubicBezTo>
                <a:cubicBezTo>
                  <a:pt x="336" y="297"/>
                  <a:pt x="246" y="203"/>
                  <a:pt x="226" y="139"/>
                </a:cubicBezTo>
                <a:cubicBezTo>
                  <a:pt x="223" y="131"/>
                  <a:pt x="221" y="121"/>
                  <a:pt x="221" y="113"/>
                </a:cubicBezTo>
                <a:cubicBezTo>
                  <a:pt x="221" y="103"/>
                  <a:pt x="223" y="90"/>
                  <a:pt x="228" y="78"/>
                </a:cubicBezTo>
                <a:lnTo>
                  <a:pt x="2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1"/>
          <p:cNvSpPr/>
          <p:nvPr/>
        </p:nvSpPr>
        <p:spPr>
          <a:xfrm>
            <a:off x="1080677" y="3413268"/>
            <a:ext cx="401792" cy="101577"/>
          </a:xfrm>
          <a:custGeom>
            <a:rect b="b" l="l" r="r" t="t"/>
            <a:pathLst>
              <a:path extrusionOk="0" h="742" w="2935">
                <a:moveTo>
                  <a:pt x="228" y="1"/>
                </a:moveTo>
                <a:cubicBezTo>
                  <a:pt x="62" y="93"/>
                  <a:pt x="1" y="185"/>
                  <a:pt x="1" y="244"/>
                </a:cubicBezTo>
                <a:cubicBezTo>
                  <a:pt x="1" y="300"/>
                  <a:pt x="54" y="388"/>
                  <a:pt x="203" y="473"/>
                </a:cubicBezTo>
                <a:cubicBezTo>
                  <a:pt x="252" y="502"/>
                  <a:pt x="307" y="531"/>
                  <a:pt x="377" y="557"/>
                </a:cubicBezTo>
                <a:cubicBezTo>
                  <a:pt x="667" y="678"/>
                  <a:pt x="1060" y="741"/>
                  <a:pt x="1478" y="741"/>
                </a:cubicBezTo>
                <a:cubicBezTo>
                  <a:pt x="1891" y="741"/>
                  <a:pt x="2278" y="676"/>
                  <a:pt x="2564" y="561"/>
                </a:cubicBezTo>
                <a:cubicBezTo>
                  <a:pt x="2630" y="535"/>
                  <a:pt x="2683" y="510"/>
                  <a:pt x="2730" y="482"/>
                </a:cubicBezTo>
                <a:cubicBezTo>
                  <a:pt x="2879" y="398"/>
                  <a:pt x="2934" y="310"/>
                  <a:pt x="2934" y="255"/>
                </a:cubicBezTo>
                <a:cubicBezTo>
                  <a:pt x="2934" y="195"/>
                  <a:pt x="2873" y="101"/>
                  <a:pt x="2707" y="9"/>
                </a:cubicBezTo>
                <a:lnTo>
                  <a:pt x="2707" y="9"/>
                </a:lnTo>
                <a:lnTo>
                  <a:pt x="2711" y="87"/>
                </a:lnTo>
                <a:cubicBezTo>
                  <a:pt x="2720" y="101"/>
                  <a:pt x="2722" y="113"/>
                  <a:pt x="2722" y="126"/>
                </a:cubicBezTo>
                <a:cubicBezTo>
                  <a:pt x="2722" y="134"/>
                  <a:pt x="2722" y="144"/>
                  <a:pt x="2717" y="154"/>
                </a:cubicBezTo>
                <a:cubicBezTo>
                  <a:pt x="2697" y="218"/>
                  <a:pt x="2607" y="308"/>
                  <a:pt x="2407" y="390"/>
                </a:cubicBezTo>
                <a:cubicBezTo>
                  <a:pt x="2165" y="490"/>
                  <a:pt x="1836" y="543"/>
                  <a:pt x="1482" y="543"/>
                </a:cubicBezTo>
                <a:cubicBezTo>
                  <a:pt x="1126" y="543"/>
                  <a:pt x="794" y="486"/>
                  <a:pt x="545" y="388"/>
                </a:cubicBezTo>
                <a:cubicBezTo>
                  <a:pt x="338" y="302"/>
                  <a:pt x="250" y="207"/>
                  <a:pt x="228" y="144"/>
                </a:cubicBezTo>
                <a:cubicBezTo>
                  <a:pt x="226" y="136"/>
                  <a:pt x="224" y="126"/>
                  <a:pt x="224" y="117"/>
                </a:cubicBezTo>
                <a:cubicBezTo>
                  <a:pt x="224" y="107"/>
                  <a:pt x="226" y="95"/>
                  <a:pt x="232" y="83"/>
                </a:cubicBezTo>
                <a:lnTo>
                  <a:pt x="2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1"/>
          <p:cNvSpPr/>
          <p:nvPr/>
        </p:nvSpPr>
        <p:spPr>
          <a:xfrm>
            <a:off x="1106414" y="4032874"/>
            <a:ext cx="26832" cy="17797"/>
          </a:xfrm>
          <a:custGeom>
            <a:rect b="b" l="l" r="r" t="t"/>
            <a:pathLst>
              <a:path extrusionOk="0" h="130" w="196">
                <a:moveTo>
                  <a:pt x="13" y="0"/>
                </a:moveTo>
                <a:lnTo>
                  <a:pt x="1" y="25"/>
                </a:lnTo>
                <a:lnTo>
                  <a:pt x="181" y="129"/>
                </a:lnTo>
                <a:lnTo>
                  <a:pt x="195" y="109"/>
                </a:lnTo>
                <a:lnTo>
                  <a:pt x="13"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1"/>
          <p:cNvSpPr/>
          <p:nvPr/>
        </p:nvSpPr>
        <p:spPr>
          <a:xfrm>
            <a:off x="1106414" y="3998375"/>
            <a:ext cx="26832" cy="17523"/>
          </a:xfrm>
          <a:custGeom>
            <a:rect b="b" l="l" r="r" t="t"/>
            <a:pathLst>
              <a:path extrusionOk="0" h="128" w="196">
                <a:moveTo>
                  <a:pt x="13" y="1"/>
                </a:moveTo>
                <a:lnTo>
                  <a:pt x="1" y="23"/>
                </a:lnTo>
                <a:lnTo>
                  <a:pt x="181" y="128"/>
                </a:lnTo>
                <a:lnTo>
                  <a:pt x="195" y="105"/>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1"/>
          <p:cNvSpPr/>
          <p:nvPr/>
        </p:nvSpPr>
        <p:spPr>
          <a:xfrm>
            <a:off x="1106414" y="3963739"/>
            <a:ext cx="26832" cy="17386"/>
          </a:xfrm>
          <a:custGeom>
            <a:rect b="b" l="l" r="r" t="t"/>
            <a:pathLst>
              <a:path extrusionOk="0" h="127" w="196">
                <a:moveTo>
                  <a:pt x="13" y="0"/>
                </a:moveTo>
                <a:lnTo>
                  <a:pt x="1" y="21"/>
                </a:lnTo>
                <a:lnTo>
                  <a:pt x="181" y="127"/>
                </a:lnTo>
                <a:lnTo>
                  <a:pt x="195" y="104"/>
                </a:lnTo>
                <a:lnTo>
                  <a:pt x="13"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1"/>
          <p:cNvSpPr/>
          <p:nvPr/>
        </p:nvSpPr>
        <p:spPr>
          <a:xfrm>
            <a:off x="1106414" y="3928693"/>
            <a:ext cx="26832" cy="17523"/>
          </a:xfrm>
          <a:custGeom>
            <a:rect b="b" l="l" r="r" t="t"/>
            <a:pathLst>
              <a:path extrusionOk="0" h="128" w="196">
                <a:moveTo>
                  <a:pt x="13" y="0"/>
                </a:moveTo>
                <a:lnTo>
                  <a:pt x="1" y="23"/>
                </a:lnTo>
                <a:lnTo>
                  <a:pt x="181" y="127"/>
                </a:lnTo>
                <a:lnTo>
                  <a:pt x="195" y="105"/>
                </a:lnTo>
                <a:lnTo>
                  <a:pt x="13"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1"/>
          <p:cNvSpPr/>
          <p:nvPr/>
        </p:nvSpPr>
        <p:spPr>
          <a:xfrm>
            <a:off x="1106414" y="3893921"/>
            <a:ext cx="26832" cy="17249"/>
          </a:xfrm>
          <a:custGeom>
            <a:rect b="b" l="l" r="r" t="t"/>
            <a:pathLst>
              <a:path extrusionOk="0" h="126" w="196">
                <a:moveTo>
                  <a:pt x="13" y="1"/>
                </a:moveTo>
                <a:lnTo>
                  <a:pt x="1" y="23"/>
                </a:lnTo>
                <a:lnTo>
                  <a:pt x="181" y="125"/>
                </a:lnTo>
                <a:lnTo>
                  <a:pt x="195" y="105"/>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1"/>
          <p:cNvSpPr/>
          <p:nvPr/>
        </p:nvSpPr>
        <p:spPr>
          <a:xfrm>
            <a:off x="1106414" y="3858875"/>
            <a:ext cx="26832" cy="17797"/>
          </a:xfrm>
          <a:custGeom>
            <a:rect b="b" l="l" r="r" t="t"/>
            <a:pathLst>
              <a:path extrusionOk="0" h="130" w="196">
                <a:moveTo>
                  <a:pt x="13" y="1"/>
                </a:moveTo>
                <a:lnTo>
                  <a:pt x="1" y="23"/>
                </a:lnTo>
                <a:lnTo>
                  <a:pt x="181" y="130"/>
                </a:lnTo>
                <a:lnTo>
                  <a:pt x="195" y="105"/>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1"/>
          <p:cNvSpPr/>
          <p:nvPr/>
        </p:nvSpPr>
        <p:spPr>
          <a:xfrm>
            <a:off x="1106414" y="3824239"/>
            <a:ext cx="26832" cy="17797"/>
          </a:xfrm>
          <a:custGeom>
            <a:rect b="b" l="l" r="r" t="t"/>
            <a:pathLst>
              <a:path extrusionOk="0" h="130" w="196">
                <a:moveTo>
                  <a:pt x="13" y="0"/>
                </a:moveTo>
                <a:lnTo>
                  <a:pt x="1" y="21"/>
                </a:lnTo>
                <a:lnTo>
                  <a:pt x="181" y="129"/>
                </a:lnTo>
                <a:lnTo>
                  <a:pt x="195" y="107"/>
                </a:lnTo>
                <a:lnTo>
                  <a:pt x="13"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1"/>
          <p:cNvSpPr/>
          <p:nvPr/>
        </p:nvSpPr>
        <p:spPr>
          <a:xfrm>
            <a:off x="1106414" y="3789193"/>
            <a:ext cx="26832" cy="17797"/>
          </a:xfrm>
          <a:custGeom>
            <a:rect b="b" l="l" r="r" t="t"/>
            <a:pathLst>
              <a:path extrusionOk="0" h="130" w="196">
                <a:moveTo>
                  <a:pt x="13" y="0"/>
                </a:moveTo>
                <a:lnTo>
                  <a:pt x="1" y="25"/>
                </a:lnTo>
                <a:lnTo>
                  <a:pt x="181" y="129"/>
                </a:lnTo>
                <a:lnTo>
                  <a:pt x="195" y="109"/>
                </a:lnTo>
                <a:lnTo>
                  <a:pt x="13"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1"/>
          <p:cNvSpPr/>
          <p:nvPr/>
        </p:nvSpPr>
        <p:spPr>
          <a:xfrm>
            <a:off x="1106414" y="3650241"/>
            <a:ext cx="26832" cy="17797"/>
          </a:xfrm>
          <a:custGeom>
            <a:rect b="b" l="l" r="r" t="t"/>
            <a:pathLst>
              <a:path extrusionOk="0" h="130" w="196">
                <a:moveTo>
                  <a:pt x="13" y="1"/>
                </a:moveTo>
                <a:lnTo>
                  <a:pt x="1" y="23"/>
                </a:lnTo>
                <a:lnTo>
                  <a:pt x="181" y="130"/>
                </a:lnTo>
                <a:lnTo>
                  <a:pt x="195" y="105"/>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1"/>
          <p:cNvSpPr/>
          <p:nvPr/>
        </p:nvSpPr>
        <p:spPr>
          <a:xfrm>
            <a:off x="1106414" y="3615194"/>
            <a:ext cx="26832" cy="17797"/>
          </a:xfrm>
          <a:custGeom>
            <a:rect b="b" l="l" r="r" t="t"/>
            <a:pathLst>
              <a:path extrusionOk="0" h="130" w="196">
                <a:moveTo>
                  <a:pt x="13" y="1"/>
                </a:moveTo>
                <a:lnTo>
                  <a:pt x="1" y="23"/>
                </a:lnTo>
                <a:lnTo>
                  <a:pt x="181" y="130"/>
                </a:lnTo>
                <a:lnTo>
                  <a:pt x="195" y="105"/>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1"/>
          <p:cNvSpPr/>
          <p:nvPr/>
        </p:nvSpPr>
        <p:spPr>
          <a:xfrm>
            <a:off x="1106414" y="3580559"/>
            <a:ext cx="26832" cy="17797"/>
          </a:xfrm>
          <a:custGeom>
            <a:rect b="b" l="l" r="r" t="t"/>
            <a:pathLst>
              <a:path extrusionOk="0" h="130" w="196">
                <a:moveTo>
                  <a:pt x="13" y="0"/>
                </a:moveTo>
                <a:lnTo>
                  <a:pt x="1" y="25"/>
                </a:lnTo>
                <a:lnTo>
                  <a:pt x="181" y="129"/>
                </a:lnTo>
                <a:lnTo>
                  <a:pt x="195" y="107"/>
                </a:lnTo>
                <a:lnTo>
                  <a:pt x="13"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1"/>
          <p:cNvSpPr/>
          <p:nvPr/>
        </p:nvSpPr>
        <p:spPr>
          <a:xfrm>
            <a:off x="1106414" y="3511014"/>
            <a:ext cx="26832" cy="17523"/>
          </a:xfrm>
          <a:custGeom>
            <a:rect b="b" l="l" r="r" t="t"/>
            <a:pathLst>
              <a:path extrusionOk="0" h="128" w="196">
                <a:moveTo>
                  <a:pt x="13" y="1"/>
                </a:moveTo>
                <a:lnTo>
                  <a:pt x="1" y="23"/>
                </a:lnTo>
                <a:lnTo>
                  <a:pt x="181" y="128"/>
                </a:lnTo>
                <a:lnTo>
                  <a:pt x="195" y="105"/>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7" name="Google Shape;5467;p51"/>
          <p:cNvGrpSpPr/>
          <p:nvPr/>
        </p:nvGrpSpPr>
        <p:grpSpPr>
          <a:xfrm>
            <a:off x="1106386" y="3491981"/>
            <a:ext cx="27379" cy="579341"/>
            <a:chOff x="7283249" y="1101004"/>
            <a:chExt cx="66106" cy="1398792"/>
          </a:xfrm>
        </p:grpSpPr>
        <p:sp>
          <p:nvSpPr>
            <p:cNvPr id="5468" name="Google Shape;5468;p51"/>
            <p:cNvSpPr/>
            <p:nvPr/>
          </p:nvSpPr>
          <p:spPr>
            <a:xfrm>
              <a:off x="7340762" y="1101004"/>
              <a:ext cx="8594" cy="1398792"/>
            </a:xfrm>
            <a:custGeom>
              <a:rect b="b" l="l" r="r" t="t"/>
              <a:pathLst>
                <a:path extrusionOk="0" h="4232" w="26">
                  <a:moveTo>
                    <a:pt x="1" y="1"/>
                  </a:moveTo>
                  <a:lnTo>
                    <a:pt x="1" y="4232"/>
                  </a:lnTo>
                  <a:lnTo>
                    <a:pt x="25" y="4232"/>
                  </a:lnTo>
                  <a:lnTo>
                    <a:pt x="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1"/>
            <p:cNvSpPr/>
            <p:nvPr/>
          </p:nvSpPr>
          <p:spPr>
            <a:xfrm>
              <a:off x="7283249" y="1735297"/>
              <a:ext cx="64783" cy="42308"/>
            </a:xfrm>
            <a:custGeom>
              <a:rect b="b" l="l" r="r" t="t"/>
              <a:pathLst>
                <a:path extrusionOk="0" h="128" w="196">
                  <a:moveTo>
                    <a:pt x="13" y="1"/>
                  </a:moveTo>
                  <a:lnTo>
                    <a:pt x="1" y="23"/>
                  </a:lnTo>
                  <a:lnTo>
                    <a:pt x="181" y="128"/>
                  </a:lnTo>
                  <a:lnTo>
                    <a:pt x="195" y="105"/>
                  </a:lnTo>
                  <a:lnTo>
                    <a:pt x="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1"/>
            <p:cNvSpPr/>
            <p:nvPr/>
          </p:nvSpPr>
          <p:spPr>
            <a:xfrm>
              <a:off x="7283249" y="1651672"/>
              <a:ext cx="64783" cy="41977"/>
            </a:xfrm>
            <a:custGeom>
              <a:rect b="b" l="l" r="r" t="t"/>
              <a:pathLst>
                <a:path extrusionOk="0" h="127" w="196">
                  <a:moveTo>
                    <a:pt x="13" y="0"/>
                  </a:moveTo>
                  <a:lnTo>
                    <a:pt x="1" y="21"/>
                  </a:lnTo>
                  <a:lnTo>
                    <a:pt x="181" y="127"/>
                  </a:lnTo>
                  <a:lnTo>
                    <a:pt x="195" y="104"/>
                  </a:lnTo>
                  <a:lnTo>
                    <a:pt x="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1"/>
            <p:cNvSpPr/>
            <p:nvPr/>
          </p:nvSpPr>
          <p:spPr>
            <a:xfrm>
              <a:off x="7283249" y="1567056"/>
              <a:ext cx="64783" cy="42308"/>
            </a:xfrm>
            <a:custGeom>
              <a:rect b="b" l="l" r="r" t="t"/>
              <a:pathLst>
                <a:path extrusionOk="0" h="128" w="196">
                  <a:moveTo>
                    <a:pt x="13" y="0"/>
                  </a:moveTo>
                  <a:lnTo>
                    <a:pt x="1" y="23"/>
                  </a:lnTo>
                  <a:lnTo>
                    <a:pt x="181" y="127"/>
                  </a:lnTo>
                  <a:lnTo>
                    <a:pt x="195" y="107"/>
                  </a:lnTo>
                  <a:lnTo>
                    <a:pt x="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1"/>
            <p:cNvSpPr/>
            <p:nvPr/>
          </p:nvSpPr>
          <p:spPr>
            <a:xfrm>
              <a:off x="7283249" y="1314859"/>
              <a:ext cx="64783" cy="42969"/>
            </a:xfrm>
            <a:custGeom>
              <a:rect b="b" l="l" r="r" t="t"/>
              <a:pathLst>
                <a:path extrusionOk="0" h="130" w="196">
                  <a:moveTo>
                    <a:pt x="13" y="0"/>
                  </a:moveTo>
                  <a:lnTo>
                    <a:pt x="1" y="25"/>
                  </a:lnTo>
                  <a:lnTo>
                    <a:pt x="181" y="129"/>
                  </a:lnTo>
                  <a:lnTo>
                    <a:pt x="195" y="107"/>
                  </a:lnTo>
                  <a:lnTo>
                    <a:pt x="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1"/>
            <p:cNvSpPr/>
            <p:nvPr/>
          </p:nvSpPr>
          <p:spPr>
            <a:xfrm>
              <a:off x="7283249" y="1230242"/>
              <a:ext cx="64783" cy="42969"/>
            </a:xfrm>
            <a:custGeom>
              <a:rect b="b" l="l" r="r" t="t"/>
              <a:pathLst>
                <a:path extrusionOk="0" h="130" w="196">
                  <a:moveTo>
                    <a:pt x="13" y="1"/>
                  </a:moveTo>
                  <a:lnTo>
                    <a:pt x="1" y="25"/>
                  </a:lnTo>
                  <a:lnTo>
                    <a:pt x="181" y="129"/>
                  </a:lnTo>
                  <a:lnTo>
                    <a:pt x="195" y="109"/>
                  </a:lnTo>
                  <a:lnTo>
                    <a:pt x="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1"/>
            <p:cNvSpPr/>
            <p:nvPr/>
          </p:nvSpPr>
          <p:spPr>
            <a:xfrm>
              <a:off x="7283249" y="1146948"/>
              <a:ext cx="64783" cy="42308"/>
            </a:xfrm>
            <a:custGeom>
              <a:rect b="b" l="l" r="r" t="t"/>
              <a:pathLst>
                <a:path extrusionOk="0" h="128" w="196">
                  <a:moveTo>
                    <a:pt x="13" y="1"/>
                  </a:moveTo>
                  <a:lnTo>
                    <a:pt x="1" y="23"/>
                  </a:lnTo>
                  <a:lnTo>
                    <a:pt x="181" y="128"/>
                  </a:lnTo>
                  <a:lnTo>
                    <a:pt x="195" y="105"/>
                  </a:lnTo>
                  <a:lnTo>
                    <a:pt x="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75" name="Google Shape;5475;p51"/>
          <p:cNvSpPr/>
          <p:nvPr/>
        </p:nvSpPr>
        <p:spPr>
          <a:xfrm>
            <a:off x="1103402" y="3478021"/>
            <a:ext cx="3696" cy="579347"/>
          </a:xfrm>
          <a:custGeom>
            <a:rect b="b" l="l" r="r" t="t"/>
            <a:pathLst>
              <a:path extrusionOk="0" h="4232" w="27">
                <a:moveTo>
                  <a:pt x="0" y="0"/>
                </a:moveTo>
                <a:lnTo>
                  <a:pt x="0" y="4231"/>
                </a:lnTo>
                <a:lnTo>
                  <a:pt x="27" y="4231"/>
                </a:lnTo>
                <a:lnTo>
                  <a:pt x="27"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1"/>
          <p:cNvSpPr/>
          <p:nvPr/>
        </p:nvSpPr>
        <p:spPr>
          <a:xfrm>
            <a:off x="746780" y="3292660"/>
            <a:ext cx="409321" cy="983193"/>
          </a:xfrm>
          <a:custGeom>
            <a:rect b="b" l="l" r="r" t="t"/>
            <a:pathLst>
              <a:path extrusionOk="0" h="7182" w="2990">
                <a:moveTo>
                  <a:pt x="2611" y="0"/>
                </a:moveTo>
                <a:lnTo>
                  <a:pt x="379" y="6"/>
                </a:lnTo>
                <a:lnTo>
                  <a:pt x="1" y="7181"/>
                </a:lnTo>
                <a:lnTo>
                  <a:pt x="2990" y="7181"/>
                </a:lnTo>
                <a:lnTo>
                  <a:pt x="26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1"/>
          <p:cNvSpPr/>
          <p:nvPr/>
        </p:nvSpPr>
        <p:spPr>
          <a:xfrm>
            <a:off x="779362" y="3648050"/>
            <a:ext cx="344022" cy="62288"/>
          </a:xfrm>
          <a:custGeom>
            <a:rect b="b" l="l" r="r" t="t"/>
            <a:pathLst>
              <a:path extrusionOk="0" h="455" w="2513">
                <a:moveTo>
                  <a:pt x="2" y="0"/>
                </a:moveTo>
                <a:cubicBezTo>
                  <a:pt x="2" y="0"/>
                  <a:pt x="0" y="9"/>
                  <a:pt x="0" y="13"/>
                </a:cubicBezTo>
                <a:lnTo>
                  <a:pt x="0" y="35"/>
                </a:lnTo>
                <a:cubicBezTo>
                  <a:pt x="0" y="43"/>
                  <a:pt x="2" y="47"/>
                  <a:pt x="6" y="56"/>
                </a:cubicBezTo>
                <a:cubicBezTo>
                  <a:pt x="27" y="121"/>
                  <a:pt x="115" y="213"/>
                  <a:pt x="323" y="295"/>
                </a:cubicBezTo>
                <a:cubicBezTo>
                  <a:pt x="571" y="397"/>
                  <a:pt x="906" y="455"/>
                  <a:pt x="1264" y="455"/>
                </a:cubicBezTo>
                <a:cubicBezTo>
                  <a:pt x="1616" y="455"/>
                  <a:pt x="1950" y="397"/>
                  <a:pt x="2195" y="297"/>
                </a:cubicBezTo>
                <a:cubicBezTo>
                  <a:pt x="2396" y="215"/>
                  <a:pt x="2486" y="127"/>
                  <a:pt x="2506" y="62"/>
                </a:cubicBezTo>
                <a:cubicBezTo>
                  <a:pt x="2508" y="58"/>
                  <a:pt x="2512" y="56"/>
                  <a:pt x="2512" y="47"/>
                </a:cubicBezTo>
                <a:lnTo>
                  <a:pt x="2512" y="31"/>
                </a:lnTo>
                <a:cubicBezTo>
                  <a:pt x="2484" y="45"/>
                  <a:pt x="2455" y="58"/>
                  <a:pt x="2425" y="70"/>
                </a:cubicBezTo>
                <a:cubicBezTo>
                  <a:pt x="2126" y="193"/>
                  <a:pt x="1725" y="260"/>
                  <a:pt x="1291" y="260"/>
                </a:cubicBezTo>
                <a:cubicBezTo>
                  <a:pt x="857" y="260"/>
                  <a:pt x="450" y="191"/>
                  <a:pt x="145" y="68"/>
                </a:cubicBezTo>
                <a:cubicBezTo>
                  <a:pt x="92" y="47"/>
                  <a:pt x="47" y="25"/>
                  <a:pt x="2" y="0"/>
                </a:cubicBezTo>
                <a:close/>
              </a:path>
            </a:pathLst>
          </a:custGeom>
          <a:solidFill>
            <a:srgbClr val="F3F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1"/>
          <p:cNvSpPr/>
          <p:nvPr/>
        </p:nvSpPr>
        <p:spPr>
          <a:xfrm>
            <a:off x="746506" y="3700619"/>
            <a:ext cx="409595" cy="656968"/>
          </a:xfrm>
          <a:custGeom>
            <a:rect b="b" l="l" r="r" t="t"/>
            <a:pathLst>
              <a:path extrusionOk="0" h="4799" w="2992">
                <a:moveTo>
                  <a:pt x="222" y="1"/>
                </a:moveTo>
                <a:lnTo>
                  <a:pt x="5" y="4154"/>
                </a:lnTo>
                <a:cubicBezTo>
                  <a:pt x="3" y="4171"/>
                  <a:pt x="1" y="4183"/>
                  <a:pt x="3" y="4201"/>
                </a:cubicBezTo>
                <a:cubicBezTo>
                  <a:pt x="11" y="4351"/>
                  <a:pt x="156" y="4504"/>
                  <a:pt x="443" y="4621"/>
                </a:cubicBezTo>
                <a:cubicBezTo>
                  <a:pt x="737" y="4740"/>
                  <a:pt x="1122" y="4799"/>
                  <a:pt x="1505" y="4799"/>
                </a:cubicBezTo>
                <a:cubicBezTo>
                  <a:pt x="1887" y="4799"/>
                  <a:pt x="2268" y="4740"/>
                  <a:pt x="2558" y="4623"/>
                </a:cubicBezTo>
                <a:cubicBezTo>
                  <a:pt x="2699" y="4565"/>
                  <a:pt x="2810" y="4498"/>
                  <a:pt x="2881" y="4426"/>
                </a:cubicBezTo>
                <a:cubicBezTo>
                  <a:pt x="2953" y="4355"/>
                  <a:pt x="2990" y="4279"/>
                  <a:pt x="2992" y="4197"/>
                </a:cubicBezTo>
                <a:cubicBezTo>
                  <a:pt x="2992" y="4191"/>
                  <a:pt x="2992" y="4183"/>
                  <a:pt x="2988" y="4175"/>
                </a:cubicBezTo>
                <a:lnTo>
                  <a:pt x="2769" y="9"/>
                </a:lnTo>
                <a:cubicBezTo>
                  <a:pt x="2767" y="9"/>
                  <a:pt x="2767" y="9"/>
                  <a:pt x="2765" y="11"/>
                </a:cubicBezTo>
                <a:cubicBezTo>
                  <a:pt x="2718" y="38"/>
                  <a:pt x="2662" y="64"/>
                  <a:pt x="2599" y="91"/>
                </a:cubicBezTo>
                <a:cubicBezTo>
                  <a:pt x="2309" y="208"/>
                  <a:pt x="1924" y="271"/>
                  <a:pt x="1507" y="271"/>
                </a:cubicBezTo>
                <a:cubicBezTo>
                  <a:pt x="1087" y="271"/>
                  <a:pt x="696" y="206"/>
                  <a:pt x="402" y="89"/>
                </a:cubicBezTo>
                <a:cubicBezTo>
                  <a:pt x="332" y="60"/>
                  <a:pt x="277" y="32"/>
                  <a:pt x="228" y="3"/>
                </a:cubicBezTo>
                <a:cubicBezTo>
                  <a:pt x="228" y="3"/>
                  <a:pt x="226" y="3"/>
                  <a:pt x="2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1"/>
          <p:cNvSpPr/>
          <p:nvPr/>
        </p:nvSpPr>
        <p:spPr>
          <a:xfrm>
            <a:off x="1106414" y="3237079"/>
            <a:ext cx="357027" cy="90489"/>
          </a:xfrm>
          <a:custGeom>
            <a:rect b="b" l="l" r="r" t="t"/>
            <a:pathLst>
              <a:path extrusionOk="0" h="661" w="2608">
                <a:moveTo>
                  <a:pt x="2462" y="1"/>
                </a:moveTo>
                <a:cubicBezTo>
                  <a:pt x="2419" y="95"/>
                  <a:pt x="2309" y="183"/>
                  <a:pt x="2133" y="255"/>
                </a:cubicBezTo>
                <a:cubicBezTo>
                  <a:pt x="1898" y="349"/>
                  <a:pt x="1590" y="396"/>
                  <a:pt x="1282" y="396"/>
                </a:cubicBezTo>
                <a:cubicBezTo>
                  <a:pt x="972" y="396"/>
                  <a:pt x="661" y="348"/>
                  <a:pt x="424" y="253"/>
                </a:cubicBezTo>
                <a:cubicBezTo>
                  <a:pt x="267" y="187"/>
                  <a:pt x="160" y="111"/>
                  <a:pt x="107" y="30"/>
                </a:cubicBezTo>
                <a:lnTo>
                  <a:pt x="107" y="30"/>
                </a:lnTo>
                <a:cubicBezTo>
                  <a:pt x="1" y="195"/>
                  <a:pt x="105" y="382"/>
                  <a:pt x="432" y="512"/>
                </a:cubicBezTo>
                <a:cubicBezTo>
                  <a:pt x="673" y="611"/>
                  <a:pt x="990" y="660"/>
                  <a:pt x="1305" y="660"/>
                </a:cubicBezTo>
                <a:cubicBezTo>
                  <a:pt x="1619" y="660"/>
                  <a:pt x="1933" y="611"/>
                  <a:pt x="2171" y="515"/>
                </a:cubicBezTo>
                <a:cubicBezTo>
                  <a:pt x="2511" y="373"/>
                  <a:pt x="2607" y="175"/>
                  <a:pt x="24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1"/>
          <p:cNvSpPr/>
          <p:nvPr/>
        </p:nvSpPr>
        <p:spPr>
          <a:xfrm>
            <a:off x="1109562" y="3171641"/>
            <a:ext cx="350456" cy="88572"/>
          </a:xfrm>
          <a:custGeom>
            <a:rect b="b" l="l" r="r" t="t"/>
            <a:pathLst>
              <a:path extrusionOk="0" h="647" w="2560">
                <a:moveTo>
                  <a:pt x="2416" y="0"/>
                </a:moveTo>
                <a:lnTo>
                  <a:pt x="2416" y="0"/>
                </a:lnTo>
                <a:cubicBezTo>
                  <a:pt x="2374" y="92"/>
                  <a:pt x="2265" y="180"/>
                  <a:pt x="2095" y="250"/>
                </a:cubicBezTo>
                <a:cubicBezTo>
                  <a:pt x="1866" y="342"/>
                  <a:pt x="1565" y="389"/>
                  <a:pt x="1263" y="389"/>
                </a:cubicBezTo>
                <a:cubicBezTo>
                  <a:pt x="958" y="389"/>
                  <a:pt x="652" y="341"/>
                  <a:pt x="420" y="246"/>
                </a:cubicBezTo>
                <a:cubicBezTo>
                  <a:pt x="266" y="182"/>
                  <a:pt x="162" y="107"/>
                  <a:pt x="111" y="27"/>
                </a:cubicBezTo>
                <a:lnTo>
                  <a:pt x="111" y="27"/>
                </a:lnTo>
                <a:cubicBezTo>
                  <a:pt x="0" y="190"/>
                  <a:pt x="105" y="373"/>
                  <a:pt x="424" y="501"/>
                </a:cubicBezTo>
                <a:cubicBezTo>
                  <a:pt x="663" y="598"/>
                  <a:pt x="975" y="647"/>
                  <a:pt x="1287" y="647"/>
                </a:cubicBezTo>
                <a:cubicBezTo>
                  <a:pt x="1593" y="647"/>
                  <a:pt x="1898" y="600"/>
                  <a:pt x="2130" y="506"/>
                </a:cubicBezTo>
                <a:cubicBezTo>
                  <a:pt x="2466" y="368"/>
                  <a:pt x="2560" y="172"/>
                  <a:pt x="24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1"/>
          <p:cNvSpPr/>
          <p:nvPr/>
        </p:nvSpPr>
        <p:spPr>
          <a:xfrm>
            <a:off x="783469" y="3230645"/>
            <a:ext cx="336218" cy="124576"/>
          </a:xfrm>
          <a:custGeom>
            <a:rect b="b" l="l" r="r" t="t"/>
            <a:pathLst>
              <a:path extrusionOk="0" h="910" w="2456">
                <a:moveTo>
                  <a:pt x="1219" y="0"/>
                </a:moveTo>
                <a:cubicBezTo>
                  <a:pt x="935" y="0"/>
                  <a:pt x="652" y="44"/>
                  <a:pt x="437" y="132"/>
                </a:cubicBezTo>
                <a:cubicBezTo>
                  <a:pt x="1" y="310"/>
                  <a:pt x="3" y="596"/>
                  <a:pt x="441" y="774"/>
                </a:cubicBezTo>
                <a:cubicBezTo>
                  <a:pt x="660" y="865"/>
                  <a:pt x="948" y="910"/>
                  <a:pt x="1235" y="910"/>
                </a:cubicBezTo>
                <a:cubicBezTo>
                  <a:pt x="1520" y="910"/>
                  <a:pt x="1805" y="865"/>
                  <a:pt x="2022" y="776"/>
                </a:cubicBezTo>
                <a:cubicBezTo>
                  <a:pt x="2456" y="600"/>
                  <a:pt x="2454" y="314"/>
                  <a:pt x="2016" y="136"/>
                </a:cubicBezTo>
                <a:cubicBezTo>
                  <a:pt x="1795" y="45"/>
                  <a:pt x="1506" y="0"/>
                  <a:pt x="12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1"/>
          <p:cNvSpPr/>
          <p:nvPr/>
        </p:nvSpPr>
        <p:spPr>
          <a:xfrm>
            <a:off x="775118" y="3431476"/>
            <a:ext cx="357437" cy="90352"/>
          </a:xfrm>
          <a:custGeom>
            <a:rect b="b" l="l" r="r" t="t"/>
            <a:pathLst>
              <a:path extrusionOk="0" h="660" w="2611">
                <a:moveTo>
                  <a:pt x="2466" y="1"/>
                </a:moveTo>
                <a:cubicBezTo>
                  <a:pt x="2423" y="95"/>
                  <a:pt x="2312" y="181"/>
                  <a:pt x="2136" y="252"/>
                </a:cubicBezTo>
                <a:cubicBezTo>
                  <a:pt x="1902" y="347"/>
                  <a:pt x="1594" y="395"/>
                  <a:pt x="1285" y="395"/>
                </a:cubicBezTo>
                <a:cubicBezTo>
                  <a:pt x="975" y="395"/>
                  <a:pt x="665" y="347"/>
                  <a:pt x="428" y="250"/>
                </a:cubicBezTo>
                <a:cubicBezTo>
                  <a:pt x="268" y="189"/>
                  <a:pt x="164" y="111"/>
                  <a:pt x="111" y="29"/>
                </a:cubicBezTo>
                <a:lnTo>
                  <a:pt x="111" y="29"/>
                </a:lnTo>
                <a:cubicBezTo>
                  <a:pt x="0" y="197"/>
                  <a:pt x="109" y="381"/>
                  <a:pt x="436" y="512"/>
                </a:cubicBezTo>
                <a:cubicBezTo>
                  <a:pt x="677" y="611"/>
                  <a:pt x="993" y="660"/>
                  <a:pt x="1309" y="660"/>
                </a:cubicBezTo>
                <a:cubicBezTo>
                  <a:pt x="1623" y="660"/>
                  <a:pt x="1936" y="611"/>
                  <a:pt x="2175" y="514"/>
                </a:cubicBezTo>
                <a:cubicBezTo>
                  <a:pt x="2515" y="375"/>
                  <a:pt x="2611" y="175"/>
                  <a:pt x="24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1"/>
          <p:cNvSpPr/>
          <p:nvPr/>
        </p:nvSpPr>
        <p:spPr>
          <a:xfrm>
            <a:off x="778814" y="3366312"/>
            <a:ext cx="350182" cy="88572"/>
          </a:xfrm>
          <a:custGeom>
            <a:rect b="b" l="l" r="r" t="t"/>
            <a:pathLst>
              <a:path extrusionOk="0" h="647" w="2558">
                <a:moveTo>
                  <a:pt x="2414" y="0"/>
                </a:moveTo>
                <a:lnTo>
                  <a:pt x="2414" y="0"/>
                </a:lnTo>
                <a:cubicBezTo>
                  <a:pt x="2369" y="92"/>
                  <a:pt x="2263" y="180"/>
                  <a:pt x="2091" y="250"/>
                </a:cubicBezTo>
                <a:cubicBezTo>
                  <a:pt x="1862" y="342"/>
                  <a:pt x="1561" y="389"/>
                  <a:pt x="1260" y="389"/>
                </a:cubicBezTo>
                <a:cubicBezTo>
                  <a:pt x="955" y="389"/>
                  <a:pt x="649" y="341"/>
                  <a:pt x="415" y="246"/>
                </a:cubicBezTo>
                <a:cubicBezTo>
                  <a:pt x="262" y="182"/>
                  <a:pt x="158" y="107"/>
                  <a:pt x="106" y="27"/>
                </a:cubicBezTo>
                <a:lnTo>
                  <a:pt x="106" y="27"/>
                </a:lnTo>
                <a:cubicBezTo>
                  <a:pt x="0" y="188"/>
                  <a:pt x="104" y="373"/>
                  <a:pt x="421" y="501"/>
                </a:cubicBezTo>
                <a:cubicBezTo>
                  <a:pt x="659" y="598"/>
                  <a:pt x="971" y="647"/>
                  <a:pt x="1283" y="647"/>
                </a:cubicBezTo>
                <a:cubicBezTo>
                  <a:pt x="1590" y="647"/>
                  <a:pt x="1895" y="600"/>
                  <a:pt x="2128" y="505"/>
                </a:cubicBezTo>
                <a:cubicBezTo>
                  <a:pt x="2461" y="368"/>
                  <a:pt x="2557" y="172"/>
                  <a:pt x="24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1"/>
          <p:cNvSpPr/>
          <p:nvPr/>
        </p:nvSpPr>
        <p:spPr>
          <a:xfrm>
            <a:off x="813998" y="3246388"/>
            <a:ext cx="274615" cy="92542"/>
          </a:xfrm>
          <a:custGeom>
            <a:rect b="b" l="l" r="r" t="t"/>
            <a:pathLst>
              <a:path extrusionOk="0" h="676" w="2006">
                <a:moveTo>
                  <a:pt x="995" y="0"/>
                </a:moveTo>
                <a:cubicBezTo>
                  <a:pt x="711" y="0"/>
                  <a:pt x="451" y="43"/>
                  <a:pt x="254" y="123"/>
                </a:cubicBezTo>
                <a:cubicBezTo>
                  <a:pt x="66" y="199"/>
                  <a:pt x="1" y="283"/>
                  <a:pt x="1" y="332"/>
                </a:cubicBezTo>
                <a:cubicBezTo>
                  <a:pt x="1" y="383"/>
                  <a:pt x="66" y="471"/>
                  <a:pt x="259" y="547"/>
                </a:cubicBezTo>
                <a:cubicBezTo>
                  <a:pt x="461" y="631"/>
                  <a:pt x="727" y="676"/>
                  <a:pt x="1011" y="676"/>
                </a:cubicBezTo>
                <a:cubicBezTo>
                  <a:pt x="1292" y="676"/>
                  <a:pt x="1556" y="631"/>
                  <a:pt x="1752" y="549"/>
                </a:cubicBezTo>
                <a:cubicBezTo>
                  <a:pt x="1938" y="475"/>
                  <a:pt x="2006" y="389"/>
                  <a:pt x="2006" y="340"/>
                </a:cubicBezTo>
                <a:cubicBezTo>
                  <a:pt x="2006" y="291"/>
                  <a:pt x="1938" y="201"/>
                  <a:pt x="1746" y="125"/>
                </a:cubicBezTo>
                <a:cubicBezTo>
                  <a:pt x="1548" y="43"/>
                  <a:pt x="1282" y="0"/>
                  <a:pt x="9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1"/>
          <p:cNvSpPr/>
          <p:nvPr/>
        </p:nvSpPr>
        <p:spPr>
          <a:xfrm>
            <a:off x="777309" y="3653115"/>
            <a:ext cx="348813" cy="84739"/>
          </a:xfrm>
          <a:custGeom>
            <a:rect b="b" l="l" r="r" t="t"/>
            <a:pathLst>
              <a:path extrusionOk="0" h="619" w="2548">
                <a:moveTo>
                  <a:pt x="21" y="0"/>
                </a:moveTo>
                <a:lnTo>
                  <a:pt x="1" y="348"/>
                </a:lnTo>
                <a:cubicBezTo>
                  <a:pt x="1" y="348"/>
                  <a:pt x="3" y="348"/>
                  <a:pt x="5" y="350"/>
                </a:cubicBezTo>
                <a:cubicBezTo>
                  <a:pt x="52" y="379"/>
                  <a:pt x="109" y="407"/>
                  <a:pt x="179" y="436"/>
                </a:cubicBezTo>
                <a:cubicBezTo>
                  <a:pt x="471" y="553"/>
                  <a:pt x="864" y="618"/>
                  <a:pt x="1284" y="618"/>
                </a:cubicBezTo>
                <a:cubicBezTo>
                  <a:pt x="1701" y="618"/>
                  <a:pt x="2090" y="555"/>
                  <a:pt x="2376" y="438"/>
                </a:cubicBezTo>
                <a:cubicBezTo>
                  <a:pt x="2440" y="413"/>
                  <a:pt x="2497" y="387"/>
                  <a:pt x="2542" y="358"/>
                </a:cubicBezTo>
                <a:cubicBezTo>
                  <a:pt x="2544" y="358"/>
                  <a:pt x="2544" y="358"/>
                  <a:pt x="2548" y="356"/>
                </a:cubicBezTo>
                <a:lnTo>
                  <a:pt x="2532" y="17"/>
                </a:lnTo>
                <a:cubicBezTo>
                  <a:pt x="2530" y="21"/>
                  <a:pt x="2530" y="27"/>
                  <a:pt x="2527" y="31"/>
                </a:cubicBezTo>
                <a:cubicBezTo>
                  <a:pt x="2503" y="94"/>
                  <a:pt x="2415" y="184"/>
                  <a:pt x="2214" y="266"/>
                </a:cubicBezTo>
                <a:cubicBezTo>
                  <a:pt x="1969" y="366"/>
                  <a:pt x="1638" y="422"/>
                  <a:pt x="1284" y="422"/>
                </a:cubicBezTo>
                <a:cubicBezTo>
                  <a:pt x="926" y="422"/>
                  <a:pt x="594" y="364"/>
                  <a:pt x="342" y="264"/>
                </a:cubicBezTo>
                <a:cubicBezTo>
                  <a:pt x="136" y="180"/>
                  <a:pt x="46" y="84"/>
                  <a:pt x="25" y="21"/>
                </a:cubicBezTo>
                <a:cubicBezTo>
                  <a:pt x="23" y="12"/>
                  <a:pt x="21" y="4"/>
                  <a:pt x="21" y="0"/>
                </a:cubicBezTo>
                <a:close/>
              </a:path>
            </a:pathLst>
          </a:custGeom>
          <a:solidFill>
            <a:srgbClr val="F3F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1"/>
          <p:cNvSpPr/>
          <p:nvPr/>
        </p:nvSpPr>
        <p:spPr>
          <a:xfrm>
            <a:off x="777309" y="3653115"/>
            <a:ext cx="348813" cy="84739"/>
          </a:xfrm>
          <a:custGeom>
            <a:rect b="b" l="l" r="r" t="t"/>
            <a:pathLst>
              <a:path extrusionOk="0" h="619" w="2548">
                <a:moveTo>
                  <a:pt x="21" y="0"/>
                </a:moveTo>
                <a:lnTo>
                  <a:pt x="1" y="348"/>
                </a:lnTo>
                <a:cubicBezTo>
                  <a:pt x="1" y="348"/>
                  <a:pt x="3" y="348"/>
                  <a:pt x="5" y="350"/>
                </a:cubicBezTo>
                <a:cubicBezTo>
                  <a:pt x="52" y="379"/>
                  <a:pt x="109" y="407"/>
                  <a:pt x="179" y="436"/>
                </a:cubicBezTo>
                <a:cubicBezTo>
                  <a:pt x="471" y="553"/>
                  <a:pt x="864" y="618"/>
                  <a:pt x="1284" y="618"/>
                </a:cubicBezTo>
                <a:cubicBezTo>
                  <a:pt x="1701" y="618"/>
                  <a:pt x="2090" y="555"/>
                  <a:pt x="2376" y="438"/>
                </a:cubicBezTo>
                <a:cubicBezTo>
                  <a:pt x="2440" y="413"/>
                  <a:pt x="2497" y="387"/>
                  <a:pt x="2542" y="358"/>
                </a:cubicBezTo>
                <a:cubicBezTo>
                  <a:pt x="2544" y="358"/>
                  <a:pt x="2544" y="358"/>
                  <a:pt x="2548" y="356"/>
                </a:cubicBezTo>
                <a:lnTo>
                  <a:pt x="2532" y="17"/>
                </a:lnTo>
                <a:cubicBezTo>
                  <a:pt x="2530" y="21"/>
                  <a:pt x="2530" y="27"/>
                  <a:pt x="2527" y="31"/>
                </a:cubicBezTo>
                <a:cubicBezTo>
                  <a:pt x="2503" y="94"/>
                  <a:pt x="2415" y="184"/>
                  <a:pt x="2214" y="266"/>
                </a:cubicBezTo>
                <a:cubicBezTo>
                  <a:pt x="1969" y="366"/>
                  <a:pt x="1638" y="422"/>
                  <a:pt x="1284" y="422"/>
                </a:cubicBezTo>
                <a:cubicBezTo>
                  <a:pt x="926" y="422"/>
                  <a:pt x="594" y="364"/>
                  <a:pt x="342" y="264"/>
                </a:cubicBezTo>
                <a:cubicBezTo>
                  <a:pt x="136" y="180"/>
                  <a:pt x="46" y="84"/>
                  <a:pt x="25" y="21"/>
                </a:cubicBezTo>
                <a:cubicBezTo>
                  <a:pt x="23" y="12"/>
                  <a:pt x="21" y="4"/>
                  <a:pt x="21" y="0"/>
                </a:cubicBezTo>
                <a:close/>
              </a:path>
            </a:pathLst>
          </a:custGeom>
          <a:solidFill>
            <a:srgbClr val="333233">
              <a:alpha val="7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1"/>
          <p:cNvSpPr/>
          <p:nvPr/>
        </p:nvSpPr>
        <p:spPr>
          <a:xfrm>
            <a:off x="749381" y="3616426"/>
            <a:ext cx="403435" cy="101988"/>
          </a:xfrm>
          <a:custGeom>
            <a:rect b="b" l="l" r="r" t="t"/>
            <a:pathLst>
              <a:path extrusionOk="0" h="745" w="2947">
                <a:moveTo>
                  <a:pt x="229" y="0"/>
                </a:moveTo>
                <a:lnTo>
                  <a:pt x="229" y="0"/>
                </a:lnTo>
                <a:cubicBezTo>
                  <a:pt x="64" y="92"/>
                  <a:pt x="0" y="186"/>
                  <a:pt x="0" y="246"/>
                </a:cubicBezTo>
                <a:cubicBezTo>
                  <a:pt x="0" y="301"/>
                  <a:pt x="55" y="389"/>
                  <a:pt x="205" y="475"/>
                </a:cubicBezTo>
                <a:cubicBezTo>
                  <a:pt x="250" y="503"/>
                  <a:pt x="309" y="532"/>
                  <a:pt x="379" y="561"/>
                </a:cubicBezTo>
                <a:cubicBezTo>
                  <a:pt x="669" y="677"/>
                  <a:pt x="1064" y="745"/>
                  <a:pt x="1483" y="745"/>
                </a:cubicBezTo>
                <a:cubicBezTo>
                  <a:pt x="1899" y="745"/>
                  <a:pt x="2285" y="679"/>
                  <a:pt x="2574" y="563"/>
                </a:cubicBezTo>
                <a:cubicBezTo>
                  <a:pt x="2641" y="534"/>
                  <a:pt x="2695" y="510"/>
                  <a:pt x="2742" y="481"/>
                </a:cubicBezTo>
                <a:cubicBezTo>
                  <a:pt x="2889" y="393"/>
                  <a:pt x="2946" y="307"/>
                  <a:pt x="2946" y="250"/>
                </a:cubicBezTo>
                <a:cubicBezTo>
                  <a:pt x="2946" y="192"/>
                  <a:pt x="2885" y="96"/>
                  <a:pt x="2715" y="4"/>
                </a:cubicBezTo>
                <a:lnTo>
                  <a:pt x="2715" y="4"/>
                </a:lnTo>
                <a:lnTo>
                  <a:pt x="2721" y="84"/>
                </a:lnTo>
                <a:cubicBezTo>
                  <a:pt x="2727" y="96"/>
                  <a:pt x="2729" y="111"/>
                  <a:pt x="2729" y="123"/>
                </a:cubicBezTo>
                <a:cubicBezTo>
                  <a:pt x="2729" y="131"/>
                  <a:pt x="2729" y="141"/>
                  <a:pt x="2725" y="152"/>
                </a:cubicBezTo>
                <a:cubicBezTo>
                  <a:pt x="2705" y="215"/>
                  <a:pt x="2613" y="305"/>
                  <a:pt x="2414" y="387"/>
                </a:cubicBezTo>
                <a:cubicBezTo>
                  <a:pt x="2169" y="485"/>
                  <a:pt x="1835" y="542"/>
                  <a:pt x="1483" y="542"/>
                </a:cubicBezTo>
                <a:cubicBezTo>
                  <a:pt x="1127" y="542"/>
                  <a:pt x="792" y="485"/>
                  <a:pt x="542" y="383"/>
                </a:cubicBezTo>
                <a:cubicBezTo>
                  <a:pt x="334" y="299"/>
                  <a:pt x="246" y="205"/>
                  <a:pt x="225" y="141"/>
                </a:cubicBezTo>
                <a:cubicBezTo>
                  <a:pt x="221" y="133"/>
                  <a:pt x="219" y="123"/>
                  <a:pt x="219" y="115"/>
                </a:cubicBezTo>
                <a:cubicBezTo>
                  <a:pt x="219" y="105"/>
                  <a:pt x="221" y="92"/>
                  <a:pt x="227" y="80"/>
                </a:cubicBezTo>
                <a:lnTo>
                  <a:pt x="2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1"/>
          <p:cNvSpPr/>
          <p:nvPr/>
        </p:nvSpPr>
        <p:spPr>
          <a:xfrm>
            <a:off x="749929" y="3607939"/>
            <a:ext cx="401792" cy="101577"/>
          </a:xfrm>
          <a:custGeom>
            <a:rect b="b" l="l" r="r" t="t"/>
            <a:pathLst>
              <a:path extrusionOk="0" h="742" w="2935">
                <a:moveTo>
                  <a:pt x="227" y="1"/>
                </a:moveTo>
                <a:cubicBezTo>
                  <a:pt x="62" y="93"/>
                  <a:pt x="0" y="185"/>
                  <a:pt x="0" y="244"/>
                </a:cubicBezTo>
                <a:cubicBezTo>
                  <a:pt x="0" y="299"/>
                  <a:pt x="53" y="387"/>
                  <a:pt x="203" y="473"/>
                </a:cubicBezTo>
                <a:cubicBezTo>
                  <a:pt x="252" y="502"/>
                  <a:pt x="307" y="531"/>
                  <a:pt x="377" y="557"/>
                </a:cubicBezTo>
                <a:cubicBezTo>
                  <a:pt x="667" y="678"/>
                  <a:pt x="1058" y="741"/>
                  <a:pt x="1475" y="741"/>
                </a:cubicBezTo>
                <a:cubicBezTo>
                  <a:pt x="1891" y="741"/>
                  <a:pt x="2277" y="676"/>
                  <a:pt x="2564" y="561"/>
                </a:cubicBezTo>
                <a:cubicBezTo>
                  <a:pt x="2629" y="535"/>
                  <a:pt x="2682" y="510"/>
                  <a:pt x="2730" y="482"/>
                </a:cubicBezTo>
                <a:cubicBezTo>
                  <a:pt x="2877" y="398"/>
                  <a:pt x="2934" y="310"/>
                  <a:pt x="2934" y="254"/>
                </a:cubicBezTo>
                <a:cubicBezTo>
                  <a:pt x="2934" y="193"/>
                  <a:pt x="2873" y="101"/>
                  <a:pt x="2707" y="9"/>
                </a:cubicBezTo>
                <a:lnTo>
                  <a:pt x="2707" y="9"/>
                </a:lnTo>
                <a:lnTo>
                  <a:pt x="2711" y="87"/>
                </a:lnTo>
                <a:cubicBezTo>
                  <a:pt x="2719" y="101"/>
                  <a:pt x="2721" y="113"/>
                  <a:pt x="2721" y="126"/>
                </a:cubicBezTo>
                <a:cubicBezTo>
                  <a:pt x="2721" y="134"/>
                  <a:pt x="2721" y="144"/>
                  <a:pt x="2717" y="154"/>
                </a:cubicBezTo>
                <a:cubicBezTo>
                  <a:pt x="2695" y="218"/>
                  <a:pt x="2607" y="308"/>
                  <a:pt x="2406" y="390"/>
                </a:cubicBezTo>
                <a:cubicBezTo>
                  <a:pt x="2163" y="490"/>
                  <a:pt x="1833" y="543"/>
                  <a:pt x="1482" y="543"/>
                </a:cubicBezTo>
                <a:cubicBezTo>
                  <a:pt x="1126" y="543"/>
                  <a:pt x="792" y="486"/>
                  <a:pt x="544" y="387"/>
                </a:cubicBezTo>
                <a:cubicBezTo>
                  <a:pt x="338" y="302"/>
                  <a:pt x="248" y="207"/>
                  <a:pt x="227" y="144"/>
                </a:cubicBezTo>
                <a:cubicBezTo>
                  <a:pt x="225" y="136"/>
                  <a:pt x="223" y="126"/>
                  <a:pt x="223" y="117"/>
                </a:cubicBezTo>
                <a:cubicBezTo>
                  <a:pt x="223" y="107"/>
                  <a:pt x="225" y="95"/>
                  <a:pt x="231" y="83"/>
                </a:cubicBezTo>
                <a:lnTo>
                  <a:pt x="2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1"/>
          <p:cNvSpPr/>
          <p:nvPr/>
        </p:nvSpPr>
        <p:spPr>
          <a:xfrm>
            <a:off x="775118" y="4227544"/>
            <a:ext cx="26695" cy="17797"/>
          </a:xfrm>
          <a:custGeom>
            <a:rect b="b" l="l" r="r" t="t"/>
            <a:pathLst>
              <a:path extrusionOk="0" h="130" w="195">
                <a:moveTo>
                  <a:pt x="13" y="0"/>
                </a:moveTo>
                <a:lnTo>
                  <a:pt x="0" y="25"/>
                </a:lnTo>
                <a:lnTo>
                  <a:pt x="182" y="129"/>
                </a:lnTo>
                <a:lnTo>
                  <a:pt x="195" y="107"/>
                </a:lnTo>
                <a:lnTo>
                  <a:pt x="13"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1"/>
          <p:cNvSpPr/>
          <p:nvPr/>
        </p:nvSpPr>
        <p:spPr>
          <a:xfrm>
            <a:off x="775118" y="4193046"/>
            <a:ext cx="26695" cy="17523"/>
          </a:xfrm>
          <a:custGeom>
            <a:rect b="b" l="l" r="r" t="t"/>
            <a:pathLst>
              <a:path extrusionOk="0" h="128" w="195">
                <a:moveTo>
                  <a:pt x="13" y="1"/>
                </a:moveTo>
                <a:lnTo>
                  <a:pt x="0" y="21"/>
                </a:lnTo>
                <a:lnTo>
                  <a:pt x="182" y="128"/>
                </a:lnTo>
                <a:lnTo>
                  <a:pt x="195" y="105"/>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1"/>
          <p:cNvSpPr/>
          <p:nvPr/>
        </p:nvSpPr>
        <p:spPr>
          <a:xfrm>
            <a:off x="775118" y="4157999"/>
            <a:ext cx="26695" cy="17523"/>
          </a:xfrm>
          <a:custGeom>
            <a:rect b="b" l="l" r="r" t="t"/>
            <a:pathLst>
              <a:path extrusionOk="0" h="128" w="195">
                <a:moveTo>
                  <a:pt x="13" y="1"/>
                </a:moveTo>
                <a:lnTo>
                  <a:pt x="0" y="23"/>
                </a:lnTo>
                <a:lnTo>
                  <a:pt x="182" y="128"/>
                </a:lnTo>
                <a:lnTo>
                  <a:pt x="195" y="105"/>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1"/>
          <p:cNvSpPr/>
          <p:nvPr/>
        </p:nvSpPr>
        <p:spPr>
          <a:xfrm>
            <a:off x="775118" y="4123364"/>
            <a:ext cx="26695" cy="17249"/>
          </a:xfrm>
          <a:custGeom>
            <a:rect b="b" l="l" r="r" t="t"/>
            <a:pathLst>
              <a:path extrusionOk="0" h="126" w="195">
                <a:moveTo>
                  <a:pt x="13" y="0"/>
                </a:moveTo>
                <a:lnTo>
                  <a:pt x="0" y="23"/>
                </a:lnTo>
                <a:lnTo>
                  <a:pt x="182" y="125"/>
                </a:lnTo>
                <a:lnTo>
                  <a:pt x="195" y="105"/>
                </a:lnTo>
                <a:lnTo>
                  <a:pt x="13"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1"/>
          <p:cNvSpPr/>
          <p:nvPr/>
        </p:nvSpPr>
        <p:spPr>
          <a:xfrm>
            <a:off x="775118" y="4088318"/>
            <a:ext cx="26695" cy="17523"/>
          </a:xfrm>
          <a:custGeom>
            <a:rect b="b" l="l" r="r" t="t"/>
            <a:pathLst>
              <a:path extrusionOk="0" h="128" w="195">
                <a:moveTo>
                  <a:pt x="13" y="1"/>
                </a:moveTo>
                <a:lnTo>
                  <a:pt x="0" y="23"/>
                </a:lnTo>
                <a:lnTo>
                  <a:pt x="182" y="127"/>
                </a:lnTo>
                <a:lnTo>
                  <a:pt x="195" y="107"/>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1"/>
          <p:cNvSpPr/>
          <p:nvPr/>
        </p:nvSpPr>
        <p:spPr>
          <a:xfrm>
            <a:off x="775118" y="4053545"/>
            <a:ext cx="26695" cy="17797"/>
          </a:xfrm>
          <a:custGeom>
            <a:rect b="b" l="l" r="r" t="t"/>
            <a:pathLst>
              <a:path extrusionOk="0" h="130" w="195">
                <a:moveTo>
                  <a:pt x="13" y="1"/>
                </a:moveTo>
                <a:lnTo>
                  <a:pt x="0" y="23"/>
                </a:lnTo>
                <a:lnTo>
                  <a:pt x="182" y="130"/>
                </a:lnTo>
                <a:lnTo>
                  <a:pt x="195" y="105"/>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1"/>
          <p:cNvSpPr/>
          <p:nvPr/>
        </p:nvSpPr>
        <p:spPr>
          <a:xfrm>
            <a:off x="775118" y="4018910"/>
            <a:ext cx="26695" cy="17386"/>
          </a:xfrm>
          <a:custGeom>
            <a:rect b="b" l="l" r="r" t="t"/>
            <a:pathLst>
              <a:path extrusionOk="0" h="127" w="195">
                <a:moveTo>
                  <a:pt x="13" y="0"/>
                </a:moveTo>
                <a:lnTo>
                  <a:pt x="0" y="21"/>
                </a:lnTo>
                <a:lnTo>
                  <a:pt x="182" y="127"/>
                </a:lnTo>
                <a:lnTo>
                  <a:pt x="195" y="107"/>
                </a:lnTo>
                <a:lnTo>
                  <a:pt x="13"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1"/>
          <p:cNvSpPr/>
          <p:nvPr/>
        </p:nvSpPr>
        <p:spPr>
          <a:xfrm>
            <a:off x="775118" y="3983864"/>
            <a:ext cx="26695" cy="17797"/>
          </a:xfrm>
          <a:custGeom>
            <a:rect b="b" l="l" r="r" t="t"/>
            <a:pathLst>
              <a:path extrusionOk="0" h="130" w="195">
                <a:moveTo>
                  <a:pt x="13" y="0"/>
                </a:moveTo>
                <a:lnTo>
                  <a:pt x="0" y="25"/>
                </a:lnTo>
                <a:lnTo>
                  <a:pt x="182" y="129"/>
                </a:lnTo>
                <a:lnTo>
                  <a:pt x="195" y="107"/>
                </a:lnTo>
                <a:lnTo>
                  <a:pt x="13"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1"/>
          <p:cNvSpPr/>
          <p:nvPr/>
        </p:nvSpPr>
        <p:spPr>
          <a:xfrm>
            <a:off x="775118" y="3949365"/>
            <a:ext cx="26695" cy="17523"/>
          </a:xfrm>
          <a:custGeom>
            <a:rect b="b" l="l" r="r" t="t"/>
            <a:pathLst>
              <a:path extrusionOk="0" h="128" w="195">
                <a:moveTo>
                  <a:pt x="13" y="1"/>
                </a:moveTo>
                <a:lnTo>
                  <a:pt x="0" y="21"/>
                </a:lnTo>
                <a:lnTo>
                  <a:pt x="182" y="128"/>
                </a:lnTo>
                <a:lnTo>
                  <a:pt x="195" y="105"/>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1"/>
          <p:cNvSpPr/>
          <p:nvPr/>
        </p:nvSpPr>
        <p:spPr>
          <a:xfrm>
            <a:off x="775118" y="3775229"/>
            <a:ext cx="26695" cy="17523"/>
          </a:xfrm>
          <a:custGeom>
            <a:rect b="b" l="l" r="r" t="t"/>
            <a:pathLst>
              <a:path extrusionOk="0" h="128" w="195">
                <a:moveTo>
                  <a:pt x="13" y="0"/>
                </a:moveTo>
                <a:lnTo>
                  <a:pt x="0" y="21"/>
                </a:lnTo>
                <a:lnTo>
                  <a:pt x="182" y="127"/>
                </a:lnTo>
                <a:lnTo>
                  <a:pt x="195" y="107"/>
                </a:lnTo>
                <a:lnTo>
                  <a:pt x="13"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1"/>
          <p:cNvSpPr/>
          <p:nvPr/>
        </p:nvSpPr>
        <p:spPr>
          <a:xfrm>
            <a:off x="775118" y="3705685"/>
            <a:ext cx="26695" cy="17523"/>
          </a:xfrm>
          <a:custGeom>
            <a:rect b="b" l="l" r="r" t="t"/>
            <a:pathLst>
              <a:path extrusionOk="0" h="128" w="195">
                <a:moveTo>
                  <a:pt x="13" y="1"/>
                </a:moveTo>
                <a:lnTo>
                  <a:pt x="0" y="23"/>
                </a:lnTo>
                <a:lnTo>
                  <a:pt x="182" y="128"/>
                </a:lnTo>
                <a:lnTo>
                  <a:pt x="195" y="105"/>
                </a:lnTo>
                <a:lnTo>
                  <a:pt x="13" y="1"/>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0" name="Google Shape;5500;p51"/>
          <p:cNvGrpSpPr/>
          <p:nvPr/>
        </p:nvGrpSpPr>
        <p:grpSpPr>
          <a:xfrm>
            <a:off x="772493" y="3672686"/>
            <a:ext cx="30391" cy="593031"/>
            <a:chOff x="6477079" y="1537308"/>
            <a:chExt cx="73378" cy="1431846"/>
          </a:xfrm>
        </p:grpSpPr>
        <p:sp>
          <p:nvSpPr>
            <p:cNvPr id="5501" name="Google Shape;5501;p51"/>
            <p:cNvSpPr/>
            <p:nvPr/>
          </p:nvSpPr>
          <p:spPr>
            <a:xfrm>
              <a:off x="6541533" y="1571022"/>
              <a:ext cx="8924" cy="1398131"/>
            </a:xfrm>
            <a:custGeom>
              <a:rect b="b" l="l" r="r" t="t"/>
              <a:pathLst>
                <a:path extrusionOk="0" h="4230" w="27">
                  <a:moveTo>
                    <a:pt x="0" y="1"/>
                  </a:moveTo>
                  <a:lnTo>
                    <a:pt x="0" y="4230"/>
                  </a:lnTo>
                  <a:lnTo>
                    <a:pt x="27" y="4230"/>
                  </a:lnTo>
                  <a:lnTo>
                    <a:pt x="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1"/>
            <p:cNvSpPr/>
            <p:nvPr/>
          </p:nvSpPr>
          <p:spPr>
            <a:xfrm>
              <a:off x="6483359" y="2121691"/>
              <a:ext cx="64453" cy="41316"/>
            </a:xfrm>
            <a:custGeom>
              <a:rect b="b" l="l" r="r" t="t"/>
              <a:pathLst>
                <a:path extrusionOk="0" h="125" w="195">
                  <a:moveTo>
                    <a:pt x="13" y="0"/>
                  </a:moveTo>
                  <a:lnTo>
                    <a:pt x="0" y="21"/>
                  </a:lnTo>
                  <a:lnTo>
                    <a:pt x="182" y="125"/>
                  </a:lnTo>
                  <a:lnTo>
                    <a:pt x="195" y="104"/>
                  </a:lnTo>
                  <a:lnTo>
                    <a:pt x="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1"/>
            <p:cNvSpPr/>
            <p:nvPr/>
          </p:nvSpPr>
          <p:spPr>
            <a:xfrm>
              <a:off x="6483359" y="2037074"/>
              <a:ext cx="64453" cy="42308"/>
            </a:xfrm>
            <a:custGeom>
              <a:rect b="b" l="l" r="r" t="t"/>
              <a:pathLst>
                <a:path extrusionOk="0" h="128" w="195">
                  <a:moveTo>
                    <a:pt x="13" y="0"/>
                  </a:moveTo>
                  <a:lnTo>
                    <a:pt x="0" y="23"/>
                  </a:lnTo>
                  <a:lnTo>
                    <a:pt x="182" y="127"/>
                  </a:lnTo>
                  <a:lnTo>
                    <a:pt x="195" y="105"/>
                  </a:lnTo>
                  <a:lnTo>
                    <a:pt x="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1"/>
            <p:cNvSpPr/>
            <p:nvPr/>
          </p:nvSpPr>
          <p:spPr>
            <a:xfrm>
              <a:off x="6483359" y="1952458"/>
              <a:ext cx="64453" cy="42308"/>
            </a:xfrm>
            <a:custGeom>
              <a:rect b="b" l="l" r="r" t="t"/>
              <a:pathLst>
                <a:path extrusionOk="0" h="128" w="195">
                  <a:moveTo>
                    <a:pt x="13" y="1"/>
                  </a:moveTo>
                  <a:lnTo>
                    <a:pt x="0" y="23"/>
                  </a:lnTo>
                  <a:lnTo>
                    <a:pt x="182" y="127"/>
                  </a:lnTo>
                  <a:lnTo>
                    <a:pt x="195" y="107"/>
                  </a:lnTo>
                  <a:lnTo>
                    <a:pt x="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1"/>
            <p:cNvSpPr/>
            <p:nvPr/>
          </p:nvSpPr>
          <p:spPr>
            <a:xfrm>
              <a:off x="6483359" y="1868502"/>
              <a:ext cx="64453" cy="42969"/>
            </a:xfrm>
            <a:custGeom>
              <a:rect b="b" l="l" r="r" t="t"/>
              <a:pathLst>
                <a:path extrusionOk="0" h="130" w="195">
                  <a:moveTo>
                    <a:pt x="13" y="1"/>
                  </a:moveTo>
                  <a:lnTo>
                    <a:pt x="0" y="23"/>
                  </a:lnTo>
                  <a:lnTo>
                    <a:pt x="182" y="130"/>
                  </a:lnTo>
                  <a:lnTo>
                    <a:pt x="195" y="105"/>
                  </a:lnTo>
                  <a:lnTo>
                    <a:pt x="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1"/>
            <p:cNvSpPr/>
            <p:nvPr/>
          </p:nvSpPr>
          <p:spPr>
            <a:xfrm>
              <a:off x="6483359" y="1784877"/>
              <a:ext cx="64453" cy="42308"/>
            </a:xfrm>
            <a:custGeom>
              <a:rect b="b" l="l" r="r" t="t"/>
              <a:pathLst>
                <a:path extrusionOk="0" h="128" w="195">
                  <a:moveTo>
                    <a:pt x="13" y="0"/>
                  </a:moveTo>
                  <a:lnTo>
                    <a:pt x="0" y="21"/>
                  </a:lnTo>
                  <a:lnTo>
                    <a:pt x="182" y="127"/>
                  </a:lnTo>
                  <a:lnTo>
                    <a:pt x="195" y="107"/>
                  </a:lnTo>
                  <a:lnTo>
                    <a:pt x="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1"/>
            <p:cNvSpPr/>
            <p:nvPr/>
          </p:nvSpPr>
          <p:spPr>
            <a:xfrm>
              <a:off x="6483359" y="1700261"/>
              <a:ext cx="64453" cy="42969"/>
            </a:xfrm>
            <a:custGeom>
              <a:rect b="b" l="l" r="r" t="t"/>
              <a:pathLst>
                <a:path extrusionOk="0" h="130" w="195">
                  <a:moveTo>
                    <a:pt x="13" y="0"/>
                  </a:moveTo>
                  <a:lnTo>
                    <a:pt x="0" y="25"/>
                  </a:lnTo>
                  <a:lnTo>
                    <a:pt x="182" y="129"/>
                  </a:lnTo>
                  <a:lnTo>
                    <a:pt x="195" y="109"/>
                  </a:lnTo>
                  <a:lnTo>
                    <a:pt x="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1"/>
            <p:cNvSpPr/>
            <p:nvPr/>
          </p:nvSpPr>
          <p:spPr>
            <a:xfrm>
              <a:off x="6483359" y="1616966"/>
              <a:ext cx="64453" cy="42308"/>
            </a:xfrm>
            <a:custGeom>
              <a:rect b="b" l="l" r="r" t="t"/>
              <a:pathLst>
                <a:path extrusionOk="0" h="128" w="195">
                  <a:moveTo>
                    <a:pt x="13" y="1"/>
                  </a:moveTo>
                  <a:lnTo>
                    <a:pt x="0" y="23"/>
                  </a:lnTo>
                  <a:lnTo>
                    <a:pt x="182" y="128"/>
                  </a:lnTo>
                  <a:lnTo>
                    <a:pt x="195" y="105"/>
                  </a:lnTo>
                  <a:lnTo>
                    <a:pt x="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1"/>
            <p:cNvSpPr/>
            <p:nvPr/>
          </p:nvSpPr>
          <p:spPr>
            <a:xfrm>
              <a:off x="6477079" y="1537308"/>
              <a:ext cx="9255" cy="1398131"/>
            </a:xfrm>
            <a:custGeom>
              <a:rect b="b" l="l" r="r" t="t"/>
              <a:pathLst>
                <a:path extrusionOk="0" h="4230" w="28">
                  <a:moveTo>
                    <a:pt x="1" y="0"/>
                  </a:moveTo>
                  <a:lnTo>
                    <a:pt x="1" y="4229"/>
                  </a:lnTo>
                  <a:lnTo>
                    <a:pt x="28" y="4229"/>
                  </a:lnTo>
                  <a:lnTo>
                    <a:pt x="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0" name="Google Shape;5510;p51"/>
          <p:cNvSpPr/>
          <p:nvPr/>
        </p:nvSpPr>
        <p:spPr>
          <a:xfrm>
            <a:off x="754994" y="4234252"/>
            <a:ext cx="75156" cy="153598"/>
          </a:xfrm>
          <a:custGeom>
            <a:rect b="b" l="l" r="r" t="t"/>
            <a:pathLst>
              <a:path extrusionOk="0" h="1122" w="549">
                <a:moveTo>
                  <a:pt x="548" y="0"/>
                </a:moveTo>
                <a:lnTo>
                  <a:pt x="2" y="324"/>
                </a:lnTo>
                <a:lnTo>
                  <a:pt x="0" y="1122"/>
                </a:lnTo>
                <a:lnTo>
                  <a:pt x="546" y="798"/>
                </a:lnTo>
                <a:lnTo>
                  <a:pt x="548" y="0"/>
                </a:lnTo>
                <a:close/>
              </a:path>
            </a:pathLst>
          </a:custGeom>
          <a:solidFill>
            <a:srgbClr val="B2A7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1"/>
          <p:cNvSpPr/>
          <p:nvPr/>
        </p:nvSpPr>
        <p:spPr>
          <a:xfrm>
            <a:off x="679289" y="4234526"/>
            <a:ext cx="76115" cy="153324"/>
          </a:xfrm>
          <a:custGeom>
            <a:rect b="b" l="l" r="r" t="t"/>
            <a:pathLst>
              <a:path extrusionOk="0" h="1120" w="556">
                <a:moveTo>
                  <a:pt x="3" y="1"/>
                </a:moveTo>
                <a:lnTo>
                  <a:pt x="1" y="803"/>
                </a:lnTo>
                <a:lnTo>
                  <a:pt x="553" y="1120"/>
                </a:lnTo>
                <a:lnTo>
                  <a:pt x="555" y="322"/>
                </a:lnTo>
                <a:lnTo>
                  <a:pt x="3" y="1"/>
                </a:lnTo>
                <a:close/>
              </a:path>
            </a:pathLst>
          </a:custGeom>
          <a:solidFill>
            <a:srgbClr val="DD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1"/>
          <p:cNvSpPr/>
          <p:nvPr/>
        </p:nvSpPr>
        <p:spPr>
          <a:xfrm>
            <a:off x="679563" y="4190581"/>
            <a:ext cx="150586" cy="88025"/>
          </a:xfrm>
          <a:custGeom>
            <a:rect b="b" l="l" r="r" t="t"/>
            <a:pathLst>
              <a:path extrusionOk="0" h="643" w="1100">
                <a:moveTo>
                  <a:pt x="551" y="0"/>
                </a:moveTo>
                <a:lnTo>
                  <a:pt x="1" y="322"/>
                </a:lnTo>
                <a:lnTo>
                  <a:pt x="553" y="643"/>
                </a:lnTo>
                <a:lnTo>
                  <a:pt x="1099" y="319"/>
                </a:lnTo>
                <a:lnTo>
                  <a:pt x="551" y="0"/>
                </a:lnTo>
                <a:close/>
              </a:path>
            </a:pathLst>
          </a:custGeom>
          <a:solidFill>
            <a:srgbClr val="F3F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1"/>
          <p:cNvSpPr/>
          <p:nvPr/>
        </p:nvSpPr>
        <p:spPr>
          <a:xfrm>
            <a:off x="776213" y="4270941"/>
            <a:ext cx="34087" cy="99524"/>
          </a:xfrm>
          <a:custGeom>
            <a:rect b="b" l="l" r="r" t="t"/>
            <a:pathLst>
              <a:path extrusionOk="0" h="727" w="249">
                <a:moveTo>
                  <a:pt x="248" y="0"/>
                </a:moveTo>
                <a:lnTo>
                  <a:pt x="1" y="148"/>
                </a:lnTo>
                <a:lnTo>
                  <a:pt x="1" y="727"/>
                </a:lnTo>
                <a:lnTo>
                  <a:pt x="248" y="584"/>
                </a:lnTo>
                <a:lnTo>
                  <a:pt x="248" y="0"/>
                </a:lnTo>
                <a:close/>
              </a:path>
            </a:pathLst>
          </a:custGeom>
          <a:solidFill>
            <a:srgbClr val="585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1"/>
          <p:cNvSpPr/>
          <p:nvPr/>
        </p:nvSpPr>
        <p:spPr>
          <a:xfrm>
            <a:off x="806194" y="4312969"/>
            <a:ext cx="2327" cy="39837"/>
          </a:xfrm>
          <a:custGeom>
            <a:rect b="b" l="l" r="r" t="t"/>
            <a:pathLst>
              <a:path extrusionOk="0" h="291" w="17">
                <a:moveTo>
                  <a:pt x="1" y="0"/>
                </a:moveTo>
                <a:lnTo>
                  <a:pt x="1" y="281"/>
                </a:lnTo>
                <a:lnTo>
                  <a:pt x="17" y="291"/>
                </a:lnTo>
                <a:lnTo>
                  <a:pt x="15" y="11"/>
                </a:lnTo>
                <a:lnTo>
                  <a:pt x="1" y="0"/>
                </a:lnTo>
                <a:close/>
              </a:path>
            </a:pathLst>
          </a:custGeom>
          <a:solidFill>
            <a:srgbClr val="6D6D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1"/>
          <p:cNvSpPr/>
          <p:nvPr/>
        </p:nvSpPr>
        <p:spPr>
          <a:xfrm>
            <a:off x="776213" y="4351301"/>
            <a:ext cx="32308" cy="18892"/>
          </a:xfrm>
          <a:custGeom>
            <a:rect b="b" l="l" r="r" t="t"/>
            <a:pathLst>
              <a:path extrusionOk="0" h="138" w="236">
                <a:moveTo>
                  <a:pt x="220" y="1"/>
                </a:moveTo>
                <a:lnTo>
                  <a:pt x="1" y="128"/>
                </a:lnTo>
                <a:lnTo>
                  <a:pt x="15" y="138"/>
                </a:lnTo>
                <a:lnTo>
                  <a:pt x="236" y="11"/>
                </a:lnTo>
                <a:lnTo>
                  <a:pt x="220" y="1"/>
                </a:lnTo>
                <a:close/>
              </a:path>
            </a:pathLst>
          </a:custGeom>
          <a:solidFill>
            <a:srgbClr val="8080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1"/>
          <p:cNvSpPr/>
          <p:nvPr/>
        </p:nvSpPr>
        <p:spPr>
          <a:xfrm>
            <a:off x="805920" y="4271489"/>
            <a:ext cx="2327" cy="39700"/>
          </a:xfrm>
          <a:custGeom>
            <a:rect b="b" l="l" r="r" t="t"/>
            <a:pathLst>
              <a:path extrusionOk="0" h="290" w="17">
                <a:moveTo>
                  <a:pt x="0" y="1"/>
                </a:moveTo>
                <a:lnTo>
                  <a:pt x="3" y="279"/>
                </a:lnTo>
                <a:lnTo>
                  <a:pt x="17" y="289"/>
                </a:lnTo>
                <a:lnTo>
                  <a:pt x="17" y="7"/>
                </a:lnTo>
                <a:lnTo>
                  <a:pt x="0" y="1"/>
                </a:lnTo>
                <a:close/>
              </a:path>
            </a:pathLst>
          </a:custGeom>
          <a:solidFill>
            <a:srgbClr val="6D6D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1"/>
          <p:cNvSpPr/>
          <p:nvPr/>
        </p:nvSpPr>
        <p:spPr>
          <a:xfrm>
            <a:off x="776213" y="4309547"/>
            <a:ext cx="32034" cy="18892"/>
          </a:xfrm>
          <a:custGeom>
            <a:rect b="b" l="l" r="r" t="t"/>
            <a:pathLst>
              <a:path extrusionOk="0" h="138" w="234">
                <a:moveTo>
                  <a:pt x="220" y="1"/>
                </a:moveTo>
                <a:lnTo>
                  <a:pt x="1" y="128"/>
                </a:lnTo>
                <a:lnTo>
                  <a:pt x="15" y="138"/>
                </a:lnTo>
                <a:lnTo>
                  <a:pt x="234" y="11"/>
                </a:lnTo>
                <a:lnTo>
                  <a:pt x="220" y="1"/>
                </a:lnTo>
                <a:close/>
              </a:path>
            </a:pathLst>
          </a:custGeom>
          <a:solidFill>
            <a:srgbClr val="8080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1"/>
          <p:cNvSpPr/>
          <p:nvPr/>
        </p:nvSpPr>
        <p:spPr>
          <a:xfrm>
            <a:off x="774844" y="4267519"/>
            <a:ext cx="37099" cy="108012"/>
          </a:xfrm>
          <a:custGeom>
            <a:rect b="b" l="l" r="r" t="t"/>
            <a:pathLst>
              <a:path extrusionOk="0" h="789" w="271">
                <a:moveTo>
                  <a:pt x="244" y="40"/>
                </a:moveTo>
                <a:lnTo>
                  <a:pt x="246" y="318"/>
                </a:lnTo>
                <a:lnTo>
                  <a:pt x="25" y="445"/>
                </a:lnTo>
                <a:lnTo>
                  <a:pt x="23" y="167"/>
                </a:lnTo>
                <a:lnTo>
                  <a:pt x="244" y="40"/>
                </a:lnTo>
                <a:close/>
                <a:moveTo>
                  <a:pt x="244" y="343"/>
                </a:moveTo>
                <a:lnTo>
                  <a:pt x="246" y="623"/>
                </a:lnTo>
                <a:lnTo>
                  <a:pt x="25" y="750"/>
                </a:lnTo>
                <a:lnTo>
                  <a:pt x="23" y="472"/>
                </a:lnTo>
                <a:lnTo>
                  <a:pt x="244" y="343"/>
                </a:lnTo>
                <a:close/>
                <a:moveTo>
                  <a:pt x="266" y="1"/>
                </a:moveTo>
                <a:lnTo>
                  <a:pt x="0" y="154"/>
                </a:lnTo>
                <a:lnTo>
                  <a:pt x="2" y="459"/>
                </a:lnTo>
                <a:lnTo>
                  <a:pt x="2" y="484"/>
                </a:lnTo>
                <a:lnTo>
                  <a:pt x="4" y="789"/>
                </a:lnTo>
                <a:lnTo>
                  <a:pt x="270" y="635"/>
                </a:lnTo>
                <a:lnTo>
                  <a:pt x="268" y="330"/>
                </a:lnTo>
                <a:lnTo>
                  <a:pt x="268" y="306"/>
                </a:lnTo>
                <a:lnTo>
                  <a:pt x="266" y="1"/>
                </a:lnTo>
                <a:close/>
              </a:path>
            </a:pathLst>
          </a:custGeom>
          <a:solidFill>
            <a:srgbClr val="3F3F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1"/>
          <p:cNvSpPr/>
          <p:nvPr/>
        </p:nvSpPr>
        <p:spPr>
          <a:xfrm>
            <a:off x="772517" y="4266150"/>
            <a:ext cx="38879" cy="109381"/>
          </a:xfrm>
          <a:custGeom>
            <a:rect b="b" l="l" r="r" t="t"/>
            <a:pathLst>
              <a:path extrusionOk="0" h="799" w="284">
                <a:moveTo>
                  <a:pt x="271" y="1"/>
                </a:moveTo>
                <a:lnTo>
                  <a:pt x="1" y="154"/>
                </a:lnTo>
                <a:lnTo>
                  <a:pt x="5" y="459"/>
                </a:lnTo>
                <a:lnTo>
                  <a:pt x="5" y="486"/>
                </a:lnTo>
                <a:lnTo>
                  <a:pt x="5" y="790"/>
                </a:lnTo>
                <a:lnTo>
                  <a:pt x="19" y="799"/>
                </a:lnTo>
                <a:lnTo>
                  <a:pt x="19" y="799"/>
                </a:lnTo>
                <a:lnTo>
                  <a:pt x="17" y="494"/>
                </a:lnTo>
                <a:lnTo>
                  <a:pt x="17" y="469"/>
                </a:lnTo>
                <a:lnTo>
                  <a:pt x="17" y="162"/>
                </a:lnTo>
                <a:lnTo>
                  <a:pt x="283" y="9"/>
                </a:lnTo>
                <a:lnTo>
                  <a:pt x="271" y="1"/>
                </a:lnTo>
                <a:close/>
              </a:path>
            </a:pathLst>
          </a:custGeom>
          <a:solidFill>
            <a:srgbClr val="B2A7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1"/>
          <p:cNvSpPr/>
          <p:nvPr/>
        </p:nvSpPr>
        <p:spPr>
          <a:xfrm>
            <a:off x="809617" y="4314886"/>
            <a:ext cx="2053" cy="958"/>
          </a:xfrm>
          <a:custGeom>
            <a:rect b="b" l="l" r="r" t="t"/>
            <a:pathLst>
              <a:path extrusionOk="0" h="7" w="15">
                <a:moveTo>
                  <a:pt x="6" y="1"/>
                </a:moveTo>
                <a:lnTo>
                  <a:pt x="0" y="3"/>
                </a:lnTo>
                <a:lnTo>
                  <a:pt x="6" y="7"/>
                </a:lnTo>
                <a:lnTo>
                  <a:pt x="14" y="3"/>
                </a:lnTo>
                <a:lnTo>
                  <a:pt x="6" y="1"/>
                </a:lnTo>
                <a:close/>
              </a:path>
            </a:pathLst>
          </a:custGeom>
          <a:solidFill>
            <a:srgbClr val="5650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1"/>
          <p:cNvSpPr/>
          <p:nvPr/>
        </p:nvSpPr>
        <p:spPr>
          <a:xfrm>
            <a:off x="811260" y="4306535"/>
            <a:ext cx="1232" cy="10541"/>
          </a:xfrm>
          <a:custGeom>
            <a:rect b="b" l="l" r="r" t="t"/>
            <a:pathLst>
              <a:path extrusionOk="0" h="77" w="9">
                <a:moveTo>
                  <a:pt x="9" y="0"/>
                </a:moveTo>
                <a:lnTo>
                  <a:pt x="0" y="4"/>
                </a:lnTo>
                <a:lnTo>
                  <a:pt x="0" y="76"/>
                </a:lnTo>
                <a:lnTo>
                  <a:pt x="9" y="74"/>
                </a:lnTo>
                <a:lnTo>
                  <a:pt x="9" y="0"/>
                </a:lnTo>
                <a:close/>
              </a:path>
            </a:pathLst>
          </a:custGeom>
          <a:solidFill>
            <a:srgbClr val="967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1"/>
          <p:cNvSpPr/>
          <p:nvPr/>
        </p:nvSpPr>
        <p:spPr>
          <a:xfrm>
            <a:off x="809617" y="4305440"/>
            <a:ext cx="2875" cy="1780"/>
          </a:xfrm>
          <a:custGeom>
            <a:rect b="b" l="l" r="r" t="t"/>
            <a:pathLst>
              <a:path extrusionOk="0" h="13" w="21">
                <a:moveTo>
                  <a:pt x="6" y="0"/>
                </a:moveTo>
                <a:lnTo>
                  <a:pt x="0" y="4"/>
                </a:lnTo>
                <a:lnTo>
                  <a:pt x="12" y="12"/>
                </a:lnTo>
                <a:lnTo>
                  <a:pt x="21" y="8"/>
                </a:lnTo>
                <a:lnTo>
                  <a:pt x="6" y="0"/>
                </a:lnTo>
                <a:close/>
              </a:path>
            </a:pathLst>
          </a:custGeom>
          <a:solidFill>
            <a:srgbClr val="BA9B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1"/>
          <p:cNvSpPr/>
          <p:nvPr/>
        </p:nvSpPr>
        <p:spPr>
          <a:xfrm>
            <a:off x="809617" y="4305987"/>
            <a:ext cx="1780" cy="11089"/>
          </a:xfrm>
          <a:custGeom>
            <a:rect b="b" l="l" r="r" t="t"/>
            <a:pathLst>
              <a:path extrusionOk="0" h="81" w="13">
                <a:moveTo>
                  <a:pt x="0" y="0"/>
                </a:moveTo>
                <a:lnTo>
                  <a:pt x="0" y="6"/>
                </a:lnTo>
                <a:lnTo>
                  <a:pt x="6" y="10"/>
                </a:lnTo>
                <a:lnTo>
                  <a:pt x="6" y="72"/>
                </a:lnTo>
                <a:lnTo>
                  <a:pt x="0" y="68"/>
                </a:lnTo>
                <a:lnTo>
                  <a:pt x="0" y="76"/>
                </a:lnTo>
                <a:lnTo>
                  <a:pt x="12" y="80"/>
                </a:lnTo>
                <a:lnTo>
                  <a:pt x="12" y="8"/>
                </a:lnTo>
                <a:lnTo>
                  <a:pt x="0" y="0"/>
                </a:lnTo>
                <a:close/>
              </a:path>
            </a:pathLst>
          </a:custGeom>
          <a:solidFill>
            <a:srgbClr val="6F5D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1"/>
          <p:cNvSpPr/>
          <p:nvPr/>
        </p:nvSpPr>
        <p:spPr>
          <a:xfrm>
            <a:off x="525551" y="4006315"/>
            <a:ext cx="370169" cy="968545"/>
          </a:xfrm>
          <a:custGeom>
            <a:rect b="b" l="l" r="r" t="t"/>
            <a:pathLst>
              <a:path extrusionOk="0" h="7075" w="2704">
                <a:moveTo>
                  <a:pt x="2703" y="0"/>
                </a:moveTo>
                <a:lnTo>
                  <a:pt x="15" y="1569"/>
                </a:lnTo>
                <a:lnTo>
                  <a:pt x="0" y="7075"/>
                </a:lnTo>
                <a:lnTo>
                  <a:pt x="0" y="7075"/>
                </a:lnTo>
                <a:lnTo>
                  <a:pt x="2689" y="5508"/>
                </a:lnTo>
                <a:lnTo>
                  <a:pt x="270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1"/>
          <p:cNvSpPr/>
          <p:nvPr/>
        </p:nvSpPr>
        <p:spPr>
          <a:xfrm>
            <a:off x="106504" y="3977977"/>
            <a:ext cx="421094" cy="996882"/>
          </a:xfrm>
          <a:custGeom>
            <a:rect b="b" l="l" r="r" t="t"/>
            <a:pathLst>
              <a:path extrusionOk="0" h="7282" w="3076">
                <a:moveTo>
                  <a:pt x="15" y="0"/>
                </a:moveTo>
                <a:lnTo>
                  <a:pt x="1" y="5506"/>
                </a:lnTo>
                <a:lnTo>
                  <a:pt x="3061" y="7282"/>
                </a:lnTo>
                <a:lnTo>
                  <a:pt x="3076" y="1776"/>
                </a:lnTo>
                <a:lnTo>
                  <a:pt x="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1"/>
          <p:cNvSpPr/>
          <p:nvPr/>
        </p:nvSpPr>
        <p:spPr>
          <a:xfrm>
            <a:off x="108557" y="3763456"/>
            <a:ext cx="787161" cy="457785"/>
          </a:xfrm>
          <a:custGeom>
            <a:rect b="b" l="l" r="r" t="t"/>
            <a:pathLst>
              <a:path extrusionOk="0" h="3344" w="5750">
                <a:moveTo>
                  <a:pt x="2688" y="0"/>
                </a:moveTo>
                <a:lnTo>
                  <a:pt x="0" y="1567"/>
                </a:lnTo>
                <a:lnTo>
                  <a:pt x="3061" y="3343"/>
                </a:lnTo>
                <a:lnTo>
                  <a:pt x="5749" y="1774"/>
                </a:lnTo>
                <a:lnTo>
                  <a:pt x="26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1"/>
          <p:cNvSpPr/>
          <p:nvPr/>
        </p:nvSpPr>
        <p:spPr>
          <a:xfrm>
            <a:off x="190012" y="3810823"/>
            <a:ext cx="624112" cy="362776"/>
          </a:xfrm>
          <a:custGeom>
            <a:rect b="b" l="l" r="r" t="t"/>
            <a:pathLst>
              <a:path extrusionOk="0" h="2650" w="4559">
                <a:moveTo>
                  <a:pt x="2093" y="0"/>
                </a:moveTo>
                <a:lnTo>
                  <a:pt x="0" y="1221"/>
                </a:lnTo>
                <a:lnTo>
                  <a:pt x="2466" y="2650"/>
                </a:lnTo>
                <a:lnTo>
                  <a:pt x="4559" y="1428"/>
                </a:lnTo>
                <a:lnTo>
                  <a:pt x="20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1"/>
          <p:cNvSpPr/>
          <p:nvPr/>
        </p:nvSpPr>
        <p:spPr>
          <a:xfrm>
            <a:off x="591400" y="4735303"/>
            <a:ext cx="99250" cy="227659"/>
          </a:xfrm>
          <a:custGeom>
            <a:rect b="b" l="l" r="r" t="t"/>
            <a:pathLst>
              <a:path extrusionOk="0" h="1663" w="725">
                <a:moveTo>
                  <a:pt x="128" y="1"/>
                </a:moveTo>
                <a:cubicBezTo>
                  <a:pt x="114" y="1"/>
                  <a:pt x="102" y="4"/>
                  <a:pt x="90" y="13"/>
                </a:cubicBezTo>
                <a:cubicBezTo>
                  <a:pt x="41" y="42"/>
                  <a:pt x="0" y="111"/>
                  <a:pt x="0" y="168"/>
                </a:cubicBezTo>
                <a:cubicBezTo>
                  <a:pt x="0" y="191"/>
                  <a:pt x="8" y="209"/>
                  <a:pt x="17" y="220"/>
                </a:cubicBezTo>
                <a:cubicBezTo>
                  <a:pt x="25" y="226"/>
                  <a:pt x="27" y="228"/>
                  <a:pt x="33" y="230"/>
                </a:cubicBezTo>
                <a:lnTo>
                  <a:pt x="409" y="447"/>
                </a:lnTo>
                <a:cubicBezTo>
                  <a:pt x="448" y="471"/>
                  <a:pt x="473" y="512"/>
                  <a:pt x="473" y="557"/>
                </a:cubicBezTo>
                <a:lnTo>
                  <a:pt x="473" y="1590"/>
                </a:lnTo>
                <a:cubicBezTo>
                  <a:pt x="471" y="1611"/>
                  <a:pt x="483" y="1629"/>
                  <a:pt x="508" y="1641"/>
                </a:cubicBezTo>
                <a:cubicBezTo>
                  <a:pt x="532" y="1656"/>
                  <a:pt x="563" y="1663"/>
                  <a:pt x="595" y="1663"/>
                </a:cubicBezTo>
                <a:cubicBezTo>
                  <a:pt x="628" y="1663"/>
                  <a:pt x="662" y="1655"/>
                  <a:pt x="688" y="1639"/>
                </a:cubicBezTo>
                <a:cubicBezTo>
                  <a:pt x="710" y="1627"/>
                  <a:pt x="720" y="1609"/>
                  <a:pt x="725" y="1594"/>
                </a:cubicBezTo>
                <a:lnTo>
                  <a:pt x="725" y="1586"/>
                </a:lnTo>
                <a:lnTo>
                  <a:pt x="725" y="502"/>
                </a:lnTo>
                <a:cubicBezTo>
                  <a:pt x="725" y="402"/>
                  <a:pt x="669" y="308"/>
                  <a:pt x="583" y="258"/>
                </a:cubicBezTo>
                <a:lnTo>
                  <a:pt x="158" y="11"/>
                </a:lnTo>
                <a:cubicBezTo>
                  <a:pt x="154" y="9"/>
                  <a:pt x="150" y="5"/>
                  <a:pt x="146" y="3"/>
                </a:cubicBezTo>
                <a:cubicBezTo>
                  <a:pt x="139" y="1"/>
                  <a:pt x="133" y="1"/>
                  <a:pt x="1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1"/>
          <p:cNvSpPr/>
          <p:nvPr/>
        </p:nvSpPr>
        <p:spPr>
          <a:xfrm>
            <a:off x="816872" y="4604017"/>
            <a:ext cx="99250" cy="228207"/>
          </a:xfrm>
          <a:custGeom>
            <a:rect b="b" l="l" r="r" t="t"/>
            <a:pathLst>
              <a:path extrusionOk="0" h="1667" w="725">
                <a:moveTo>
                  <a:pt x="127" y="0"/>
                </a:moveTo>
                <a:cubicBezTo>
                  <a:pt x="114" y="0"/>
                  <a:pt x="102" y="4"/>
                  <a:pt x="90" y="12"/>
                </a:cubicBezTo>
                <a:cubicBezTo>
                  <a:pt x="41" y="41"/>
                  <a:pt x="0" y="111"/>
                  <a:pt x="0" y="168"/>
                </a:cubicBezTo>
                <a:cubicBezTo>
                  <a:pt x="0" y="192"/>
                  <a:pt x="8" y="209"/>
                  <a:pt x="19" y="219"/>
                </a:cubicBezTo>
                <a:cubicBezTo>
                  <a:pt x="25" y="225"/>
                  <a:pt x="29" y="227"/>
                  <a:pt x="33" y="229"/>
                </a:cubicBezTo>
                <a:lnTo>
                  <a:pt x="409" y="448"/>
                </a:lnTo>
                <a:cubicBezTo>
                  <a:pt x="448" y="471"/>
                  <a:pt x="473" y="512"/>
                  <a:pt x="473" y="559"/>
                </a:cubicBezTo>
                <a:lnTo>
                  <a:pt x="473" y="1592"/>
                </a:lnTo>
                <a:cubicBezTo>
                  <a:pt x="471" y="1612"/>
                  <a:pt x="483" y="1629"/>
                  <a:pt x="510" y="1645"/>
                </a:cubicBezTo>
                <a:cubicBezTo>
                  <a:pt x="533" y="1659"/>
                  <a:pt x="564" y="1666"/>
                  <a:pt x="596" y="1666"/>
                </a:cubicBezTo>
                <a:cubicBezTo>
                  <a:pt x="629" y="1666"/>
                  <a:pt x="663" y="1659"/>
                  <a:pt x="688" y="1643"/>
                </a:cubicBezTo>
                <a:cubicBezTo>
                  <a:pt x="710" y="1629"/>
                  <a:pt x="720" y="1612"/>
                  <a:pt x="725" y="1594"/>
                </a:cubicBezTo>
                <a:lnTo>
                  <a:pt x="725" y="1586"/>
                </a:lnTo>
                <a:lnTo>
                  <a:pt x="725" y="501"/>
                </a:lnTo>
                <a:cubicBezTo>
                  <a:pt x="725" y="401"/>
                  <a:pt x="669" y="307"/>
                  <a:pt x="583" y="258"/>
                </a:cubicBezTo>
                <a:lnTo>
                  <a:pt x="158" y="10"/>
                </a:lnTo>
                <a:cubicBezTo>
                  <a:pt x="154" y="8"/>
                  <a:pt x="152" y="6"/>
                  <a:pt x="146" y="2"/>
                </a:cubicBezTo>
                <a:cubicBezTo>
                  <a:pt x="139" y="1"/>
                  <a:pt x="133" y="0"/>
                  <a:pt x="1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1"/>
          <p:cNvSpPr/>
          <p:nvPr/>
        </p:nvSpPr>
        <p:spPr>
          <a:xfrm>
            <a:off x="741441" y="4646319"/>
            <a:ext cx="99387" cy="227933"/>
          </a:xfrm>
          <a:custGeom>
            <a:rect b="b" l="l" r="r" t="t"/>
            <a:pathLst>
              <a:path extrusionOk="0" h="1665" w="726">
                <a:moveTo>
                  <a:pt x="126" y="1"/>
                </a:moveTo>
                <a:cubicBezTo>
                  <a:pt x="114" y="1"/>
                  <a:pt x="103" y="5"/>
                  <a:pt x="91" y="14"/>
                </a:cubicBezTo>
                <a:cubicBezTo>
                  <a:pt x="40" y="41"/>
                  <a:pt x="1" y="111"/>
                  <a:pt x="1" y="170"/>
                </a:cubicBezTo>
                <a:cubicBezTo>
                  <a:pt x="1" y="192"/>
                  <a:pt x="9" y="211"/>
                  <a:pt x="19" y="221"/>
                </a:cubicBezTo>
                <a:cubicBezTo>
                  <a:pt x="23" y="225"/>
                  <a:pt x="30" y="229"/>
                  <a:pt x="34" y="231"/>
                </a:cubicBezTo>
                <a:lnTo>
                  <a:pt x="410" y="448"/>
                </a:lnTo>
                <a:cubicBezTo>
                  <a:pt x="449" y="471"/>
                  <a:pt x="474" y="512"/>
                  <a:pt x="474" y="557"/>
                </a:cubicBezTo>
                <a:lnTo>
                  <a:pt x="474" y="1590"/>
                </a:lnTo>
                <a:cubicBezTo>
                  <a:pt x="471" y="1610"/>
                  <a:pt x="488" y="1627"/>
                  <a:pt x="510" y="1643"/>
                </a:cubicBezTo>
                <a:cubicBezTo>
                  <a:pt x="533" y="1657"/>
                  <a:pt x="565" y="1664"/>
                  <a:pt x="598" y="1664"/>
                </a:cubicBezTo>
                <a:cubicBezTo>
                  <a:pt x="631" y="1664"/>
                  <a:pt x="664" y="1656"/>
                  <a:pt x="688" y="1641"/>
                </a:cubicBezTo>
                <a:cubicBezTo>
                  <a:pt x="713" y="1631"/>
                  <a:pt x="725" y="1612"/>
                  <a:pt x="725" y="1594"/>
                </a:cubicBezTo>
                <a:lnTo>
                  <a:pt x="725" y="1586"/>
                </a:lnTo>
                <a:lnTo>
                  <a:pt x="725" y="501"/>
                </a:lnTo>
                <a:cubicBezTo>
                  <a:pt x="725" y="403"/>
                  <a:pt x="672" y="311"/>
                  <a:pt x="584" y="260"/>
                </a:cubicBezTo>
                <a:lnTo>
                  <a:pt x="160" y="10"/>
                </a:lnTo>
                <a:cubicBezTo>
                  <a:pt x="154" y="8"/>
                  <a:pt x="152" y="6"/>
                  <a:pt x="146" y="4"/>
                </a:cubicBezTo>
                <a:cubicBezTo>
                  <a:pt x="139" y="2"/>
                  <a:pt x="133" y="1"/>
                  <a:pt x="1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1"/>
          <p:cNvSpPr/>
          <p:nvPr/>
        </p:nvSpPr>
        <p:spPr>
          <a:xfrm>
            <a:off x="666694" y="4691495"/>
            <a:ext cx="98976" cy="227796"/>
          </a:xfrm>
          <a:custGeom>
            <a:rect b="b" l="l" r="r" t="t"/>
            <a:pathLst>
              <a:path extrusionOk="0" h="1664" w="723">
                <a:moveTo>
                  <a:pt x="126" y="0"/>
                </a:moveTo>
                <a:cubicBezTo>
                  <a:pt x="114" y="0"/>
                  <a:pt x="101" y="4"/>
                  <a:pt x="89" y="14"/>
                </a:cubicBezTo>
                <a:cubicBezTo>
                  <a:pt x="37" y="40"/>
                  <a:pt x="1" y="110"/>
                  <a:pt x="1" y="169"/>
                </a:cubicBezTo>
                <a:cubicBezTo>
                  <a:pt x="1" y="192"/>
                  <a:pt x="7" y="210"/>
                  <a:pt x="17" y="220"/>
                </a:cubicBezTo>
                <a:cubicBezTo>
                  <a:pt x="23" y="224"/>
                  <a:pt x="27" y="229"/>
                  <a:pt x="33" y="231"/>
                </a:cubicBezTo>
                <a:lnTo>
                  <a:pt x="410" y="447"/>
                </a:lnTo>
                <a:cubicBezTo>
                  <a:pt x="447" y="472"/>
                  <a:pt x="473" y="511"/>
                  <a:pt x="473" y="558"/>
                </a:cubicBezTo>
                <a:lnTo>
                  <a:pt x="473" y="1591"/>
                </a:lnTo>
                <a:cubicBezTo>
                  <a:pt x="469" y="1612"/>
                  <a:pt x="486" y="1630"/>
                  <a:pt x="508" y="1642"/>
                </a:cubicBezTo>
                <a:cubicBezTo>
                  <a:pt x="532" y="1656"/>
                  <a:pt x="564" y="1664"/>
                  <a:pt x="596" y="1664"/>
                </a:cubicBezTo>
                <a:cubicBezTo>
                  <a:pt x="630" y="1664"/>
                  <a:pt x="663" y="1656"/>
                  <a:pt x="688" y="1640"/>
                </a:cubicBezTo>
                <a:cubicBezTo>
                  <a:pt x="711" y="1630"/>
                  <a:pt x="721" y="1612"/>
                  <a:pt x="723" y="1593"/>
                </a:cubicBezTo>
                <a:lnTo>
                  <a:pt x="723" y="1585"/>
                </a:lnTo>
                <a:lnTo>
                  <a:pt x="723" y="501"/>
                </a:lnTo>
                <a:cubicBezTo>
                  <a:pt x="723" y="402"/>
                  <a:pt x="670" y="306"/>
                  <a:pt x="584" y="259"/>
                </a:cubicBezTo>
                <a:lnTo>
                  <a:pt x="158" y="12"/>
                </a:lnTo>
                <a:cubicBezTo>
                  <a:pt x="154" y="8"/>
                  <a:pt x="150" y="6"/>
                  <a:pt x="146" y="4"/>
                </a:cubicBezTo>
                <a:cubicBezTo>
                  <a:pt x="140" y="1"/>
                  <a:pt x="133" y="0"/>
                  <a:pt x="1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2" name="Google Shape;5532;p51"/>
          <p:cNvGrpSpPr/>
          <p:nvPr/>
        </p:nvGrpSpPr>
        <p:grpSpPr>
          <a:xfrm>
            <a:off x="591400" y="4604427"/>
            <a:ext cx="326093" cy="359497"/>
            <a:chOff x="-27842979" y="5491290"/>
            <a:chExt cx="6211290" cy="6847560"/>
          </a:xfrm>
        </p:grpSpPr>
        <p:sp>
          <p:nvSpPr>
            <p:cNvPr id="5533" name="Google Shape;5533;p51"/>
            <p:cNvSpPr/>
            <p:nvPr/>
          </p:nvSpPr>
          <p:spPr>
            <a:xfrm>
              <a:off x="-27316244" y="8291855"/>
              <a:ext cx="440677" cy="607561"/>
            </a:xfrm>
            <a:custGeom>
              <a:rect b="b" l="l" r="r" t="t"/>
              <a:pathLst>
                <a:path extrusionOk="0" h="233" w="169">
                  <a:moveTo>
                    <a:pt x="133" y="1"/>
                  </a:moveTo>
                  <a:cubicBezTo>
                    <a:pt x="121" y="1"/>
                    <a:pt x="108" y="5"/>
                    <a:pt x="93" y="14"/>
                  </a:cubicBezTo>
                  <a:cubicBezTo>
                    <a:pt x="42" y="40"/>
                    <a:pt x="1" y="110"/>
                    <a:pt x="3" y="169"/>
                  </a:cubicBezTo>
                  <a:cubicBezTo>
                    <a:pt x="3" y="204"/>
                    <a:pt x="17" y="228"/>
                    <a:pt x="42" y="232"/>
                  </a:cubicBezTo>
                  <a:cubicBezTo>
                    <a:pt x="32" y="222"/>
                    <a:pt x="25" y="204"/>
                    <a:pt x="25" y="183"/>
                  </a:cubicBezTo>
                  <a:cubicBezTo>
                    <a:pt x="25" y="128"/>
                    <a:pt x="64" y="57"/>
                    <a:pt x="115" y="28"/>
                  </a:cubicBezTo>
                  <a:cubicBezTo>
                    <a:pt x="130" y="19"/>
                    <a:pt x="143" y="16"/>
                    <a:pt x="155" y="16"/>
                  </a:cubicBezTo>
                  <a:cubicBezTo>
                    <a:pt x="160" y="16"/>
                    <a:pt x="164" y="16"/>
                    <a:pt x="169" y="18"/>
                  </a:cubicBezTo>
                  <a:cubicBezTo>
                    <a:pt x="159" y="7"/>
                    <a:pt x="147" y="1"/>
                    <a:pt x="1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1"/>
            <p:cNvSpPr/>
            <p:nvPr/>
          </p:nvSpPr>
          <p:spPr>
            <a:xfrm>
              <a:off x="-27065914" y="8437881"/>
              <a:ext cx="445892" cy="610168"/>
            </a:xfrm>
            <a:custGeom>
              <a:rect b="b" l="l" r="r" t="t"/>
              <a:pathLst>
                <a:path extrusionOk="0" h="234" w="171">
                  <a:moveTo>
                    <a:pt x="133" y="1"/>
                  </a:moveTo>
                  <a:cubicBezTo>
                    <a:pt x="121" y="1"/>
                    <a:pt x="108" y="5"/>
                    <a:pt x="93" y="13"/>
                  </a:cubicBezTo>
                  <a:cubicBezTo>
                    <a:pt x="42" y="41"/>
                    <a:pt x="1" y="111"/>
                    <a:pt x="3" y="168"/>
                  </a:cubicBezTo>
                  <a:cubicBezTo>
                    <a:pt x="3" y="205"/>
                    <a:pt x="19" y="226"/>
                    <a:pt x="42" y="234"/>
                  </a:cubicBezTo>
                  <a:cubicBezTo>
                    <a:pt x="32" y="222"/>
                    <a:pt x="26" y="205"/>
                    <a:pt x="26" y="185"/>
                  </a:cubicBezTo>
                  <a:cubicBezTo>
                    <a:pt x="26" y="127"/>
                    <a:pt x="64" y="58"/>
                    <a:pt x="116" y="29"/>
                  </a:cubicBezTo>
                  <a:cubicBezTo>
                    <a:pt x="130" y="19"/>
                    <a:pt x="144" y="15"/>
                    <a:pt x="156" y="15"/>
                  </a:cubicBezTo>
                  <a:cubicBezTo>
                    <a:pt x="161" y="15"/>
                    <a:pt x="166" y="16"/>
                    <a:pt x="171" y="17"/>
                  </a:cubicBezTo>
                  <a:cubicBezTo>
                    <a:pt x="161" y="7"/>
                    <a:pt x="148" y="1"/>
                    <a:pt x="1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1"/>
            <p:cNvSpPr/>
            <p:nvPr/>
          </p:nvSpPr>
          <p:spPr>
            <a:xfrm>
              <a:off x="-27842979" y="7986766"/>
              <a:ext cx="432855" cy="607561"/>
            </a:xfrm>
            <a:custGeom>
              <a:rect b="b" l="l" r="r" t="t"/>
              <a:pathLst>
                <a:path extrusionOk="0" h="233" w="166">
                  <a:moveTo>
                    <a:pt x="129" y="0"/>
                  </a:moveTo>
                  <a:cubicBezTo>
                    <a:pt x="117" y="0"/>
                    <a:pt x="105" y="4"/>
                    <a:pt x="90" y="12"/>
                  </a:cubicBezTo>
                  <a:cubicBezTo>
                    <a:pt x="41" y="43"/>
                    <a:pt x="0" y="112"/>
                    <a:pt x="0" y="167"/>
                  </a:cubicBezTo>
                  <a:cubicBezTo>
                    <a:pt x="0" y="204"/>
                    <a:pt x="15" y="225"/>
                    <a:pt x="39" y="233"/>
                  </a:cubicBezTo>
                  <a:cubicBezTo>
                    <a:pt x="29" y="223"/>
                    <a:pt x="23" y="204"/>
                    <a:pt x="23" y="184"/>
                  </a:cubicBezTo>
                  <a:cubicBezTo>
                    <a:pt x="23" y="126"/>
                    <a:pt x="62" y="55"/>
                    <a:pt x="113" y="28"/>
                  </a:cubicBezTo>
                  <a:cubicBezTo>
                    <a:pt x="126" y="19"/>
                    <a:pt x="139" y="15"/>
                    <a:pt x="150" y="15"/>
                  </a:cubicBezTo>
                  <a:cubicBezTo>
                    <a:pt x="156" y="15"/>
                    <a:pt x="161" y="16"/>
                    <a:pt x="166" y="18"/>
                  </a:cubicBezTo>
                  <a:cubicBezTo>
                    <a:pt x="156" y="6"/>
                    <a:pt x="143" y="0"/>
                    <a:pt x="1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1"/>
            <p:cNvSpPr/>
            <p:nvPr/>
          </p:nvSpPr>
          <p:spPr>
            <a:xfrm>
              <a:off x="-26638268" y="9553935"/>
              <a:ext cx="701433" cy="239895"/>
            </a:xfrm>
            <a:custGeom>
              <a:rect b="b" l="l" r="r" t="t"/>
              <a:pathLst>
                <a:path extrusionOk="0" h="92" w="269">
                  <a:moveTo>
                    <a:pt x="9" y="0"/>
                  </a:moveTo>
                  <a:cubicBezTo>
                    <a:pt x="1" y="25"/>
                    <a:pt x="11" y="51"/>
                    <a:pt x="44" y="68"/>
                  </a:cubicBezTo>
                  <a:cubicBezTo>
                    <a:pt x="70" y="84"/>
                    <a:pt x="105" y="91"/>
                    <a:pt x="139" y="91"/>
                  </a:cubicBezTo>
                  <a:cubicBezTo>
                    <a:pt x="171" y="91"/>
                    <a:pt x="202" y="85"/>
                    <a:pt x="226" y="72"/>
                  </a:cubicBezTo>
                  <a:cubicBezTo>
                    <a:pt x="256" y="53"/>
                    <a:pt x="269" y="31"/>
                    <a:pt x="263" y="6"/>
                  </a:cubicBezTo>
                  <a:lnTo>
                    <a:pt x="263" y="6"/>
                  </a:lnTo>
                  <a:cubicBezTo>
                    <a:pt x="256" y="21"/>
                    <a:pt x="244" y="33"/>
                    <a:pt x="226" y="43"/>
                  </a:cubicBezTo>
                  <a:cubicBezTo>
                    <a:pt x="201" y="57"/>
                    <a:pt x="169" y="64"/>
                    <a:pt x="136" y="64"/>
                  </a:cubicBezTo>
                  <a:cubicBezTo>
                    <a:pt x="103" y="64"/>
                    <a:pt x="70" y="57"/>
                    <a:pt x="44" y="41"/>
                  </a:cubicBezTo>
                  <a:cubicBezTo>
                    <a:pt x="23" y="31"/>
                    <a:pt x="13" y="14"/>
                    <a:pt x="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1"/>
            <p:cNvSpPr/>
            <p:nvPr/>
          </p:nvSpPr>
          <p:spPr>
            <a:xfrm>
              <a:off x="-26638268" y="9835556"/>
              <a:ext cx="701433" cy="239895"/>
            </a:xfrm>
            <a:custGeom>
              <a:rect b="b" l="l" r="r" t="t"/>
              <a:pathLst>
                <a:path extrusionOk="0" h="92" w="269">
                  <a:moveTo>
                    <a:pt x="9" y="1"/>
                  </a:moveTo>
                  <a:lnTo>
                    <a:pt x="9" y="1"/>
                  </a:lnTo>
                  <a:cubicBezTo>
                    <a:pt x="1" y="27"/>
                    <a:pt x="11" y="52"/>
                    <a:pt x="44" y="70"/>
                  </a:cubicBezTo>
                  <a:cubicBezTo>
                    <a:pt x="70" y="85"/>
                    <a:pt x="104" y="92"/>
                    <a:pt x="137" y="92"/>
                  </a:cubicBezTo>
                  <a:cubicBezTo>
                    <a:pt x="170" y="92"/>
                    <a:pt x="202" y="85"/>
                    <a:pt x="226" y="72"/>
                  </a:cubicBezTo>
                  <a:cubicBezTo>
                    <a:pt x="256" y="56"/>
                    <a:pt x="269" y="31"/>
                    <a:pt x="263" y="9"/>
                  </a:cubicBezTo>
                  <a:lnTo>
                    <a:pt x="263" y="9"/>
                  </a:lnTo>
                  <a:cubicBezTo>
                    <a:pt x="256" y="21"/>
                    <a:pt x="244" y="35"/>
                    <a:pt x="226" y="46"/>
                  </a:cubicBezTo>
                  <a:cubicBezTo>
                    <a:pt x="201" y="58"/>
                    <a:pt x="170" y="65"/>
                    <a:pt x="138" y="65"/>
                  </a:cubicBezTo>
                  <a:cubicBezTo>
                    <a:pt x="104" y="65"/>
                    <a:pt x="70" y="57"/>
                    <a:pt x="44" y="41"/>
                  </a:cubicBezTo>
                  <a:cubicBezTo>
                    <a:pt x="23" y="31"/>
                    <a:pt x="13" y="17"/>
                    <a:pt x="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1"/>
            <p:cNvSpPr/>
            <p:nvPr/>
          </p:nvSpPr>
          <p:spPr>
            <a:xfrm>
              <a:off x="-26638268" y="11019407"/>
              <a:ext cx="701433" cy="239895"/>
            </a:xfrm>
            <a:custGeom>
              <a:rect b="b" l="l" r="r" t="t"/>
              <a:pathLst>
                <a:path extrusionOk="0" h="92" w="269">
                  <a:moveTo>
                    <a:pt x="9" y="1"/>
                  </a:moveTo>
                  <a:cubicBezTo>
                    <a:pt x="1" y="25"/>
                    <a:pt x="11" y="52"/>
                    <a:pt x="44" y="68"/>
                  </a:cubicBezTo>
                  <a:cubicBezTo>
                    <a:pt x="70" y="84"/>
                    <a:pt x="105" y="92"/>
                    <a:pt x="139" y="92"/>
                  </a:cubicBezTo>
                  <a:cubicBezTo>
                    <a:pt x="171" y="92"/>
                    <a:pt x="202" y="85"/>
                    <a:pt x="226" y="72"/>
                  </a:cubicBezTo>
                  <a:cubicBezTo>
                    <a:pt x="256" y="54"/>
                    <a:pt x="269" y="31"/>
                    <a:pt x="263" y="7"/>
                  </a:cubicBezTo>
                  <a:lnTo>
                    <a:pt x="263" y="7"/>
                  </a:lnTo>
                  <a:cubicBezTo>
                    <a:pt x="256" y="21"/>
                    <a:pt x="244" y="34"/>
                    <a:pt x="226" y="44"/>
                  </a:cubicBezTo>
                  <a:cubicBezTo>
                    <a:pt x="201" y="58"/>
                    <a:pt x="169" y="65"/>
                    <a:pt x="136" y="65"/>
                  </a:cubicBezTo>
                  <a:cubicBezTo>
                    <a:pt x="103" y="65"/>
                    <a:pt x="70" y="57"/>
                    <a:pt x="44" y="42"/>
                  </a:cubicBezTo>
                  <a:cubicBezTo>
                    <a:pt x="23" y="31"/>
                    <a:pt x="13" y="15"/>
                    <a:pt x="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1"/>
            <p:cNvSpPr/>
            <p:nvPr/>
          </p:nvSpPr>
          <p:spPr>
            <a:xfrm>
              <a:off x="-26633053" y="12098955"/>
              <a:ext cx="706648" cy="239895"/>
            </a:xfrm>
            <a:custGeom>
              <a:rect b="b" l="l" r="r" t="t"/>
              <a:pathLst>
                <a:path extrusionOk="0" h="92" w="271">
                  <a:moveTo>
                    <a:pt x="9" y="0"/>
                  </a:moveTo>
                  <a:lnTo>
                    <a:pt x="9" y="0"/>
                  </a:lnTo>
                  <a:cubicBezTo>
                    <a:pt x="1" y="27"/>
                    <a:pt x="11" y="51"/>
                    <a:pt x="46" y="70"/>
                  </a:cubicBezTo>
                  <a:cubicBezTo>
                    <a:pt x="70" y="84"/>
                    <a:pt x="103" y="91"/>
                    <a:pt x="136" y="91"/>
                  </a:cubicBezTo>
                  <a:cubicBezTo>
                    <a:pt x="168" y="91"/>
                    <a:pt x="201" y="85"/>
                    <a:pt x="226" y="72"/>
                  </a:cubicBezTo>
                  <a:cubicBezTo>
                    <a:pt x="256" y="53"/>
                    <a:pt x="271" y="31"/>
                    <a:pt x="263" y="8"/>
                  </a:cubicBezTo>
                  <a:lnTo>
                    <a:pt x="263" y="8"/>
                  </a:lnTo>
                  <a:cubicBezTo>
                    <a:pt x="256" y="21"/>
                    <a:pt x="244" y="33"/>
                    <a:pt x="226" y="43"/>
                  </a:cubicBezTo>
                  <a:cubicBezTo>
                    <a:pt x="201" y="57"/>
                    <a:pt x="169" y="64"/>
                    <a:pt x="137" y="64"/>
                  </a:cubicBezTo>
                  <a:cubicBezTo>
                    <a:pt x="105" y="64"/>
                    <a:pt x="72" y="57"/>
                    <a:pt x="46" y="41"/>
                  </a:cubicBezTo>
                  <a:cubicBezTo>
                    <a:pt x="25" y="31"/>
                    <a:pt x="15" y="16"/>
                    <a:pt x="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1"/>
            <p:cNvSpPr/>
            <p:nvPr/>
          </p:nvSpPr>
          <p:spPr>
            <a:xfrm>
              <a:off x="-26638268" y="10727356"/>
              <a:ext cx="701433" cy="234680"/>
            </a:xfrm>
            <a:custGeom>
              <a:rect b="b" l="l" r="r" t="t"/>
              <a:pathLst>
                <a:path extrusionOk="0" h="90" w="269">
                  <a:moveTo>
                    <a:pt x="9" y="0"/>
                  </a:moveTo>
                  <a:cubicBezTo>
                    <a:pt x="1" y="25"/>
                    <a:pt x="11" y="47"/>
                    <a:pt x="44" y="68"/>
                  </a:cubicBezTo>
                  <a:cubicBezTo>
                    <a:pt x="69" y="82"/>
                    <a:pt x="102" y="89"/>
                    <a:pt x="135" y="89"/>
                  </a:cubicBezTo>
                  <a:cubicBezTo>
                    <a:pt x="168" y="89"/>
                    <a:pt x="201" y="82"/>
                    <a:pt x="226" y="68"/>
                  </a:cubicBezTo>
                  <a:cubicBezTo>
                    <a:pt x="256" y="51"/>
                    <a:pt x="269" y="27"/>
                    <a:pt x="263" y="4"/>
                  </a:cubicBezTo>
                  <a:lnTo>
                    <a:pt x="263" y="4"/>
                  </a:lnTo>
                  <a:cubicBezTo>
                    <a:pt x="256" y="21"/>
                    <a:pt x="244" y="33"/>
                    <a:pt x="226" y="43"/>
                  </a:cubicBezTo>
                  <a:cubicBezTo>
                    <a:pt x="201" y="57"/>
                    <a:pt x="169" y="64"/>
                    <a:pt x="136" y="64"/>
                  </a:cubicBezTo>
                  <a:cubicBezTo>
                    <a:pt x="103" y="64"/>
                    <a:pt x="70" y="57"/>
                    <a:pt x="44" y="41"/>
                  </a:cubicBezTo>
                  <a:cubicBezTo>
                    <a:pt x="23" y="31"/>
                    <a:pt x="13" y="15"/>
                    <a:pt x="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1"/>
            <p:cNvSpPr/>
            <p:nvPr/>
          </p:nvSpPr>
          <p:spPr>
            <a:xfrm>
              <a:off x="-23021528" y="5791164"/>
              <a:ext cx="435462" cy="623206"/>
            </a:xfrm>
            <a:custGeom>
              <a:rect b="b" l="l" r="r" t="t"/>
              <a:pathLst>
                <a:path extrusionOk="0" h="239" w="167">
                  <a:moveTo>
                    <a:pt x="131" y="0"/>
                  </a:moveTo>
                  <a:cubicBezTo>
                    <a:pt x="119" y="0"/>
                    <a:pt x="105" y="5"/>
                    <a:pt x="89" y="13"/>
                  </a:cubicBezTo>
                  <a:cubicBezTo>
                    <a:pt x="42" y="44"/>
                    <a:pt x="1" y="113"/>
                    <a:pt x="1" y="175"/>
                  </a:cubicBezTo>
                  <a:cubicBezTo>
                    <a:pt x="1" y="209"/>
                    <a:pt x="15" y="232"/>
                    <a:pt x="38" y="238"/>
                  </a:cubicBezTo>
                  <a:cubicBezTo>
                    <a:pt x="27" y="228"/>
                    <a:pt x="23" y="209"/>
                    <a:pt x="23" y="189"/>
                  </a:cubicBezTo>
                  <a:cubicBezTo>
                    <a:pt x="23" y="130"/>
                    <a:pt x="60" y="58"/>
                    <a:pt x="111" y="31"/>
                  </a:cubicBezTo>
                  <a:cubicBezTo>
                    <a:pt x="128" y="21"/>
                    <a:pt x="142" y="16"/>
                    <a:pt x="155" y="16"/>
                  </a:cubicBezTo>
                  <a:cubicBezTo>
                    <a:pt x="159" y="16"/>
                    <a:pt x="163" y="16"/>
                    <a:pt x="167" y="17"/>
                  </a:cubicBezTo>
                  <a:cubicBezTo>
                    <a:pt x="157" y="6"/>
                    <a:pt x="145" y="0"/>
                    <a:pt x="1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1"/>
            <p:cNvSpPr/>
            <p:nvPr/>
          </p:nvSpPr>
          <p:spPr>
            <a:xfrm>
              <a:off x="-22771198" y="5939798"/>
              <a:ext cx="435462" cy="617991"/>
            </a:xfrm>
            <a:custGeom>
              <a:rect b="b" l="l" r="r" t="t"/>
              <a:pathLst>
                <a:path extrusionOk="0" h="237" w="167">
                  <a:moveTo>
                    <a:pt x="131" y="0"/>
                  </a:moveTo>
                  <a:cubicBezTo>
                    <a:pt x="119" y="0"/>
                    <a:pt x="106" y="4"/>
                    <a:pt x="91" y="11"/>
                  </a:cubicBezTo>
                  <a:cubicBezTo>
                    <a:pt x="42" y="40"/>
                    <a:pt x="1" y="112"/>
                    <a:pt x="1" y="173"/>
                  </a:cubicBezTo>
                  <a:cubicBezTo>
                    <a:pt x="1" y="208"/>
                    <a:pt x="17" y="232"/>
                    <a:pt x="40" y="236"/>
                  </a:cubicBezTo>
                  <a:cubicBezTo>
                    <a:pt x="30" y="226"/>
                    <a:pt x="23" y="208"/>
                    <a:pt x="23" y="187"/>
                  </a:cubicBezTo>
                  <a:cubicBezTo>
                    <a:pt x="23" y="130"/>
                    <a:pt x="62" y="58"/>
                    <a:pt x="113" y="30"/>
                  </a:cubicBezTo>
                  <a:cubicBezTo>
                    <a:pt x="128" y="21"/>
                    <a:pt x="142" y="15"/>
                    <a:pt x="154" y="15"/>
                  </a:cubicBezTo>
                  <a:cubicBezTo>
                    <a:pt x="159" y="15"/>
                    <a:pt x="163" y="16"/>
                    <a:pt x="167" y="17"/>
                  </a:cubicBezTo>
                  <a:cubicBezTo>
                    <a:pt x="158" y="6"/>
                    <a:pt x="145" y="0"/>
                    <a:pt x="1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1"/>
            <p:cNvSpPr/>
            <p:nvPr/>
          </p:nvSpPr>
          <p:spPr>
            <a:xfrm>
              <a:off x="-23548263" y="5491290"/>
              <a:ext cx="432855" cy="623206"/>
            </a:xfrm>
            <a:custGeom>
              <a:rect b="b" l="l" r="r" t="t"/>
              <a:pathLst>
                <a:path extrusionOk="0" h="239" w="166">
                  <a:moveTo>
                    <a:pt x="130" y="1"/>
                  </a:moveTo>
                  <a:cubicBezTo>
                    <a:pt x="119" y="1"/>
                    <a:pt x="105" y="5"/>
                    <a:pt x="90" y="13"/>
                  </a:cubicBezTo>
                  <a:cubicBezTo>
                    <a:pt x="41" y="40"/>
                    <a:pt x="0" y="112"/>
                    <a:pt x="0" y="173"/>
                  </a:cubicBezTo>
                  <a:cubicBezTo>
                    <a:pt x="0" y="210"/>
                    <a:pt x="15" y="232"/>
                    <a:pt x="39" y="239"/>
                  </a:cubicBezTo>
                  <a:cubicBezTo>
                    <a:pt x="29" y="226"/>
                    <a:pt x="23" y="210"/>
                    <a:pt x="23" y="189"/>
                  </a:cubicBezTo>
                  <a:cubicBezTo>
                    <a:pt x="23" y="130"/>
                    <a:pt x="62" y="58"/>
                    <a:pt x="113" y="30"/>
                  </a:cubicBezTo>
                  <a:cubicBezTo>
                    <a:pt x="128" y="21"/>
                    <a:pt x="142" y="16"/>
                    <a:pt x="154" y="16"/>
                  </a:cubicBezTo>
                  <a:cubicBezTo>
                    <a:pt x="159" y="16"/>
                    <a:pt x="162" y="17"/>
                    <a:pt x="166" y="18"/>
                  </a:cubicBezTo>
                  <a:cubicBezTo>
                    <a:pt x="156" y="7"/>
                    <a:pt x="144" y="1"/>
                    <a:pt x="1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1"/>
            <p:cNvSpPr/>
            <p:nvPr/>
          </p:nvSpPr>
          <p:spPr>
            <a:xfrm>
              <a:off x="-22343552" y="7055852"/>
              <a:ext cx="701433" cy="239895"/>
            </a:xfrm>
            <a:custGeom>
              <a:rect b="b" l="l" r="r" t="t"/>
              <a:pathLst>
                <a:path extrusionOk="0" h="92" w="269">
                  <a:moveTo>
                    <a:pt x="9" y="1"/>
                  </a:moveTo>
                  <a:cubicBezTo>
                    <a:pt x="1" y="27"/>
                    <a:pt x="11" y="52"/>
                    <a:pt x="44" y="70"/>
                  </a:cubicBezTo>
                  <a:cubicBezTo>
                    <a:pt x="70" y="85"/>
                    <a:pt x="103" y="92"/>
                    <a:pt x="136" y="92"/>
                  </a:cubicBezTo>
                  <a:cubicBezTo>
                    <a:pt x="169" y="92"/>
                    <a:pt x="201" y="85"/>
                    <a:pt x="226" y="72"/>
                  </a:cubicBezTo>
                  <a:cubicBezTo>
                    <a:pt x="256" y="54"/>
                    <a:pt x="269" y="31"/>
                    <a:pt x="263" y="9"/>
                  </a:cubicBezTo>
                  <a:lnTo>
                    <a:pt x="263" y="9"/>
                  </a:lnTo>
                  <a:cubicBezTo>
                    <a:pt x="256" y="21"/>
                    <a:pt x="244" y="33"/>
                    <a:pt x="226" y="44"/>
                  </a:cubicBezTo>
                  <a:cubicBezTo>
                    <a:pt x="201" y="58"/>
                    <a:pt x="168" y="65"/>
                    <a:pt x="136" y="65"/>
                  </a:cubicBezTo>
                  <a:cubicBezTo>
                    <a:pt x="103" y="65"/>
                    <a:pt x="70" y="57"/>
                    <a:pt x="44" y="42"/>
                  </a:cubicBezTo>
                  <a:cubicBezTo>
                    <a:pt x="23" y="31"/>
                    <a:pt x="13" y="17"/>
                    <a:pt x="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1"/>
            <p:cNvSpPr/>
            <p:nvPr/>
          </p:nvSpPr>
          <p:spPr>
            <a:xfrm>
              <a:off x="-22343552" y="7340080"/>
              <a:ext cx="701433" cy="237288"/>
            </a:xfrm>
            <a:custGeom>
              <a:rect b="b" l="l" r="r" t="t"/>
              <a:pathLst>
                <a:path extrusionOk="0" h="91" w="269">
                  <a:moveTo>
                    <a:pt x="9" y="0"/>
                  </a:moveTo>
                  <a:lnTo>
                    <a:pt x="9" y="0"/>
                  </a:lnTo>
                  <a:cubicBezTo>
                    <a:pt x="1" y="25"/>
                    <a:pt x="11" y="51"/>
                    <a:pt x="44" y="68"/>
                  </a:cubicBezTo>
                  <a:cubicBezTo>
                    <a:pt x="69" y="83"/>
                    <a:pt x="102" y="91"/>
                    <a:pt x="135" y="91"/>
                  </a:cubicBezTo>
                  <a:cubicBezTo>
                    <a:pt x="167" y="91"/>
                    <a:pt x="200" y="83"/>
                    <a:pt x="226" y="68"/>
                  </a:cubicBezTo>
                  <a:cubicBezTo>
                    <a:pt x="256" y="51"/>
                    <a:pt x="269" y="27"/>
                    <a:pt x="263" y="4"/>
                  </a:cubicBezTo>
                  <a:lnTo>
                    <a:pt x="263" y="4"/>
                  </a:lnTo>
                  <a:cubicBezTo>
                    <a:pt x="256" y="21"/>
                    <a:pt x="244" y="33"/>
                    <a:pt x="226" y="43"/>
                  </a:cubicBezTo>
                  <a:cubicBezTo>
                    <a:pt x="201" y="57"/>
                    <a:pt x="168" y="64"/>
                    <a:pt x="136" y="64"/>
                  </a:cubicBezTo>
                  <a:cubicBezTo>
                    <a:pt x="103" y="64"/>
                    <a:pt x="70" y="57"/>
                    <a:pt x="44" y="41"/>
                  </a:cubicBezTo>
                  <a:cubicBezTo>
                    <a:pt x="23" y="31"/>
                    <a:pt x="13" y="14"/>
                    <a:pt x="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1"/>
            <p:cNvSpPr/>
            <p:nvPr/>
          </p:nvSpPr>
          <p:spPr>
            <a:xfrm>
              <a:off x="-22343552" y="8523932"/>
              <a:ext cx="701433" cy="239895"/>
            </a:xfrm>
            <a:custGeom>
              <a:rect b="b" l="l" r="r" t="t"/>
              <a:pathLst>
                <a:path extrusionOk="0" h="92" w="269">
                  <a:moveTo>
                    <a:pt x="9" y="0"/>
                  </a:moveTo>
                  <a:cubicBezTo>
                    <a:pt x="1" y="27"/>
                    <a:pt x="11" y="51"/>
                    <a:pt x="44" y="70"/>
                  </a:cubicBezTo>
                  <a:cubicBezTo>
                    <a:pt x="70" y="84"/>
                    <a:pt x="103" y="92"/>
                    <a:pt x="136" y="92"/>
                  </a:cubicBezTo>
                  <a:cubicBezTo>
                    <a:pt x="169" y="92"/>
                    <a:pt x="201" y="85"/>
                    <a:pt x="226" y="72"/>
                  </a:cubicBezTo>
                  <a:cubicBezTo>
                    <a:pt x="256" y="53"/>
                    <a:pt x="269" y="31"/>
                    <a:pt x="263" y="8"/>
                  </a:cubicBezTo>
                  <a:lnTo>
                    <a:pt x="263" y="8"/>
                  </a:lnTo>
                  <a:cubicBezTo>
                    <a:pt x="256" y="21"/>
                    <a:pt x="244" y="33"/>
                    <a:pt x="226" y="43"/>
                  </a:cubicBezTo>
                  <a:cubicBezTo>
                    <a:pt x="201" y="57"/>
                    <a:pt x="168" y="64"/>
                    <a:pt x="136" y="64"/>
                  </a:cubicBezTo>
                  <a:cubicBezTo>
                    <a:pt x="103" y="64"/>
                    <a:pt x="70" y="57"/>
                    <a:pt x="44" y="41"/>
                  </a:cubicBezTo>
                  <a:cubicBezTo>
                    <a:pt x="23" y="31"/>
                    <a:pt x="13" y="17"/>
                    <a:pt x="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1"/>
            <p:cNvSpPr/>
            <p:nvPr/>
          </p:nvSpPr>
          <p:spPr>
            <a:xfrm>
              <a:off x="-22338337" y="9595656"/>
              <a:ext cx="706648" cy="245110"/>
            </a:xfrm>
            <a:custGeom>
              <a:rect b="b" l="l" r="r" t="t"/>
              <a:pathLst>
                <a:path extrusionOk="0" h="94" w="271">
                  <a:moveTo>
                    <a:pt x="9" y="1"/>
                  </a:moveTo>
                  <a:cubicBezTo>
                    <a:pt x="1" y="27"/>
                    <a:pt x="11" y="52"/>
                    <a:pt x="46" y="70"/>
                  </a:cubicBezTo>
                  <a:cubicBezTo>
                    <a:pt x="70" y="86"/>
                    <a:pt x="103" y="93"/>
                    <a:pt x="136" y="93"/>
                  </a:cubicBezTo>
                  <a:cubicBezTo>
                    <a:pt x="168" y="93"/>
                    <a:pt x="201" y="86"/>
                    <a:pt x="226" y="72"/>
                  </a:cubicBezTo>
                  <a:cubicBezTo>
                    <a:pt x="256" y="56"/>
                    <a:pt x="271" y="31"/>
                    <a:pt x="263" y="9"/>
                  </a:cubicBezTo>
                  <a:lnTo>
                    <a:pt x="263" y="9"/>
                  </a:lnTo>
                  <a:cubicBezTo>
                    <a:pt x="256" y="21"/>
                    <a:pt x="244" y="35"/>
                    <a:pt x="226" y="46"/>
                  </a:cubicBezTo>
                  <a:cubicBezTo>
                    <a:pt x="201" y="58"/>
                    <a:pt x="170" y="65"/>
                    <a:pt x="139" y="65"/>
                  </a:cubicBezTo>
                  <a:cubicBezTo>
                    <a:pt x="106" y="65"/>
                    <a:pt x="72" y="57"/>
                    <a:pt x="46" y="41"/>
                  </a:cubicBezTo>
                  <a:cubicBezTo>
                    <a:pt x="25" y="31"/>
                    <a:pt x="15" y="17"/>
                    <a:pt x="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1"/>
            <p:cNvSpPr/>
            <p:nvPr/>
          </p:nvSpPr>
          <p:spPr>
            <a:xfrm>
              <a:off x="-22343552" y="8224057"/>
              <a:ext cx="701433" cy="245110"/>
            </a:xfrm>
            <a:custGeom>
              <a:rect b="b" l="l" r="r" t="t"/>
              <a:pathLst>
                <a:path extrusionOk="0" h="94" w="269">
                  <a:moveTo>
                    <a:pt x="9" y="1"/>
                  </a:moveTo>
                  <a:cubicBezTo>
                    <a:pt x="1" y="25"/>
                    <a:pt x="11" y="48"/>
                    <a:pt x="44" y="70"/>
                  </a:cubicBezTo>
                  <a:cubicBezTo>
                    <a:pt x="70" y="86"/>
                    <a:pt x="103" y="94"/>
                    <a:pt x="136" y="94"/>
                  </a:cubicBezTo>
                  <a:cubicBezTo>
                    <a:pt x="168" y="94"/>
                    <a:pt x="201" y="86"/>
                    <a:pt x="226" y="72"/>
                  </a:cubicBezTo>
                  <a:cubicBezTo>
                    <a:pt x="256" y="54"/>
                    <a:pt x="269" y="31"/>
                    <a:pt x="263" y="9"/>
                  </a:cubicBezTo>
                  <a:lnTo>
                    <a:pt x="263" y="9"/>
                  </a:lnTo>
                  <a:cubicBezTo>
                    <a:pt x="256" y="21"/>
                    <a:pt x="244" y="33"/>
                    <a:pt x="226" y="44"/>
                  </a:cubicBezTo>
                  <a:cubicBezTo>
                    <a:pt x="201" y="58"/>
                    <a:pt x="168" y="65"/>
                    <a:pt x="136" y="65"/>
                  </a:cubicBezTo>
                  <a:cubicBezTo>
                    <a:pt x="103" y="65"/>
                    <a:pt x="70" y="57"/>
                    <a:pt x="44" y="42"/>
                  </a:cubicBezTo>
                  <a:cubicBezTo>
                    <a:pt x="23" y="31"/>
                    <a:pt x="13" y="15"/>
                    <a:pt x="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1"/>
            <p:cNvSpPr/>
            <p:nvPr/>
          </p:nvSpPr>
          <p:spPr>
            <a:xfrm>
              <a:off x="-24455707" y="6599521"/>
              <a:ext cx="440677" cy="620599"/>
            </a:xfrm>
            <a:custGeom>
              <a:rect b="b" l="l" r="r" t="t"/>
              <a:pathLst>
                <a:path extrusionOk="0" h="238" w="169">
                  <a:moveTo>
                    <a:pt x="131" y="0"/>
                  </a:moveTo>
                  <a:cubicBezTo>
                    <a:pt x="120" y="0"/>
                    <a:pt x="107" y="4"/>
                    <a:pt x="93" y="12"/>
                  </a:cubicBezTo>
                  <a:cubicBezTo>
                    <a:pt x="41" y="41"/>
                    <a:pt x="0" y="112"/>
                    <a:pt x="2" y="174"/>
                  </a:cubicBezTo>
                  <a:cubicBezTo>
                    <a:pt x="2" y="208"/>
                    <a:pt x="19" y="233"/>
                    <a:pt x="41" y="237"/>
                  </a:cubicBezTo>
                  <a:cubicBezTo>
                    <a:pt x="31" y="227"/>
                    <a:pt x="25" y="208"/>
                    <a:pt x="25" y="188"/>
                  </a:cubicBezTo>
                  <a:cubicBezTo>
                    <a:pt x="25" y="131"/>
                    <a:pt x="64" y="57"/>
                    <a:pt x="115" y="30"/>
                  </a:cubicBezTo>
                  <a:cubicBezTo>
                    <a:pt x="130" y="21"/>
                    <a:pt x="144" y="16"/>
                    <a:pt x="156" y="16"/>
                  </a:cubicBezTo>
                  <a:cubicBezTo>
                    <a:pt x="160" y="16"/>
                    <a:pt x="164" y="16"/>
                    <a:pt x="168" y="18"/>
                  </a:cubicBezTo>
                  <a:cubicBezTo>
                    <a:pt x="159" y="7"/>
                    <a:pt x="146" y="0"/>
                    <a:pt x="1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1"/>
            <p:cNvSpPr/>
            <p:nvPr/>
          </p:nvSpPr>
          <p:spPr>
            <a:xfrm>
              <a:off x="-24205378" y="6745547"/>
              <a:ext cx="445892" cy="612776"/>
            </a:xfrm>
            <a:custGeom>
              <a:rect b="b" l="l" r="r" t="t"/>
              <a:pathLst>
                <a:path extrusionOk="0" h="235" w="171">
                  <a:moveTo>
                    <a:pt x="135" y="1"/>
                  </a:moveTo>
                  <a:cubicBezTo>
                    <a:pt x="123" y="1"/>
                    <a:pt x="109" y="5"/>
                    <a:pt x="93" y="13"/>
                  </a:cubicBezTo>
                  <a:cubicBezTo>
                    <a:pt x="42" y="44"/>
                    <a:pt x="1" y="111"/>
                    <a:pt x="5" y="171"/>
                  </a:cubicBezTo>
                  <a:cubicBezTo>
                    <a:pt x="5" y="208"/>
                    <a:pt x="19" y="230"/>
                    <a:pt x="42" y="234"/>
                  </a:cubicBezTo>
                  <a:cubicBezTo>
                    <a:pt x="31" y="224"/>
                    <a:pt x="27" y="208"/>
                    <a:pt x="27" y="187"/>
                  </a:cubicBezTo>
                  <a:cubicBezTo>
                    <a:pt x="27" y="128"/>
                    <a:pt x="66" y="56"/>
                    <a:pt x="117" y="28"/>
                  </a:cubicBezTo>
                  <a:cubicBezTo>
                    <a:pt x="132" y="20"/>
                    <a:pt x="145" y="16"/>
                    <a:pt x="158" y="16"/>
                  </a:cubicBezTo>
                  <a:cubicBezTo>
                    <a:pt x="162" y="16"/>
                    <a:pt x="166" y="16"/>
                    <a:pt x="170" y="17"/>
                  </a:cubicBezTo>
                  <a:cubicBezTo>
                    <a:pt x="160" y="6"/>
                    <a:pt x="149" y="1"/>
                    <a:pt x="1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1"/>
            <p:cNvSpPr/>
            <p:nvPr/>
          </p:nvSpPr>
          <p:spPr>
            <a:xfrm>
              <a:off x="-24985050" y="6297039"/>
              <a:ext cx="445892" cy="617991"/>
            </a:xfrm>
            <a:custGeom>
              <a:rect b="b" l="l" r="r" t="t"/>
              <a:pathLst>
                <a:path extrusionOk="0" h="237" w="171">
                  <a:moveTo>
                    <a:pt x="133" y="1"/>
                  </a:moveTo>
                  <a:cubicBezTo>
                    <a:pt x="121" y="1"/>
                    <a:pt x="107" y="5"/>
                    <a:pt x="93" y="13"/>
                  </a:cubicBezTo>
                  <a:cubicBezTo>
                    <a:pt x="42" y="42"/>
                    <a:pt x="1" y="114"/>
                    <a:pt x="3" y="171"/>
                  </a:cubicBezTo>
                  <a:cubicBezTo>
                    <a:pt x="3" y="208"/>
                    <a:pt x="19" y="230"/>
                    <a:pt x="42" y="236"/>
                  </a:cubicBezTo>
                  <a:cubicBezTo>
                    <a:pt x="32" y="224"/>
                    <a:pt x="27" y="208"/>
                    <a:pt x="27" y="187"/>
                  </a:cubicBezTo>
                  <a:cubicBezTo>
                    <a:pt x="27" y="128"/>
                    <a:pt x="64" y="56"/>
                    <a:pt x="115" y="28"/>
                  </a:cubicBezTo>
                  <a:cubicBezTo>
                    <a:pt x="131" y="20"/>
                    <a:pt x="145" y="16"/>
                    <a:pt x="158" y="16"/>
                  </a:cubicBezTo>
                  <a:cubicBezTo>
                    <a:pt x="162" y="16"/>
                    <a:pt x="166" y="16"/>
                    <a:pt x="171" y="17"/>
                  </a:cubicBezTo>
                  <a:cubicBezTo>
                    <a:pt x="161" y="6"/>
                    <a:pt x="148" y="1"/>
                    <a:pt x="1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1"/>
            <p:cNvSpPr/>
            <p:nvPr/>
          </p:nvSpPr>
          <p:spPr>
            <a:xfrm>
              <a:off x="-23767301" y="7861601"/>
              <a:ext cx="701433" cy="245110"/>
            </a:xfrm>
            <a:custGeom>
              <a:rect b="b" l="l" r="r" t="t"/>
              <a:pathLst>
                <a:path extrusionOk="0" h="94" w="269">
                  <a:moveTo>
                    <a:pt x="7" y="1"/>
                  </a:moveTo>
                  <a:lnTo>
                    <a:pt x="7" y="1"/>
                  </a:lnTo>
                  <a:cubicBezTo>
                    <a:pt x="0" y="27"/>
                    <a:pt x="13" y="52"/>
                    <a:pt x="43" y="70"/>
                  </a:cubicBezTo>
                  <a:cubicBezTo>
                    <a:pt x="68" y="86"/>
                    <a:pt x="102" y="93"/>
                    <a:pt x="135" y="93"/>
                  </a:cubicBezTo>
                  <a:cubicBezTo>
                    <a:pt x="168" y="93"/>
                    <a:pt x="200" y="86"/>
                    <a:pt x="225" y="72"/>
                  </a:cubicBezTo>
                  <a:cubicBezTo>
                    <a:pt x="256" y="56"/>
                    <a:pt x="268" y="31"/>
                    <a:pt x="260" y="9"/>
                  </a:cubicBezTo>
                  <a:lnTo>
                    <a:pt x="260" y="9"/>
                  </a:lnTo>
                  <a:cubicBezTo>
                    <a:pt x="256" y="21"/>
                    <a:pt x="242" y="35"/>
                    <a:pt x="225" y="46"/>
                  </a:cubicBezTo>
                  <a:cubicBezTo>
                    <a:pt x="201" y="58"/>
                    <a:pt x="169" y="65"/>
                    <a:pt x="138" y="65"/>
                  </a:cubicBezTo>
                  <a:cubicBezTo>
                    <a:pt x="104" y="65"/>
                    <a:pt x="70" y="57"/>
                    <a:pt x="43" y="41"/>
                  </a:cubicBezTo>
                  <a:cubicBezTo>
                    <a:pt x="23" y="31"/>
                    <a:pt x="13" y="17"/>
                    <a:pt x="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1"/>
            <p:cNvSpPr/>
            <p:nvPr/>
          </p:nvSpPr>
          <p:spPr>
            <a:xfrm>
              <a:off x="-23767301" y="8151045"/>
              <a:ext cx="701433" cy="239895"/>
            </a:xfrm>
            <a:custGeom>
              <a:rect b="b" l="l" r="r" t="t"/>
              <a:pathLst>
                <a:path extrusionOk="0" h="92" w="269">
                  <a:moveTo>
                    <a:pt x="7" y="0"/>
                  </a:moveTo>
                  <a:lnTo>
                    <a:pt x="7" y="0"/>
                  </a:lnTo>
                  <a:cubicBezTo>
                    <a:pt x="0" y="27"/>
                    <a:pt x="13" y="49"/>
                    <a:pt x="43" y="70"/>
                  </a:cubicBezTo>
                  <a:cubicBezTo>
                    <a:pt x="68" y="84"/>
                    <a:pt x="102" y="91"/>
                    <a:pt x="135" y="91"/>
                  </a:cubicBezTo>
                  <a:cubicBezTo>
                    <a:pt x="168" y="91"/>
                    <a:pt x="200" y="85"/>
                    <a:pt x="225" y="72"/>
                  </a:cubicBezTo>
                  <a:cubicBezTo>
                    <a:pt x="256" y="53"/>
                    <a:pt x="268" y="31"/>
                    <a:pt x="260" y="8"/>
                  </a:cubicBezTo>
                  <a:lnTo>
                    <a:pt x="260" y="8"/>
                  </a:lnTo>
                  <a:cubicBezTo>
                    <a:pt x="256" y="21"/>
                    <a:pt x="242" y="33"/>
                    <a:pt x="225" y="43"/>
                  </a:cubicBezTo>
                  <a:cubicBezTo>
                    <a:pt x="200" y="57"/>
                    <a:pt x="168" y="64"/>
                    <a:pt x="136" y="64"/>
                  </a:cubicBezTo>
                  <a:cubicBezTo>
                    <a:pt x="103" y="64"/>
                    <a:pt x="69" y="57"/>
                    <a:pt x="43" y="41"/>
                  </a:cubicBezTo>
                  <a:cubicBezTo>
                    <a:pt x="23" y="31"/>
                    <a:pt x="13" y="16"/>
                    <a:pt x="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1"/>
            <p:cNvSpPr/>
            <p:nvPr/>
          </p:nvSpPr>
          <p:spPr>
            <a:xfrm>
              <a:off x="-23767301" y="9324466"/>
              <a:ext cx="701433" cy="245110"/>
            </a:xfrm>
            <a:custGeom>
              <a:rect b="b" l="l" r="r" t="t"/>
              <a:pathLst>
                <a:path extrusionOk="0" h="94" w="269">
                  <a:moveTo>
                    <a:pt x="7" y="0"/>
                  </a:moveTo>
                  <a:lnTo>
                    <a:pt x="7" y="0"/>
                  </a:lnTo>
                  <a:cubicBezTo>
                    <a:pt x="0" y="27"/>
                    <a:pt x="13" y="49"/>
                    <a:pt x="43" y="70"/>
                  </a:cubicBezTo>
                  <a:cubicBezTo>
                    <a:pt x="69" y="86"/>
                    <a:pt x="103" y="94"/>
                    <a:pt x="137" y="94"/>
                  </a:cubicBezTo>
                  <a:cubicBezTo>
                    <a:pt x="169" y="94"/>
                    <a:pt x="201" y="87"/>
                    <a:pt x="225" y="72"/>
                  </a:cubicBezTo>
                  <a:cubicBezTo>
                    <a:pt x="256" y="53"/>
                    <a:pt x="268" y="31"/>
                    <a:pt x="260" y="8"/>
                  </a:cubicBezTo>
                  <a:lnTo>
                    <a:pt x="260" y="8"/>
                  </a:lnTo>
                  <a:cubicBezTo>
                    <a:pt x="256" y="21"/>
                    <a:pt x="242" y="33"/>
                    <a:pt x="225" y="43"/>
                  </a:cubicBezTo>
                  <a:cubicBezTo>
                    <a:pt x="200" y="57"/>
                    <a:pt x="168" y="64"/>
                    <a:pt x="136" y="64"/>
                  </a:cubicBezTo>
                  <a:cubicBezTo>
                    <a:pt x="103" y="64"/>
                    <a:pt x="69" y="57"/>
                    <a:pt x="43" y="41"/>
                  </a:cubicBezTo>
                  <a:cubicBezTo>
                    <a:pt x="23" y="31"/>
                    <a:pt x="13" y="17"/>
                    <a:pt x="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1"/>
            <p:cNvSpPr/>
            <p:nvPr/>
          </p:nvSpPr>
          <p:spPr>
            <a:xfrm>
              <a:off x="-23767301" y="10406621"/>
              <a:ext cx="701433" cy="239895"/>
            </a:xfrm>
            <a:custGeom>
              <a:rect b="b" l="l" r="r" t="t"/>
              <a:pathLst>
                <a:path extrusionOk="0" h="92" w="269">
                  <a:moveTo>
                    <a:pt x="7" y="0"/>
                  </a:moveTo>
                  <a:cubicBezTo>
                    <a:pt x="0" y="25"/>
                    <a:pt x="11" y="52"/>
                    <a:pt x="43" y="68"/>
                  </a:cubicBezTo>
                  <a:cubicBezTo>
                    <a:pt x="69" y="84"/>
                    <a:pt x="103" y="92"/>
                    <a:pt x="137" y="92"/>
                  </a:cubicBezTo>
                  <a:cubicBezTo>
                    <a:pt x="169" y="92"/>
                    <a:pt x="201" y="85"/>
                    <a:pt x="225" y="72"/>
                  </a:cubicBezTo>
                  <a:cubicBezTo>
                    <a:pt x="256" y="54"/>
                    <a:pt x="268" y="31"/>
                    <a:pt x="260" y="7"/>
                  </a:cubicBezTo>
                  <a:lnTo>
                    <a:pt x="260" y="7"/>
                  </a:lnTo>
                  <a:cubicBezTo>
                    <a:pt x="256" y="21"/>
                    <a:pt x="242" y="33"/>
                    <a:pt x="225" y="43"/>
                  </a:cubicBezTo>
                  <a:cubicBezTo>
                    <a:pt x="200" y="58"/>
                    <a:pt x="168" y="65"/>
                    <a:pt x="136" y="65"/>
                  </a:cubicBezTo>
                  <a:cubicBezTo>
                    <a:pt x="103" y="65"/>
                    <a:pt x="69" y="57"/>
                    <a:pt x="43" y="41"/>
                  </a:cubicBezTo>
                  <a:cubicBezTo>
                    <a:pt x="23" y="31"/>
                    <a:pt x="13" y="15"/>
                    <a:pt x="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1"/>
            <p:cNvSpPr/>
            <p:nvPr/>
          </p:nvSpPr>
          <p:spPr>
            <a:xfrm>
              <a:off x="-23767301" y="9029807"/>
              <a:ext cx="701433" cy="245110"/>
            </a:xfrm>
            <a:custGeom>
              <a:rect b="b" l="l" r="r" t="t"/>
              <a:pathLst>
                <a:path extrusionOk="0" h="94" w="269">
                  <a:moveTo>
                    <a:pt x="7" y="1"/>
                  </a:moveTo>
                  <a:lnTo>
                    <a:pt x="7" y="1"/>
                  </a:lnTo>
                  <a:cubicBezTo>
                    <a:pt x="0" y="27"/>
                    <a:pt x="13" y="52"/>
                    <a:pt x="43" y="70"/>
                  </a:cubicBezTo>
                  <a:cubicBezTo>
                    <a:pt x="68" y="86"/>
                    <a:pt x="102" y="93"/>
                    <a:pt x="135" y="93"/>
                  </a:cubicBezTo>
                  <a:cubicBezTo>
                    <a:pt x="168" y="93"/>
                    <a:pt x="200" y="86"/>
                    <a:pt x="225" y="72"/>
                  </a:cubicBezTo>
                  <a:cubicBezTo>
                    <a:pt x="256" y="54"/>
                    <a:pt x="268" y="31"/>
                    <a:pt x="260" y="9"/>
                  </a:cubicBezTo>
                  <a:lnTo>
                    <a:pt x="260" y="9"/>
                  </a:lnTo>
                  <a:cubicBezTo>
                    <a:pt x="256" y="21"/>
                    <a:pt x="242" y="33"/>
                    <a:pt x="225" y="44"/>
                  </a:cubicBezTo>
                  <a:cubicBezTo>
                    <a:pt x="200" y="58"/>
                    <a:pt x="168" y="65"/>
                    <a:pt x="136" y="65"/>
                  </a:cubicBezTo>
                  <a:cubicBezTo>
                    <a:pt x="103" y="65"/>
                    <a:pt x="69" y="57"/>
                    <a:pt x="43" y="42"/>
                  </a:cubicBezTo>
                  <a:cubicBezTo>
                    <a:pt x="23" y="31"/>
                    <a:pt x="13" y="17"/>
                    <a:pt x="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1"/>
            <p:cNvSpPr/>
            <p:nvPr/>
          </p:nvSpPr>
          <p:spPr>
            <a:xfrm>
              <a:off x="-25884672" y="7460030"/>
              <a:ext cx="438070" cy="607561"/>
            </a:xfrm>
            <a:custGeom>
              <a:rect b="b" l="l" r="r" t="t"/>
              <a:pathLst>
                <a:path extrusionOk="0" h="233" w="168">
                  <a:moveTo>
                    <a:pt x="130" y="0"/>
                  </a:moveTo>
                  <a:cubicBezTo>
                    <a:pt x="118" y="0"/>
                    <a:pt x="105" y="4"/>
                    <a:pt x="90" y="11"/>
                  </a:cubicBezTo>
                  <a:cubicBezTo>
                    <a:pt x="41" y="42"/>
                    <a:pt x="0" y="112"/>
                    <a:pt x="0" y="169"/>
                  </a:cubicBezTo>
                  <a:cubicBezTo>
                    <a:pt x="0" y="204"/>
                    <a:pt x="17" y="226"/>
                    <a:pt x="39" y="232"/>
                  </a:cubicBezTo>
                  <a:cubicBezTo>
                    <a:pt x="29" y="222"/>
                    <a:pt x="25" y="204"/>
                    <a:pt x="25" y="183"/>
                  </a:cubicBezTo>
                  <a:cubicBezTo>
                    <a:pt x="25" y="128"/>
                    <a:pt x="62" y="56"/>
                    <a:pt x="113" y="28"/>
                  </a:cubicBezTo>
                  <a:cubicBezTo>
                    <a:pt x="127" y="19"/>
                    <a:pt x="140" y="15"/>
                    <a:pt x="152" y="15"/>
                  </a:cubicBezTo>
                  <a:cubicBezTo>
                    <a:pt x="158" y="15"/>
                    <a:pt x="163" y="16"/>
                    <a:pt x="168" y="18"/>
                  </a:cubicBezTo>
                  <a:cubicBezTo>
                    <a:pt x="158" y="6"/>
                    <a:pt x="145" y="0"/>
                    <a:pt x="1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1"/>
            <p:cNvSpPr/>
            <p:nvPr/>
          </p:nvSpPr>
          <p:spPr>
            <a:xfrm>
              <a:off x="-25634342" y="7606056"/>
              <a:ext cx="440677" cy="604953"/>
            </a:xfrm>
            <a:custGeom>
              <a:rect b="b" l="l" r="r" t="t"/>
              <a:pathLst>
                <a:path extrusionOk="0" h="232" w="169">
                  <a:moveTo>
                    <a:pt x="133" y="0"/>
                  </a:moveTo>
                  <a:cubicBezTo>
                    <a:pt x="121" y="0"/>
                    <a:pt x="107" y="4"/>
                    <a:pt x="92" y="13"/>
                  </a:cubicBezTo>
                  <a:cubicBezTo>
                    <a:pt x="43" y="43"/>
                    <a:pt x="0" y="113"/>
                    <a:pt x="2" y="168"/>
                  </a:cubicBezTo>
                  <a:cubicBezTo>
                    <a:pt x="2" y="205"/>
                    <a:pt x="17" y="223"/>
                    <a:pt x="41" y="232"/>
                  </a:cubicBezTo>
                  <a:cubicBezTo>
                    <a:pt x="31" y="221"/>
                    <a:pt x="25" y="205"/>
                    <a:pt x="25" y="182"/>
                  </a:cubicBezTo>
                  <a:cubicBezTo>
                    <a:pt x="25" y="127"/>
                    <a:pt x="64" y="58"/>
                    <a:pt x="115" y="27"/>
                  </a:cubicBezTo>
                  <a:cubicBezTo>
                    <a:pt x="129" y="18"/>
                    <a:pt x="142" y="15"/>
                    <a:pt x="154" y="15"/>
                  </a:cubicBezTo>
                  <a:cubicBezTo>
                    <a:pt x="159" y="15"/>
                    <a:pt x="164" y="16"/>
                    <a:pt x="168" y="17"/>
                  </a:cubicBezTo>
                  <a:cubicBezTo>
                    <a:pt x="158" y="6"/>
                    <a:pt x="146" y="0"/>
                    <a:pt x="1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1"/>
            <p:cNvSpPr/>
            <p:nvPr/>
          </p:nvSpPr>
          <p:spPr>
            <a:xfrm>
              <a:off x="-26408799" y="7160156"/>
              <a:ext cx="435462" cy="607561"/>
            </a:xfrm>
            <a:custGeom>
              <a:rect b="b" l="l" r="r" t="t"/>
              <a:pathLst>
                <a:path extrusionOk="0" h="233" w="167">
                  <a:moveTo>
                    <a:pt x="129" y="0"/>
                  </a:moveTo>
                  <a:cubicBezTo>
                    <a:pt x="117" y="0"/>
                    <a:pt x="104" y="4"/>
                    <a:pt x="89" y="12"/>
                  </a:cubicBezTo>
                  <a:cubicBezTo>
                    <a:pt x="37" y="40"/>
                    <a:pt x="1" y="112"/>
                    <a:pt x="1" y="167"/>
                  </a:cubicBezTo>
                  <a:cubicBezTo>
                    <a:pt x="1" y="204"/>
                    <a:pt x="15" y="225"/>
                    <a:pt x="37" y="233"/>
                  </a:cubicBezTo>
                  <a:cubicBezTo>
                    <a:pt x="27" y="223"/>
                    <a:pt x="23" y="204"/>
                    <a:pt x="23" y="184"/>
                  </a:cubicBezTo>
                  <a:cubicBezTo>
                    <a:pt x="23" y="126"/>
                    <a:pt x="62" y="59"/>
                    <a:pt x="113" y="28"/>
                  </a:cubicBezTo>
                  <a:cubicBezTo>
                    <a:pt x="127" y="19"/>
                    <a:pt x="138" y="15"/>
                    <a:pt x="149" y="15"/>
                  </a:cubicBezTo>
                  <a:cubicBezTo>
                    <a:pt x="155" y="15"/>
                    <a:pt x="161" y="16"/>
                    <a:pt x="166" y="18"/>
                  </a:cubicBezTo>
                  <a:cubicBezTo>
                    <a:pt x="156" y="6"/>
                    <a:pt x="144" y="0"/>
                    <a:pt x="1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1"/>
            <p:cNvSpPr/>
            <p:nvPr/>
          </p:nvSpPr>
          <p:spPr>
            <a:xfrm>
              <a:off x="-25201481" y="8727325"/>
              <a:ext cx="701433" cy="239895"/>
            </a:xfrm>
            <a:custGeom>
              <a:rect b="b" l="l" r="r" t="t"/>
              <a:pathLst>
                <a:path extrusionOk="0" h="92" w="269">
                  <a:moveTo>
                    <a:pt x="8" y="0"/>
                  </a:moveTo>
                  <a:cubicBezTo>
                    <a:pt x="0" y="23"/>
                    <a:pt x="10" y="47"/>
                    <a:pt x="43" y="68"/>
                  </a:cubicBezTo>
                  <a:cubicBezTo>
                    <a:pt x="68" y="83"/>
                    <a:pt x="103" y="91"/>
                    <a:pt x="137" y="91"/>
                  </a:cubicBezTo>
                  <a:cubicBezTo>
                    <a:pt x="169" y="91"/>
                    <a:pt x="200" y="84"/>
                    <a:pt x="225" y="72"/>
                  </a:cubicBezTo>
                  <a:cubicBezTo>
                    <a:pt x="256" y="53"/>
                    <a:pt x="268" y="31"/>
                    <a:pt x="260" y="6"/>
                  </a:cubicBezTo>
                  <a:lnTo>
                    <a:pt x="260" y="6"/>
                  </a:lnTo>
                  <a:cubicBezTo>
                    <a:pt x="256" y="20"/>
                    <a:pt x="243" y="33"/>
                    <a:pt x="225" y="43"/>
                  </a:cubicBezTo>
                  <a:cubicBezTo>
                    <a:pt x="200" y="57"/>
                    <a:pt x="168" y="64"/>
                    <a:pt x="136" y="64"/>
                  </a:cubicBezTo>
                  <a:cubicBezTo>
                    <a:pt x="102" y="64"/>
                    <a:pt x="69" y="57"/>
                    <a:pt x="43" y="41"/>
                  </a:cubicBezTo>
                  <a:cubicBezTo>
                    <a:pt x="23" y="31"/>
                    <a:pt x="12" y="14"/>
                    <a:pt x="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1"/>
            <p:cNvSpPr/>
            <p:nvPr/>
          </p:nvSpPr>
          <p:spPr>
            <a:xfrm>
              <a:off x="-25201481" y="9003731"/>
              <a:ext cx="701433" cy="245110"/>
            </a:xfrm>
            <a:custGeom>
              <a:rect b="b" l="l" r="r" t="t"/>
              <a:pathLst>
                <a:path extrusionOk="0" h="94" w="269">
                  <a:moveTo>
                    <a:pt x="8" y="0"/>
                  </a:moveTo>
                  <a:cubicBezTo>
                    <a:pt x="0" y="27"/>
                    <a:pt x="10" y="52"/>
                    <a:pt x="43" y="70"/>
                  </a:cubicBezTo>
                  <a:cubicBezTo>
                    <a:pt x="68" y="86"/>
                    <a:pt x="101" y="93"/>
                    <a:pt x="135" y="93"/>
                  </a:cubicBezTo>
                  <a:cubicBezTo>
                    <a:pt x="167" y="93"/>
                    <a:pt x="200" y="86"/>
                    <a:pt x="225" y="72"/>
                  </a:cubicBezTo>
                  <a:cubicBezTo>
                    <a:pt x="256" y="54"/>
                    <a:pt x="268" y="31"/>
                    <a:pt x="260" y="9"/>
                  </a:cubicBezTo>
                  <a:lnTo>
                    <a:pt x="260" y="9"/>
                  </a:lnTo>
                  <a:cubicBezTo>
                    <a:pt x="256" y="21"/>
                    <a:pt x="243" y="33"/>
                    <a:pt x="225" y="43"/>
                  </a:cubicBezTo>
                  <a:cubicBezTo>
                    <a:pt x="200" y="57"/>
                    <a:pt x="168" y="65"/>
                    <a:pt x="136" y="65"/>
                  </a:cubicBezTo>
                  <a:cubicBezTo>
                    <a:pt x="102" y="65"/>
                    <a:pt x="69" y="57"/>
                    <a:pt x="43" y="41"/>
                  </a:cubicBezTo>
                  <a:cubicBezTo>
                    <a:pt x="23" y="31"/>
                    <a:pt x="12" y="17"/>
                    <a:pt x="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1"/>
            <p:cNvSpPr/>
            <p:nvPr/>
          </p:nvSpPr>
          <p:spPr>
            <a:xfrm>
              <a:off x="-25201481" y="10192797"/>
              <a:ext cx="701433" cy="237288"/>
            </a:xfrm>
            <a:custGeom>
              <a:rect b="b" l="l" r="r" t="t"/>
              <a:pathLst>
                <a:path extrusionOk="0" h="91" w="269">
                  <a:moveTo>
                    <a:pt x="8" y="1"/>
                  </a:moveTo>
                  <a:cubicBezTo>
                    <a:pt x="0" y="25"/>
                    <a:pt x="10" y="52"/>
                    <a:pt x="43" y="68"/>
                  </a:cubicBezTo>
                  <a:cubicBezTo>
                    <a:pt x="68" y="83"/>
                    <a:pt x="103" y="90"/>
                    <a:pt x="137" y="90"/>
                  </a:cubicBezTo>
                  <a:cubicBezTo>
                    <a:pt x="169" y="90"/>
                    <a:pt x="200" y="84"/>
                    <a:pt x="225" y="72"/>
                  </a:cubicBezTo>
                  <a:cubicBezTo>
                    <a:pt x="256" y="54"/>
                    <a:pt x="268" y="31"/>
                    <a:pt x="260" y="7"/>
                  </a:cubicBezTo>
                  <a:lnTo>
                    <a:pt x="260" y="7"/>
                  </a:lnTo>
                  <a:cubicBezTo>
                    <a:pt x="256" y="21"/>
                    <a:pt x="243" y="33"/>
                    <a:pt x="225" y="44"/>
                  </a:cubicBezTo>
                  <a:cubicBezTo>
                    <a:pt x="201" y="57"/>
                    <a:pt x="170" y="63"/>
                    <a:pt x="139" y="63"/>
                  </a:cubicBezTo>
                  <a:cubicBezTo>
                    <a:pt x="105" y="63"/>
                    <a:pt x="70" y="56"/>
                    <a:pt x="43" y="42"/>
                  </a:cubicBezTo>
                  <a:cubicBezTo>
                    <a:pt x="23" y="31"/>
                    <a:pt x="12" y="15"/>
                    <a:pt x="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1"/>
            <p:cNvSpPr/>
            <p:nvPr/>
          </p:nvSpPr>
          <p:spPr>
            <a:xfrm>
              <a:off x="-25201481" y="11269737"/>
              <a:ext cx="701433" cy="242503"/>
            </a:xfrm>
            <a:custGeom>
              <a:rect b="b" l="l" r="r" t="t"/>
              <a:pathLst>
                <a:path extrusionOk="0" h="93" w="269">
                  <a:moveTo>
                    <a:pt x="8" y="1"/>
                  </a:moveTo>
                  <a:cubicBezTo>
                    <a:pt x="0" y="28"/>
                    <a:pt x="12" y="52"/>
                    <a:pt x="43" y="70"/>
                  </a:cubicBezTo>
                  <a:cubicBezTo>
                    <a:pt x="69" y="85"/>
                    <a:pt x="103" y="92"/>
                    <a:pt x="136" y="92"/>
                  </a:cubicBezTo>
                  <a:cubicBezTo>
                    <a:pt x="168" y="92"/>
                    <a:pt x="200" y="86"/>
                    <a:pt x="225" y="73"/>
                  </a:cubicBezTo>
                  <a:cubicBezTo>
                    <a:pt x="256" y="54"/>
                    <a:pt x="268" y="32"/>
                    <a:pt x="260" y="9"/>
                  </a:cubicBezTo>
                  <a:lnTo>
                    <a:pt x="260" y="9"/>
                  </a:lnTo>
                  <a:cubicBezTo>
                    <a:pt x="256" y="21"/>
                    <a:pt x="243" y="34"/>
                    <a:pt x="225" y="44"/>
                  </a:cubicBezTo>
                  <a:cubicBezTo>
                    <a:pt x="200" y="58"/>
                    <a:pt x="168" y="65"/>
                    <a:pt x="136" y="65"/>
                  </a:cubicBezTo>
                  <a:cubicBezTo>
                    <a:pt x="102" y="65"/>
                    <a:pt x="69" y="57"/>
                    <a:pt x="43" y="42"/>
                  </a:cubicBezTo>
                  <a:cubicBezTo>
                    <a:pt x="23" y="32"/>
                    <a:pt x="12" y="17"/>
                    <a:pt x="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1"/>
            <p:cNvSpPr/>
            <p:nvPr/>
          </p:nvSpPr>
          <p:spPr>
            <a:xfrm>
              <a:off x="-25201481" y="9890315"/>
              <a:ext cx="701433" cy="242503"/>
            </a:xfrm>
            <a:custGeom>
              <a:rect b="b" l="l" r="r" t="t"/>
              <a:pathLst>
                <a:path extrusionOk="0" h="93" w="269">
                  <a:moveTo>
                    <a:pt x="8" y="0"/>
                  </a:moveTo>
                  <a:cubicBezTo>
                    <a:pt x="0" y="27"/>
                    <a:pt x="10" y="51"/>
                    <a:pt x="43" y="70"/>
                  </a:cubicBezTo>
                  <a:cubicBezTo>
                    <a:pt x="68" y="85"/>
                    <a:pt x="101" y="93"/>
                    <a:pt x="135" y="93"/>
                  </a:cubicBezTo>
                  <a:cubicBezTo>
                    <a:pt x="167" y="93"/>
                    <a:pt x="200" y="86"/>
                    <a:pt x="225" y="72"/>
                  </a:cubicBezTo>
                  <a:cubicBezTo>
                    <a:pt x="256" y="55"/>
                    <a:pt x="268" y="31"/>
                    <a:pt x="260" y="8"/>
                  </a:cubicBezTo>
                  <a:lnTo>
                    <a:pt x="260" y="8"/>
                  </a:lnTo>
                  <a:cubicBezTo>
                    <a:pt x="256" y="20"/>
                    <a:pt x="243" y="35"/>
                    <a:pt x="225" y="45"/>
                  </a:cubicBezTo>
                  <a:cubicBezTo>
                    <a:pt x="200" y="58"/>
                    <a:pt x="169" y="65"/>
                    <a:pt x="138" y="65"/>
                  </a:cubicBezTo>
                  <a:cubicBezTo>
                    <a:pt x="104" y="65"/>
                    <a:pt x="69" y="57"/>
                    <a:pt x="43" y="41"/>
                  </a:cubicBezTo>
                  <a:cubicBezTo>
                    <a:pt x="23" y="31"/>
                    <a:pt x="12" y="16"/>
                    <a:pt x="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5" name="Google Shape;5565;p51"/>
          <p:cNvSpPr/>
          <p:nvPr/>
        </p:nvSpPr>
        <p:spPr>
          <a:xfrm>
            <a:off x="739798" y="4599225"/>
            <a:ext cx="44628" cy="25873"/>
          </a:xfrm>
          <a:custGeom>
            <a:rect b="b" l="l" r="r" t="t"/>
            <a:pathLst>
              <a:path extrusionOk="0" h="189" w="326">
                <a:moveTo>
                  <a:pt x="318" y="0"/>
                </a:moveTo>
                <a:lnTo>
                  <a:pt x="9" y="178"/>
                </a:lnTo>
                <a:lnTo>
                  <a:pt x="1" y="184"/>
                </a:lnTo>
                <a:lnTo>
                  <a:pt x="9" y="189"/>
                </a:lnTo>
                <a:lnTo>
                  <a:pt x="326" y="4"/>
                </a:lnTo>
                <a:lnTo>
                  <a:pt x="3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1"/>
          <p:cNvSpPr/>
          <p:nvPr/>
        </p:nvSpPr>
        <p:spPr>
          <a:xfrm>
            <a:off x="783195" y="4543507"/>
            <a:ext cx="1506" cy="56401"/>
          </a:xfrm>
          <a:custGeom>
            <a:rect b="b" l="l" r="r" t="t"/>
            <a:pathLst>
              <a:path extrusionOk="0" h="412" w="11">
                <a:moveTo>
                  <a:pt x="1" y="0"/>
                </a:moveTo>
                <a:lnTo>
                  <a:pt x="1" y="10"/>
                </a:lnTo>
                <a:lnTo>
                  <a:pt x="1" y="407"/>
                </a:lnTo>
                <a:lnTo>
                  <a:pt x="9" y="411"/>
                </a:lnTo>
                <a:lnTo>
                  <a:pt x="11" y="4"/>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1"/>
          <p:cNvSpPr/>
          <p:nvPr/>
        </p:nvSpPr>
        <p:spPr>
          <a:xfrm>
            <a:off x="737334" y="4567328"/>
            <a:ext cx="1232" cy="62014"/>
          </a:xfrm>
          <a:custGeom>
            <a:rect b="b" l="l" r="r" t="t"/>
            <a:pathLst>
              <a:path extrusionOk="0" h="453" w="9">
                <a:moveTo>
                  <a:pt x="0" y="0"/>
                </a:moveTo>
                <a:lnTo>
                  <a:pt x="0" y="448"/>
                </a:lnTo>
                <a:lnTo>
                  <a:pt x="8" y="452"/>
                </a:lnTo>
                <a:lnTo>
                  <a:pt x="8" y="4"/>
                </a:lnTo>
                <a:lnTo>
                  <a:pt x="0"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1"/>
          <p:cNvSpPr/>
          <p:nvPr/>
        </p:nvSpPr>
        <p:spPr>
          <a:xfrm>
            <a:off x="737334" y="4539263"/>
            <a:ext cx="49967" cy="28748"/>
          </a:xfrm>
          <a:custGeom>
            <a:rect b="b" l="l" r="r" t="t"/>
            <a:pathLst>
              <a:path extrusionOk="0" h="210" w="365">
                <a:moveTo>
                  <a:pt x="354" y="0"/>
                </a:moveTo>
                <a:lnTo>
                  <a:pt x="0" y="205"/>
                </a:lnTo>
                <a:lnTo>
                  <a:pt x="8" y="209"/>
                </a:lnTo>
                <a:lnTo>
                  <a:pt x="364" y="5"/>
                </a:lnTo>
                <a:lnTo>
                  <a:pt x="3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1"/>
          <p:cNvSpPr/>
          <p:nvPr/>
        </p:nvSpPr>
        <p:spPr>
          <a:xfrm>
            <a:off x="738429" y="4539811"/>
            <a:ext cx="48872" cy="89530"/>
          </a:xfrm>
          <a:custGeom>
            <a:rect b="b" l="l" r="r" t="t"/>
            <a:pathLst>
              <a:path extrusionOk="0" h="654" w="357">
                <a:moveTo>
                  <a:pt x="340" y="35"/>
                </a:moveTo>
                <a:lnTo>
                  <a:pt x="338" y="438"/>
                </a:lnTo>
                <a:lnTo>
                  <a:pt x="19" y="623"/>
                </a:lnTo>
                <a:lnTo>
                  <a:pt x="19" y="612"/>
                </a:lnTo>
                <a:lnTo>
                  <a:pt x="21" y="219"/>
                </a:lnTo>
                <a:lnTo>
                  <a:pt x="330" y="39"/>
                </a:lnTo>
                <a:lnTo>
                  <a:pt x="340" y="35"/>
                </a:lnTo>
                <a:close/>
                <a:moveTo>
                  <a:pt x="356" y="1"/>
                </a:moveTo>
                <a:lnTo>
                  <a:pt x="2" y="205"/>
                </a:lnTo>
                <a:lnTo>
                  <a:pt x="0" y="653"/>
                </a:lnTo>
                <a:lnTo>
                  <a:pt x="0" y="653"/>
                </a:lnTo>
                <a:lnTo>
                  <a:pt x="352" y="449"/>
                </a:lnTo>
                <a:lnTo>
                  <a:pt x="35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1"/>
          <p:cNvSpPr/>
          <p:nvPr/>
        </p:nvSpPr>
        <p:spPr>
          <a:xfrm>
            <a:off x="740893" y="4544876"/>
            <a:ext cx="42438" cy="78853"/>
          </a:xfrm>
          <a:custGeom>
            <a:rect b="b" l="l" r="r" t="t"/>
            <a:pathLst>
              <a:path extrusionOk="0" h="576" w="310">
                <a:moveTo>
                  <a:pt x="310" y="0"/>
                </a:moveTo>
                <a:lnTo>
                  <a:pt x="1" y="178"/>
                </a:lnTo>
                <a:lnTo>
                  <a:pt x="1" y="575"/>
                </a:lnTo>
                <a:lnTo>
                  <a:pt x="310" y="397"/>
                </a:lnTo>
                <a:lnTo>
                  <a:pt x="3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1"/>
          <p:cNvSpPr/>
          <p:nvPr/>
        </p:nvSpPr>
        <p:spPr>
          <a:xfrm>
            <a:off x="693253" y="4625784"/>
            <a:ext cx="45039" cy="25873"/>
          </a:xfrm>
          <a:custGeom>
            <a:rect b="b" l="l" r="r" t="t"/>
            <a:pathLst>
              <a:path extrusionOk="0" h="189" w="329">
                <a:moveTo>
                  <a:pt x="320" y="1"/>
                </a:moveTo>
                <a:lnTo>
                  <a:pt x="11" y="177"/>
                </a:lnTo>
                <a:lnTo>
                  <a:pt x="1" y="185"/>
                </a:lnTo>
                <a:lnTo>
                  <a:pt x="11" y="189"/>
                </a:lnTo>
                <a:lnTo>
                  <a:pt x="328" y="5"/>
                </a:lnTo>
                <a:lnTo>
                  <a:pt x="3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1"/>
          <p:cNvSpPr/>
          <p:nvPr/>
        </p:nvSpPr>
        <p:spPr>
          <a:xfrm>
            <a:off x="737060" y="4570340"/>
            <a:ext cx="1506" cy="56128"/>
          </a:xfrm>
          <a:custGeom>
            <a:rect b="b" l="l" r="r" t="t"/>
            <a:pathLst>
              <a:path extrusionOk="0" h="410" w="11">
                <a:moveTo>
                  <a:pt x="0" y="1"/>
                </a:moveTo>
                <a:lnTo>
                  <a:pt x="0" y="11"/>
                </a:lnTo>
                <a:lnTo>
                  <a:pt x="0" y="406"/>
                </a:lnTo>
                <a:lnTo>
                  <a:pt x="8" y="410"/>
                </a:lnTo>
                <a:lnTo>
                  <a:pt x="10" y="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1"/>
          <p:cNvSpPr/>
          <p:nvPr/>
        </p:nvSpPr>
        <p:spPr>
          <a:xfrm>
            <a:off x="690788" y="4593886"/>
            <a:ext cx="1506" cy="62014"/>
          </a:xfrm>
          <a:custGeom>
            <a:rect b="b" l="l" r="r" t="t"/>
            <a:pathLst>
              <a:path extrusionOk="0" h="453" w="11">
                <a:moveTo>
                  <a:pt x="1" y="0"/>
                </a:moveTo>
                <a:lnTo>
                  <a:pt x="1" y="449"/>
                </a:lnTo>
                <a:lnTo>
                  <a:pt x="11" y="453"/>
                </a:lnTo>
                <a:lnTo>
                  <a:pt x="11" y="5"/>
                </a:lnTo>
                <a:lnTo>
                  <a:pt x="1"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1"/>
          <p:cNvSpPr/>
          <p:nvPr/>
        </p:nvSpPr>
        <p:spPr>
          <a:xfrm>
            <a:off x="690788" y="4565822"/>
            <a:ext cx="50241" cy="28748"/>
          </a:xfrm>
          <a:custGeom>
            <a:rect b="b" l="l" r="r" t="t"/>
            <a:pathLst>
              <a:path extrusionOk="0" h="210" w="367">
                <a:moveTo>
                  <a:pt x="357" y="1"/>
                </a:moveTo>
                <a:lnTo>
                  <a:pt x="1" y="205"/>
                </a:lnTo>
                <a:lnTo>
                  <a:pt x="11" y="210"/>
                </a:lnTo>
                <a:lnTo>
                  <a:pt x="367" y="5"/>
                </a:lnTo>
                <a:lnTo>
                  <a:pt x="35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1"/>
          <p:cNvSpPr/>
          <p:nvPr/>
        </p:nvSpPr>
        <p:spPr>
          <a:xfrm>
            <a:off x="692157" y="4566369"/>
            <a:ext cx="48872" cy="89530"/>
          </a:xfrm>
          <a:custGeom>
            <a:rect b="b" l="l" r="r" t="t"/>
            <a:pathLst>
              <a:path extrusionOk="0" h="654" w="357">
                <a:moveTo>
                  <a:pt x="338" y="36"/>
                </a:moveTo>
                <a:lnTo>
                  <a:pt x="336" y="439"/>
                </a:lnTo>
                <a:lnTo>
                  <a:pt x="19" y="623"/>
                </a:lnTo>
                <a:lnTo>
                  <a:pt x="19" y="613"/>
                </a:lnTo>
                <a:lnTo>
                  <a:pt x="19" y="220"/>
                </a:lnTo>
                <a:lnTo>
                  <a:pt x="328" y="40"/>
                </a:lnTo>
                <a:lnTo>
                  <a:pt x="338" y="36"/>
                </a:lnTo>
                <a:close/>
                <a:moveTo>
                  <a:pt x="357" y="1"/>
                </a:moveTo>
                <a:lnTo>
                  <a:pt x="3" y="206"/>
                </a:lnTo>
                <a:lnTo>
                  <a:pt x="1" y="654"/>
                </a:lnTo>
                <a:lnTo>
                  <a:pt x="1" y="654"/>
                </a:lnTo>
                <a:lnTo>
                  <a:pt x="353" y="449"/>
                </a:lnTo>
                <a:lnTo>
                  <a:pt x="3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1"/>
          <p:cNvSpPr/>
          <p:nvPr/>
        </p:nvSpPr>
        <p:spPr>
          <a:xfrm>
            <a:off x="694759" y="4571709"/>
            <a:ext cx="42438" cy="78305"/>
          </a:xfrm>
          <a:custGeom>
            <a:rect b="b" l="l" r="r" t="t"/>
            <a:pathLst>
              <a:path extrusionOk="0" h="572" w="310">
                <a:moveTo>
                  <a:pt x="309" y="1"/>
                </a:moveTo>
                <a:lnTo>
                  <a:pt x="2" y="177"/>
                </a:lnTo>
                <a:lnTo>
                  <a:pt x="0" y="572"/>
                </a:lnTo>
                <a:lnTo>
                  <a:pt x="309" y="396"/>
                </a:lnTo>
                <a:lnTo>
                  <a:pt x="3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1"/>
          <p:cNvSpPr/>
          <p:nvPr/>
        </p:nvSpPr>
        <p:spPr>
          <a:xfrm>
            <a:off x="647391" y="4651794"/>
            <a:ext cx="44902" cy="26284"/>
          </a:xfrm>
          <a:custGeom>
            <a:rect b="b" l="l" r="r" t="t"/>
            <a:pathLst>
              <a:path extrusionOk="0" h="192" w="328">
                <a:moveTo>
                  <a:pt x="318" y="1"/>
                </a:moveTo>
                <a:lnTo>
                  <a:pt x="11" y="181"/>
                </a:lnTo>
                <a:lnTo>
                  <a:pt x="0" y="185"/>
                </a:lnTo>
                <a:lnTo>
                  <a:pt x="11" y="191"/>
                </a:lnTo>
                <a:lnTo>
                  <a:pt x="328" y="9"/>
                </a:lnTo>
                <a:lnTo>
                  <a:pt x="3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1"/>
          <p:cNvSpPr/>
          <p:nvPr/>
        </p:nvSpPr>
        <p:spPr>
          <a:xfrm>
            <a:off x="690788" y="4596624"/>
            <a:ext cx="1506" cy="56538"/>
          </a:xfrm>
          <a:custGeom>
            <a:rect b="b" l="l" r="r" t="t"/>
            <a:pathLst>
              <a:path extrusionOk="0" h="413" w="11">
                <a:moveTo>
                  <a:pt x="1" y="1"/>
                </a:moveTo>
                <a:lnTo>
                  <a:pt x="1" y="11"/>
                </a:lnTo>
                <a:lnTo>
                  <a:pt x="1" y="404"/>
                </a:lnTo>
                <a:lnTo>
                  <a:pt x="11" y="412"/>
                </a:lnTo>
                <a:lnTo>
                  <a:pt x="11" y="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1"/>
          <p:cNvSpPr/>
          <p:nvPr/>
        </p:nvSpPr>
        <p:spPr>
          <a:xfrm>
            <a:off x="644927" y="4620445"/>
            <a:ext cx="1506" cy="62014"/>
          </a:xfrm>
          <a:custGeom>
            <a:rect b="b" l="l" r="r" t="t"/>
            <a:pathLst>
              <a:path extrusionOk="0" h="453" w="11">
                <a:moveTo>
                  <a:pt x="0" y="1"/>
                </a:moveTo>
                <a:lnTo>
                  <a:pt x="0" y="449"/>
                </a:lnTo>
                <a:lnTo>
                  <a:pt x="10" y="453"/>
                </a:lnTo>
                <a:lnTo>
                  <a:pt x="10" y="5"/>
                </a:lnTo>
                <a:lnTo>
                  <a:pt x="0"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1"/>
          <p:cNvSpPr/>
          <p:nvPr/>
        </p:nvSpPr>
        <p:spPr>
          <a:xfrm>
            <a:off x="644927" y="4592517"/>
            <a:ext cx="50241" cy="28611"/>
          </a:xfrm>
          <a:custGeom>
            <a:rect b="b" l="l" r="r" t="t"/>
            <a:pathLst>
              <a:path extrusionOk="0" h="209" w="367">
                <a:moveTo>
                  <a:pt x="356" y="0"/>
                </a:moveTo>
                <a:lnTo>
                  <a:pt x="0" y="205"/>
                </a:lnTo>
                <a:lnTo>
                  <a:pt x="10" y="209"/>
                </a:lnTo>
                <a:lnTo>
                  <a:pt x="366" y="4"/>
                </a:lnTo>
                <a:lnTo>
                  <a:pt x="35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1"/>
          <p:cNvSpPr/>
          <p:nvPr/>
        </p:nvSpPr>
        <p:spPr>
          <a:xfrm>
            <a:off x="646296" y="4593065"/>
            <a:ext cx="48872" cy="89394"/>
          </a:xfrm>
          <a:custGeom>
            <a:rect b="b" l="l" r="r" t="t"/>
            <a:pathLst>
              <a:path extrusionOk="0" h="653" w="357">
                <a:moveTo>
                  <a:pt x="340" y="31"/>
                </a:moveTo>
                <a:lnTo>
                  <a:pt x="338" y="436"/>
                </a:lnTo>
                <a:lnTo>
                  <a:pt x="19" y="620"/>
                </a:lnTo>
                <a:lnTo>
                  <a:pt x="19" y="610"/>
                </a:lnTo>
                <a:lnTo>
                  <a:pt x="21" y="215"/>
                </a:lnTo>
                <a:lnTo>
                  <a:pt x="330" y="37"/>
                </a:lnTo>
                <a:lnTo>
                  <a:pt x="340" y="31"/>
                </a:lnTo>
                <a:close/>
                <a:moveTo>
                  <a:pt x="356" y="0"/>
                </a:moveTo>
                <a:lnTo>
                  <a:pt x="2" y="205"/>
                </a:lnTo>
                <a:lnTo>
                  <a:pt x="0" y="653"/>
                </a:lnTo>
                <a:lnTo>
                  <a:pt x="0" y="653"/>
                </a:lnTo>
                <a:lnTo>
                  <a:pt x="354" y="448"/>
                </a:lnTo>
                <a:lnTo>
                  <a:pt x="35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1"/>
          <p:cNvSpPr/>
          <p:nvPr/>
        </p:nvSpPr>
        <p:spPr>
          <a:xfrm>
            <a:off x="648760" y="4598130"/>
            <a:ext cx="42164" cy="78442"/>
          </a:xfrm>
          <a:custGeom>
            <a:rect b="b" l="l" r="r" t="t"/>
            <a:pathLst>
              <a:path extrusionOk="0" h="573" w="308">
                <a:moveTo>
                  <a:pt x="308" y="0"/>
                </a:moveTo>
                <a:lnTo>
                  <a:pt x="1" y="178"/>
                </a:lnTo>
                <a:lnTo>
                  <a:pt x="1" y="573"/>
                </a:lnTo>
                <a:lnTo>
                  <a:pt x="308" y="393"/>
                </a:lnTo>
                <a:lnTo>
                  <a:pt x="30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1"/>
          <p:cNvSpPr/>
          <p:nvPr/>
        </p:nvSpPr>
        <p:spPr>
          <a:xfrm>
            <a:off x="646022" y="4600594"/>
            <a:ext cx="154146" cy="89804"/>
          </a:xfrm>
          <a:custGeom>
            <a:rect b="b" l="l" r="r" t="t"/>
            <a:pathLst>
              <a:path extrusionOk="0" h="656" w="1126">
                <a:moveTo>
                  <a:pt x="1027" y="1"/>
                </a:moveTo>
                <a:lnTo>
                  <a:pt x="94" y="543"/>
                </a:lnTo>
                <a:lnTo>
                  <a:pt x="45" y="569"/>
                </a:lnTo>
                <a:lnTo>
                  <a:pt x="0" y="598"/>
                </a:lnTo>
                <a:lnTo>
                  <a:pt x="49" y="627"/>
                </a:lnTo>
                <a:lnTo>
                  <a:pt x="94" y="655"/>
                </a:lnTo>
                <a:lnTo>
                  <a:pt x="1125" y="56"/>
                </a:lnTo>
                <a:lnTo>
                  <a:pt x="1027" y="1"/>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1"/>
          <p:cNvSpPr/>
          <p:nvPr/>
        </p:nvSpPr>
        <p:spPr>
          <a:xfrm>
            <a:off x="786618" y="4539811"/>
            <a:ext cx="13827" cy="68448"/>
          </a:xfrm>
          <a:custGeom>
            <a:rect b="b" l="l" r="r" t="t"/>
            <a:pathLst>
              <a:path extrusionOk="0" h="500" w="101">
                <a:moveTo>
                  <a:pt x="4" y="1"/>
                </a:moveTo>
                <a:lnTo>
                  <a:pt x="4" y="111"/>
                </a:lnTo>
                <a:lnTo>
                  <a:pt x="0" y="445"/>
                </a:lnTo>
                <a:lnTo>
                  <a:pt x="98" y="500"/>
                </a:lnTo>
                <a:lnTo>
                  <a:pt x="101" y="56"/>
                </a:lnTo>
                <a:lnTo>
                  <a:pt x="51" y="27"/>
                </a:lnTo>
                <a:lnTo>
                  <a:pt x="4" y="1"/>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1"/>
          <p:cNvSpPr/>
          <p:nvPr/>
        </p:nvSpPr>
        <p:spPr>
          <a:xfrm>
            <a:off x="639588" y="4528311"/>
            <a:ext cx="167562" cy="173585"/>
          </a:xfrm>
          <a:custGeom>
            <a:rect b="b" l="l" r="r" t="t"/>
            <a:pathLst>
              <a:path extrusionOk="0" h="1268" w="1224">
                <a:moveTo>
                  <a:pt x="1172" y="142"/>
                </a:moveTo>
                <a:lnTo>
                  <a:pt x="1170" y="586"/>
                </a:lnTo>
                <a:lnTo>
                  <a:pt x="141" y="1183"/>
                </a:lnTo>
                <a:lnTo>
                  <a:pt x="141" y="1073"/>
                </a:lnTo>
                <a:lnTo>
                  <a:pt x="143" y="739"/>
                </a:lnTo>
                <a:lnTo>
                  <a:pt x="1078" y="197"/>
                </a:lnTo>
                <a:lnTo>
                  <a:pt x="1172" y="142"/>
                </a:lnTo>
                <a:close/>
                <a:moveTo>
                  <a:pt x="1130" y="1"/>
                </a:moveTo>
                <a:lnTo>
                  <a:pt x="4" y="655"/>
                </a:lnTo>
                <a:lnTo>
                  <a:pt x="0" y="1210"/>
                </a:lnTo>
                <a:lnTo>
                  <a:pt x="96" y="1267"/>
                </a:lnTo>
                <a:cubicBezTo>
                  <a:pt x="96" y="1265"/>
                  <a:pt x="1222" y="612"/>
                  <a:pt x="1222" y="612"/>
                </a:cubicBezTo>
                <a:lnTo>
                  <a:pt x="1224" y="58"/>
                </a:lnTo>
                <a:lnTo>
                  <a:pt x="11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1"/>
          <p:cNvSpPr/>
          <p:nvPr/>
        </p:nvSpPr>
        <p:spPr>
          <a:xfrm>
            <a:off x="739798" y="4390043"/>
            <a:ext cx="44628" cy="26147"/>
          </a:xfrm>
          <a:custGeom>
            <a:rect b="b" l="l" r="r" t="t"/>
            <a:pathLst>
              <a:path extrusionOk="0" h="191" w="326">
                <a:moveTo>
                  <a:pt x="318" y="0"/>
                </a:moveTo>
                <a:lnTo>
                  <a:pt x="9" y="180"/>
                </a:lnTo>
                <a:lnTo>
                  <a:pt x="1" y="184"/>
                </a:lnTo>
                <a:lnTo>
                  <a:pt x="9" y="190"/>
                </a:lnTo>
                <a:lnTo>
                  <a:pt x="326" y="6"/>
                </a:lnTo>
                <a:lnTo>
                  <a:pt x="3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1"/>
          <p:cNvSpPr/>
          <p:nvPr/>
        </p:nvSpPr>
        <p:spPr>
          <a:xfrm>
            <a:off x="783195" y="4334736"/>
            <a:ext cx="1506" cy="56265"/>
          </a:xfrm>
          <a:custGeom>
            <a:rect b="b" l="l" r="r" t="t"/>
            <a:pathLst>
              <a:path extrusionOk="0" h="411" w="11">
                <a:moveTo>
                  <a:pt x="1" y="1"/>
                </a:moveTo>
                <a:lnTo>
                  <a:pt x="1" y="11"/>
                </a:lnTo>
                <a:lnTo>
                  <a:pt x="1" y="404"/>
                </a:lnTo>
                <a:lnTo>
                  <a:pt x="9" y="410"/>
                </a:lnTo>
                <a:lnTo>
                  <a:pt x="11" y="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1"/>
          <p:cNvSpPr/>
          <p:nvPr/>
        </p:nvSpPr>
        <p:spPr>
          <a:xfrm>
            <a:off x="737334" y="4358557"/>
            <a:ext cx="1232" cy="61740"/>
          </a:xfrm>
          <a:custGeom>
            <a:rect b="b" l="l" r="r" t="t"/>
            <a:pathLst>
              <a:path extrusionOk="0" h="451" w="9">
                <a:moveTo>
                  <a:pt x="0" y="1"/>
                </a:moveTo>
                <a:lnTo>
                  <a:pt x="0" y="445"/>
                </a:lnTo>
                <a:lnTo>
                  <a:pt x="8" y="451"/>
                </a:lnTo>
                <a:lnTo>
                  <a:pt x="8" y="5"/>
                </a:lnTo>
                <a:lnTo>
                  <a:pt x="0"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1"/>
          <p:cNvSpPr/>
          <p:nvPr/>
        </p:nvSpPr>
        <p:spPr>
          <a:xfrm>
            <a:off x="737334" y="4330355"/>
            <a:ext cx="49967" cy="28885"/>
          </a:xfrm>
          <a:custGeom>
            <a:rect b="b" l="l" r="r" t="t"/>
            <a:pathLst>
              <a:path extrusionOk="0" h="211" w="365">
                <a:moveTo>
                  <a:pt x="354" y="0"/>
                </a:moveTo>
                <a:lnTo>
                  <a:pt x="0" y="207"/>
                </a:lnTo>
                <a:lnTo>
                  <a:pt x="8" y="211"/>
                </a:lnTo>
                <a:lnTo>
                  <a:pt x="364" y="4"/>
                </a:lnTo>
                <a:lnTo>
                  <a:pt x="3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1"/>
          <p:cNvSpPr/>
          <p:nvPr/>
        </p:nvSpPr>
        <p:spPr>
          <a:xfrm>
            <a:off x="738429" y="4330903"/>
            <a:ext cx="48872" cy="89394"/>
          </a:xfrm>
          <a:custGeom>
            <a:rect b="b" l="l" r="r" t="t"/>
            <a:pathLst>
              <a:path extrusionOk="0" h="653" w="357">
                <a:moveTo>
                  <a:pt x="340" y="33"/>
                </a:moveTo>
                <a:lnTo>
                  <a:pt x="338" y="438"/>
                </a:lnTo>
                <a:lnTo>
                  <a:pt x="19" y="622"/>
                </a:lnTo>
                <a:lnTo>
                  <a:pt x="19" y="612"/>
                </a:lnTo>
                <a:lnTo>
                  <a:pt x="21" y="217"/>
                </a:lnTo>
                <a:lnTo>
                  <a:pt x="330" y="39"/>
                </a:lnTo>
                <a:lnTo>
                  <a:pt x="340" y="33"/>
                </a:lnTo>
                <a:close/>
                <a:moveTo>
                  <a:pt x="356" y="0"/>
                </a:moveTo>
                <a:lnTo>
                  <a:pt x="2" y="205"/>
                </a:lnTo>
                <a:lnTo>
                  <a:pt x="0" y="653"/>
                </a:lnTo>
                <a:lnTo>
                  <a:pt x="0" y="653"/>
                </a:lnTo>
                <a:lnTo>
                  <a:pt x="352" y="448"/>
                </a:lnTo>
                <a:lnTo>
                  <a:pt x="35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1"/>
          <p:cNvSpPr/>
          <p:nvPr/>
        </p:nvSpPr>
        <p:spPr>
          <a:xfrm>
            <a:off x="740893" y="4336242"/>
            <a:ext cx="42438" cy="78579"/>
          </a:xfrm>
          <a:custGeom>
            <a:rect b="b" l="l" r="r" t="t"/>
            <a:pathLst>
              <a:path extrusionOk="0" h="574" w="310">
                <a:moveTo>
                  <a:pt x="310" y="0"/>
                </a:moveTo>
                <a:lnTo>
                  <a:pt x="1" y="178"/>
                </a:lnTo>
                <a:lnTo>
                  <a:pt x="1" y="573"/>
                </a:lnTo>
                <a:lnTo>
                  <a:pt x="310" y="393"/>
                </a:lnTo>
                <a:lnTo>
                  <a:pt x="3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1"/>
          <p:cNvSpPr/>
          <p:nvPr/>
        </p:nvSpPr>
        <p:spPr>
          <a:xfrm>
            <a:off x="693253" y="4416602"/>
            <a:ext cx="45039" cy="26147"/>
          </a:xfrm>
          <a:custGeom>
            <a:rect b="b" l="l" r="r" t="t"/>
            <a:pathLst>
              <a:path extrusionOk="0" h="191" w="329">
                <a:moveTo>
                  <a:pt x="320" y="0"/>
                </a:moveTo>
                <a:lnTo>
                  <a:pt x="11" y="180"/>
                </a:lnTo>
                <a:lnTo>
                  <a:pt x="1" y="185"/>
                </a:lnTo>
                <a:lnTo>
                  <a:pt x="11" y="191"/>
                </a:lnTo>
                <a:lnTo>
                  <a:pt x="328" y="7"/>
                </a:lnTo>
                <a:lnTo>
                  <a:pt x="3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1"/>
          <p:cNvSpPr/>
          <p:nvPr/>
        </p:nvSpPr>
        <p:spPr>
          <a:xfrm>
            <a:off x="737060" y="4361431"/>
            <a:ext cx="1506" cy="56128"/>
          </a:xfrm>
          <a:custGeom>
            <a:rect b="b" l="l" r="r" t="t"/>
            <a:pathLst>
              <a:path extrusionOk="0" h="410" w="11">
                <a:moveTo>
                  <a:pt x="0" y="0"/>
                </a:moveTo>
                <a:lnTo>
                  <a:pt x="0" y="11"/>
                </a:lnTo>
                <a:lnTo>
                  <a:pt x="0" y="403"/>
                </a:lnTo>
                <a:lnTo>
                  <a:pt x="8" y="410"/>
                </a:lnTo>
                <a:lnTo>
                  <a:pt x="10" y="4"/>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1"/>
          <p:cNvSpPr/>
          <p:nvPr/>
        </p:nvSpPr>
        <p:spPr>
          <a:xfrm>
            <a:off x="690788" y="4385252"/>
            <a:ext cx="1506" cy="62014"/>
          </a:xfrm>
          <a:custGeom>
            <a:rect b="b" l="l" r="r" t="t"/>
            <a:pathLst>
              <a:path extrusionOk="0" h="453" w="11">
                <a:moveTo>
                  <a:pt x="1" y="0"/>
                </a:moveTo>
                <a:lnTo>
                  <a:pt x="1" y="448"/>
                </a:lnTo>
                <a:lnTo>
                  <a:pt x="11" y="452"/>
                </a:lnTo>
                <a:lnTo>
                  <a:pt x="11" y="4"/>
                </a:lnTo>
                <a:lnTo>
                  <a:pt x="1"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1"/>
          <p:cNvSpPr/>
          <p:nvPr/>
        </p:nvSpPr>
        <p:spPr>
          <a:xfrm>
            <a:off x="690788" y="4357188"/>
            <a:ext cx="50241" cy="28748"/>
          </a:xfrm>
          <a:custGeom>
            <a:rect b="b" l="l" r="r" t="t"/>
            <a:pathLst>
              <a:path extrusionOk="0" h="210" w="367">
                <a:moveTo>
                  <a:pt x="357" y="1"/>
                </a:moveTo>
                <a:lnTo>
                  <a:pt x="1" y="205"/>
                </a:lnTo>
                <a:lnTo>
                  <a:pt x="11" y="209"/>
                </a:lnTo>
                <a:lnTo>
                  <a:pt x="367" y="5"/>
                </a:lnTo>
                <a:lnTo>
                  <a:pt x="35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1"/>
          <p:cNvSpPr/>
          <p:nvPr/>
        </p:nvSpPr>
        <p:spPr>
          <a:xfrm>
            <a:off x="692157" y="4357735"/>
            <a:ext cx="48872" cy="89530"/>
          </a:xfrm>
          <a:custGeom>
            <a:rect b="b" l="l" r="r" t="t"/>
            <a:pathLst>
              <a:path extrusionOk="0" h="654" w="357">
                <a:moveTo>
                  <a:pt x="338" y="31"/>
                </a:moveTo>
                <a:lnTo>
                  <a:pt x="336" y="437"/>
                </a:lnTo>
                <a:lnTo>
                  <a:pt x="19" y="621"/>
                </a:lnTo>
                <a:lnTo>
                  <a:pt x="19" y="610"/>
                </a:lnTo>
                <a:lnTo>
                  <a:pt x="19" y="216"/>
                </a:lnTo>
                <a:lnTo>
                  <a:pt x="328" y="38"/>
                </a:lnTo>
                <a:lnTo>
                  <a:pt x="338" y="31"/>
                </a:lnTo>
                <a:close/>
                <a:moveTo>
                  <a:pt x="357" y="1"/>
                </a:moveTo>
                <a:lnTo>
                  <a:pt x="3" y="205"/>
                </a:lnTo>
                <a:lnTo>
                  <a:pt x="1" y="653"/>
                </a:lnTo>
                <a:lnTo>
                  <a:pt x="353" y="449"/>
                </a:lnTo>
                <a:lnTo>
                  <a:pt x="3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1"/>
          <p:cNvSpPr/>
          <p:nvPr/>
        </p:nvSpPr>
        <p:spPr>
          <a:xfrm>
            <a:off x="694759" y="4362800"/>
            <a:ext cx="42438" cy="78579"/>
          </a:xfrm>
          <a:custGeom>
            <a:rect b="b" l="l" r="r" t="t"/>
            <a:pathLst>
              <a:path extrusionOk="0" h="574" w="310">
                <a:moveTo>
                  <a:pt x="309" y="1"/>
                </a:moveTo>
                <a:lnTo>
                  <a:pt x="2" y="179"/>
                </a:lnTo>
                <a:lnTo>
                  <a:pt x="0" y="573"/>
                </a:lnTo>
                <a:lnTo>
                  <a:pt x="309" y="393"/>
                </a:lnTo>
                <a:lnTo>
                  <a:pt x="3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1"/>
          <p:cNvSpPr/>
          <p:nvPr/>
        </p:nvSpPr>
        <p:spPr>
          <a:xfrm>
            <a:off x="647391" y="4443160"/>
            <a:ext cx="44902" cy="26147"/>
          </a:xfrm>
          <a:custGeom>
            <a:rect b="b" l="l" r="r" t="t"/>
            <a:pathLst>
              <a:path extrusionOk="0" h="191" w="328">
                <a:moveTo>
                  <a:pt x="318" y="1"/>
                </a:moveTo>
                <a:lnTo>
                  <a:pt x="11" y="181"/>
                </a:lnTo>
                <a:lnTo>
                  <a:pt x="0" y="185"/>
                </a:lnTo>
                <a:lnTo>
                  <a:pt x="11" y="191"/>
                </a:lnTo>
                <a:lnTo>
                  <a:pt x="328" y="7"/>
                </a:lnTo>
                <a:lnTo>
                  <a:pt x="3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1"/>
          <p:cNvSpPr/>
          <p:nvPr/>
        </p:nvSpPr>
        <p:spPr>
          <a:xfrm>
            <a:off x="690788" y="4387716"/>
            <a:ext cx="1506" cy="56401"/>
          </a:xfrm>
          <a:custGeom>
            <a:rect b="b" l="l" r="r" t="t"/>
            <a:pathLst>
              <a:path extrusionOk="0" h="412" w="11">
                <a:moveTo>
                  <a:pt x="1" y="1"/>
                </a:moveTo>
                <a:lnTo>
                  <a:pt x="1" y="13"/>
                </a:lnTo>
                <a:lnTo>
                  <a:pt x="1" y="406"/>
                </a:lnTo>
                <a:lnTo>
                  <a:pt x="11" y="412"/>
                </a:lnTo>
                <a:lnTo>
                  <a:pt x="11" y="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1"/>
          <p:cNvSpPr/>
          <p:nvPr/>
        </p:nvSpPr>
        <p:spPr>
          <a:xfrm>
            <a:off x="644927" y="4411537"/>
            <a:ext cx="1506" cy="62014"/>
          </a:xfrm>
          <a:custGeom>
            <a:rect b="b" l="l" r="r" t="t"/>
            <a:pathLst>
              <a:path extrusionOk="0" h="453" w="11">
                <a:moveTo>
                  <a:pt x="0" y="1"/>
                </a:moveTo>
                <a:lnTo>
                  <a:pt x="0" y="447"/>
                </a:lnTo>
                <a:lnTo>
                  <a:pt x="10" y="453"/>
                </a:lnTo>
                <a:lnTo>
                  <a:pt x="10" y="5"/>
                </a:lnTo>
                <a:lnTo>
                  <a:pt x="0"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1"/>
          <p:cNvSpPr/>
          <p:nvPr/>
        </p:nvSpPr>
        <p:spPr>
          <a:xfrm>
            <a:off x="644927" y="4383472"/>
            <a:ext cx="50241" cy="28748"/>
          </a:xfrm>
          <a:custGeom>
            <a:rect b="b" l="l" r="r" t="t"/>
            <a:pathLst>
              <a:path extrusionOk="0" h="210" w="367">
                <a:moveTo>
                  <a:pt x="356" y="1"/>
                </a:moveTo>
                <a:lnTo>
                  <a:pt x="0" y="206"/>
                </a:lnTo>
                <a:lnTo>
                  <a:pt x="10" y="210"/>
                </a:lnTo>
                <a:lnTo>
                  <a:pt x="366" y="5"/>
                </a:lnTo>
                <a:lnTo>
                  <a:pt x="3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1"/>
          <p:cNvSpPr/>
          <p:nvPr/>
        </p:nvSpPr>
        <p:spPr>
          <a:xfrm>
            <a:off x="646296" y="4384157"/>
            <a:ext cx="48872" cy="89394"/>
          </a:xfrm>
          <a:custGeom>
            <a:rect b="b" l="l" r="r" t="t"/>
            <a:pathLst>
              <a:path extrusionOk="0" h="653" w="357">
                <a:moveTo>
                  <a:pt x="340" y="33"/>
                </a:moveTo>
                <a:lnTo>
                  <a:pt x="338" y="438"/>
                </a:lnTo>
                <a:lnTo>
                  <a:pt x="19" y="622"/>
                </a:lnTo>
                <a:lnTo>
                  <a:pt x="19" y="612"/>
                </a:lnTo>
                <a:lnTo>
                  <a:pt x="21" y="217"/>
                </a:lnTo>
                <a:lnTo>
                  <a:pt x="330" y="39"/>
                </a:lnTo>
                <a:lnTo>
                  <a:pt x="340" y="33"/>
                </a:lnTo>
                <a:close/>
                <a:moveTo>
                  <a:pt x="356" y="0"/>
                </a:moveTo>
                <a:lnTo>
                  <a:pt x="2" y="205"/>
                </a:lnTo>
                <a:lnTo>
                  <a:pt x="0" y="653"/>
                </a:lnTo>
                <a:lnTo>
                  <a:pt x="0" y="653"/>
                </a:lnTo>
                <a:lnTo>
                  <a:pt x="354" y="448"/>
                </a:lnTo>
                <a:lnTo>
                  <a:pt x="35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1"/>
          <p:cNvSpPr/>
          <p:nvPr/>
        </p:nvSpPr>
        <p:spPr>
          <a:xfrm>
            <a:off x="648760" y="4389359"/>
            <a:ext cx="42164" cy="78579"/>
          </a:xfrm>
          <a:custGeom>
            <a:rect b="b" l="l" r="r" t="t"/>
            <a:pathLst>
              <a:path extrusionOk="0" h="574" w="308">
                <a:moveTo>
                  <a:pt x="308" y="1"/>
                </a:moveTo>
                <a:lnTo>
                  <a:pt x="1" y="179"/>
                </a:lnTo>
                <a:lnTo>
                  <a:pt x="1" y="574"/>
                </a:lnTo>
                <a:lnTo>
                  <a:pt x="308" y="394"/>
                </a:lnTo>
                <a:lnTo>
                  <a:pt x="3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1"/>
          <p:cNvSpPr/>
          <p:nvPr/>
        </p:nvSpPr>
        <p:spPr>
          <a:xfrm>
            <a:off x="646022" y="4391960"/>
            <a:ext cx="154146" cy="89120"/>
          </a:xfrm>
          <a:custGeom>
            <a:rect b="b" l="l" r="r" t="t"/>
            <a:pathLst>
              <a:path extrusionOk="0" h="651" w="1126">
                <a:moveTo>
                  <a:pt x="1027" y="0"/>
                </a:moveTo>
                <a:lnTo>
                  <a:pt x="94" y="543"/>
                </a:lnTo>
                <a:lnTo>
                  <a:pt x="45" y="569"/>
                </a:lnTo>
                <a:lnTo>
                  <a:pt x="0" y="598"/>
                </a:lnTo>
                <a:lnTo>
                  <a:pt x="49" y="624"/>
                </a:lnTo>
                <a:lnTo>
                  <a:pt x="94" y="651"/>
                </a:lnTo>
                <a:lnTo>
                  <a:pt x="1125" y="54"/>
                </a:lnTo>
                <a:lnTo>
                  <a:pt x="1027" y="0"/>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1"/>
          <p:cNvSpPr/>
          <p:nvPr/>
        </p:nvSpPr>
        <p:spPr>
          <a:xfrm>
            <a:off x="786618" y="4330903"/>
            <a:ext cx="13827" cy="68448"/>
          </a:xfrm>
          <a:custGeom>
            <a:rect b="b" l="l" r="r" t="t"/>
            <a:pathLst>
              <a:path extrusionOk="0" h="500" w="101">
                <a:moveTo>
                  <a:pt x="4" y="0"/>
                </a:moveTo>
                <a:lnTo>
                  <a:pt x="4" y="111"/>
                </a:lnTo>
                <a:lnTo>
                  <a:pt x="0" y="446"/>
                </a:lnTo>
                <a:lnTo>
                  <a:pt x="98" y="500"/>
                </a:lnTo>
                <a:lnTo>
                  <a:pt x="101" y="58"/>
                </a:lnTo>
                <a:lnTo>
                  <a:pt x="51" y="29"/>
                </a:lnTo>
                <a:lnTo>
                  <a:pt x="4" y="0"/>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1"/>
          <p:cNvSpPr/>
          <p:nvPr/>
        </p:nvSpPr>
        <p:spPr>
          <a:xfrm>
            <a:off x="639588" y="4319403"/>
            <a:ext cx="167562" cy="173448"/>
          </a:xfrm>
          <a:custGeom>
            <a:rect b="b" l="l" r="r" t="t"/>
            <a:pathLst>
              <a:path extrusionOk="0" h="1267" w="1224">
                <a:moveTo>
                  <a:pt x="1172" y="142"/>
                </a:moveTo>
                <a:lnTo>
                  <a:pt x="1170" y="586"/>
                </a:lnTo>
                <a:lnTo>
                  <a:pt x="141" y="1181"/>
                </a:lnTo>
                <a:lnTo>
                  <a:pt x="141" y="1073"/>
                </a:lnTo>
                <a:lnTo>
                  <a:pt x="143" y="739"/>
                </a:lnTo>
                <a:lnTo>
                  <a:pt x="1078" y="197"/>
                </a:lnTo>
                <a:lnTo>
                  <a:pt x="1172" y="142"/>
                </a:lnTo>
                <a:close/>
                <a:moveTo>
                  <a:pt x="1130" y="0"/>
                </a:moveTo>
                <a:lnTo>
                  <a:pt x="4" y="655"/>
                </a:lnTo>
                <a:lnTo>
                  <a:pt x="0" y="1210"/>
                </a:lnTo>
                <a:lnTo>
                  <a:pt x="96" y="1267"/>
                </a:lnTo>
                <a:lnTo>
                  <a:pt x="1222" y="612"/>
                </a:lnTo>
                <a:lnTo>
                  <a:pt x="1224" y="56"/>
                </a:lnTo>
                <a:lnTo>
                  <a:pt x="11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1"/>
          <p:cNvSpPr/>
          <p:nvPr/>
        </p:nvSpPr>
        <p:spPr>
          <a:xfrm>
            <a:off x="739798" y="4181272"/>
            <a:ext cx="44628" cy="26010"/>
          </a:xfrm>
          <a:custGeom>
            <a:rect b="b" l="l" r="r" t="t"/>
            <a:pathLst>
              <a:path extrusionOk="0" h="190" w="326">
                <a:moveTo>
                  <a:pt x="318" y="1"/>
                </a:moveTo>
                <a:lnTo>
                  <a:pt x="9" y="179"/>
                </a:lnTo>
                <a:lnTo>
                  <a:pt x="1" y="183"/>
                </a:lnTo>
                <a:lnTo>
                  <a:pt x="9" y="189"/>
                </a:lnTo>
                <a:lnTo>
                  <a:pt x="326" y="7"/>
                </a:lnTo>
                <a:lnTo>
                  <a:pt x="3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1"/>
          <p:cNvSpPr/>
          <p:nvPr/>
        </p:nvSpPr>
        <p:spPr>
          <a:xfrm>
            <a:off x="783195" y="4125828"/>
            <a:ext cx="1506" cy="56401"/>
          </a:xfrm>
          <a:custGeom>
            <a:rect b="b" l="l" r="r" t="t"/>
            <a:pathLst>
              <a:path extrusionOk="0" h="412" w="11">
                <a:moveTo>
                  <a:pt x="1" y="1"/>
                </a:moveTo>
                <a:lnTo>
                  <a:pt x="1" y="13"/>
                </a:lnTo>
                <a:lnTo>
                  <a:pt x="1" y="406"/>
                </a:lnTo>
                <a:lnTo>
                  <a:pt x="9" y="412"/>
                </a:lnTo>
                <a:lnTo>
                  <a:pt x="11" y="7"/>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1"/>
          <p:cNvSpPr/>
          <p:nvPr/>
        </p:nvSpPr>
        <p:spPr>
          <a:xfrm>
            <a:off x="737334" y="4149649"/>
            <a:ext cx="1232" cy="62014"/>
          </a:xfrm>
          <a:custGeom>
            <a:rect b="b" l="l" r="r" t="t"/>
            <a:pathLst>
              <a:path extrusionOk="0" h="453" w="9">
                <a:moveTo>
                  <a:pt x="0" y="1"/>
                </a:moveTo>
                <a:lnTo>
                  <a:pt x="0" y="447"/>
                </a:lnTo>
                <a:lnTo>
                  <a:pt x="8" y="453"/>
                </a:lnTo>
                <a:lnTo>
                  <a:pt x="8" y="5"/>
                </a:lnTo>
                <a:lnTo>
                  <a:pt x="0"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1"/>
          <p:cNvSpPr/>
          <p:nvPr/>
        </p:nvSpPr>
        <p:spPr>
          <a:xfrm>
            <a:off x="737334" y="4121721"/>
            <a:ext cx="49967" cy="28611"/>
          </a:xfrm>
          <a:custGeom>
            <a:rect b="b" l="l" r="r" t="t"/>
            <a:pathLst>
              <a:path extrusionOk="0" h="209" w="365">
                <a:moveTo>
                  <a:pt x="354" y="0"/>
                </a:moveTo>
                <a:lnTo>
                  <a:pt x="0" y="205"/>
                </a:lnTo>
                <a:lnTo>
                  <a:pt x="8" y="209"/>
                </a:lnTo>
                <a:lnTo>
                  <a:pt x="364" y="4"/>
                </a:lnTo>
                <a:lnTo>
                  <a:pt x="3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1"/>
          <p:cNvSpPr/>
          <p:nvPr/>
        </p:nvSpPr>
        <p:spPr>
          <a:xfrm>
            <a:off x="738429" y="4122269"/>
            <a:ext cx="48872" cy="89394"/>
          </a:xfrm>
          <a:custGeom>
            <a:rect b="b" l="l" r="r" t="t"/>
            <a:pathLst>
              <a:path extrusionOk="0" h="653" w="357">
                <a:moveTo>
                  <a:pt x="340" y="31"/>
                </a:moveTo>
                <a:lnTo>
                  <a:pt x="338" y="436"/>
                </a:lnTo>
                <a:lnTo>
                  <a:pt x="19" y="620"/>
                </a:lnTo>
                <a:lnTo>
                  <a:pt x="19" y="610"/>
                </a:lnTo>
                <a:lnTo>
                  <a:pt x="21" y="215"/>
                </a:lnTo>
                <a:lnTo>
                  <a:pt x="330" y="37"/>
                </a:lnTo>
                <a:lnTo>
                  <a:pt x="340" y="31"/>
                </a:lnTo>
                <a:close/>
                <a:moveTo>
                  <a:pt x="356" y="0"/>
                </a:moveTo>
                <a:lnTo>
                  <a:pt x="2" y="205"/>
                </a:lnTo>
                <a:lnTo>
                  <a:pt x="0" y="653"/>
                </a:lnTo>
                <a:lnTo>
                  <a:pt x="352" y="448"/>
                </a:lnTo>
                <a:lnTo>
                  <a:pt x="35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1"/>
          <p:cNvSpPr/>
          <p:nvPr/>
        </p:nvSpPr>
        <p:spPr>
          <a:xfrm>
            <a:off x="740893" y="4127471"/>
            <a:ext cx="42438" cy="78305"/>
          </a:xfrm>
          <a:custGeom>
            <a:rect b="b" l="l" r="r" t="t"/>
            <a:pathLst>
              <a:path extrusionOk="0" h="572" w="310">
                <a:moveTo>
                  <a:pt x="310" y="1"/>
                </a:moveTo>
                <a:lnTo>
                  <a:pt x="1" y="177"/>
                </a:lnTo>
                <a:lnTo>
                  <a:pt x="1" y="572"/>
                </a:lnTo>
                <a:lnTo>
                  <a:pt x="310" y="394"/>
                </a:lnTo>
                <a:lnTo>
                  <a:pt x="3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1"/>
          <p:cNvSpPr/>
          <p:nvPr/>
        </p:nvSpPr>
        <p:spPr>
          <a:xfrm>
            <a:off x="693253" y="4207694"/>
            <a:ext cx="45039" cy="26421"/>
          </a:xfrm>
          <a:custGeom>
            <a:rect b="b" l="l" r="r" t="t"/>
            <a:pathLst>
              <a:path extrusionOk="0" h="193" w="329">
                <a:moveTo>
                  <a:pt x="320" y="0"/>
                </a:moveTo>
                <a:lnTo>
                  <a:pt x="11" y="182"/>
                </a:lnTo>
                <a:lnTo>
                  <a:pt x="1" y="186"/>
                </a:lnTo>
                <a:lnTo>
                  <a:pt x="11" y="192"/>
                </a:lnTo>
                <a:lnTo>
                  <a:pt x="328" y="8"/>
                </a:lnTo>
                <a:lnTo>
                  <a:pt x="3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1"/>
          <p:cNvSpPr/>
          <p:nvPr/>
        </p:nvSpPr>
        <p:spPr>
          <a:xfrm>
            <a:off x="737060" y="4152523"/>
            <a:ext cx="1506" cy="56401"/>
          </a:xfrm>
          <a:custGeom>
            <a:rect b="b" l="l" r="r" t="t"/>
            <a:pathLst>
              <a:path extrusionOk="0" h="412" w="11">
                <a:moveTo>
                  <a:pt x="0" y="0"/>
                </a:moveTo>
                <a:lnTo>
                  <a:pt x="0" y="10"/>
                </a:lnTo>
                <a:lnTo>
                  <a:pt x="0" y="403"/>
                </a:lnTo>
                <a:lnTo>
                  <a:pt x="8" y="411"/>
                </a:lnTo>
                <a:lnTo>
                  <a:pt x="10" y="4"/>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1"/>
          <p:cNvSpPr/>
          <p:nvPr/>
        </p:nvSpPr>
        <p:spPr>
          <a:xfrm>
            <a:off x="690788" y="4176207"/>
            <a:ext cx="1506" cy="62151"/>
          </a:xfrm>
          <a:custGeom>
            <a:rect b="b" l="l" r="r" t="t"/>
            <a:pathLst>
              <a:path extrusionOk="0" h="454" w="11">
                <a:moveTo>
                  <a:pt x="1" y="1"/>
                </a:moveTo>
                <a:lnTo>
                  <a:pt x="1" y="447"/>
                </a:lnTo>
                <a:lnTo>
                  <a:pt x="11" y="453"/>
                </a:lnTo>
                <a:lnTo>
                  <a:pt x="11" y="7"/>
                </a:lnTo>
                <a:lnTo>
                  <a:pt x="1"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1"/>
          <p:cNvSpPr/>
          <p:nvPr/>
        </p:nvSpPr>
        <p:spPr>
          <a:xfrm>
            <a:off x="690788" y="4148280"/>
            <a:ext cx="50241" cy="29022"/>
          </a:xfrm>
          <a:custGeom>
            <a:rect b="b" l="l" r="r" t="t"/>
            <a:pathLst>
              <a:path extrusionOk="0" h="212" w="367">
                <a:moveTo>
                  <a:pt x="357" y="0"/>
                </a:moveTo>
                <a:lnTo>
                  <a:pt x="1" y="205"/>
                </a:lnTo>
                <a:lnTo>
                  <a:pt x="11" y="211"/>
                </a:lnTo>
                <a:lnTo>
                  <a:pt x="367" y="4"/>
                </a:lnTo>
                <a:lnTo>
                  <a:pt x="3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1"/>
          <p:cNvSpPr/>
          <p:nvPr/>
        </p:nvSpPr>
        <p:spPr>
          <a:xfrm>
            <a:off x="692157" y="4148827"/>
            <a:ext cx="48872" cy="89530"/>
          </a:xfrm>
          <a:custGeom>
            <a:rect b="b" l="l" r="r" t="t"/>
            <a:pathLst>
              <a:path extrusionOk="0" h="654" w="357">
                <a:moveTo>
                  <a:pt x="338" y="33"/>
                </a:moveTo>
                <a:lnTo>
                  <a:pt x="336" y="438"/>
                </a:lnTo>
                <a:lnTo>
                  <a:pt x="19" y="622"/>
                </a:lnTo>
                <a:lnTo>
                  <a:pt x="19" y="612"/>
                </a:lnTo>
                <a:lnTo>
                  <a:pt x="19" y="217"/>
                </a:lnTo>
                <a:lnTo>
                  <a:pt x="328" y="39"/>
                </a:lnTo>
                <a:lnTo>
                  <a:pt x="338" y="33"/>
                </a:lnTo>
                <a:close/>
                <a:moveTo>
                  <a:pt x="357" y="0"/>
                </a:moveTo>
                <a:lnTo>
                  <a:pt x="3" y="205"/>
                </a:lnTo>
                <a:lnTo>
                  <a:pt x="1" y="653"/>
                </a:lnTo>
                <a:lnTo>
                  <a:pt x="1" y="653"/>
                </a:lnTo>
                <a:lnTo>
                  <a:pt x="353" y="449"/>
                </a:lnTo>
                <a:lnTo>
                  <a:pt x="3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1"/>
          <p:cNvSpPr/>
          <p:nvPr/>
        </p:nvSpPr>
        <p:spPr>
          <a:xfrm>
            <a:off x="694759" y="4153892"/>
            <a:ext cx="42438" cy="78853"/>
          </a:xfrm>
          <a:custGeom>
            <a:rect b="b" l="l" r="r" t="t"/>
            <a:pathLst>
              <a:path extrusionOk="0" h="576" w="310">
                <a:moveTo>
                  <a:pt x="309" y="0"/>
                </a:moveTo>
                <a:lnTo>
                  <a:pt x="2" y="180"/>
                </a:lnTo>
                <a:lnTo>
                  <a:pt x="0" y="575"/>
                </a:lnTo>
                <a:lnTo>
                  <a:pt x="309" y="393"/>
                </a:lnTo>
                <a:lnTo>
                  <a:pt x="3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1"/>
          <p:cNvSpPr/>
          <p:nvPr/>
        </p:nvSpPr>
        <p:spPr>
          <a:xfrm>
            <a:off x="647391" y="4234252"/>
            <a:ext cx="44902" cy="26147"/>
          </a:xfrm>
          <a:custGeom>
            <a:rect b="b" l="l" r="r" t="t"/>
            <a:pathLst>
              <a:path extrusionOk="0" h="191" w="328">
                <a:moveTo>
                  <a:pt x="318" y="0"/>
                </a:moveTo>
                <a:lnTo>
                  <a:pt x="11" y="181"/>
                </a:lnTo>
                <a:lnTo>
                  <a:pt x="0" y="185"/>
                </a:lnTo>
                <a:lnTo>
                  <a:pt x="11" y="191"/>
                </a:lnTo>
                <a:lnTo>
                  <a:pt x="328" y="7"/>
                </a:lnTo>
                <a:lnTo>
                  <a:pt x="3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1"/>
          <p:cNvSpPr/>
          <p:nvPr/>
        </p:nvSpPr>
        <p:spPr>
          <a:xfrm>
            <a:off x="690788" y="4179082"/>
            <a:ext cx="1506" cy="56128"/>
          </a:xfrm>
          <a:custGeom>
            <a:rect b="b" l="l" r="r" t="t"/>
            <a:pathLst>
              <a:path extrusionOk="0" h="410" w="11">
                <a:moveTo>
                  <a:pt x="1" y="0"/>
                </a:moveTo>
                <a:lnTo>
                  <a:pt x="1" y="11"/>
                </a:lnTo>
                <a:lnTo>
                  <a:pt x="1" y="403"/>
                </a:lnTo>
                <a:lnTo>
                  <a:pt x="11" y="410"/>
                </a:lnTo>
                <a:lnTo>
                  <a:pt x="11" y="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1"/>
          <p:cNvSpPr/>
          <p:nvPr/>
        </p:nvSpPr>
        <p:spPr>
          <a:xfrm>
            <a:off x="644927" y="4202902"/>
            <a:ext cx="1506" cy="62014"/>
          </a:xfrm>
          <a:custGeom>
            <a:rect b="b" l="l" r="r" t="t"/>
            <a:pathLst>
              <a:path extrusionOk="0" h="453" w="11">
                <a:moveTo>
                  <a:pt x="0" y="0"/>
                </a:moveTo>
                <a:lnTo>
                  <a:pt x="0" y="446"/>
                </a:lnTo>
                <a:lnTo>
                  <a:pt x="10" y="452"/>
                </a:lnTo>
                <a:lnTo>
                  <a:pt x="10" y="4"/>
                </a:lnTo>
                <a:lnTo>
                  <a:pt x="0"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1"/>
          <p:cNvSpPr/>
          <p:nvPr/>
        </p:nvSpPr>
        <p:spPr>
          <a:xfrm>
            <a:off x="644927" y="4174290"/>
            <a:ext cx="50241" cy="29296"/>
          </a:xfrm>
          <a:custGeom>
            <a:rect b="b" l="l" r="r" t="t"/>
            <a:pathLst>
              <a:path extrusionOk="0" h="214" w="367">
                <a:moveTo>
                  <a:pt x="356" y="1"/>
                </a:moveTo>
                <a:lnTo>
                  <a:pt x="0" y="209"/>
                </a:lnTo>
                <a:lnTo>
                  <a:pt x="10" y="213"/>
                </a:lnTo>
                <a:lnTo>
                  <a:pt x="366" y="9"/>
                </a:lnTo>
                <a:lnTo>
                  <a:pt x="3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1"/>
          <p:cNvSpPr/>
          <p:nvPr/>
        </p:nvSpPr>
        <p:spPr>
          <a:xfrm>
            <a:off x="646296" y="4175386"/>
            <a:ext cx="48872" cy="89530"/>
          </a:xfrm>
          <a:custGeom>
            <a:rect b="b" l="l" r="r" t="t"/>
            <a:pathLst>
              <a:path extrusionOk="0" h="654" w="357">
                <a:moveTo>
                  <a:pt x="340" y="32"/>
                </a:moveTo>
                <a:lnTo>
                  <a:pt x="338" y="437"/>
                </a:lnTo>
                <a:lnTo>
                  <a:pt x="19" y="621"/>
                </a:lnTo>
                <a:lnTo>
                  <a:pt x="19" y="611"/>
                </a:lnTo>
                <a:lnTo>
                  <a:pt x="21" y="216"/>
                </a:lnTo>
                <a:lnTo>
                  <a:pt x="330" y="36"/>
                </a:lnTo>
                <a:lnTo>
                  <a:pt x="340" y="32"/>
                </a:lnTo>
                <a:close/>
                <a:moveTo>
                  <a:pt x="356" y="1"/>
                </a:moveTo>
                <a:lnTo>
                  <a:pt x="2" y="205"/>
                </a:lnTo>
                <a:lnTo>
                  <a:pt x="0" y="653"/>
                </a:lnTo>
                <a:lnTo>
                  <a:pt x="0" y="653"/>
                </a:lnTo>
                <a:lnTo>
                  <a:pt x="354" y="449"/>
                </a:lnTo>
                <a:lnTo>
                  <a:pt x="35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1"/>
          <p:cNvSpPr/>
          <p:nvPr/>
        </p:nvSpPr>
        <p:spPr>
          <a:xfrm>
            <a:off x="648760" y="4180451"/>
            <a:ext cx="42164" cy="78579"/>
          </a:xfrm>
          <a:custGeom>
            <a:rect b="b" l="l" r="r" t="t"/>
            <a:pathLst>
              <a:path extrusionOk="0" h="574" w="308">
                <a:moveTo>
                  <a:pt x="308" y="1"/>
                </a:moveTo>
                <a:lnTo>
                  <a:pt x="1" y="179"/>
                </a:lnTo>
                <a:lnTo>
                  <a:pt x="1" y="574"/>
                </a:lnTo>
                <a:lnTo>
                  <a:pt x="308" y="393"/>
                </a:lnTo>
                <a:lnTo>
                  <a:pt x="3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1"/>
          <p:cNvSpPr/>
          <p:nvPr/>
        </p:nvSpPr>
        <p:spPr>
          <a:xfrm>
            <a:off x="646022" y="4182778"/>
            <a:ext cx="154146" cy="89667"/>
          </a:xfrm>
          <a:custGeom>
            <a:rect b="b" l="l" r="r" t="t"/>
            <a:pathLst>
              <a:path extrusionOk="0" h="655" w="1126">
                <a:moveTo>
                  <a:pt x="1027" y="0"/>
                </a:moveTo>
                <a:lnTo>
                  <a:pt x="94" y="542"/>
                </a:lnTo>
                <a:lnTo>
                  <a:pt x="45" y="571"/>
                </a:lnTo>
                <a:lnTo>
                  <a:pt x="0" y="599"/>
                </a:lnTo>
                <a:lnTo>
                  <a:pt x="49" y="628"/>
                </a:lnTo>
                <a:lnTo>
                  <a:pt x="94" y="655"/>
                </a:lnTo>
                <a:lnTo>
                  <a:pt x="1125" y="57"/>
                </a:lnTo>
                <a:lnTo>
                  <a:pt x="1027" y="0"/>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1"/>
          <p:cNvSpPr/>
          <p:nvPr/>
        </p:nvSpPr>
        <p:spPr>
          <a:xfrm>
            <a:off x="786618" y="4121995"/>
            <a:ext cx="13827" cy="68722"/>
          </a:xfrm>
          <a:custGeom>
            <a:rect b="b" l="l" r="r" t="t"/>
            <a:pathLst>
              <a:path extrusionOk="0" h="502" w="101">
                <a:moveTo>
                  <a:pt x="4" y="0"/>
                </a:moveTo>
                <a:lnTo>
                  <a:pt x="4" y="113"/>
                </a:lnTo>
                <a:lnTo>
                  <a:pt x="0" y="444"/>
                </a:lnTo>
                <a:lnTo>
                  <a:pt x="98" y="501"/>
                </a:lnTo>
                <a:lnTo>
                  <a:pt x="101" y="55"/>
                </a:lnTo>
                <a:lnTo>
                  <a:pt x="51" y="29"/>
                </a:lnTo>
                <a:lnTo>
                  <a:pt x="4" y="0"/>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1"/>
          <p:cNvSpPr/>
          <p:nvPr/>
        </p:nvSpPr>
        <p:spPr>
          <a:xfrm>
            <a:off x="639588" y="4110769"/>
            <a:ext cx="167562" cy="173448"/>
          </a:xfrm>
          <a:custGeom>
            <a:rect b="b" l="l" r="r" t="t"/>
            <a:pathLst>
              <a:path extrusionOk="0" h="1267" w="1224">
                <a:moveTo>
                  <a:pt x="1172" y="137"/>
                </a:moveTo>
                <a:lnTo>
                  <a:pt x="1170" y="583"/>
                </a:lnTo>
                <a:lnTo>
                  <a:pt x="141" y="1181"/>
                </a:lnTo>
                <a:lnTo>
                  <a:pt x="141" y="1068"/>
                </a:lnTo>
                <a:lnTo>
                  <a:pt x="143" y="737"/>
                </a:lnTo>
                <a:lnTo>
                  <a:pt x="1078" y="195"/>
                </a:lnTo>
                <a:lnTo>
                  <a:pt x="1172" y="137"/>
                </a:lnTo>
                <a:close/>
                <a:moveTo>
                  <a:pt x="1130" y="0"/>
                </a:moveTo>
                <a:lnTo>
                  <a:pt x="4" y="655"/>
                </a:lnTo>
                <a:lnTo>
                  <a:pt x="0" y="1209"/>
                </a:lnTo>
                <a:lnTo>
                  <a:pt x="96" y="1267"/>
                </a:lnTo>
                <a:lnTo>
                  <a:pt x="1222" y="612"/>
                </a:lnTo>
                <a:lnTo>
                  <a:pt x="1224" y="55"/>
                </a:lnTo>
                <a:lnTo>
                  <a:pt x="11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1"/>
          <p:cNvSpPr/>
          <p:nvPr/>
        </p:nvSpPr>
        <p:spPr>
          <a:xfrm>
            <a:off x="212464" y="4699983"/>
            <a:ext cx="70639" cy="40795"/>
          </a:xfrm>
          <a:custGeom>
            <a:rect b="b" l="l" r="r" t="t"/>
            <a:pathLst>
              <a:path extrusionOk="0" h="298" w="516">
                <a:moveTo>
                  <a:pt x="14" y="1"/>
                </a:moveTo>
                <a:lnTo>
                  <a:pt x="0" y="7"/>
                </a:lnTo>
                <a:lnTo>
                  <a:pt x="499" y="298"/>
                </a:lnTo>
                <a:lnTo>
                  <a:pt x="516" y="289"/>
                </a:lnTo>
                <a:lnTo>
                  <a:pt x="499" y="281"/>
                </a:lnTo>
                <a:lnTo>
                  <a:pt x="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1"/>
          <p:cNvSpPr/>
          <p:nvPr/>
        </p:nvSpPr>
        <p:spPr>
          <a:xfrm>
            <a:off x="212190" y="4561441"/>
            <a:ext cx="2327" cy="139498"/>
          </a:xfrm>
          <a:custGeom>
            <a:rect b="b" l="l" r="r" t="t"/>
            <a:pathLst>
              <a:path extrusionOk="0" h="1019" w="17">
                <a:moveTo>
                  <a:pt x="16" y="0"/>
                </a:moveTo>
                <a:lnTo>
                  <a:pt x="0" y="6"/>
                </a:lnTo>
                <a:lnTo>
                  <a:pt x="2" y="1019"/>
                </a:lnTo>
                <a:lnTo>
                  <a:pt x="16" y="1013"/>
                </a:lnTo>
                <a:lnTo>
                  <a:pt x="16" y="14"/>
                </a:lnTo>
                <a:lnTo>
                  <a:pt x="16" y="0"/>
                </a:ln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1"/>
          <p:cNvSpPr/>
          <p:nvPr/>
        </p:nvSpPr>
        <p:spPr>
          <a:xfrm>
            <a:off x="284609" y="4598404"/>
            <a:ext cx="2190" cy="149354"/>
          </a:xfrm>
          <a:custGeom>
            <a:rect b="b" l="l" r="r" t="t"/>
            <a:pathLst>
              <a:path extrusionOk="0" h="1091" w="16">
                <a:moveTo>
                  <a:pt x="13" y="0"/>
                </a:moveTo>
                <a:lnTo>
                  <a:pt x="1" y="8"/>
                </a:lnTo>
                <a:lnTo>
                  <a:pt x="1" y="1091"/>
                </a:lnTo>
                <a:lnTo>
                  <a:pt x="15" y="1082"/>
                </a:lnTo>
                <a:lnTo>
                  <a:pt x="13"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1"/>
          <p:cNvSpPr/>
          <p:nvPr/>
        </p:nvSpPr>
        <p:spPr>
          <a:xfrm>
            <a:off x="208220" y="4554322"/>
            <a:ext cx="78305" cy="45313"/>
          </a:xfrm>
          <a:custGeom>
            <a:rect b="b" l="l" r="r" t="t"/>
            <a:pathLst>
              <a:path extrusionOk="0" h="331" w="572">
                <a:moveTo>
                  <a:pt x="17" y="1"/>
                </a:moveTo>
                <a:lnTo>
                  <a:pt x="0" y="11"/>
                </a:lnTo>
                <a:lnTo>
                  <a:pt x="559" y="330"/>
                </a:lnTo>
                <a:lnTo>
                  <a:pt x="571" y="322"/>
                </a:lnTo>
                <a:lnTo>
                  <a:pt x="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1"/>
          <p:cNvSpPr/>
          <p:nvPr/>
        </p:nvSpPr>
        <p:spPr>
          <a:xfrm>
            <a:off x="208220" y="4555828"/>
            <a:ext cx="76525" cy="191929"/>
          </a:xfrm>
          <a:custGeom>
            <a:rect b="b" l="l" r="r" t="t"/>
            <a:pathLst>
              <a:path extrusionOk="0" h="1402" w="559">
                <a:moveTo>
                  <a:pt x="29" y="45"/>
                </a:moveTo>
                <a:lnTo>
                  <a:pt x="45" y="53"/>
                </a:lnTo>
                <a:lnTo>
                  <a:pt x="530" y="334"/>
                </a:lnTo>
                <a:lnTo>
                  <a:pt x="532" y="1332"/>
                </a:lnTo>
                <a:lnTo>
                  <a:pt x="532" y="1351"/>
                </a:lnTo>
                <a:lnTo>
                  <a:pt x="31" y="1060"/>
                </a:lnTo>
                <a:lnTo>
                  <a:pt x="29" y="45"/>
                </a:lnTo>
                <a:close/>
                <a:moveTo>
                  <a:pt x="0" y="0"/>
                </a:moveTo>
                <a:lnTo>
                  <a:pt x="5" y="1078"/>
                </a:lnTo>
                <a:lnTo>
                  <a:pt x="559" y="1402"/>
                </a:lnTo>
                <a:lnTo>
                  <a:pt x="557" y="321"/>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1"/>
          <p:cNvSpPr/>
          <p:nvPr/>
        </p:nvSpPr>
        <p:spPr>
          <a:xfrm>
            <a:off x="214380" y="4563358"/>
            <a:ext cx="66532" cy="175228"/>
          </a:xfrm>
          <a:custGeom>
            <a:rect b="b" l="l" r="r" t="t"/>
            <a:pathLst>
              <a:path extrusionOk="0" h="1280" w="486">
                <a:moveTo>
                  <a:pt x="0" y="0"/>
                </a:moveTo>
                <a:lnTo>
                  <a:pt x="0" y="999"/>
                </a:lnTo>
                <a:lnTo>
                  <a:pt x="485" y="1279"/>
                </a:lnTo>
                <a:lnTo>
                  <a:pt x="485" y="1279"/>
                </a:lnTo>
                <a:lnTo>
                  <a:pt x="483" y="283"/>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1"/>
          <p:cNvSpPr/>
          <p:nvPr/>
        </p:nvSpPr>
        <p:spPr>
          <a:xfrm>
            <a:off x="285020" y="4741463"/>
            <a:ext cx="70365" cy="41343"/>
          </a:xfrm>
          <a:custGeom>
            <a:rect b="b" l="l" r="r" t="t"/>
            <a:pathLst>
              <a:path extrusionOk="0" h="302" w="514">
                <a:moveTo>
                  <a:pt x="16" y="1"/>
                </a:moveTo>
                <a:lnTo>
                  <a:pt x="0" y="11"/>
                </a:lnTo>
                <a:lnTo>
                  <a:pt x="499" y="301"/>
                </a:lnTo>
                <a:lnTo>
                  <a:pt x="514" y="291"/>
                </a:lnTo>
                <a:lnTo>
                  <a:pt x="499" y="283"/>
                </a:lnTo>
                <a:lnTo>
                  <a:pt x="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1"/>
          <p:cNvSpPr/>
          <p:nvPr/>
        </p:nvSpPr>
        <p:spPr>
          <a:xfrm>
            <a:off x="285020" y="4602785"/>
            <a:ext cx="2327" cy="140182"/>
          </a:xfrm>
          <a:custGeom>
            <a:rect b="b" l="l" r="r" t="t"/>
            <a:pathLst>
              <a:path extrusionOk="0" h="1024" w="17">
                <a:moveTo>
                  <a:pt x="16" y="1"/>
                </a:moveTo>
                <a:lnTo>
                  <a:pt x="0" y="9"/>
                </a:lnTo>
                <a:lnTo>
                  <a:pt x="0" y="1024"/>
                </a:lnTo>
                <a:lnTo>
                  <a:pt x="16" y="1014"/>
                </a:lnTo>
                <a:lnTo>
                  <a:pt x="16" y="19"/>
                </a:lnTo>
                <a:lnTo>
                  <a:pt x="16"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1"/>
          <p:cNvSpPr/>
          <p:nvPr/>
        </p:nvSpPr>
        <p:spPr>
          <a:xfrm>
            <a:off x="357166" y="4640432"/>
            <a:ext cx="2190" cy="148807"/>
          </a:xfrm>
          <a:custGeom>
            <a:rect b="b" l="l" r="r" t="t"/>
            <a:pathLst>
              <a:path extrusionOk="0" h="1087" w="16">
                <a:moveTo>
                  <a:pt x="13" y="0"/>
                </a:moveTo>
                <a:lnTo>
                  <a:pt x="1" y="8"/>
                </a:lnTo>
                <a:lnTo>
                  <a:pt x="1" y="1086"/>
                </a:lnTo>
                <a:lnTo>
                  <a:pt x="15" y="1080"/>
                </a:lnTo>
                <a:lnTo>
                  <a:pt x="13"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1"/>
          <p:cNvSpPr/>
          <p:nvPr/>
        </p:nvSpPr>
        <p:spPr>
          <a:xfrm>
            <a:off x="280776" y="4595803"/>
            <a:ext cx="78305" cy="45860"/>
          </a:xfrm>
          <a:custGeom>
            <a:rect b="b" l="l" r="r" t="t"/>
            <a:pathLst>
              <a:path extrusionOk="0" h="335" w="572">
                <a:moveTo>
                  <a:pt x="17" y="1"/>
                </a:moveTo>
                <a:lnTo>
                  <a:pt x="0" y="11"/>
                </a:lnTo>
                <a:lnTo>
                  <a:pt x="559" y="334"/>
                </a:lnTo>
                <a:lnTo>
                  <a:pt x="571" y="326"/>
                </a:lnTo>
                <a:lnTo>
                  <a:pt x="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1"/>
          <p:cNvSpPr/>
          <p:nvPr/>
        </p:nvSpPr>
        <p:spPr>
          <a:xfrm>
            <a:off x="280776" y="4597172"/>
            <a:ext cx="76525" cy="192066"/>
          </a:xfrm>
          <a:custGeom>
            <a:rect b="b" l="l" r="r" t="t"/>
            <a:pathLst>
              <a:path extrusionOk="0" h="1403" w="559">
                <a:moveTo>
                  <a:pt x="29" y="52"/>
                </a:moveTo>
                <a:lnTo>
                  <a:pt x="43" y="60"/>
                </a:lnTo>
                <a:lnTo>
                  <a:pt x="530" y="343"/>
                </a:lnTo>
                <a:lnTo>
                  <a:pt x="532" y="1339"/>
                </a:lnTo>
                <a:lnTo>
                  <a:pt x="532" y="1357"/>
                </a:lnTo>
                <a:lnTo>
                  <a:pt x="31" y="1065"/>
                </a:lnTo>
                <a:lnTo>
                  <a:pt x="29" y="52"/>
                </a:lnTo>
                <a:close/>
                <a:moveTo>
                  <a:pt x="0" y="1"/>
                </a:moveTo>
                <a:lnTo>
                  <a:pt x="2" y="1081"/>
                </a:lnTo>
                <a:lnTo>
                  <a:pt x="559" y="1402"/>
                </a:lnTo>
                <a:lnTo>
                  <a:pt x="555" y="324"/>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1"/>
          <p:cNvSpPr/>
          <p:nvPr/>
        </p:nvSpPr>
        <p:spPr>
          <a:xfrm>
            <a:off x="287210" y="4605386"/>
            <a:ext cx="66258" cy="174817"/>
          </a:xfrm>
          <a:custGeom>
            <a:rect b="b" l="l" r="r" t="t"/>
            <a:pathLst>
              <a:path extrusionOk="0" h="1277" w="484">
                <a:moveTo>
                  <a:pt x="0" y="0"/>
                </a:moveTo>
                <a:lnTo>
                  <a:pt x="0" y="995"/>
                </a:lnTo>
                <a:lnTo>
                  <a:pt x="483" y="1277"/>
                </a:lnTo>
                <a:lnTo>
                  <a:pt x="483" y="279"/>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1"/>
          <p:cNvSpPr/>
          <p:nvPr/>
        </p:nvSpPr>
        <p:spPr>
          <a:xfrm>
            <a:off x="357440" y="4783218"/>
            <a:ext cx="70228" cy="40795"/>
          </a:xfrm>
          <a:custGeom>
            <a:rect b="b" l="l" r="r" t="t"/>
            <a:pathLst>
              <a:path extrusionOk="0" h="298" w="513">
                <a:moveTo>
                  <a:pt x="13" y="0"/>
                </a:moveTo>
                <a:lnTo>
                  <a:pt x="1" y="11"/>
                </a:lnTo>
                <a:lnTo>
                  <a:pt x="496" y="297"/>
                </a:lnTo>
                <a:lnTo>
                  <a:pt x="512" y="289"/>
                </a:lnTo>
                <a:lnTo>
                  <a:pt x="496" y="283"/>
                </a:lnTo>
                <a:lnTo>
                  <a:pt x="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1"/>
          <p:cNvSpPr/>
          <p:nvPr/>
        </p:nvSpPr>
        <p:spPr>
          <a:xfrm>
            <a:off x="357166" y="4644539"/>
            <a:ext cx="2190" cy="140182"/>
          </a:xfrm>
          <a:custGeom>
            <a:rect b="b" l="l" r="r" t="t"/>
            <a:pathLst>
              <a:path extrusionOk="0" h="1024" w="16">
                <a:moveTo>
                  <a:pt x="13" y="1"/>
                </a:moveTo>
                <a:lnTo>
                  <a:pt x="1" y="9"/>
                </a:lnTo>
                <a:lnTo>
                  <a:pt x="3" y="1024"/>
                </a:lnTo>
                <a:lnTo>
                  <a:pt x="15" y="1013"/>
                </a:lnTo>
                <a:lnTo>
                  <a:pt x="13" y="17"/>
                </a:lnTo>
                <a:lnTo>
                  <a:pt x="13" y="1"/>
                </a:ln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1"/>
          <p:cNvSpPr/>
          <p:nvPr/>
        </p:nvSpPr>
        <p:spPr>
          <a:xfrm>
            <a:off x="429175" y="4681775"/>
            <a:ext cx="2464" cy="149217"/>
          </a:xfrm>
          <a:custGeom>
            <a:rect b="b" l="l" r="r" t="t"/>
            <a:pathLst>
              <a:path extrusionOk="0" h="1090" w="18">
                <a:moveTo>
                  <a:pt x="17" y="1"/>
                </a:moveTo>
                <a:lnTo>
                  <a:pt x="1" y="7"/>
                </a:lnTo>
                <a:lnTo>
                  <a:pt x="1" y="1089"/>
                </a:lnTo>
                <a:lnTo>
                  <a:pt x="17" y="1079"/>
                </a:lnTo>
                <a:lnTo>
                  <a:pt x="17"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1"/>
          <p:cNvSpPr/>
          <p:nvPr/>
        </p:nvSpPr>
        <p:spPr>
          <a:xfrm>
            <a:off x="353333" y="4637557"/>
            <a:ext cx="78305" cy="45176"/>
          </a:xfrm>
          <a:custGeom>
            <a:rect b="b" l="l" r="r" t="t"/>
            <a:pathLst>
              <a:path extrusionOk="0" h="330" w="572">
                <a:moveTo>
                  <a:pt x="13" y="1"/>
                </a:moveTo>
                <a:lnTo>
                  <a:pt x="0" y="9"/>
                </a:lnTo>
                <a:lnTo>
                  <a:pt x="555" y="330"/>
                </a:lnTo>
                <a:lnTo>
                  <a:pt x="571" y="324"/>
                </a:lnTo>
                <a:lnTo>
                  <a:pt x="1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1"/>
          <p:cNvSpPr/>
          <p:nvPr/>
        </p:nvSpPr>
        <p:spPr>
          <a:xfrm>
            <a:off x="353059" y="4638926"/>
            <a:ext cx="76252" cy="192066"/>
          </a:xfrm>
          <a:custGeom>
            <a:rect b="b" l="l" r="r" t="t"/>
            <a:pathLst>
              <a:path extrusionOk="0" h="1403" w="557">
                <a:moveTo>
                  <a:pt x="31" y="50"/>
                </a:moveTo>
                <a:lnTo>
                  <a:pt x="45" y="58"/>
                </a:lnTo>
                <a:lnTo>
                  <a:pt x="532" y="338"/>
                </a:lnTo>
                <a:lnTo>
                  <a:pt x="534" y="1337"/>
                </a:lnTo>
                <a:lnTo>
                  <a:pt x="534" y="1353"/>
                </a:lnTo>
                <a:lnTo>
                  <a:pt x="33" y="1065"/>
                </a:lnTo>
                <a:lnTo>
                  <a:pt x="31" y="50"/>
                </a:lnTo>
                <a:close/>
                <a:moveTo>
                  <a:pt x="0" y="1"/>
                </a:moveTo>
                <a:lnTo>
                  <a:pt x="2" y="1081"/>
                </a:lnTo>
                <a:lnTo>
                  <a:pt x="557" y="1402"/>
                </a:lnTo>
                <a:lnTo>
                  <a:pt x="557" y="1402"/>
                </a:lnTo>
                <a:lnTo>
                  <a:pt x="555" y="324"/>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1"/>
          <p:cNvSpPr/>
          <p:nvPr/>
        </p:nvSpPr>
        <p:spPr>
          <a:xfrm>
            <a:off x="358945" y="4646866"/>
            <a:ext cx="66532" cy="175091"/>
          </a:xfrm>
          <a:custGeom>
            <a:rect b="b" l="l" r="r" t="t"/>
            <a:pathLst>
              <a:path extrusionOk="0" h="1279" w="486">
                <a:moveTo>
                  <a:pt x="0" y="0"/>
                </a:moveTo>
                <a:lnTo>
                  <a:pt x="2" y="996"/>
                </a:lnTo>
                <a:lnTo>
                  <a:pt x="485" y="1279"/>
                </a:lnTo>
                <a:lnTo>
                  <a:pt x="485" y="278"/>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1"/>
          <p:cNvSpPr/>
          <p:nvPr/>
        </p:nvSpPr>
        <p:spPr>
          <a:xfrm>
            <a:off x="188096" y="4702310"/>
            <a:ext cx="241486" cy="141004"/>
          </a:xfrm>
          <a:custGeom>
            <a:rect b="b" l="l" r="r" t="t"/>
            <a:pathLst>
              <a:path extrusionOk="0" h="1030" w="1764">
                <a:moveTo>
                  <a:pt x="152" y="0"/>
                </a:moveTo>
                <a:lnTo>
                  <a:pt x="0" y="88"/>
                </a:lnTo>
                <a:lnTo>
                  <a:pt x="1614" y="1029"/>
                </a:lnTo>
                <a:lnTo>
                  <a:pt x="1690" y="982"/>
                </a:lnTo>
                <a:lnTo>
                  <a:pt x="1764" y="939"/>
                </a:lnTo>
                <a:lnTo>
                  <a:pt x="1692" y="896"/>
                </a:lnTo>
                <a:lnTo>
                  <a:pt x="1616" y="853"/>
                </a:lnTo>
                <a:lnTo>
                  <a:pt x="15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1"/>
          <p:cNvSpPr/>
          <p:nvPr/>
        </p:nvSpPr>
        <p:spPr>
          <a:xfrm>
            <a:off x="187822" y="4555281"/>
            <a:ext cx="21082" cy="159211"/>
          </a:xfrm>
          <a:custGeom>
            <a:rect b="b" l="l" r="r" t="t"/>
            <a:pathLst>
              <a:path extrusionOk="0" h="1163" w="154">
                <a:moveTo>
                  <a:pt x="149" y="0"/>
                </a:moveTo>
                <a:lnTo>
                  <a:pt x="76" y="45"/>
                </a:lnTo>
                <a:lnTo>
                  <a:pt x="0" y="88"/>
                </a:lnTo>
                <a:lnTo>
                  <a:pt x="2" y="1162"/>
                </a:lnTo>
                <a:lnTo>
                  <a:pt x="154" y="1074"/>
                </a:lnTo>
                <a:lnTo>
                  <a:pt x="149" y="174"/>
                </a:lnTo>
                <a:lnTo>
                  <a:pt x="149"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1"/>
          <p:cNvSpPr/>
          <p:nvPr/>
        </p:nvSpPr>
        <p:spPr>
          <a:xfrm>
            <a:off x="177144" y="4537073"/>
            <a:ext cx="263116" cy="324172"/>
          </a:xfrm>
          <a:custGeom>
            <a:rect b="b" l="l" r="r" t="t"/>
            <a:pathLst>
              <a:path extrusionOk="0" h="2368" w="1922">
                <a:moveTo>
                  <a:pt x="76" y="221"/>
                </a:moveTo>
                <a:lnTo>
                  <a:pt x="227" y="307"/>
                </a:lnTo>
                <a:lnTo>
                  <a:pt x="1692" y="1160"/>
                </a:lnTo>
                <a:lnTo>
                  <a:pt x="1696" y="2060"/>
                </a:lnTo>
                <a:lnTo>
                  <a:pt x="1692" y="2236"/>
                </a:lnTo>
                <a:lnTo>
                  <a:pt x="80" y="1295"/>
                </a:lnTo>
                <a:lnTo>
                  <a:pt x="76" y="221"/>
                </a:lnTo>
                <a:close/>
                <a:moveTo>
                  <a:pt x="152" y="0"/>
                </a:moveTo>
                <a:lnTo>
                  <a:pt x="0" y="88"/>
                </a:lnTo>
                <a:cubicBezTo>
                  <a:pt x="0" y="90"/>
                  <a:pt x="2" y="1338"/>
                  <a:pt x="2" y="1338"/>
                </a:cubicBezTo>
                <a:lnTo>
                  <a:pt x="1770" y="2367"/>
                </a:lnTo>
                <a:lnTo>
                  <a:pt x="1921" y="2279"/>
                </a:lnTo>
                <a:lnTo>
                  <a:pt x="1917" y="1029"/>
                </a:lnTo>
                <a:lnTo>
                  <a:pt x="15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1"/>
          <p:cNvSpPr/>
          <p:nvPr/>
        </p:nvSpPr>
        <p:spPr>
          <a:xfrm>
            <a:off x="212464" y="4473963"/>
            <a:ext cx="70639" cy="40795"/>
          </a:xfrm>
          <a:custGeom>
            <a:rect b="b" l="l" r="r" t="t"/>
            <a:pathLst>
              <a:path extrusionOk="0" h="298" w="516">
                <a:moveTo>
                  <a:pt x="14" y="1"/>
                </a:moveTo>
                <a:lnTo>
                  <a:pt x="0" y="9"/>
                </a:lnTo>
                <a:lnTo>
                  <a:pt x="499" y="297"/>
                </a:lnTo>
                <a:lnTo>
                  <a:pt x="516" y="287"/>
                </a:lnTo>
                <a:lnTo>
                  <a:pt x="499" y="281"/>
                </a:lnTo>
                <a:lnTo>
                  <a:pt x="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1"/>
          <p:cNvSpPr/>
          <p:nvPr/>
        </p:nvSpPr>
        <p:spPr>
          <a:xfrm>
            <a:off x="212190" y="4335147"/>
            <a:ext cx="2327" cy="140045"/>
          </a:xfrm>
          <a:custGeom>
            <a:rect b="b" l="l" r="r" t="t"/>
            <a:pathLst>
              <a:path extrusionOk="0" h="1023" w="17">
                <a:moveTo>
                  <a:pt x="16" y="0"/>
                </a:moveTo>
                <a:lnTo>
                  <a:pt x="0" y="8"/>
                </a:lnTo>
                <a:lnTo>
                  <a:pt x="2" y="1023"/>
                </a:lnTo>
                <a:lnTo>
                  <a:pt x="16" y="1015"/>
                </a:lnTo>
                <a:lnTo>
                  <a:pt x="16" y="16"/>
                </a:lnTo>
                <a:lnTo>
                  <a:pt x="16"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1"/>
          <p:cNvSpPr/>
          <p:nvPr/>
        </p:nvSpPr>
        <p:spPr>
          <a:xfrm>
            <a:off x="284609" y="4372383"/>
            <a:ext cx="2190" cy="149081"/>
          </a:xfrm>
          <a:custGeom>
            <a:rect b="b" l="l" r="r" t="t"/>
            <a:pathLst>
              <a:path extrusionOk="0" h="1089" w="16">
                <a:moveTo>
                  <a:pt x="13" y="0"/>
                </a:moveTo>
                <a:lnTo>
                  <a:pt x="1" y="10"/>
                </a:lnTo>
                <a:lnTo>
                  <a:pt x="1" y="1089"/>
                </a:lnTo>
                <a:lnTo>
                  <a:pt x="15" y="1080"/>
                </a:lnTo>
                <a:lnTo>
                  <a:pt x="13"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1"/>
          <p:cNvSpPr/>
          <p:nvPr/>
        </p:nvSpPr>
        <p:spPr>
          <a:xfrm>
            <a:off x="208220" y="4328028"/>
            <a:ext cx="78305" cy="45860"/>
          </a:xfrm>
          <a:custGeom>
            <a:rect b="b" l="l" r="r" t="t"/>
            <a:pathLst>
              <a:path extrusionOk="0" h="335" w="572">
                <a:moveTo>
                  <a:pt x="17" y="1"/>
                </a:moveTo>
                <a:lnTo>
                  <a:pt x="0" y="11"/>
                </a:lnTo>
                <a:lnTo>
                  <a:pt x="559" y="334"/>
                </a:lnTo>
                <a:lnTo>
                  <a:pt x="571" y="324"/>
                </a:lnTo>
                <a:lnTo>
                  <a:pt x="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1"/>
          <p:cNvSpPr/>
          <p:nvPr/>
        </p:nvSpPr>
        <p:spPr>
          <a:xfrm>
            <a:off x="208220" y="4329534"/>
            <a:ext cx="76525" cy="191929"/>
          </a:xfrm>
          <a:custGeom>
            <a:rect b="b" l="l" r="r" t="t"/>
            <a:pathLst>
              <a:path extrusionOk="0" h="1402" w="559">
                <a:moveTo>
                  <a:pt x="29" y="49"/>
                </a:moveTo>
                <a:lnTo>
                  <a:pt x="45" y="57"/>
                </a:lnTo>
                <a:lnTo>
                  <a:pt x="530" y="338"/>
                </a:lnTo>
                <a:lnTo>
                  <a:pt x="532" y="1336"/>
                </a:lnTo>
                <a:lnTo>
                  <a:pt x="532" y="1352"/>
                </a:lnTo>
                <a:lnTo>
                  <a:pt x="31" y="1064"/>
                </a:lnTo>
                <a:lnTo>
                  <a:pt x="29" y="49"/>
                </a:lnTo>
                <a:close/>
                <a:moveTo>
                  <a:pt x="0" y="0"/>
                </a:moveTo>
                <a:lnTo>
                  <a:pt x="5" y="1080"/>
                </a:lnTo>
                <a:lnTo>
                  <a:pt x="559" y="1402"/>
                </a:lnTo>
                <a:lnTo>
                  <a:pt x="557" y="323"/>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1"/>
          <p:cNvSpPr/>
          <p:nvPr/>
        </p:nvSpPr>
        <p:spPr>
          <a:xfrm>
            <a:off x="214380" y="4337337"/>
            <a:ext cx="66532" cy="175228"/>
          </a:xfrm>
          <a:custGeom>
            <a:rect b="b" l="l" r="r" t="t"/>
            <a:pathLst>
              <a:path extrusionOk="0" h="1280" w="486">
                <a:moveTo>
                  <a:pt x="0" y="0"/>
                </a:moveTo>
                <a:lnTo>
                  <a:pt x="0" y="999"/>
                </a:lnTo>
                <a:lnTo>
                  <a:pt x="485" y="1279"/>
                </a:lnTo>
                <a:lnTo>
                  <a:pt x="485" y="1279"/>
                </a:lnTo>
                <a:lnTo>
                  <a:pt x="483" y="281"/>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1"/>
          <p:cNvSpPr/>
          <p:nvPr/>
        </p:nvSpPr>
        <p:spPr>
          <a:xfrm>
            <a:off x="285020" y="4515717"/>
            <a:ext cx="70365" cy="40795"/>
          </a:xfrm>
          <a:custGeom>
            <a:rect b="b" l="l" r="r" t="t"/>
            <a:pathLst>
              <a:path extrusionOk="0" h="298" w="514">
                <a:moveTo>
                  <a:pt x="16" y="1"/>
                </a:moveTo>
                <a:lnTo>
                  <a:pt x="0" y="9"/>
                </a:lnTo>
                <a:lnTo>
                  <a:pt x="499" y="297"/>
                </a:lnTo>
                <a:lnTo>
                  <a:pt x="514" y="289"/>
                </a:lnTo>
                <a:lnTo>
                  <a:pt x="499" y="283"/>
                </a:lnTo>
                <a:lnTo>
                  <a:pt x="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1"/>
          <p:cNvSpPr/>
          <p:nvPr/>
        </p:nvSpPr>
        <p:spPr>
          <a:xfrm>
            <a:off x="285020" y="4376764"/>
            <a:ext cx="2327" cy="140182"/>
          </a:xfrm>
          <a:custGeom>
            <a:rect b="b" l="l" r="r" t="t"/>
            <a:pathLst>
              <a:path extrusionOk="0" h="1024" w="17">
                <a:moveTo>
                  <a:pt x="16" y="1"/>
                </a:moveTo>
                <a:lnTo>
                  <a:pt x="0" y="9"/>
                </a:lnTo>
                <a:lnTo>
                  <a:pt x="0" y="1024"/>
                </a:lnTo>
                <a:lnTo>
                  <a:pt x="16" y="1016"/>
                </a:lnTo>
                <a:lnTo>
                  <a:pt x="16" y="19"/>
                </a:lnTo>
                <a:lnTo>
                  <a:pt x="16"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1"/>
          <p:cNvSpPr/>
          <p:nvPr/>
        </p:nvSpPr>
        <p:spPr>
          <a:xfrm>
            <a:off x="357166" y="4414411"/>
            <a:ext cx="2190" cy="148807"/>
          </a:xfrm>
          <a:custGeom>
            <a:rect b="b" l="l" r="r" t="t"/>
            <a:pathLst>
              <a:path extrusionOk="0" h="1087" w="16">
                <a:moveTo>
                  <a:pt x="13" y="0"/>
                </a:moveTo>
                <a:lnTo>
                  <a:pt x="1" y="6"/>
                </a:lnTo>
                <a:lnTo>
                  <a:pt x="1" y="1086"/>
                </a:lnTo>
                <a:lnTo>
                  <a:pt x="15" y="1078"/>
                </a:lnTo>
                <a:lnTo>
                  <a:pt x="13"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1"/>
          <p:cNvSpPr/>
          <p:nvPr/>
        </p:nvSpPr>
        <p:spPr>
          <a:xfrm>
            <a:off x="280776" y="4370056"/>
            <a:ext cx="78305" cy="45313"/>
          </a:xfrm>
          <a:custGeom>
            <a:rect b="b" l="l" r="r" t="t"/>
            <a:pathLst>
              <a:path extrusionOk="0" h="331" w="572">
                <a:moveTo>
                  <a:pt x="17" y="1"/>
                </a:moveTo>
                <a:lnTo>
                  <a:pt x="0" y="9"/>
                </a:lnTo>
                <a:lnTo>
                  <a:pt x="559" y="330"/>
                </a:lnTo>
                <a:lnTo>
                  <a:pt x="571" y="324"/>
                </a:lnTo>
                <a:lnTo>
                  <a:pt x="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1"/>
          <p:cNvSpPr/>
          <p:nvPr/>
        </p:nvSpPr>
        <p:spPr>
          <a:xfrm>
            <a:off x="280776" y="4371151"/>
            <a:ext cx="76525" cy="192066"/>
          </a:xfrm>
          <a:custGeom>
            <a:rect b="b" l="l" r="r" t="t"/>
            <a:pathLst>
              <a:path extrusionOk="0" h="1403" w="559">
                <a:moveTo>
                  <a:pt x="29" y="50"/>
                </a:moveTo>
                <a:lnTo>
                  <a:pt x="43" y="56"/>
                </a:lnTo>
                <a:lnTo>
                  <a:pt x="530" y="339"/>
                </a:lnTo>
                <a:lnTo>
                  <a:pt x="532" y="1335"/>
                </a:lnTo>
                <a:lnTo>
                  <a:pt x="532" y="1353"/>
                </a:lnTo>
                <a:lnTo>
                  <a:pt x="31" y="1065"/>
                </a:lnTo>
                <a:lnTo>
                  <a:pt x="29" y="50"/>
                </a:lnTo>
                <a:close/>
                <a:moveTo>
                  <a:pt x="0" y="1"/>
                </a:moveTo>
                <a:lnTo>
                  <a:pt x="2" y="1079"/>
                </a:lnTo>
                <a:lnTo>
                  <a:pt x="559" y="1402"/>
                </a:lnTo>
                <a:lnTo>
                  <a:pt x="555" y="322"/>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1"/>
          <p:cNvSpPr/>
          <p:nvPr/>
        </p:nvSpPr>
        <p:spPr>
          <a:xfrm>
            <a:off x="287210" y="4379365"/>
            <a:ext cx="66258" cy="175091"/>
          </a:xfrm>
          <a:custGeom>
            <a:rect b="b" l="l" r="r" t="t"/>
            <a:pathLst>
              <a:path extrusionOk="0" h="1279" w="484">
                <a:moveTo>
                  <a:pt x="0" y="0"/>
                </a:moveTo>
                <a:lnTo>
                  <a:pt x="0" y="997"/>
                </a:lnTo>
                <a:lnTo>
                  <a:pt x="483" y="1279"/>
                </a:lnTo>
                <a:lnTo>
                  <a:pt x="483" y="279"/>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1"/>
          <p:cNvSpPr/>
          <p:nvPr/>
        </p:nvSpPr>
        <p:spPr>
          <a:xfrm>
            <a:off x="357440" y="4557197"/>
            <a:ext cx="70228" cy="40795"/>
          </a:xfrm>
          <a:custGeom>
            <a:rect b="b" l="l" r="r" t="t"/>
            <a:pathLst>
              <a:path extrusionOk="0" h="298" w="513">
                <a:moveTo>
                  <a:pt x="13" y="0"/>
                </a:moveTo>
                <a:lnTo>
                  <a:pt x="1" y="11"/>
                </a:lnTo>
                <a:lnTo>
                  <a:pt x="496" y="297"/>
                </a:lnTo>
                <a:lnTo>
                  <a:pt x="512" y="289"/>
                </a:lnTo>
                <a:lnTo>
                  <a:pt x="496" y="281"/>
                </a:lnTo>
                <a:lnTo>
                  <a:pt x="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1"/>
          <p:cNvSpPr/>
          <p:nvPr/>
        </p:nvSpPr>
        <p:spPr>
          <a:xfrm>
            <a:off x="357166" y="4418518"/>
            <a:ext cx="2190" cy="140182"/>
          </a:xfrm>
          <a:custGeom>
            <a:rect b="b" l="l" r="r" t="t"/>
            <a:pathLst>
              <a:path extrusionOk="0" h="1024" w="16">
                <a:moveTo>
                  <a:pt x="13" y="1"/>
                </a:moveTo>
                <a:lnTo>
                  <a:pt x="1" y="7"/>
                </a:lnTo>
                <a:lnTo>
                  <a:pt x="3" y="1024"/>
                </a:lnTo>
                <a:lnTo>
                  <a:pt x="15" y="1013"/>
                </a:lnTo>
                <a:lnTo>
                  <a:pt x="13" y="15"/>
                </a:lnTo>
                <a:lnTo>
                  <a:pt x="13"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1"/>
          <p:cNvSpPr/>
          <p:nvPr/>
        </p:nvSpPr>
        <p:spPr>
          <a:xfrm>
            <a:off x="429175" y="4455481"/>
            <a:ext cx="2464" cy="149491"/>
          </a:xfrm>
          <a:custGeom>
            <a:rect b="b" l="l" r="r" t="t"/>
            <a:pathLst>
              <a:path extrusionOk="0" h="1092" w="18">
                <a:moveTo>
                  <a:pt x="17" y="1"/>
                </a:moveTo>
                <a:lnTo>
                  <a:pt x="1" y="11"/>
                </a:lnTo>
                <a:lnTo>
                  <a:pt x="1" y="1091"/>
                </a:lnTo>
                <a:lnTo>
                  <a:pt x="17" y="1083"/>
                </a:lnTo>
                <a:lnTo>
                  <a:pt x="17"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1"/>
          <p:cNvSpPr/>
          <p:nvPr/>
        </p:nvSpPr>
        <p:spPr>
          <a:xfrm>
            <a:off x="353333" y="4411537"/>
            <a:ext cx="78305" cy="45450"/>
          </a:xfrm>
          <a:custGeom>
            <a:rect b="b" l="l" r="r" t="t"/>
            <a:pathLst>
              <a:path extrusionOk="0" h="332" w="572">
                <a:moveTo>
                  <a:pt x="13" y="1"/>
                </a:moveTo>
                <a:lnTo>
                  <a:pt x="0" y="7"/>
                </a:lnTo>
                <a:lnTo>
                  <a:pt x="555" y="332"/>
                </a:lnTo>
                <a:lnTo>
                  <a:pt x="571" y="322"/>
                </a:lnTo>
                <a:lnTo>
                  <a:pt x="1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1"/>
          <p:cNvSpPr/>
          <p:nvPr/>
        </p:nvSpPr>
        <p:spPr>
          <a:xfrm>
            <a:off x="353059" y="4412906"/>
            <a:ext cx="76252" cy="192066"/>
          </a:xfrm>
          <a:custGeom>
            <a:rect b="b" l="l" r="r" t="t"/>
            <a:pathLst>
              <a:path extrusionOk="0" h="1403" w="557">
                <a:moveTo>
                  <a:pt x="31" y="48"/>
                </a:moveTo>
                <a:lnTo>
                  <a:pt x="45" y="56"/>
                </a:lnTo>
                <a:lnTo>
                  <a:pt x="532" y="338"/>
                </a:lnTo>
                <a:lnTo>
                  <a:pt x="534" y="1335"/>
                </a:lnTo>
                <a:lnTo>
                  <a:pt x="534" y="1353"/>
                </a:lnTo>
                <a:lnTo>
                  <a:pt x="33" y="1065"/>
                </a:lnTo>
                <a:lnTo>
                  <a:pt x="31" y="48"/>
                </a:lnTo>
                <a:close/>
                <a:moveTo>
                  <a:pt x="0" y="1"/>
                </a:moveTo>
                <a:lnTo>
                  <a:pt x="2" y="1079"/>
                </a:lnTo>
                <a:lnTo>
                  <a:pt x="557" y="1402"/>
                </a:lnTo>
                <a:lnTo>
                  <a:pt x="555" y="322"/>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1"/>
          <p:cNvSpPr/>
          <p:nvPr/>
        </p:nvSpPr>
        <p:spPr>
          <a:xfrm>
            <a:off x="358945" y="4420572"/>
            <a:ext cx="66532" cy="175091"/>
          </a:xfrm>
          <a:custGeom>
            <a:rect b="b" l="l" r="r" t="t"/>
            <a:pathLst>
              <a:path extrusionOk="0" h="1279" w="486">
                <a:moveTo>
                  <a:pt x="0" y="0"/>
                </a:moveTo>
                <a:lnTo>
                  <a:pt x="2" y="998"/>
                </a:lnTo>
                <a:lnTo>
                  <a:pt x="485" y="1279"/>
                </a:lnTo>
                <a:lnTo>
                  <a:pt x="485" y="28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1"/>
          <p:cNvSpPr/>
          <p:nvPr/>
        </p:nvSpPr>
        <p:spPr>
          <a:xfrm>
            <a:off x="188096" y="4476290"/>
            <a:ext cx="241486" cy="140730"/>
          </a:xfrm>
          <a:custGeom>
            <a:rect b="b" l="l" r="r" t="t"/>
            <a:pathLst>
              <a:path extrusionOk="0" h="1028" w="1764">
                <a:moveTo>
                  <a:pt x="152" y="0"/>
                </a:moveTo>
                <a:lnTo>
                  <a:pt x="0" y="90"/>
                </a:lnTo>
                <a:lnTo>
                  <a:pt x="1614" y="1027"/>
                </a:lnTo>
                <a:lnTo>
                  <a:pt x="1690" y="982"/>
                </a:lnTo>
                <a:lnTo>
                  <a:pt x="1764" y="941"/>
                </a:lnTo>
                <a:lnTo>
                  <a:pt x="1692" y="894"/>
                </a:lnTo>
                <a:lnTo>
                  <a:pt x="1616" y="851"/>
                </a:lnTo>
                <a:lnTo>
                  <a:pt x="15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1"/>
          <p:cNvSpPr/>
          <p:nvPr/>
        </p:nvSpPr>
        <p:spPr>
          <a:xfrm>
            <a:off x="187822" y="4329260"/>
            <a:ext cx="21082" cy="159485"/>
          </a:xfrm>
          <a:custGeom>
            <a:rect b="b" l="l" r="r" t="t"/>
            <a:pathLst>
              <a:path extrusionOk="0" h="1165" w="154">
                <a:moveTo>
                  <a:pt x="149" y="0"/>
                </a:moveTo>
                <a:lnTo>
                  <a:pt x="76" y="43"/>
                </a:lnTo>
                <a:lnTo>
                  <a:pt x="0" y="86"/>
                </a:lnTo>
                <a:lnTo>
                  <a:pt x="2" y="1164"/>
                </a:lnTo>
                <a:lnTo>
                  <a:pt x="154" y="1074"/>
                </a:lnTo>
                <a:lnTo>
                  <a:pt x="149" y="174"/>
                </a:lnTo>
                <a:lnTo>
                  <a:pt x="149"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1"/>
          <p:cNvSpPr/>
          <p:nvPr/>
        </p:nvSpPr>
        <p:spPr>
          <a:xfrm>
            <a:off x="177144" y="4311053"/>
            <a:ext cx="263116" cy="323898"/>
          </a:xfrm>
          <a:custGeom>
            <a:rect b="b" l="l" r="r" t="t"/>
            <a:pathLst>
              <a:path extrusionOk="0" h="2366" w="1922">
                <a:moveTo>
                  <a:pt x="76" y="223"/>
                </a:moveTo>
                <a:lnTo>
                  <a:pt x="227" y="309"/>
                </a:lnTo>
                <a:lnTo>
                  <a:pt x="1692" y="1160"/>
                </a:lnTo>
                <a:lnTo>
                  <a:pt x="1696" y="2060"/>
                </a:lnTo>
                <a:lnTo>
                  <a:pt x="1692" y="2238"/>
                </a:lnTo>
                <a:lnTo>
                  <a:pt x="80" y="1297"/>
                </a:lnTo>
                <a:lnTo>
                  <a:pt x="76" y="223"/>
                </a:lnTo>
                <a:close/>
                <a:moveTo>
                  <a:pt x="152" y="0"/>
                </a:moveTo>
                <a:lnTo>
                  <a:pt x="0" y="86"/>
                </a:lnTo>
                <a:lnTo>
                  <a:pt x="2" y="1338"/>
                </a:lnTo>
                <a:lnTo>
                  <a:pt x="1770" y="2365"/>
                </a:lnTo>
                <a:lnTo>
                  <a:pt x="1921" y="2279"/>
                </a:lnTo>
                <a:lnTo>
                  <a:pt x="1917" y="1027"/>
                </a:lnTo>
                <a:lnTo>
                  <a:pt x="15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1"/>
          <p:cNvSpPr/>
          <p:nvPr/>
        </p:nvSpPr>
        <p:spPr>
          <a:xfrm>
            <a:off x="212464" y="4247942"/>
            <a:ext cx="70639" cy="40795"/>
          </a:xfrm>
          <a:custGeom>
            <a:rect b="b" l="l" r="r" t="t"/>
            <a:pathLst>
              <a:path extrusionOk="0" h="298" w="516">
                <a:moveTo>
                  <a:pt x="14" y="1"/>
                </a:moveTo>
                <a:lnTo>
                  <a:pt x="0" y="9"/>
                </a:lnTo>
                <a:lnTo>
                  <a:pt x="499" y="297"/>
                </a:lnTo>
                <a:lnTo>
                  <a:pt x="516" y="287"/>
                </a:lnTo>
                <a:lnTo>
                  <a:pt x="499" y="279"/>
                </a:lnTo>
                <a:lnTo>
                  <a:pt x="14" y="1"/>
                </a:ln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1"/>
          <p:cNvSpPr/>
          <p:nvPr/>
        </p:nvSpPr>
        <p:spPr>
          <a:xfrm>
            <a:off x="212190" y="4108989"/>
            <a:ext cx="2327" cy="140182"/>
          </a:xfrm>
          <a:custGeom>
            <a:rect b="b" l="l" r="r" t="t"/>
            <a:pathLst>
              <a:path extrusionOk="0" h="1024" w="17">
                <a:moveTo>
                  <a:pt x="16" y="1"/>
                </a:moveTo>
                <a:lnTo>
                  <a:pt x="0" y="11"/>
                </a:lnTo>
                <a:lnTo>
                  <a:pt x="2" y="1024"/>
                </a:lnTo>
                <a:lnTo>
                  <a:pt x="16" y="1016"/>
                </a:lnTo>
                <a:lnTo>
                  <a:pt x="16" y="17"/>
                </a:lnTo>
                <a:lnTo>
                  <a:pt x="16"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1"/>
          <p:cNvSpPr/>
          <p:nvPr/>
        </p:nvSpPr>
        <p:spPr>
          <a:xfrm>
            <a:off x="284609" y="4146363"/>
            <a:ext cx="2190" cy="149081"/>
          </a:xfrm>
          <a:custGeom>
            <a:rect b="b" l="l" r="r" t="t"/>
            <a:pathLst>
              <a:path extrusionOk="0" h="1089" w="16">
                <a:moveTo>
                  <a:pt x="13" y="0"/>
                </a:moveTo>
                <a:lnTo>
                  <a:pt x="1" y="8"/>
                </a:lnTo>
                <a:lnTo>
                  <a:pt x="1" y="1088"/>
                </a:lnTo>
                <a:lnTo>
                  <a:pt x="15" y="1080"/>
                </a:lnTo>
                <a:lnTo>
                  <a:pt x="13"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1"/>
          <p:cNvSpPr/>
          <p:nvPr/>
        </p:nvSpPr>
        <p:spPr>
          <a:xfrm>
            <a:off x="208220" y="4102008"/>
            <a:ext cx="78305" cy="45587"/>
          </a:xfrm>
          <a:custGeom>
            <a:rect b="b" l="l" r="r" t="t"/>
            <a:pathLst>
              <a:path extrusionOk="0" h="333" w="572">
                <a:moveTo>
                  <a:pt x="17" y="1"/>
                </a:moveTo>
                <a:lnTo>
                  <a:pt x="0" y="11"/>
                </a:lnTo>
                <a:lnTo>
                  <a:pt x="559" y="332"/>
                </a:lnTo>
                <a:lnTo>
                  <a:pt x="571" y="324"/>
                </a:lnTo>
                <a:lnTo>
                  <a:pt x="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1"/>
          <p:cNvSpPr/>
          <p:nvPr/>
        </p:nvSpPr>
        <p:spPr>
          <a:xfrm>
            <a:off x="208220" y="4103514"/>
            <a:ext cx="76525" cy="191929"/>
          </a:xfrm>
          <a:custGeom>
            <a:rect b="b" l="l" r="r" t="t"/>
            <a:pathLst>
              <a:path extrusionOk="0" h="1402" w="559">
                <a:moveTo>
                  <a:pt x="29" y="51"/>
                </a:moveTo>
                <a:lnTo>
                  <a:pt x="45" y="57"/>
                </a:lnTo>
                <a:lnTo>
                  <a:pt x="530" y="340"/>
                </a:lnTo>
                <a:lnTo>
                  <a:pt x="532" y="1336"/>
                </a:lnTo>
                <a:lnTo>
                  <a:pt x="532" y="1354"/>
                </a:lnTo>
                <a:lnTo>
                  <a:pt x="31" y="1064"/>
                </a:lnTo>
                <a:lnTo>
                  <a:pt x="29" y="51"/>
                </a:lnTo>
                <a:close/>
                <a:moveTo>
                  <a:pt x="0" y="0"/>
                </a:moveTo>
                <a:lnTo>
                  <a:pt x="5" y="1078"/>
                </a:lnTo>
                <a:lnTo>
                  <a:pt x="559" y="1401"/>
                </a:lnTo>
                <a:lnTo>
                  <a:pt x="557" y="321"/>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1"/>
          <p:cNvSpPr/>
          <p:nvPr/>
        </p:nvSpPr>
        <p:spPr>
          <a:xfrm>
            <a:off x="214380" y="4111317"/>
            <a:ext cx="66532" cy="174817"/>
          </a:xfrm>
          <a:custGeom>
            <a:rect b="b" l="l" r="r" t="t"/>
            <a:pathLst>
              <a:path extrusionOk="0" h="1277" w="486">
                <a:moveTo>
                  <a:pt x="0" y="0"/>
                </a:moveTo>
                <a:lnTo>
                  <a:pt x="0" y="999"/>
                </a:lnTo>
                <a:lnTo>
                  <a:pt x="485" y="1277"/>
                </a:lnTo>
                <a:lnTo>
                  <a:pt x="483" y="281"/>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1"/>
          <p:cNvSpPr/>
          <p:nvPr/>
        </p:nvSpPr>
        <p:spPr>
          <a:xfrm>
            <a:off x="285020" y="4289696"/>
            <a:ext cx="70365" cy="40795"/>
          </a:xfrm>
          <a:custGeom>
            <a:rect b="b" l="l" r="r" t="t"/>
            <a:pathLst>
              <a:path extrusionOk="0" h="298" w="514">
                <a:moveTo>
                  <a:pt x="16" y="1"/>
                </a:moveTo>
                <a:lnTo>
                  <a:pt x="0" y="7"/>
                </a:lnTo>
                <a:lnTo>
                  <a:pt x="499" y="297"/>
                </a:lnTo>
                <a:lnTo>
                  <a:pt x="514" y="289"/>
                </a:lnTo>
                <a:lnTo>
                  <a:pt x="499" y="281"/>
                </a:lnTo>
                <a:lnTo>
                  <a:pt x="16"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1"/>
          <p:cNvSpPr/>
          <p:nvPr/>
        </p:nvSpPr>
        <p:spPr>
          <a:xfrm>
            <a:off x="285020" y="4150470"/>
            <a:ext cx="2327" cy="140182"/>
          </a:xfrm>
          <a:custGeom>
            <a:rect b="b" l="l" r="r" t="t"/>
            <a:pathLst>
              <a:path extrusionOk="0" h="1024" w="17">
                <a:moveTo>
                  <a:pt x="16" y="1"/>
                </a:moveTo>
                <a:lnTo>
                  <a:pt x="0" y="11"/>
                </a:lnTo>
                <a:lnTo>
                  <a:pt x="0" y="1024"/>
                </a:lnTo>
                <a:lnTo>
                  <a:pt x="16" y="1018"/>
                </a:lnTo>
                <a:lnTo>
                  <a:pt x="16" y="19"/>
                </a:lnTo>
                <a:lnTo>
                  <a:pt x="16"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1"/>
          <p:cNvSpPr/>
          <p:nvPr/>
        </p:nvSpPr>
        <p:spPr>
          <a:xfrm>
            <a:off x="357166" y="4187980"/>
            <a:ext cx="2190" cy="148944"/>
          </a:xfrm>
          <a:custGeom>
            <a:rect b="b" l="l" r="r" t="t"/>
            <a:pathLst>
              <a:path extrusionOk="0" h="1088" w="16">
                <a:moveTo>
                  <a:pt x="13" y="1"/>
                </a:moveTo>
                <a:lnTo>
                  <a:pt x="1" y="9"/>
                </a:lnTo>
                <a:lnTo>
                  <a:pt x="1" y="1087"/>
                </a:lnTo>
                <a:lnTo>
                  <a:pt x="15" y="1081"/>
                </a:lnTo>
                <a:lnTo>
                  <a:pt x="13"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1"/>
          <p:cNvSpPr/>
          <p:nvPr/>
        </p:nvSpPr>
        <p:spPr>
          <a:xfrm>
            <a:off x="280776" y="4144036"/>
            <a:ext cx="78305" cy="45313"/>
          </a:xfrm>
          <a:custGeom>
            <a:rect b="b" l="l" r="r" t="t"/>
            <a:pathLst>
              <a:path extrusionOk="0" h="331" w="572">
                <a:moveTo>
                  <a:pt x="17" y="1"/>
                </a:moveTo>
                <a:lnTo>
                  <a:pt x="0" y="7"/>
                </a:lnTo>
                <a:lnTo>
                  <a:pt x="559" y="330"/>
                </a:lnTo>
                <a:lnTo>
                  <a:pt x="571" y="322"/>
                </a:lnTo>
                <a:lnTo>
                  <a:pt x="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1"/>
          <p:cNvSpPr/>
          <p:nvPr/>
        </p:nvSpPr>
        <p:spPr>
          <a:xfrm>
            <a:off x="280776" y="4145405"/>
            <a:ext cx="76525" cy="192066"/>
          </a:xfrm>
          <a:custGeom>
            <a:rect b="b" l="l" r="r" t="t"/>
            <a:pathLst>
              <a:path extrusionOk="0" h="1403" w="559">
                <a:moveTo>
                  <a:pt x="29" y="46"/>
                </a:moveTo>
                <a:lnTo>
                  <a:pt x="43" y="54"/>
                </a:lnTo>
                <a:lnTo>
                  <a:pt x="530" y="334"/>
                </a:lnTo>
                <a:lnTo>
                  <a:pt x="532" y="1333"/>
                </a:lnTo>
                <a:lnTo>
                  <a:pt x="532" y="1351"/>
                </a:lnTo>
                <a:lnTo>
                  <a:pt x="31" y="1061"/>
                </a:lnTo>
                <a:lnTo>
                  <a:pt x="29" y="46"/>
                </a:lnTo>
                <a:close/>
                <a:moveTo>
                  <a:pt x="0" y="1"/>
                </a:moveTo>
                <a:lnTo>
                  <a:pt x="2" y="1079"/>
                </a:lnTo>
                <a:lnTo>
                  <a:pt x="559" y="1402"/>
                </a:lnTo>
                <a:lnTo>
                  <a:pt x="555" y="322"/>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1"/>
          <p:cNvSpPr/>
          <p:nvPr/>
        </p:nvSpPr>
        <p:spPr>
          <a:xfrm>
            <a:off x="287210" y="4153071"/>
            <a:ext cx="66258" cy="175091"/>
          </a:xfrm>
          <a:custGeom>
            <a:rect b="b" l="l" r="r" t="t"/>
            <a:pathLst>
              <a:path extrusionOk="0" h="1279" w="484">
                <a:moveTo>
                  <a:pt x="0" y="0"/>
                </a:moveTo>
                <a:lnTo>
                  <a:pt x="0" y="999"/>
                </a:lnTo>
                <a:lnTo>
                  <a:pt x="483" y="1279"/>
                </a:lnTo>
                <a:lnTo>
                  <a:pt x="483" y="278"/>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1"/>
          <p:cNvSpPr/>
          <p:nvPr/>
        </p:nvSpPr>
        <p:spPr>
          <a:xfrm>
            <a:off x="357440" y="4330903"/>
            <a:ext cx="70228" cy="40658"/>
          </a:xfrm>
          <a:custGeom>
            <a:rect b="b" l="l" r="r" t="t"/>
            <a:pathLst>
              <a:path extrusionOk="0" h="297" w="513">
                <a:moveTo>
                  <a:pt x="13" y="0"/>
                </a:moveTo>
                <a:lnTo>
                  <a:pt x="1" y="11"/>
                </a:lnTo>
                <a:lnTo>
                  <a:pt x="496" y="297"/>
                </a:lnTo>
                <a:lnTo>
                  <a:pt x="512" y="289"/>
                </a:lnTo>
                <a:lnTo>
                  <a:pt x="496" y="283"/>
                </a:lnTo>
                <a:lnTo>
                  <a:pt x="13" y="0"/>
                </a:ln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1"/>
          <p:cNvSpPr/>
          <p:nvPr/>
        </p:nvSpPr>
        <p:spPr>
          <a:xfrm>
            <a:off x="357166" y="4192224"/>
            <a:ext cx="2190" cy="140182"/>
          </a:xfrm>
          <a:custGeom>
            <a:rect b="b" l="l" r="r" t="t"/>
            <a:pathLst>
              <a:path extrusionOk="0" h="1024" w="16">
                <a:moveTo>
                  <a:pt x="13" y="1"/>
                </a:moveTo>
                <a:lnTo>
                  <a:pt x="1" y="9"/>
                </a:lnTo>
                <a:lnTo>
                  <a:pt x="3" y="1024"/>
                </a:lnTo>
                <a:lnTo>
                  <a:pt x="15" y="1013"/>
                </a:lnTo>
                <a:lnTo>
                  <a:pt x="13" y="17"/>
                </a:lnTo>
                <a:lnTo>
                  <a:pt x="13"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1"/>
          <p:cNvSpPr/>
          <p:nvPr/>
        </p:nvSpPr>
        <p:spPr>
          <a:xfrm>
            <a:off x="429175" y="4229461"/>
            <a:ext cx="2464" cy="149217"/>
          </a:xfrm>
          <a:custGeom>
            <a:rect b="b" l="l" r="r" t="t"/>
            <a:pathLst>
              <a:path extrusionOk="0" h="1090" w="18">
                <a:moveTo>
                  <a:pt x="17" y="1"/>
                </a:moveTo>
                <a:lnTo>
                  <a:pt x="1" y="11"/>
                </a:lnTo>
                <a:lnTo>
                  <a:pt x="1" y="1089"/>
                </a:lnTo>
                <a:lnTo>
                  <a:pt x="17" y="1081"/>
                </a:lnTo>
                <a:lnTo>
                  <a:pt x="17"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1"/>
          <p:cNvSpPr/>
          <p:nvPr/>
        </p:nvSpPr>
        <p:spPr>
          <a:xfrm>
            <a:off x="353333" y="4185242"/>
            <a:ext cx="78305" cy="45724"/>
          </a:xfrm>
          <a:custGeom>
            <a:rect b="b" l="l" r="r" t="t"/>
            <a:pathLst>
              <a:path extrusionOk="0" h="334" w="572">
                <a:moveTo>
                  <a:pt x="13" y="0"/>
                </a:moveTo>
                <a:lnTo>
                  <a:pt x="0" y="11"/>
                </a:lnTo>
                <a:lnTo>
                  <a:pt x="555" y="334"/>
                </a:lnTo>
                <a:lnTo>
                  <a:pt x="571" y="324"/>
                </a:lnTo>
                <a:lnTo>
                  <a:pt x="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1"/>
          <p:cNvSpPr/>
          <p:nvPr/>
        </p:nvSpPr>
        <p:spPr>
          <a:xfrm>
            <a:off x="353059" y="4186611"/>
            <a:ext cx="76252" cy="192066"/>
          </a:xfrm>
          <a:custGeom>
            <a:rect b="b" l="l" r="r" t="t"/>
            <a:pathLst>
              <a:path extrusionOk="0" h="1403" w="557">
                <a:moveTo>
                  <a:pt x="31" y="50"/>
                </a:moveTo>
                <a:lnTo>
                  <a:pt x="45" y="58"/>
                </a:lnTo>
                <a:lnTo>
                  <a:pt x="532" y="338"/>
                </a:lnTo>
                <a:lnTo>
                  <a:pt x="534" y="1337"/>
                </a:lnTo>
                <a:lnTo>
                  <a:pt x="534" y="1353"/>
                </a:lnTo>
                <a:lnTo>
                  <a:pt x="33" y="1065"/>
                </a:lnTo>
                <a:lnTo>
                  <a:pt x="31" y="50"/>
                </a:lnTo>
                <a:close/>
                <a:moveTo>
                  <a:pt x="0" y="1"/>
                </a:moveTo>
                <a:lnTo>
                  <a:pt x="2" y="1081"/>
                </a:lnTo>
                <a:lnTo>
                  <a:pt x="557" y="1402"/>
                </a:lnTo>
                <a:lnTo>
                  <a:pt x="557" y="1402"/>
                </a:lnTo>
                <a:lnTo>
                  <a:pt x="555" y="324"/>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1"/>
          <p:cNvSpPr/>
          <p:nvPr/>
        </p:nvSpPr>
        <p:spPr>
          <a:xfrm>
            <a:off x="358945" y="4194415"/>
            <a:ext cx="66532" cy="175228"/>
          </a:xfrm>
          <a:custGeom>
            <a:rect b="b" l="l" r="r" t="t"/>
            <a:pathLst>
              <a:path extrusionOk="0" h="1280" w="486">
                <a:moveTo>
                  <a:pt x="0" y="1"/>
                </a:moveTo>
                <a:lnTo>
                  <a:pt x="2" y="997"/>
                </a:lnTo>
                <a:lnTo>
                  <a:pt x="485" y="1280"/>
                </a:lnTo>
                <a:lnTo>
                  <a:pt x="485" y="281"/>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1"/>
          <p:cNvSpPr/>
          <p:nvPr/>
        </p:nvSpPr>
        <p:spPr>
          <a:xfrm>
            <a:off x="188096" y="4249996"/>
            <a:ext cx="241486" cy="141004"/>
          </a:xfrm>
          <a:custGeom>
            <a:rect b="b" l="l" r="r" t="t"/>
            <a:pathLst>
              <a:path extrusionOk="0" h="1030" w="1764">
                <a:moveTo>
                  <a:pt x="152" y="0"/>
                </a:moveTo>
                <a:lnTo>
                  <a:pt x="0" y="90"/>
                </a:lnTo>
                <a:lnTo>
                  <a:pt x="1614" y="1029"/>
                </a:lnTo>
                <a:lnTo>
                  <a:pt x="1690" y="982"/>
                </a:lnTo>
                <a:lnTo>
                  <a:pt x="1764" y="941"/>
                </a:lnTo>
                <a:lnTo>
                  <a:pt x="1692" y="898"/>
                </a:lnTo>
                <a:lnTo>
                  <a:pt x="1616" y="853"/>
                </a:lnTo>
                <a:lnTo>
                  <a:pt x="15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1"/>
          <p:cNvSpPr/>
          <p:nvPr/>
        </p:nvSpPr>
        <p:spPr>
          <a:xfrm>
            <a:off x="187822" y="4102829"/>
            <a:ext cx="21082" cy="159622"/>
          </a:xfrm>
          <a:custGeom>
            <a:rect b="b" l="l" r="r" t="t"/>
            <a:pathLst>
              <a:path extrusionOk="0" h="1166" w="154">
                <a:moveTo>
                  <a:pt x="149" y="1"/>
                </a:moveTo>
                <a:lnTo>
                  <a:pt x="76" y="46"/>
                </a:lnTo>
                <a:lnTo>
                  <a:pt x="0" y="89"/>
                </a:lnTo>
                <a:lnTo>
                  <a:pt x="2" y="1165"/>
                </a:lnTo>
                <a:lnTo>
                  <a:pt x="154" y="1075"/>
                </a:lnTo>
                <a:lnTo>
                  <a:pt x="149" y="175"/>
                </a:lnTo>
                <a:lnTo>
                  <a:pt x="149" y="1"/>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1"/>
          <p:cNvSpPr/>
          <p:nvPr/>
        </p:nvSpPr>
        <p:spPr>
          <a:xfrm>
            <a:off x="177144" y="4084621"/>
            <a:ext cx="263116" cy="324308"/>
          </a:xfrm>
          <a:custGeom>
            <a:rect b="b" l="l" r="r" t="t"/>
            <a:pathLst>
              <a:path extrusionOk="0" h="2369" w="1922">
                <a:moveTo>
                  <a:pt x="76" y="224"/>
                </a:moveTo>
                <a:lnTo>
                  <a:pt x="227" y="312"/>
                </a:lnTo>
                <a:lnTo>
                  <a:pt x="1692" y="1163"/>
                </a:lnTo>
                <a:lnTo>
                  <a:pt x="1696" y="2063"/>
                </a:lnTo>
                <a:lnTo>
                  <a:pt x="1692" y="2239"/>
                </a:lnTo>
                <a:lnTo>
                  <a:pt x="80" y="1298"/>
                </a:lnTo>
                <a:lnTo>
                  <a:pt x="76" y="224"/>
                </a:lnTo>
                <a:close/>
                <a:moveTo>
                  <a:pt x="152" y="1"/>
                </a:moveTo>
                <a:lnTo>
                  <a:pt x="0" y="89"/>
                </a:lnTo>
                <a:cubicBezTo>
                  <a:pt x="0" y="91"/>
                  <a:pt x="2" y="1339"/>
                  <a:pt x="2" y="1339"/>
                </a:cubicBezTo>
                <a:lnTo>
                  <a:pt x="1770" y="2368"/>
                </a:lnTo>
                <a:lnTo>
                  <a:pt x="1921" y="2280"/>
                </a:lnTo>
                <a:lnTo>
                  <a:pt x="1917" y="1030"/>
                </a:lnTo>
                <a:lnTo>
                  <a:pt x="15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1"/>
          <p:cNvSpPr/>
          <p:nvPr/>
        </p:nvSpPr>
        <p:spPr>
          <a:xfrm>
            <a:off x="485440" y="3968394"/>
            <a:ext cx="159895" cy="99113"/>
          </a:xfrm>
          <a:custGeom>
            <a:rect b="b" l="l" r="r" t="t"/>
            <a:pathLst>
              <a:path extrusionOk="0" h="724" w="1168">
                <a:moveTo>
                  <a:pt x="799" y="1"/>
                </a:moveTo>
                <a:lnTo>
                  <a:pt x="609" y="5"/>
                </a:lnTo>
                <a:lnTo>
                  <a:pt x="611" y="367"/>
                </a:lnTo>
                <a:lnTo>
                  <a:pt x="1" y="723"/>
                </a:lnTo>
                <a:lnTo>
                  <a:pt x="557" y="723"/>
                </a:lnTo>
                <a:lnTo>
                  <a:pt x="1167" y="369"/>
                </a:lnTo>
                <a:lnTo>
                  <a:pt x="799" y="1"/>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1"/>
          <p:cNvSpPr/>
          <p:nvPr/>
        </p:nvSpPr>
        <p:spPr>
          <a:xfrm>
            <a:off x="400700" y="3940467"/>
            <a:ext cx="84876" cy="126767"/>
          </a:xfrm>
          <a:custGeom>
            <a:rect b="b" l="l" r="r" t="t"/>
            <a:pathLst>
              <a:path extrusionOk="0" h="926" w="620">
                <a:moveTo>
                  <a:pt x="0" y="0"/>
                </a:moveTo>
                <a:lnTo>
                  <a:pt x="4" y="561"/>
                </a:lnTo>
                <a:lnTo>
                  <a:pt x="620" y="925"/>
                </a:lnTo>
                <a:lnTo>
                  <a:pt x="616" y="364"/>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1"/>
          <p:cNvSpPr/>
          <p:nvPr/>
        </p:nvSpPr>
        <p:spPr>
          <a:xfrm>
            <a:off x="484892" y="3941562"/>
            <a:ext cx="84192" cy="125671"/>
          </a:xfrm>
          <a:custGeom>
            <a:rect b="b" l="l" r="r" t="t"/>
            <a:pathLst>
              <a:path extrusionOk="0" h="918" w="615">
                <a:moveTo>
                  <a:pt x="613" y="0"/>
                </a:moveTo>
                <a:lnTo>
                  <a:pt x="1" y="356"/>
                </a:lnTo>
                <a:lnTo>
                  <a:pt x="5" y="917"/>
                </a:lnTo>
                <a:lnTo>
                  <a:pt x="615" y="563"/>
                </a:lnTo>
                <a:lnTo>
                  <a:pt x="6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1"/>
          <p:cNvSpPr/>
          <p:nvPr/>
        </p:nvSpPr>
        <p:spPr>
          <a:xfrm>
            <a:off x="400700" y="3892004"/>
            <a:ext cx="168109" cy="98429"/>
          </a:xfrm>
          <a:custGeom>
            <a:rect b="b" l="l" r="r" t="t"/>
            <a:pathLst>
              <a:path extrusionOk="0" h="719" w="1228">
                <a:moveTo>
                  <a:pt x="610" y="0"/>
                </a:moveTo>
                <a:lnTo>
                  <a:pt x="0" y="354"/>
                </a:lnTo>
                <a:lnTo>
                  <a:pt x="616" y="718"/>
                </a:lnTo>
                <a:lnTo>
                  <a:pt x="1228" y="362"/>
                </a:lnTo>
                <a:lnTo>
                  <a:pt x="6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1"/>
          <p:cNvSpPr/>
          <p:nvPr/>
        </p:nvSpPr>
        <p:spPr>
          <a:xfrm>
            <a:off x="498035" y="3957305"/>
            <a:ext cx="64341" cy="72829"/>
          </a:xfrm>
          <a:custGeom>
            <a:rect b="b" l="l" r="r" t="t"/>
            <a:pathLst>
              <a:path extrusionOk="0" h="532" w="470">
                <a:moveTo>
                  <a:pt x="451" y="0"/>
                </a:moveTo>
                <a:lnTo>
                  <a:pt x="1" y="264"/>
                </a:lnTo>
                <a:lnTo>
                  <a:pt x="1" y="532"/>
                </a:lnTo>
                <a:lnTo>
                  <a:pt x="470" y="260"/>
                </a:lnTo>
                <a:lnTo>
                  <a:pt x="455" y="252"/>
                </a:lnTo>
                <a:lnTo>
                  <a:pt x="451" y="0"/>
                </a:lnTo>
                <a:close/>
              </a:path>
            </a:pathLst>
          </a:custGeom>
          <a:solidFill>
            <a:srgbClr val="333233">
              <a:alpha val="7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1"/>
          <p:cNvSpPr/>
          <p:nvPr/>
        </p:nvSpPr>
        <p:spPr>
          <a:xfrm>
            <a:off x="559776" y="3953883"/>
            <a:ext cx="2601" cy="39016"/>
          </a:xfrm>
          <a:custGeom>
            <a:rect b="b" l="l" r="r" t="t"/>
            <a:pathLst>
              <a:path extrusionOk="0" h="285" w="19">
                <a:moveTo>
                  <a:pt x="0" y="1"/>
                </a:moveTo>
                <a:lnTo>
                  <a:pt x="0" y="11"/>
                </a:lnTo>
                <a:lnTo>
                  <a:pt x="0" y="25"/>
                </a:lnTo>
                <a:lnTo>
                  <a:pt x="4" y="277"/>
                </a:lnTo>
                <a:lnTo>
                  <a:pt x="19" y="285"/>
                </a:lnTo>
                <a:lnTo>
                  <a:pt x="16" y="19"/>
                </a:lnTo>
                <a:lnTo>
                  <a:pt x="16" y="11"/>
                </a:lnTo>
                <a:lnTo>
                  <a:pt x="8" y="5"/>
                </a:lnTo>
                <a:lnTo>
                  <a:pt x="0" y="1"/>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1"/>
          <p:cNvSpPr/>
          <p:nvPr/>
        </p:nvSpPr>
        <p:spPr>
          <a:xfrm>
            <a:off x="559776" y="3952788"/>
            <a:ext cx="4244" cy="2601"/>
          </a:xfrm>
          <a:custGeom>
            <a:rect b="b" l="l" r="r" t="t"/>
            <a:pathLst>
              <a:path extrusionOk="0" h="19" w="31">
                <a:moveTo>
                  <a:pt x="19" y="0"/>
                </a:moveTo>
                <a:lnTo>
                  <a:pt x="0" y="9"/>
                </a:lnTo>
                <a:lnTo>
                  <a:pt x="16" y="19"/>
                </a:lnTo>
                <a:lnTo>
                  <a:pt x="31" y="9"/>
                </a:lnTo>
                <a:lnTo>
                  <a:pt x="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1"/>
          <p:cNvSpPr/>
          <p:nvPr/>
        </p:nvSpPr>
        <p:spPr>
          <a:xfrm>
            <a:off x="561967" y="3953883"/>
            <a:ext cx="2601" cy="39016"/>
          </a:xfrm>
          <a:custGeom>
            <a:rect b="b" l="l" r="r" t="t"/>
            <a:pathLst>
              <a:path extrusionOk="0" h="285" w="19">
                <a:moveTo>
                  <a:pt x="15" y="1"/>
                </a:moveTo>
                <a:lnTo>
                  <a:pt x="0" y="11"/>
                </a:lnTo>
                <a:lnTo>
                  <a:pt x="3" y="285"/>
                </a:lnTo>
                <a:lnTo>
                  <a:pt x="19" y="277"/>
                </a:lnTo>
                <a:lnTo>
                  <a:pt x="15" y="1"/>
                </a:lnTo>
                <a:close/>
              </a:path>
            </a:pathLst>
          </a:custGeom>
          <a:solidFill>
            <a:srgbClr val="333233">
              <a:alpha val="7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1"/>
          <p:cNvSpPr/>
          <p:nvPr/>
        </p:nvSpPr>
        <p:spPr>
          <a:xfrm>
            <a:off x="496392" y="4025892"/>
            <a:ext cx="2464" cy="2875"/>
          </a:xfrm>
          <a:custGeom>
            <a:rect b="b" l="l" r="r" t="t"/>
            <a:pathLst>
              <a:path extrusionOk="0" h="21" w="18">
                <a:moveTo>
                  <a:pt x="1" y="0"/>
                </a:moveTo>
                <a:lnTo>
                  <a:pt x="1" y="0"/>
                </a:lnTo>
                <a:cubicBezTo>
                  <a:pt x="1" y="4"/>
                  <a:pt x="17" y="21"/>
                  <a:pt x="17" y="21"/>
                </a:cubicBezTo>
                <a:cubicBezTo>
                  <a:pt x="17" y="19"/>
                  <a:pt x="1" y="0"/>
                  <a:pt x="1" y="0"/>
                </a:cubicBezTo>
                <a:close/>
              </a:path>
            </a:pathLst>
          </a:custGeom>
          <a:solidFill>
            <a:srgbClr val="B6B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1"/>
          <p:cNvSpPr/>
          <p:nvPr/>
        </p:nvSpPr>
        <p:spPr>
          <a:xfrm>
            <a:off x="498719" y="3991393"/>
            <a:ext cx="63931" cy="37099"/>
          </a:xfrm>
          <a:custGeom>
            <a:rect b="b" l="l" r="r" t="t"/>
            <a:pathLst>
              <a:path extrusionOk="0" h="271" w="467">
                <a:moveTo>
                  <a:pt x="466" y="1"/>
                </a:moveTo>
                <a:cubicBezTo>
                  <a:pt x="460" y="1"/>
                  <a:pt x="68" y="231"/>
                  <a:pt x="8" y="266"/>
                </a:cubicBezTo>
                <a:lnTo>
                  <a:pt x="8" y="266"/>
                </a:lnTo>
                <a:cubicBezTo>
                  <a:pt x="69" y="231"/>
                  <a:pt x="467" y="1"/>
                  <a:pt x="467" y="1"/>
                </a:cubicBezTo>
                <a:cubicBezTo>
                  <a:pt x="467" y="1"/>
                  <a:pt x="467" y="1"/>
                  <a:pt x="466" y="1"/>
                </a:cubicBezTo>
                <a:close/>
                <a:moveTo>
                  <a:pt x="8" y="266"/>
                </a:moveTo>
                <a:lnTo>
                  <a:pt x="8" y="266"/>
                </a:lnTo>
                <a:cubicBezTo>
                  <a:pt x="3" y="269"/>
                  <a:pt x="0" y="271"/>
                  <a:pt x="0" y="271"/>
                </a:cubicBezTo>
                <a:cubicBezTo>
                  <a:pt x="0" y="271"/>
                  <a:pt x="0" y="271"/>
                  <a:pt x="0" y="271"/>
                </a:cubicBezTo>
                <a:cubicBezTo>
                  <a:pt x="0" y="271"/>
                  <a:pt x="3" y="269"/>
                  <a:pt x="8" y="266"/>
                </a:cubicBezTo>
                <a:close/>
              </a:path>
            </a:pathLst>
          </a:custGeom>
          <a:solidFill>
            <a:srgbClr val="7A7A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1"/>
          <p:cNvSpPr/>
          <p:nvPr/>
        </p:nvSpPr>
        <p:spPr>
          <a:xfrm>
            <a:off x="496392" y="3988929"/>
            <a:ext cx="66258" cy="39563"/>
          </a:xfrm>
          <a:custGeom>
            <a:rect b="b" l="l" r="r" t="t"/>
            <a:pathLst>
              <a:path extrusionOk="0" h="289" w="484">
                <a:moveTo>
                  <a:pt x="469" y="0"/>
                </a:moveTo>
                <a:lnTo>
                  <a:pt x="1" y="270"/>
                </a:lnTo>
                <a:lnTo>
                  <a:pt x="17" y="289"/>
                </a:lnTo>
                <a:lnTo>
                  <a:pt x="484" y="15"/>
                </a:lnTo>
                <a:lnTo>
                  <a:pt x="4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1"/>
          <p:cNvSpPr/>
          <p:nvPr/>
        </p:nvSpPr>
        <p:spPr>
          <a:xfrm>
            <a:off x="496392" y="4019731"/>
            <a:ext cx="2464" cy="2875"/>
          </a:xfrm>
          <a:custGeom>
            <a:rect b="b" l="l" r="r" t="t"/>
            <a:pathLst>
              <a:path extrusionOk="0" h="21" w="18">
                <a:moveTo>
                  <a:pt x="1" y="0"/>
                </a:moveTo>
                <a:cubicBezTo>
                  <a:pt x="1" y="2"/>
                  <a:pt x="17" y="21"/>
                  <a:pt x="17" y="21"/>
                </a:cubicBezTo>
                <a:cubicBezTo>
                  <a:pt x="17" y="15"/>
                  <a:pt x="1" y="0"/>
                  <a:pt x="1" y="0"/>
                </a:cubicBezTo>
                <a:close/>
              </a:path>
            </a:pathLst>
          </a:custGeom>
          <a:solidFill>
            <a:srgbClr val="B6B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1"/>
          <p:cNvSpPr/>
          <p:nvPr/>
        </p:nvSpPr>
        <p:spPr>
          <a:xfrm>
            <a:off x="498719" y="3984685"/>
            <a:ext cx="63931" cy="37099"/>
          </a:xfrm>
          <a:custGeom>
            <a:rect b="b" l="l" r="r" t="t"/>
            <a:pathLst>
              <a:path extrusionOk="0" h="271" w="467">
                <a:moveTo>
                  <a:pt x="467" y="1"/>
                </a:moveTo>
                <a:lnTo>
                  <a:pt x="0" y="271"/>
                </a:lnTo>
                <a:cubicBezTo>
                  <a:pt x="0" y="271"/>
                  <a:pt x="0" y="271"/>
                  <a:pt x="0" y="271"/>
                </a:cubicBezTo>
                <a:cubicBezTo>
                  <a:pt x="3" y="271"/>
                  <a:pt x="465" y="1"/>
                  <a:pt x="467" y="1"/>
                </a:cubicBezTo>
                <a:close/>
              </a:path>
            </a:pathLst>
          </a:custGeom>
          <a:solidFill>
            <a:srgbClr val="7A7A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1"/>
          <p:cNvSpPr/>
          <p:nvPr/>
        </p:nvSpPr>
        <p:spPr>
          <a:xfrm>
            <a:off x="496392" y="3982495"/>
            <a:ext cx="66258" cy="39289"/>
          </a:xfrm>
          <a:custGeom>
            <a:rect b="b" l="l" r="r" t="t"/>
            <a:pathLst>
              <a:path extrusionOk="0" h="287" w="484">
                <a:moveTo>
                  <a:pt x="469" y="0"/>
                </a:moveTo>
                <a:lnTo>
                  <a:pt x="1" y="272"/>
                </a:lnTo>
                <a:lnTo>
                  <a:pt x="17" y="287"/>
                </a:lnTo>
                <a:lnTo>
                  <a:pt x="484" y="19"/>
                </a:lnTo>
                <a:lnTo>
                  <a:pt x="4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1"/>
          <p:cNvSpPr/>
          <p:nvPr/>
        </p:nvSpPr>
        <p:spPr>
          <a:xfrm>
            <a:off x="496392" y="4013297"/>
            <a:ext cx="2464" cy="2875"/>
          </a:xfrm>
          <a:custGeom>
            <a:rect b="b" l="l" r="r" t="t"/>
            <a:pathLst>
              <a:path extrusionOk="0" h="21" w="18">
                <a:moveTo>
                  <a:pt x="1" y="0"/>
                </a:moveTo>
                <a:cubicBezTo>
                  <a:pt x="1" y="4"/>
                  <a:pt x="17" y="21"/>
                  <a:pt x="17" y="21"/>
                </a:cubicBezTo>
                <a:cubicBezTo>
                  <a:pt x="17" y="17"/>
                  <a:pt x="1" y="0"/>
                  <a:pt x="1" y="0"/>
                </a:cubicBezTo>
                <a:close/>
              </a:path>
            </a:pathLst>
          </a:custGeom>
          <a:solidFill>
            <a:srgbClr val="B6B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1"/>
          <p:cNvSpPr/>
          <p:nvPr/>
        </p:nvSpPr>
        <p:spPr>
          <a:xfrm>
            <a:off x="498582" y="3978251"/>
            <a:ext cx="64068" cy="37373"/>
          </a:xfrm>
          <a:custGeom>
            <a:rect b="b" l="l" r="r" t="t"/>
            <a:pathLst>
              <a:path extrusionOk="0" h="273" w="468">
                <a:moveTo>
                  <a:pt x="468" y="1"/>
                </a:moveTo>
                <a:cubicBezTo>
                  <a:pt x="464" y="2"/>
                  <a:pt x="0" y="273"/>
                  <a:pt x="1" y="273"/>
                </a:cubicBezTo>
                <a:cubicBezTo>
                  <a:pt x="1" y="273"/>
                  <a:pt x="1" y="273"/>
                  <a:pt x="1" y="273"/>
                </a:cubicBezTo>
                <a:lnTo>
                  <a:pt x="468" y="1"/>
                </a:lnTo>
                <a:close/>
              </a:path>
            </a:pathLst>
          </a:custGeom>
          <a:solidFill>
            <a:srgbClr val="7A7A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1"/>
          <p:cNvSpPr/>
          <p:nvPr/>
        </p:nvSpPr>
        <p:spPr>
          <a:xfrm>
            <a:off x="496392" y="3976060"/>
            <a:ext cx="66258" cy="39563"/>
          </a:xfrm>
          <a:custGeom>
            <a:rect b="b" l="l" r="r" t="t"/>
            <a:pathLst>
              <a:path extrusionOk="0" h="289" w="484">
                <a:moveTo>
                  <a:pt x="469" y="0"/>
                </a:moveTo>
                <a:lnTo>
                  <a:pt x="1" y="272"/>
                </a:lnTo>
                <a:lnTo>
                  <a:pt x="17" y="289"/>
                </a:lnTo>
                <a:lnTo>
                  <a:pt x="484" y="16"/>
                </a:lnTo>
                <a:lnTo>
                  <a:pt x="4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1"/>
          <p:cNvSpPr/>
          <p:nvPr/>
        </p:nvSpPr>
        <p:spPr>
          <a:xfrm>
            <a:off x="496392" y="4006863"/>
            <a:ext cx="2464" cy="2875"/>
          </a:xfrm>
          <a:custGeom>
            <a:rect b="b" l="l" r="r" t="t"/>
            <a:pathLst>
              <a:path extrusionOk="0" h="21" w="18">
                <a:moveTo>
                  <a:pt x="1" y="0"/>
                </a:moveTo>
                <a:cubicBezTo>
                  <a:pt x="1" y="2"/>
                  <a:pt x="17" y="21"/>
                  <a:pt x="17" y="21"/>
                </a:cubicBezTo>
                <a:cubicBezTo>
                  <a:pt x="17" y="17"/>
                  <a:pt x="1" y="0"/>
                  <a:pt x="1" y="0"/>
                </a:cubicBezTo>
                <a:close/>
              </a:path>
            </a:pathLst>
          </a:custGeom>
          <a:solidFill>
            <a:srgbClr val="B6B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1"/>
          <p:cNvSpPr/>
          <p:nvPr/>
        </p:nvSpPr>
        <p:spPr>
          <a:xfrm>
            <a:off x="498719" y="3972090"/>
            <a:ext cx="63931" cy="37099"/>
          </a:xfrm>
          <a:custGeom>
            <a:rect b="b" l="l" r="r" t="t"/>
            <a:pathLst>
              <a:path extrusionOk="0" h="271" w="467">
                <a:moveTo>
                  <a:pt x="467" y="0"/>
                </a:moveTo>
                <a:lnTo>
                  <a:pt x="0" y="271"/>
                </a:lnTo>
                <a:cubicBezTo>
                  <a:pt x="0" y="271"/>
                  <a:pt x="0" y="271"/>
                  <a:pt x="0" y="271"/>
                </a:cubicBezTo>
                <a:cubicBezTo>
                  <a:pt x="3" y="271"/>
                  <a:pt x="465" y="1"/>
                  <a:pt x="467" y="0"/>
                </a:cubicBezTo>
                <a:close/>
              </a:path>
            </a:pathLst>
          </a:custGeom>
          <a:solidFill>
            <a:srgbClr val="7A7A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1"/>
          <p:cNvSpPr/>
          <p:nvPr/>
        </p:nvSpPr>
        <p:spPr>
          <a:xfrm>
            <a:off x="496392" y="3969626"/>
            <a:ext cx="66258" cy="39563"/>
          </a:xfrm>
          <a:custGeom>
            <a:rect b="b" l="l" r="r" t="t"/>
            <a:pathLst>
              <a:path extrusionOk="0" h="289" w="484">
                <a:moveTo>
                  <a:pt x="469" y="0"/>
                </a:moveTo>
                <a:lnTo>
                  <a:pt x="1" y="272"/>
                </a:lnTo>
                <a:lnTo>
                  <a:pt x="17" y="289"/>
                </a:lnTo>
                <a:lnTo>
                  <a:pt x="484" y="18"/>
                </a:lnTo>
                <a:lnTo>
                  <a:pt x="4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1"/>
          <p:cNvSpPr/>
          <p:nvPr/>
        </p:nvSpPr>
        <p:spPr>
          <a:xfrm>
            <a:off x="496392" y="4000428"/>
            <a:ext cx="2464" cy="2875"/>
          </a:xfrm>
          <a:custGeom>
            <a:rect b="b" l="l" r="r" t="t"/>
            <a:pathLst>
              <a:path extrusionOk="0" h="21" w="18">
                <a:moveTo>
                  <a:pt x="1" y="0"/>
                </a:moveTo>
                <a:cubicBezTo>
                  <a:pt x="1" y="2"/>
                  <a:pt x="17" y="21"/>
                  <a:pt x="17" y="21"/>
                </a:cubicBezTo>
                <a:cubicBezTo>
                  <a:pt x="17" y="19"/>
                  <a:pt x="1" y="0"/>
                  <a:pt x="1" y="0"/>
                </a:cubicBezTo>
                <a:close/>
              </a:path>
            </a:pathLst>
          </a:custGeom>
          <a:solidFill>
            <a:srgbClr val="B6B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1"/>
          <p:cNvSpPr/>
          <p:nvPr/>
        </p:nvSpPr>
        <p:spPr>
          <a:xfrm>
            <a:off x="498582" y="3965656"/>
            <a:ext cx="64068" cy="37373"/>
          </a:xfrm>
          <a:custGeom>
            <a:rect b="b" l="l" r="r" t="t"/>
            <a:pathLst>
              <a:path extrusionOk="0" h="273" w="468">
                <a:moveTo>
                  <a:pt x="468" y="0"/>
                </a:moveTo>
                <a:cubicBezTo>
                  <a:pt x="464" y="2"/>
                  <a:pt x="0" y="273"/>
                  <a:pt x="1" y="273"/>
                </a:cubicBezTo>
                <a:cubicBezTo>
                  <a:pt x="1" y="273"/>
                  <a:pt x="1" y="273"/>
                  <a:pt x="1" y="273"/>
                </a:cubicBezTo>
                <a:lnTo>
                  <a:pt x="468" y="0"/>
                </a:lnTo>
                <a:close/>
              </a:path>
            </a:pathLst>
          </a:custGeom>
          <a:solidFill>
            <a:srgbClr val="7A7A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1"/>
          <p:cNvSpPr/>
          <p:nvPr/>
        </p:nvSpPr>
        <p:spPr>
          <a:xfrm>
            <a:off x="496392" y="3963466"/>
            <a:ext cx="66258" cy="39563"/>
          </a:xfrm>
          <a:custGeom>
            <a:rect b="b" l="l" r="r" t="t"/>
            <a:pathLst>
              <a:path extrusionOk="0" h="289" w="484">
                <a:moveTo>
                  <a:pt x="469" y="0"/>
                </a:moveTo>
                <a:lnTo>
                  <a:pt x="1" y="270"/>
                </a:lnTo>
                <a:lnTo>
                  <a:pt x="17" y="289"/>
                </a:lnTo>
                <a:lnTo>
                  <a:pt x="484" y="16"/>
                </a:lnTo>
                <a:lnTo>
                  <a:pt x="4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1"/>
          <p:cNvSpPr/>
          <p:nvPr/>
        </p:nvSpPr>
        <p:spPr>
          <a:xfrm>
            <a:off x="496392" y="3994268"/>
            <a:ext cx="2464" cy="2875"/>
          </a:xfrm>
          <a:custGeom>
            <a:rect b="b" l="l" r="r" t="t"/>
            <a:pathLst>
              <a:path extrusionOk="0" h="21" w="18">
                <a:moveTo>
                  <a:pt x="1" y="0"/>
                </a:moveTo>
                <a:cubicBezTo>
                  <a:pt x="1" y="2"/>
                  <a:pt x="17" y="21"/>
                  <a:pt x="17" y="21"/>
                </a:cubicBezTo>
                <a:cubicBezTo>
                  <a:pt x="17" y="16"/>
                  <a:pt x="1" y="0"/>
                  <a:pt x="1" y="0"/>
                </a:cubicBezTo>
                <a:close/>
              </a:path>
            </a:pathLst>
          </a:custGeom>
          <a:solidFill>
            <a:srgbClr val="B6B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1"/>
          <p:cNvSpPr/>
          <p:nvPr/>
        </p:nvSpPr>
        <p:spPr>
          <a:xfrm>
            <a:off x="498719" y="3959496"/>
            <a:ext cx="63931" cy="37099"/>
          </a:xfrm>
          <a:custGeom>
            <a:rect b="b" l="l" r="r" t="t"/>
            <a:pathLst>
              <a:path extrusionOk="0" h="271" w="467">
                <a:moveTo>
                  <a:pt x="467" y="0"/>
                </a:moveTo>
                <a:cubicBezTo>
                  <a:pt x="463" y="0"/>
                  <a:pt x="0" y="270"/>
                  <a:pt x="0" y="270"/>
                </a:cubicBezTo>
                <a:cubicBezTo>
                  <a:pt x="0" y="271"/>
                  <a:pt x="0" y="271"/>
                  <a:pt x="0" y="271"/>
                </a:cubicBezTo>
                <a:cubicBezTo>
                  <a:pt x="3" y="271"/>
                  <a:pt x="467" y="0"/>
                  <a:pt x="467" y="0"/>
                </a:cubicBezTo>
                <a:cubicBezTo>
                  <a:pt x="467" y="0"/>
                  <a:pt x="467" y="0"/>
                  <a:pt x="467" y="0"/>
                </a:cubicBezTo>
                <a:close/>
              </a:path>
            </a:pathLst>
          </a:custGeom>
          <a:solidFill>
            <a:srgbClr val="7A7A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1"/>
          <p:cNvSpPr/>
          <p:nvPr/>
        </p:nvSpPr>
        <p:spPr>
          <a:xfrm>
            <a:off x="496392" y="3957031"/>
            <a:ext cx="66258" cy="39563"/>
          </a:xfrm>
          <a:custGeom>
            <a:rect b="b" l="l" r="r" t="t"/>
            <a:pathLst>
              <a:path extrusionOk="0" h="289" w="484">
                <a:moveTo>
                  <a:pt x="469" y="0"/>
                </a:moveTo>
                <a:lnTo>
                  <a:pt x="1" y="272"/>
                </a:lnTo>
                <a:lnTo>
                  <a:pt x="17" y="288"/>
                </a:lnTo>
                <a:lnTo>
                  <a:pt x="484" y="16"/>
                </a:lnTo>
                <a:lnTo>
                  <a:pt x="4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1"/>
          <p:cNvSpPr/>
          <p:nvPr/>
        </p:nvSpPr>
        <p:spPr>
          <a:xfrm>
            <a:off x="1026875" y="4457808"/>
            <a:ext cx="45039" cy="25600"/>
          </a:xfrm>
          <a:custGeom>
            <a:rect b="b" l="l" r="r" t="t"/>
            <a:pathLst>
              <a:path extrusionOk="0" h="187" w="329">
                <a:moveTo>
                  <a:pt x="318" y="0"/>
                </a:moveTo>
                <a:lnTo>
                  <a:pt x="11" y="176"/>
                </a:lnTo>
                <a:lnTo>
                  <a:pt x="1" y="180"/>
                </a:lnTo>
                <a:lnTo>
                  <a:pt x="11" y="186"/>
                </a:lnTo>
                <a:lnTo>
                  <a:pt x="328" y="4"/>
                </a:lnTo>
                <a:lnTo>
                  <a:pt x="3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1"/>
          <p:cNvSpPr/>
          <p:nvPr/>
        </p:nvSpPr>
        <p:spPr>
          <a:xfrm>
            <a:off x="1070272" y="4401954"/>
            <a:ext cx="1643" cy="56538"/>
          </a:xfrm>
          <a:custGeom>
            <a:rect b="b" l="l" r="r" t="t"/>
            <a:pathLst>
              <a:path extrusionOk="0" h="413" w="12">
                <a:moveTo>
                  <a:pt x="3" y="1"/>
                </a:moveTo>
                <a:lnTo>
                  <a:pt x="3" y="11"/>
                </a:lnTo>
                <a:lnTo>
                  <a:pt x="1" y="408"/>
                </a:lnTo>
                <a:lnTo>
                  <a:pt x="11" y="412"/>
                </a:lnTo>
                <a:lnTo>
                  <a:pt x="11" y="5"/>
                </a:lnTo>
                <a:lnTo>
                  <a:pt x="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1"/>
          <p:cNvSpPr/>
          <p:nvPr/>
        </p:nvSpPr>
        <p:spPr>
          <a:xfrm>
            <a:off x="1024411" y="4425774"/>
            <a:ext cx="1506" cy="62151"/>
          </a:xfrm>
          <a:custGeom>
            <a:rect b="b" l="l" r="r" t="t"/>
            <a:pathLst>
              <a:path extrusionOk="0" h="454" w="11">
                <a:moveTo>
                  <a:pt x="2" y="1"/>
                </a:moveTo>
                <a:lnTo>
                  <a:pt x="0" y="449"/>
                </a:lnTo>
                <a:lnTo>
                  <a:pt x="11" y="453"/>
                </a:lnTo>
                <a:lnTo>
                  <a:pt x="11" y="5"/>
                </a:lnTo>
                <a:lnTo>
                  <a:pt x="2"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1"/>
          <p:cNvSpPr/>
          <p:nvPr/>
        </p:nvSpPr>
        <p:spPr>
          <a:xfrm>
            <a:off x="1024685" y="4397847"/>
            <a:ext cx="49967" cy="28611"/>
          </a:xfrm>
          <a:custGeom>
            <a:rect b="b" l="l" r="r" t="t"/>
            <a:pathLst>
              <a:path extrusionOk="0" h="209" w="365">
                <a:moveTo>
                  <a:pt x="354" y="0"/>
                </a:moveTo>
                <a:lnTo>
                  <a:pt x="0" y="205"/>
                </a:lnTo>
                <a:lnTo>
                  <a:pt x="9" y="209"/>
                </a:lnTo>
                <a:lnTo>
                  <a:pt x="365" y="4"/>
                </a:lnTo>
                <a:lnTo>
                  <a:pt x="3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1"/>
          <p:cNvSpPr/>
          <p:nvPr/>
        </p:nvSpPr>
        <p:spPr>
          <a:xfrm>
            <a:off x="1026054" y="4398394"/>
            <a:ext cx="48598" cy="89530"/>
          </a:xfrm>
          <a:custGeom>
            <a:rect b="b" l="l" r="r" t="t"/>
            <a:pathLst>
              <a:path extrusionOk="0" h="654" w="355">
                <a:moveTo>
                  <a:pt x="338" y="31"/>
                </a:moveTo>
                <a:lnTo>
                  <a:pt x="336" y="436"/>
                </a:lnTo>
                <a:lnTo>
                  <a:pt x="17" y="620"/>
                </a:lnTo>
                <a:lnTo>
                  <a:pt x="17" y="610"/>
                </a:lnTo>
                <a:lnTo>
                  <a:pt x="19" y="215"/>
                </a:lnTo>
                <a:lnTo>
                  <a:pt x="328" y="37"/>
                </a:lnTo>
                <a:lnTo>
                  <a:pt x="338" y="31"/>
                </a:lnTo>
                <a:close/>
                <a:moveTo>
                  <a:pt x="355" y="0"/>
                </a:moveTo>
                <a:lnTo>
                  <a:pt x="1" y="205"/>
                </a:lnTo>
                <a:lnTo>
                  <a:pt x="1" y="653"/>
                </a:lnTo>
                <a:lnTo>
                  <a:pt x="355" y="448"/>
                </a:lnTo>
                <a:lnTo>
                  <a:pt x="3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1"/>
          <p:cNvSpPr/>
          <p:nvPr/>
        </p:nvSpPr>
        <p:spPr>
          <a:xfrm>
            <a:off x="1028244" y="4403459"/>
            <a:ext cx="42438" cy="78579"/>
          </a:xfrm>
          <a:custGeom>
            <a:rect b="b" l="l" r="r" t="t"/>
            <a:pathLst>
              <a:path extrusionOk="0" h="574" w="310">
                <a:moveTo>
                  <a:pt x="310" y="0"/>
                </a:moveTo>
                <a:lnTo>
                  <a:pt x="1" y="178"/>
                </a:lnTo>
                <a:lnTo>
                  <a:pt x="1" y="573"/>
                </a:lnTo>
                <a:lnTo>
                  <a:pt x="308" y="397"/>
                </a:lnTo>
                <a:lnTo>
                  <a:pt x="3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1"/>
          <p:cNvSpPr/>
          <p:nvPr/>
        </p:nvSpPr>
        <p:spPr>
          <a:xfrm>
            <a:off x="980740" y="4483819"/>
            <a:ext cx="44902" cy="26421"/>
          </a:xfrm>
          <a:custGeom>
            <a:rect b="b" l="l" r="r" t="t"/>
            <a:pathLst>
              <a:path extrusionOk="0" h="193" w="328">
                <a:moveTo>
                  <a:pt x="317" y="0"/>
                </a:moveTo>
                <a:lnTo>
                  <a:pt x="10" y="182"/>
                </a:lnTo>
                <a:lnTo>
                  <a:pt x="0" y="189"/>
                </a:lnTo>
                <a:lnTo>
                  <a:pt x="10" y="193"/>
                </a:lnTo>
                <a:lnTo>
                  <a:pt x="327" y="7"/>
                </a:lnTo>
                <a:lnTo>
                  <a:pt x="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1"/>
          <p:cNvSpPr/>
          <p:nvPr/>
        </p:nvSpPr>
        <p:spPr>
          <a:xfrm>
            <a:off x="1024137" y="4428649"/>
            <a:ext cx="1506" cy="56128"/>
          </a:xfrm>
          <a:custGeom>
            <a:rect b="b" l="l" r="r" t="t"/>
            <a:pathLst>
              <a:path extrusionOk="0" h="410" w="11">
                <a:moveTo>
                  <a:pt x="2" y="0"/>
                </a:moveTo>
                <a:lnTo>
                  <a:pt x="2" y="11"/>
                </a:lnTo>
                <a:lnTo>
                  <a:pt x="0" y="403"/>
                </a:lnTo>
                <a:lnTo>
                  <a:pt x="10" y="410"/>
                </a:lnTo>
                <a:lnTo>
                  <a:pt x="10" y="4"/>
                </a:ln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1"/>
          <p:cNvSpPr/>
          <p:nvPr/>
        </p:nvSpPr>
        <p:spPr>
          <a:xfrm>
            <a:off x="978139" y="4452469"/>
            <a:ext cx="1506" cy="62014"/>
          </a:xfrm>
          <a:custGeom>
            <a:rect b="b" l="l" r="r" t="t"/>
            <a:pathLst>
              <a:path extrusionOk="0" h="453" w="11">
                <a:moveTo>
                  <a:pt x="1" y="0"/>
                </a:moveTo>
                <a:lnTo>
                  <a:pt x="1" y="448"/>
                </a:lnTo>
                <a:lnTo>
                  <a:pt x="11" y="452"/>
                </a:lnTo>
                <a:lnTo>
                  <a:pt x="11" y="4"/>
                </a:lnTo>
                <a:lnTo>
                  <a:pt x="1"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1"/>
          <p:cNvSpPr/>
          <p:nvPr/>
        </p:nvSpPr>
        <p:spPr>
          <a:xfrm>
            <a:off x="978139" y="4424405"/>
            <a:ext cx="49967" cy="28748"/>
          </a:xfrm>
          <a:custGeom>
            <a:rect b="b" l="l" r="r" t="t"/>
            <a:pathLst>
              <a:path extrusionOk="0" h="210" w="365">
                <a:moveTo>
                  <a:pt x="357" y="1"/>
                </a:moveTo>
                <a:lnTo>
                  <a:pt x="1" y="205"/>
                </a:lnTo>
                <a:lnTo>
                  <a:pt x="11" y="209"/>
                </a:lnTo>
                <a:lnTo>
                  <a:pt x="365" y="5"/>
                </a:lnTo>
                <a:lnTo>
                  <a:pt x="35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1"/>
          <p:cNvSpPr/>
          <p:nvPr/>
        </p:nvSpPr>
        <p:spPr>
          <a:xfrm>
            <a:off x="979235" y="4424953"/>
            <a:ext cx="48872" cy="89530"/>
          </a:xfrm>
          <a:custGeom>
            <a:rect b="b" l="l" r="r" t="t"/>
            <a:pathLst>
              <a:path extrusionOk="0" h="654" w="357">
                <a:moveTo>
                  <a:pt x="343" y="36"/>
                </a:moveTo>
                <a:lnTo>
                  <a:pt x="341" y="439"/>
                </a:lnTo>
                <a:lnTo>
                  <a:pt x="21" y="623"/>
                </a:lnTo>
                <a:lnTo>
                  <a:pt x="21" y="612"/>
                </a:lnTo>
                <a:lnTo>
                  <a:pt x="23" y="220"/>
                </a:lnTo>
                <a:lnTo>
                  <a:pt x="332" y="40"/>
                </a:lnTo>
                <a:lnTo>
                  <a:pt x="343" y="36"/>
                </a:lnTo>
                <a:close/>
                <a:moveTo>
                  <a:pt x="357" y="1"/>
                </a:moveTo>
                <a:lnTo>
                  <a:pt x="3" y="205"/>
                </a:lnTo>
                <a:lnTo>
                  <a:pt x="1" y="653"/>
                </a:lnTo>
                <a:lnTo>
                  <a:pt x="1" y="653"/>
                </a:lnTo>
                <a:lnTo>
                  <a:pt x="353" y="449"/>
                </a:lnTo>
                <a:lnTo>
                  <a:pt x="3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1"/>
          <p:cNvSpPr/>
          <p:nvPr/>
        </p:nvSpPr>
        <p:spPr>
          <a:xfrm>
            <a:off x="982109" y="4430018"/>
            <a:ext cx="42438" cy="78853"/>
          </a:xfrm>
          <a:custGeom>
            <a:rect b="b" l="l" r="r" t="t"/>
            <a:pathLst>
              <a:path extrusionOk="0" h="576" w="310">
                <a:moveTo>
                  <a:pt x="309" y="1"/>
                </a:moveTo>
                <a:lnTo>
                  <a:pt x="0" y="179"/>
                </a:lnTo>
                <a:lnTo>
                  <a:pt x="0" y="575"/>
                </a:lnTo>
                <a:lnTo>
                  <a:pt x="307" y="393"/>
                </a:lnTo>
                <a:lnTo>
                  <a:pt x="3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1"/>
          <p:cNvSpPr/>
          <p:nvPr/>
        </p:nvSpPr>
        <p:spPr>
          <a:xfrm>
            <a:off x="934469" y="4510378"/>
            <a:ext cx="44902" cy="26284"/>
          </a:xfrm>
          <a:custGeom>
            <a:rect b="b" l="l" r="r" t="t"/>
            <a:pathLst>
              <a:path extrusionOk="0" h="192" w="328">
                <a:moveTo>
                  <a:pt x="320" y="1"/>
                </a:moveTo>
                <a:lnTo>
                  <a:pt x="11" y="181"/>
                </a:lnTo>
                <a:lnTo>
                  <a:pt x="1" y="185"/>
                </a:lnTo>
                <a:lnTo>
                  <a:pt x="11" y="191"/>
                </a:lnTo>
                <a:lnTo>
                  <a:pt x="328" y="7"/>
                </a:lnTo>
                <a:lnTo>
                  <a:pt x="3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1"/>
          <p:cNvSpPr/>
          <p:nvPr/>
        </p:nvSpPr>
        <p:spPr>
          <a:xfrm>
            <a:off x="978139" y="4455207"/>
            <a:ext cx="1506" cy="56128"/>
          </a:xfrm>
          <a:custGeom>
            <a:rect b="b" l="l" r="r" t="t"/>
            <a:pathLst>
              <a:path extrusionOk="0" h="410" w="11">
                <a:moveTo>
                  <a:pt x="1" y="1"/>
                </a:moveTo>
                <a:lnTo>
                  <a:pt x="1" y="11"/>
                </a:lnTo>
                <a:lnTo>
                  <a:pt x="1" y="404"/>
                </a:lnTo>
                <a:lnTo>
                  <a:pt x="9" y="410"/>
                </a:lnTo>
                <a:lnTo>
                  <a:pt x="11" y="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1"/>
          <p:cNvSpPr/>
          <p:nvPr/>
        </p:nvSpPr>
        <p:spPr>
          <a:xfrm>
            <a:off x="932004" y="4479028"/>
            <a:ext cx="1506" cy="62014"/>
          </a:xfrm>
          <a:custGeom>
            <a:rect b="b" l="l" r="r" t="t"/>
            <a:pathLst>
              <a:path extrusionOk="0" h="453" w="11">
                <a:moveTo>
                  <a:pt x="2" y="1"/>
                </a:moveTo>
                <a:lnTo>
                  <a:pt x="0" y="449"/>
                </a:lnTo>
                <a:lnTo>
                  <a:pt x="10" y="453"/>
                </a:lnTo>
                <a:lnTo>
                  <a:pt x="10" y="5"/>
                </a:lnTo>
                <a:lnTo>
                  <a:pt x="2"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1"/>
          <p:cNvSpPr/>
          <p:nvPr/>
        </p:nvSpPr>
        <p:spPr>
          <a:xfrm>
            <a:off x="932278" y="4450690"/>
            <a:ext cx="49967" cy="29022"/>
          </a:xfrm>
          <a:custGeom>
            <a:rect b="b" l="l" r="r" t="t"/>
            <a:pathLst>
              <a:path extrusionOk="0" h="212" w="365">
                <a:moveTo>
                  <a:pt x="354" y="1"/>
                </a:moveTo>
                <a:lnTo>
                  <a:pt x="0" y="208"/>
                </a:lnTo>
                <a:lnTo>
                  <a:pt x="8" y="212"/>
                </a:lnTo>
                <a:lnTo>
                  <a:pt x="364" y="5"/>
                </a:lnTo>
                <a:lnTo>
                  <a:pt x="35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1"/>
          <p:cNvSpPr/>
          <p:nvPr/>
        </p:nvSpPr>
        <p:spPr>
          <a:xfrm>
            <a:off x="933373" y="4451374"/>
            <a:ext cx="48872" cy="89394"/>
          </a:xfrm>
          <a:custGeom>
            <a:rect b="b" l="l" r="r" t="t"/>
            <a:pathLst>
              <a:path extrusionOk="0" h="653" w="357">
                <a:moveTo>
                  <a:pt x="340" y="33"/>
                </a:moveTo>
                <a:lnTo>
                  <a:pt x="338" y="438"/>
                </a:lnTo>
                <a:lnTo>
                  <a:pt x="19" y="622"/>
                </a:lnTo>
                <a:lnTo>
                  <a:pt x="19" y="612"/>
                </a:lnTo>
                <a:lnTo>
                  <a:pt x="21" y="217"/>
                </a:lnTo>
                <a:lnTo>
                  <a:pt x="330" y="39"/>
                </a:lnTo>
                <a:lnTo>
                  <a:pt x="340" y="33"/>
                </a:lnTo>
                <a:close/>
                <a:moveTo>
                  <a:pt x="356" y="0"/>
                </a:moveTo>
                <a:lnTo>
                  <a:pt x="2" y="205"/>
                </a:lnTo>
                <a:lnTo>
                  <a:pt x="0" y="653"/>
                </a:lnTo>
                <a:lnTo>
                  <a:pt x="0" y="653"/>
                </a:lnTo>
                <a:lnTo>
                  <a:pt x="354" y="448"/>
                </a:lnTo>
                <a:lnTo>
                  <a:pt x="35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1"/>
          <p:cNvSpPr/>
          <p:nvPr/>
        </p:nvSpPr>
        <p:spPr>
          <a:xfrm>
            <a:off x="935838" y="4456576"/>
            <a:ext cx="42438" cy="78579"/>
          </a:xfrm>
          <a:custGeom>
            <a:rect b="b" l="l" r="r" t="t"/>
            <a:pathLst>
              <a:path extrusionOk="0" h="574" w="310">
                <a:moveTo>
                  <a:pt x="310" y="1"/>
                </a:moveTo>
                <a:lnTo>
                  <a:pt x="1" y="179"/>
                </a:lnTo>
                <a:lnTo>
                  <a:pt x="1" y="574"/>
                </a:lnTo>
                <a:lnTo>
                  <a:pt x="310" y="394"/>
                </a:lnTo>
                <a:lnTo>
                  <a:pt x="3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1"/>
          <p:cNvSpPr/>
          <p:nvPr/>
        </p:nvSpPr>
        <p:spPr>
          <a:xfrm>
            <a:off x="933373" y="4459177"/>
            <a:ext cx="153872" cy="89804"/>
          </a:xfrm>
          <a:custGeom>
            <a:rect b="b" l="l" r="r" t="t"/>
            <a:pathLst>
              <a:path extrusionOk="0" h="656" w="1124">
                <a:moveTo>
                  <a:pt x="1029" y="0"/>
                </a:moveTo>
                <a:lnTo>
                  <a:pt x="94" y="543"/>
                </a:lnTo>
                <a:lnTo>
                  <a:pt x="47" y="569"/>
                </a:lnTo>
                <a:lnTo>
                  <a:pt x="0" y="598"/>
                </a:lnTo>
                <a:lnTo>
                  <a:pt x="47" y="626"/>
                </a:lnTo>
                <a:lnTo>
                  <a:pt x="94" y="655"/>
                </a:lnTo>
                <a:lnTo>
                  <a:pt x="1124" y="56"/>
                </a:lnTo>
                <a:lnTo>
                  <a:pt x="1029" y="0"/>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1"/>
          <p:cNvSpPr/>
          <p:nvPr/>
        </p:nvSpPr>
        <p:spPr>
          <a:xfrm>
            <a:off x="1074242" y="4398120"/>
            <a:ext cx="13279" cy="68722"/>
          </a:xfrm>
          <a:custGeom>
            <a:rect b="b" l="l" r="r" t="t"/>
            <a:pathLst>
              <a:path extrusionOk="0" h="502" w="97">
                <a:moveTo>
                  <a:pt x="3" y="0"/>
                </a:moveTo>
                <a:lnTo>
                  <a:pt x="3" y="113"/>
                </a:lnTo>
                <a:lnTo>
                  <a:pt x="0" y="446"/>
                </a:lnTo>
                <a:lnTo>
                  <a:pt x="95" y="502"/>
                </a:lnTo>
                <a:lnTo>
                  <a:pt x="97" y="58"/>
                </a:lnTo>
                <a:lnTo>
                  <a:pt x="48" y="29"/>
                </a:lnTo>
                <a:lnTo>
                  <a:pt x="3" y="0"/>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1"/>
          <p:cNvSpPr/>
          <p:nvPr/>
        </p:nvSpPr>
        <p:spPr>
          <a:xfrm>
            <a:off x="927213" y="4386621"/>
            <a:ext cx="167288" cy="173448"/>
          </a:xfrm>
          <a:custGeom>
            <a:rect b="b" l="l" r="r" t="t"/>
            <a:pathLst>
              <a:path extrusionOk="0" h="1267" w="1222">
                <a:moveTo>
                  <a:pt x="1169" y="144"/>
                </a:moveTo>
                <a:lnTo>
                  <a:pt x="1167" y="588"/>
                </a:lnTo>
                <a:lnTo>
                  <a:pt x="139" y="1185"/>
                </a:lnTo>
                <a:lnTo>
                  <a:pt x="137" y="1075"/>
                </a:lnTo>
                <a:lnTo>
                  <a:pt x="139" y="741"/>
                </a:lnTo>
                <a:lnTo>
                  <a:pt x="1074" y="199"/>
                </a:lnTo>
                <a:lnTo>
                  <a:pt x="1169" y="144"/>
                </a:lnTo>
                <a:close/>
                <a:moveTo>
                  <a:pt x="1128" y="0"/>
                </a:moveTo>
                <a:lnTo>
                  <a:pt x="2" y="655"/>
                </a:lnTo>
                <a:lnTo>
                  <a:pt x="0" y="1210"/>
                </a:lnTo>
                <a:lnTo>
                  <a:pt x="94" y="1267"/>
                </a:lnTo>
                <a:cubicBezTo>
                  <a:pt x="94" y="1267"/>
                  <a:pt x="94" y="1267"/>
                  <a:pt x="94" y="1267"/>
                </a:cubicBezTo>
                <a:cubicBezTo>
                  <a:pt x="96" y="1267"/>
                  <a:pt x="1220" y="612"/>
                  <a:pt x="1220" y="612"/>
                </a:cubicBezTo>
                <a:lnTo>
                  <a:pt x="1222" y="56"/>
                </a:lnTo>
                <a:lnTo>
                  <a:pt x="11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1"/>
          <p:cNvSpPr/>
          <p:nvPr/>
        </p:nvSpPr>
        <p:spPr>
          <a:xfrm>
            <a:off x="1273430" y="4318582"/>
            <a:ext cx="44628" cy="26421"/>
          </a:xfrm>
          <a:custGeom>
            <a:rect b="b" l="l" r="r" t="t"/>
            <a:pathLst>
              <a:path extrusionOk="0" h="193" w="326">
                <a:moveTo>
                  <a:pt x="317" y="0"/>
                </a:moveTo>
                <a:lnTo>
                  <a:pt x="8" y="182"/>
                </a:lnTo>
                <a:lnTo>
                  <a:pt x="0" y="189"/>
                </a:lnTo>
                <a:lnTo>
                  <a:pt x="8" y="193"/>
                </a:lnTo>
                <a:lnTo>
                  <a:pt x="325" y="6"/>
                </a:lnTo>
                <a:lnTo>
                  <a:pt x="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1"/>
          <p:cNvSpPr/>
          <p:nvPr/>
        </p:nvSpPr>
        <p:spPr>
          <a:xfrm>
            <a:off x="1316827" y="4263412"/>
            <a:ext cx="1232" cy="56128"/>
          </a:xfrm>
          <a:custGeom>
            <a:rect b="b" l="l" r="r" t="t"/>
            <a:pathLst>
              <a:path extrusionOk="0" h="410" w="9">
                <a:moveTo>
                  <a:pt x="0" y="0"/>
                </a:moveTo>
                <a:lnTo>
                  <a:pt x="0" y="10"/>
                </a:lnTo>
                <a:lnTo>
                  <a:pt x="0" y="403"/>
                </a:lnTo>
                <a:lnTo>
                  <a:pt x="8" y="409"/>
                </a:lnTo>
                <a:lnTo>
                  <a:pt x="8" y="4"/>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1"/>
          <p:cNvSpPr/>
          <p:nvPr/>
        </p:nvSpPr>
        <p:spPr>
          <a:xfrm>
            <a:off x="1270829" y="4287232"/>
            <a:ext cx="1232" cy="62014"/>
          </a:xfrm>
          <a:custGeom>
            <a:rect b="b" l="l" r="r" t="t"/>
            <a:pathLst>
              <a:path extrusionOk="0" h="453" w="9">
                <a:moveTo>
                  <a:pt x="1" y="0"/>
                </a:moveTo>
                <a:lnTo>
                  <a:pt x="1" y="448"/>
                </a:lnTo>
                <a:lnTo>
                  <a:pt x="9" y="452"/>
                </a:lnTo>
                <a:lnTo>
                  <a:pt x="9" y="4"/>
                </a:lnTo>
                <a:lnTo>
                  <a:pt x="1"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1"/>
          <p:cNvSpPr/>
          <p:nvPr/>
        </p:nvSpPr>
        <p:spPr>
          <a:xfrm>
            <a:off x="1270829" y="4259168"/>
            <a:ext cx="49967" cy="28748"/>
          </a:xfrm>
          <a:custGeom>
            <a:rect b="b" l="l" r="r" t="t"/>
            <a:pathLst>
              <a:path extrusionOk="0" h="210" w="365">
                <a:moveTo>
                  <a:pt x="355" y="1"/>
                </a:moveTo>
                <a:lnTo>
                  <a:pt x="1" y="205"/>
                </a:lnTo>
                <a:lnTo>
                  <a:pt x="9" y="209"/>
                </a:lnTo>
                <a:lnTo>
                  <a:pt x="365" y="5"/>
                </a:lnTo>
                <a:lnTo>
                  <a:pt x="35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1"/>
          <p:cNvSpPr/>
          <p:nvPr/>
        </p:nvSpPr>
        <p:spPr>
          <a:xfrm>
            <a:off x="1272198" y="4259715"/>
            <a:ext cx="48598" cy="89530"/>
          </a:xfrm>
          <a:custGeom>
            <a:rect b="b" l="l" r="r" t="t"/>
            <a:pathLst>
              <a:path extrusionOk="0" h="654" w="355">
                <a:moveTo>
                  <a:pt x="339" y="35"/>
                </a:moveTo>
                <a:lnTo>
                  <a:pt x="336" y="438"/>
                </a:lnTo>
                <a:lnTo>
                  <a:pt x="17" y="623"/>
                </a:lnTo>
                <a:lnTo>
                  <a:pt x="17" y="612"/>
                </a:lnTo>
                <a:lnTo>
                  <a:pt x="19" y="220"/>
                </a:lnTo>
                <a:lnTo>
                  <a:pt x="328" y="40"/>
                </a:lnTo>
                <a:lnTo>
                  <a:pt x="339" y="35"/>
                </a:lnTo>
                <a:close/>
                <a:moveTo>
                  <a:pt x="355" y="1"/>
                </a:moveTo>
                <a:lnTo>
                  <a:pt x="1" y="205"/>
                </a:lnTo>
                <a:lnTo>
                  <a:pt x="1" y="653"/>
                </a:lnTo>
                <a:lnTo>
                  <a:pt x="355" y="449"/>
                </a:lnTo>
                <a:lnTo>
                  <a:pt x="35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1"/>
          <p:cNvSpPr/>
          <p:nvPr/>
        </p:nvSpPr>
        <p:spPr>
          <a:xfrm>
            <a:off x="1274526" y="4264781"/>
            <a:ext cx="42438" cy="78853"/>
          </a:xfrm>
          <a:custGeom>
            <a:rect b="b" l="l" r="r" t="t"/>
            <a:pathLst>
              <a:path extrusionOk="0" h="576" w="310">
                <a:moveTo>
                  <a:pt x="309" y="0"/>
                </a:moveTo>
                <a:lnTo>
                  <a:pt x="0" y="178"/>
                </a:lnTo>
                <a:lnTo>
                  <a:pt x="0" y="575"/>
                </a:lnTo>
                <a:lnTo>
                  <a:pt x="309" y="393"/>
                </a:lnTo>
                <a:lnTo>
                  <a:pt x="3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1"/>
          <p:cNvSpPr/>
          <p:nvPr/>
        </p:nvSpPr>
        <p:spPr>
          <a:xfrm>
            <a:off x="1226885" y="4345688"/>
            <a:ext cx="44902" cy="25600"/>
          </a:xfrm>
          <a:custGeom>
            <a:rect b="b" l="l" r="r" t="t"/>
            <a:pathLst>
              <a:path extrusionOk="0" h="187" w="328">
                <a:moveTo>
                  <a:pt x="320" y="1"/>
                </a:moveTo>
                <a:lnTo>
                  <a:pt x="11" y="177"/>
                </a:lnTo>
                <a:lnTo>
                  <a:pt x="0" y="181"/>
                </a:lnTo>
                <a:lnTo>
                  <a:pt x="11" y="187"/>
                </a:lnTo>
                <a:lnTo>
                  <a:pt x="328" y="5"/>
                </a:lnTo>
                <a:lnTo>
                  <a:pt x="3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1"/>
          <p:cNvSpPr/>
          <p:nvPr/>
        </p:nvSpPr>
        <p:spPr>
          <a:xfrm>
            <a:off x="1270556" y="4289970"/>
            <a:ext cx="1506" cy="56401"/>
          </a:xfrm>
          <a:custGeom>
            <a:rect b="b" l="l" r="r" t="t"/>
            <a:pathLst>
              <a:path extrusionOk="0" h="412" w="11">
                <a:moveTo>
                  <a:pt x="1" y="1"/>
                </a:moveTo>
                <a:lnTo>
                  <a:pt x="1" y="13"/>
                </a:lnTo>
                <a:lnTo>
                  <a:pt x="1" y="408"/>
                </a:lnTo>
                <a:lnTo>
                  <a:pt x="9" y="412"/>
                </a:lnTo>
                <a:lnTo>
                  <a:pt x="11" y="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1"/>
          <p:cNvSpPr/>
          <p:nvPr/>
        </p:nvSpPr>
        <p:spPr>
          <a:xfrm>
            <a:off x="1224421" y="4313791"/>
            <a:ext cx="1506" cy="62014"/>
          </a:xfrm>
          <a:custGeom>
            <a:rect b="b" l="l" r="r" t="t"/>
            <a:pathLst>
              <a:path extrusionOk="0" h="453" w="11">
                <a:moveTo>
                  <a:pt x="2" y="1"/>
                </a:moveTo>
                <a:lnTo>
                  <a:pt x="0" y="449"/>
                </a:lnTo>
                <a:lnTo>
                  <a:pt x="10" y="453"/>
                </a:lnTo>
                <a:lnTo>
                  <a:pt x="10" y="5"/>
                </a:lnTo>
                <a:lnTo>
                  <a:pt x="2"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1"/>
          <p:cNvSpPr/>
          <p:nvPr/>
        </p:nvSpPr>
        <p:spPr>
          <a:xfrm>
            <a:off x="1224694" y="4285726"/>
            <a:ext cx="49967" cy="28748"/>
          </a:xfrm>
          <a:custGeom>
            <a:rect b="b" l="l" r="r" t="t"/>
            <a:pathLst>
              <a:path extrusionOk="0" h="210" w="365">
                <a:moveTo>
                  <a:pt x="354" y="1"/>
                </a:moveTo>
                <a:lnTo>
                  <a:pt x="0" y="206"/>
                </a:lnTo>
                <a:lnTo>
                  <a:pt x="8" y="210"/>
                </a:lnTo>
                <a:lnTo>
                  <a:pt x="364" y="5"/>
                </a:lnTo>
                <a:lnTo>
                  <a:pt x="35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1"/>
          <p:cNvSpPr/>
          <p:nvPr/>
        </p:nvSpPr>
        <p:spPr>
          <a:xfrm>
            <a:off x="1225790" y="4286411"/>
            <a:ext cx="48872" cy="89394"/>
          </a:xfrm>
          <a:custGeom>
            <a:rect b="b" l="l" r="r" t="t"/>
            <a:pathLst>
              <a:path extrusionOk="0" h="653" w="357">
                <a:moveTo>
                  <a:pt x="340" y="31"/>
                </a:moveTo>
                <a:lnTo>
                  <a:pt x="338" y="436"/>
                </a:lnTo>
                <a:lnTo>
                  <a:pt x="19" y="620"/>
                </a:lnTo>
                <a:lnTo>
                  <a:pt x="19" y="610"/>
                </a:lnTo>
                <a:lnTo>
                  <a:pt x="21" y="215"/>
                </a:lnTo>
                <a:lnTo>
                  <a:pt x="330" y="37"/>
                </a:lnTo>
                <a:lnTo>
                  <a:pt x="340" y="31"/>
                </a:lnTo>
                <a:close/>
                <a:moveTo>
                  <a:pt x="356" y="0"/>
                </a:moveTo>
                <a:lnTo>
                  <a:pt x="2" y="205"/>
                </a:lnTo>
                <a:lnTo>
                  <a:pt x="0" y="653"/>
                </a:lnTo>
                <a:lnTo>
                  <a:pt x="0" y="653"/>
                </a:lnTo>
                <a:lnTo>
                  <a:pt x="352" y="448"/>
                </a:lnTo>
                <a:lnTo>
                  <a:pt x="35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1"/>
          <p:cNvSpPr/>
          <p:nvPr/>
        </p:nvSpPr>
        <p:spPr>
          <a:xfrm>
            <a:off x="1228254" y="4291613"/>
            <a:ext cx="42438" cy="78305"/>
          </a:xfrm>
          <a:custGeom>
            <a:rect b="b" l="l" r="r" t="t"/>
            <a:pathLst>
              <a:path extrusionOk="0" h="572" w="310">
                <a:moveTo>
                  <a:pt x="310" y="1"/>
                </a:moveTo>
                <a:lnTo>
                  <a:pt x="1" y="177"/>
                </a:lnTo>
                <a:lnTo>
                  <a:pt x="1" y="572"/>
                </a:lnTo>
                <a:lnTo>
                  <a:pt x="310" y="396"/>
                </a:lnTo>
                <a:lnTo>
                  <a:pt x="3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1"/>
          <p:cNvSpPr/>
          <p:nvPr/>
        </p:nvSpPr>
        <p:spPr>
          <a:xfrm>
            <a:off x="1180887" y="4371836"/>
            <a:ext cx="45039" cy="26147"/>
          </a:xfrm>
          <a:custGeom>
            <a:rect b="b" l="l" r="r" t="t"/>
            <a:pathLst>
              <a:path extrusionOk="0" h="191" w="329">
                <a:moveTo>
                  <a:pt x="318" y="0"/>
                </a:moveTo>
                <a:lnTo>
                  <a:pt x="9" y="180"/>
                </a:lnTo>
                <a:lnTo>
                  <a:pt x="1" y="184"/>
                </a:lnTo>
                <a:lnTo>
                  <a:pt x="9" y="190"/>
                </a:lnTo>
                <a:lnTo>
                  <a:pt x="328" y="6"/>
                </a:lnTo>
                <a:lnTo>
                  <a:pt x="3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1"/>
          <p:cNvSpPr/>
          <p:nvPr/>
        </p:nvSpPr>
        <p:spPr>
          <a:xfrm>
            <a:off x="1224421" y="4316529"/>
            <a:ext cx="1506" cy="56265"/>
          </a:xfrm>
          <a:custGeom>
            <a:rect b="b" l="l" r="r" t="t"/>
            <a:pathLst>
              <a:path extrusionOk="0" h="411" w="11">
                <a:moveTo>
                  <a:pt x="2" y="1"/>
                </a:moveTo>
                <a:lnTo>
                  <a:pt x="2" y="11"/>
                </a:lnTo>
                <a:lnTo>
                  <a:pt x="0" y="404"/>
                </a:lnTo>
                <a:lnTo>
                  <a:pt x="10" y="410"/>
                </a:lnTo>
                <a:lnTo>
                  <a:pt x="10" y="5"/>
                </a:lnTo>
                <a:lnTo>
                  <a:pt x="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1"/>
          <p:cNvSpPr/>
          <p:nvPr/>
        </p:nvSpPr>
        <p:spPr>
          <a:xfrm>
            <a:off x="1178423" y="4340349"/>
            <a:ext cx="1506" cy="61740"/>
          </a:xfrm>
          <a:custGeom>
            <a:rect b="b" l="l" r="r" t="t"/>
            <a:pathLst>
              <a:path extrusionOk="0" h="451" w="11">
                <a:moveTo>
                  <a:pt x="1" y="1"/>
                </a:moveTo>
                <a:lnTo>
                  <a:pt x="1" y="445"/>
                </a:lnTo>
                <a:lnTo>
                  <a:pt x="9" y="451"/>
                </a:lnTo>
                <a:lnTo>
                  <a:pt x="11" y="5"/>
                </a:lnTo>
                <a:lnTo>
                  <a:pt x="1"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1"/>
          <p:cNvSpPr/>
          <p:nvPr/>
        </p:nvSpPr>
        <p:spPr>
          <a:xfrm>
            <a:off x="1178423" y="4312422"/>
            <a:ext cx="49967" cy="28611"/>
          </a:xfrm>
          <a:custGeom>
            <a:rect b="b" l="l" r="r" t="t"/>
            <a:pathLst>
              <a:path extrusionOk="0" h="209" w="365">
                <a:moveTo>
                  <a:pt x="357" y="0"/>
                </a:moveTo>
                <a:lnTo>
                  <a:pt x="1" y="205"/>
                </a:lnTo>
                <a:lnTo>
                  <a:pt x="11" y="209"/>
                </a:lnTo>
                <a:lnTo>
                  <a:pt x="365" y="4"/>
                </a:lnTo>
                <a:lnTo>
                  <a:pt x="3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1"/>
          <p:cNvSpPr/>
          <p:nvPr/>
        </p:nvSpPr>
        <p:spPr>
          <a:xfrm>
            <a:off x="1179518" y="4312969"/>
            <a:ext cx="48872" cy="89530"/>
          </a:xfrm>
          <a:custGeom>
            <a:rect b="b" l="l" r="r" t="t"/>
            <a:pathLst>
              <a:path extrusionOk="0" h="654" w="357">
                <a:moveTo>
                  <a:pt x="340" y="31"/>
                </a:moveTo>
                <a:lnTo>
                  <a:pt x="338" y="436"/>
                </a:lnTo>
                <a:lnTo>
                  <a:pt x="19" y="620"/>
                </a:lnTo>
                <a:lnTo>
                  <a:pt x="19" y="610"/>
                </a:lnTo>
                <a:lnTo>
                  <a:pt x="21" y="215"/>
                </a:lnTo>
                <a:lnTo>
                  <a:pt x="330" y="37"/>
                </a:lnTo>
                <a:lnTo>
                  <a:pt x="340" y="31"/>
                </a:lnTo>
                <a:close/>
                <a:moveTo>
                  <a:pt x="357" y="0"/>
                </a:moveTo>
                <a:lnTo>
                  <a:pt x="3" y="205"/>
                </a:lnTo>
                <a:lnTo>
                  <a:pt x="1" y="653"/>
                </a:lnTo>
                <a:lnTo>
                  <a:pt x="1" y="653"/>
                </a:lnTo>
                <a:lnTo>
                  <a:pt x="353" y="448"/>
                </a:lnTo>
                <a:lnTo>
                  <a:pt x="3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1"/>
          <p:cNvSpPr/>
          <p:nvPr/>
        </p:nvSpPr>
        <p:spPr>
          <a:xfrm>
            <a:off x="1182119" y="4318034"/>
            <a:ext cx="42712" cy="78579"/>
          </a:xfrm>
          <a:custGeom>
            <a:rect b="b" l="l" r="r" t="t"/>
            <a:pathLst>
              <a:path extrusionOk="0" h="574" w="312">
                <a:moveTo>
                  <a:pt x="311" y="0"/>
                </a:moveTo>
                <a:lnTo>
                  <a:pt x="2" y="178"/>
                </a:lnTo>
                <a:lnTo>
                  <a:pt x="0" y="573"/>
                </a:lnTo>
                <a:lnTo>
                  <a:pt x="0" y="573"/>
                </a:lnTo>
                <a:lnTo>
                  <a:pt x="309" y="393"/>
                </a:lnTo>
                <a:lnTo>
                  <a:pt x="3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1"/>
          <p:cNvSpPr/>
          <p:nvPr/>
        </p:nvSpPr>
        <p:spPr>
          <a:xfrm>
            <a:off x="1179518" y="4320499"/>
            <a:ext cx="154146" cy="89804"/>
          </a:xfrm>
          <a:custGeom>
            <a:rect b="b" l="l" r="r" t="t"/>
            <a:pathLst>
              <a:path extrusionOk="0" h="656" w="1126">
                <a:moveTo>
                  <a:pt x="1028" y="1"/>
                </a:moveTo>
                <a:lnTo>
                  <a:pt x="95" y="543"/>
                </a:lnTo>
                <a:lnTo>
                  <a:pt x="46" y="569"/>
                </a:lnTo>
                <a:lnTo>
                  <a:pt x="1" y="598"/>
                </a:lnTo>
                <a:lnTo>
                  <a:pt x="46" y="627"/>
                </a:lnTo>
                <a:lnTo>
                  <a:pt x="97" y="655"/>
                </a:lnTo>
                <a:lnTo>
                  <a:pt x="1126" y="56"/>
                </a:lnTo>
                <a:lnTo>
                  <a:pt x="1028" y="1"/>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1"/>
          <p:cNvSpPr/>
          <p:nvPr/>
        </p:nvSpPr>
        <p:spPr>
          <a:xfrm>
            <a:off x="1320113" y="4259442"/>
            <a:ext cx="13553" cy="68722"/>
          </a:xfrm>
          <a:custGeom>
            <a:rect b="b" l="l" r="r" t="t"/>
            <a:pathLst>
              <a:path extrusionOk="0" h="502" w="99">
                <a:moveTo>
                  <a:pt x="5" y="1"/>
                </a:moveTo>
                <a:lnTo>
                  <a:pt x="5" y="113"/>
                </a:lnTo>
                <a:lnTo>
                  <a:pt x="1" y="447"/>
                </a:lnTo>
                <a:lnTo>
                  <a:pt x="99" y="502"/>
                </a:lnTo>
                <a:lnTo>
                  <a:pt x="99" y="58"/>
                </a:lnTo>
                <a:lnTo>
                  <a:pt x="50" y="29"/>
                </a:lnTo>
                <a:lnTo>
                  <a:pt x="5" y="1"/>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1"/>
          <p:cNvSpPr/>
          <p:nvPr/>
        </p:nvSpPr>
        <p:spPr>
          <a:xfrm>
            <a:off x="1173083" y="4248216"/>
            <a:ext cx="167699" cy="173585"/>
          </a:xfrm>
          <a:custGeom>
            <a:rect b="b" l="l" r="r" t="t"/>
            <a:pathLst>
              <a:path extrusionOk="0" h="1268" w="1225">
                <a:moveTo>
                  <a:pt x="1175" y="142"/>
                </a:moveTo>
                <a:lnTo>
                  <a:pt x="1173" y="586"/>
                </a:lnTo>
                <a:lnTo>
                  <a:pt x="144" y="1183"/>
                </a:lnTo>
                <a:lnTo>
                  <a:pt x="142" y="1073"/>
                </a:lnTo>
                <a:lnTo>
                  <a:pt x="144" y="739"/>
                </a:lnTo>
                <a:lnTo>
                  <a:pt x="1079" y="197"/>
                </a:lnTo>
                <a:lnTo>
                  <a:pt x="1175" y="142"/>
                </a:lnTo>
                <a:close/>
                <a:moveTo>
                  <a:pt x="1130" y="1"/>
                </a:moveTo>
                <a:lnTo>
                  <a:pt x="5" y="655"/>
                </a:lnTo>
                <a:lnTo>
                  <a:pt x="1" y="1210"/>
                </a:lnTo>
                <a:lnTo>
                  <a:pt x="97" y="1267"/>
                </a:lnTo>
                <a:cubicBezTo>
                  <a:pt x="93" y="1265"/>
                  <a:pt x="1222" y="613"/>
                  <a:pt x="1222" y="613"/>
                </a:cubicBezTo>
                <a:lnTo>
                  <a:pt x="1224" y="58"/>
                </a:lnTo>
                <a:lnTo>
                  <a:pt x="11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1"/>
          <p:cNvSpPr/>
          <p:nvPr/>
        </p:nvSpPr>
        <p:spPr>
          <a:xfrm>
            <a:off x="1519575" y="4174838"/>
            <a:ext cx="44355" cy="26284"/>
          </a:xfrm>
          <a:custGeom>
            <a:rect b="b" l="l" r="r" t="t"/>
            <a:pathLst>
              <a:path extrusionOk="0" h="192" w="324">
                <a:moveTo>
                  <a:pt x="318" y="1"/>
                </a:moveTo>
                <a:lnTo>
                  <a:pt x="7" y="181"/>
                </a:lnTo>
                <a:lnTo>
                  <a:pt x="0" y="187"/>
                </a:lnTo>
                <a:lnTo>
                  <a:pt x="7" y="191"/>
                </a:lnTo>
                <a:lnTo>
                  <a:pt x="324" y="7"/>
                </a:lnTo>
                <a:lnTo>
                  <a:pt x="3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1"/>
          <p:cNvSpPr/>
          <p:nvPr/>
        </p:nvSpPr>
        <p:spPr>
          <a:xfrm>
            <a:off x="1562972" y="4119394"/>
            <a:ext cx="1506" cy="56401"/>
          </a:xfrm>
          <a:custGeom>
            <a:rect b="b" l="l" r="r" t="t"/>
            <a:pathLst>
              <a:path extrusionOk="0" h="412" w="11">
                <a:moveTo>
                  <a:pt x="1" y="1"/>
                </a:moveTo>
                <a:lnTo>
                  <a:pt x="1" y="11"/>
                </a:lnTo>
                <a:lnTo>
                  <a:pt x="1" y="406"/>
                </a:lnTo>
                <a:lnTo>
                  <a:pt x="7" y="412"/>
                </a:lnTo>
                <a:lnTo>
                  <a:pt x="11" y="7"/>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1"/>
          <p:cNvSpPr/>
          <p:nvPr/>
        </p:nvSpPr>
        <p:spPr>
          <a:xfrm>
            <a:off x="1517111" y="4143488"/>
            <a:ext cx="1506" cy="61740"/>
          </a:xfrm>
          <a:custGeom>
            <a:rect b="b" l="l" r="r" t="t"/>
            <a:pathLst>
              <a:path extrusionOk="0" h="451" w="11">
                <a:moveTo>
                  <a:pt x="0" y="1"/>
                </a:moveTo>
                <a:lnTo>
                  <a:pt x="0" y="447"/>
                </a:lnTo>
                <a:lnTo>
                  <a:pt x="8" y="451"/>
                </a:lnTo>
                <a:lnTo>
                  <a:pt x="10" y="7"/>
                </a:lnTo>
                <a:lnTo>
                  <a:pt x="0"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1"/>
          <p:cNvSpPr/>
          <p:nvPr/>
        </p:nvSpPr>
        <p:spPr>
          <a:xfrm>
            <a:off x="1517111" y="4115150"/>
            <a:ext cx="49694" cy="29296"/>
          </a:xfrm>
          <a:custGeom>
            <a:rect b="b" l="l" r="r" t="t"/>
            <a:pathLst>
              <a:path extrusionOk="0" h="214" w="363">
                <a:moveTo>
                  <a:pt x="352" y="1"/>
                </a:moveTo>
                <a:lnTo>
                  <a:pt x="0" y="208"/>
                </a:lnTo>
                <a:lnTo>
                  <a:pt x="10" y="214"/>
                </a:lnTo>
                <a:lnTo>
                  <a:pt x="362" y="7"/>
                </a:lnTo>
                <a:lnTo>
                  <a:pt x="35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1"/>
          <p:cNvSpPr/>
          <p:nvPr/>
        </p:nvSpPr>
        <p:spPr>
          <a:xfrm>
            <a:off x="1517932" y="4116108"/>
            <a:ext cx="48872" cy="89120"/>
          </a:xfrm>
          <a:custGeom>
            <a:rect b="b" l="l" r="r" t="t"/>
            <a:pathLst>
              <a:path extrusionOk="0" h="651" w="357">
                <a:moveTo>
                  <a:pt x="342" y="33"/>
                </a:moveTo>
                <a:lnTo>
                  <a:pt x="342" y="436"/>
                </a:lnTo>
                <a:lnTo>
                  <a:pt x="19" y="620"/>
                </a:lnTo>
                <a:lnTo>
                  <a:pt x="19" y="610"/>
                </a:lnTo>
                <a:lnTo>
                  <a:pt x="23" y="217"/>
                </a:lnTo>
                <a:lnTo>
                  <a:pt x="332" y="37"/>
                </a:lnTo>
                <a:lnTo>
                  <a:pt x="342" y="33"/>
                </a:lnTo>
                <a:close/>
                <a:moveTo>
                  <a:pt x="356" y="0"/>
                </a:moveTo>
                <a:lnTo>
                  <a:pt x="4" y="205"/>
                </a:lnTo>
                <a:lnTo>
                  <a:pt x="0" y="651"/>
                </a:lnTo>
                <a:lnTo>
                  <a:pt x="354" y="446"/>
                </a:lnTo>
                <a:lnTo>
                  <a:pt x="35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1"/>
          <p:cNvSpPr/>
          <p:nvPr/>
        </p:nvSpPr>
        <p:spPr>
          <a:xfrm>
            <a:off x="1520396" y="4120763"/>
            <a:ext cx="42712" cy="78853"/>
          </a:xfrm>
          <a:custGeom>
            <a:rect b="b" l="l" r="r" t="t"/>
            <a:pathLst>
              <a:path extrusionOk="0" h="576" w="312">
                <a:moveTo>
                  <a:pt x="312" y="1"/>
                </a:moveTo>
                <a:lnTo>
                  <a:pt x="5" y="183"/>
                </a:lnTo>
                <a:lnTo>
                  <a:pt x="1" y="576"/>
                </a:lnTo>
                <a:lnTo>
                  <a:pt x="312" y="396"/>
                </a:lnTo>
                <a:lnTo>
                  <a:pt x="3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1"/>
          <p:cNvSpPr/>
          <p:nvPr/>
        </p:nvSpPr>
        <p:spPr>
          <a:xfrm>
            <a:off x="1473303" y="4201807"/>
            <a:ext cx="45039" cy="25873"/>
          </a:xfrm>
          <a:custGeom>
            <a:rect b="b" l="l" r="r" t="t"/>
            <a:pathLst>
              <a:path extrusionOk="0" h="189" w="329">
                <a:moveTo>
                  <a:pt x="318" y="0"/>
                </a:moveTo>
                <a:lnTo>
                  <a:pt x="7" y="178"/>
                </a:lnTo>
                <a:lnTo>
                  <a:pt x="1" y="184"/>
                </a:lnTo>
                <a:lnTo>
                  <a:pt x="7" y="188"/>
                </a:lnTo>
                <a:lnTo>
                  <a:pt x="328" y="4"/>
                </a:lnTo>
                <a:lnTo>
                  <a:pt x="3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1"/>
          <p:cNvSpPr/>
          <p:nvPr/>
        </p:nvSpPr>
        <p:spPr>
          <a:xfrm>
            <a:off x="1516837" y="4146363"/>
            <a:ext cx="1506" cy="56128"/>
          </a:xfrm>
          <a:custGeom>
            <a:rect b="b" l="l" r="r" t="t"/>
            <a:pathLst>
              <a:path extrusionOk="0" h="410" w="11">
                <a:moveTo>
                  <a:pt x="0" y="0"/>
                </a:moveTo>
                <a:lnTo>
                  <a:pt x="0" y="10"/>
                </a:lnTo>
                <a:lnTo>
                  <a:pt x="0" y="405"/>
                </a:lnTo>
                <a:lnTo>
                  <a:pt x="10" y="409"/>
                </a:lnTo>
                <a:lnTo>
                  <a:pt x="10" y="6"/>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1"/>
          <p:cNvSpPr/>
          <p:nvPr/>
        </p:nvSpPr>
        <p:spPr>
          <a:xfrm>
            <a:off x="1470839" y="4169773"/>
            <a:ext cx="1232" cy="62151"/>
          </a:xfrm>
          <a:custGeom>
            <a:rect b="b" l="l" r="r" t="t"/>
            <a:pathLst>
              <a:path extrusionOk="0" h="454" w="9">
                <a:moveTo>
                  <a:pt x="0" y="1"/>
                </a:moveTo>
                <a:lnTo>
                  <a:pt x="0" y="449"/>
                </a:lnTo>
                <a:lnTo>
                  <a:pt x="9" y="453"/>
                </a:lnTo>
                <a:lnTo>
                  <a:pt x="9" y="7"/>
                </a:lnTo>
                <a:lnTo>
                  <a:pt x="0" y="1"/>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1"/>
          <p:cNvSpPr/>
          <p:nvPr/>
        </p:nvSpPr>
        <p:spPr>
          <a:xfrm>
            <a:off x="1470839" y="4141845"/>
            <a:ext cx="49694" cy="29022"/>
          </a:xfrm>
          <a:custGeom>
            <a:rect b="b" l="l" r="r" t="t"/>
            <a:pathLst>
              <a:path extrusionOk="0" h="212" w="363">
                <a:moveTo>
                  <a:pt x="352" y="0"/>
                </a:moveTo>
                <a:lnTo>
                  <a:pt x="0" y="205"/>
                </a:lnTo>
                <a:lnTo>
                  <a:pt x="9" y="211"/>
                </a:lnTo>
                <a:lnTo>
                  <a:pt x="363" y="6"/>
                </a:lnTo>
                <a:lnTo>
                  <a:pt x="35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1"/>
          <p:cNvSpPr/>
          <p:nvPr/>
        </p:nvSpPr>
        <p:spPr>
          <a:xfrm>
            <a:off x="1471934" y="4142667"/>
            <a:ext cx="48598" cy="89257"/>
          </a:xfrm>
          <a:custGeom>
            <a:rect b="b" l="l" r="r" t="t"/>
            <a:pathLst>
              <a:path extrusionOk="0" h="652" w="355">
                <a:moveTo>
                  <a:pt x="340" y="33"/>
                </a:moveTo>
                <a:lnTo>
                  <a:pt x="338" y="436"/>
                </a:lnTo>
                <a:lnTo>
                  <a:pt x="17" y="620"/>
                </a:lnTo>
                <a:lnTo>
                  <a:pt x="17" y="610"/>
                </a:lnTo>
                <a:lnTo>
                  <a:pt x="21" y="217"/>
                </a:lnTo>
                <a:lnTo>
                  <a:pt x="330" y="37"/>
                </a:lnTo>
                <a:lnTo>
                  <a:pt x="340" y="33"/>
                </a:lnTo>
                <a:close/>
                <a:moveTo>
                  <a:pt x="355" y="0"/>
                </a:moveTo>
                <a:lnTo>
                  <a:pt x="3" y="205"/>
                </a:lnTo>
                <a:lnTo>
                  <a:pt x="1" y="651"/>
                </a:lnTo>
                <a:lnTo>
                  <a:pt x="1" y="651"/>
                </a:lnTo>
                <a:lnTo>
                  <a:pt x="353" y="446"/>
                </a:lnTo>
                <a:lnTo>
                  <a:pt x="3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1"/>
          <p:cNvSpPr/>
          <p:nvPr/>
        </p:nvSpPr>
        <p:spPr>
          <a:xfrm>
            <a:off x="1474261" y="4147732"/>
            <a:ext cx="42712" cy="78579"/>
          </a:xfrm>
          <a:custGeom>
            <a:rect b="b" l="l" r="r" t="t"/>
            <a:pathLst>
              <a:path extrusionOk="0" h="574" w="312">
                <a:moveTo>
                  <a:pt x="311" y="0"/>
                </a:moveTo>
                <a:lnTo>
                  <a:pt x="0" y="178"/>
                </a:lnTo>
                <a:lnTo>
                  <a:pt x="0" y="573"/>
                </a:lnTo>
                <a:lnTo>
                  <a:pt x="311" y="395"/>
                </a:lnTo>
                <a:lnTo>
                  <a:pt x="3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1"/>
          <p:cNvSpPr/>
          <p:nvPr/>
        </p:nvSpPr>
        <p:spPr>
          <a:xfrm>
            <a:off x="1427168" y="4228092"/>
            <a:ext cx="44902" cy="25873"/>
          </a:xfrm>
          <a:custGeom>
            <a:rect b="b" l="l" r="r" t="t"/>
            <a:pathLst>
              <a:path extrusionOk="0" h="189" w="328">
                <a:moveTo>
                  <a:pt x="319" y="0"/>
                </a:moveTo>
                <a:lnTo>
                  <a:pt x="11" y="178"/>
                </a:lnTo>
                <a:lnTo>
                  <a:pt x="0" y="185"/>
                </a:lnTo>
                <a:lnTo>
                  <a:pt x="11" y="189"/>
                </a:lnTo>
                <a:lnTo>
                  <a:pt x="328" y="7"/>
                </a:lnTo>
                <a:lnTo>
                  <a:pt x="3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1"/>
          <p:cNvSpPr/>
          <p:nvPr/>
        </p:nvSpPr>
        <p:spPr>
          <a:xfrm>
            <a:off x="1470839" y="4172648"/>
            <a:ext cx="1232" cy="56401"/>
          </a:xfrm>
          <a:custGeom>
            <a:rect b="b" l="l" r="r" t="t"/>
            <a:pathLst>
              <a:path extrusionOk="0" h="412" w="9">
                <a:moveTo>
                  <a:pt x="0" y="0"/>
                </a:moveTo>
                <a:lnTo>
                  <a:pt x="0" y="11"/>
                </a:lnTo>
                <a:lnTo>
                  <a:pt x="0" y="405"/>
                </a:lnTo>
                <a:lnTo>
                  <a:pt x="9" y="412"/>
                </a:lnTo>
                <a:lnTo>
                  <a:pt x="9" y="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1"/>
          <p:cNvSpPr/>
          <p:nvPr/>
        </p:nvSpPr>
        <p:spPr>
          <a:xfrm>
            <a:off x="1424567" y="4196468"/>
            <a:ext cx="1643" cy="62014"/>
          </a:xfrm>
          <a:custGeom>
            <a:rect b="b" l="l" r="r" t="t"/>
            <a:pathLst>
              <a:path extrusionOk="0" h="453" w="12">
                <a:moveTo>
                  <a:pt x="1" y="0"/>
                </a:moveTo>
                <a:lnTo>
                  <a:pt x="1" y="448"/>
                </a:lnTo>
                <a:lnTo>
                  <a:pt x="11" y="452"/>
                </a:lnTo>
                <a:lnTo>
                  <a:pt x="11" y="6"/>
                </a:lnTo>
                <a:lnTo>
                  <a:pt x="1" y="0"/>
                </a:lnTo>
                <a:close/>
              </a:path>
            </a:pathLst>
          </a:custGeom>
          <a:solidFill>
            <a:srgbClr val="E4E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1"/>
          <p:cNvSpPr/>
          <p:nvPr/>
        </p:nvSpPr>
        <p:spPr>
          <a:xfrm>
            <a:off x="1424567" y="4168404"/>
            <a:ext cx="49830" cy="29022"/>
          </a:xfrm>
          <a:custGeom>
            <a:rect b="b" l="l" r="r" t="t"/>
            <a:pathLst>
              <a:path extrusionOk="0" h="212" w="364">
                <a:moveTo>
                  <a:pt x="357" y="1"/>
                </a:moveTo>
                <a:lnTo>
                  <a:pt x="1" y="205"/>
                </a:lnTo>
                <a:lnTo>
                  <a:pt x="11" y="211"/>
                </a:lnTo>
                <a:lnTo>
                  <a:pt x="363" y="7"/>
                </a:lnTo>
                <a:lnTo>
                  <a:pt x="35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1"/>
          <p:cNvSpPr/>
          <p:nvPr/>
        </p:nvSpPr>
        <p:spPr>
          <a:xfrm>
            <a:off x="1425799" y="4169225"/>
            <a:ext cx="48598" cy="89257"/>
          </a:xfrm>
          <a:custGeom>
            <a:rect b="b" l="l" r="r" t="t"/>
            <a:pathLst>
              <a:path extrusionOk="0" h="652" w="355">
                <a:moveTo>
                  <a:pt x="342" y="32"/>
                </a:moveTo>
                <a:lnTo>
                  <a:pt x="340" y="435"/>
                </a:lnTo>
                <a:lnTo>
                  <a:pt x="21" y="619"/>
                </a:lnTo>
                <a:lnTo>
                  <a:pt x="21" y="608"/>
                </a:lnTo>
                <a:lnTo>
                  <a:pt x="23" y="216"/>
                </a:lnTo>
                <a:lnTo>
                  <a:pt x="332" y="36"/>
                </a:lnTo>
                <a:lnTo>
                  <a:pt x="342" y="32"/>
                </a:lnTo>
                <a:close/>
                <a:moveTo>
                  <a:pt x="354" y="1"/>
                </a:moveTo>
                <a:lnTo>
                  <a:pt x="2" y="205"/>
                </a:lnTo>
                <a:lnTo>
                  <a:pt x="0" y="651"/>
                </a:lnTo>
                <a:lnTo>
                  <a:pt x="0" y="651"/>
                </a:lnTo>
                <a:lnTo>
                  <a:pt x="352" y="447"/>
                </a:lnTo>
                <a:lnTo>
                  <a:pt x="3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1"/>
          <p:cNvSpPr/>
          <p:nvPr/>
        </p:nvSpPr>
        <p:spPr>
          <a:xfrm>
            <a:off x="1428537" y="4174017"/>
            <a:ext cx="42438" cy="78579"/>
          </a:xfrm>
          <a:custGeom>
            <a:rect b="b" l="l" r="r" t="t"/>
            <a:pathLst>
              <a:path extrusionOk="0" h="574" w="310">
                <a:moveTo>
                  <a:pt x="309" y="1"/>
                </a:moveTo>
                <a:lnTo>
                  <a:pt x="1" y="181"/>
                </a:lnTo>
                <a:lnTo>
                  <a:pt x="1" y="573"/>
                </a:lnTo>
                <a:lnTo>
                  <a:pt x="309" y="395"/>
                </a:lnTo>
                <a:lnTo>
                  <a:pt x="3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1"/>
          <p:cNvSpPr/>
          <p:nvPr/>
        </p:nvSpPr>
        <p:spPr>
          <a:xfrm>
            <a:off x="1425799" y="4176618"/>
            <a:ext cx="154146" cy="89667"/>
          </a:xfrm>
          <a:custGeom>
            <a:rect b="b" l="l" r="r" t="t"/>
            <a:pathLst>
              <a:path extrusionOk="0" h="655" w="1126">
                <a:moveTo>
                  <a:pt x="1029" y="0"/>
                </a:moveTo>
                <a:lnTo>
                  <a:pt x="96" y="542"/>
                </a:lnTo>
                <a:lnTo>
                  <a:pt x="45" y="571"/>
                </a:lnTo>
                <a:lnTo>
                  <a:pt x="0" y="597"/>
                </a:lnTo>
                <a:lnTo>
                  <a:pt x="47" y="626"/>
                </a:lnTo>
                <a:lnTo>
                  <a:pt x="96" y="655"/>
                </a:lnTo>
                <a:lnTo>
                  <a:pt x="1125" y="55"/>
                </a:lnTo>
                <a:lnTo>
                  <a:pt x="1029" y="0"/>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1"/>
          <p:cNvSpPr/>
          <p:nvPr/>
        </p:nvSpPr>
        <p:spPr>
          <a:xfrm>
            <a:off x="1566668" y="4115561"/>
            <a:ext cx="13279" cy="68722"/>
          </a:xfrm>
          <a:custGeom>
            <a:rect b="b" l="l" r="r" t="t"/>
            <a:pathLst>
              <a:path extrusionOk="0" h="502" w="97">
                <a:moveTo>
                  <a:pt x="0" y="0"/>
                </a:moveTo>
                <a:lnTo>
                  <a:pt x="0" y="113"/>
                </a:lnTo>
                <a:lnTo>
                  <a:pt x="0" y="446"/>
                </a:lnTo>
                <a:lnTo>
                  <a:pt x="96" y="501"/>
                </a:lnTo>
                <a:lnTo>
                  <a:pt x="96" y="57"/>
                </a:lnTo>
                <a:lnTo>
                  <a:pt x="49" y="29"/>
                </a:lnTo>
                <a:lnTo>
                  <a:pt x="0" y="0"/>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1"/>
          <p:cNvSpPr/>
          <p:nvPr/>
        </p:nvSpPr>
        <p:spPr>
          <a:xfrm>
            <a:off x="1419365" y="4104335"/>
            <a:ext cx="167562" cy="173448"/>
          </a:xfrm>
          <a:custGeom>
            <a:rect b="b" l="l" r="r" t="t"/>
            <a:pathLst>
              <a:path extrusionOk="0" h="1267" w="1224">
                <a:moveTo>
                  <a:pt x="1172" y="141"/>
                </a:moveTo>
                <a:lnTo>
                  <a:pt x="1168" y="583"/>
                </a:lnTo>
                <a:lnTo>
                  <a:pt x="143" y="1183"/>
                </a:lnTo>
                <a:lnTo>
                  <a:pt x="141" y="1072"/>
                </a:lnTo>
                <a:lnTo>
                  <a:pt x="143" y="741"/>
                </a:lnTo>
                <a:lnTo>
                  <a:pt x="1076" y="199"/>
                </a:lnTo>
                <a:lnTo>
                  <a:pt x="1172" y="141"/>
                </a:lnTo>
                <a:close/>
                <a:moveTo>
                  <a:pt x="1127" y="0"/>
                </a:moveTo>
                <a:lnTo>
                  <a:pt x="2" y="655"/>
                </a:lnTo>
                <a:lnTo>
                  <a:pt x="0" y="1211"/>
                </a:lnTo>
                <a:lnTo>
                  <a:pt x="98" y="1267"/>
                </a:lnTo>
                <a:lnTo>
                  <a:pt x="98" y="1267"/>
                </a:lnTo>
                <a:cubicBezTo>
                  <a:pt x="98" y="1264"/>
                  <a:pt x="1219" y="612"/>
                  <a:pt x="1219" y="612"/>
                </a:cubicBezTo>
                <a:lnTo>
                  <a:pt x="1223" y="57"/>
                </a:lnTo>
                <a:lnTo>
                  <a:pt x="1127" y="0"/>
                </a:lnTo>
                <a:close/>
                <a:moveTo>
                  <a:pt x="98" y="1267"/>
                </a:moveTo>
                <a:cubicBezTo>
                  <a:pt x="98" y="1267"/>
                  <a:pt x="98" y="1267"/>
                  <a:pt x="98" y="1267"/>
                </a:cubicBezTo>
                <a:lnTo>
                  <a:pt x="98" y="126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1"/>
          <p:cNvSpPr/>
          <p:nvPr/>
        </p:nvSpPr>
        <p:spPr>
          <a:xfrm>
            <a:off x="493928" y="3951692"/>
            <a:ext cx="70639" cy="79674"/>
          </a:xfrm>
          <a:custGeom>
            <a:rect b="b" l="l" r="r" t="t"/>
            <a:pathLst>
              <a:path extrusionOk="0" h="582" w="516">
                <a:moveTo>
                  <a:pt x="500" y="0"/>
                </a:moveTo>
                <a:lnTo>
                  <a:pt x="0" y="287"/>
                </a:lnTo>
                <a:lnTo>
                  <a:pt x="4" y="573"/>
                </a:lnTo>
                <a:lnTo>
                  <a:pt x="19" y="581"/>
                </a:lnTo>
                <a:lnTo>
                  <a:pt x="17" y="297"/>
                </a:lnTo>
                <a:lnTo>
                  <a:pt x="516" y="8"/>
                </a:lnTo>
                <a:lnTo>
                  <a:pt x="500"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1"/>
          <p:cNvSpPr/>
          <p:nvPr/>
        </p:nvSpPr>
        <p:spPr>
          <a:xfrm>
            <a:off x="496118" y="3953061"/>
            <a:ext cx="68448" cy="79126"/>
          </a:xfrm>
          <a:custGeom>
            <a:rect b="b" l="l" r="r" t="t"/>
            <a:pathLst>
              <a:path extrusionOk="0" h="578" w="500">
                <a:moveTo>
                  <a:pt x="496" y="0"/>
                </a:moveTo>
                <a:lnTo>
                  <a:pt x="488" y="7"/>
                </a:lnTo>
                <a:lnTo>
                  <a:pt x="473" y="17"/>
                </a:lnTo>
                <a:lnTo>
                  <a:pt x="465" y="21"/>
                </a:lnTo>
                <a:lnTo>
                  <a:pt x="1" y="293"/>
                </a:lnTo>
                <a:lnTo>
                  <a:pt x="3" y="577"/>
                </a:lnTo>
                <a:lnTo>
                  <a:pt x="19" y="567"/>
                </a:lnTo>
                <a:lnTo>
                  <a:pt x="15" y="297"/>
                </a:lnTo>
                <a:lnTo>
                  <a:pt x="467" y="35"/>
                </a:lnTo>
                <a:lnTo>
                  <a:pt x="484" y="27"/>
                </a:lnTo>
                <a:cubicBezTo>
                  <a:pt x="484" y="27"/>
                  <a:pt x="496" y="19"/>
                  <a:pt x="500" y="17"/>
                </a:cubicBezTo>
                <a:lnTo>
                  <a:pt x="4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1"/>
          <p:cNvSpPr/>
          <p:nvPr/>
        </p:nvSpPr>
        <p:spPr>
          <a:xfrm>
            <a:off x="1114354" y="3035974"/>
            <a:ext cx="336218" cy="124576"/>
          </a:xfrm>
          <a:custGeom>
            <a:rect b="b" l="l" r="r" t="t"/>
            <a:pathLst>
              <a:path extrusionOk="0" h="910" w="2456">
                <a:moveTo>
                  <a:pt x="1220" y="0"/>
                </a:moveTo>
                <a:cubicBezTo>
                  <a:pt x="935" y="0"/>
                  <a:pt x="651" y="44"/>
                  <a:pt x="436" y="132"/>
                </a:cubicBezTo>
                <a:cubicBezTo>
                  <a:pt x="0" y="310"/>
                  <a:pt x="4" y="596"/>
                  <a:pt x="440" y="774"/>
                </a:cubicBezTo>
                <a:cubicBezTo>
                  <a:pt x="659" y="865"/>
                  <a:pt x="947" y="910"/>
                  <a:pt x="1234" y="910"/>
                </a:cubicBezTo>
                <a:cubicBezTo>
                  <a:pt x="1519" y="910"/>
                  <a:pt x="1804" y="865"/>
                  <a:pt x="2021" y="776"/>
                </a:cubicBezTo>
                <a:cubicBezTo>
                  <a:pt x="2455" y="600"/>
                  <a:pt x="2453" y="314"/>
                  <a:pt x="2015" y="136"/>
                </a:cubicBezTo>
                <a:cubicBezTo>
                  <a:pt x="1796" y="45"/>
                  <a:pt x="1508" y="0"/>
                  <a:pt x="12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1"/>
          <p:cNvSpPr/>
          <p:nvPr/>
        </p:nvSpPr>
        <p:spPr>
          <a:xfrm>
            <a:off x="1144882" y="3052265"/>
            <a:ext cx="274615" cy="92268"/>
          </a:xfrm>
          <a:custGeom>
            <a:rect b="b" l="l" r="r" t="t"/>
            <a:pathLst>
              <a:path extrusionOk="0" h="674" w="2006">
                <a:moveTo>
                  <a:pt x="994" y="1"/>
                </a:moveTo>
                <a:cubicBezTo>
                  <a:pt x="710" y="1"/>
                  <a:pt x="450" y="44"/>
                  <a:pt x="254" y="123"/>
                </a:cubicBezTo>
                <a:cubicBezTo>
                  <a:pt x="65" y="201"/>
                  <a:pt x="0" y="285"/>
                  <a:pt x="0" y="334"/>
                </a:cubicBezTo>
                <a:cubicBezTo>
                  <a:pt x="0" y="385"/>
                  <a:pt x="68" y="471"/>
                  <a:pt x="258" y="549"/>
                </a:cubicBezTo>
                <a:cubicBezTo>
                  <a:pt x="460" y="627"/>
                  <a:pt x="726" y="674"/>
                  <a:pt x="1011" y="674"/>
                </a:cubicBezTo>
                <a:cubicBezTo>
                  <a:pt x="1295" y="674"/>
                  <a:pt x="1555" y="631"/>
                  <a:pt x="1751" y="551"/>
                </a:cubicBezTo>
                <a:cubicBezTo>
                  <a:pt x="1940" y="477"/>
                  <a:pt x="2005" y="389"/>
                  <a:pt x="2005" y="340"/>
                </a:cubicBezTo>
                <a:cubicBezTo>
                  <a:pt x="2005" y="293"/>
                  <a:pt x="1938" y="203"/>
                  <a:pt x="1747" y="125"/>
                </a:cubicBezTo>
                <a:cubicBezTo>
                  <a:pt x="1547" y="44"/>
                  <a:pt x="1281" y="1"/>
                  <a:pt x="9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4" name="Google Shape;5784;p51"/>
          <p:cNvGrpSpPr/>
          <p:nvPr/>
        </p:nvGrpSpPr>
        <p:grpSpPr>
          <a:xfrm>
            <a:off x="451098" y="1225650"/>
            <a:ext cx="830805" cy="753025"/>
            <a:chOff x="5255839" y="-1347627"/>
            <a:chExt cx="1366681" cy="1238732"/>
          </a:xfrm>
        </p:grpSpPr>
        <p:sp>
          <p:nvSpPr>
            <p:cNvPr id="5785" name="Google Shape;5785;p51"/>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1"/>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1"/>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1"/>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1"/>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1"/>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1"/>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1"/>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1"/>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1"/>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1"/>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1"/>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1"/>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1"/>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9" name="Google Shape;5799;p51"/>
          <p:cNvGrpSpPr/>
          <p:nvPr/>
        </p:nvGrpSpPr>
        <p:grpSpPr>
          <a:xfrm>
            <a:off x="2221785" y="3581625"/>
            <a:ext cx="830805" cy="753025"/>
            <a:chOff x="5255839" y="-1347627"/>
            <a:chExt cx="1366681" cy="1238732"/>
          </a:xfrm>
        </p:grpSpPr>
        <p:sp>
          <p:nvSpPr>
            <p:cNvPr id="5800" name="Google Shape;5800;p51"/>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1"/>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1"/>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1"/>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1"/>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1"/>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1"/>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1"/>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1"/>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1"/>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1"/>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1"/>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1"/>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1"/>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4" name="Google Shape;5814;p51"/>
          <p:cNvGrpSpPr/>
          <p:nvPr/>
        </p:nvGrpSpPr>
        <p:grpSpPr>
          <a:xfrm>
            <a:off x="8006148" y="3706098"/>
            <a:ext cx="830894" cy="591536"/>
            <a:chOff x="7088023" y="1297048"/>
            <a:chExt cx="830894" cy="591536"/>
          </a:xfrm>
        </p:grpSpPr>
        <p:sp>
          <p:nvSpPr>
            <p:cNvPr id="5815" name="Google Shape;5815;p51"/>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1"/>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1"/>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1"/>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1"/>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1"/>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1"/>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1"/>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1"/>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1"/>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1"/>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1"/>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1"/>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1"/>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1"/>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1"/>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1"/>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1"/>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1"/>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1"/>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1"/>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1"/>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1"/>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1"/>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1"/>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1"/>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1"/>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1"/>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1"/>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1"/>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1"/>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1"/>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1"/>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51"/>
          <p:cNvGrpSpPr/>
          <p:nvPr/>
        </p:nvGrpSpPr>
        <p:grpSpPr>
          <a:xfrm>
            <a:off x="315510" y="426823"/>
            <a:ext cx="830894" cy="591536"/>
            <a:chOff x="7088023" y="1297048"/>
            <a:chExt cx="830894" cy="591536"/>
          </a:xfrm>
        </p:grpSpPr>
        <p:sp>
          <p:nvSpPr>
            <p:cNvPr id="5849" name="Google Shape;5849;p51"/>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1"/>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1"/>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1"/>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1"/>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1"/>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1"/>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1"/>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1"/>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1"/>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1"/>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1"/>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1"/>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1"/>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1"/>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1"/>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1"/>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1"/>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1"/>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1"/>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1"/>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1"/>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1"/>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1"/>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1"/>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1"/>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1"/>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1"/>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1"/>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1"/>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1"/>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1"/>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1"/>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2" name="Google Shape;5882;p51"/>
          <p:cNvGrpSpPr/>
          <p:nvPr/>
        </p:nvGrpSpPr>
        <p:grpSpPr>
          <a:xfrm>
            <a:off x="7887773" y="497598"/>
            <a:ext cx="830894" cy="591536"/>
            <a:chOff x="7088023" y="1297048"/>
            <a:chExt cx="830894" cy="591536"/>
          </a:xfrm>
        </p:grpSpPr>
        <p:sp>
          <p:nvSpPr>
            <p:cNvPr id="5883" name="Google Shape;5883;p51"/>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1"/>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1"/>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1"/>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1"/>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1"/>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1"/>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1"/>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1"/>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1"/>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1"/>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1"/>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1"/>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1"/>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1"/>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1"/>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1"/>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1"/>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1"/>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1"/>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1"/>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1"/>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1"/>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1"/>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1"/>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1"/>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1"/>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1"/>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1"/>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1"/>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1"/>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1"/>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1"/>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6" name="Google Shape;5916;p51"/>
          <p:cNvGrpSpPr/>
          <p:nvPr/>
        </p:nvGrpSpPr>
        <p:grpSpPr>
          <a:xfrm>
            <a:off x="4419373" y="4257348"/>
            <a:ext cx="830894" cy="591536"/>
            <a:chOff x="7088023" y="1297048"/>
            <a:chExt cx="830894" cy="591536"/>
          </a:xfrm>
        </p:grpSpPr>
        <p:sp>
          <p:nvSpPr>
            <p:cNvPr id="5917" name="Google Shape;5917;p51"/>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1"/>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1"/>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1"/>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1"/>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1"/>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1"/>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1"/>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1"/>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1"/>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1"/>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1"/>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1"/>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1"/>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1"/>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1"/>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1"/>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1"/>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1"/>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1"/>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1"/>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1"/>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1"/>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1"/>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1"/>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1"/>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1"/>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1"/>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1"/>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1"/>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1"/>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1"/>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1"/>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0" name="Google Shape;5950;p51"/>
          <p:cNvGrpSpPr/>
          <p:nvPr/>
        </p:nvGrpSpPr>
        <p:grpSpPr>
          <a:xfrm>
            <a:off x="4710273" y="132350"/>
            <a:ext cx="830805" cy="753025"/>
            <a:chOff x="5255839" y="-1347627"/>
            <a:chExt cx="1366681" cy="1238732"/>
          </a:xfrm>
        </p:grpSpPr>
        <p:sp>
          <p:nvSpPr>
            <p:cNvPr id="5951" name="Google Shape;5951;p51"/>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1"/>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1"/>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1"/>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1"/>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1"/>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1"/>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1"/>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1"/>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1"/>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1"/>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1"/>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1"/>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1"/>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68" name="Shape 5968"/>
        <p:cNvGrpSpPr/>
        <p:nvPr/>
      </p:nvGrpSpPr>
      <p:grpSpPr>
        <a:xfrm>
          <a:off x="0" y="0"/>
          <a:ext cx="0" cy="0"/>
          <a:chOff x="0" y="0"/>
          <a:chExt cx="0" cy="0"/>
        </a:xfrm>
      </p:grpSpPr>
      <p:pic>
        <p:nvPicPr>
          <p:cNvPr id="5969" name="Google Shape;5969;p52"/>
          <p:cNvPicPr preferRelativeResize="0"/>
          <p:nvPr>
            <p:ph idx="2" type="pic"/>
          </p:nvPr>
        </p:nvPicPr>
        <p:blipFill rotWithShape="1">
          <a:blip r:embed="rId3">
            <a:alphaModFix/>
          </a:blip>
          <a:srcRect b="7684" l="0" r="0" t="7692"/>
          <a:stretch/>
        </p:blipFill>
        <p:spPr>
          <a:xfrm>
            <a:off x="-25" y="-13725"/>
            <a:ext cx="9143997" cy="5157301"/>
          </a:xfrm>
          <a:prstGeom prst="rect">
            <a:avLst/>
          </a:prstGeom>
        </p:spPr>
      </p:pic>
      <p:sp>
        <p:nvSpPr>
          <p:cNvPr id="5970" name="Google Shape;5970;p52"/>
          <p:cNvSpPr txBox="1"/>
          <p:nvPr>
            <p:ph type="title"/>
          </p:nvPr>
        </p:nvSpPr>
        <p:spPr>
          <a:xfrm>
            <a:off x="720000" y="401445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a:t>
            </a:r>
            <a:r>
              <a:rPr lang="en"/>
              <a:t> picture is worth a thousand words</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4" name="Shape 5974"/>
        <p:cNvGrpSpPr/>
        <p:nvPr/>
      </p:nvGrpSpPr>
      <p:grpSpPr>
        <a:xfrm>
          <a:off x="0" y="0"/>
          <a:ext cx="0" cy="0"/>
          <a:chOff x="0" y="0"/>
          <a:chExt cx="0" cy="0"/>
        </a:xfrm>
      </p:grpSpPr>
      <p:pic>
        <p:nvPicPr>
          <p:cNvPr id="5975" name="Google Shape;5975;p53"/>
          <p:cNvPicPr preferRelativeResize="0"/>
          <p:nvPr>
            <p:ph idx="2" type="pic"/>
          </p:nvPr>
        </p:nvPicPr>
        <p:blipFill rotWithShape="1">
          <a:blip r:embed="rId3">
            <a:alphaModFix/>
          </a:blip>
          <a:srcRect b="0" l="22958" r="22958" t="0"/>
          <a:stretch/>
        </p:blipFill>
        <p:spPr>
          <a:xfrm>
            <a:off x="5273100" y="533875"/>
            <a:ext cx="3307350" cy="4075751"/>
          </a:xfrm>
          <a:prstGeom prst="rect">
            <a:avLst/>
          </a:prstGeom>
        </p:spPr>
      </p:pic>
      <p:sp>
        <p:nvSpPr>
          <p:cNvPr id="5976" name="Google Shape;5976;p53"/>
          <p:cNvSpPr txBox="1"/>
          <p:nvPr>
            <p:ph type="title"/>
          </p:nvPr>
        </p:nvSpPr>
        <p:spPr>
          <a:xfrm>
            <a:off x="1101000" y="1341625"/>
            <a:ext cx="3387600" cy="1790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a:t>
            </a:r>
            <a:r>
              <a:rPr lang="en"/>
              <a:t> picture always reinforces </a:t>
            </a:r>
            <a:endParaRPr/>
          </a:p>
          <a:p>
            <a:pPr indent="0" lvl="0" marL="0" rtl="0" algn="l">
              <a:spcBef>
                <a:spcPts val="0"/>
              </a:spcBef>
              <a:spcAft>
                <a:spcPts val="0"/>
              </a:spcAft>
              <a:buNone/>
            </a:pPr>
            <a:r>
              <a:rPr lang="en"/>
              <a:t>the concept</a:t>
            </a:r>
            <a:endParaRPr/>
          </a:p>
        </p:txBody>
      </p:sp>
      <p:sp>
        <p:nvSpPr>
          <p:cNvPr id="5977" name="Google Shape;5977;p53"/>
          <p:cNvSpPr txBox="1"/>
          <p:nvPr>
            <p:ph idx="1" type="subTitle"/>
          </p:nvPr>
        </p:nvSpPr>
        <p:spPr>
          <a:xfrm>
            <a:off x="1101000" y="3132225"/>
            <a:ext cx="3387600" cy="86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grpSp>
        <p:nvGrpSpPr>
          <p:cNvPr id="5978" name="Google Shape;5978;p53"/>
          <p:cNvGrpSpPr/>
          <p:nvPr/>
        </p:nvGrpSpPr>
        <p:grpSpPr>
          <a:xfrm>
            <a:off x="8120491" y="1434464"/>
            <a:ext cx="1023519" cy="1929112"/>
            <a:chOff x="8120491" y="1434464"/>
            <a:chExt cx="1023519" cy="1929112"/>
          </a:xfrm>
        </p:grpSpPr>
        <p:sp>
          <p:nvSpPr>
            <p:cNvPr id="5979" name="Google Shape;5979;p53"/>
            <p:cNvSpPr/>
            <p:nvPr/>
          </p:nvSpPr>
          <p:spPr>
            <a:xfrm>
              <a:off x="8373063" y="3158678"/>
              <a:ext cx="158854" cy="204898"/>
            </a:xfrm>
            <a:custGeom>
              <a:rect b="b" l="l" r="r" t="t"/>
              <a:pathLst>
                <a:path extrusionOk="0" h="1246" w="966">
                  <a:moveTo>
                    <a:pt x="700" y="0"/>
                  </a:moveTo>
                  <a:cubicBezTo>
                    <a:pt x="635" y="0"/>
                    <a:pt x="561" y="22"/>
                    <a:pt x="483" y="68"/>
                  </a:cubicBezTo>
                  <a:cubicBezTo>
                    <a:pt x="217" y="224"/>
                    <a:pt x="0" y="596"/>
                    <a:pt x="6" y="900"/>
                  </a:cubicBezTo>
                  <a:cubicBezTo>
                    <a:pt x="6" y="1119"/>
                    <a:pt x="115" y="1246"/>
                    <a:pt x="272" y="1246"/>
                  </a:cubicBezTo>
                  <a:cubicBezTo>
                    <a:pt x="337" y="1246"/>
                    <a:pt x="411" y="1224"/>
                    <a:pt x="489" y="1178"/>
                  </a:cubicBezTo>
                  <a:cubicBezTo>
                    <a:pt x="755" y="1022"/>
                    <a:pt x="966" y="650"/>
                    <a:pt x="966" y="345"/>
                  </a:cubicBezTo>
                  <a:cubicBezTo>
                    <a:pt x="966" y="126"/>
                    <a:pt x="858" y="0"/>
                    <a:pt x="700" y="0"/>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0" name="Google Shape;5980;p53"/>
            <p:cNvGrpSpPr/>
            <p:nvPr/>
          </p:nvGrpSpPr>
          <p:grpSpPr>
            <a:xfrm>
              <a:off x="8120491" y="1434464"/>
              <a:ext cx="1023519" cy="1790889"/>
              <a:chOff x="4281125" y="1817875"/>
              <a:chExt cx="2329356" cy="4075759"/>
            </a:xfrm>
          </p:grpSpPr>
          <p:sp>
            <p:nvSpPr>
              <p:cNvPr id="5981" name="Google Shape;5981;p53"/>
              <p:cNvSpPr/>
              <p:nvPr/>
            </p:nvSpPr>
            <p:spPr>
              <a:xfrm>
                <a:off x="5011915" y="3978179"/>
                <a:ext cx="361450" cy="1915455"/>
              </a:xfrm>
              <a:custGeom>
                <a:rect b="b" l="l" r="r" t="t"/>
                <a:pathLst>
                  <a:path extrusionOk="0" h="11648" w="2198">
                    <a:moveTo>
                      <a:pt x="527" y="0"/>
                    </a:moveTo>
                    <a:lnTo>
                      <a:pt x="0" y="11630"/>
                    </a:lnTo>
                    <a:lnTo>
                      <a:pt x="84" y="11648"/>
                    </a:lnTo>
                    <a:lnTo>
                      <a:pt x="322" y="11441"/>
                    </a:lnTo>
                    <a:lnTo>
                      <a:pt x="2197" y="239"/>
                    </a:lnTo>
                    <a:lnTo>
                      <a:pt x="1582" y="150"/>
                    </a:lnTo>
                    <a:lnTo>
                      <a:pt x="5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3"/>
              <p:cNvSpPr/>
              <p:nvPr/>
            </p:nvSpPr>
            <p:spPr>
              <a:xfrm>
                <a:off x="5025728" y="4002845"/>
                <a:ext cx="347637" cy="1890789"/>
              </a:xfrm>
              <a:custGeom>
                <a:rect b="b" l="l" r="r" t="t"/>
                <a:pathLst>
                  <a:path extrusionOk="0" h="11498" w="2114">
                    <a:moveTo>
                      <a:pt x="1498" y="0"/>
                    </a:moveTo>
                    <a:lnTo>
                      <a:pt x="0" y="11498"/>
                    </a:lnTo>
                    <a:lnTo>
                      <a:pt x="0" y="11498"/>
                    </a:lnTo>
                    <a:lnTo>
                      <a:pt x="238" y="11276"/>
                    </a:lnTo>
                    <a:lnTo>
                      <a:pt x="2113" y="89"/>
                    </a:lnTo>
                    <a:lnTo>
                      <a:pt x="149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3"/>
              <p:cNvSpPr/>
              <p:nvPr/>
            </p:nvSpPr>
            <p:spPr>
              <a:xfrm>
                <a:off x="4899600" y="4431058"/>
                <a:ext cx="574406" cy="331357"/>
              </a:xfrm>
              <a:custGeom>
                <a:rect b="b" l="l" r="r" t="t"/>
                <a:pathLst>
                  <a:path extrusionOk="0" h="2015" w="3493">
                    <a:moveTo>
                      <a:pt x="1741" y="1"/>
                    </a:moveTo>
                    <a:cubicBezTo>
                      <a:pt x="1299" y="1"/>
                      <a:pt x="857" y="96"/>
                      <a:pt x="517" y="289"/>
                    </a:cubicBezTo>
                    <a:cubicBezTo>
                      <a:pt x="179" y="483"/>
                      <a:pt x="6" y="738"/>
                      <a:pt x="0" y="993"/>
                    </a:cubicBezTo>
                    <a:lnTo>
                      <a:pt x="0" y="1026"/>
                    </a:lnTo>
                    <a:cubicBezTo>
                      <a:pt x="6" y="1275"/>
                      <a:pt x="172" y="1525"/>
                      <a:pt x="500" y="1713"/>
                    </a:cubicBezTo>
                    <a:cubicBezTo>
                      <a:pt x="841" y="1914"/>
                      <a:pt x="1290" y="2014"/>
                      <a:pt x="1740" y="2014"/>
                    </a:cubicBezTo>
                    <a:cubicBezTo>
                      <a:pt x="2184" y="2014"/>
                      <a:pt x="2628" y="1917"/>
                      <a:pt x="2969" y="1724"/>
                    </a:cubicBezTo>
                    <a:cubicBezTo>
                      <a:pt x="3258" y="1557"/>
                      <a:pt x="3430" y="1347"/>
                      <a:pt x="3475" y="1131"/>
                    </a:cubicBezTo>
                    <a:cubicBezTo>
                      <a:pt x="3481" y="1097"/>
                      <a:pt x="3486" y="1064"/>
                      <a:pt x="3486" y="1031"/>
                    </a:cubicBezTo>
                    <a:cubicBezTo>
                      <a:pt x="3492" y="764"/>
                      <a:pt x="3324" y="503"/>
                      <a:pt x="2986" y="299"/>
                    </a:cubicBezTo>
                    <a:cubicBezTo>
                      <a:pt x="2644" y="101"/>
                      <a:pt x="2193" y="1"/>
                      <a:pt x="17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3"/>
              <p:cNvSpPr/>
              <p:nvPr/>
            </p:nvSpPr>
            <p:spPr>
              <a:xfrm>
                <a:off x="4906177" y="4377120"/>
                <a:ext cx="574900" cy="331028"/>
              </a:xfrm>
              <a:custGeom>
                <a:rect b="b" l="l" r="r" t="t"/>
                <a:pathLst>
                  <a:path extrusionOk="0" h="2013" w="3496">
                    <a:moveTo>
                      <a:pt x="1741" y="1"/>
                    </a:moveTo>
                    <a:cubicBezTo>
                      <a:pt x="1299" y="1"/>
                      <a:pt x="856" y="97"/>
                      <a:pt x="516" y="289"/>
                    </a:cubicBezTo>
                    <a:cubicBezTo>
                      <a:pt x="178" y="483"/>
                      <a:pt x="5" y="738"/>
                      <a:pt x="0" y="994"/>
                    </a:cubicBezTo>
                    <a:lnTo>
                      <a:pt x="0" y="1026"/>
                    </a:lnTo>
                    <a:cubicBezTo>
                      <a:pt x="5" y="1276"/>
                      <a:pt x="172" y="1525"/>
                      <a:pt x="499" y="1714"/>
                    </a:cubicBezTo>
                    <a:cubicBezTo>
                      <a:pt x="841" y="1912"/>
                      <a:pt x="1293" y="2012"/>
                      <a:pt x="1745" y="2012"/>
                    </a:cubicBezTo>
                    <a:cubicBezTo>
                      <a:pt x="2187" y="2012"/>
                      <a:pt x="2629" y="1917"/>
                      <a:pt x="2969" y="1724"/>
                    </a:cubicBezTo>
                    <a:cubicBezTo>
                      <a:pt x="3258" y="1559"/>
                      <a:pt x="3430" y="1347"/>
                      <a:pt x="3474" y="1131"/>
                    </a:cubicBezTo>
                    <a:cubicBezTo>
                      <a:pt x="3479" y="1099"/>
                      <a:pt x="3485" y="1064"/>
                      <a:pt x="3485" y="1032"/>
                    </a:cubicBezTo>
                    <a:cubicBezTo>
                      <a:pt x="3495" y="764"/>
                      <a:pt x="3323" y="498"/>
                      <a:pt x="2986" y="299"/>
                    </a:cubicBezTo>
                    <a:cubicBezTo>
                      <a:pt x="2644" y="101"/>
                      <a:pt x="2192" y="1"/>
                      <a:pt x="17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3"/>
              <p:cNvSpPr/>
              <p:nvPr/>
            </p:nvSpPr>
            <p:spPr>
              <a:xfrm>
                <a:off x="4911604" y="4322525"/>
                <a:ext cx="575886" cy="331357"/>
              </a:xfrm>
              <a:custGeom>
                <a:rect b="b" l="l" r="r" t="t"/>
                <a:pathLst>
                  <a:path extrusionOk="0" h="2015" w="3502">
                    <a:moveTo>
                      <a:pt x="1747" y="1"/>
                    </a:moveTo>
                    <a:cubicBezTo>
                      <a:pt x="1305" y="1"/>
                      <a:pt x="862" y="96"/>
                      <a:pt x="522" y="289"/>
                    </a:cubicBezTo>
                    <a:cubicBezTo>
                      <a:pt x="184" y="483"/>
                      <a:pt x="11" y="738"/>
                      <a:pt x="6" y="993"/>
                    </a:cubicBezTo>
                    <a:cubicBezTo>
                      <a:pt x="1" y="1003"/>
                      <a:pt x="6" y="1016"/>
                      <a:pt x="6" y="1026"/>
                    </a:cubicBezTo>
                    <a:cubicBezTo>
                      <a:pt x="11" y="1275"/>
                      <a:pt x="178" y="1525"/>
                      <a:pt x="506" y="1713"/>
                    </a:cubicBezTo>
                    <a:cubicBezTo>
                      <a:pt x="846" y="1914"/>
                      <a:pt x="1295" y="2014"/>
                      <a:pt x="1745" y="2014"/>
                    </a:cubicBezTo>
                    <a:cubicBezTo>
                      <a:pt x="2189" y="2014"/>
                      <a:pt x="2634" y="1917"/>
                      <a:pt x="2975" y="1724"/>
                    </a:cubicBezTo>
                    <a:cubicBezTo>
                      <a:pt x="3264" y="1557"/>
                      <a:pt x="3431" y="1347"/>
                      <a:pt x="3481" y="1131"/>
                    </a:cubicBezTo>
                    <a:cubicBezTo>
                      <a:pt x="3486" y="1097"/>
                      <a:pt x="3491" y="1064"/>
                      <a:pt x="3491" y="1031"/>
                    </a:cubicBezTo>
                    <a:cubicBezTo>
                      <a:pt x="3502" y="764"/>
                      <a:pt x="3335" y="503"/>
                      <a:pt x="2992" y="299"/>
                    </a:cubicBezTo>
                    <a:cubicBezTo>
                      <a:pt x="2650" y="101"/>
                      <a:pt x="2198" y="1"/>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3"/>
              <p:cNvSpPr/>
              <p:nvPr/>
            </p:nvSpPr>
            <p:spPr>
              <a:xfrm>
                <a:off x="4912262" y="2782669"/>
                <a:ext cx="744114" cy="1811526"/>
              </a:xfrm>
              <a:custGeom>
                <a:rect b="b" l="l" r="r" t="t"/>
                <a:pathLst>
                  <a:path extrusionOk="0" h="11016" w="4525">
                    <a:moveTo>
                      <a:pt x="2683" y="0"/>
                    </a:moveTo>
                    <a:cubicBezTo>
                      <a:pt x="2181" y="0"/>
                      <a:pt x="1718" y="219"/>
                      <a:pt x="1393" y="572"/>
                    </a:cubicBezTo>
                    <a:cubicBezTo>
                      <a:pt x="1154" y="834"/>
                      <a:pt x="999" y="1167"/>
                      <a:pt x="954" y="1544"/>
                    </a:cubicBezTo>
                    <a:lnTo>
                      <a:pt x="11" y="9773"/>
                    </a:lnTo>
                    <a:cubicBezTo>
                      <a:pt x="6" y="9852"/>
                      <a:pt x="1" y="9929"/>
                      <a:pt x="1" y="10001"/>
                    </a:cubicBezTo>
                    <a:lnTo>
                      <a:pt x="1" y="10034"/>
                    </a:lnTo>
                    <a:cubicBezTo>
                      <a:pt x="12" y="10282"/>
                      <a:pt x="179" y="10533"/>
                      <a:pt x="507" y="10721"/>
                    </a:cubicBezTo>
                    <a:cubicBezTo>
                      <a:pt x="848" y="10917"/>
                      <a:pt x="1292" y="11015"/>
                      <a:pt x="1737" y="11015"/>
                    </a:cubicBezTo>
                    <a:cubicBezTo>
                      <a:pt x="2010" y="11015"/>
                      <a:pt x="2283" y="10978"/>
                      <a:pt x="2532" y="10905"/>
                    </a:cubicBezTo>
                    <a:cubicBezTo>
                      <a:pt x="2688" y="10860"/>
                      <a:pt x="2843" y="10799"/>
                      <a:pt x="2976" y="10721"/>
                    </a:cubicBezTo>
                    <a:cubicBezTo>
                      <a:pt x="3264" y="10548"/>
                      <a:pt x="3431" y="10338"/>
                      <a:pt x="3475" y="10121"/>
                    </a:cubicBezTo>
                    <a:lnTo>
                      <a:pt x="3485" y="10021"/>
                    </a:lnTo>
                    <a:lnTo>
                      <a:pt x="4412" y="1949"/>
                    </a:lnTo>
                    <a:cubicBezTo>
                      <a:pt x="4524" y="989"/>
                      <a:pt x="3836" y="129"/>
                      <a:pt x="2881" y="12"/>
                    </a:cubicBezTo>
                    <a:cubicBezTo>
                      <a:pt x="2814" y="4"/>
                      <a:pt x="2748" y="0"/>
                      <a:pt x="26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3"/>
              <p:cNvSpPr/>
              <p:nvPr/>
            </p:nvSpPr>
            <p:spPr>
              <a:xfrm>
                <a:off x="4911440" y="2867029"/>
                <a:ext cx="609927" cy="1727988"/>
              </a:xfrm>
              <a:custGeom>
                <a:rect b="b" l="l" r="r" t="t"/>
                <a:pathLst>
                  <a:path extrusionOk="0" h="10508" w="3709">
                    <a:moveTo>
                      <a:pt x="1863" y="0"/>
                    </a:moveTo>
                    <a:cubicBezTo>
                      <a:pt x="1701" y="0"/>
                      <a:pt x="1544" y="21"/>
                      <a:pt x="1393" y="64"/>
                    </a:cubicBezTo>
                    <a:cubicBezTo>
                      <a:pt x="1154" y="326"/>
                      <a:pt x="999" y="659"/>
                      <a:pt x="954" y="1037"/>
                    </a:cubicBezTo>
                    <a:lnTo>
                      <a:pt x="11" y="9265"/>
                    </a:lnTo>
                    <a:cubicBezTo>
                      <a:pt x="6" y="9344"/>
                      <a:pt x="1" y="9422"/>
                      <a:pt x="1" y="9493"/>
                    </a:cubicBezTo>
                    <a:lnTo>
                      <a:pt x="1" y="9526"/>
                    </a:lnTo>
                    <a:cubicBezTo>
                      <a:pt x="12" y="9775"/>
                      <a:pt x="179" y="10025"/>
                      <a:pt x="507" y="10214"/>
                    </a:cubicBezTo>
                    <a:cubicBezTo>
                      <a:pt x="847" y="10410"/>
                      <a:pt x="1292" y="10507"/>
                      <a:pt x="1737" y="10507"/>
                    </a:cubicBezTo>
                    <a:cubicBezTo>
                      <a:pt x="2010" y="10507"/>
                      <a:pt x="2283" y="10471"/>
                      <a:pt x="2532" y="10397"/>
                    </a:cubicBezTo>
                    <a:cubicBezTo>
                      <a:pt x="2598" y="10303"/>
                      <a:pt x="2636" y="10214"/>
                      <a:pt x="2660" y="10119"/>
                    </a:cubicBezTo>
                    <a:lnTo>
                      <a:pt x="2670" y="10020"/>
                    </a:lnTo>
                    <a:lnTo>
                      <a:pt x="3597" y="1947"/>
                    </a:lnTo>
                    <a:cubicBezTo>
                      <a:pt x="3708" y="986"/>
                      <a:pt x="3021" y="126"/>
                      <a:pt x="2058" y="10"/>
                    </a:cubicBezTo>
                    <a:cubicBezTo>
                      <a:pt x="1992" y="4"/>
                      <a:pt x="1927" y="0"/>
                      <a:pt x="18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3"/>
              <p:cNvSpPr/>
              <p:nvPr/>
            </p:nvSpPr>
            <p:spPr>
              <a:xfrm>
                <a:off x="4359072" y="2000408"/>
                <a:ext cx="694945" cy="381841"/>
              </a:xfrm>
              <a:custGeom>
                <a:rect b="b" l="l" r="r" t="t"/>
                <a:pathLst>
                  <a:path extrusionOk="0" h="2322" w="4226">
                    <a:moveTo>
                      <a:pt x="4206" y="2274"/>
                    </a:moveTo>
                    <a:lnTo>
                      <a:pt x="4225" y="2285"/>
                    </a:lnTo>
                    <a:cubicBezTo>
                      <a:pt x="4221" y="2281"/>
                      <a:pt x="4215" y="2277"/>
                      <a:pt x="4206" y="2274"/>
                    </a:cubicBezTo>
                    <a:close/>
                    <a:moveTo>
                      <a:pt x="202" y="0"/>
                    </a:moveTo>
                    <a:cubicBezTo>
                      <a:pt x="185" y="0"/>
                      <a:pt x="185" y="5"/>
                      <a:pt x="180" y="5"/>
                    </a:cubicBezTo>
                    <a:lnTo>
                      <a:pt x="163" y="5"/>
                    </a:lnTo>
                    <a:cubicBezTo>
                      <a:pt x="158" y="5"/>
                      <a:pt x="153" y="10"/>
                      <a:pt x="153" y="10"/>
                    </a:cubicBezTo>
                    <a:cubicBezTo>
                      <a:pt x="148" y="10"/>
                      <a:pt x="136" y="16"/>
                      <a:pt x="131" y="16"/>
                    </a:cubicBezTo>
                    <a:cubicBezTo>
                      <a:pt x="126" y="16"/>
                      <a:pt x="126" y="21"/>
                      <a:pt x="121" y="21"/>
                    </a:cubicBezTo>
                    <a:cubicBezTo>
                      <a:pt x="115" y="21"/>
                      <a:pt x="110" y="26"/>
                      <a:pt x="110" y="26"/>
                    </a:cubicBezTo>
                    <a:cubicBezTo>
                      <a:pt x="100" y="31"/>
                      <a:pt x="87" y="37"/>
                      <a:pt x="77" y="37"/>
                    </a:cubicBezTo>
                    <a:cubicBezTo>
                      <a:pt x="71" y="42"/>
                      <a:pt x="66" y="42"/>
                      <a:pt x="66" y="42"/>
                    </a:cubicBezTo>
                    <a:cubicBezTo>
                      <a:pt x="39" y="52"/>
                      <a:pt x="17" y="64"/>
                      <a:pt x="0" y="74"/>
                    </a:cubicBezTo>
                    <a:lnTo>
                      <a:pt x="3867" y="2321"/>
                    </a:lnTo>
                    <a:cubicBezTo>
                      <a:pt x="3889" y="2311"/>
                      <a:pt x="3911" y="2299"/>
                      <a:pt x="3929" y="2289"/>
                    </a:cubicBezTo>
                    <a:cubicBezTo>
                      <a:pt x="3942" y="2289"/>
                      <a:pt x="3950" y="2289"/>
                      <a:pt x="3955" y="2284"/>
                    </a:cubicBezTo>
                    <a:cubicBezTo>
                      <a:pt x="3965" y="2279"/>
                      <a:pt x="3977" y="2273"/>
                      <a:pt x="3987" y="2273"/>
                    </a:cubicBezTo>
                    <a:cubicBezTo>
                      <a:pt x="3998" y="2268"/>
                      <a:pt x="4004" y="2268"/>
                      <a:pt x="4009" y="2268"/>
                    </a:cubicBezTo>
                    <a:cubicBezTo>
                      <a:pt x="4014" y="2263"/>
                      <a:pt x="4026" y="2263"/>
                      <a:pt x="4031" y="2263"/>
                    </a:cubicBezTo>
                    <a:cubicBezTo>
                      <a:pt x="4042" y="2258"/>
                      <a:pt x="4049" y="2258"/>
                      <a:pt x="4060" y="2258"/>
                    </a:cubicBezTo>
                    <a:cubicBezTo>
                      <a:pt x="4065" y="2258"/>
                      <a:pt x="4070" y="2258"/>
                      <a:pt x="4076" y="2252"/>
                    </a:cubicBezTo>
                    <a:lnTo>
                      <a:pt x="4109" y="2252"/>
                    </a:lnTo>
                    <a:cubicBezTo>
                      <a:pt x="4131" y="2252"/>
                      <a:pt x="4141" y="2258"/>
                      <a:pt x="4154" y="2258"/>
                    </a:cubicBezTo>
                    <a:cubicBezTo>
                      <a:pt x="4171" y="2263"/>
                      <a:pt x="4181" y="2263"/>
                      <a:pt x="4186" y="2268"/>
                    </a:cubicBezTo>
                    <a:cubicBezTo>
                      <a:pt x="4194" y="2270"/>
                      <a:pt x="4201" y="2272"/>
                      <a:pt x="4206" y="2274"/>
                    </a:cubicBezTo>
                    <a:lnTo>
                      <a:pt x="4206" y="2274"/>
                    </a:lnTo>
                    <a:lnTo>
                      <a:pt x="358" y="38"/>
                    </a:lnTo>
                    <a:cubicBezTo>
                      <a:pt x="348" y="32"/>
                      <a:pt x="336" y="27"/>
                      <a:pt x="331" y="21"/>
                    </a:cubicBezTo>
                    <a:cubicBezTo>
                      <a:pt x="326" y="16"/>
                      <a:pt x="321" y="16"/>
                      <a:pt x="314" y="16"/>
                    </a:cubicBezTo>
                    <a:cubicBezTo>
                      <a:pt x="309" y="10"/>
                      <a:pt x="304" y="10"/>
                      <a:pt x="297" y="10"/>
                    </a:cubicBezTo>
                    <a:cubicBezTo>
                      <a:pt x="291" y="5"/>
                      <a:pt x="286" y="5"/>
                      <a:pt x="280" y="5"/>
                    </a:cubicBezTo>
                    <a:cubicBezTo>
                      <a:pt x="258" y="0"/>
                      <a:pt x="24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3"/>
              <p:cNvSpPr/>
              <p:nvPr/>
            </p:nvSpPr>
            <p:spPr>
              <a:xfrm>
                <a:off x="4281125" y="2011755"/>
                <a:ext cx="718131" cy="561580"/>
              </a:xfrm>
              <a:custGeom>
                <a:rect b="b" l="l" r="r" t="t"/>
                <a:pathLst>
                  <a:path extrusionOk="0" h="3415" w="4367">
                    <a:moveTo>
                      <a:pt x="500" y="0"/>
                    </a:moveTo>
                    <a:cubicBezTo>
                      <a:pt x="467" y="17"/>
                      <a:pt x="438" y="40"/>
                      <a:pt x="411" y="62"/>
                    </a:cubicBezTo>
                    <a:cubicBezTo>
                      <a:pt x="401" y="72"/>
                      <a:pt x="388" y="79"/>
                      <a:pt x="383" y="89"/>
                    </a:cubicBezTo>
                    <a:cubicBezTo>
                      <a:pt x="366" y="100"/>
                      <a:pt x="356" y="116"/>
                      <a:pt x="339" y="129"/>
                    </a:cubicBezTo>
                    <a:cubicBezTo>
                      <a:pt x="334" y="134"/>
                      <a:pt x="328" y="146"/>
                      <a:pt x="322" y="151"/>
                    </a:cubicBezTo>
                    <a:lnTo>
                      <a:pt x="304" y="168"/>
                    </a:lnTo>
                    <a:lnTo>
                      <a:pt x="282" y="190"/>
                    </a:lnTo>
                    <a:cubicBezTo>
                      <a:pt x="266" y="208"/>
                      <a:pt x="255" y="223"/>
                      <a:pt x="244" y="240"/>
                    </a:cubicBezTo>
                    <a:cubicBezTo>
                      <a:pt x="238" y="245"/>
                      <a:pt x="233" y="251"/>
                      <a:pt x="233" y="257"/>
                    </a:cubicBezTo>
                    <a:cubicBezTo>
                      <a:pt x="228" y="262"/>
                      <a:pt x="228" y="262"/>
                      <a:pt x="228" y="267"/>
                    </a:cubicBezTo>
                    <a:lnTo>
                      <a:pt x="210" y="284"/>
                    </a:lnTo>
                    <a:cubicBezTo>
                      <a:pt x="200" y="302"/>
                      <a:pt x="188" y="312"/>
                      <a:pt x="183" y="329"/>
                    </a:cubicBezTo>
                    <a:cubicBezTo>
                      <a:pt x="172" y="346"/>
                      <a:pt x="166" y="356"/>
                      <a:pt x="156" y="373"/>
                    </a:cubicBezTo>
                    <a:cubicBezTo>
                      <a:pt x="145" y="391"/>
                      <a:pt x="139" y="401"/>
                      <a:pt x="134" y="413"/>
                    </a:cubicBezTo>
                    <a:cubicBezTo>
                      <a:pt x="123" y="430"/>
                      <a:pt x="116" y="440"/>
                      <a:pt x="111" y="457"/>
                    </a:cubicBezTo>
                    <a:cubicBezTo>
                      <a:pt x="105" y="467"/>
                      <a:pt x="100" y="485"/>
                      <a:pt x="94" y="497"/>
                    </a:cubicBezTo>
                    <a:cubicBezTo>
                      <a:pt x="83" y="519"/>
                      <a:pt x="77" y="529"/>
                      <a:pt x="72" y="546"/>
                    </a:cubicBezTo>
                    <a:cubicBezTo>
                      <a:pt x="67" y="563"/>
                      <a:pt x="61" y="579"/>
                      <a:pt x="55" y="591"/>
                    </a:cubicBezTo>
                    <a:cubicBezTo>
                      <a:pt x="50" y="601"/>
                      <a:pt x="50" y="608"/>
                      <a:pt x="50" y="613"/>
                    </a:cubicBezTo>
                    <a:cubicBezTo>
                      <a:pt x="50" y="618"/>
                      <a:pt x="45" y="618"/>
                      <a:pt x="45" y="623"/>
                    </a:cubicBezTo>
                    <a:cubicBezTo>
                      <a:pt x="39" y="629"/>
                      <a:pt x="39" y="634"/>
                      <a:pt x="39" y="640"/>
                    </a:cubicBezTo>
                    <a:cubicBezTo>
                      <a:pt x="34" y="663"/>
                      <a:pt x="29" y="680"/>
                      <a:pt x="22" y="696"/>
                    </a:cubicBezTo>
                    <a:cubicBezTo>
                      <a:pt x="16" y="706"/>
                      <a:pt x="16" y="718"/>
                      <a:pt x="16" y="728"/>
                    </a:cubicBezTo>
                    <a:cubicBezTo>
                      <a:pt x="16" y="733"/>
                      <a:pt x="11" y="739"/>
                      <a:pt x="11" y="745"/>
                    </a:cubicBezTo>
                    <a:cubicBezTo>
                      <a:pt x="11" y="750"/>
                      <a:pt x="6" y="755"/>
                      <a:pt x="6" y="762"/>
                    </a:cubicBezTo>
                    <a:cubicBezTo>
                      <a:pt x="1" y="795"/>
                      <a:pt x="1" y="829"/>
                      <a:pt x="1" y="856"/>
                    </a:cubicBezTo>
                    <a:cubicBezTo>
                      <a:pt x="1" y="1006"/>
                      <a:pt x="56" y="1112"/>
                      <a:pt x="140" y="1167"/>
                    </a:cubicBezTo>
                    <a:lnTo>
                      <a:pt x="4007" y="3414"/>
                    </a:lnTo>
                    <a:cubicBezTo>
                      <a:pt x="3923" y="3341"/>
                      <a:pt x="3868" y="3236"/>
                      <a:pt x="3868" y="3085"/>
                    </a:cubicBezTo>
                    <a:cubicBezTo>
                      <a:pt x="3868" y="3047"/>
                      <a:pt x="3874" y="3013"/>
                      <a:pt x="3879" y="2974"/>
                    </a:cubicBezTo>
                    <a:cubicBezTo>
                      <a:pt x="3879" y="2969"/>
                      <a:pt x="3884" y="2964"/>
                      <a:pt x="3884" y="2958"/>
                    </a:cubicBezTo>
                    <a:cubicBezTo>
                      <a:pt x="3889" y="2924"/>
                      <a:pt x="3901" y="2885"/>
                      <a:pt x="3911" y="2853"/>
                    </a:cubicBezTo>
                    <a:cubicBezTo>
                      <a:pt x="3911" y="2848"/>
                      <a:pt x="3916" y="2848"/>
                      <a:pt x="3916" y="2842"/>
                    </a:cubicBezTo>
                    <a:cubicBezTo>
                      <a:pt x="3927" y="2802"/>
                      <a:pt x="3944" y="2765"/>
                      <a:pt x="3960" y="2725"/>
                    </a:cubicBezTo>
                    <a:cubicBezTo>
                      <a:pt x="3978" y="2686"/>
                      <a:pt x="4000" y="2648"/>
                      <a:pt x="4022" y="2609"/>
                    </a:cubicBezTo>
                    <a:cubicBezTo>
                      <a:pt x="4044" y="2570"/>
                      <a:pt x="4067" y="2536"/>
                      <a:pt x="4095" y="2503"/>
                    </a:cubicBezTo>
                    <a:cubicBezTo>
                      <a:pt x="4100" y="2498"/>
                      <a:pt x="4100" y="2498"/>
                      <a:pt x="4100" y="2492"/>
                    </a:cubicBezTo>
                    <a:cubicBezTo>
                      <a:pt x="4122" y="2460"/>
                      <a:pt x="4144" y="2431"/>
                      <a:pt x="4172" y="2409"/>
                    </a:cubicBezTo>
                    <a:lnTo>
                      <a:pt x="4189" y="2392"/>
                    </a:lnTo>
                    <a:cubicBezTo>
                      <a:pt x="4211" y="2369"/>
                      <a:pt x="4228" y="2352"/>
                      <a:pt x="4251" y="2336"/>
                    </a:cubicBezTo>
                    <a:lnTo>
                      <a:pt x="4278" y="2309"/>
                    </a:lnTo>
                    <a:cubicBezTo>
                      <a:pt x="4310" y="2287"/>
                      <a:pt x="4340" y="2264"/>
                      <a:pt x="4367" y="2247"/>
                    </a:cubicBezTo>
                    <a:lnTo>
                      <a:pt x="5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3"/>
              <p:cNvSpPr/>
              <p:nvPr/>
            </p:nvSpPr>
            <p:spPr>
              <a:xfrm>
                <a:off x="4917031" y="2371230"/>
                <a:ext cx="158032" cy="204898"/>
              </a:xfrm>
              <a:custGeom>
                <a:rect b="b" l="l" r="r" t="t"/>
                <a:pathLst>
                  <a:path extrusionOk="0" h="1246" w="961">
                    <a:moveTo>
                      <a:pt x="695" y="0"/>
                    </a:moveTo>
                    <a:cubicBezTo>
                      <a:pt x="629" y="0"/>
                      <a:pt x="556" y="22"/>
                      <a:pt x="478" y="68"/>
                    </a:cubicBezTo>
                    <a:cubicBezTo>
                      <a:pt x="212" y="223"/>
                      <a:pt x="1" y="594"/>
                      <a:pt x="0" y="900"/>
                    </a:cubicBezTo>
                    <a:cubicBezTo>
                      <a:pt x="0" y="1120"/>
                      <a:pt x="109" y="1246"/>
                      <a:pt x="266" y="1246"/>
                    </a:cubicBezTo>
                    <a:cubicBezTo>
                      <a:pt x="332" y="1246"/>
                      <a:pt x="406" y="1224"/>
                      <a:pt x="484" y="1178"/>
                    </a:cubicBezTo>
                    <a:cubicBezTo>
                      <a:pt x="745" y="1023"/>
                      <a:pt x="961" y="651"/>
                      <a:pt x="961" y="345"/>
                    </a:cubicBezTo>
                    <a:cubicBezTo>
                      <a:pt x="961" y="126"/>
                      <a:pt x="852" y="0"/>
                      <a:pt x="695" y="0"/>
                    </a:cubicBezTo>
                    <a:close/>
                  </a:path>
                </a:pathLst>
              </a:custGeom>
              <a:solidFill>
                <a:srgbClr val="1817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3"/>
              <p:cNvSpPr/>
              <p:nvPr/>
            </p:nvSpPr>
            <p:spPr>
              <a:xfrm>
                <a:off x="5372377" y="2563794"/>
                <a:ext cx="877972" cy="1107044"/>
              </a:xfrm>
              <a:custGeom>
                <a:rect b="b" l="l" r="r" t="t"/>
                <a:pathLst>
                  <a:path extrusionOk="0" h="6732" w="5339">
                    <a:moveTo>
                      <a:pt x="5339" y="1"/>
                    </a:moveTo>
                    <a:lnTo>
                      <a:pt x="1043" y="73"/>
                    </a:lnTo>
                    <a:lnTo>
                      <a:pt x="0" y="6732"/>
                    </a:lnTo>
                    <a:lnTo>
                      <a:pt x="3058" y="5095"/>
                    </a:lnTo>
                    <a:cubicBezTo>
                      <a:pt x="3691" y="4734"/>
                      <a:pt x="4123" y="4091"/>
                      <a:pt x="4223" y="3369"/>
                    </a:cubicBezTo>
                    <a:lnTo>
                      <a:pt x="533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3"/>
              <p:cNvSpPr/>
              <p:nvPr/>
            </p:nvSpPr>
            <p:spPr>
              <a:xfrm>
                <a:off x="4678093" y="2359554"/>
                <a:ext cx="954439" cy="1323618"/>
              </a:xfrm>
              <a:custGeom>
                <a:rect b="b" l="l" r="r" t="t"/>
                <a:pathLst>
                  <a:path extrusionOk="0" h="8049" w="5804">
                    <a:moveTo>
                      <a:pt x="0" y="0"/>
                    </a:moveTo>
                    <a:lnTo>
                      <a:pt x="0" y="3924"/>
                    </a:lnTo>
                    <a:cubicBezTo>
                      <a:pt x="0" y="5260"/>
                      <a:pt x="394" y="6287"/>
                      <a:pt x="1549" y="6947"/>
                    </a:cubicBezTo>
                    <a:lnTo>
                      <a:pt x="3013" y="7785"/>
                    </a:lnTo>
                    <a:cubicBezTo>
                      <a:pt x="3322" y="7962"/>
                      <a:pt x="3596" y="8048"/>
                      <a:pt x="3842" y="8048"/>
                    </a:cubicBezTo>
                    <a:cubicBezTo>
                      <a:pt x="4418" y="8048"/>
                      <a:pt x="4840" y="7578"/>
                      <a:pt x="5194" y="6714"/>
                    </a:cubicBezTo>
                    <a:lnTo>
                      <a:pt x="5804" y="3107"/>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3"/>
              <p:cNvSpPr/>
              <p:nvPr/>
            </p:nvSpPr>
            <p:spPr>
              <a:xfrm>
                <a:off x="4754724" y="2636149"/>
                <a:ext cx="711882" cy="1084021"/>
              </a:xfrm>
              <a:custGeom>
                <a:rect b="b" l="l" r="r" t="t"/>
                <a:pathLst>
                  <a:path extrusionOk="0" h="6592" w="4329">
                    <a:moveTo>
                      <a:pt x="510" y="1"/>
                    </a:moveTo>
                    <a:lnTo>
                      <a:pt x="56" y="4217"/>
                    </a:lnTo>
                    <a:cubicBezTo>
                      <a:pt x="0" y="4694"/>
                      <a:pt x="1099" y="6214"/>
                      <a:pt x="1409" y="6426"/>
                    </a:cubicBezTo>
                    <a:cubicBezTo>
                      <a:pt x="1588" y="6546"/>
                      <a:pt x="1887" y="6592"/>
                      <a:pt x="2202" y="6592"/>
                    </a:cubicBezTo>
                    <a:cubicBezTo>
                      <a:pt x="2803" y="6592"/>
                      <a:pt x="3465" y="6426"/>
                      <a:pt x="3479" y="6292"/>
                    </a:cubicBezTo>
                    <a:lnTo>
                      <a:pt x="4328" y="2163"/>
                    </a:lnTo>
                    <a:lnTo>
                      <a:pt x="4328" y="2163"/>
                    </a:lnTo>
                    <a:cubicBezTo>
                      <a:pt x="4245" y="2178"/>
                      <a:pt x="4157" y="2186"/>
                      <a:pt x="4065" y="2186"/>
                    </a:cubicBezTo>
                    <a:cubicBezTo>
                      <a:pt x="3652" y="2186"/>
                      <a:pt x="3149" y="2033"/>
                      <a:pt x="2546" y="1722"/>
                    </a:cubicBezTo>
                    <a:cubicBezTo>
                      <a:pt x="1881" y="1367"/>
                      <a:pt x="1259" y="873"/>
                      <a:pt x="792" y="345"/>
                    </a:cubicBezTo>
                    <a:cubicBezTo>
                      <a:pt x="693" y="234"/>
                      <a:pt x="599" y="117"/>
                      <a:pt x="5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3"/>
              <p:cNvSpPr/>
              <p:nvPr/>
            </p:nvSpPr>
            <p:spPr>
              <a:xfrm>
                <a:off x="4831355" y="2367612"/>
                <a:ext cx="666167" cy="649064"/>
              </a:xfrm>
              <a:custGeom>
                <a:rect b="b" l="l" r="r" t="t"/>
                <a:pathLst>
                  <a:path extrusionOk="0" h="3947" w="4051">
                    <a:moveTo>
                      <a:pt x="736" y="0"/>
                    </a:moveTo>
                    <a:cubicBezTo>
                      <a:pt x="650" y="0"/>
                      <a:pt x="565" y="20"/>
                      <a:pt x="489" y="57"/>
                    </a:cubicBezTo>
                    <a:cubicBezTo>
                      <a:pt x="321" y="135"/>
                      <a:pt x="194" y="296"/>
                      <a:pt x="172" y="506"/>
                    </a:cubicBezTo>
                    <a:lnTo>
                      <a:pt x="1" y="2104"/>
                    </a:lnTo>
                    <a:cubicBezTo>
                      <a:pt x="472" y="2632"/>
                      <a:pt x="1083" y="3125"/>
                      <a:pt x="1754" y="3481"/>
                    </a:cubicBezTo>
                    <a:cubicBezTo>
                      <a:pt x="2348" y="3793"/>
                      <a:pt x="2854" y="3947"/>
                      <a:pt x="3267" y="3947"/>
                    </a:cubicBezTo>
                    <a:cubicBezTo>
                      <a:pt x="3359" y="3947"/>
                      <a:pt x="3447" y="3939"/>
                      <a:pt x="3530" y="3924"/>
                    </a:cubicBezTo>
                    <a:cubicBezTo>
                      <a:pt x="3657" y="3902"/>
                      <a:pt x="3768" y="3858"/>
                      <a:pt x="3862" y="3802"/>
                    </a:cubicBezTo>
                    <a:lnTo>
                      <a:pt x="4029" y="2821"/>
                    </a:lnTo>
                    <a:cubicBezTo>
                      <a:pt x="4051" y="2625"/>
                      <a:pt x="3972" y="2431"/>
                      <a:pt x="3824" y="2316"/>
                    </a:cubicBezTo>
                    <a:lnTo>
                      <a:pt x="1089" y="124"/>
                    </a:lnTo>
                    <a:cubicBezTo>
                      <a:pt x="982" y="40"/>
                      <a:pt x="857" y="0"/>
                      <a:pt x="7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3"/>
              <p:cNvSpPr/>
              <p:nvPr/>
            </p:nvSpPr>
            <p:spPr>
              <a:xfrm>
                <a:off x="4784818" y="2317292"/>
                <a:ext cx="658109" cy="698562"/>
              </a:xfrm>
              <a:custGeom>
                <a:rect b="b" l="l" r="r" t="t"/>
                <a:pathLst>
                  <a:path extrusionOk="0" h="4248" w="4002">
                    <a:moveTo>
                      <a:pt x="307" y="0"/>
                    </a:moveTo>
                    <a:cubicBezTo>
                      <a:pt x="264" y="0"/>
                      <a:pt x="224" y="29"/>
                      <a:pt x="217" y="79"/>
                    </a:cubicBezTo>
                    <a:lnTo>
                      <a:pt x="1" y="2055"/>
                    </a:lnTo>
                    <a:cubicBezTo>
                      <a:pt x="83" y="2176"/>
                      <a:pt x="178" y="2289"/>
                      <a:pt x="284" y="2405"/>
                    </a:cubicBezTo>
                    <a:cubicBezTo>
                      <a:pt x="755" y="2933"/>
                      <a:pt x="1366" y="3426"/>
                      <a:pt x="2037" y="3781"/>
                    </a:cubicBezTo>
                    <a:cubicBezTo>
                      <a:pt x="2632" y="4093"/>
                      <a:pt x="3137" y="4247"/>
                      <a:pt x="3551" y="4247"/>
                    </a:cubicBezTo>
                    <a:cubicBezTo>
                      <a:pt x="3643" y="4247"/>
                      <a:pt x="3730" y="4240"/>
                      <a:pt x="3813" y="4225"/>
                    </a:cubicBezTo>
                    <a:lnTo>
                      <a:pt x="3979" y="3265"/>
                    </a:lnTo>
                    <a:cubicBezTo>
                      <a:pt x="4001" y="3075"/>
                      <a:pt x="3918" y="2887"/>
                      <a:pt x="3773" y="2753"/>
                    </a:cubicBezTo>
                    <a:lnTo>
                      <a:pt x="777" y="349"/>
                    </a:lnTo>
                    <a:lnTo>
                      <a:pt x="361" y="17"/>
                    </a:lnTo>
                    <a:cubicBezTo>
                      <a:pt x="344" y="6"/>
                      <a:pt x="325" y="0"/>
                      <a:pt x="3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3"/>
              <p:cNvSpPr/>
              <p:nvPr/>
            </p:nvSpPr>
            <p:spPr>
              <a:xfrm>
                <a:off x="4655400" y="2122097"/>
                <a:ext cx="1073004" cy="804136"/>
              </a:xfrm>
              <a:custGeom>
                <a:rect b="b" l="l" r="r" t="t"/>
                <a:pathLst>
                  <a:path extrusionOk="0" h="4890" w="6525">
                    <a:moveTo>
                      <a:pt x="323" y="1"/>
                    </a:moveTo>
                    <a:cubicBezTo>
                      <a:pt x="323" y="1"/>
                      <a:pt x="323" y="1"/>
                      <a:pt x="323" y="1"/>
                    </a:cubicBezTo>
                    <a:cubicBezTo>
                      <a:pt x="273" y="78"/>
                      <a:pt x="228" y="161"/>
                      <a:pt x="190" y="245"/>
                    </a:cubicBezTo>
                    <a:cubicBezTo>
                      <a:pt x="151" y="323"/>
                      <a:pt x="117" y="411"/>
                      <a:pt x="90" y="494"/>
                    </a:cubicBezTo>
                    <a:cubicBezTo>
                      <a:pt x="63" y="583"/>
                      <a:pt x="40" y="666"/>
                      <a:pt x="23" y="750"/>
                    </a:cubicBezTo>
                    <a:cubicBezTo>
                      <a:pt x="11" y="834"/>
                      <a:pt x="1" y="916"/>
                      <a:pt x="1" y="1000"/>
                    </a:cubicBezTo>
                    <a:lnTo>
                      <a:pt x="1" y="1145"/>
                    </a:lnTo>
                    <a:lnTo>
                      <a:pt x="1" y="1288"/>
                    </a:lnTo>
                    <a:cubicBezTo>
                      <a:pt x="1" y="1288"/>
                      <a:pt x="1826" y="2803"/>
                      <a:pt x="2593" y="3252"/>
                    </a:cubicBezTo>
                    <a:cubicBezTo>
                      <a:pt x="3359" y="3702"/>
                      <a:pt x="6126" y="4890"/>
                      <a:pt x="6126" y="4890"/>
                    </a:cubicBezTo>
                    <a:lnTo>
                      <a:pt x="6271" y="4262"/>
                    </a:lnTo>
                    <a:lnTo>
                      <a:pt x="6414" y="3635"/>
                    </a:lnTo>
                    <a:lnTo>
                      <a:pt x="6470" y="3602"/>
                    </a:lnTo>
                    <a:lnTo>
                      <a:pt x="6524" y="3570"/>
                    </a:lnTo>
                    <a:lnTo>
                      <a:pt x="3435" y="1782"/>
                    </a:lnTo>
                    <a:cubicBezTo>
                      <a:pt x="3435" y="1782"/>
                      <a:pt x="351" y="1"/>
                      <a:pt x="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3"/>
              <p:cNvSpPr/>
              <p:nvPr/>
            </p:nvSpPr>
            <p:spPr>
              <a:xfrm>
                <a:off x="4707200" y="1817875"/>
                <a:ext cx="1527694" cy="890470"/>
              </a:xfrm>
              <a:custGeom>
                <a:rect b="b" l="l" r="r" t="t"/>
                <a:pathLst>
                  <a:path extrusionOk="0" h="5415" w="9290">
                    <a:moveTo>
                      <a:pt x="2895" y="1"/>
                    </a:moveTo>
                    <a:cubicBezTo>
                      <a:pt x="2766" y="1"/>
                      <a:pt x="2620" y="42"/>
                      <a:pt x="2469" y="132"/>
                    </a:cubicBezTo>
                    <a:lnTo>
                      <a:pt x="645" y="1175"/>
                    </a:lnTo>
                    <a:cubicBezTo>
                      <a:pt x="394" y="1320"/>
                      <a:pt x="171" y="1552"/>
                      <a:pt x="0" y="1830"/>
                    </a:cubicBezTo>
                    <a:lnTo>
                      <a:pt x="6209" y="5415"/>
                    </a:lnTo>
                    <a:lnTo>
                      <a:pt x="9289" y="3671"/>
                    </a:lnTo>
                    <a:cubicBezTo>
                      <a:pt x="9289" y="3671"/>
                      <a:pt x="2971" y="5"/>
                      <a:pt x="2964" y="5"/>
                    </a:cubicBezTo>
                    <a:cubicBezTo>
                      <a:pt x="2964" y="5"/>
                      <a:pt x="2964" y="5"/>
                      <a:pt x="2964" y="5"/>
                    </a:cubicBezTo>
                    <a:cubicBezTo>
                      <a:pt x="2941" y="2"/>
                      <a:pt x="2918" y="1"/>
                      <a:pt x="2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3"/>
              <p:cNvSpPr/>
              <p:nvPr/>
            </p:nvSpPr>
            <p:spPr>
              <a:xfrm>
                <a:off x="5661470" y="2410368"/>
                <a:ext cx="617984" cy="515042"/>
              </a:xfrm>
              <a:custGeom>
                <a:rect b="b" l="l" r="r" t="t"/>
                <a:pathLst>
                  <a:path extrusionOk="0" h="3132" w="3758">
                    <a:moveTo>
                      <a:pt x="3225" y="1"/>
                    </a:moveTo>
                    <a:cubicBezTo>
                      <a:pt x="3094" y="1"/>
                      <a:pt x="2947" y="44"/>
                      <a:pt x="2792" y="134"/>
                    </a:cubicBezTo>
                    <a:lnTo>
                      <a:pt x="966" y="1179"/>
                    </a:lnTo>
                    <a:cubicBezTo>
                      <a:pt x="435" y="1489"/>
                      <a:pt x="1" y="2233"/>
                      <a:pt x="1" y="2843"/>
                    </a:cubicBezTo>
                    <a:lnTo>
                      <a:pt x="1" y="3132"/>
                    </a:lnTo>
                    <a:lnTo>
                      <a:pt x="3758" y="974"/>
                    </a:lnTo>
                    <a:lnTo>
                      <a:pt x="3757" y="684"/>
                    </a:lnTo>
                    <a:cubicBezTo>
                      <a:pt x="3757" y="252"/>
                      <a:pt x="3540" y="1"/>
                      <a:pt x="3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3"/>
              <p:cNvSpPr/>
              <p:nvPr/>
            </p:nvSpPr>
            <p:spPr>
              <a:xfrm>
                <a:off x="5916523" y="2856011"/>
                <a:ext cx="693958" cy="382006"/>
              </a:xfrm>
              <a:custGeom>
                <a:rect b="b" l="l" r="r" t="t"/>
                <a:pathLst>
                  <a:path extrusionOk="0" h="2323" w="4220">
                    <a:moveTo>
                      <a:pt x="4176" y="2261"/>
                    </a:moveTo>
                    <a:lnTo>
                      <a:pt x="4219" y="2286"/>
                    </a:lnTo>
                    <a:cubicBezTo>
                      <a:pt x="4213" y="2274"/>
                      <a:pt x="4202" y="2274"/>
                      <a:pt x="4180" y="2263"/>
                    </a:cubicBezTo>
                    <a:cubicBezTo>
                      <a:pt x="4179" y="2263"/>
                      <a:pt x="4177" y="2262"/>
                      <a:pt x="4176" y="2261"/>
                    </a:cubicBezTo>
                    <a:close/>
                    <a:moveTo>
                      <a:pt x="204" y="0"/>
                    </a:moveTo>
                    <a:cubicBezTo>
                      <a:pt x="186" y="0"/>
                      <a:pt x="186" y="6"/>
                      <a:pt x="181" y="6"/>
                    </a:cubicBezTo>
                    <a:lnTo>
                      <a:pt x="164" y="6"/>
                    </a:lnTo>
                    <a:cubicBezTo>
                      <a:pt x="159" y="6"/>
                      <a:pt x="153" y="11"/>
                      <a:pt x="153" y="11"/>
                    </a:cubicBezTo>
                    <a:cubicBezTo>
                      <a:pt x="148" y="11"/>
                      <a:pt x="137" y="16"/>
                      <a:pt x="131" y="16"/>
                    </a:cubicBezTo>
                    <a:cubicBezTo>
                      <a:pt x="126" y="16"/>
                      <a:pt x="121" y="21"/>
                      <a:pt x="121" y="21"/>
                    </a:cubicBezTo>
                    <a:cubicBezTo>
                      <a:pt x="116" y="21"/>
                      <a:pt x="110" y="27"/>
                      <a:pt x="110" y="27"/>
                    </a:cubicBezTo>
                    <a:cubicBezTo>
                      <a:pt x="100" y="32"/>
                      <a:pt x="88" y="37"/>
                      <a:pt x="78" y="37"/>
                    </a:cubicBezTo>
                    <a:cubicBezTo>
                      <a:pt x="73" y="42"/>
                      <a:pt x="67" y="42"/>
                      <a:pt x="67" y="42"/>
                    </a:cubicBezTo>
                    <a:cubicBezTo>
                      <a:pt x="39" y="53"/>
                      <a:pt x="17" y="65"/>
                      <a:pt x="0" y="76"/>
                    </a:cubicBezTo>
                    <a:lnTo>
                      <a:pt x="3867" y="2323"/>
                    </a:lnTo>
                    <a:cubicBezTo>
                      <a:pt x="3889" y="2312"/>
                      <a:pt x="3907" y="2300"/>
                      <a:pt x="3929" y="2289"/>
                    </a:cubicBezTo>
                    <a:cubicBezTo>
                      <a:pt x="3933" y="2281"/>
                      <a:pt x="3938" y="2274"/>
                      <a:pt x="3944" y="2274"/>
                    </a:cubicBezTo>
                    <a:cubicBezTo>
                      <a:pt x="3954" y="2268"/>
                      <a:pt x="3966" y="2263"/>
                      <a:pt x="3976" y="2263"/>
                    </a:cubicBezTo>
                    <a:cubicBezTo>
                      <a:pt x="3981" y="2258"/>
                      <a:pt x="3993" y="2258"/>
                      <a:pt x="3998" y="2258"/>
                    </a:cubicBezTo>
                    <a:cubicBezTo>
                      <a:pt x="4003" y="2253"/>
                      <a:pt x="4015" y="2253"/>
                      <a:pt x="4020" y="2253"/>
                    </a:cubicBezTo>
                    <a:cubicBezTo>
                      <a:pt x="4030" y="2248"/>
                      <a:pt x="4038" y="2248"/>
                      <a:pt x="4047" y="2248"/>
                    </a:cubicBezTo>
                    <a:cubicBezTo>
                      <a:pt x="4052" y="2248"/>
                      <a:pt x="4058" y="2248"/>
                      <a:pt x="4065" y="2242"/>
                    </a:cubicBezTo>
                    <a:lnTo>
                      <a:pt x="4098" y="2242"/>
                    </a:lnTo>
                    <a:cubicBezTo>
                      <a:pt x="4120" y="2242"/>
                      <a:pt x="4130" y="2248"/>
                      <a:pt x="4143" y="2248"/>
                    </a:cubicBezTo>
                    <a:cubicBezTo>
                      <a:pt x="4148" y="2248"/>
                      <a:pt x="4148" y="2253"/>
                      <a:pt x="4153" y="2253"/>
                    </a:cubicBezTo>
                    <a:cubicBezTo>
                      <a:pt x="4162" y="2257"/>
                      <a:pt x="4168" y="2258"/>
                      <a:pt x="4176" y="2261"/>
                    </a:cubicBezTo>
                    <a:lnTo>
                      <a:pt x="4176" y="2261"/>
                    </a:lnTo>
                    <a:lnTo>
                      <a:pt x="352" y="39"/>
                    </a:lnTo>
                    <a:cubicBezTo>
                      <a:pt x="342" y="34"/>
                      <a:pt x="330" y="29"/>
                      <a:pt x="325" y="21"/>
                    </a:cubicBezTo>
                    <a:cubicBezTo>
                      <a:pt x="315" y="16"/>
                      <a:pt x="315" y="16"/>
                      <a:pt x="308" y="16"/>
                    </a:cubicBezTo>
                    <a:cubicBezTo>
                      <a:pt x="303" y="16"/>
                      <a:pt x="298" y="11"/>
                      <a:pt x="298" y="11"/>
                    </a:cubicBezTo>
                    <a:cubicBezTo>
                      <a:pt x="293" y="11"/>
                      <a:pt x="287" y="6"/>
                      <a:pt x="280" y="6"/>
                    </a:cubicBezTo>
                    <a:cubicBezTo>
                      <a:pt x="258" y="0"/>
                      <a:pt x="248"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3"/>
              <p:cNvSpPr/>
              <p:nvPr/>
            </p:nvSpPr>
            <p:spPr>
              <a:xfrm>
                <a:off x="5835945" y="2865056"/>
                <a:ext cx="718954" cy="561580"/>
              </a:xfrm>
              <a:custGeom>
                <a:rect b="b" l="l" r="r" t="t"/>
                <a:pathLst>
                  <a:path extrusionOk="0" h="3415" w="4372">
                    <a:moveTo>
                      <a:pt x="505" y="1"/>
                    </a:moveTo>
                    <a:cubicBezTo>
                      <a:pt x="472" y="18"/>
                      <a:pt x="443" y="40"/>
                      <a:pt x="416" y="63"/>
                    </a:cubicBezTo>
                    <a:cubicBezTo>
                      <a:pt x="406" y="73"/>
                      <a:pt x="393" y="80"/>
                      <a:pt x="388" y="90"/>
                    </a:cubicBezTo>
                    <a:cubicBezTo>
                      <a:pt x="371" y="100"/>
                      <a:pt x="360" y="112"/>
                      <a:pt x="344" y="129"/>
                    </a:cubicBezTo>
                    <a:cubicBezTo>
                      <a:pt x="338" y="134"/>
                      <a:pt x="333" y="147"/>
                      <a:pt x="327" y="152"/>
                    </a:cubicBezTo>
                    <a:lnTo>
                      <a:pt x="309" y="169"/>
                    </a:lnTo>
                    <a:lnTo>
                      <a:pt x="287" y="191"/>
                    </a:lnTo>
                    <a:cubicBezTo>
                      <a:pt x="270" y="207"/>
                      <a:pt x="260" y="223"/>
                      <a:pt x="248" y="241"/>
                    </a:cubicBezTo>
                    <a:cubicBezTo>
                      <a:pt x="243" y="246"/>
                      <a:pt x="238" y="251"/>
                      <a:pt x="238" y="258"/>
                    </a:cubicBezTo>
                    <a:cubicBezTo>
                      <a:pt x="233" y="263"/>
                      <a:pt x="233" y="263"/>
                      <a:pt x="233" y="268"/>
                    </a:cubicBezTo>
                    <a:lnTo>
                      <a:pt x="215" y="285"/>
                    </a:lnTo>
                    <a:cubicBezTo>
                      <a:pt x="204" y="302"/>
                      <a:pt x="193" y="312"/>
                      <a:pt x="188" y="330"/>
                    </a:cubicBezTo>
                    <a:cubicBezTo>
                      <a:pt x="177" y="347"/>
                      <a:pt x="171" y="357"/>
                      <a:pt x="160" y="374"/>
                    </a:cubicBezTo>
                    <a:cubicBezTo>
                      <a:pt x="150" y="391"/>
                      <a:pt x="144" y="401"/>
                      <a:pt x="138" y="414"/>
                    </a:cubicBezTo>
                    <a:cubicBezTo>
                      <a:pt x="128" y="430"/>
                      <a:pt x="121" y="441"/>
                      <a:pt x="115" y="458"/>
                    </a:cubicBezTo>
                    <a:cubicBezTo>
                      <a:pt x="110" y="468"/>
                      <a:pt x="105" y="485"/>
                      <a:pt x="99" y="498"/>
                    </a:cubicBezTo>
                    <a:cubicBezTo>
                      <a:pt x="88" y="520"/>
                      <a:pt x="82" y="530"/>
                      <a:pt x="77" y="547"/>
                    </a:cubicBezTo>
                    <a:cubicBezTo>
                      <a:pt x="71" y="564"/>
                      <a:pt x="66" y="579"/>
                      <a:pt x="60" y="591"/>
                    </a:cubicBezTo>
                    <a:cubicBezTo>
                      <a:pt x="55" y="601"/>
                      <a:pt x="55" y="609"/>
                      <a:pt x="49" y="614"/>
                    </a:cubicBezTo>
                    <a:cubicBezTo>
                      <a:pt x="49" y="619"/>
                      <a:pt x="44" y="619"/>
                      <a:pt x="44" y="624"/>
                    </a:cubicBezTo>
                    <a:cubicBezTo>
                      <a:pt x="39" y="630"/>
                      <a:pt x="39" y="635"/>
                      <a:pt x="39" y="641"/>
                    </a:cubicBezTo>
                    <a:cubicBezTo>
                      <a:pt x="34" y="658"/>
                      <a:pt x="28" y="680"/>
                      <a:pt x="21" y="696"/>
                    </a:cubicBezTo>
                    <a:cubicBezTo>
                      <a:pt x="16" y="706"/>
                      <a:pt x="16" y="719"/>
                      <a:pt x="16" y="729"/>
                    </a:cubicBezTo>
                    <a:cubicBezTo>
                      <a:pt x="16" y="734"/>
                      <a:pt x="11" y="740"/>
                      <a:pt x="11" y="746"/>
                    </a:cubicBezTo>
                    <a:cubicBezTo>
                      <a:pt x="11" y="751"/>
                      <a:pt x="5" y="756"/>
                      <a:pt x="5" y="763"/>
                    </a:cubicBezTo>
                    <a:cubicBezTo>
                      <a:pt x="0" y="795"/>
                      <a:pt x="0" y="830"/>
                      <a:pt x="0" y="857"/>
                    </a:cubicBezTo>
                    <a:cubicBezTo>
                      <a:pt x="0" y="1007"/>
                      <a:pt x="56" y="1118"/>
                      <a:pt x="139" y="1167"/>
                    </a:cubicBezTo>
                    <a:lnTo>
                      <a:pt x="4006" y="3414"/>
                    </a:lnTo>
                    <a:cubicBezTo>
                      <a:pt x="3929" y="3345"/>
                      <a:pt x="3873" y="3240"/>
                      <a:pt x="3873" y="3091"/>
                    </a:cubicBezTo>
                    <a:cubicBezTo>
                      <a:pt x="3873" y="3052"/>
                      <a:pt x="3878" y="3019"/>
                      <a:pt x="3884" y="2980"/>
                    </a:cubicBezTo>
                    <a:cubicBezTo>
                      <a:pt x="3884" y="2975"/>
                      <a:pt x="3889" y="2970"/>
                      <a:pt x="3889" y="2963"/>
                    </a:cubicBezTo>
                    <a:cubicBezTo>
                      <a:pt x="3894" y="2930"/>
                      <a:pt x="3906" y="2891"/>
                      <a:pt x="3916" y="2858"/>
                    </a:cubicBezTo>
                    <a:cubicBezTo>
                      <a:pt x="3916" y="2853"/>
                      <a:pt x="3921" y="2853"/>
                      <a:pt x="3921" y="2847"/>
                    </a:cubicBezTo>
                    <a:cubicBezTo>
                      <a:pt x="3932" y="2809"/>
                      <a:pt x="3948" y="2771"/>
                      <a:pt x="3965" y="2731"/>
                    </a:cubicBezTo>
                    <a:cubicBezTo>
                      <a:pt x="3983" y="2692"/>
                      <a:pt x="4005" y="2653"/>
                      <a:pt x="4027" y="2615"/>
                    </a:cubicBezTo>
                    <a:cubicBezTo>
                      <a:pt x="4049" y="2575"/>
                      <a:pt x="4072" y="2542"/>
                      <a:pt x="4099" y="2509"/>
                    </a:cubicBezTo>
                    <a:cubicBezTo>
                      <a:pt x="4105" y="2504"/>
                      <a:pt x="4105" y="2504"/>
                      <a:pt x="4105" y="2498"/>
                    </a:cubicBezTo>
                    <a:cubicBezTo>
                      <a:pt x="4127" y="2465"/>
                      <a:pt x="4149" y="2437"/>
                      <a:pt x="4177" y="2415"/>
                    </a:cubicBezTo>
                    <a:lnTo>
                      <a:pt x="4194" y="2397"/>
                    </a:lnTo>
                    <a:cubicBezTo>
                      <a:pt x="4216" y="2375"/>
                      <a:pt x="4232" y="2358"/>
                      <a:pt x="4255" y="2342"/>
                    </a:cubicBezTo>
                    <a:cubicBezTo>
                      <a:pt x="4266" y="2332"/>
                      <a:pt x="4277" y="2326"/>
                      <a:pt x="4283" y="2315"/>
                    </a:cubicBezTo>
                    <a:cubicBezTo>
                      <a:pt x="4310" y="2292"/>
                      <a:pt x="4344" y="2270"/>
                      <a:pt x="4372" y="2248"/>
                    </a:cubicBezTo>
                    <a:lnTo>
                      <a:pt x="5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3"/>
              <p:cNvSpPr/>
              <p:nvPr/>
            </p:nvSpPr>
            <p:spPr>
              <a:xfrm>
                <a:off x="5786776" y="3212691"/>
                <a:ext cx="724380" cy="1922691"/>
              </a:xfrm>
              <a:custGeom>
                <a:rect b="b" l="l" r="r" t="t"/>
                <a:pathLst>
                  <a:path extrusionOk="0" h="11692" w="4405">
                    <a:moveTo>
                      <a:pt x="153" y="1"/>
                    </a:moveTo>
                    <a:cubicBezTo>
                      <a:pt x="120" y="1"/>
                      <a:pt x="87" y="13"/>
                      <a:pt x="61" y="40"/>
                    </a:cubicBezTo>
                    <a:cubicBezTo>
                      <a:pt x="6" y="94"/>
                      <a:pt x="1" y="178"/>
                      <a:pt x="56" y="234"/>
                    </a:cubicBezTo>
                    <a:cubicBezTo>
                      <a:pt x="89" y="272"/>
                      <a:pt x="3529" y="3946"/>
                      <a:pt x="2286" y="8363"/>
                    </a:cubicBezTo>
                    <a:cubicBezTo>
                      <a:pt x="1748" y="10265"/>
                      <a:pt x="1765" y="11332"/>
                      <a:pt x="2325" y="11620"/>
                    </a:cubicBezTo>
                    <a:cubicBezTo>
                      <a:pt x="2425" y="11669"/>
                      <a:pt x="2524" y="11691"/>
                      <a:pt x="2635" y="11691"/>
                    </a:cubicBezTo>
                    <a:cubicBezTo>
                      <a:pt x="3223" y="11691"/>
                      <a:pt x="3968" y="11054"/>
                      <a:pt x="4361" y="10565"/>
                    </a:cubicBezTo>
                    <a:cubicBezTo>
                      <a:pt x="4405" y="10505"/>
                      <a:pt x="4399" y="10421"/>
                      <a:pt x="4338" y="10371"/>
                    </a:cubicBezTo>
                    <a:cubicBezTo>
                      <a:pt x="4312" y="10350"/>
                      <a:pt x="4282" y="10340"/>
                      <a:pt x="4253" y="10340"/>
                    </a:cubicBezTo>
                    <a:cubicBezTo>
                      <a:pt x="4213" y="10340"/>
                      <a:pt x="4173" y="10359"/>
                      <a:pt x="4144" y="10394"/>
                    </a:cubicBezTo>
                    <a:cubicBezTo>
                      <a:pt x="3714" y="10930"/>
                      <a:pt x="3049" y="11415"/>
                      <a:pt x="2632" y="11415"/>
                    </a:cubicBezTo>
                    <a:cubicBezTo>
                      <a:pt x="2565" y="11415"/>
                      <a:pt x="2504" y="11403"/>
                      <a:pt x="2452" y="11376"/>
                    </a:cubicBezTo>
                    <a:cubicBezTo>
                      <a:pt x="2257" y="11276"/>
                      <a:pt x="1886" y="10793"/>
                      <a:pt x="2551" y="8435"/>
                    </a:cubicBezTo>
                    <a:cubicBezTo>
                      <a:pt x="3839" y="3862"/>
                      <a:pt x="294" y="84"/>
                      <a:pt x="255" y="45"/>
                    </a:cubicBezTo>
                    <a:cubicBezTo>
                      <a:pt x="226" y="16"/>
                      <a:pt x="189" y="1"/>
                      <a:pt x="1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3"/>
              <p:cNvSpPr/>
              <p:nvPr/>
            </p:nvSpPr>
            <p:spPr>
              <a:xfrm>
                <a:off x="4879538" y="2898767"/>
                <a:ext cx="480015" cy="236307"/>
              </a:xfrm>
              <a:custGeom>
                <a:rect b="b" l="l" r="r" t="t"/>
                <a:pathLst>
                  <a:path extrusionOk="0" h="1437" w="2919">
                    <a:moveTo>
                      <a:pt x="1" y="0"/>
                    </a:moveTo>
                    <a:lnTo>
                      <a:pt x="1" y="0"/>
                    </a:lnTo>
                    <a:cubicBezTo>
                      <a:pt x="1007" y="1129"/>
                      <a:pt x="2621" y="1437"/>
                      <a:pt x="2856" y="1437"/>
                    </a:cubicBezTo>
                    <a:cubicBezTo>
                      <a:pt x="2919" y="1437"/>
                      <a:pt x="2885" y="1415"/>
                      <a:pt x="2719" y="1382"/>
                    </a:cubicBezTo>
                    <a:cubicBezTo>
                      <a:pt x="1394" y="1110"/>
                      <a:pt x="1"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3"/>
              <p:cNvSpPr/>
              <p:nvPr/>
            </p:nvSpPr>
            <p:spPr>
              <a:xfrm>
                <a:off x="4874275" y="2974576"/>
                <a:ext cx="480344" cy="236801"/>
              </a:xfrm>
              <a:custGeom>
                <a:rect b="b" l="l" r="r" t="t"/>
                <a:pathLst>
                  <a:path extrusionOk="0" h="1440" w="2921">
                    <a:moveTo>
                      <a:pt x="0" y="0"/>
                    </a:moveTo>
                    <a:cubicBezTo>
                      <a:pt x="1001" y="1128"/>
                      <a:pt x="2610" y="1439"/>
                      <a:pt x="2855" y="1439"/>
                    </a:cubicBezTo>
                    <a:cubicBezTo>
                      <a:pt x="2920" y="1439"/>
                      <a:pt x="2888" y="1417"/>
                      <a:pt x="2719" y="1382"/>
                    </a:cubicBezTo>
                    <a:cubicBezTo>
                      <a:pt x="1399" y="1116"/>
                      <a:pt x="1"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3"/>
              <p:cNvSpPr/>
              <p:nvPr/>
            </p:nvSpPr>
            <p:spPr>
              <a:xfrm>
                <a:off x="4868520" y="3051207"/>
                <a:ext cx="480508" cy="236801"/>
              </a:xfrm>
              <a:custGeom>
                <a:rect b="b" l="l" r="r" t="t"/>
                <a:pathLst>
                  <a:path extrusionOk="0" h="1440" w="2922">
                    <a:moveTo>
                      <a:pt x="1" y="0"/>
                    </a:moveTo>
                    <a:lnTo>
                      <a:pt x="1" y="0"/>
                    </a:lnTo>
                    <a:cubicBezTo>
                      <a:pt x="1005" y="1127"/>
                      <a:pt x="2619" y="1439"/>
                      <a:pt x="2858" y="1439"/>
                    </a:cubicBezTo>
                    <a:cubicBezTo>
                      <a:pt x="2921" y="1439"/>
                      <a:pt x="2888" y="1417"/>
                      <a:pt x="2719" y="1382"/>
                    </a:cubicBezTo>
                    <a:cubicBezTo>
                      <a:pt x="1394" y="1110"/>
                      <a:pt x="1" y="1"/>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05" name="Google Shape;6005;p53"/>
          <p:cNvGrpSpPr/>
          <p:nvPr/>
        </p:nvGrpSpPr>
        <p:grpSpPr>
          <a:xfrm>
            <a:off x="4488598" y="2342750"/>
            <a:ext cx="830805" cy="753025"/>
            <a:chOff x="5255839" y="-1347627"/>
            <a:chExt cx="1366681" cy="1238732"/>
          </a:xfrm>
        </p:grpSpPr>
        <p:sp>
          <p:nvSpPr>
            <p:cNvPr id="6006" name="Google Shape;6006;p53"/>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3"/>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3"/>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3"/>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3"/>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3"/>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3"/>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3"/>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3"/>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3"/>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3"/>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3"/>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3"/>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3"/>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0" name="Google Shape;6020;p53"/>
          <p:cNvGrpSpPr/>
          <p:nvPr/>
        </p:nvGrpSpPr>
        <p:grpSpPr>
          <a:xfrm>
            <a:off x="357260" y="499150"/>
            <a:ext cx="830805" cy="753025"/>
            <a:chOff x="5255839" y="-1347627"/>
            <a:chExt cx="1366681" cy="1238732"/>
          </a:xfrm>
        </p:grpSpPr>
        <p:sp>
          <p:nvSpPr>
            <p:cNvPr id="6021" name="Google Shape;6021;p53"/>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3"/>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3"/>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3"/>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3"/>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3"/>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3"/>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3"/>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3"/>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3"/>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3"/>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3"/>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3"/>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3"/>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5" name="Google Shape;6035;p53"/>
          <p:cNvGrpSpPr/>
          <p:nvPr/>
        </p:nvGrpSpPr>
        <p:grpSpPr>
          <a:xfrm>
            <a:off x="2180035" y="533873"/>
            <a:ext cx="830894" cy="591536"/>
            <a:chOff x="7088023" y="1297048"/>
            <a:chExt cx="830894" cy="591536"/>
          </a:xfrm>
        </p:grpSpPr>
        <p:sp>
          <p:nvSpPr>
            <p:cNvPr id="6036" name="Google Shape;6036;p53"/>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3"/>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3"/>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3"/>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3"/>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3"/>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3"/>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3"/>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3"/>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3"/>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3"/>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3"/>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3"/>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3"/>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3"/>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3"/>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3"/>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3"/>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3"/>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3"/>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3"/>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3"/>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3"/>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3"/>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3"/>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3"/>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3"/>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3"/>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3"/>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3"/>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3"/>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3"/>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3"/>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9" name="Google Shape;6069;p53"/>
          <p:cNvGrpSpPr/>
          <p:nvPr/>
        </p:nvGrpSpPr>
        <p:grpSpPr>
          <a:xfrm>
            <a:off x="421648" y="4106498"/>
            <a:ext cx="830894" cy="591536"/>
            <a:chOff x="7088023" y="1297048"/>
            <a:chExt cx="830894" cy="591536"/>
          </a:xfrm>
        </p:grpSpPr>
        <p:sp>
          <p:nvSpPr>
            <p:cNvPr id="6070" name="Google Shape;6070;p53"/>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3"/>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3"/>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3"/>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3"/>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3"/>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3"/>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3"/>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3"/>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3"/>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3"/>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3"/>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3"/>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3"/>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3"/>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3"/>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3"/>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3"/>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3"/>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3"/>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3"/>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3"/>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3"/>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3"/>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3"/>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3"/>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3"/>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3"/>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3"/>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3"/>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3"/>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3"/>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3"/>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3" name="Google Shape;6103;p53"/>
          <p:cNvGrpSpPr/>
          <p:nvPr/>
        </p:nvGrpSpPr>
        <p:grpSpPr>
          <a:xfrm>
            <a:off x="4684598" y="4393973"/>
            <a:ext cx="830894" cy="591536"/>
            <a:chOff x="7088023" y="1297048"/>
            <a:chExt cx="830894" cy="591536"/>
          </a:xfrm>
        </p:grpSpPr>
        <p:sp>
          <p:nvSpPr>
            <p:cNvPr id="6104" name="Google Shape;6104;p53"/>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3"/>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3"/>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3"/>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3"/>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3"/>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3"/>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3"/>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3"/>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3"/>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3"/>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3"/>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3"/>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3"/>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3"/>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3"/>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3"/>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3"/>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3"/>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3"/>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3"/>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3"/>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3"/>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3"/>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3"/>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3"/>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3"/>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3"/>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3"/>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3"/>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3"/>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3"/>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3"/>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7" name="Google Shape;6137;p53"/>
          <p:cNvGrpSpPr/>
          <p:nvPr/>
        </p:nvGrpSpPr>
        <p:grpSpPr>
          <a:xfrm>
            <a:off x="3520848" y="265325"/>
            <a:ext cx="830805" cy="753025"/>
            <a:chOff x="5255839" y="-1347627"/>
            <a:chExt cx="1366681" cy="1238732"/>
          </a:xfrm>
        </p:grpSpPr>
        <p:sp>
          <p:nvSpPr>
            <p:cNvPr id="6138" name="Google Shape;6138;p53"/>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3"/>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3"/>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3"/>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3"/>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3"/>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3"/>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3"/>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3"/>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3"/>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3"/>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3"/>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3"/>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3"/>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5" name="Shape 6155"/>
        <p:cNvGrpSpPr/>
        <p:nvPr/>
      </p:nvGrpSpPr>
      <p:grpSpPr>
        <a:xfrm>
          <a:off x="0" y="0"/>
          <a:ext cx="0" cy="0"/>
          <a:chOff x="0" y="0"/>
          <a:chExt cx="0" cy="0"/>
        </a:xfrm>
      </p:grpSpPr>
      <p:sp>
        <p:nvSpPr>
          <p:cNvPr id="6156" name="Google Shape;6156;p54"/>
          <p:cNvSpPr txBox="1"/>
          <p:nvPr>
            <p:ph type="title"/>
          </p:nvPr>
        </p:nvSpPr>
        <p:spPr>
          <a:xfrm>
            <a:off x="1117025" y="1595500"/>
            <a:ext cx="5250000" cy="123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6157" name="Google Shape;6157;p54"/>
          <p:cNvSpPr txBox="1"/>
          <p:nvPr>
            <p:ph idx="1" type="subTitle"/>
          </p:nvPr>
        </p:nvSpPr>
        <p:spPr>
          <a:xfrm>
            <a:off x="1303475" y="3021775"/>
            <a:ext cx="49521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6158" name="Google Shape;6158;p54"/>
          <p:cNvGrpSpPr/>
          <p:nvPr/>
        </p:nvGrpSpPr>
        <p:grpSpPr>
          <a:xfrm>
            <a:off x="6660929" y="1200707"/>
            <a:ext cx="2958689" cy="3582229"/>
            <a:chOff x="6532231" y="461732"/>
            <a:chExt cx="3797086" cy="4597316"/>
          </a:xfrm>
        </p:grpSpPr>
        <p:grpSp>
          <p:nvGrpSpPr>
            <p:cNvPr id="6159" name="Google Shape;6159;p54"/>
            <p:cNvGrpSpPr/>
            <p:nvPr/>
          </p:nvGrpSpPr>
          <p:grpSpPr>
            <a:xfrm>
              <a:off x="6532231" y="461732"/>
              <a:ext cx="3797086" cy="4597316"/>
              <a:chOff x="2746225" y="3093875"/>
              <a:chExt cx="2748126" cy="3327049"/>
            </a:xfrm>
          </p:grpSpPr>
          <p:sp>
            <p:nvSpPr>
              <p:cNvPr id="6160" name="Google Shape;6160;p54"/>
              <p:cNvSpPr/>
              <p:nvPr/>
            </p:nvSpPr>
            <p:spPr>
              <a:xfrm>
                <a:off x="3904989" y="5674402"/>
                <a:ext cx="88971" cy="14402"/>
              </a:xfrm>
              <a:custGeom>
                <a:rect b="b" l="l" r="r" t="t"/>
                <a:pathLst>
                  <a:path extrusionOk="0" h="107" w="661">
                    <a:moveTo>
                      <a:pt x="0" y="0"/>
                    </a:moveTo>
                    <a:cubicBezTo>
                      <a:pt x="221" y="60"/>
                      <a:pt x="445" y="100"/>
                      <a:pt x="660" y="106"/>
                    </a:cubicBezTo>
                    <a:cubicBezTo>
                      <a:pt x="445" y="73"/>
                      <a:pt x="221" y="40"/>
                      <a:pt x="0" y="0"/>
                    </a:cubicBezTo>
                    <a:close/>
                  </a:path>
                </a:pathLst>
              </a:custGeom>
              <a:solidFill>
                <a:srgbClr val="5D4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4"/>
              <p:cNvSpPr/>
              <p:nvPr/>
            </p:nvSpPr>
            <p:spPr>
              <a:xfrm>
                <a:off x="3000215" y="3347462"/>
                <a:ext cx="1678327" cy="1571993"/>
              </a:xfrm>
              <a:custGeom>
                <a:rect b="b" l="l" r="r" t="t"/>
                <a:pathLst>
                  <a:path extrusionOk="0" h="11679" w="12469">
                    <a:moveTo>
                      <a:pt x="5273" y="0"/>
                    </a:moveTo>
                    <a:cubicBezTo>
                      <a:pt x="4672" y="1103"/>
                      <a:pt x="3730" y="2719"/>
                      <a:pt x="3730" y="2719"/>
                    </a:cubicBezTo>
                    <a:lnTo>
                      <a:pt x="2287" y="4211"/>
                    </a:lnTo>
                    <a:lnTo>
                      <a:pt x="212" y="6880"/>
                    </a:lnTo>
                    <a:lnTo>
                      <a:pt x="0" y="7601"/>
                    </a:lnTo>
                    <a:lnTo>
                      <a:pt x="489" y="8611"/>
                    </a:lnTo>
                    <a:lnTo>
                      <a:pt x="717" y="9083"/>
                    </a:lnTo>
                    <a:lnTo>
                      <a:pt x="4739" y="8988"/>
                    </a:lnTo>
                    <a:lnTo>
                      <a:pt x="8135" y="11679"/>
                    </a:lnTo>
                    <a:lnTo>
                      <a:pt x="11319" y="10463"/>
                    </a:lnTo>
                    <a:lnTo>
                      <a:pt x="11903" y="9032"/>
                    </a:lnTo>
                    <a:lnTo>
                      <a:pt x="12469" y="9360"/>
                    </a:lnTo>
                    <a:cubicBezTo>
                      <a:pt x="11431" y="7246"/>
                      <a:pt x="9228" y="2606"/>
                      <a:pt x="8247" y="593"/>
                    </a:cubicBezTo>
                    <a:lnTo>
                      <a:pt x="8030" y="1880"/>
                    </a:lnTo>
                    <a:lnTo>
                      <a:pt x="6299" y="553"/>
                    </a:lnTo>
                    <a:lnTo>
                      <a:pt x="5771" y="1391"/>
                    </a:lnTo>
                    <a:lnTo>
                      <a:pt x="5434" y="448"/>
                    </a:lnTo>
                    <a:lnTo>
                      <a:pt x="52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4"/>
              <p:cNvSpPr/>
              <p:nvPr/>
            </p:nvSpPr>
            <p:spPr>
              <a:xfrm>
                <a:off x="4082398" y="3415166"/>
                <a:ext cx="1325137" cy="1932318"/>
              </a:xfrm>
              <a:custGeom>
                <a:rect b="b" l="l" r="r" t="t"/>
                <a:pathLst>
                  <a:path extrusionOk="0" h="14356" w="9845">
                    <a:moveTo>
                      <a:pt x="234" y="1"/>
                    </a:moveTo>
                    <a:lnTo>
                      <a:pt x="222" y="90"/>
                    </a:lnTo>
                    <a:lnTo>
                      <a:pt x="0" y="1377"/>
                    </a:lnTo>
                    <a:lnTo>
                      <a:pt x="727" y="5018"/>
                    </a:lnTo>
                    <a:lnTo>
                      <a:pt x="3285" y="9955"/>
                    </a:lnTo>
                    <a:lnTo>
                      <a:pt x="8108" y="13218"/>
                    </a:lnTo>
                    <a:lnTo>
                      <a:pt x="9845" y="14355"/>
                    </a:lnTo>
                    <a:lnTo>
                      <a:pt x="7863" y="8524"/>
                    </a:lnTo>
                    <a:lnTo>
                      <a:pt x="4046" y="2032"/>
                    </a:lnTo>
                    <a:lnTo>
                      <a:pt x="2347" y="4251"/>
                    </a:lnTo>
                    <a:lnTo>
                      <a:pt x="705" y="279"/>
                    </a:lnTo>
                    <a:lnTo>
                      <a:pt x="2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4"/>
              <p:cNvSpPr/>
              <p:nvPr/>
            </p:nvSpPr>
            <p:spPr>
              <a:xfrm>
                <a:off x="3002503" y="3348135"/>
                <a:ext cx="730609" cy="1159310"/>
              </a:xfrm>
              <a:custGeom>
                <a:rect b="b" l="l" r="r" t="t"/>
                <a:pathLst>
                  <a:path extrusionOk="0" h="8613" w="5428">
                    <a:moveTo>
                      <a:pt x="5272" y="0"/>
                    </a:moveTo>
                    <a:cubicBezTo>
                      <a:pt x="4673" y="1111"/>
                      <a:pt x="3241" y="2680"/>
                      <a:pt x="3241" y="2680"/>
                    </a:cubicBezTo>
                    <a:lnTo>
                      <a:pt x="2287" y="4213"/>
                    </a:lnTo>
                    <a:lnTo>
                      <a:pt x="211" y="6881"/>
                    </a:lnTo>
                    <a:lnTo>
                      <a:pt x="1" y="7603"/>
                    </a:lnTo>
                    <a:lnTo>
                      <a:pt x="489" y="8613"/>
                    </a:lnTo>
                    <a:cubicBezTo>
                      <a:pt x="848" y="7595"/>
                      <a:pt x="1107" y="6904"/>
                      <a:pt x="1149" y="6904"/>
                    </a:cubicBezTo>
                    <a:cubicBezTo>
                      <a:pt x="1149" y="6904"/>
                      <a:pt x="1149" y="6904"/>
                      <a:pt x="1149" y="6904"/>
                    </a:cubicBezTo>
                    <a:cubicBezTo>
                      <a:pt x="1149" y="6904"/>
                      <a:pt x="1150" y="6904"/>
                      <a:pt x="1150" y="6904"/>
                    </a:cubicBezTo>
                    <a:cubicBezTo>
                      <a:pt x="1305" y="6904"/>
                      <a:pt x="3381" y="3729"/>
                      <a:pt x="3663" y="3474"/>
                    </a:cubicBezTo>
                    <a:cubicBezTo>
                      <a:pt x="3835" y="3313"/>
                      <a:pt x="4906" y="1865"/>
                      <a:pt x="5427" y="438"/>
                    </a:cubicBezTo>
                    <a:lnTo>
                      <a:pt x="52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4"/>
              <p:cNvSpPr/>
              <p:nvPr/>
            </p:nvSpPr>
            <p:spPr>
              <a:xfrm>
                <a:off x="2762781" y="4506101"/>
                <a:ext cx="1983735" cy="1808486"/>
              </a:xfrm>
              <a:custGeom>
                <a:rect b="b" l="l" r="r" t="t"/>
                <a:pathLst>
                  <a:path extrusionOk="0" h="13436" w="14738">
                    <a:moveTo>
                      <a:pt x="2265" y="0"/>
                    </a:moveTo>
                    <a:cubicBezTo>
                      <a:pt x="1454" y="2274"/>
                      <a:pt x="600" y="6475"/>
                      <a:pt x="1" y="7957"/>
                    </a:cubicBezTo>
                    <a:cubicBezTo>
                      <a:pt x="129" y="8396"/>
                      <a:pt x="400" y="8788"/>
                      <a:pt x="794" y="9061"/>
                    </a:cubicBezTo>
                    <a:cubicBezTo>
                      <a:pt x="851" y="9104"/>
                      <a:pt x="910" y="9144"/>
                      <a:pt x="977" y="9188"/>
                    </a:cubicBezTo>
                    <a:cubicBezTo>
                      <a:pt x="1392" y="9470"/>
                      <a:pt x="1893" y="9775"/>
                      <a:pt x="2459" y="10086"/>
                    </a:cubicBezTo>
                    <a:cubicBezTo>
                      <a:pt x="2941" y="10346"/>
                      <a:pt x="3434" y="10376"/>
                      <a:pt x="4011" y="10619"/>
                    </a:cubicBezTo>
                    <a:cubicBezTo>
                      <a:pt x="5509" y="11257"/>
                      <a:pt x="6926" y="12439"/>
                      <a:pt x="8168" y="12988"/>
                    </a:cubicBezTo>
                    <a:cubicBezTo>
                      <a:pt x="8484" y="13127"/>
                      <a:pt x="8796" y="13243"/>
                      <a:pt x="9095" y="13320"/>
                    </a:cubicBezTo>
                    <a:cubicBezTo>
                      <a:pt x="9321" y="13355"/>
                      <a:pt x="9539" y="13394"/>
                      <a:pt x="9755" y="13426"/>
                    </a:cubicBezTo>
                    <a:cubicBezTo>
                      <a:pt x="9782" y="13426"/>
                      <a:pt x="9804" y="13431"/>
                      <a:pt x="9833" y="13431"/>
                    </a:cubicBezTo>
                    <a:cubicBezTo>
                      <a:pt x="9946" y="13434"/>
                      <a:pt x="10059" y="13436"/>
                      <a:pt x="10169" y="13436"/>
                    </a:cubicBezTo>
                    <a:cubicBezTo>
                      <a:pt x="11894" y="13436"/>
                      <a:pt x="13284" y="13078"/>
                      <a:pt x="14316" y="12671"/>
                    </a:cubicBezTo>
                    <a:lnTo>
                      <a:pt x="14738" y="11205"/>
                    </a:lnTo>
                    <a:lnTo>
                      <a:pt x="13339" y="5399"/>
                    </a:lnTo>
                    <a:lnTo>
                      <a:pt x="13096" y="1853"/>
                    </a:lnTo>
                    <a:lnTo>
                      <a:pt x="9911" y="3069"/>
                    </a:lnTo>
                    <a:lnTo>
                      <a:pt x="6515" y="377"/>
                    </a:lnTo>
                    <a:lnTo>
                      <a:pt x="2492" y="472"/>
                    </a:lnTo>
                    <a:lnTo>
                      <a:pt x="226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4"/>
              <p:cNvSpPr/>
              <p:nvPr/>
            </p:nvSpPr>
            <p:spPr>
              <a:xfrm>
                <a:off x="4524558" y="4563037"/>
                <a:ext cx="969793" cy="1648581"/>
              </a:xfrm>
              <a:custGeom>
                <a:rect b="b" l="l" r="r" t="t"/>
                <a:pathLst>
                  <a:path extrusionOk="0" h="12248" w="7205">
                    <a:moveTo>
                      <a:pt x="4579" y="0"/>
                    </a:moveTo>
                    <a:lnTo>
                      <a:pt x="4446" y="3524"/>
                    </a:lnTo>
                    <a:lnTo>
                      <a:pt x="1988" y="1860"/>
                    </a:lnTo>
                    <a:lnTo>
                      <a:pt x="1" y="1432"/>
                    </a:lnTo>
                    <a:lnTo>
                      <a:pt x="245" y="4979"/>
                    </a:lnTo>
                    <a:lnTo>
                      <a:pt x="1649" y="10782"/>
                    </a:lnTo>
                    <a:lnTo>
                      <a:pt x="1226" y="12248"/>
                    </a:lnTo>
                    <a:cubicBezTo>
                      <a:pt x="2613" y="11704"/>
                      <a:pt x="7197" y="7275"/>
                      <a:pt x="7205" y="7275"/>
                    </a:cubicBezTo>
                    <a:cubicBezTo>
                      <a:pt x="7205" y="7275"/>
                      <a:pt x="7205" y="7275"/>
                      <a:pt x="7205" y="7275"/>
                    </a:cubicBezTo>
                    <a:lnTo>
                      <a:pt x="6339" y="4134"/>
                    </a:lnTo>
                    <a:lnTo>
                      <a:pt x="5600" y="2398"/>
                    </a:lnTo>
                    <a:lnTo>
                      <a:pt x="45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4"/>
              <p:cNvSpPr/>
              <p:nvPr/>
            </p:nvSpPr>
            <p:spPr>
              <a:xfrm>
                <a:off x="3094300" y="4960646"/>
                <a:ext cx="768701" cy="1293641"/>
              </a:xfrm>
              <a:custGeom>
                <a:rect b="b" l="l" r="r" t="t"/>
                <a:pathLst>
                  <a:path extrusionOk="0" h="9611" w="5711">
                    <a:moveTo>
                      <a:pt x="1216" y="1"/>
                    </a:moveTo>
                    <a:lnTo>
                      <a:pt x="1" y="6708"/>
                    </a:lnTo>
                    <a:cubicBezTo>
                      <a:pt x="484" y="6974"/>
                      <a:pt x="1100" y="6969"/>
                      <a:pt x="1637" y="7292"/>
                    </a:cubicBezTo>
                    <a:cubicBezTo>
                      <a:pt x="3247" y="8257"/>
                      <a:pt x="4468" y="9062"/>
                      <a:pt x="5710" y="9610"/>
                    </a:cubicBezTo>
                    <a:lnTo>
                      <a:pt x="5550" y="4469"/>
                    </a:lnTo>
                    <a:lnTo>
                      <a:pt x="4040" y="433"/>
                    </a:lnTo>
                    <a:lnTo>
                      <a:pt x="12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4"/>
              <p:cNvSpPr/>
              <p:nvPr/>
            </p:nvSpPr>
            <p:spPr>
              <a:xfrm>
                <a:off x="3019597" y="4936688"/>
                <a:ext cx="172692" cy="100277"/>
              </a:xfrm>
              <a:custGeom>
                <a:rect b="b" l="l" r="r" t="t"/>
                <a:pathLst>
                  <a:path extrusionOk="0" h="745" w="1283">
                    <a:moveTo>
                      <a:pt x="733" y="0"/>
                    </a:moveTo>
                    <a:lnTo>
                      <a:pt x="1" y="427"/>
                    </a:lnTo>
                    <a:lnTo>
                      <a:pt x="551" y="744"/>
                    </a:lnTo>
                    <a:lnTo>
                      <a:pt x="1283" y="316"/>
                    </a:lnTo>
                    <a:lnTo>
                      <a:pt x="7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4"/>
              <p:cNvSpPr/>
              <p:nvPr/>
            </p:nvSpPr>
            <p:spPr>
              <a:xfrm>
                <a:off x="3235361" y="4954051"/>
                <a:ext cx="157482" cy="1067647"/>
              </a:xfrm>
              <a:custGeom>
                <a:rect b="b" l="l" r="r" t="t"/>
                <a:pathLst>
                  <a:path extrusionOk="0" h="7932" w="1170">
                    <a:moveTo>
                      <a:pt x="1170" y="0"/>
                    </a:moveTo>
                    <a:lnTo>
                      <a:pt x="1170" y="0"/>
                    </a:lnTo>
                    <a:cubicBezTo>
                      <a:pt x="1158" y="6"/>
                      <a:pt x="1140" y="13"/>
                      <a:pt x="1130" y="23"/>
                    </a:cubicBezTo>
                    <a:lnTo>
                      <a:pt x="1130" y="23"/>
                    </a:lnTo>
                    <a:lnTo>
                      <a:pt x="1170" y="0"/>
                    </a:lnTo>
                    <a:close/>
                    <a:moveTo>
                      <a:pt x="1130" y="23"/>
                    </a:moveTo>
                    <a:lnTo>
                      <a:pt x="431" y="428"/>
                    </a:lnTo>
                    <a:cubicBezTo>
                      <a:pt x="414" y="438"/>
                      <a:pt x="404" y="445"/>
                      <a:pt x="391" y="450"/>
                    </a:cubicBezTo>
                    <a:lnTo>
                      <a:pt x="381" y="460"/>
                    </a:lnTo>
                    <a:cubicBezTo>
                      <a:pt x="370" y="465"/>
                      <a:pt x="364" y="477"/>
                      <a:pt x="354" y="482"/>
                    </a:cubicBezTo>
                    <a:cubicBezTo>
                      <a:pt x="348" y="487"/>
                      <a:pt x="343" y="487"/>
                      <a:pt x="343" y="493"/>
                    </a:cubicBezTo>
                    <a:cubicBezTo>
                      <a:pt x="333" y="503"/>
                      <a:pt x="321" y="511"/>
                      <a:pt x="316" y="521"/>
                    </a:cubicBezTo>
                    <a:lnTo>
                      <a:pt x="276" y="560"/>
                    </a:lnTo>
                    <a:lnTo>
                      <a:pt x="266" y="570"/>
                    </a:lnTo>
                    <a:cubicBezTo>
                      <a:pt x="255" y="581"/>
                      <a:pt x="249" y="587"/>
                      <a:pt x="244" y="597"/>
                    </a:cubicBezTo>
                    <a:cubicBezTo>
                      <a:pt x="238" y="603"/>
                      <a:pt x="238" y="608"/>
                      <a:pt x="233" y="608"/>
                    </a:cubicBezTo>
                    <a:cubicBezTo>
                      <a:pt x="223" y="618"/>
                      <a:pt x="216" y="631"/>
                      <a:pt x="211" y="641"/>
                    </a:cubicBezTo>
                    <a:cubicBezTo>
                      <a:pt x="206" y="647"/>
                      <a:pt x="206" y="647"/>
                      <a:pt x="206" y="652"/>
                    </a:cubicBezTo>
                    <a:cubicBezTo>
                      <a:pt x="184" y="679"/>
                      <a:pt x="173" y="713"/>
                      <a:pt x="156" y="741"/>
                    </a:cubicBezTo>
                    <a:cubicBezTo>
                      <a:pt x="150" y="746"/>
                      <a:pt x="150" y="751"/>
                      <a:pt x="150" y="751"/>
                    </a:cubicBezTo>
                    <a:cubicBezTo>
                      <a:pt x="145" y="768"/>
                      <a:pt x="140" y="779"/>
                      <a:pt x="134" y="790"/>
                    </a:cubicBezTo>
                    <a:cubicBezTo>
                      <a:pt x="128" y="795"/>
                      <a:pt x="128" y="801"/>
                      <a:pt x="128" y="801"/>
                    </a:cubicBezTo>
                    <a:cubicBezTo>
                      <a:pt x="128" y="806"/>
                      <a:pt x="123" y="806"/>
                      <a:pt x="123" y="811"/>
                    </a:cubicBezTo>
                    <a:cubicBezTo>
                      <a:pt x="118" y="816"/>
                      <a:pt x="118" y="822"/>
                      <a:pt x="118" y="829"/>
                    </a:cubicBezTo>
                    <a:cubicBezTo>
                      <a:pt x="113" y="846"/>
                      <a:pt x="107" y="856"/>
                      <a:pt x="101" y="868"/>
                    </a:cubicBezTo>
                    <a:cubicBezTo>
                      <a:pt x="101" y="873"/>
                      <a:pt x="96" y="873"/>
                      <a:pt x="96" y="878"/>
                    </a:cubicBezTo>
                    <a:cubicBezTo>
                      <a:pt x="91" y="883"/>
                      <a:pt x="91" y="889"/>
                      <a:pt x="91" y="895"/>
                    </a:cubicBezTo>
                    <a:cubicBezTo>
                      <a:pt x="85" y="905"/>
                      <a:pt x="85" y="918"/>
                      <a:pt x="80" y="929"/>
                    </a:cubicBezTo>
                    <a:cubicBezTo>
                      <a:pt x="80" y="934"/>
                      <a:pt x="75" y="939"/>
                      <a:pt x="75" y="945"/>
                    </a:cubicBezTo>
                    <a:cubicBezTo>
                      <a:pt x="75" y="951"/>
                      <a:pt x="70" y="956"/>
                      <a:pt x="70" y="962"/>
                    </a:cubicBezTo>
                    <a:cubicBezTo>
                      <a:pt x="64" y="973"/>
                      <a:pt x="64" y="984"/>
                      <a:pt x="64" y="995"/>
                    </a:cubicBezTo>
                    <a:cubicBezTo>
                      <a:pt x="64" y="1000"/>
                      <a:pt x="59" y="1005"/>
                      <a:pt x="59" y="1012"/>
                    </a:cubicBezTo>
                    <a:cubicBezTo>
                      <a:pt x="59" y="1018"/>
                      <a:pt x="54" y="1023"/>
                      <a:pt x="54" y="1034"/>
                    </a:cubicBezTo>
                    <a:cubicBezTo>
                      <a:pt x="54" y="1046"/>
                      <a:pt x="49" y="1051"/>
                      <a:pt x="49" y="1062"/>
                    </a:cubicBezTo>
                    <a:cubicBezTo>
                      <a:pt x="49" y="1067"/>
                      <a:pt x="43" y="1072"/>
                      <a:pt x="43" y="1078"/>
                    </a:cubicBezTo>
                    <a:cubicBezTo>
                      <a:pt x="43" y="1089"/>
                      <a:pt x="38" y="1096"/>
                      <a:pt x="38" y="1107"/>
                    </a:cubicBezTo>
                    <a:cubicBezTo>
                      <a:pt x="38" y="1117"/>
                      <a:pt x="33" y="1123"/>
                      <a:pt x="33" y="1134"/>
                    </a:cubicBezTo>
                    <a:lnTo>
                      <a:pt x="33" y="1144"/>
                    </a:lnTo>
                    <a:cubicBezTo>
                      <a:pt x="33" y="1155"/>
                      <a:pt x="33" y="1166"/>
                      <a:pt x="28" y="1183"/>
                    </a:cubicBezTo>
                    <a:lnTo>
                      <a:pt x="28" y="1206"/>
                    </a:lnTo>
                    <a:cubicBezTo>
                      <a:pt x="28" y="1233"/>
                      <a:pt x="22" y="1250"/>
                      <a:pt x="22" y="1272"/>
                    </a:cubicBezTo>
                    <a:cubicBezTo>
                      <a:pt x="22" y="1277"/>
                      <a:pt x="17" y="3559"/>
                      <a:pt x="17" y="3559"/>
                    </a:cubicBezTo>
                    <a:lnTo>
                      <a:pt x="0" y="7932"/>
                    </a:lnTo>
                    <a:lnTo>
                      <a:pt x="739" y="7504"/>
                    </a:lnTo>
                    <a:lnTo>
                      <a:pt x="756" y="3132"/>
                    </a:lnTo>
                    <a:lnTo>
                      <a:pt x="761" y="846"/>
                    </a:lnTo>
                    <a:cubicBezTo>
                      <a:pt x="761" y="824"/>
                      <a:pt x="761" y="801"/>
                      <a:pt x="766" y="779"/>
                    </a:cubicBezTo>
                    <a:cubicBezTo>
                      <a:pt x="783" y="747"/>
                      <a:pt x="783" y="742"/>
                      <a:pt x="783" y="737"/>
                    </a:cubicBezTo>
                    <a:cubicBezTo>
                      <a:pt x="783" y="720"/>
                      <a:pt x="788" y="704"/>
                      <a:pt x="788" y="693"/>
                    </a:cubicBezTo>
                    <a:cubicBezTo>
                      <a:pt x="788" y="682"/>
                      <a:pt x="794" y="675"/>
                      <a:pt x="794" y="665"/>
                    </a:cubicBezTo>
                    <a:cubicBezTo>
                      <a:pt x="799" y="648"/>
                      <a:pt x="799" y="637"/>
                      <a:pt x="799" y="626"/>
                    </a:cubicBezTo>
                    <a:cubicBezTo>
                      <a:pt x="799" y="615"/>
                      <a:pt x="804" y="609"/>
                      <a:pt x="804" y="597"/>
                    </a:cubicBezTo>
                    <a:cubicBezTo>
                      <a:pt x="809" y="587"/>
                      <a:pt x="809" y="575"/>
                      <a:pt x="809" y="565"/>
                    </a:cubicBezTo>
                    <a:cubicBezTo>
                      <a:pt x="814" y="555"/>
                      <a:pt x="814" y="543"/>
                      <a:pt x="814" y="533"/>
                    </a:cubicBezTo>
                    <a:cubicBezTo>
                      <a:pt x="820" y="522"/>
                      <a:pt x="820" y="511"/>
                      <a:pt x="820" y="500"/>
                    </a:cubicBezTo>
                    <a:cubicBezTo>
                      <a:pt x="825" y="490"/>
                      <a:pt x="825" y="478"/>
                      <a:pt x="830" y="467"/>
                    </a:cubicBezTo>
                    <a:cubicBezTo>
                      <a:pt x="835" y="456"/>
                      <a:pt x="835" y="450"/>
                      <a:pt x="841" y="439"/>
                    </a:cubicBezTo>
                    <a:cubicBezTo>
                      <a:pt x="846" y="423"/>
                      <a:pt x="851" y="412"/>
                      <a:pt x="857" y="401"/>
                    </a:cubicBezTo>
                    <a:cubicBezTo>
                      <a:pt x="863" y="390"/>
                      <a:pt x="863" y="383"/>
                      <a:pt x="868" y="372"/>
                    </a:cubicBezTo>
                    <a:cubicBezTo>
                      <a:pt x="873" y="367"/>
                      <a:pt x="873" y="362"/>
                      <a:pt x="873" y="362"/>
                    </a:cubicBezTo>
                    <a:cubicBezTo>
                      <a:pt x="878" y="345"/>
                      <a:pt x="884" y="335"/>
                      <a:pt x="891" y="323"/>
                    </a:cubicBezTo>
                    <a:cubicBezTo>
                      <a:pt x="908" y="283"/>
                      <a:pt x="923" y="251"/>
                      <a:pt x="945" y="223"/>
                    </a:cubicBezTo>
                    <a:cubicBezTo>
                      <a:pt x="951" y="218"/>
                      <a:pt x="951" y="218"/>
                      <a:pt x="951" y="213"/>
                    </a:cubicBezTo>
                    <a:cubicBezTo>
                      <a:pt x="956" y="203"/>
                      <a:pt x="967" y="191"/>
                      <a:pt x="973" y="181"/>
                    </a:cubicBezTo>
                    <a:cubicBezTo>
                      <a:pt x="978" y="175"/>
                      <a:pt x="978" y="170"/>
                      <a:pt x="983" y="170"/>
                    </a:cubicBezTo>
                    <a:cubicBezTo>
                      <a:pt x="988" y="160"/>
                      <a:pt x="1001" y="152"/>
                      <a:pt x="1006" y="142"/>
                    </a:cubicBezTo>
                    <a:lnTo>
                      <a:pt x="1017" y="131"/>
                    </a:lnTo>
                    <a:lnTo>
                      <a:pt x="1049" y="99"/>
                    </a:lnTo>
                    <a:lnTo>
                      <a:pt x="1082" y="66"/>
                    </a:lnTo>
                    <a:lnTo>
                      <a:pt x="1092" y="56"/>
                    </a:lnTo>
                    <a:cubicBezTo>
                      <a:pt x="1103" y="51"/>
                      <a:pt x="1109" y="39"/>
                      <a:pt x="1119" y="34"/>
                    </a:cubicBezTo>
                    <a:lnTo>
                      <a:pt x="1130" y="23"/>
                    </a:lnTo>
                    <a:cubicBezTo>
                      <a:pt x="1130" y="23"/>
                      <a:pt x="1130" y="23"/>
                      <a:pt x="1130" y="2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4"/>
              <p:cNvSpPr/>
              <p:nvPr/>
            </p:nvSpPr>
            <p:spPr>
              <a:xfrm>
                <a:off x="3185559" y="4754035"/>
                <a:ext cx="328693" cy="104719"/>
              </a:xfrm>
              <a:custGeom>
                <a:rect b="b" l="l" r="r" t="t"/>
                <a:pathLst>
                  <a:path extrusionOk="0" h="778" w="2442">
                    <a:moveTo>
                      <a:pt x="107" y="542"/>
                    </a:moveTo>
                    <a:lnTo>
                      <a:pt x="107" y="542"/>
                    </a:lnTo>
                    <a:cubicBezTo>
                      <a:pt x="106" y="542"/>
                      <a:pt x="106" y="542"/>
                      <a:pt x="105" y="542"/>
                    </a:cubicBezTo>
                    <a:cubicBezTo>
                      <a:pt x="105" y="543"/>
                      <a:pt x="105" y="543"/>
                      <a:pt x="105" y="543"/>
                    </a:cubicBezTo>
                    <a:lnTo>
                      <a:pt x="105" y="543"/>
                    </a:lnTo>
                    <a:lnTo>
                      <a:pt x="107" y="542"/>
                    </a:lnTo>
                    <a:close/>
                    <a:moveTo>
                      <a:pt x="105" y="543"/>
                    </a:moveTo>
                    <a:lnTo>
                      <a:pt x="96" y="548"/>
                    </a:lnTo>
                    <a:lnTo>
                      <a:pt x="96" y="548"/>
                    </a:lnTo>
                    <a:cubicBezTo>
                      <a:pt x="99" y="547"/>
                      <a:pt x="102" y="545"/>
                      <a:pt x="105" y="543"/>
                    </a:cubicBezTo>
                    <a:close/>
                    <a:moveTo>
                      <a:pt x="96" y="548"/>
                    </a:moveTo>
                    <a:lnTo>
                      <a:pt x="96" y="548"/>
                    </a:lnTo>
                    <a:cubicBezTo>
                      <a:pt x="95" y="549"/>
                      <a:pt x="93" y="550"/>
                      <a:pt x="91" y="551"/>
                    </a:cubicBezTo>
                    <a:lnTo>
                      <a:pt x="91" y="551"/>
                    </a:lnTo>
                    <a:lnTo>
                      <a:pt x="96" y="548"/>
                    </a:lnTo>
                    <a:close/>
                    <a:moveTo>
                      <a:pt x="91" y="551"/>
                    </a:moveTo>
                    <a:lnTo>
                      <a:pt x="83" y="556"/>
                    </a:lnTo>
                    <a:lnTo>
                      <a:pt x="83" y="556"/>
                    </a:lnTo>
                    <a:cubicBezTo>
                      <a:pt x="85" y="555"/>
                      <a:pt x="87" y="554"/>
                      <a:pt x="89" y="553"/>
                    </a:cubicBezTo>
                    <a:cubicBezTo>
                      <a:pt x="89" y="552"/>
                      <a:pt x="90" y="552"/>
                      <a:pt x="91" y="551"/>
                    </a:cubicBezTo>
                    <a:close/>
                    <a:moveTo>
                      <a:pt x="83" y="556"/>
                    </a:moveTo>
                    <a:cubicBezTo>
                      <a:pt x="78" y="558"/>
                      <a:pt x="73" y="561"/>
                      <a:pt x="69" y="564"/>
                    </a:cubicBezTo>
                    <a:lnTo>
                      <a:pt x="69" y="564"/>
                    </a:lnTo>
                    <a:lnTo>
                      <a:pt x="83" y="556"/>
                    </a:lnTo>
                    <a:close/>
                    <a:moveTo>
                      <a:pt x="69" y="564"/>
                    </a:moveTo>
                    <a:lnTo>
                      <a:pt x="25" y="589"/>
                    </a:lnTo>
                    <a:lnTo>
                      <a:pt x="25" y="589"/>
                    </a:lnTo>
                    <a:cubicBezTo>
                      <a:pt x="31" y="586"/>
                      <a:pt x="38" y="584"/>
                      <a:pt x="46" y="581"/>
                    </a:cubicBezTo>
                    <a:cubicBezTo>
                      <a:pt x="51" y="576"/>
                      <a:pt x="56" y="576"/>
                      <a:pt x="62" y="571"/>
                    </a:cubicBezTo>
                    <a:cubicBezTo>
                      <a:pt x="64" y="568"/>
                      <a:pt x="66" y="566"/>
                      <a:pt x="69" y="564"/>
                    </a:cubicBezTo>
                    <a:close/>
                    <a:moveTo>
                      <a:pt x="25" y="589"/>
                    </a:moveTo>
                    <a:cubicBezTo>
                      <a:pt x="17" y="593"/>
                      <a:pt x="10" y="597"/>
                      <a:pt x="1" y="603"/>
                    </a:cubicBezTo>
                    <a:lnTo>
                      <a:pt x="25" y="589"/>
                    </a:lnTo>
                    <a:close/>
                    <a:moveTo>
                      <a:pt x="1303" y="1"/>
                    </a:moveTo>
                    <a:cubicBezTo>
                      <a:pt x="1280" y="1"/>
                      <a:pt x="1263" y="6"/>
                      <a:pt x="1247" y="6"/>
                    </a:cubicBezTo>
                    <a:lnTo>
                      <a:pt x="1237" y="6"/>
                    </a:lnTo>
                    <a:cubicBezTo>
                      <a:pt x="1220" y="11"/>
                      <a:pt x="1204" y="11"/>
                      <a:pt x="1182" y="11"/>
                    </a:cubicBezTo>
                    <a:cubicBezTo>
                      <a:pt x="1177" y="11"/>
                      <a:pt x="1172" y="17"/>
                      <a:pt x="1165" y="17"/>
                    </a:cubicBezTo>
                    <a:cubicBezTo>
                      <a:pt x="1148" y="22"/>
                      <a:pt x="1132" y="22"/>
                      <a:pt x="1115" y="27"/>
                    </a:cubicBezTo>
                    <a:cubicBezTo>
                      <a:pt x="1099" y="32"/>
                      <a:pt x="1093" y="32"/>
                      <a:pt x="1088" y="32"/>
                    </a:cubicBezTo>
                    <a:cubicBezTo>
                      <a:pt x="1078" y="38"/>
                      <a:pt x="1065" y="38"/>
                      <a:pt x="1055" y="38"/>
                    </a:cubicBezTo>
                    <a:cubicBezTo>
                      <a:pt x="1049" y="43"/>
                      <a:pt x="1044" y="43"/>
                      <a:pt x="1038" y="43"/>
                    </a:cubicBezTo>
                    <a:cubicBezTo>
                      <a:pt x="1027" y="48"/>
                      <a:pt x="1021" y="48"/>
                      <a:pt x="1011" y="53"/>
                    </a:cubicBezTo>
                    <a:cubicBezTo>
                      <a:pt x="1005" y="58"/>
                      <a:pt x="1000" y="58"/>
                      <a:pt x="994" y="58"/>
                    </a:cubicBezTo>
                    <a:cubicBezTo>
                      <a:pt x="983" y="64"/>
                      <a:pt x="976" y="64"/>
                      <a:pt x="966" y="69"/>
                    </a:cubicBezTo>
                    <a:cubicBezTo>
                      <a:pt x="960" y="74"/>
                      <a:pt x="955" y="74"/>
                      <a:pt x="949" y="74"/>
                    </a:cubicBezTo>
                    <a:cubicBezTo>
                      <a:pt x="944" y="74"/>
                      <a:pt x="938" y="79"/>
                      <a:pt x="938" y="79"/>
                    </a:cubicBezTo>
                    <a:cubicBezTo>
                      <a:pt x="938" y="79"/>
                      <a:pt x="933" y="85"/>
                      <a:pt x="928" y="85"/>
                    </a:cubicBezTo>
                    <a:cubicBezTo>
                      <a:pt x="917" y="90"/>
                      <a:pt x="906" y="90"/>
                      <a:pt x="901" y="95"/>
                    </a:cubicBezTo>
                    <a:cubicBezTo>
                      <a:pt x="895" y="100"/>
                      <a:pt x="890" y="100"/>
                      <a:pt x="879" y="106"/>
                    </a:cubicBezTo>
                    <a:cubicBezTo>
                      <a:pt x="868" y="111"/>
                      <a:pt x="856" y="116"/>
                      <a:pt x="850" y="116"/>
                    </a:cubicBezTo>
                    <a:cubicBezTo>
                      <a:pt x="845" y="121"/>
                      <a:pt x="840" y="121"/>
                      <a:pt x="834" y="127"/>
                    </a:cubicBezTo>
                    <a:cubicBezTo>
                      <a:pt x="823" y="132"/>
                      <a:pt x="812" y="137"/>
                      <a:pt x="801" y="143"/>
                    </a:cubicBezTo>
                    <a:cubicBezTo>
                      <a:pt x="796" y="149"/>
                      <a:pt x="791" y="149"/>
                      <a:pt x="784" y="154"/>
                    </a:cubicBezTo>
                    <a:cubicBezTo>
                      <a:pt x="766" y="164"/>
                      <a:pt x="756" y="171"/>
                      <a:pt x="739" y="176"/>
                    </a:cubicBezTo>
                    <a:lnTo>
                      <a:pt x="107" y="542"/>
                    </a:lnTo>
                    <a:lnTo>
                      <a:pt x="107" y="542"/>
                    </a:lnTo>
                    <a:cubicBezTo>
                      <a:pt x="117" y="537"/>
                      <a:pt x="129" y="532"/>
                      <a:pt x="134" y="532"/>
                    </a:cubicBezTo>
                    <a:cubicBezTo>
                      <a:pt x="139" y="527"/>
                      <a:pt x="150" y="527"/>
                      <a:pt x="156" y="521"/>
                    </a:cubicBezTo>
                    <a:cubicBezTo>
                      <a:pt x="166" y="516"/>
                      <a:pt x="178" y="511"/>
                      <a:pt x="183" y="511"/>
                    </a:cubicBezTo>
                    <a:cubicBezTo>
                      <a:pt x="193" y="506"/>
                      <a:pt x="200" y="506"/>
                      <a:pt x="205" y="501"/>
                    </a:cubicBezTo>
                    <a:cubicBezTo>
                      <a:pt x="210" y="495"/>
                      <a:pt x="215" y="495"/>
                      <a:pt x="223" y="495"/>
                    </a:cubicBezTo>
                    <a:cubicBezTo>
                      <a:pt x="233" y="490"/>
                      <a:pt x="240" y="490"/>
                      <a:pt x="250" y="485"/>
                    </a:cubicBezTo>
                    <a:cubicBezTo>
                      <a:pt x="255" y="480"/>
                      <a:pt x="260" y="480"/>
                      <a:pt x="267" y="480"/>
                    </a:cubicBezTo>
                    <a:cubicBezTo>
                      <a:pt x="277" y="474"/>
                      <a:pt x="284" y="474"/>
                      <a:pt x="294" y="474"/>
                    </a:cubicBezTo>
                    <a:cubicBezTo>
                      <a:pt x="299" y="469"/>
                      <a:pt x="304" y="469"/>
                      <a:pt x="312" y="469"/>
                    </a:cubicBezTo>
                    <a:cubicBezTo>
                      <a:pt x="322" y="464"/>
                      <a:pt x="334" y="464"/>
                      <a:pt x="344" y="464"/>
                    </a:cubicBezTo>
                    <a:cubicBezTo>
                      <a:pt x="350" y="464"/>
                      <a:pt x="355" y="459"/>
                      <a:pt x="361" y="459"/>
                    </a:cubicBezTo>
                    <a:cubicBezTo>
                      <a:pt x="366" y="459"/>
                      <a:pt x="366" y="459"/>
                      <a:pt x="372" y="453"/>
                    </a:cubicBezTo>
                    <a:cubicBezTo>
                      <a:pt x="388" y="448"/>
                      <a:pt x="404" y="448"/>
                      <a:pt x="422" y="443"/>
                    </a:cubicBezTo>
                    <a:cubicBezTo>
                      <a:pt x="427" y="443"/>
                      <a:pt x="432" y="438"/>
                      <a:pt x="439" y="438"/>
                    </a:cubicBezTo>
                    <a:cubicBezTo>
                      <a:pt x="455" y="432"/>
                      <a:pt x="471" y="432"/>
                      <a:pt x="493" y="432"/>
                    </a:cubicBezTo>
                    <a:lnTo>
                      <a:pt x="504" y="432"/>
                    </a:lnTo>
                    <a:cubicBezTo>
                      <a:pt x="527" y="427"/>
                      <a:pt x="543" y="427"/>
                      <a:pt x="559" y="427"/>
                    </a:cubicBezTo>
                    <a:lnTo>
                      <a:pt x="697" y="427"/>
                    </a:lnTo>
                    <a:cubicBezTo>
                      <a:pt x="708" y="427"/>
                      <a:pt x="720" y="427"/>
                      <a:pt x="731" y="432"/>
                    </a:cubicBezTo>
                    <a:cubicBezTo>
                      <a:pt x="741" y="432"/>
                      <a:pt x="748" y="432"/>
                      <a:pt x="758" y="438"/>
                    </a:cubicBezTo>
                    <a:cubicBezTo>
                      <a:pt x="769" y="438"/>
                      <a:pt x="775" y="443"/>
                      <a:pt x="785" y="443"/>
                    </a:cubicBezTo>
                    <a:cubicBezTo>
                      <a:pt x="796" y="443"/>
                      <a:pt x="807" y="448"/>
                      <a:pt x="813" y="448"/>
                    </a:cubicBezTo>
                    <a:cubicBezTo>
                      <a:pt x="823" y="448"/>
                      <a:pt x="830" y="453"/>
                      <a:pt x="841" y="453"/>
                    </a:cubicBezTo>
                    <a:cubicBezTo>
                      <a:pt x="851" y="453"/>
                      <a:pt x="863" y="459"/>
                      <a:pt x="868" y="459"/>
                    </a:cubicBezTo>
                    <a:cubicBezTo>
                      <a:pt x="879" y="459"/>
                      <a:pt x="885" y="464"/>
                      <a:pt x="895" y="464"/>
                    </a:cubicBezTo>
                    <a:cubicBezTo>
                      <a:pt x="906" y="464"/>
                      <a:pt x="917" y="469"/>
                      <a:pt x="923" y="469"/>
                    </a:cubicBezTo>
                    <a:cubicBezTo>
                      <a:pt x="933" y="474"/>
                      <a:pt x="940" y="474"/>
                      <a:pt x="946" y="474"/>
                    </a:cubicBezTo>
                    <a:cubicBezTo>
                      <a:pt x="956" y="480"/>
                      <a:pt x="968" y="480"/>
                      <a:pt x="978" y="480"/>
                    </a:cubicBezTo>
                    <a:cubicBezTo>
                      <a:pt x="983" y="480"/>
                      <a:pt x="989" y="485"/>
                      <a:pt x="995" y="485"/>
                    </a:cubicBezTo>
                    <a:cubicBezTo>
                      <a:pt x="1012" y="490"/>
                      <a:pt x="1027" y="490"/>
                      <a:pt x="1040" y="495"/>
                    </a:cubicBezTo>
                    <a:cubicBezTo>
                      <a:pt x="1067" y="501"/>
                      <a:pt x="1084" y="506"/>
                      <a:pt x="1101" y="512"/>
                    </a:cubicBezTo>
                    <a:cubicBezTo>
                      <a:pt x="1106" y="517"/>
                      <a:pt x="1111" y="517"/>
                      <a:pt x="1118" y="517"/>
                    </a:cubicBezTo>
                    <a:cubicBezTo>
                      <a:pt x="1129" y="523"/>
                      <a:pt x="1140" y="523"/>
                      <a:pt x="1151" y="528"/>
                    </a:cubicBezTo>
                    <a:cubicBezTo>
                      <a:pt x="1178" y="538"/>
                      <a:pt x="1205" y="546"/>
                      <a:pt x="1235" y="556"/>
                    </a:cubicBezTo>
                    <a:cubicBezTo>
                      <a:pt x="1240" y="561"/>
                      <a:pt x="1245" y="561"/>
                      <a:pt x="1252" y="561"/>
                    </a:cubicBezTo>
                    <a:cubicBezTo>
                      <a:pt x="1279" y="572"/>
                      <a:pt x="1307" y="583"/>
                      <a:pt x="1335" y="594"/>
                    </a:cubicBezTo>
                    <a:cubicBezTo>
                      <a:pt x="1363" y="604"/>
                      <a:pt x="1391" y="616"/>
                      <a:pt x="1419" y="633"/>
                    </a:cubicBezTo>
                    <a:cubicBezTo>
                      <a:pt x="1424" y="638"/>
                      <a:pt x="1430" y="638"/>
                      <a:pt x="1436" y="643"/>
                    </a:cubicBezTo>
                    <a:cubicBezTo>
                      <a:pt x="1464" y="653"/>
                      <a:pt x="1491" y="671"/>
                      <a:pt x="1520" y="683"/>
                    </a:cubicBezTo>
                    <a:cubicBezTo>
                      <a:pt x="1525" y="688"/>
                      <a:pt x="1530" y="688"/>
                      <a:pt x="1538" y="688"/>
                    </a:cubicBezTo>
                    <a:cubicBezTo>
                      <a:pt x="1565" y="699"/>
                      <a:pt x="1587" y="715"/>
                      <a:pt x="1614" y="727"/>
                    </a:cubicBezTo>
                    <a:cubicBezTo>
                      <a:pt x="1619" y="732"/>
                      <a:pt x="1624" y="732"/>
                      <a:pt x="1632" y="737"/>
                    </a:cubicBezTo>
                    <a:cubicBezTo>
                      <a:pt x="1654" y="748"/>
                      <a:pt x="1676" y="766"/>
                      <a:pt x="1703" y="777"/>
                    </a:cubicBezTo>
                    <a:lnTo>
                      <a:pt x="2442" y="350"/>
                    </a:lnTo>
                    <a:cubicBezTo>
                      <a:pt x="2420" y="333"/>
                      <a:pt x="2398" y="322"/>
                      <a:pt x="2376" y="311"/>
                    </a:cubicBezTo>
                    <a:cubicBezTo>
                      <a:pt x="2365" y="306"/>
                      <a:pt x="2358" y="306"/>
                      <a:pt x="2358" y="300"/>
                    </a:cubicBezTo>
                    <a:cubicBezTo>
                      <a:pt x="2331" y="284"/>
                      <a:pt x="2309" y="273"/>
                      <a:pt x="2281" y="261"/>
                    </a:cubicBezTo>
                    <a:cubicBezTo>
                      <a:pt x="2276" y="255"/>
                      <a:pt x="2276" y="255"/>
                      <a:pt x="2271" y="255"/>
                    </a:cubicBezTo>
                    <a:cubicBezTo>
                      <a:pt x="2237" y="239"/>
                      <a:pt x="2209" y="228"/>
                      <a:pt x="2182" y="211"/>
                    </a:cubicBezTo>
                    <a:cubicBezTo>
                      <a:pt x="2171" y="206"/>
                      <a:pt x="2164" y="206"/>
                      <a:pt x="2164" y="201"/>
                    </a:cubicBezTo>
                    <a:cubicBezTo>
                      <a:pt x="2109" y="174"/>
                      <a:pt x="2053" y="151"/>
                      <a:pt x="1998" y="134"/>
                    </a:cubicBezTo>
                    <a:cubicBezTo>
                      <a:pt x="1993" y="134"/>
                      <a:pt x="1993" y="129"/>
                      <a:pt x="1988" y="129"/>
                    </a:cubicBezTo>
                    <a:cubicBezTo>
                      <a:pt x="1954" y="118"/>
                      <a:pt x="1926" y="107"/>
                      <a:pt x="1899" y="101"/>
                    </a:cubicBezTo>
                    <a:cubicBezTo>
                      <a:pt x="1881" y="96"/>
                      <a:pt x="1871" y="91"/>
                      <a:pt x="1865" y="91"/>
                    </a:cubicBezTo>
                    <a:cubicBezTo>
                      <a:pt x="1860" y="86"/>
                      <a:pt x="1855" y="86"/>
                      <a:pt x="1849" y="86"/>
                    </a:cubicBezTo>
                    <a:cubicBezTo>
                      <a:pt x="1832" y="80"/>
                      <a:pt x="1816" y="75"/>
                      <a:pt x="1799" y="69"/>
                    </a:cubicBezTo>
                    <a:cubicBezTo>
                      <a:pt x="1776" y="64"/>
                      <a:pt x="1760" y="58"/>
                      <a:pt x="1744" y="58"/>
                    </a:cubicBezTo>
                    <a:cubicBezTo>
                      <a:pt x="1739" y="58"/>
                      <a:pt x="1733" y="53"/>
                      <a:pt x="1727" y="53"/>
                    </a:cubicBezTo>
                    <a:cubicBezTo>
                      <a:pt x="1717" y="48"/>
                      <a:pt x="1710" y="48"/>
                      <a:pt x="1700" y="48"/>
                    </a:cubicBezTo>
                    <a:cubicBezTo>
                      <a:pt x="1682" y="43"/>
                      <a:pt x="1672" y="43"/>
                      <a:pt x="1666" y="43"/>
                    </a:cubicBezTo>
                    <a:cubicBezTo>
                      <a:pt x="1656" y="38"/>
                      <a:pt x="1644" y="38"/>
                      <a:pt x="1639" y="38"/>
                    </a:cubicBezTo>
                    <a:cubicBezTo>
                      <a:pt x="1629" y="32"/>
                      <a:pt x="1622" y="32"/>
                      <a:pt x="1612" y="32"/>
                    </a:cubicBezTo>
                    <a:cubicBezTo>
                      <a:pt x="1607" y="32"/>
                      <a:pt x="1601" y="27"/>
                      <a:pt x="1595" y="27"/>
                    </a:cubicBezTo>
                    <a:lnTo>
                      <a:pt x="1585" y="27"/>
                    </a:lnTo>
                    <a:cubicBezTo>
                      <a:pt x="1574" y="27"/>
                      <a:pt x="1567" y="22"/>
                      <a:pt x="1556" y="22"/>
                    </a:cubicBezTo>
                    <a:cubicBezTo>
                      <a:pt x="1546" y="22"/>
                      <a:pt x="1540" y="17"/>
                      <a:pt x="1529" y="17"/>
                    </a:cubicBezTo>
                    <a:cubicBezTo>
                      <a:pt x="1519" y="17"/>
                      <a:pt x="1512" y="17"/>
                      <a:pt x="1502" y="11"/>
                    </a:cubicBezTo>
                    <a:cubicBezTo>
                      <a:pt x="1497" y="11"/>
                      <a:pt x="1491" y="11"/>
                      <a:pt x="1484" y="6"/>
                    </a:cubicBezTo>
                    <a:lnTo>
                      <a:pt x="1474" y="6"/>
                    </a:lnTo>
                    <a:cubicBezTo>
                      <a:pt x="1463" y="6"/>
                      <a:pt x="1452" y="6"/>
                      <a:pt x="1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4"/>
              <p:cNvSpPr/>
              <p:nvPr/>
            </p:nvSpPr>
            <p:spPr>
              <a:xfrm>
                <a:off x="3725304" y="5343584"/>
                <a:ext cx="173499" cy="100950"/>
              </a:xfrm>
              <a:custGeom>
                <a:rect b="b" l="l" r="r" t="t"/>
                <a:pathLst>
                  <a:path extrusionOk="0" h="750" w="1289">
                    <a:moveTo>
                      <a:pt x="734" y="1"/>
                    </a:moveTo>
                    <a:lnTo>
                      <a:pt x="1" y="435"/>
                    </a:lnTo>
                    <a:lnTo>
                      <a:pt x="551" y="750"/>
                    </a:lnTo>
                    <a:lnTo>
                      <a:pt x="1288" y="322"/>
                    </a:lnTo>
                    <a:lnTo>
                      <a:pt x="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4"/>
              <p:cNvSpPr/>
              <p:nvPr/>
            </p:nvSpPr>
            <p:spPr>
              <a:xfrm>
                <a:off x="3783048" y="6064369"/>
                <a:ext cx="47783" cy="34458"/>
              </a:xfrm>
              <a:custGeom>
                <a:rect b="b" l="l" r="r" t="t"/>
                <a:pathLst>
                  <a:path extrusionOk="0" h="256" w="355">
                    <a:moveTo>
                      <a:pt x="354" y="0"/>
                    </a:moveTo>
                    <a:lnTo>
                      <a:pt x="0" y="201"/>
                    </a:lnTo>
                    <a:lnTo>
                      <a:pt x="0" y="256"/>
                    </a:lnTo>
                    <a:lnTo>
                      <a:pt x="354" y="50"/>
                    </a:lnTo>
                    <a:lnTo>
                      <a:pt x="354" y="0"/>
                    </a:lnTo>
                    <a:close/>
                  </a:path>
                </a:pathLst>
              </a:custGeom>
              <a:solidFill>
                <a:srgbClr val="3E2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4"/>
              <p:cNvSpPr/>
              <p:nvPr/>
            </p:nvSpPr>
            <p:spPr>
              <a:xfrm>
                <a:off x="3458797" y="5903791"/>
                <a:ext cx="324386" cy="195035"/>
              </a:xfrm>
              <a:custGeom>
                <a:rect b="b" l="l" r="r" t="t"/>
                <a:pathLst>
                  <a:path extrusionOk="0" h="1449" w="2410">
                    <a:moveTo>
                      <a:pt x="1" y="1"/>
                    </a:moveTo>
                    <a:lnTo>
                      <a:pt x="1" y="56"/>
                    </a:lnTo>
                    <a:lnTo>
                      <a:pt x="2409" y="1449"/>
                    </a:lnTo>
                    <a:lnTo>
                      <a:pt x="2409" y="1394"/>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4"/>
              <p:cNvSpPr/>
              <p:nvPr/>
            </p:nvSpPr>
            <p:spPr>
              <a:xfrm>
                <a:off x="3458797" y="5876332"/>
                <a:ext cx="372034" cy="215225"/>
              </a:xfrm>
              <a:custGeom>
                <a:rect b="b" l="l" r="r" t="t"/>
                <a:pathLst>
                  <a:path extrusionOk="0" h="1599" w="2764">
                    <a:moveTo>
                      <a:pt x="351" y="1"/>
                    </a:moveTo>
                    <a:lnTo>
                      <a:pt x="1" y="205"/>
                    </a:lnTo>
                    <a:lnTo>
                      <a:pt x="2409" y="1598"/>
                    </a:lnTo>
                    <a:lnTo>
                      <a:pt x="2763" y="1397"/>
                    </a:lnTo>
                    <a:lnTo>
                      <a:pt x="3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4"/>
              <p:cNvSpPr/>
              <p:nvPr/>
            </p:nvSpPr>
            <p:spPr>
              <a:xfrm>
                <a:off x="3687347" y="6119690"/>
                <a:ext cx="46975" cy="34592"/>
              </a:xfrm>
              <a:custGeom>
                <a:rect b="b" l="l" r="r" t="t"/>
                <a:pathLst>
                  <a:path extrusionOk="0" h="257" w="349">
                    <a:moveTo>
                      <a:pt x="349" y="1"/>
                    </a:moveTo>
                    <a:lnTo>
                      <a:pt x="0" y="206"/>
                    </a:lnTo>
                    <a:lnTo>
                      <a:pt x="0" y="256"/>
                    </a:lnTo>
                    <a:lnTo>
                      <a:pt x="349" y="55"/>
                    </a:lnTo>
                    <a:lnTo>
                      <a:pt x="349" y="1"/>
                    </a:lnTo>
                    <a:close/>
                  </a:path>
                </a:pathLst>
              </a:custGeom>
              <a:solidFill>
                <a:srgbClr val="3E2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4"/>
              <p:cNvSpPr/>
              <p:nvPr/>
            </p:nvSpPr>
            <p:spPr>
              <a:xfrm>
                <a:off x="3362423" y="5959784"/>
                <a:ext cx="325059" cy="194497"/>
              </a:xfrm>
              <a:custGeom>
                <a:rect b="b" l="l" r="r" t="t"/>
                <a:pathLst>
                  <a:path extrusionOk="0" h="1445" w="2415">
                    <a:moveTo>
                      <a:pt x="0" y="1"/>
                    </a:moveTo>
                    <a:lnTo>
                      <a:pt x="0" y="56"/>
                    </a:lnTo>
                    <a:lnTo>
                      <a:pt x="2414" y="1444"/>
                    </a:lnTo>
                    <a:lnTo>
                      <a:pt x="2414" y="1394"/>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4"/>
              <p:cNvSpPr/>
              <p:nvPr/>
            </p:nvSpPr>
            <p:spPr>
              <a:xfrm>
                <a:off x="3362423" y="5932191"/>
                <a:ext cx="371900" cy="215360"/>
              </a:xfrm>
              <a:custGeom>
                <a:rect b="b" l="l" r="r" t="t"/>
                <a:pathLst>
                  <a:path extrusionOk="0" h="1600" w="2763">
                    <a:moveTo>
                      <a:pt x="355" y="1"/>
                    </a:moveTo>
                    <a:lnTo>
                      <a:pt x="0" y="206"/>
                    </a:lnTo>
                    <a:lnTo>
                      <a:pt x="2414" y="1599"/>
                    </a:lnTo>
                    <a:lnTo>
                      <a:pt x="2763" y="1394"/>
                    </a:lnTo>
                    <a:lnTo>
                      <a:pt x="35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4"/>
              <p:cNvSpPr/>
              <p:nvPr/>
            </p:nvSpPr>
            <p:spPr>
              <a:xfrm>
                <a:off x="3590974" y="6175683"/>
                <a:ext cx="47245" cy="34592"/>
              </a:xfrm>
              <a:custGeom>
                <a:rect b="b" l="l" r="r" t="t"/>
                <a:pathLst>
                  <a:path extrusionOk="0" h="257" w="351">
                    <a:moveTo>
                      <a:pt x="350" y="1"/>
                    </a:moveTo>
                    <a:lnTo>
                      <a:pt x="1" y="205"/>
                    </a:lnTo>
                    <a:lnTo>
                      <a:pt x="1" y="256"/>
                    </a:lnTo>
                    <a:lnTo>
                      <a:pt x="350" y="56"/>
                    </a:lnTo>
                    <a:lnTo>
                      <a:pt x="350" y="1"/>
                    </a:lnTo>
                    <a:close/>
                  </a:path>
                </a:pathLst>
              </a:custGeom>
              <a:solidFill>
                <a:srgbClr val="3E2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4"/>
              <p:cNvSpPr/>
              <p:nvPr/>
            </p:nvSpPr>
            <p:spPr>
              <a:xfrm>
                <a:off x="3266992" y="6015240"/>
                <a:ext cx="324117" cy="195035"/>
              </a:xfrm>
              <a:custGeom>
                <a:rect b="b" l="l" r="r" t="t"/>
                <a:pathLst>
                  <a:path extrusionOk="0" h="1449" w="2408">
                    <a:moveTo>
                      <a:pt x="0" y="1"/>
                    </a:moveTo>
                    <a:lnTo>
                      <a:pt x="0" y="55"/>
                    </a:lnTo>
                    <a:lnTo>
                      <a:pt x="2408" y="1448"/>
                    </a:lnTo>
                    <a:lnTo>
                      <a:pt x="2408" y="1397"/>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4"/>
              <p:cNvSpPr/>
              <p:nvPr/>
            </p:nvSpPr>
            <p:spPr>
              <a:xfrm>
                <a:off x="3266992" y="5988185"/>
                <a:ext cx="371227" cy="215225"/>
              </a:xfrm>
              <a:custGeom>
                <a:rect b="b" l="l" r="r" t="t"/>
                <a:pathLst>
                  <a:path extrusionOk="0" h="1599" w="2758">
                    <a:moveTo>
                      <a:pt x="349" y="0"/>
                    </a:moveTo>
                    <a:lnTo>
                      <a:pt x="0" y="202"/>
                    </a:lnTo>
                    <a:lnTo>
                      <a:pt x="2408" y="1598"/>
                    </a:lnTo>
                    <a:lnTo>
                      <a:pt x="2757" y="1394"/>
                    </a:lnTo>
                    <a:lnTo>
                      <a:pt x="34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4"/>
              <p:cNvSpPr/>
              <p:nvPr/>
            </p:nvSpPr>
            <p:spPr>
              <a:xfrm>
                <a:off x="3495408" y="6231004"/>
                <a:ext cx="46302" cy="35131"/>
              </a:xfrm>
              <a:custGeom>
                <a:rect b="b" l="l" r="r" t="t"/>
                <a:pathLst>
                  <a:path extrusionOk="0" h="261" w="344">
                    <a:moveTo>
                      <a:pt x="344" y="0"/>
                    </a:moveTo>
                    <a:lnTo>
                      <a:pt x="0" y="206"/>
                    </a:lnTo>
                    <a:lnTo>
                      <a:pt x="0" y="260"/>
                    </a:lnTo>
                    <a:lnTo>
                      <a:pt x="344" y="61"/>
                    </a:lnTo>
                    <a:lnTo>
                      <a:pt x="3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4"/>
              <p:cNvSpPr/>
              <p:nvPr/>
            </p:nvSpPr>
            <p:spPr>
              <a:xfrm>
                <a:off x="3170484" y="6071099"/>
                <a:ext cx="325059" cy="195035"/>
              </a:xfrm>
              <a:custGeom>
                <a:rect b="b" l="l" r="r" t="t"/>
                <a:pathLst>
                  <a:path extrusionOk="0" h="1449" w="2415">
                    <a:moveTo>
                      <a:pt x="1" y="0"/>
                    </a:moveTo>
                    <a:lnTo>
                      <a:pt x="1" y="57"/>
                    </a:lnTo>
                    <a:lnTo>
                      <a:pt x="2414" y="1448"/>
                    </a:lnTo>
                    <a:lnTo>
                      <a:pt x="2414" y="1394"/>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4"/>
              <p:cNvSpPr/>
              <p:nvPr/>
            </p:nvSpPr>
            <p:spPr>
              <a:xfrm>
                <a:off x="3170484" y="6044313"/>
                <a:ext cx="371227" cy="214418"/>
              </a:xfrm>
              <a:custGeom>
                <a:rect b="b" l="l" r="r" t="t"/>
                <a:pathLst>
                  <a:path extrusionOk="0" h="1593" w="2758">
                    <a:moveTo>
                      <a:pt x="350" y="0"/>
                    </a:moveTo>
                    <a:lnTo>
                      <a:pt x="1" y="199"/>
                    </a:lnTo>
                    <a:lnTo>
                      <a:pt x="2414" y="1593"/>
                    </a:lnTo>
                    <a:lnTo>
                      <a:pt x="2758" y="1387"/>
                    </a:lnTo>
                    <a:lnTo>
                      <a:pt x="3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4"/>
              <p:cNvSpPr/>
              <p:nvPr/>
            </p:nvSpPr>
            <p:spPr>
              <a:xfrm>
                <a:off x="3316384" y="5662423"/>
                <a:ext cx="47245" cy="35265"/>
              </a:xfrm>
              <a:custGeom>
                <a:rect b="b" l="l" r="r" t="t"/>
                <a:pathLst>
                  <a:path extrusionOk="0" h="262" w="351">
                    <a:moveTo>
                      <a:pt x="351" y="0"/>
                    </a:moveTo>
                    <a:lnTo>
                      <a:pt x="1" y="206"/>
                    </a:lnTo>
                    <a:lnTo>
                      <a:pt x="1" y="261"/>
                    </a:lnTo>
                    <a:lnTo>
                      <a:pt x="351" y="56"/>
                    </a:lnTo>
                    <a:lnTo>
                      <a:pt x="3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4"/>
              <p:cNvSpPr/>
              <p:nvPr/>
            </p:nvSpPr>
            <p:spPr>
              <a:xfrm>
                <a:off x="3074918" y="6127093"/>
                <a:ext cx="324251" cy="195170"/>
              </a:xfrm>
              <a:custGeom>
                <a:rect b="b" l="l" r="r" t="t"/>
                <a:pathLst>
                  <a:path extrusionOk="0" h="1450" w="2409">
                    <a:moveTo>
                      <a:pt x="0" y="0"/>
                    </a:moveTo>
                    <a:lnTo>
                      <a:pt x="0" y="57"/>
                    </a:lnTo>
                    <a:lnTo>
                      <a:pt x="2409" y="1449"/>
                    </a:lnTo>
                    <a:lnTo>
                      <a:pt x="2409" y="139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4"/>
              <p:cNvSpPr/>
              <p:nvPr/>
            </p:nvSpPr>
            <p:spPr>
              <a:xfrm>
                <a:off x="3074918" y="6100307"/>
                <a:ext cx="371361" cy="214418"/>
              </a:xfrm>
              <a:custGeom>
                <a:rect b="b" l="l" r="r" t="t"/>
                <a:pathLst>
                  <a:path extrusionOk="0" h="1593" w="2759">
                    <a:moveTo>
                      <a:pt x="350" y="0"/>
                    </a:moveTo>
                    <a:lnTo>
                      <a:pt x="0" y="199"/>
                    </a:lnTo>
                    <a:lnTo>
                      <a:pt x="2409" y="1593"/>
                    </a:lnTo>
                    <a:lnTo>
                      <a:pt x="2759" y="1387"/>
                    </a:lnTo>
                    <a:lnTo>
                      <a:pt x="3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4"/>
              <p:cNvSpPr/>
              <p:nvPr/>
            </p:nvSpPr>
            <p:spPr>
              <a:xfrm>
                <a:off x="3220684" y="5718551"/>
                <a:ext cx="47245" cy="35131"/>
              </a:xfrm>
              <a:custGeom>
                <a:rect b="b" l="l" r="r" t="t"/>
                <a:pathLst>
                  <a:path extrusionOk="0" h="261" w="351">
                    <a:moveTo>
                      <a:pt x="350" y="0"/>
                    </a:moveTo>
                    <a:lnTo>
                      <a:pt x="0" y="199"/>
                    </a:lnTo>
                    <a:lnTo>
                      <a:pt x="0" y="260"/>
                    </a:lnTo>
                    <a:lnTo>
                      <a:pt x="345" y="55"/>
                    </a:lnTo>
                    <a:lnTo>
                      <a:pt x="3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4"/>
              <p:cNvSpPr/>
              <p:nvPr/>
            </p:nvSpPr>
            <p:spPr>
              <a:xfrm>
                <a:off x="2978544" y="6183221"/>
                <a:ext cx="324924" cy="195035"/>
              </a:xfrm>
              <a:custGeom>
                <a:rect b="b" l="l" r="r" t="t"/>
                <a:pathLst>
                  <a:path extrusionOk="0" h="1449" w="2414">
                    <a:moveTo>
                      <a:pt x="1" y="0"/>
                    </a:moveTo>
                    <a:lnTo>
                      <a:pt x="1" y="55"/>
                    </a:lnTo>
                    <a:lnTo>
                      <a:pt x="2413" y="1448"/>
                    </a:lnTo>
                    <a:lnTo>
                      <a:pt x="2413" y="1387"/>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4"/>
              <p:cNvSpPr/>
              <p:nvPr/>
            </p:nvSpPr>
            <p:spPr>
              <a:xfrm>
                <a:off x="2978544" y="6155359"/>
                <a:ext cx="372034" cy="214687"/>
              </a:xfrm>
              <a:custGeom>
                <a:rect b="b" l="l" r="r" t="t"/>
                <a:pathLst>
                  <a:path extrusionOk="0" h="1595" w="2764">
                    <a:moveTo>
                      <a:pt x="350" y="1"/>
                    </a:moveTo>
                    <a:lnTo>
                      <a:pt x="1" y="207"/>
                    </a:lnTo>
                    <a:lnTo>
                      <a:pt x="2413" y="1594"/>
                    </a:lnTo>
                    <a:lnTo>
                      <a:pt x="2763" y="1395"/>
                    </a:lnTo>
                    <a:lnTo>
                      <a:pt x="3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4"/>
              <p:cNvSpPr/>
              <p:nvPr/>
            </p:nvSpPr>
            <p:spPr>
              <a:xfrm>
                <a:off x="2920397" y="5849278"/>
                <a:ext cx="684172" cy="419952"/>
              </a:xfrm>
              <a:custGeom>
                <a:rect b="b" l="l" r="r" t="t"/>
                <a:pathLst>
                  <a:path extrusionOk="0" h="3120" w="5083">
                    <a:moveTo>
                      <a:pt x="5082" y="1"/>
                    </a:moveTo>
                    <a:lnTo>
                      <a:pt x="0" y="2953"/>
                    </a:lnTo>
                    <a:lnTo>
                      <a:pt x="0" y="3119"/>
                    </a:lnTo>
                    <a:lnTo>
                      <a:pt x="5082" y="167"/>
                    </a:lnTo>
                    <a:lnTo>
                      <a:pt x="50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4"/>
              <p:cNvSpPr/>
              <p:nvPr/>
            </p:nvSpPr>
            <p:spPr>
              <a:xfrm>
                <a:off x="2900746" y="6236253"/>
                <a:ext cx="19786" cy="32977"/>
              </a:xfrm>
              <a:custGeom>
                <a:rect b="b" l="l" r="r" t="t"/>
                <a:pathLst>
                  <a:path extrusionOk="0" h="245" w="147">
                    <a:moveTo>
                      <a:pt x="1" y="0"/>
                    </a:moveTo>
                    <a:lnTo>
                      <a:pt x="1" y="161"/>
                    </a:lnTo>
                    <a:lnTo>
                      <a:pt x="146" y="244"/>
                    </a:lnTo>
                    <a:lnTo>
                      <a:pt x="146" y="78"/>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4"/>
              <p:cNvSpPr/>
              <p:nvPr/>
            </p:nvSpPr>
            <p:spPr>
              <a:xfrm>
                <a:off x="2900746" y="5837971"/>
                <a:ext cx="703823" cy="408780"/>
              </a:xfrm>
              <a:custGeom>
                <a:rect b="b" l="l" r="r" t="t"/>
                <a:pathLst>
                  <a:path extrusionOk="0" h="3037" w="5229">
                    <a:moveTo>
                      <a:pt x="5085" y="1"/>
                    </a:moveTo>
                    <a:lnTo>
                      <a:pt x="1" y="2959"/>
                    </a:lnTo>
                    <a:lnTo>
                      <a:pt x="146" y="3037"/>
                    </a:lnTo>
                    <a:lnTo>
                      <a:pt x="5228" y="85"/>
                    </a:lnTo>
                    <a:lnTo>
                      <a:pt x="50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4"/>
              <p:cNvSpPr/>
              <p:nvPr/>
            </p:nvSpPr>
            <p:spPr>
              <a:xfrm>
                <a:off x="3183944" y="6000837"/>
                <a:ext cx="684306" cy="420087"/>
              </a:xfrm>
              <a:custGeom>
                <a:rect b="b" l="l" r="r" t="t"/>
                <a:pathLst>
                  <a:path extrusionOk="0" h="3121" w="5084">
                    <a:moveTo>
                      <a:pt x="5083" y="1"/>
                    </a:moveTo>
                    <a:lnTo>
                      <a:pt x="0" y="2953"/>
                    </a:lnTo>
                    <a:lnTo>
                      <a:pt x="0" y="3120"/>
                    </a:lnTo>
                    <a:lnTo>
                      <a:pt x="5083" y="162"/>
                    </a:lnTo>
                    <a:lnTo>
                      <a:pt x="50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4"/>
              <p:cNvSpPr/>
              <p:nvPr/>
            </p:nvSpPr>
            <p:spPr>
              <a:xfrm>
                <a:off x="3081777" y="5762565"/>
                <a:ext cx="19652" cy="33785"/>
              </a:xfrm>
              <a:custGeom>
                <a:rect b="b" l="l" r="r" t="t"/>
                <a:pathLst>
                  <a:path extrusionOk="0" h="251" w="146">
                    <a:moveTo>
                      <a:pt x="1" y="0"/>
                    </a:moveTo>
                    <a:lnTo>
                      <a:pt x="1" y="167"/>
                    </a:lnTo>
                    <a:lnTo>
                      <a:pt x="145" y="250"/>
                    </a:lnTo>
                    <a:lnTo>
                      <a:pt x="145" y="83"/>
                    </a:lnTo>
                    <a:lnTo>
                      <a:pt x="1" y="0"/>
                    </a:lnTo>
                    <a:close/>
                  </a:path>
                </a:pathLst>
              </a:custGeom>
              <a:solidFill>
                <a:srgbClr val="A6A5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4"/>
              <p:cNvSpPr/>
              <p:nvPr/>
            </p:nvSpPr>
            <p:spPr>
              <a:xfrm>
                <a:off x="3164427" y="5989666"/>
                <a:ext cx="703823" cy="408646"/>
              </a:xfrm>
              <a:custGeom>
                <a:rect b="b" l="l" r="r" t="t"/>
                <a:pathLst>
                  <a:path extrusionOk="0" h="3036" w="5229">
                    <a:moveTo>
                      <a:pt x="5085" y="1"/>
                    </a:moveTo>
                    <a:lnTo>
                      <a:pt x="1" y="2953"/>
                    </a:lnTo>
                    <a:lnTo>
                      <a:pt x="145" y="3036"/>
                    </a:lnTo>
                    <a:lnTo>
                      <a:pt x="5228" y="84"/>
                    </a:lnTo>
                    <a:lnTo>
                      <a:pt x="50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4"/>
              <p:cNvSpPr/>
              <p:nvPr/>
            </p:nvSpPr>
            <p:spPr>
              <a:xfrm>
                <a:off x="3796373" y="5386926"/>
                <a:ext cx="102431" cy="953910"/>
              </a:xfrm>
              <a:custGeom>
                <a:rect b="b" l="l" r="r" t="t"/>
                <a:pathLst>
                  <a:path extrusionOk="0" h="7087" w="761">
                    <a:moveTo>
                      <a:pt x="760" y="0"/>
                    </a:moveTo>
                    <a:lnTo>
                      <a:pt x="23" y="428"/>
                    </a:lnTo>
                    <a:lnTo>
                      <a:pt x="1" y="7086"/>
                    </a:lnTo>
                    <a:lnTo>
                      <a:pt x="1" y="7086"/>
                    </a:lnTo>
                    <a:lnTo>
                      <a:pt x="739" y="6655"/>
                    </a:lnTo>
                    <a:lnTo>
                      <a:pt x="76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4"/>
              <p:cNvSpPr/>
              <p:nvPr/>
            </p:nvSpPr>
            <p:spPr>
              <a:xfrm>
                <a:off x="3015559" y="4813394"/>
                <a:ext cx="782968" cy="1527037"/>
              </a:xfrm>
              <a:custGeom>
                <a:rect b="b" l="l" r="r" t="t"/>
                <a:pathLst>
                  <a:path extrusionOk="0" h="11345" w="5817">
                    <a:moveTo>
                      <a:pt x="1879" y="0"/>
                    </a:moveTo>
                    <a:cubicBezTo>
                      <a:pt x="1112" y="0"/>
                      <a:pt x="582" y="608"/>
                      <a:pt x="571" y="1660"/>
                    </a:cubicBezTo>
                    <a:lnTo>
                      <a:pt x="22" y="1343"/>
                    </a:lnTo>
                    <a:lnTo>
                      <a:pt x="0" y="7997"/>
                    </a:lnTo>
                    <a:lnTo>
                      <a:pt x="1649" y="8946"/>
                    </a:lnTo>
                    <a:lnTo>
                      <a:pt x="1666" y="4574"/>
                    </a:lnTo>
                    <a:lnTo>
                      <a:pt x="1671" y="2293"/>
                    </a:lnTo>
                    <a:cubicBezTo>
                      <a:pt x="1671" y="1735"/>
                      <a:pt x="1952" y="1411"/>
                      <a:pt x="2360" y="1411"/>
                    </a:cubicBezTo>
                    <a:cubicBezTo>
                      <a:pt x="2528" y="1411"/>
                      <a:pt x="2718" y="1466"/>
                      <a:pt x="2919" y="1583"/>
                    </a:cubicBezTo>
                    <a:cubicBezTo>
                      <a:pt x="3607" y="1982"/>
                      <a:pt x="4167" y="2943"/>
                      <a:pt x="4161" y="3736"/>
                    </a:cubicBezTo>
                    <a:lnTo>
                      <a:pt x="4157" y="6022"/>
                    </a:lnTo>
                    <a:lnTo>
                      <a:pt x="4147" y="10394"/>
                    </a:lnTo>
                    <a:lnTo>
                      <a:pt x="5795" y="11344"/>
                    </a:lnTo>
                    <a:lnTo>
                      <a:pt x="5817" y="4690"/>
                    </a:lnTo>
                    <a:lnTo>
                      <a:pt x="5269" y="4374"/>
                    </a:lnTo>
                    <a:cubicBezTo>
                      <a:pt x="5274" y="2887"/>
                      <a:pt x="4225" y="1073"/>
                      <a:pt x="2932" y="324"/>
                    </a:cubicBezTo>
                    <a:cubicBezTo>
                      <a:pt x="2554" y="104"/>
                      <a:pt x="2197" y="0"/>
                      <a:pt x="18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4"/>
              <p:cNvSpPr/>
              <p:nvPr/>
            </p:nvSpPr>
            <p:spPr>
              <a:xfrm>
                <a:off x="3401592" y="4794684"/>
                <a:ext cx="422644" cy="609334"/>
              </a:xfrm>
              <a:custGeom>
                <a:rect b="b" l="l" r="r" t="t"/>
                <a:pathLst>
                  <a:path extrusionOk="0" h="4527" w="3140">
                    <a:moveTo>
                      <a:pt x="739" y="1"/>
                    </a:moveTo>
                    <a:lnTo>
                      <a:pt x="1" y="428"/>
                    </a:lnTo>
                    <a:cubicBezTo>
                      <a:pt x="11" y="433"/>
                      <a:pt x="23" y="445"/>
                      <a:pt x="33" y="450"/>
                    </a:cubicBezTo>
                    <a:cubicBezTo>
                      <a:pt x="66" y="467"/>
                      <a:pt x="95" y="490"/>
                      <a:pt x="122" y="505"/>
                    </a:cubicBezTo>
                    <a:cubicBezTo>
                      <a:pt x="155" y="527"/>
                      <a:pt x="184" y="544"/>
                      <a:pt x="211" y="566"/>
                    </a:cubicBezTo>
                    <a:cubicBezTo>
                      <a:pt x="216" y="571"/>
                      <a:pt x="222" y="571"/>
                      <a:pt x="228" y="577"/>
                    </a:cubicBezTo>
                    <a:cubicBezTo>
                      <a:pt x="260" y="600"/>
                      <a:pt x="290" y="622"/>
                      <a:pt x="317" y="639"/>
                    </a:cubicBezTo>
                    <a:cubicBezTo>
                      <a:pt x="322" y="644"/>
                      <a:pt x="327" y="649"/>
                      <a:pt x="334" y="649"/>
                    </a:cubicBezTo>
                    <a:cubicBezTo>
                      <a:pt x="367" y="671"/>
                      <a:pt x="396" y="694"/>
                      <a:pt x="423" y="721"/>
                    </a:cubicBezTo>
                    <a:cubicBezTo>
                      <a:pt x="428" y="727"/>
                      <a:pt x="433" y="727"/>
                      <a:pt x="433" y="732"/>
                    </a:cubicBezTo>
                    <a:cubicBezTo>
                      <a:pt x="467" y="759"/>
                      <a:pt x="500" y="781"/>
                      <a:pt x="528" y="809"/>
                    </a:cubicBezTo>
                    <a:cubicBezTo>
                      <a:pt x="561" y="842"/>
                      <a:pt x="595" y="870"/>
                      <a:pt x="627" y="898"/>
                    </a:cubicBezTo>
                    <a:cubicBezTo>
                      <a:pt x="632" y="904"/>
                      <a:pt x="632" y="904"/>
                      <a:pt x="638" y="904"/>
                    </a:cubicBezTo>
                    <a:cubicBezTo>
                      <a:pt x="671" y="931"/>
                      <a:pt x="699" y="964"/>
                      <a:pt x="732" y="993"/>
                    </a:cubicBezTo>
                    <a:lnTo>
                      <a:pt x="742" y="1003"/>
                    </a:lnTo>
                    <a:cubicBezTo>
                      <a:pt x="776" y="1030"/>
                      <a:pt x="804" y="1058"/>
                      <a:pt x="831" y="1092"/>
                    </a:cubicBezTo>
                    <a:lnTo>
                      <a:pt x="849" y="1109"/>
                    </a:lnTo>
                    <a:cubicBezTo>
                      <a:pt x="876" y="1136"/>
                      <a:pt x="904" y="1171"/>
                      <a:pt x="933" y="1198"/>
                    </a:cubicBezTo>
                    <a:lnTo>
                      <a:pt x="950" y="1215"/>
                    </a:lnTo>
                    <a:cubicBezTo>
                      <a:pt x="977" y="1242"/>
                      <a:pt x="1004" y="1277"/>
                      <a:pt x="1034" y="1304"/>
                    </a:cubicBezTo>
                    <a:cubicBezTo>
                      <a:pt x="1039" y="1309"/>
                      <a:pt x="1039" y="1314"/>
                      <a:pt x="1044" y="1314"/>
                    </a:cubicBezTo>
                    <a:cubicBezTo>
                      <a:pt x="1071" y="1347"/>
                      <a:pt x="1098" y="1381"/>
                      <a:pt x="1128" y="1409"/>
                    </a:cubicBezTo>
                    <a:cubicBezTo>
                      <a:pt x="1160" y="1448"/>
                      <a:pt x="1190" y="1481"/>
                      <a:pt x="1217" y="1514"/>
                    </a:cubicBezTo>
                    <a:cubicBezTo>
                      <a:pt x="1222" y="1520"/>
                      <a:pt x="1222" y="1525"/>
                      <a:pt x="1227" y="1525"/>
                    </a:cubicBezTo>
                    <a:cubicBezTo>
                      <a:pt x="1260" y="1570"/>
                      <a:pt x="1294" y="1614"/>
                      <a:pt x="1327" y="1659"/>
                    </a:cubicBezTo>
                    <a:cubicBezTo>
                      <a:pt x="1349" y="1691"/>
                      <a:pt x="1371" y="1721"/>
                      <a:pt x="1394" y="1753"/>
                    </a:cubicBezTo>
                    <a:cubicBezTo>
                      <a:pt x="1399" y="1758"/>
                      <a:pt x="1404" y="1770"/>
                      <a:pt x="1411" y="1775"/>
                    </a:cubicBezTo>
                    <a:cubicBezTo>
                      <a:pt x="1433" y="1808"/>
                      <a:pt x="1455" y="1837"/>
                      <a:pt x="1478" y="1869"/>
                    </a:cubicBezTo>
                    <a:cubicBezTo>
                      <a:pt x="1483" y="1875"/>
                      <a:pt x="1483" y="1880"/>
                      <a:pt x="1488" y="1886"/>
                    </a:cubicBezTo>
                    <a:cubicBezTo>
                      <a:pt x="1515" y="1926"/>
                      <a:pt x="1543" y="1970"/>
                      <a:pt x="1565" y="2009"/>
                    </a:cubicBezTo>
                    <a:cubicBezTo>
                      <a:pt x="1570" y="2014"/>
                      <a:pt x="1570" y="2019"/>
                      <a:pt x="1575" y="2026"/>
                    </a:cubicBezTo>
                    <a:cubicBezTo>
                      <a:pt x="1603" y="2070"/>
                      <a:pt x="1625" y="2109"/>
                      <a:pt x="1653" y="2147"/>
                    </a:cubicBezTo>
                    <a:cubicBezTo>
                      <a:pt x="1658" y="2152"/>
                      <a:pt x="1663" y="2164"/>
                      <a:pt x="1663" y="2169"/>
                    </a:cubicBezTo>
                    <a:cubicBezTo>
                      <a:pt x="1680" y="2197"/>
                      <a:pt x="1696" y="2225"/>
                      <a:pt x="1708" y="2253"/>
                    </a:cubicBezTo>
                    <a:cubicBezTo>
                      <a:pt x="1713" y="2258"/>
                      <a:pt x="1713" y="2263"/>
                      <a:pt x="1719" y="2263"/>
                    </a:cubicBezTo>
                    <a:cubicBezTo>
                      <a:pt x="1735" y="2297"/>
                      <a:pt x="1751" y="2325"/>
                      <a:pt x="1768" y="2358"/>
                    </a:cubicBezTo>
                    <a:cubicBezTo>
                      <a:pt x="1773" y="2363"/>
                      <a:pt x="1773" y="2368"/>
                      <a:pt x="1778" y="2381"/>
                    </a:cubicBezTo>
                    <a:cubicBezTo>
                      <a:pt x="1800" y="2425"/>
                      <a:pt x="1823" y="2465"/>
                      <a:pt x="1845" y="2502"/>
                    </a:cubicBezTo>
                    <a:cubicBezTo>
                      <a:pt x="1851" y="2507"/>
                      <a:pt x="1851" y="2513"/>
                      <a:pt x="1856" y="2524"/>
                    </a:cubicBezTo>
                    <a:cubicBezTo>
                      <a:pt x="1873" y="2564"/>
                      <a:pt x="1895" y="2596"/>
                      <a:pt x="1910" y="2635"/>
                    </a:cubicBezTo>
                    <a:cubicBezTo>
                      <a:pt x="1916" y="2640"/>
                      <a:pt x="1916" y="2646"/>
                      <a:pt x="1916" y="2653"/>
                    </a:cubicBezTo>
                    <a:cubicBezTo>
                      <a:pt x="1933" y="2686"/>
                      <a:pt x="1944" y="2714"/>
                      <a:pt x="1961" y="2742"/>
                    </a:cubicBezTo>
                    <a:cubicBezTo>
                      <a:pt x="1966" y="2747"/>
                      <a:pt x="1966" y="2759"/>
                      <a:pt x="1971" y="2764"/>
                    </a:cubicBezTo>
                    <a:cubicBezTo>
                      <a:pt x="1988" y="2797"/>
                      <a:pt x="1998" y="2831"/>
                      <a:pt x="2015" y="2864"/>
                    </a:cubicBezTo>
                    <a:cubicBezTo>
                      <a:pt x="2020" y="2869"/>
                      <a:pt x="2020" y="2880"/>
                      <a:pt x="2026" y="2886"/>
                    </a:cubicBezTo>
                    <a:cubicBezTo>
                      <a:pt x="2036" y="2918"/>
                      <a:pt x="2054" y="2947"/>
                      <a:pt x="2065" y="2975"/>
                    </a:cubicBezTo>
                    <a:cubicBezTo>
                      <a:pt x="2071" y="2980"/>
                      <a:pt x="2071" y="2985"/>
                      <a:pt x="2071" y="2991"/>
                    </a:cubicBezTo>
                    <a:cubicBezTo>
                      <a:pt x="2087" y="3025"/>
                      <a:pt x="2098" y="3058"/>
                      <a:pt x="2109" y="3091"/>
                    </a:cubicBezTo>
                    <a:cubicBezTo>
                      <a:pt x="2115" y="3101"/>
                      <a:pt x="2115" y="3109"/>
                      <a:pt x="2120" y="3114"/>
                    </a:cubicBezTo>
                    <a:cubicBezTo>
                      <a:pt x="2138" y="3153"/>
                      <a:pt x="2148" y="3185"/>
                      <a:pt x="2160" y="3220"/>
                    </a:cubicBezTo>
                    <a:cubicBezTo>
                      <a:pt x="2176" y="3259"/>
                      <a:pt x="2187" y="3297"/>
                      <a:pt x="2198" y="3331"/>
                    </a:cubicBezTo>
                    <a:cubicBezTo>
                      <a:pt x="2204" y="3336"/>
                      <a:pt x="2204" y="3348"/>
                      <a:pt x="2204" y="3353"/>
                    </a:cubicBezTo>
                    <a:cubicBezTo>
                      <a:pt x="2214" y="3393"/>
                      <a:pt x="2227" y="3425"/>
                      <a:pt x="2237" y="3460"/>
                    </a:cubicBezTo>
                    <a:cubicBezTo>
                      <a:pt x="2242" y="3465"/>
                      <a:pt x="2242" y="3476"/>
                      <a:pt x="2242" y="3482"/>
                    </a:cubicBezTo>
                    <a:cubicBezTo>
                      <a:pt x="2253" y="3520"/>
                      <a:pt x="2264" y="3554"/>
                      <a:pt x="2270" y="3593"/>
                    </a:cubicBezTo>
                    <a:cubicBezTo>
                      <a:pt x="2280" y="3638"/>
                      <a:pt x="2292" y="3670"/>
                      <a:pt x="2297" y="3704"/>
                    </a:cubicBezTo>
                    <a:cubicBezTo>
                      <a:pt x="2297" y="3709"/>
                      <a:pt x="2302" y="3714"/>
                      <a:pt x="2302" y="3722"/>
                    </a:cubicBezTo>
                    <a:cubicBezTo>
                      <a:pt x="2313" y="3760"/>
                      <a:pt x="2319" y="3793"/>
                      <a:pt x="2324" y="3827"/>
                    </a:cubicBezTo>
                    <a:cubicBezTo>
                      <a:pt x="2324" y="3838"/>
                      <a:pt x="2329" y="3844"/>
                      <a:pt x="2329" y="3849"/>
                    </a:cubicBezTo>
                    <a:cubicBezTo>
                      <a:pt x="2335" y="3882"/>
                      <a:pt x="2340" y="3922"/>
                      <a:pt x="2347" y="3955"/>
                    </a:cubicBezTo>
                    <a:cubicBezTo>
                      <a:pt x="2352" y="4000"/>
                      <a:pt x="2358" y="4028"/>
                      <a:pt x="2364" y="4062"/>
                    </a:cubicBezTo>
                    <a:cubicBezTo>
                      <a:pt x="2364" y="4067"/>
                      <a:pt x="2369" y="4079"/>
                      <a:pt x="2369" y="4084"/>
                    </a:cubicBezTo>
                    <a:cubicBezTo>
                      <a:pt x="2374" y="4117"/>
                      <a:pt x="2380" y="4151"/>
                      <a:pt x="2380" y="4184"/>
                    </a:cubicBezTo>
                    <a:cubicBezTo>
                      <a:pt x="2380" y="4189"/>
                      <a:pt x="2380" y="4200"/>
                      <a:pt x="2385" y="4206"/>
                    </a:cubicBezTo>
                    <a:cubicBezTo>
                      <a:pt x="2390" y="4238"/>
                      <a:pt x="2390" y="4267"/>
                      <a:pt x="2395" y="4300"/>
                    </a:cubicBezTo>
                    <a:lnTo>
                      <a:pt x="2395" y="4310"/>
                    </a:lnTo>
                    <a:cubicBezTo>
                      <a:pt x="2401" y="4343"/>
                      <a:pt x="2401" y="4377"/>
                      <a:pt x="2401" y="4410"/>
                    </a:cubicBezTo>
                    <a:lnTo>
                      <a:pt x="2401" y="4432"/>
                    </a:lnTo>
                    <a:cubicBezTo>
                      <a:pt x="2401" y="4465"/>
                      <a:pt x="2406" y="4494"/>
                      <a:pt x="2401" y="4526"/>
                    </a:cubicBezTo>
                    <a:cubicBezTo>
                      <a:pt x="2406" y="4513"/>
                      <a:pt x="3139" y="4079"/>
                      <a:pt x="3139" y="4079"/>
                    </a:cubicBezTo>
                    <a:lnTo>
                      <a:pt x="3139" y="3985"/>
                    </a:lnTo>
                    <a:lnTo>
                      <a:pt x="3139" y="3974"/>
                    </a:lnTo>
                    <a:lnTo>
                      <a:pt x="3139" y="3964"/>
                    </a:lnTo>
                    <a:cubicBezTo>
                      <a:pt x="3139" y="3931"/>
                      <a:pt x="3134" y="3897"/>
                      <a:pt x="3134" y="3864"/>
                    </a:cubicBezTo>
                    <a:lnTo>
                      <a:pt x="3134" y="3854"/>
                    </a:lnTo>
                    <a:cubicBezTo>
                      <a:pt x="3129" y="3821"/>
                      <a:pt x="3129" y="3792"/>
                      <a:pt x="3129" y="3759"/>
                    </a:cubicBezTo>
                    <a:cubicBezTo>
                      <a:pt x="3129" y="3754"/>
                      <a:pt x="3129" y="3749"/>
                      <a:pt x="3123" y="3749"/>
                    </a:cubicBezTo>
                    <a:cubicBezTo>
                      <a:pt x="3118" y="3705"/>
                      <a:pt x="3113" y="3677"/>
                      <a:pt x="3113" y="3643"/>
                    </a:cubicBezTo>
                    <a:cubicBezTo>
                      <a:pt x="3113" y="3633"/>
                      <a:pt x="3108" y="3625"/>
                      <a:pt x="3108" y="3620"/>
                    </a:cubicBezTo>
                    <a:cubicBezTo>
                      <a:pt x="3103" y="3588"/>
                      <a:pt x="3097" y="3554"/>
                      <a:pt x="3091" y="3520"/>
                    </a:cubicBezTo>
                    <a:cubicBezTo>
                      <a:pt x="3086" y="3476"/>
                      <a:pt x="3081" y="3444"/>
                      <a:pt x="3068" y="3409"/>
                    </a:cubicBezTo>
                    <a:cubicBezTo>
                      <a:pt x="3068" y="3404"/>
                      <a:pt x="3068" y="3399"/>
                      <a:pt x="3063" y="3399"/>
                    </a:cubicBezTo>
                    <a:cubicBezTo>
                      <a:pt x="3063" y="3394"/>
                      <a:pt x="3057" y="3394"/>
                      <a:pt x="3057" y="3388"/>
                    </a:cubicBezTo>
                    <a:cubicBezTo>
                      <a:pt x="3052" y="3350"/>
                      <a:pt x="3041" y="3316"/>
                      <a:pt x="3035" y="3283"/>
                    </a:cubicBezTo>
                    <a:cubicBezTo>
                      <a:pt x="3030" y="3272"/>
                      <a:pt x="3030" y="3266"/>
                      <a:pt x="3030" y="3266"/>
                    </a:cubicBezTo>
                    <a:cubicBezTo>
                      <a:pt x="3020" y="3232"/>
                      <a:pt x="3013" y="3194"/>
                      <a:pt x="3003" y="3159"/>
                    </a:cubicBezTo>
                    <a:cubicBezTo>
                      <a:pt x="2993" y="3115"/>
                      <a:pt x="2981" y="3075"/>
                      <a:pt x="2971" y="3043"/>
                    </a:cubicBezTo>
                    <a:cubicBezTo>
                      <a:pt x="2971" y="3038"/>
                      <a:pt x="2965" y="3032"/>
                      <a:pt x="2965" y="3032"/>
                    </a:cubicBezTo>
                    <a:cubicBezTo>
                      <a:pt x="2965" y="3027"/>
                      <a:pt x="2960" y="3027"/>
                      <a:pt x="2960" y="3022"/>
                    </a:cubicBezTo>
                    <a:cubicBezTo>
                      <a:pt x="2950" y="2983"/>
                      <a:pt x="2937" y="2950"/>
                      <a:pt x="2927" y="2916"/>
                    </a:cubicBezTo>
                    <a:cubicBezTo>
                      <a:pt x="2921" y="2906"/>
                      <a:pt x="2921" y="2899"/>
                      <a:pt x="2921" y="2894"/>
                    </a:cubicBezTo>
                    <a:cubicBezTo>
                      <a:pt x="2911" y="2860"/>
                      <a:pt x="2899" y="2822"/>
                      <a:pt x="2889" y="2787"/>
                    </a:cubicBezTo>
                    <a:cubicBezTo>
                      <a:pt x="2872" y="2748"/>
                      <a:pt x="2862" y="2711"/>
                      <a:pt x="2850" y="2676"/>
                    </a:cubicBezTo>
                    <a:cubicBezTo>
                      <a:pt x="2845" y="2671"/>
                      <a:pt x="2845" y="2666"/>
                      <a:pt x="2845" y="2666"/>
                    </a:cubicBezTo>
                    <a:cubicBezTo>
                      <a:pt x="2840" y="2660"/>
                      <a:pt x="2840" y="2660"/>
                      <a:pt x="2840" y="2655"/>
                    </a:cubicBezTo>
                    <a:cubicBezTo>
                      <a:pt x="2829" y="2623"/>
                      <a:pt x="2811" y="2588"/>
                      <a:pt x="2800" y="2556"/>
                    </a:cubicBezTo>
                    <a:cubicBezTo>
                      <a:pt x="2795" y="2545"/>
                      <a:pt x="2795" y="2545"/>
                      <a:pt x="2795" y="2539"/>
                    </a:cubicBezTo>
                    <a:cubicBezTo>
                      <a:pt x="2784" y="2506"/>
                      <a:pt x="2767" y="2477"/>
                      <a:pt x="2756" y="2450"/>
                    </a:cubicBezTo>
                    <a:cubicBezTo>
                      <a:pt x="2751" y="2445"/>
                      <a:pt x="2751" y="2439"/>
                      <a:pt x="2751" y="2433"/>
                    </a:cubicBezTo>
                    <a:cubicBezTo>
                      <a:pt x="2733" y="2393"/>
                      <a:pt x="2717" y="2361"/>
                      <a:pt x="2705" y="2326"/>
                    </a:cubicBezTo>
                    <a:cubicBezTo>
                      <a:pt x="2700" y="2316"/>
                      <a:pt x="2695" y="2309"/>
                      <a:pt x="2695" y="2304"/>
                    </a:cubicBezTo>
                    <a:cubicBezTo>
                      <a:pt x="2678" y="2272"/>
                      <a:pt x="2668" y="2242"/>
                      <a:pt x="2651" y="2215"/>
                    </a:cubicBezTo>
                    <a:cubicBezTo>
                      <a:pt x="2646" y="2210"/>
                      <a:pt x="2646" y="2210"/>
                      <a:pt x="2646" y="2205"/>
                    </a:cubicBezTo>
                    <a:cubicBezTo>
                      <a:pt x="2623" y="2166"/>
                      <a:pt x="2606" y="2127"/>
                      <a:pt x="2590" y="2094"/>
                    </a:cubicBezTo>
                    <a:cubicBezTo>
                      <a:pt x="2585" y="2088"/>
                      <a:pt x="2585" y="2083"/>
                      <a:pt x="2585" y="2083"/>
                    </a:cubicBezTo>
                    <a:cubicBezTo>
                      <a:pt x="2558" y="2033"/>
                      <a:pt x="2541" y="1994"/>
                      <a:pt x="2518" y="1949"/>
                    </a:cubicBezTo>
                    <a:cubicBezTo>
                      <a:pt x="2513" y="1944"/>
                      <a:pt x="2513" y="1944"/>
                      <a:pt x="2513" y="1939"/>
                    </a:cubicBezTo>
                    <a:cubicBezTo>
                      <a:pt x="2513" y="1933"/>
                      <a:pt x="2507" y="1933"/>
                      <a:pt x="2507" y="1928"/>
                    </a:cubicBezTo>
                    <a:cubicBezTo>
                      <a:pt x="2491" y="1896"/>
                      <a:pt x="2475" y="1867"/>
                      <a:pt x="2458" y="1839"/>
                    </a:cubicBezTo>
                    <a:cubicBezTo>
                      <a:pt x="2453" y="1834"/>
                      <a:pt x="2453" y="1829"/>
                      <a:pt x="2448" y="1829"/>
                    </a:cubicBezTo>
                    <a:cubicBezTo>
                      <a:pt x="2431" y="1801"/>
                      <a:pt x="2415" y="1774"/>
                      <a:pt x="2403" y="1745"/>
                    </a:cubicBezTo>
                    <a:cubicBezTo>
                      <a:pt x="2397" y="1740"/>
                      <a:pt x="2397" y="1734"/>
                      <a:pt x="2392" y="1734"/>
                    </a:cubicBezTo>
                    <a:cubicBezTo>
                      <a:pt x="2365" y="1685"/>
                      <a:pt x="2338" y="1645"/>
                      <a:pt x="2316" y="1601"/>
                    </a:cubicBezTo>
                    <a:cubicBezTo>
                      <a:pt x="2311" y="1596"/>
                      <a:pt x="2311" y="1591"/>
                      <a:pt x="2305" y="1585"/>
                    </a:cubicBezTo>
                    <a:cubicBezTo>
                      <a:pt x="2277" y="1539"/>
                      <a:pt x="2250" y="1501"/>
                      <a:pt x="2228" y="1462"/>
                    </a:cubicBezTo>
                    <a:cubicBezTo>
                      <a:pt x="2223" y="1457"/>
                      <a:pt x="2223" y="1457"/>
                      <a:pt x="2223" y="1451"/>
                    </a:cubicBezTo>
                    <a:cubicBezTo>
                      <a:pt x="2195" y="1413"/>
                      <a:pt x="2172" y="1385"/>
                      <a:pt x="2156" y="1352"/>
                    </a:cubicBezTo>
                    <a:cubicBezTo>
                      <a:pt x="2150" y="1347"/>
                      <a:pt x="2145" y="1341"/>
                      <a:pt x="2139" y="1330"/>
                    </a:cubicBezTo>
                    <a:cubicBezTo>
                      <a:pt x="2117" y="1297"/>
                      <a:pt x="2094" y="1268"/>
                      <a:pt x="2072" y="1236"/>
                    </a:cubicBezTo>
                    <a:cubicBezTo>
                      <a:pt x="2039" y="1192"/>
                      <a:pt x="2005" y="1147"/>
                      <a:pt x="1972" y="1103"/>
                    </a:cubicBezTo>
                    <a:lnTo>
                      <a:pt x="1962" y="1092"/>
                    </a:lnTo>
                    <a:cubicBezTo>
                      <a:pt x="1934" y="1059"/>
                      <a:pt x="1907" y="1020"/>
                      <a:pt x="1878" y="985"/>
                    </a:cubicBezTo>
                    <a:cubicBezTo>
                      <a:pt x="1845" y="947"/>
                      <a:pt x="1823" y="919"/>
                      <a:pt x="1794" y="886"/>
                    </a:cubicBezTo>
                    <a:cubicBezTo>
                      <a:pt x="1789" y="881"/>
                      <a:pt x="1789" y="881"/>
                      <a:pt x="1789" y="875"/>
                    </a:cubicBezTo>
                    <a:cubicBezTo>
                      <a:pt x="1756" y="843"/>
                      <a:pt x="1734" y="815"/>
                      <a:pt x="1705" y="781"/>
                    </a:cubicBezTo>
                    <a:lnTo>
                      <a:pt x="1695" y="771"/>
                    </a:lnTo>
                    <a:cubicBezTo>
                      <a:pt x="1662" y="732"/>
                      <a:pt x="1633" y="705"/>
                      <a:pt x="1606" y="676"/>
                    </a:cubicBezTo>
                    <a:lnTo>
                      <a:pt x="1600" y="671"/>
                    </a:lnTo>
                    <a:lnTo>
                      <a:pt x="1590" y="661"/>
                    </a:lnTo>
                    <a:cubicBezTo>
                      <a:pt x="1563" y="633"/>
                      <a:pt x="1535" y="600"/>
                      <a:pt x="1501" y="571"/>
                    </a:cubicBezTo>
                    <a:lnTo>
                      <a:pt x="1490" y="561"/>
                    </a:lnTo>
                    <a:cubicBezTo>
                      <a:pt x="1458" y="529"/>
                      <a:pt x="1428" y="500"/>
                      <a:pt x="1396" y="472"/>
                    </a:cubicBezTo>
                    <a:cubicBezTo>
                      <a:pt x="1391" y="467"/>
                      <a:pt x="1391" y="467"/>
                      <a:pt x="1386" y="467"/>
                    </a:cubicBezTo>
                    <a:cubicBezTo>
                      <a:pt x="1353" y="439"/>
                      <a:pt x="1318" y="412"/>
                      <a:pt x="1286" y="383"/>
                    </a:cubicBezTo>
                    <a:cubicBezTo>
                      <a:pt x="1254" y="356"/>
                      <a:pt x="1219" y="328"/>
                      <a:pt x="1186" y="299"/>
                    </a:cubicBezTo>
                    <a:cubicBezTo>
                      <a:pt x="1181" y="294"/>
                      <a:pt x="1181" y="294"/>
                      <a:pt x="1176" y="294"/>
                    </a:cubicBezTo>
                    <a:cubicBezTo>
                      <a:pt x="1144" y="267"/>
                      <a:pt x="1109" y="245"/>
                      <a:pt x="1082" y="223"/>
                    </a:cubicBezTo>
                    <a:cubicBezTo>
                      <a:pt x="1076" y="217"/>
                      <a:pt x="1076" y="217"/>
                      <a:pt x="1071" y="217"/>
                    </a:cubicBezTo>
                    <a:cubicBezTo>
                      <a:pt x="1066" y="212"/>
                      <a:pt x="1066" y="212"/>
                      <a:pt x="1061" y="212"/>
                    </a:cubicBezTo>
                    <a:cubicBezTo>
                      <a:pt x="1034" y="189"/>
                      <a:pt x="999" y="167"/>
                      <a:pt x="972" y="150"/>
                    </a:cubicBezTo>
                    <a:cubicBezTo>
                      <a:pt x="961" y="145"/>
                      <a:pt x="961" y="140"/>
                      <a:pt x="955" y="140"/>
                    </a:cubicBezTo>
                    <a:cubicBezTo>
                      <a:pt x="922" y="118"/>
                      <a:pt x="893" y="100"/>
                      <a:pt x="866" y="78"/>
                    </a:cubicBezTo>
                    <a:cubicBezTo>
                      <a:pt x="833" y="56"/>
                      <a:pt x="804" y="39"/>
                      <a:pt x="772" y="24"/>
                    </a:cubicBezTo>
                    <a:cubicBezTo>
                      <a:pt x="766" y="18"/>
                      <a:pt x="766" y="18"/>
                      <a:pt x="761" y="18"/>
                    </a:cubicBezTo>
                    <a:cubicBezTo>
                      <a:pt x="751" y="13"/>
                      <a:pt x="744" y="8"/>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4"/>
              <p:cNvSpPr/>
              <p:nvPr/>
            </p:nvSpPr>
            <p:spPr>
              <a:xfrm>
                <a:off x="2746225" y="4369751"/>
                <a:ext cx="321290" cy="1207766"/>
              </a:xfrm>
              <a:custGeom>
                <a:rect b="b" l="l" r="r" t="t"/>
                <a:pathLst>
                  <a:path extrusionOk="0" h="8973" w="2387">
                    <a:moveTo>
                      <a:pt x="1898" y="0"/>
                    </a:moveTo>
                    <a:lnTo>
                      <a:pt x="211" y="7640"/>
                    </a:lnTo>
                    <a:cubicBezTo>
                      <a:pt x="22" y="8074"/>
                      <a:pt x="0" y="8545"/>
                      <a:pt x="122" y="8973"/>
                    </a:cubicBezTo>
                    <a:cubicBezTo>
                      <a:pt x="717" y="7491"/>
                      <a:pt x="1576" y="3291"/>
                      <a:pt x="2387" y="1016"/>
                    </a:cubicBezTo>
                    <a:lnTo>
                      <a:pt x="18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4"/>
              <p:cNvSpPr/>
              <p:nvPr/>
            </p:nvSpPr>
            <p:spPr>
              <a:xfrm>
                <a:off x="3711306" y="3243416"/>
                <a:ext cx="95566" cy="163808"/>
              </a:xfrm>
              <a:custGeom>
                <a:rect b="b" l="l" r="r" t="t"/>
                <a:pathLst>
                  <a:path extrusionOk="0" h="1217" w="710">
                    <a:moveTo>
                      <a:pt x="709" y="1"/>
                    </a:moveTo>
                    <a:cubicBezTo>
                      <a:pt x="466" y="56"/>
                      <a:pt x="227" y="356"/>
                      <a:pt x="0" y="768"/>
                    </a:cubicBezTo>
                    <a:lnTo>
                      <a:pt x="161" y="1216"/>
                    </a:lnTo>
                    <a:cubicBezTo>
                      <a:pt x="360" y="673"/>
                      <a:pt x="549" y="218"/>
                      <a:pt x="7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4"/>
              <p:cNvSpPr/>
              <p:nvPr/>
            </p:nvSpPr>
            <p:spPr>
              <a:xfrm>
                <a:off x="3732842" y="3093875"/>
                <a:ext cx="349691" cy="506769"/>
              </a:xfrm>
              <a:custGeom>
                <a:rect b="b" l="l" r="r" t="t"/>
                <a:pathLst>
                  <a:path extrusionOk="0" h="3765" w="2598">
                    <a:moveTo>
                      <a:pt x="1683" y="0"/>
                    </a:moveTo>
                    <a:cubicBezTo>
                      <a:pt x="1677" y="0"/>
                      <a:pt x="1671" y="1"/>
                      <a:pt x="1665" y="1"/>
                    </a:cubicBezTo>
                    <a:cubicBezTo>
                      <a:pt x="1409" y="36"/>
                      <a:pt x="882" y="1046"/>
                      <a:pt x="549" y="1117"/>
                    </a:cubicBezTo>
                    <a:cubicBezTo>
                      <a:pt x="390" y="1340"/>
                      <a:pt x="202" y="1790"/>
                      <a:pt x="0" y="2332"/>
                    </a:cubicBezTo>
                    <a:lnTo>
                      <a:pt x="339" y="3275"/>
                    </a:lnTo>
                    <a:lnTo>
                      <a:pt x="867" y="2437"/>
                    </a:lnTo>
                    <a:lnTo>
                      <a:pt x="2597" y="3764"/>
                    </a:lnTo>
                    <a:lnTo>
                      <a:pt x="1865" y="129"/>
                    </a:lnTo>
                    <a:cubicBezTo>
                      <a:pt x="1809" y="53"/>
                      <a:pt x="1748" y="0"/>
                      <a:pt x="16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4"/>
              <p:cNvSpPr/>
              <p:nvPr/>
            </p:nvSpPr>
            <p:spPr>
              <a:xfrm>
                <a:off x="3984544" y="3111373"/>
                <a:ext cx="192882" cy="489271"/>
              </a:xfrm>
              <a:custGeom>
                <a:rect b="b" l="l" r="r" t="t"/>
                <a:pathLst>
                  <a:path extrusionOk="0" h="3635" w="1433">
                    <a:moveTo>
                      <a:pt x="0" y="0"/>
                    </a:moveTo>
                    <a:lnTo>
                      <a:pt x="727" y="3634"/>
                    </a:lnTo>
                    <a:lnTo>
                      <a:pt x="943" y="2347"/>
                    </a:lnTo>
                    <a:lnTo>
                      <a:pt x="961" y="2258"/>
                    </a:lnTo>
                    <a:lnTo>
                      <a:pt x="1432" y="2536"/>
                    </a:lnTo>
                    <a:lnTo>
                      <a:pt x="1432" y="2536"/>
                    </a:lnTo>
                    <a:lnTo>
                      <a:pt x="90" y="156"/>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4"/>
              <p:cNvSpPr/>
              <p:nvPr/>
            </p:nvSpPr>
            <p:spPr>
              <a:xfrm>
                <a:off x="4303545" y="3688674"/>
                <a:ext cx="323578" cy="561013"/>
              </a:xfrm>
              <a:custGeom>
                <a:rect b="b" l="l" r="r" t="t"/>
                <a:pathLst>
                  <a:path extrusionOk="0" h="4168" w="2404">
                    <a:moveTo>
                      <a:pt x="2403" y="0"/>
                    </a:moveTo>
                    <a:lnTo>
                      <a:pt x="0" y="522"/>
                    </a:lnTo>
                    <a:lnTo>
                      <a:pt x="1343" y="4168"/>
                    </a:lnTo>
                    <a:lnTo>
                      <a:pt x="1480" y="1559"/>
                    </a:lnTo>
                    <a:lnTo>
                      <a:pt x="24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03" name="Google Shape;6203;p54"/>
            <p:cNvSpPr/>
            <p:nvPr/>
          </p:nvSpPr>
          <p:spPr>
            <a:xfrm>
              <a:off x="7433902" y="4874391"/>
              <a:ext cx="63976" cy="48543"/>
            </a:xfrm>
            <a:custGeom>
              <a:rect b="b" l="l" r="r" t="t"/>
              <a:pathLst>
                <a:path extrusionOk="0" h="261" w="344">
                  <a:moveTo>
                    <a:pt x="344" y="0"/>
                  </a:moveTo>
                  <a:lnTo>
                    <a:pt x="0" y="206"/>
                  </a:lnTo>
                  <a:lnTo>
                    <a:pt x="0" y="260"/>
                  </a:lnTo>
                  <a:lnTo>
                    <a:pt x="344" y="61"/>
                  </a:lnTo>
                  <a:lnTo>
                    <a:pt x="3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4"/>
            <p:cNvSpPr/>
            <p:nvPr/>
          </p:nvSpPr>
          <p:spPr>
            <a:xfrm>
              <a:off x="7302727" y="4951016"/>
              <a:ext cx="63976" cy="48543"/>
            </a:xfrm>
            <a:custGeom>
              <a:rect b="b" l="l" r="r" t="t"/>
              <a:pathLst>
                <a:path extrusionOk="0" h="261" w="344">
                  <a:moveTo>
                    <a:pt x="344" y="0"/>
                  </a:moveTo>
                  <a:lnTo>
                    <a:pt x="0" y="206"/>
                  </a:lnTo>
                  <a:lnTo>
                    <a:pt x="0" y="260"/>
                  </a:lnTo>
                  <a:lnTo>
                    <a:pt x="344" y="61"/>
                  </a:lnTo>
                  <a:lnTo>
                    <a:pt x="3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5" name="Google Shape;6205;p54"/>
          <p:cNvGrpSpPr/>
          <p:nvPr/>
        </p:nvGrpSpPr>
        <p:grpSpPr>
          <a:xfrm>
            <a:off x="472673" y="2931400"/>
            <a:ext cx="830805" cy="753025"/>
            <a:chOff x="5255839" y="-1347627"/>
            <a:chExt cx="1366681" cy="1238732"/>
          </a:xfrm>
        </p:grpSpPr>
        <p:sp>
          <p:nvSpPr>
            <p:cNvPr id="6206" name="Google Shape;6206;p54"/>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4"/>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4"/>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4"/>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4"/>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4"/>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4"/>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4"/>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4"/>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4"/>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4"/>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4"/>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4"/>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4"/>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0" name="Google Shape;6220;p54"/>
          <p:cNvGrpSpPr/>
          <p:nvPr/>
        </p:nvGrpSpPr>
        <p:grpSpPr>
          <a:xfrm>
            <a:off x="2221785" y="3581625"/>
            <a:ext cx="830805" cy="753025"/>
            <a:chOff x="5255839" y="-1347627"/>
            <a:chExt cx="1366681" cy="1238732"/>
          </a:xfrm>
        </p:grpSpPr>
        <p:sp>
          <p:nvSpPr>
            <p:cNvPr id="6221" name="Google Shape;6221;p54"/>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4"/>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4"/>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4"/>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4"/>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4"/>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4"/>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4"/>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4"/>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4"/>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4"/>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4"/>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4"/>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4"/>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5" name="Google Shape;6235;p54"/>
          <p:cNvGrpSpPr/>
          <p:nvPr/>
        </p:nvGrpSpPr>
        <p:grpSpPr>
          <a:xfrm>
            <a:off x="2053610" y="775198"/>
            <a:ext cx="830894" cy="591536"/>
            <a:chOff x="7088023" y="1297048"/>
            <a:chExt cx="830894" cy="591536"/>
          </a:xfrm>
        </p:grpSpPr>
        <p:sp>
          <p:nvSpPr>
            <p:cNvPr id="6236" name="Google Shape;6236;p54"/>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4"/>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4"/>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4"/>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4"/>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4"/>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4"/>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4"/>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4"/>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4"/>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4"/>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4"/>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4"/>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4"/>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4"/>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4"/>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4"/>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4"/>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4"/>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4"/>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4"/>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4"/>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4"/>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4"/>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4"/>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4"/>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4"/>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4"/>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4"/>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4"/>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4"/>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4"/>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4"/>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9" name="Google Shape;6269;p54"/>
          <p:cNvGrpSpPr/>
          <p:nvPr/>
        </p:nvGrpSpPr>
        <p:grpSpPr>
          <a:xfrm>
            <a:off x="6192823" y="885373"/>
            <a:ext cx="830894" cy="591536"/>
            <a:chOff x="7088023" y="1297048"/>
            <a:chExt cx="830894" cy="591536"/>
          </a:xfrm>
        </p:grpSpPr>
        <p:sp>
          <p:nvSpPr>
            <p:cNvPr id="6270" name="Google Shape;6270;p54"/>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4"/>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4"/>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4"/>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4"/>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4"/>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4"/>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4"/>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4"/>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4"/>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4"/>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4"/>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4"/>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4"/>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4"/>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4"/>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4"/>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4"/>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4"/>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4"/>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4"/>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4"/>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4"/>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4"/>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4"/>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4"/>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4"/>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4"/>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4"/>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4"/>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4"/>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4"/>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4"/>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54"/>
          <p:cNvGrpSpPr/>
          <p:nvPr/>
        </p:nvGrpSpPr>
        <p:grpSpPr>
          <a:xfrm>
            <a:off x="5361923" y="3743123"/>
            <a:ext cx="830894" cy="591536"/>
            <a:chOff x="7088023" y="1297048"/>
            <a:chExt cx="830894" cy="591536"/>
          </a:xfrm>
        </p:grpSpPr>
        <p:sp>
          <p:nvSpPr>
            <p:cNvPr id="6304" name="Google Shape;6304;p54"/>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4"/>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4"/>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4"/>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4"/>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4"/>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4"/>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4"/>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4"/>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4"/>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4"/>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4"/>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4"/>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4"/>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4"/>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4"/>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4"/>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4"/>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4"/>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4"/>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4"/>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4"/>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4"/>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4"/>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4"/>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4"/>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4"/>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4"/>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4"/>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4"/>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4"/>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4"/>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4"/>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7" name="Google Shape;6337;p54"/>
          <p:cNvGrpSpPr/>
          <p:nvPr/>
        </p:nvGrpSpPr>
        <p:grpSpPr>
          <a:xfrm>
            <a:off x="4710273" y="132350"/>
            <a:ext cx="830805" cy="753025"/>
            <a:chOff x="5255839" y="-1347627"/>
            <a:chExt cx="1366681" cy="1238732"/>
          </a:xfrm>
        </p:grpSpPr>
        <p:sp>
          <p:nvSpPr>
            <p:cNvPr id="6338" name="Google Shape;6338;p54"/>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4"/>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4"/>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4"/>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4"/>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4"/>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4"/>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4"/>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4"/>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4"/>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4"/>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4"/>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4"/>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4"/>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5" name="Shape 6355"/>
        <p:cNvGrpSpPr/>
        <p:nvPr/>
      </p:nvGrpSpPr>
      <p:grpSpPr>
        <a:xfrm>
          <a:off x="0" y="0"/>
          <a:ext cx="0" cy="0"/>
          <a:chOff x="0" y="0"/>
          <a:chExt cx="0" cy="0"/>
        </a:xfrm>
      </p:grpSpPr>
      <p:sp>
        <p:nvSpPr>
          <p:cNvPr id="6356" name="Google Shape;6356;p55"/>
          <p:cNvSpPr txBox="1"/>
          <p:nvPr>
            <p:ph idx="1" type="subTitle"/>
          </p:nvPr>
        </p:nvSpPr>
        <p:spPr>
          <a:xfrm>
            <a:off x="713225" y="2080763"/>
            <a:ext cx="34989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500"/>
              <a:t>Jupiter's rotation period</a:t>
            </a:r>
            <a:endParaRPr sz="1500"/>
          </a:p>
        </p:txBody>
      </p:sp>
      <p:sp>
        <p:nvSpPr>
          <p:cNvPr id="6357" name="Google Shape;6357;p55"/>
          <p:cNvSpPr txBox="1"/>
          <p:nvPr>
            <p:ph type="title"/>
          </p:nvPr>
        </p:nvSpPr>
        <p:spPr>
          <a:xfrm>
            <a:off x="713225" y="1344788"/>
            <a:ext cx="34989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a:t>
            </a:r>
            <a:r>
              <a:rPr lang="en"/>
              <a:t>h 55m 23s</a:t>
            </a:r>
            <a:endParaRPr/>
          </a:p>
        </p:txBody>
      </p:sp>
      <p:sp>
        <p:nvSpPr>
          <p:cNvPr id="6358" name="Google Shape;6358;p55"/>
          <p:cNvSpPr txBox="1"/>
          <p:nvPr>
            <p:ph idx="2" type="title"/>
          </p:nvPr>
        </p:nvSpPr>
        <p:spPr>
          <a:xfrm>
            <a:off x="2822550" y="2697050"/>
            <a:ext cx="34989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6359" name="Google Shape;6359;p55"/>
          <p:cNvSpPr txBox="1"/>
          <p:nvPr>
            <p:ph idx="3" type="subTitle"/>
          </p:nvPr>
        </p:nvSpPr>
        <p:spPr>
          <a:xfrm>
            <a:off x="2822500" y="3433025"/>
            <a:ext cx="34989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500"/>
              <a:t>The Sun’s mass compared to Earth’s</a:t>
            </a:r>
            <a:endParaRPr sz="1500"/>
          </a:p>
        </p:txBody>
      </p:sp>
      <p:sp>
        <p:nvSpPr>
          <p:cNvPr id="6360" name="Google Shape;6360;p55"/>
          <p:cNvSpPr txBox="1"/>
          <p:nvPr>
            <p:ph idx="4" type="title"/>
          </p:nvPr>
        </p:nvSpPr>
        <p:spPr>
          <a:xfrm>
            <a:off x="4931875" y="1344787"/>
            <a:ext cx="34989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6361" name="Google Shape;6361;p55"/>
          <p:cNvSpPr txBox="1"/>
          <p:nvPr>
            <p:ph idx="5" type="subTitle"/>
          </p:nvPr>
        </p:nvSpPr>
        <p:spPr>
          <a:xfrm>
            <a:off x="4931875" y="2080762"/>
            <a:ext cx="34989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500"/>
              <a:t>Distance between Earth and the Moon</a:t>
            </a:r>
            <a:endParaRPr sz="1500"/>
          </a:p>
        </p:txBody>
      </p:sp>
      <p:grpSp>
        <p:nvGrpSpPr>
          <p:cNvPr id="6362" name="Google Shape;6362;p55"/>
          <p:cNvGrpSpPr/>
          <p:nvPr/>
        </p:nvGrpSpPr>
        <p:grpSpPr>
          <a:xfrm>
            <a:off x="4132402" y="4049300"/>
            <a:ext cx="879086" cy="625786"/>
            <a:chOff x="7088023" y="1297048"/>
            <a:chExt cx="830894" cy="591536"/>
          </a:xfrm>
        </p:grpSpPr>
        <p:sp>
          <p:nvSpPr>
            <p:cNvPr id="6363" name="Google Shape;6363;p55"/>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5"/>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5"/>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5"/>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5"/>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5"/>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5"/>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5"/>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5"/>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5"/>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5"/>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5"/>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5"/>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5"/>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5"/>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5"/>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5"/>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5"/>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5"/>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5"/>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5"/>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5"/>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5"/>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5"/>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5"/>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5"/>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5"/>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5"/>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5"/>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5"/>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5"/>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5"/>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5"/>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6" name="Google Shape;6396;p55"/>
          <p:cNvGrpSpPr/>
          <p:nvPr/>
        </p:nvGrpSpPr>
        <p:grpSpPr>
          <a:xfrm>
            <a:off x="559048" y="497600"/>
            <a:ext cx="830805" cy="753025"/>
            <a:chOff x="5255839" y="-1347627"/>
            <a:chExt cx="1366681" cy="1238732"/>
          </a:xfrm>
        </p:grpSpPr>
        <p:sp>
          <p:nvSpPr>
            <p:cNvPr id="6397" name="Google Shape;6397;p55"/>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5"/>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5"/>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5"/>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5"/>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5"/>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5"/>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5"/>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5"/>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5"/>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5"/>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5"/>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5"/>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5"/>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1" name="Google Shape;6411;p55"/>
          <p:cNvGrpSpPr/>
          <p:nvPr/>
        </p:nvGrpSpPr>
        <p:grpSpPr>
          <a:xfrm>
            <a:off x="2221785" y="3581625"/>
            <a:ext cx="830805" cy="753025"/>
            <a:chOff x="5255839" y="-1347627"/>
            <a:chExt cx="1366681" cy="1238732"/>
          </a:xfrm>
        </p:grpSpPr>
        <p:sp>
          <p:nvSpPr>
            <p:cNvPr id="6412" name="Google Shape;6412;p55"/>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5"/>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5"/>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5"/>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5"/>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5"/>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5"/>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5"/>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5"/>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5"/>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5"/>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5"/>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5"/>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5"/>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6" name="Google Shape;6426;p55"/>
          <p:cNvGrpSpPr/>
          <p:nvPr/>
        </p:nvGrpSpPr>
        <p:grpSpPr>
          <a:xfrm>
            <a:off x="7599885" y="3125748"/>
            <a:ext cx="830894" cy="591536"/>
            <a:chOff x="7088023" y="1297048"/>
            <a:chExt cx="830894" cy="591536"/>
          </a:xfrm>
        </p:grpSpPr>
        <p:sp>
          <p:nvSpPr>
            <p:cNvPr id="6427" name="Google Shape;6427;p55"/>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5"/>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5"/>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5"/>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5"/>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5"/>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5"/>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5"/>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5"/>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5"/>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5"/>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5"/>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5"/>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5"/>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5"/>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5"/>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5"/>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5"/>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5"/>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5"/>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5"/>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5"/>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5"/>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5"/>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5"/>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5"/>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5"/>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5"/>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5"/>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5"/>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5"/>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5"/>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5"/>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0" name="Google Shape;6460;p55"/>
          <p:cNvGrpSpPr/>
          <p:nvPr/>
        </p:nvGrpSpPr>
        <p:grpSpPr>
          <a:xfrm>
            <a:off x="7887773" y="497598"/>
            <a:ext cx="830894" cy="591536"/>
            <a:chOff x="7088023" y="1297048"/>
            <a:chExt cx="830894" cy="591536"/>
          </a:xfrm>
        </p:grpSpPr>
        <p:sp>
          <p:nvSpPr>
            <p:cNvPr id="6461" name="Google Shape;6461;p55"/>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5"/>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5"/>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5"/>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5"/>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5"/>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5"/>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5"/>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5"/>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5"/>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5"/>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5"/>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5"/>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5"/>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5"/>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5"/>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5"/>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5"/>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5"/>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5"/>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5"/>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5"/>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5"/>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5"/>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5"/>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5"/>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5"/>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5"/>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5"/>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5"/>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5"/>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5"/>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5"/>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4" name="Google Shape;6494;p55"/>
          <p:cNvGrpSpPr/>
          <p:nvPr/>
        </p:nvGrpSpPr>
        <p:grpSpPr>
          <a:xfrm>
            <a:off x="2374723" y="354098"/>
            <a:ext cx="830894" cy="591536"/>
            <a:chOff x="7088023" y="1297048"/>
            <a:chExt cx="830894" cy="591536"/>
          </a:xfrm>
        </p:grpSpPr>
        <p:sp>
          <p:nvSpPr>
            <p:cNvPr id="6495" name="Google Shape;6495;p55"/>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5"/>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5"/>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5"/>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5"/>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5"/>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5"/>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5"/>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5"/>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5"/>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5"/>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5"/>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5"/>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5"/>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5"/>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5"/>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5"/>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5"/>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5"/>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5"/>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5"/>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5"/>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5"/>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5"/>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5"/>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5"/>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5"/>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5"/>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5"/>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5"/>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5"/>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5"/>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5"/>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55"/>
          <p:cNvGrpSpPr/>
          <p:nvPr/>
        </p:nvGrpSpPr>
        <p:grpSpPr>
          <a:xfrm>
            <a:off x="4440398" y="591775"/>
            <a:ext cx="830805" cy="753025"/>
            <a:chOff x="5255839" y="-1347627"/>
            <a:chExt cx="1366681" cy="1238732"/>
          </a:xfrm>
        </p:grpSpPr>
        <p:sp>
          <p:nvSpPr>
            <p:cNvPr id="6529" name="Google Shape;6529;p55"/>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5"/>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5"/>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5"/>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5"/>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5"/>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5"/>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5"/>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5"/>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5"/>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5"/>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5"/>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5"/>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5"/>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46" name="Shape 6546"/>
        <p:cNvGrpSpPr/>
        <p:nvPr/>
      </p:nvGrpSpPr>
      <p:grpSpPr>
        <a:xfrm>
          <a:off x="0" y="0"/>
          <a:ext cx="0" cy="0"/>
          <a:chOff x="0" y="0"/>
          <a:chExt cx="0" cy="0"/>
        </a:xfrm>
      </p:grpSpPr>
      <p:sp>
        <p:nvSpPr>
          <p:cNvPr id="6547" name="Google Shape;6547;p56"/>
          <p:cNvSpPr txBox="1"/>
          <p:nvPr>
            <p:ph idx="6"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Types of </a:t>
            </a:r>
            <a:r>
              <a:rPr lang="en"/>
              <a:t>mines around the world</a:t>
            </a:r>
            <a:endParaRPr/>
          </a:p>
        </p:txBody>
      </p:sp>
      <p:sp>
        <p:nvSpPr>
          <p:cNvPr id="6548" name="Google Shape;6548;p56"/>
          <p:cNvSpPr txBox="1"/>
          <p:nvPr>
            <p:ph idx="1" type="subTitle"/>
          </p:nvPr>
        </p:nvSpPr>
        <p:spPr>
          <a:xfrm>
            <a:off x="1084900" y="3398651"/>
            <a:ext cx="2847000" cy="85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 is the third planet from the Sun and the only one that harbors life in the Solar System</a:t>
            </a:r>
            <a:endParaRPr/>
          </a:p>
        </p:txBody>
      </p:sp>
      <p:sp>
        <p:nvSpPr>
          <p:cNvPr id="6549" name="Google Shape;6549;p56"/>
          <p:cNvSpPr txBox="1"/>
          <p:nvPr>
            <p:ph idx="4" type="subTitle"/>
          </p:nvPr>
        </p:nvSpPr>
        <p:spPr>
          <a:xfrm>
            <a:off x="5161979" y="3398660"/>
            <a:ext cx="2847000" cy="85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a:t>
            </a:r>
            <a:endParaRPr/>
          </a:p>
        </p:txBody>
      </p:sp>
      <p:sp>
        <p:nvSpPr>
          <p:cNvPr id="6550" name="Google Shape;6550;p56"/>
          <p:cNvSpPr txBox="1"/>
          <p:nvPr>
            <p:ph idx="2" type="subTitle"/>
          </p:nvPr>
        </p:nvSpPr>
        <p:spPr>
          <a:xfrm>
            <a:off x="1084890" y="3042766"/>
            <a:ext cx="2847000" cy="44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Underground mines</a:t>
            </a:r>
            <a:endParaRPr/>
          </a:p>
        </p:txBody>
      </p:sp>
      <p:sp>
        <p:nvSpPr>
          <p:cNvPr id="6551" name="Google Shape;6551;p56"/>
          <p:cNvSpPr txBox="1"/>
          <p:nvPr>
            <p:ph idx="5" type="subTitle"/>
          </p:nvPr>
        </p:nvSpPr>
        <p:spPr>
          <a:xfrm>
            <a:off x="5161976" y="3042775"/>
            <a:ext cx="2847000" cy="44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Open-pit mines</a:t>
            </a:r>
            <a:endParaRPr/>
          </a:p>
        </p:txBody>
      </p:sp>
      <p:sp>
        <p:nvSpPr>
          <p:cNvPr id="6552" name="Google Shape;6552;p56"/>
          <p:cNvSpPr txBox="1"/>
          <p:nvPr>
            <p:ph idx="3" type="title"/>
          </p:nvPr>
        </p:nvSpPr>
        <p:spPr>
          <a:xfrm>
            <a:off x="5161975" y="1652675"/>
            <a:ext cx="2847000" cy="61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55</a:t>
            </a:r>
            <a:r>
              <a:rPr lang="en"/>
              <a:t>%</a:t>
            </a:r>
            <a:endParaRPr/>
          </a:p>
        </p:txBody>
      </p:sp>
      <p:sp>
        <p:nvSpPr>
          <p:cNvPr id="6553" name="Google Shape;6553;p56"/>
          <p:cNvSpPr txBox="1"/>
          <p:nvPr>
            <p:ph type="title"/>
          </p:nvPr>
        </p:nvSpPr>
        <p:spPr>
          <a:xfrm>
            <a:off x="1084900" y="1649175"/>
            <a:ext cx="2847000" cy="62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45</a:t>
            </a:r>
            <a:r>
              <a:rPr lang="en"/>
              <a:t>%</a:t>
            </a:r>
            <a:endParaRPr/>
          </a:p>
        </p:txBody>
      </p:sp>
      <p:sp>
        <p:nvSpPr>
          <p:cNvPr id="6554" name="Google Shape;6554;p56"/>
          <p:cNvSpPr/>
          <p:nvPr/>
        </p:nvSpPr>
        <p:spPr>
          <a:xfrm>
            <a:off x="1558815" y="2502975"/>
            <a:ext cx="1977600" cy="338100"/>
          </a:xfrm>
          <a:prstGeom prst="roundRect">
            <a:avLst>
              <a:gd fmla="val 0" name="adj"/>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6"/>
          <p:cNvSpPr/>
          <p:nvPr/>
        </p:nvSpPr>
        <p:spPr>
          <a:xfrm>
            <a:off x="1558825" y="2502975"/>
            <a:ext cx="919200" cy="338100"/>
          </a:xfrm>
          <a:prstGeom prst="roundRect">
            <a:avLst>
              <a:gd fmla="val 0" name="adj"/>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6"/>
          <p:cNvSpPr/>
          <p:nvPr/>
        </p:nvSpPr>
        <p:spPr>
          <a:xfrm>
            <a:off x="5596681" y="2502975"/>
            <a:ext cx="1977600" cy="338100"/>
          </a:xfrm>
          <a:prstGeom prst="roundRect">
            <a:avLst>
              <a:gd fmla="val 0" name="adj"/>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6"/>
          <p:cNvSpPr/>
          <p:nvPr/>
        </p:nvSpPr>
        <p:spPr>
          <a:xfrm>
            <a:off x="5596675" y="2502975"/>
            <a:ext cx="1058400" cy="338100"/>
          </a:xfrm>
          <a:prstGeom prst="roundRect">
            <a:avLst>
              <a:gd fmla="val 0" name="adj"/>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1" name="Shape 6561"/>
        <p:cNvGrpSpPr/>
        <p:nvPr/>
      </p:nvGrpSpPr>
      <p:grpSpPr>
        <a:xfrm>
          <a:off x="0" y="0"/>
          <a:ext cx="0" cy="0"/>
          <a:chOff x="0" y="0"/>
          <a:chExt cx="0" cy="0"/>
        </a:xfrm>
      </p:grpSpPr>
      <p:sp>
        <p:nvSpPr>
          <p:cNvPr id="6562" name="Google Shape;6562;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Labyrinth adventure to the mine </a:t>
            </a:r>
            <a:endParaRPr/>
          </a:p>
        </p:txBody>
      </p:sp>
      <p:sp>
        <p:nvSpPr>
          <p:cNvPr id="6563" name="Google Shape;6563;p57"/>
          <p:cNvSpPr txBox="1"/>
          <p:nvPr>
            <p:ph idx="4294967295" type="subTitle"/>
          </p:nvPr>
        </p:nvSpPr>
        <p:spPr>
          <a:xfrm>
            <a:off x="669300" y="1189475"/>
            <a:ext cx="7704000" cy="6255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t>Help the mine cart reach the mine entrance!</a:t>
            </a:r>
            <a:r>
              <a:rPr lang="en"/>
              <a:t> Drag and drop track icons to create a path. Don’t get lost in the maze!</a:t>
            </a:r>
            <a:endParaRPr/>
          </a:p>
        </p:txBody>
      </p:sp>
      <p:grpSp>
        <p:nvGrpSpPr>
          <p:cNvPr id="6564" name="Google Shape;6564;p57"/>
          <p:cNvGrpSpPr/>
          <p:nvPr/>
        </p:nvGrpSpPr>
        <p:grpSpPr>
          <a:xfrm>
            <a:off x="6893989" y="2059616"/>
            <a:ext cx="845991" cy="1024282"/>
            <a:chOff x="6532231" y="461732"/>
            <a:chExt cx="3797086" cy="4597316"/>
          </a:xfrm>
        </p:grpSpPr>
        <p:grpSp>
          <p:nvGrpSpPr>
            <p:cNvPr id="6565" name="Google Shape;6565;p57"/>
            <p:cNvGrpSpPr/>
            <p:nvPr/>
          </p:nvGrpSpPr>
          <p:grpSpPr>
            <a:xfrm>
              <a:off x="6532231" y="461732"/>
              <a:ext cx="3797086" cy="4597316"/>
              <a:chOff x="2746225" y="3093875"/>
              <a:chExt cx="2748126" cy="3327049"/>
            </a:xfrm>
          </p:grpSpPr>
          <p:sp>
            <p:nvSpPr>
              <p:cNvPr id="6566" name="Google Shape;6566;p57"/>
              <p:cNvSpPr/>
              <p:nvPr/>
            </p:nvSpPr>
            <p:spPr>
              <a:xfrm>
                <a:off x="3904989" y="5674402"/>
                <a:ext cx="88971" cy="14402"/>
              </a:xfrm>
              <a:custGeom>
                <a:rect b="b" l="l" r="r" t="t"/>
                <a:pathLst>
                  <a:path extrusionOk="0" h="107" w="661">
                    <a:moveTo>
                      <a:pt x="0" y="0"/>
                    </a:moveTo>
                    <a:cubicBezTo>
                      <a:pt x="221" y="60"/>
                      <a:pt x="445" y="100"/>
                      <a:pt x="660" y="106"/>
                    </a:cubicBezTo>
                    <a:cubicBezTo>
                      <a:pt x="445" y="73"/>
                      <a:pt x="221" y="40"/>
                      <a:pt x="0" y="0"/>
                    </a:cubicBezTo>
                    <a:close/>
                  </a:path>
                </a:pathLst>
              </a:custGeom>
              <a:solidFill>
                <a:srgbClr val="5D4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7"/>
              <p:cNvSpPr/>
              <p:nvPr/>
            </p:nvSpPr>
            <p:spPr>
              <a:xfrm>
                <a:off x="3000215" y="3347462"/>
                <a:ext cx="1678327" cy="1571993"/>
              </a:xfrm>
              <a:custGeom>
                <a:rect b="b" l="l" r="r" t="t"/>
                <a:pathLst>
                  <a:path extrusionOk="0" h="11679" w="12469">
                    <a:moveTo>
                      <a:pt x="5273" y="0"/>
                    </a:moveTo>
                    <a:cubicBezTo>
                      <a:pt x="4672" y="1103"/>
                      <a:pt x="3730" y="2719"/>
                      <a:pt x="3730" y="2719"/>
                    </a:cubicBezTo>
                    <a:lnTo>
                      <a:pt x="2287" y="4211"/>
                    </a:lnTo>
                    <a:lnTo>
                      <a:pt x="212" y="6880"/>
                    </a:lnTo>
                    <a:lnTo>
                      <a:pt x="0" y="7601"/>
                    </a:lnTo>
                    <a:lnTo>
                      <a:pt x="489" y="8611"/>
                    </a:lnTo>
                    <a:lnTo>
                      <a:pt x="717" y="9083"/>
                    </a:lnTo>
                    <a:lnTo>
                      <a:pt x="4739" y="8988"/>
                    </a:lnTo>
                    <a:lnTo>
                      <a:pt x="8135" y="11679"/>
                    </a:lnTo>
                    <a:lnTo>
                      <a:pt x="11319" y="10463"/>
                    </a:lnTo>
                    <a:lnTo>
                      <a:pt x="11903" y="9032"/>
                    </a:lnTo>
                    <a:lnTo>
                      <a:pt x="12469" y="9360"/>
                    </a:lnTo>
                    <a:cubicBezTo>
                      <a:pt x="11431" y="7246"/>
                      <a:pt x="9228" y="2606"/>
                      <a:pt x="8247" y="593"/>
                    </a:cubicBezTo>
                    <a:lnTo>
                      <a:pt x="8030" y="1880"/>
                    </a:lnTo>
                    <a:lnTo>
                      <a:pt x="6299" y="553"/>
                    </a:lnTo>
                    <a:lnTo>
                      <a:pt x="5771" y="1391"/>
                    </a:lnTo>
                    <a:lnTo>
                      <a:pt x="5434" y="448"/>
                    </a:lnTo>
                    <a:lnTo>
                      <a:pt x="52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7"/>
              <p:cNvSpPr/>
              <p:nvPr/>
            </p:nvSpPr>
            <p:spPr>
              <a:xfrm>
                <a:off x="4082398" y="3415166"/>
                <a:ext cx="1325137" cy="1932318"/>
              </a:xfrm>
              <a:custGeom>
                <a:rect b="b" l="l" r="r" t="t"/>
                <a:pathLst>
                  <a:path extrusionOk="0" h="14356" w="9845">
                    <a:moveTo>
                      <a:pt x="234" y="1"/>
                    </a:moveTo>
                    <a:lnTo>
                      <a:pt x="222" y="90"/>
                    </a:lnTo>
                    <a:lnTo>
                      <a:pt x="0" y="1377"/>
                    </a:lnTo>
                    <a:lnTo>
                      <a:pt x="727" y="5018"/>
                    </a:lnTo>
                    <a:lnTo>
                      <a:pt x="3285" y="9955"/>
                    </a:lnTo>
                    <a:lnTo>
                      <a:pt x="8108" y="13218"/>
                    </a:lnTo>
                    <a:lnTo>
                      <a:pt x="9845" y="14355"/>
                    </a:lnTo>
                    <a:lnTo>
                      <a:pt x="7863" y="8524"/>
                    </a:lnTo>
                    <a:lnTo>
                      <a:pt x="4046" y="2032"/>
                    </a:lnTo>
                    <a:lnTo>
                      <a:pt x="2347" y="4251"/>
                    </a:lnTo>
                    <a:lnTo>
                      <a:pt x="705" y="279"/>
                    </a:lnTo>
                    <a:lnTo>
                      <a:pt x="2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7"/>
              <p:cNvSpPr/>
              <p:nvPr/>
            </p:nvSpPr>
            <p:spPr>
              <a:xfrm>
                <a:off x="3002503" y="3348135"/>
                <a:ext cx="730609" cy="1159310"/>
              </a:xfrm>
              <a:custGeom>
                <a:rect b="b" l="l" r="r" t="t"/>
                <a:pathLst>
                  <a:path extrusionOk="0" h="8613" w="5428">
                    <a:moveTo>
                      <a:pt x="5272" y="0"/>
                    </a:moveTo>
                    <a:cubicBezTo>
                      <a:pt x="4673" y="1111"/>
                      <a:pt x="3241" y="2680"/>
                      <a:pt x="3241" y="2680"/>
                    </a:cubicBezTo>
                    <a:lnTo>
                      <a:pt x="2287" y="4213"/>
                    </a:lnTo>
                    <a:lnTo>
                      <a:pt x="211" y="6881"/>
                    </a:lnTo>
                    <a:lnTo>
                      <a:pt x="1" y="7603"/>
                    </a:lnTo>
                    <a:lnTo>
                      <a:pt x="489" y="8613"/>
                    </a:lnTo>
                    <a:cubicBezTo>
                      <a:pt x="848" y="7595"/>
                      <a:pt x="1107" y="6904"/>
                      <a:pt x="1149" y="6904"/>
                    </a:cubicBezTo>
                    <a:cubicBezTo>
                      <a:pt x="1149" y="6904"/>
                      <a:pt x="1149" y="6904"/>
                      <a:pt x="1149" y="6904"/>
                    </a:cubicBezTo>
                    <a:cubicBezTo>
                      <a:pt x="1149" y="6904"/>
                      <a:pt x="1150" y="6904"/>
                      <a:pt x="1150" y="6904"/>
                    </a:cubicBezTo>
                    <a:cubicBezTo>
                      <a:pt x="1305" y="6904"/>
                      <a:pt x="3381" y="3729"/>
                      <a:pt x="3663" y="3474"/>
                    </a:cubicBezTo>
                    <a:cubicBezTo>
                      <a:pt x="3835" y="3313"/>
                      <a:pt x="4906" y="1865"/>
                      <a:pt x="5427" y="438"/>
                    </a:cubicBezTo>
                    <a:lnTo>
                      <a:pt x="52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7"/>
              <p:cNvSpPr/>
              <p:nvPr/>
            </p:nvSpPr>
            <p:spPr>
              <a:xfrm>
                <a:off x="2762781" y="4506101"/>
                <a:ext cx="1983735" cy="1808486"/>
              </a:xfrm>
              <a:custGeom>
                <a:rect b="b" l="l" r="r" t="t"/>
                <a:pathLst>
                  <a:path extrusionOk="0" h="13436" w="14738">
                    <a:moveTo>
                      <a:pt x="2265" y="0"/>
                    </a:moveTo>
                    <a:cubicBezTo>
                      <a:pt x="1454" y="2274"/>
                      <a:pt x="600" y="6475"/>
                      <a:pt x="1" y="7957"/>
                    </a:cubicBezTo>
                    <a:cubicBezTo>
                      <a:pt x="129" y="8396"/>
                      <a:pt x="400" y="8788"/>
                      <a:pt x="794" y="9061"/>
                    </a:cubicBezTo>
                    <a:cubicBezTo>
                      <a:pt x="851" y="9104"/>
                      <a:pt x="910" y="9144"/>
                      <a:pt x="977" y="9188"/>
                    </a:cubicBezTo>
                    <a:cubicBezTo>
                      <a:pt x="1392" y="9470"/>
                      <a:pt x="1893" y="9775"/>
                      <a:pt x="2459" y="10086"/>
                    </a:cubicBezTo>
                    <a:cubicBezTo>
                      <a:pt x="2941" y="10346"/>
                      <a:pt x="3434" y="10376"/>
                      <a:pt x="4011" y="10619"/>
                    </a:cubicBezTo>
                    <a:cubicBezTo>
                      <a:pt x="5509" y="11257"/>
                      <a:pt x="6926" y="12439"/>
                      <a:pt x="8168" y="12988"/>
                    </a:cubicBezTo>
                    <a:cubicBezTo>
                      <a:pt x="8484" y="13127"/>
                      <a:pt x="8796" y="13243"/>
                      <a:pt x="9095" y="13320"/>
                    </a:cubicBezTo>
                    <a:cubicBezTo>
                      <a:pt x="9321" y="13355"/>
                      <a:pt x="9539" y="13394"/>
                      <a:pt x="9755" y="13426"/>
                    </a:cubicBezTo>
                    <a:cubicBezTo>
                      <a:pt x="9782" y="13426"/>
                      <a:pt x="9804" y="13431"/>
                      <a:pt x="9833" y="13431"/>
                    </a:cubicBezTo>
                    <a:cubicBezTo>
                      <a:pt x="9946" y="13434"/>
                      <a:pt x="10059" y="13436"/>
                      <a:pt x="10169" y="13436"/>
                    </a:cubicBezTo>
                    <a:cubicBezTo>
                      <a:pt x="11894" y="13436"/>
                      <a:pt x="13284" y="13078"/>
                      <a:pt x="14316" y="12671"/>
                    </a:cubicBezTo>
                    <a:lnTo>
                      <a:pt x="14738" y="11205"/>
                    </a:lnTo>
                    <a:lnTo>
                      <a:pt x="13339" y="5399"/>
                    </a:lnTo>
                    <a:lnTo>
                      <a:pt x="13096" y="1853"/>
                    </a:lnTo>
                    <a:lnTo>
                      <a:pt x="9911" y="3069"/>
                    </a:lnTo>
                    <a:lnTo>
                      <a:pt x="6515" y="377"/>
                    </a:lnTo>
                    <a:lnTo>
                      <a:pt x="2492" y="472"/>
                    </a:lnTo>
                    <a:lnTo>
                      <a:pt x="226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7"/>
              <p:cNvSpPr/>
              <p:nvPr/>
            </p:nvSpPr>
            <p:spPr>
              <a:xfrm>
                <a:off x="4524558" y="4563037"/>
                <a:ext cx="969793" cy="1648581"/>
              </a:xfrm>
              <a:custGeom>
                <a:rect b="b" l="l" r="r" t="t"/>
                <a:pathLst>
                  <a:path extrusionOk="0" h="12248" w="7205">
                    <a:moveTo>
                      <a:pt x="4579" y="0"/>
                    </a:moveTo>
                    <a:lnTo>
                      <a:pt x="4446" y="3524"/>
                    </a:lnTo>
                    <a:lnTo>
                      <a:pt x="1988" y="1860"/>
                    </a:lnTo>
                    <a:lnTo>
                      <a:pt x="1" y="1432"/>
                    </a:lnTo>
                    <a:lnTo>
                      <a:pt x="245" y="4979"/>
                    </a:lnTo>
                    <a:lnTo>
                      <a:pt x="1649" y="10782"/>
                    </a:lnTo>
                    <a:lnTo>
                      <a:pt x="1226" y="12248"/>
                    </a:lnTo>
                    <a:cubicBezTo>
                      <a:pt x="2613" y="11704"/>
                      <a:pt x="7197" y="7275"/>
                      <a:pt x="7205" y="7275"/>
                    </a:cubicBezTo>
                    <a:cubicBezTo>
                      <a:pt x="7205" y="7275"/>
                      <a:pt x="7205" y="7275"/>
                      <a:pt x="7205" y="7275"/>
                    </a:cubicBezTo>
                    <a:lnTo>
                      <a:pt x="6339" y="4134"/>
                    </a:lnTo>
                    <a:lnTo>
                      <a:pt x="5600" y="2398"/>
                    </a:lnTo>
                    <a:lnTo>
                      <a:pt x="45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7"/>
              <p:cNvSpPr/>
              <p:nvPr/>
            </p:nvSpPr>
            <p:spPr>
              <a:xfrm>
                <a:off x="3094300" y="4960646"/>
                <a:ext cx="768701" cy="1293641"/>
              </a:xfrm>
              <a:custGeom>
                <a:rect b="b" l="l" r="r" t="t"/>
                <a:pathLst>
                  <a:path extrusionOk="0" h="9611" w="5711">
                    <a:moveTo>
                      <a:pt x="1216" y="1"/>
                    </a:moveTo>
                    <a:lnTo>
                      <a:pt x="1" y="6708"/>
                    </a:lnTo>
                    <a:cubicBezTo>
                      <a:pt x="484" y="6974"/>
                      <a:pt x="1100" y="6969"/>
                      <a:pt x="1637" y="7292"/>
                    </a:cubicBezTo>
                    <a:cubicBezTo>
                      <a:pt x="3247" y="8257"/>
                      <a:pt x="4468" y="9062"/>
                      <a:pt x="5710" y="9610"/>
                    </a:cubicBezTo>
                    <a:lnTo>
                      <a:pt x="5550" y="4469"/>
                    </a:lnTo>
                    <a:lnTo>
                      <a:pt x="4040" y="433"/>
                    </a:lnTo>
                    <a:lnTo>
                      <a:pt x="12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7"/>
              <p:cNvSpPr/>
              <p:nvPr/>
            </p:nvSpPr>
            <p:spPr>
              <a:xfrm>
                <a:off x="3019597" y="4936688"/>
                <a:ext cx="172692" cy="100277"/>
              </a:xfrm>
              <a:custGeom>
                <a:rect b="b" l="l" r="r" t="t"/>
                <a:pathLst>
                  <a:path extrusionOk="0" h="745" w="1283">
                    <a:moveTo>
                      <a:pt x="733" y="0"/>
                    </a:moveTo>
                    <a:lnTo>
                      <a:pt x="1" y="427"/>
                    </a:lnTo>
                    <a:lnTo>
                      <a:pt x="551" y="744"/>
                    </a:lnTo>
                    <a:lnTo>
                      <a:pt x="1283" y="316"/>
                    </a:lnTo>
                    <a:lnTo>
                      <a:pt x="7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7"/>
              <p:cNvSpPr/>
              <p:nvPr/>
            </p:nvSpPr>
            <p:spPr>
              <a:xfrm>
                <a:off x="3235361" y="4954051"/>
                <a:ext cx="157482" cy="1067647"/>
              </a:xfrm>
              <a:custGeom>
                <a:rect b="b" l="l" r="r" t="t"/>
                <a:pathLst>
                  <a:path extrusionOk="0" h="7932" w="1170">
                    <a:moveTo>
                      <a:pt x="1170" y="0"/>
                    </a:moveTo>
                    <a:lnTo>
                      <a:pt x="1170" y="0"/>
                    </a:lnTo>
                    <a:cubicBezTo>
                      <a:pt x="1158" y="6"/>
                      <a:pt x="1140" y="13"/>
                      <a:pt x="1130" y="23"/>
                    </a:cubicBezTo>
                    <a:lnTo>
                      <a:pt x="1130" y="23"/>
                    </a:lnTo>
                    <a:lnTo>
                      <a:pt x="1170" y="0"/>
                    </a:lnTo>
                    <a:close/>
                    <a:moveTo>
                      <a:pt x="1130" y="23"/>
                    </a:moveTo>
                    <a:lnTo>
                      <a:pt x="431" y="428"/>
                    </a:lnTo>
                    <a:cubicBezTo>
                      <a:pt x="414" y="438"/>
                      <a:pt x="404" y="445"/>
                      <a:pt x="391" y="450"/>
                    </a:cubicBezTo>
                    <a:lnTo>
                      <a:pt x="381" y="460"/>
                    </a:lnTo>
                    <a:cubicBezTo>
                      <a:pt x="370" y="465"/>
                      <a:pt x="364" y="477"/>
                      <a:pt x="354" y="482"/>
                    </a:cubicBezTo>
                    <a:cubicBezTo>
                      <a:pt x="348" y="487"/>
                      <a:pt x="343" y="487"/>
                      <a:pt x="343" y="493"/>
                    </a:cubicBezTo>
                    <a:cubicBezTo>
                      <a:pt x="333" y="503"/>
                      <a:pt x="321" y="511"/>
                      <a:pt x="316" y="521"/>
                    </a:cubicBezTo>
                    <a:lnTo>
                      <a:pt x="276" y="560"/>
                    </a:lnTo>
                    <a:lnTo>
                      <a:pt x="266" y="570"/>
                    </a:lnTo>
                    <a:cubicBezTo>
                      <a:pt x="255" y="581"/>
                      <a:pt x="249" y="587"/>
                      <a:pt x="244" y="597"/>
                    </a:cubicBezTo>
                    <a:cubicBezTo>
                      <a:pt x="238" y="603"/>
                      <a:pt x="238" y="608"/>
                      <a:pt x="233" y="608"/>
                    </a:cubicBezTo>
                    <a:cubicBezTo>
                      <a:pt x="223" y="618"/>
                      <a:pt x="216" y="631"/>
                      <a:pt x="211" y="641"/>
                    </a:cubicBezTo>
                    <a:cubicBezTo>
                      <a:pt x="206" y="647"/>
                      <a:pt x="206" y="647"/>
                      <a:pt x="206" y="652"/>
                    </a:cubicBezTo>
                    <a:cubicBezTo>
                      <a:pt x="184" y="679"/>
                      <a:pt x="173" y="713"/>
                      <a:pt x="156" y="741"/>
                    </a:cubicBezTo>
                    <a:cubicBezTo>
                      <a:pt x="150" y="746"/>
                      <a:pt x="150" y="751"/>
                      <a:pt x="150" y="751"/>
                    </a:cubicBezTo>
                    <a:cubicBezTo>
                      <a:pt x="145" y="768"/>
                      <a:pt x="140" y="779"/>
                      <a:pt x="134" y="790"/>
                    </a:cubicBezTo>
                    <a:cubicBezTo>
                      <a:pt x="128" y="795"/>
                      <a:pt x="128" y="801"/>
                      <a:pt x="128" y="801"/>
                    </a:cubicBezTo>
                    <a:cubicBezTo>
                      <a:pt x="128" y="806"/>
                      <a:pt x="123" y="806"/>
                      <a:pt x="123" y="811"/>
                    </a:cubicBezTo>
                    <a:cubicBezTo>
                      <a:pt x="118" y="816"/>
                      <a:pt x="118" y="822"/>
                      <a:pt x="118" y="829"/>
                    </a:cubicBezTo>
                    <a:cubicBezTo>
                      <a:pt x="113" y="846"/>
                      <a:pt x="107" y="856"/>
                      <a:pt x="101" y="868"/>
                    </a:cubicBezTo>
                    <a:cubicBezTo>
                      <a:pt x="101" y="873"/>
                      <a:pt x="96" y="873"/>
                      <a:pt x="96" y="878"/>
                    </a:cubicBezTo>
                    <a:cubicBezTo>
                      <a:pt x="91" y="883"/>
                      <a:pt x="91" y="889"/>
                      <a:pt x="91" y="895"/>
                    </a:cubicBezTo>
                    <a:cubicBezTo>
                      <a:pt x="85" y="905"/>
                      <a:pt x="85" y="918"/>
                      <a:pt x="80" y="929"/>
                    </a:cubicBezTo>
                    <a:cubicBezTo>
                      <a:pt x="80" y="934"/>
                      <a:pt x="75" y="939"/>
                      <a:pt x="75" y="945"/>
                    </a:cubicBezTo>
                    <a:cubicBezTo>
                      <a:pt x="75" y="951"/>
                      <a:pt x="70" y="956"/>
                      <a:pt x="70" y="962"/>
                    </a:cubicBezTo>
                    <a:cubicBezTo>
                      <a:pt x="64" y="973"/>
                      <a:pt x="64" y="984"/>
                      <a:pt x="64" y="995"/>
                    </a:cubicBezTo>
                    <a:cubicBezTo>
                      <a:pt x="64" y="1000"/>
                      <a:pt x="59" y="1005"/>
                      <a:pt x="59" y="1012"/>
                    </a:cubicBezTo>
                    <a:cubicBezTo>
                      <a:pt x="59" y="1018"/>
                      <a:pt x="54" y="1023"/>
                      <a:pt x="54" y="1034"/>
                    </a:cubicBezTo>
                    <a:cubicBezTo>
                      <a:pt x="54" y="1046"/>
                      <a:pt x="49" y="1051"/>
                      <a:pt x="49" y="1062"/>
                    </a:cubicBezTo>
                    <a:cubicBezTo>
                      <a:pt x="49" y="1067"/>
                      <a:pt x="43" y="1072"/>
                      <a:pt x="43" y="1078"/>
                    </a:cubicBezTo>
                    <a:cubicBezTo>
                      <a:pt x="43" y="1089"/>
                      <a:pt x="38" y="1096"/>
                      <a:pt x="38" y="1107"/>
                    </a:cubicBezTo>
                    <a:cubicBezTo>
                      <a:pt x="38" y="1117"/>
                      <a:pt x="33" y="1123"/>
                      <a:pt x="33" y="1134"/>
                    </a:cubicBezTo>
                    <a:lnTo>
                      <a:pt x="33" y="1144"/>
                    </a:lnTo>
                    <a:cubicBezTo>
                      <a:pt x="33" y="1155"/>
                      <a:pt x="33" y="1166"/>
                      <a:pt x="28" y="1183"/>
                    </a:cubicBezTo>
                    <a:lnTo>
                      <a:pt x="28" y="1206"/>
                    </a:lnTo>
                    <a:cubicBezTo>
                      <a:pt x="28" y="1233"/>
                      <a:pt x="22" y="1250"/>
                      <a:pt x="22" y="1272"/>
                    </a:cubicBezTo>
                    <a:cubicBezTo>
                      <a:pt x="22" y="1277"/>
                      <a:pt x="17" y="3559"/>
                      <a:pt x="17" y="3559"/>
                    </a:cubicBezTo>
                    <a:lnTo>
                      <a:pt x="0" y="7932"/>
                    </a:lnTo>
                    <a:lnTo>
                      <a:pt x="739" y="7504"/>
                    </a:lnTo>
                    <a:lnTo>
                      <a:pt x="756" y="3132"/>
                    </a:lnTo>
                    <a:lnTo>
                      <a:pt x="761" y="846"/>
                    </a:lnTo>
                    <a:cubicBezTo>
                      <a:pt x="761" y="824"/>
                      <a:pt x="761" y="801"/>
                      <a:pt x="766" y="779"/>
                    </a:cubicBezTo>
                    <a:cubicBezTo>
                      <a:pt x="783" y="747"/>
                      <a:pt x="783" y="742"/>
                      <a:pt x="783" y="737"/>
                    </a:cubicBezTo>
                    <a:cubicBezTo>
                      <a:pt x="783" y="720"/>
                      <a:pt x="788" y="704"/>
                      <a:pt x="788" y="693"/>
                    </a:cubicBezTo>
                    <a:cubicBezTo>
                      <a:pt x="788" y="682"/>
                      <a:pt x="794" y="675"/>
                      <a:pt x="794" y="665"/>
                    </a:cubicBezTo>
                    <a:cubicBezTo>
                      <a:pt x="799" y="648"/>
                      <a:pt x="799" y="637"/>
                      <a:pt x="799" y="626"/>
                    </a:cubicBezTo>
                    <a:cubicBezTo>
                      <a:pt x="799" y="615"/>
                      <a:pt x="804" y="609"/>
                      <a:pt x="804" y="597"/>
                    </a:cubicBezTo>
                    <a:cubicBezTo>
                      <a:pt x="809" y="587"/>
                      <a:pt x="809" y="575"/>
                      <a:pt x="809" y="565"/>
                    </a:cubicBezTo>
                    <a:cubicBezTo>
                      <a:pt x="814" y="555"/>
                      <a:pt x="814" y="543"/>
                      <a:pt x="814" y="533"/>
                    </a:cubicBezTo>
                    <a:cubicBezTo>
                      <a:pt x="820" y="522"/>
                      <a:pt x="820" y="511"/>
                      <a:pt x="820" y="500"/>
                    </a:cubicBezTo>
                    <a:cubicBezTo>
                      <a:pt x="825" y="490"/>
                      <a:pt x="825" y="478"/>
                      <a:pt x="830" y="467"/>
                    </a:cubicBezTo>
                    <a:cubicBezTo>
                      <a:pt x="835" y="456"/>
                      <a:pt x="835" y="450"/>
                      <a:pt x="841" y="439"/>
                    </a:cubicBezTo>
                    <a:cubicBezTo>
                      <a:pt x="846" y="423"/>
                      <a:pt x="851" y="412"/>
                      <a:pt x="857" y="401"/>
                    </a:cubicBezTo>
                    <a:cubicBezTo>
                      <a:pt x="863" y="390"/>
                      <a:pt x="863" y="383"/>
                      <a:pt x="868" y="372"/>
                    </a:cubicBezTo>
                    <a:cubicBezTo>
                      <a:pt x="873" y="367"/>
                      <a:pt x="873" y="362"/>
                      <a:pt x="873" y="362"/>
                    </a:cubicBezTo>
                    <a:cubicBezTo>
                      <a:pt x="878" y="345"/>
                      <a:pt x="884" y="335"/>
                      <a:pt x="891" y="323"/>
                    </a:cubicBezTo>
                    <a:cubicBezTo>
                      <a:pt x="908" y="283"/>
                      <a:pt x="923" y="251"/>
                      <a:pt x="945" y="223"/>
                    </a:cubicBezTo>
                    <a:cubicBezTo>
                      <a:pt x="951" y="218"/>
                      <a:pt x="951" y="218"/>
                      <a:pt x="951" y="213"/>
                    </a:cubicBezTo>
                    <a:cubicBezTo>
                      <a:pt x="956" y="203"/>
                      <a:pt x="967" y="191"/>
                      <a:pt x="973" y="181"/>
                    </a:cubicBezTo>
                    <a:cubicBezTo>
                      <a:pt x="978" y="175"/>
                      <a:pt x="978" y="170"/>
                      <a:pt x="983" y="170"/>
                    </a:cubicBezTo>
                    <a:cubicBezTo>
                      <a:pt x="988" y="160"/>
                      <a:pt x="1001" y="152"/>
                      <a:pt x="1006" y="142"/>
                    </a:cubicBezTo>
                    <a:lnTo>
                      <a:pt x="1017" y="131"/>
                    </a:lnTo>
                    <a:lnTo>
                      <a:pt x="1049" y="99"/>
                    </a:lnTo>
                    <a:lnTo>
                      <a:pt x="1082" y="66"/>
                    </a:lnTo>
                    <a:lnTo>
                      <a:pt x="1092" y="56"/>
                    </a:lnTo>
                    <a:cubicBezTo>
                      <a:pt x="1103" y="51"/>
                      <a:pt x="1109" y="39"/>
                      <a:pt x="1119" y="34"/>
                    </a:cubicBezTo>
                    <a:lnTo>
                      <a:pt x="1130" y="23"/>
                    </a:lnTo>
                    <a:cubicBezTo>
                      <a:pt x="1130" y="23"/>
                      <a:pt x="1130" y="23"/>
                      <a:pt x="1130" y="2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7"/>
              <p:cNvSpPr/>
              <p:nvPr/>
            </p:nvSpPr>
            <p:spPr>
              <a:xfrm>
                <a:off x="3185559" y="4754035"/>
                <a:ext cx="328693" cy="104719"/>
              </a:xfrm>
              <a:custGeom>
                <a:rect b="b" l="l" r="r" t="t"/>
                <a:pathLst>
                  <a:path extrusionOk="0" h="778" w="2442">
                    <a:moveTo>
                      <a:pt x="107" y="542"/>
                    </a:moveTo>
                    <a:lnTo>
                      <a:pt x="107" y="542"/>
                    </a:lnTo>
                    <a:cubicBezTo>
                      <a:pt x="106" y="542"/>
                      <a:pt x="106" y="542"/>
                      <a:pt x="105" y="542"/>
                    </a:cubicBezTo>
                    <a:cubicBezTo>
                      <a:pt x="105" y="543"/>
                      <a:pt x="105" y="543"/>
                      <a:pt x="105" y="543"/>
                    </a:cubicBezTo>
                    <a:lnTo>
                      <a:pt x="105" y="543"/>
                    </a:lnTo>
                    <a:lnTo>
                      <a:pt x="107" y="542"/>
                    </a:lnTo>
                    <a:close/>
                    <a:moveTo>
                      <a:pt x="105" y="543"/>
                    </a:moveTo>
                    <a:lnTo>
                      <a:pt x="96" y="548"/>
                    </a:lnTo>
                    <a:lnTo>
                      <a:pt x="96" y="548"/>
                    </a:lnTo>
                    <a:cubicBezTo>
                      <a:pt x="99" y="547"/>
                      <a:pt x="102" y="545"/>
                      <a:pt x="105" y="543"/>
                    </a:cubicBezTo>
                    <a:close/>
                    <a:moveTo>
                      <a:pt x="96" y="548"/>
                    </a:moveTo>
                    <a:lnTo>
                      <a:pt x="96" y="548"/>
                    </a:lnTo>
                    <a:cubicBezTo>
                      <a:pt x="95" y="549"/>
                      <a:pt x="93" y="550"/>
                      <a:pt x="91" y="551"/>
                    </a:cubicBezTo>
                    <a:lnTo>
                      <a:pt x="91" y="551"/>
                    </a:lnTo>
                    <a:lnTo>
                      <a:pt x="96" y="548"/>
                    </a:lnTo>
                    <a:close/>
                    <a:moveTo>
                      <a:pt x="91" y="551"/>
                    </a:moveTo>
                    <a:lnTo>
                      <a:pt x="83" y="556"/>
                    </a:lnTo>
                    <a:lnTo>
                      <a:pt x="83" y="556"/>
                    </a:lnTo>
                    <a:cubicBezTo>
                      <a:pt x="85" y="555"/>
                      <a:pt x="87" y="554"/>
                      <a:pt x="89" y="553"/>
                    </a:cubicBezTo>
                    <a:cubicBezTo>
                      <a:pt x="89" y="552"/>
                      <a:pt x="90" y="552"/>
                      <a:pt x="91" y="551"/>
                    </a:cubicBezTo>
                    <a:close/>
                    <a:moveTo>
                      <a:pt x="83" y="556"/>
                    </a:moveTo>
                    <a:cubicBezTo>
                      <a:pt x="78" y="558"/>
                      <a:pt x="73" y="561"/>
                      <a:pt x="69" y="564"/>
                    </a:cubicBezTo>
                    <a:lnTo>
                      <a:pt x="69" y="564"/>
                    </a:lnTo>
                    <a:lnTo>
                      <a:pt x="83" y="556"/>
                    </a:lnTo>
                    <a:close/>
                    <a:moveTo>
                      <a:pt x="69" y="564"/>
                    </a:moveTo>
                    <a:lnTo>
                      <a:pt x="25" y="589"/>
                    </a:lnTo>
                    <a:lnTo>
                      <a:pt x="25" y="589"/>
                    </a:lnTo>
                    <a:cubicBezTo>
                      <a:pt x="31" y="586"/>
                      <a:pt x="38" y="584"/>
                      <a:pt x="46" y="581"/>
                    </a:cubicBezTo>
                    <a:cubicBezTo>
                      <a:pt x="51" y="576"/>
                      <a:pt x="56" y="576"/>
                      <a:pt x="62" y="571"/>
                    </a:cubicBezTo>
                    <a:cubicBezTo>
                      <a:pt x="64" y="568"/>
                      <a:pt x="66" y="566"/>
                      <a:pt x="69" y="564"/>
                    </a:cubicBezTo>
                    <a:close/>
                    <a:moveTo>
                      <a:pt x="25" y="589"/>
                    </a:moveTo>
                    <a:cubicBezTo>
                      <a:pt x="17" y="593"/>
                      <a:pt x="10" y="597"/>
                      <a:pt x="1" y="603"/>
                    </a:cubicBezTo>
                    <a:lnTo>
                      <a:pt x="25" y="589"/>
                    </a:lnTo>
                    <a:close/>
                    <a:moveTo>
                      <a:pt x="1303" y="1"/>
                    </a:moveTo>
                    <a:cubicBezTo>
                      <a:pt x="1280" y="1"/>
                      <a:pt x="1263" y="6"/>
                      <a:pt x="1247" y="6"/>
                    </a:cubicBezTo>
                    <a:lnTo>
                      <a:pt x="1237" y="6"/>
                    </a:lnTo>
                    <a:cubicBezTo>
                      <a:pt x="1220" y="11"/>
                      <a:pt x="1204" y="11"/>
                      <a:pt x="1182" y="11"/>
                    </a:cubicBezTo>
                    <a:cubicBezTo>
                      <a:pt x="1177" y="11"/>
                      <a:pt x="1172" y="17"/>
                      <a:pt x="1165" y="17"/>
                    </a:cubicBezTo>
                    <a:cubicBezTo>
                      <a:pt x="1148" y="22"/>
                      <a:pt x="1132" y="22"/>
                      <a:pt x="1115" y="27"/>
                    </a:cubicBezTo>
                    <a:cubicBezTo>
                      <a:pt x="1099" y="32"/>
                      <a:pt x="1093" y="32"/>
                      <a:pt x="1088" y="32"/>
                    </a:cubicBezTo>
                    <a:cubicBezTo>
                      <a:pt x="1078" y="38"/>
                      <a:pt x="1065" y="38"/>
                      <a:pt x="1055" y="38"/>
                    </a:cubicBezTo>
                    <a:cubicBezTo>
                      <a:pt x="1049" y="43"/>
                      <a:pt x="1044" y="43"/>
                      <a:pt x="1038" y="43"/>
                    </a:cubicBezTo>
                    <a:cubicBezTo>
                      <a:pt x="1027" y="48"/>
                      <a:pt x="1021" y="48"/>
                      <a:pt x="1011" y="53"/>
                    </a:cubicBezTo>
                    <a:cubicBezTo>
                      <a:pt x="1005" y="58"/>
                      <a:pt x="1000" y="58"/>
                      <a:pt x="994" y="58"/>
                    </a:cubicBezTo>
                    <a:cubicBezTo>
                      <a:pt x="983" y="64"/>
                      <a:pt x="976" y="64"/>
                      <a:pt x="966" y="69"/>
                    </a:cubicBezTo>
                    <a:cubicBezTo>
                      <a:pt x="960" y="74"/>
                      <a:pt x="955" y="74"/>
                      <a:pt x="949" y="74"/>
                    </a:cubicBezTo>
                    <a:cubicBezTo>
                      <a:pt x="944" y="74"/>
                      <a:pt x="938" y="79"/>
                      <a:pt x="938" y="79"/>
                    </a:cubicBezTo>
                    <a:cubicBezTo>
                      <a:pt x="938" y="79"/>
                      <a:pt x="933" y="85"/>
                      <a:pt x="928" y="85"/>
                    </a:cubicBezTo>
                    <a:cubicBezTo>
                      <a:pt x="917" y="90"/>
                      <a:pt x="906" y="90"/>
                      <a:pt x="901" y="95"/>
                    </a:cubicBezTo>
                    <a:cubicBezTo>
                      <a:pt x="895" y="100"/>
                      <a:pt x="890" y="100"/>
                      <a:pt x="879" y="106"/>
                    </a:cubicBezTo>
                    <a:cubicBezTo>
                      <a:pt x="868" y="111"/>
                      <a:pt x="856" y="116"/>
                      <a:pt x="850" y="116"/>
                    </a:cubicBezTo>
                    <a:cubicBezTo>
                      <a:pt x="845" y="121"/>
                      <a:pt x="840" y="121"/>
                      <a:pt x="834" y="127"/>
                    </a:cubicBezTo>
                    <a:cubicBezTo>
                      <a:pt x="823" y="132"/>
                      <a:pt x="812" y="137"/>
                      <a:pt x="801" y="143"/>
                    </a:cubicBezTo>
                    <a:cubicBezTo>
                      <a:pt x="796" y="149"/>
                      <a:pt x="791" y="149"/>
                      <a:pt x="784" y="154"/>
                    </a:cubicBezTo>
                    <a:cubicBezTo>
                      <a:pt x="766" y="164"/>
                      <a:pt x="756" y="171"/>
                      <a:pt x="739" y="176"/>
                    </a:cubicBezTo>
                    <a:lnTo>
                      <a:pt x="107" y="542"/>
                    </a:lnTo>
                    <a:lnTo>
                      <a:pt x="107" y="542"/>
                    </a:lnTo>
                    <a:cubicBezTo>
                      <a:pt x="117" y="537"/>
                      <a:pt x="129" y="532"/>
                      <a:pt x="134" y="532"/>
                    </a:cubicBezTo>
                    <a:cubicBezTo>
                      <a:pt x="139" y="527"/>
                      <a:pt x="150" y="527"/>
                      <a:pt x="156" y="521"/>
                    </a:cubicBezTo>
                    <a:cubicBezTo>
                      <a:pt x="166" y="516"/>
                      <a:pt x="178" y="511"/>
                      <a:pt x="183" y="511"/>
                    </a:cubicBezTo>
                    <a:cubicBezTo>
                      <a:pt x="193" y="506"/>
                      <a:pt x="200" y="506"/>
                      <a:pt x="205" y="501"/>
                    </a:cubicBezTo>
                    <a:cubicBezTo>
                      <a:pt x="210" y="495"/>
                      <a:pt x="215" y="495"/>
                      <a:pt x="223" y="495"/>
                    </a:cubicBezTo>
                    <a:cubicBezTo>
                      <a:pt x="233" y="490"/>
                      <a:pt x="240" y="490"/>
                      <a:pt x="250" y="485"/>
                    </a:cubicBezTo>
                    <a:cubicBezTo>
                      <a:pt x="255" y="480"/>
                      <a:pt x="260" y="480"/>
                      <a:pt x="267" y="480"/>
                    </a:cubicBezTo>
                    <a:cubicBezTo>
                      <a:pt x="277" y="474"/>
                      <a:pt x="284" y="474"/>
                      <a:pt x="294" y="474"/>
                    </a:cubicBezTo>
                    <a:cubicBezTo>
                      <a:pt x="299" y="469"/>
                      <a:pt x="304" y="469"/>
                      <a:pt x="312" y="469"/>
                    </a:cubicBezTo>
                    <a:cubicBezTo>
                      <a:pt x="322" y="464"/>
                      <a:pt x="334" y="464"/>
                      <a:pt x="344" y="464"/>
                    </a:cubicBezTo>
                    <a:cubicBezTo>
                      <a:pt x="350" y="464"/>
                      <a:pt x="355" y="459"/>
                      <a:pt x="361" y="459"/>
                    </a:cubicBezTo>
                    <a:cubicBezTo>
                      <a:pt x="366" y="459"/>
                      <a:pt x="366" y="459"/>
                      <a:pt x="372" y="453"/>
                    </a:cubicBezTo>
                    <a:cubicBezTo>
                      <a:pt x="388" y="448"/>
                      <a:pt x="404" y="448"/>
                      <a:pt x="422" y="443"/>
                    </a:cubicBezTo>
                    <a:cubicBezTo>
                      <a:pt x="427" y="443"/>
                      <a:pt x="432" y="438"/>
                      <a:pt x="439" y="438"/>
                    </a:cubicBezTo>
                    <a:cubicBezTo>
                      <a:pt x="455" y="432"/>
                      <a:pt x="471" y="432"/>
                      <a:pt x="493" y="432"/>
                    </a:cubicBezTo>
                    <a:lnTo>
                      <a:pt x="504" y="432"/>
                    </a:lnTo>
                    <a:cubicBezTo>
                      <a:pt x="527" y="427"/>
                      <a:pt x="543" y="427"/>
                      <a:pt x="559" y="427"/>
                    </a:cubicBezTo>
                    <a:lnTo>
                      <a:pt x="697" y="427"/>
                    </a:lnTo>
                    <a:cubicBezTo>
                      <a:pt x="708" y="427"/>
                      <a:pt x="720" y="427"/>
                      <a:pt x="731" y="432"/>
                    </a:cubicBezTo>
                    <a:cubicBezTo>
                      <a:pt x="741" y="432"/>
                      <a:pt x="748" y="432"/>
                      <a:pt x="758" y="438"/>
                    </a:cubicBezTo>
                    <a:cubicBezTo>
                      <a:pt x="769" y="438"/>
                      <a:pt x="775" y="443"/>
                      <a:pt x="785" y="443"/>
                    </a:cubicBezTo>
                    <a:cubicBezTo>
                      <a:pt x="796" y="443"/>
                      <a:pt x="807" y="448"/>
                      <a:pt x="813" y="448"/>
                    </a:cubicBezTo>
                    <a:cubicBezTo>
                      <a:pt x="823" y="448"/>
                      <a:pt x="830" y="453"/>
                      <a:pt x="841" y="453"/>
                    </a:cubicBezTo>
                    <a:cubicBezTo>
                      <a:pt x="851" y="453"/>
                      <a:pt x="863" y="459"/>
                      <a:pt x="868" y="459"/>
                    </a:cubicBezTo>
                    <a:cubicBezTo>
                      <a:pt x="879" y="459"/>
                      <a:pt x="885" y="464"/>
                      <a:pt x="895" y="464"/>
                    </a:cubicBezTo>
                    <a:cubicBezTo>
                      <a:pt x="906" y="464"/>
                      <a:pt x="917" y="469"/>
                      <a:pt x="923" y="469"/>
                    </a:cubicBezTo>
                    <a:cubicBezTo>
                      <a:pt x="933" y="474"/>
                      <a:pt x="940" y="474"/>
                      <a:pt x="946" y="474"/>
                    </a:cubicBezTo>
                    <a:cubicBezTo>
                      <a:pt x="956" y="480"/>
                      <a:pt x="968" y="480"/>
                      <a:pt x="978" y="480"/>
                    </a:cubicBezTo>
                    <a:cubicBezTo>
                      <a:pt x="983" y="480"/>
                      <a:pt x="989" y="485"/>
                      <a:pt x="995" y="485"/>
                    </a:cubicBezTo>
                    <a:cubicBezTo>
                      <a:pt x="1012" y="490"/>
                      <a:pt x="1027" y="490"/>
                      <a:pt x="1040" y="495"/>
                    </a:cubicBezTo>
                    <a:cubicBezTo>
                      <a:pt x="1067" y="501"/>
                      <a:pt x="1084" y="506"/>
                      <a:pt x="1101" y="512"/>
                    </a:cubicBezTo>
                    <a:cubicBezTo>
                      <a:pt x="1106" y="517"/>
                      <a:pt x="1111" y="517"/>
                      <a:pt x="1118" y="517"/>
                    </a:cubicBezTo>
                    <a:cubicBezTo>
                      <a:pt x="1129" y="523"/>
                      <a:pt x="1140" y="523"/>
                      <a:pt x="1151" y="528"/>
                    </a:cubicBezTo>
                    <a:cubicBezTo>
                      <a:pt x="1178" y="538"/>
                      <a:pt x="1205" y="546"/>
                      <a:pt x="1235" y="556"/>
                    </a:cubicBezTo>
                    <a:cubicBezTo>
                      <a:pt x="1240" y="561"/>
                      <a:pt x="1245" y="561"/>
                      <a:pt x="1252" y="561"/>
                    </a:cubicBezTo>
                    <a:cubicBezTo>
                      <a:pt x="1279" y="572"/>
                      <a:pt x="1307" y="583"/>
                      <a:pt x="1335" y="594"/>
                    </a:cubicBezTo>
                    <a:cubicBezTo>
                      <a:pt x="1363" y="604"/>
                      <a:pt x="1391" y="616"/>
                      <a:pt x="1419" y="633"/>
                    </a:cubicBezTo>
                    <a:cubicBezTo>
                      <a:pt x="1424" y="638"/>
                      <a:pt x="1430" y="638"/>
                      <a:pt x="1436" y="643"/>
                    </a:cubicBezTo>
                    <a:cubicBezTo>
                      <a:pt x="1464" y="653"/>
                      <a:pt x="1491" y="671"/>
                      <a:pt x="1520" y="683"/>
                    </a:cubicBezTo>
                    <a:cubicBezTo>
                      <a:pt x="1525" y="688"/>
                      <a:pt x="1530" y="688"/>
                      <a:pt x="1538" y="688"/>
                    </a:cubicBezTo>
                    <a:cubicBezTo>
                      <a:pt x="1565" y="699"/>
                      <a:pt x="1587" y="715"/>
                      <a:pt x="1614" y="727"/>
                    </a:cubicBezTo>
                    <a:cubicBezTo>
                      <a:pt x="1619" y="732"/>
                      <a:pt x="1624" y="732"/>
                      <a:pt x="1632" y="737"/>
                    </a:cubicBezTo>
                    <a:cubicBezTo>
                      <a:pt x="1654" y="748"/>
                      <a:pt x="1676" y="766"/>
                      <a:pt x="1703" y="777"/>
                    </a:cubicBezTo>
                    <a:lnTo>
                      <a:pt x="2442" y="350"/>
                    </a:lnTo>
                    <a:cubicBezTo>
                      <a:pt x="2420" y="333"/>
                      <a:pt x="2398" y="322"/>
                      <a:pt x="2376" y="311"/>
                    </a:cubicBezTo>
                    <a:cubicBezTo>
                      <a:pt x="2365" y="306"/>
                      <a:pt x="2358" y="306"/>
                      <a:pt x="2358" y="300"/>
                    </a:cubicBezTo>
                    <a:cubicBezTo>
                      <a:pt x="2331" y="284"/>
                      <a:pt x="2309" y="273"/>
                      <a:pt x="2281" y="261"/>
                    </a:cubicBezTo>
                    <a:cubicBezTo>
                      <a:pt x="2276" y="255"/>
                      <a:pt x="2276" y="255"/>
                      <a:pt x="2271" y="255"/>
                    </a:cubicBezTo>
                    <a:cubicBezTo>
                      <a:pt x="2237" y="239"/>
                      <a:pt x="2209" y="228"/>
                      <a:pt x="2182" y="211"/>
                    </a:cubicBezTo>
                    <a:cubicBezTo>
                      <a:pt x="2171" y="206"/>
                      <a:pt x="2164" y="206"/>
                      <a:pt x="2164" y="201"/>
                    </a:cubicBezTo>
                    <a:cubicBezTo>
                      <a:pt x="2109" y="174"/>
                      <a:pt x="2053" y="151"/>
                      <a:pt x="1998" y="134"/>
                    </a:cubicBezTo>
                    <a:cubicBezTo>
                      <a:pt x="1993" y="134"/>
                      <a:pt x="1993" y="129"/>
                      <a:pt x="1988" y="129"/>
                    </a:cubicBezTo>
                    <a:cubicBezTo>
                      <a:pt x="1954" y="118"/>
                      <a:pt x="1926" y="107"/>
                      <a:pt x="1899" y="101"/>
                    </a:cubicBezTo>
                    <a:cubicBezTo>
                      <a:pt x="1881" y="96"/>
                      <a:pt x="1871" y="91"/>
                      <a:pt x="1865" y="91"/>
                    </a:cubicBezTo>
                    <a:cubicBezTo>
                      <a:pt x="1860" y="86"/>
                      <a:pt x="1855" y="86"/>
                      <a:pt x="1849" y="86"/>
                    </a:cubicBezTo>
                    <a:cubicBezTo>
                      <a:pt x="1832" y="80"/>
                      <a:pt x="1816" y="75"/>
                      <a:pt x="1799" y="69"/>
                    </a:cubicBezTo>
                    <a:cubicBezTo>
                      <a:pt x="1776" y="64"/>
                      <a:pt x="1760" y="58"/>
                      <a:pt x="1744" y="58"/>
                    </a:cubicBezTo>
                    <a:cubicBezTo>
                      <a:pt x="1739" y="58"/>
                      <a:pt x="1733" y="53"/>
                      <a:pt x="1727" y="53"/>
                    </a:cubicBezTo>
                    <a:cubicBezTo>
                      <a:pt x="1717" y="48"/>
                      <a:pt x="1710" y="48"/>
                      <a:pt x="1700" y="48"/>
                    </a:cubicBezTo>
                    <a:cubicBezTo>
                      <a:pt x="1682" y="43"/>
                      <a:pt x="1672" y="43"/>
                      <a:pt x="1666" y="43"/>
                    </a:cubicBezTo>
                    <a:cubicBezTo>
                      <a:pt x="1656" y="38"/>
                      <a:pt x="1644" y="38"/>
                      <a:pt x="1639" y="38"/>
                    </a:cubicBezTo>
                    <a:cubicBezTo>
                      <a:pt x="1629" y="32"/>
                      <a:pt x="1622" y="32"/>
                      <a:pt x="1612" y="32"/>
                    </a:cubicBezTo>
                    <a:cubicBezTo>
                      <a:pt x="1607" y="32"/>
                      <a:pt x="1601" y="27"/>
                      <a:pt x="1595" y="27"/>
                    </a:cubicBezTo>
                    <a:lnTo>
                      <a:pt x="1585" y="27"/>
                    </a:lnTo>
                    <a:cubicBezTo>
                      <a:pt x="1574" y="27"/>
                      <a:pt x="1567" y="22"/>
                      <a:pt x="1556" y="22"/>
                    </a:cubicBezTo>
                    <a:cubicBezTo>
                      <a:pt x="1546" y="22"/>
                      <a:pt x="1540" y="17"/>
                      <a:pt x="1529" y="17"/>
                    </a:cubicBezTo>
                    <a:cubicBezTo>
                      <a:pt x="1519" y="17"/>
                      <a:pt x="1512" y="17"/>
                      <a:pt x="1502" y="11"/>
                    </a:cubicBezTo>
                    <a:cubicBezTo>
                      <a:pt x="1497" y="11"/>
                      <a:pt x="1491" y="11"/>
                      <a:pt x="1484" y="6"/>
                    </a:cubicBezTo>
                    <a:lnTo>
                      <a:pt x="1474" y="6"/>
                    </a:lnTo>
                    <a:cubicBezTo>
                      <a:pt x="1463" y="6"/>
                      <a:pt x="1452" y="6"/>
                      <a:pt x="1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7"/>
              <p:cNvSpPr/>
              <p:nvPr/>
            </p:nvSpPr>
            <p:spPr>
              <a:xfrm>
                <a:off x="3725304" y="5343584"/>
                <a:ext cx="173499" cy="100950"/>
              </a:xfrm>
              <a:custGeom>
                <a:rect b="b" l="l" r="r" t="t"/>
                <a:pathLst>
                  <a:path extrusionOk="0" h="750" w="1289">
                    <a:moveTo>
                      <a:pt x="734" y="1"/>
                    </a:moveTo>
                    <a:lnTo>
                      <a:pt x="1" y="435"/>
                    </a:lnTo>
                    <a:lnTo>
                      <a:pt x="551" y="750"/>
                    </a:lnTo>
                    <a:lnTo>
                      <a:pt x="1288" y="322"/>
                    </a:lnTo>
                    <a:lnTo>
                      <a:pt x="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7"/>
              <p:cNvSpPr/>
              <p:nvPr/>
            </p:nvSpPr>
            <p:spPr>
              <a:xfrm>
                <a:off x="3783048" y="6064369"/>
                <a:ext cx="47783" cy="34458"/>
              </a:xfrm>
              <a:custGeom>
                <a:rect b="b" l="l" r="r" t="t"/>
                <a:pathLst>
                  <a:path extrusionOk="0" h="256" w="355">
                    <a:moveTo>
                      <a:pt x="354" y="0"/>
                    </a:moveTo>
                    <a:lnTo>
                      <a:pt x="0" y="201"/>
                    </a:lnTo>
                    <a:lnTo>
                      <a:pt x="0" y="256"/>
                    </a:lnTo>
                    <a:lnTo>
                      <a:pt x="354" y="50"/>
                    </a:lnTo>
                    <a:lnTo>
                      <a:pt x="354" y="0"/>
                    </a:lnTo>
                    <a:close/>
                  </a:path>
                </a:pathLst>
              </a:custGeom>
              <a:solidFill>
                <a:srgbClr val="3E2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7"/>
              <p:cNvSpPr/>
              <p:nvPr/>
            </p:nvSpPr>
            <p:spPr>
              <a:xfrm>
                <a:off x="3458797" y="5903791"/>
                <a:ext cx="324386" cy="195035"/>
              </a:xfrm>
              <a:custGeom>
                <a:rect b="b" l="l" r="r" t="t"/>
                <a:pathLst>
                  <a:path extrusionOk="0" h="1449" w="2410">
                    <a:moveTo>
                      <a:pt x="1" y="1"/>
                    </a:moveTo>
                    <a:lnTo>
                      <a:pt x="1" y="56"/>
                    </a:lnTo>
                    <a:lnTo>
                      <a:pt x="2409" y="1449"/>
                    </a:lnTo>
                    <a:lnTo>
                      <a:pt x="2409" y="1394"/>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7"/>
              <p:cNvSpPr/>
              <p:nvPr/>
            </p:nvSpPr>
            <p:spPr>
              <a:xfrm>
                <a:off x="3458797" y="5876332"/>
                <a:ext cx="372034" cy="215225"/>
              </a:xfrm>
              <a:custGeom>
                <a:rect b="b" l="l" r="r" t="t"/>
                <a:pathLst>
                  <a:path extrusionOk="0" h="1599" w="2764">
                    <a:moveTo>
                      <a:pt x="351" y="1"/>
                    </a:moveTo>
                    <a:lnTo>
                      <a:pt x="1" y="205"/>
                    </a:lnTo>
                    <a:lnTo>
                      <a:pt x="2409" y="1598"/>
                    </a:lnTo>
                    <a:lnTo>
                      <a:pt x="2763" y="1397"/>
                    </a:lnTo>
                    <a:lnTo>
                      <a:pt x="3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7"/>
              <p:cNvSpPr/>
              <p:nvPr/>
            </p:nvSpPr>
            <p:spPr>
              <a:xfrm>
                <a:off x="3687347" y="6119690"/>
                <a:ext cx="46975" cy="34592"/>
              </a:xfrm>
              <a:custGeom>
                <a:rect b="b" l="l" r="r" t="t"/>
                <a:pathLst>
                  <a:path extrusionOk="0" h="257" w="349">
                    <a:moveTo>
                      <a:pt x="349" y="1"/>
                    </a:moveTo>
                    <a:lnTo>
                      <a:pt x="0" y="206"/>
                    </a:lnTo>
                    <a:lnTo>
                      <a:pt x="0" y="256"/>
                    </a:lnTo>
                    <a:lnTo>
                      <a:pt x="349" y="55"/>
                    </a:lnTo>
                    <a:lnTo>
                      <a:pt x="349" y="1"/>
                    </a:lnTo>
                    <a:close/>
                  </a:path>
                </a:pathLst>
              </a:custGeom>
              <a:solidFill>
                <a:srgbClr val="3E2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7"/>
              <p:cNvSpPr/>
              <p:nvPr/>
            </p:nvSpPr>
            <p:spPr>
              <a:xfrm>
                <a:off x="3362423" y="5959784"/>
                <a:ext cx="325059" cy="194497"/>
              </a:xfrm>
              <a:custGeom>
                <a:rect b="b" l="l" r="r" t="t"/>
                <a:pathLst>
                  <a:path extrusionOk="0" h="1445" w="2415">
                    <a:moveTo>
                      <a:pt x="0" y="1"/>
                    </a:moveTo>
                    <a:lnTo>
                      <a:pt x="0" y="56"/>
                    </a:lnTo>
                    <a:lnTo>
                      <a:pt x="2414" y="1444"/>
                    </a:lnTo>
                    <a:lnTo>
                      <a:pt x="2414" y="1394"/>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7"/>
              <p:cNvSpPr/>
              <p:nvPr/>
            </p:nvSpPr>
            <p:spPr>
              <a:xfrm>
                <a:off x="3362423" y="5932191"/>
                <a:ext cx="371900" cy="215360"/>
              </a:xfrm>
              <a:custGeom>
                <a:rect b="b" l="l" r="r" t="t"/>
                <a:pathLst>
                  <a:path extrusionOk="0" h="1600" w="2763">
                    <a:moveTo>
                      <a:pt x="355" y="1"/>
                    </a:moveTo>
                    <a:lnTo>
                      <a:pt x="0" y="206"/>
                    </a:lnTo>
                    <a:lnTo>
                      <a:pt x="2414" y="1599"/>
                    </a:lnTo>
                    <a:lnTo>
                      <a:pt x="2763" y="1394"/>
                    </a:lnTo>
                    <a:lnTo>
                      <a:pt x="35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7"/>
              <p:cNvSpPr/>
              <p:nvPr/>
            </p:nvSpPr>
            <p:spPr>
              <a:xfrm>
                <a:off x="3590974" y="6175683"/>
                <a:ext cx="47245" cy="34592"/>
              </a:xfrm>
              <a:custGeom>
                <a:rect b="b" l="l" r="r" t="t"/>
                <a:pathLst>
                  <a:path extrusionOk="0" h="257" w="351">
                    <a:moveTo>
                      <a:pt x="350" y="1"/>
                    </a:moveTo>
                    <a:lnTo>
                      <a:pt x="1" y="205"/>
                    </a:lnTo>
                    <a:lnTo>
                      <a:pt x="1" y="256"/>
                    </a:lnTo>
                    <a:lnTo>
                      <a:pt x="350" y="56"/>
                    </a:lnTo>
                    <a:lnTo>
                      <a:pt x="350" y="1"/>
                    </a:lnTo>
                    <a:close/>
                  </a:path>
                </a:pathLst>
              </a:custGeom>
              <a:solidFill>
                <a:srgbClr val="3E2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7"/>
              <p:cNvSpPr/>
              <p:nvPr/>
            </p:nvSpPr>
            <p:spPr>
              <a:xfrm>
                <a:off x="3266992" y="6015240"/>
                <a:ext cx="324117" cy="195035"/>
              </a:xfrm>
              <a:custGeom>
                <a:rect b="b" l="l" r="r" t="t"/>
                <a:pathLst>
                  <a:path extrusionOk="0" h="1449" w="2408">
                    <a:moveTo>
                      <a:pt x="0" y="1"/>
                    </a:moveTo>
                    <a:lnTo>
                      <a:pt x="0" y="55"/>
                    </a:lnTo>
                    <a:lnTo>
                      <a:pt x="2408" y="1448"/>
                    </a:lnTo>
                    <a:lnTo>
                      <a:pt x="2408" y="1397"/>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7"/>
              <p:cNvSpPr/>
              <p:nvPr/>
            </p:nvSpPr>
            <p:spPr>
              <a:xfrm>
                <a:off x="3266992" y="5988185"/>
                <a:ext cx="371227" cy="215225"/>
              </a:xfrm>
              <a:custGeom>
                <a:rect b="b" l="l" r="r" t="t"/>
                <a:pathLst>
                  <a:path extrusionOk="0" h="1599" w="2758">
                    <a:moveTo>
                      <a:pt x="349" y="0"/>
                    </a:moveTo>
                    <a:lnTo>
                      <a:pt x="0" y="202"/>
                    </a:lnTo>
                    <a:lnTo>
                      <a:pt x="2408" y="1598"/>
                    </a:lnTo>
                    <a:lnTo>
                      <a:pt x="2757" y="1394"/>
                    </a:lnTo>
                    <a:lnTo>
                      <a:pt x="34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7"/>
              <p:cNvSpPr/>
              <p:nvPr/>
            </p:nvSpPr>
            <p:spPr>
              <a:xfrm>
                <a:off x="3495408" y="6231004"/>
                <a:ext cx="46302" cy="35131"/>
              </a:xfrm>
              <a:custGeom>
                <a:rect b="b" l="l" r="r" t="t"/>
                <a:pathLst>
                  <a:path extrusionOk="0" h="261" w="344">
                    <a:moveTo>
                      <a:pt x="344" y="0"/>
                    </a:moveTo>
                    <a:lnTo>
                      <a:pt x="0" y="206"/>
                    </a:lnTo>
                    <a:lnTo>
                      <a:pt x="0" y="260"/>
                    </a:lnTo>
                    <a:lnTo>
                      <a:pt x="344" y="61"/>
                    </a:lnTo>
                    <a:lnTo>
                      <a:pt x="3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7"/>
              <p:cNvSpPr/>
              <p:nvPr/>
            </p:nvSpPr>
            <p:spPr>
              <a:xfrm>
                <a:off x="3170484" y="6071099"/>
                <a:ext cx="325059" cy="195035"/>
              </a:xfrm>
              <a:custGeom>
                <a:rect b="b" l="l" r="r" t="t"/>
                <a:pathLst>
                  <a:path extrusionOk="0" h="1449" w="2415">
                    <a:moveTo>
                      <a:pt x="1" y="0"/>
                    </a:moveTo>
                    <a:lnTo>
                      <a:pt x="1" y="57"/>
                    </a:lnTo>
                    <a:lnTo>
                      <a:pt x="2414" y="1448"/>
                    </a:lnTo>
                    <a:lnTo>
                      <a:pt x="2414" y="1394"/>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7"/>
              <p:cNvSpPr/>
              <p:nvPr/>
            </p:nvSpPr>
            <p:spPr>
              <a:xfrm>
                <a:off x="3170484" y="6044313"/>
                <a:ext cx="371227" cy="214418"/>
              </a:xfrm>
              <a:custGeom>
                <a:rect b="b" l="l" r="r" t="t"/>
                <a:pathLst>
                  <a:path extrusionOk="0" h="1593" w="2758">
                    <a:moveTo>
                      <a:pt x="350" y="0"/>
                    </a:moveTo>
                    <a:lnTo>
                      <a:pt x="1" y="199"/>
                    </a:lnTo>
                    <a:lnTo>
                      <a:pt x="2414" y="1593"/>
                    </a:lnTo>
                    <a:lnTo>
                      <a:pt x="2758" y="1387"/>
                    </a:lnTo>
                    <a:lnTo>
                      <a:pt x="3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7"/>
              <p:cNvSpPr/>
              <p:nvPr/>
            </p:nvSpPr>
            <p:spPr>
              <a:xfrm>
                <a:off x="3316384" y="5662423"/>
                <a:ext cx="47245" cy="35265"/>
              </a:xfrm>
              <a:custGeom>
                <a:rect b="b" l="l" r="r" t="t"/>
                <a:pathLst>
                  <a:path extrusionOk="0" h="262" w="351">
                    <a:moveTo>
                      <a:pt x="351" y="0"/>
                    </a:moveTo>
                    <a:lnTo>
                      <a:pt x="1" y="206"/>
                    </a:lnTo>
                    <a:lnTo>
                      <a:pt x="1" y="261"/>
                    </a:lnTo>
                    <a:lnTo>
                      <a:pt x="351" y="56"/>
                    </a:lnTo>
                    <a:lnTo>
                      <a:pt x="3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7"/>
              <p:cNvSpPr/>
              <p:nvPr/>
            </p:nvSpPr>
            <p:spPr>
              <a:xfrm>
                <a:off x="3074918" y="6127093"/>
                <a:ext cx="324251" cy="195170"/>
              </a:xfrm>
              <a:custGeom>
                <a:rect b="b" l="l" r="r" t="t"/>
                <a:pathLst>
                  <a:path extrusionOk="0" h="1450" w="2409">
                    <a:moveTo>
                      <a:pt x="0" y="0"/>
                    </a:moveTo>
                    <a:lnTo>
                      <a:pt x="0" y="57"/>
                    </a:lnTo>
                    <a:lnTo>
                      <a:pt x="2409" y="1449"/>
                    </a:lnTo>
                    <a:lnTo>
                      <a:pt x="2409" y="139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7"/>
              <p:cNvSpPr/>
              <p:nvPr/>
            </p:nvSpPr>
            <p:spPr>
              <a:xfrm>
                <a:off x="3074918" y="6100307"/>
                <a:ext cx="371361" cy="214418"/>
              </a:xfrm>
              <a:custGeom>
                <a:rect b="b" l="l" r="r" t="t"/>
                <a:pathLst>
                  <a:path extrusionOk="0" h="1593" w="2759">
                    <a:moveTo>
                      <a:pt x="350" y="0"/>
                    </a:moveTo>
                    <a:lnTo>
                      <a:pt x="0" y="199"/>
                    </a:lnTo>
                    <a:lnTo>
                      <a:pt x="2409" y="1593"/>
                    </a:lnTo>
                    <a:lnTo>
                      <a:pt x="2759" y="1387"/>
                    </a:lnTo>
                    <a:lnTo>
                      <a:pt x="3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7"/>
              <p:cNvSpPr/>
              <p:nvPr/>
            </p:nvSpPr>
            <p:spPr>
              <a:xfrm>
                <a:off x="3220684" y="5718551"/>
                <a:ext cx="47245" cy="35131"/>
              </a:xfrm>
              <a:custGeom>
                <a:rect b="b" l="l" r="r" t="t"/>
                <a:pathLst>
                  <a:path extrusionOk="0" h="261" w="351">
                    <a:moveTo>
                      <a:pt x="350" y="0"/>
                    </a:moveTo>
                    <a:lnTo>
                      <a:pt x="0" y="199"/>
                    </a:lnTo>
                    <a:lnTo>
                      <a:pt x="0" y="260"/>
                    </a:lnTo>
                    <a:lnTo>
                      <a:pt x="345" y="55"/>
                    </a:lnTo>
                    <a:lnTo>
                      <a:pt x="3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7"/>
              <p:cNvSpPr/>
              <p:nvPr/>
            </p:nvSpPr>
            <p:spPr>
              <a:xfrm>
                <a:off x="2978544" y="6183221"/>
                <a:ext cx="324924" cy="195035"/>
              </a:xfrm>
              <a:custGeom>
                <a:rect b="b" l="l" r="r" t="t"/>
                <a:pathLst>
                  <a:path extrusionOk="0" h="1449" w="2414">
                    <a:moveTo>
                      <a:pt x="1" y="0"/>
                    </a:moveTo>
                    <a:lnTo>
                      <a:pt x="1" y="55"/>
                    </a:lnTo>
                    <a:lnTo>
                      <a:pt x="2413" y="1448"/>
                    </a:lnTo>
                    <a:lnTo>
                      <a:pt x="2413" y="1387"/>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7"/>
              <p:cNvSpPr/>
              <p:nvPr/>
            </p:nvSpPr>
            <p:spPr>
              <a:xfrm>
                <a:off x="2978544" y="6155359"/>
                <a:ext cx="372034" cy="214687"/>
              </a:xfrm>
              <a:custGeom>
                <a:rect b="b" l="l" r="r" t="t"/>
                <a:pathLst>
                  <a:path extrusionOk="0" h="1595" w="2764">
                    <a:moveTo>
                      <a:pt x="350" y="1"/>
                    </a:moveTo>
                    <a:lnTo>
                      <a:pt x="1" y="207"/>
                    </a:lnTo>
                    <a:lnTo>
                      <a:pt x="2413" y="1594"/>
                    </a:lnTo>
                    <a:lnTo>
                      <a:pt x="2763" y="1395"/>
                    </a:lnTo>
                    <a:lnTo>
                      <a:pt x="3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7"/>
              <p:cNvSpPr/>
              <p:nvPr/>
            </p:nvSpPr>
            <p:spPr>
              <a:xfrm>
                <a:off x="2920397" y="5849278"/>
                <a:ext cx="684172" cy="419952"/>
              </a:xfrm>
              <a:custGeom>
                <a:rect b="b" l="l" r="r" t="t"/>
                <a:pathLst>
                  <a:path extrusionOk="0" h="3120" w="5083">
                    <a:moveTo>
                      <a:pt x="5082" y="1"/>
                    </a:moveTo>
                    <a:lnTo>
                      <a:pt x="0" y="2953"/>
                    </a:lnTo>
                    <a:lnTo>
                      <a:pt x="0" y="3119"/>
                    </a:lnTo>
                    <a:lnTo>
                      <a:pt x="5082" y="167"/>
                    </a:lnTo>
                    <a:lnTo>
                      <a:pt x="50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7"/>
              <p:cNvSpPr/>
              <p:nvPr/>
            </p:nvSpPr>
            <p:spPr>
              <a:xfrm>
                <a:off x="2900746" y="6236253"/>
                <a:ext cx="19786" cy="32977"/>
              </a:xfrm>
              <a:custGeom>
                <a:rect b="b" l="l" r="r" t="t"/>
                <a:pathLst>
                  <a:path extrusionOk="0" h="245" w="147">
                    <a:moveTo>
                      <a:pt x="1" y="0"/>
                    </a:moveTo>
                    <a:lnTo>
                      <a:pt x="1" y="161"/>
                    </a:lnTo>
                    <a:lnTo>
                      <a:pt x="146" y="244"/>
                    </a:lnTo>
                    <a:lnTo>
                      <a:pt x="146" y="78"/>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7"/>
              <p:cNvSpPr/>
              <p:nvPr/>
            </p:nvSpPr>
            <p:spPr>
              <a:xfrm>
                <a:off x="2900746" y="5837971"/>
                <a:ext cx="703823" cy="408780"/>
              </a:xfrm>
              <a:custGeom>
                <a:rect b="b" l="l" r="r" t="t"/>
                <a:pathLst>
                  <a:path extrusionOk="0" h="3037" w="5229">
                    <a:moveTo>
                      <a:pt x="5085" y="1"/>
                    </a:moveTo>
                    <a:lnTo>
                      <a:pt x="1" y="2959"/>
                    </a:lnTo>
                    <a:lnTo>
                      <a:pt x="146" y="3037"/>
                    </a:lnTo>
                    <a:lnTo>
                      <a:pt x="5228" y="85"/>
                    </a:lnTo>
                    <a:lnTo>
                      <a:pt x="50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7"/>
              <p:cNvSpPr/>
              <p:nvPr/>
            </p:nvSpPr>
            <p:spPr>
              <a:xfrm>
                <a:off x="3183944" y="6000837"/>
                <a:ext cx="684306" cy="420087"/>
              </a:xfrm>
              <a:custGeom>
                <a:rect b="b" l="l" r="r" t="t"/>
                <a:pathLst>
                  <a:path extrusionOk="0" h="3121" w="5084">
                    <a:moveTo>
                      <a:pt x="5083" y="1"/>
                    </a:moveTo>
                    <a:lnTo>
                      <a:pt x="0" y="2953"/>
                    </a:lnTo>
                    <a:lnTo>
                      <a:pt x="0" y="3120"/>
                    </a:lnTo>
                    <a:lnTo>
                      <a:pt x="5083" y="162"/>
                    </a:lnTo>
                    <a:lnTo>
                      <a:pt x="50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7"/>
              <p:cNvSpPr/>
              <p:nvPr/>
            </p:nvSpPr>
            <p:spPr>
              <a:xfrm>
                <a:off x="3081777" y="5762565"/>
                <a:ext cx="19652" cy="33785"/>
              </a:xfrm>
              <a:custGeom>
                <a:rect b="b" l="l" r="r" t="t"/>
                <a:pathLst>
                  <a:path extrusionOk="0" h="251" w="146">
                    <a:moveTo>
                      <a:pt x="1" y="0"/>
                    </a:moveTo>
                    <a:lnTo>
                      <a:pt x="1" y="167"/>
                    </a:lnTo>
                    <a:lnTo>
                      <a:pt x="145" y="250"/>
                    </a:lnTo>
                    <a:lnTo>
                      <a:pt x="145" y="83"/>
                    </a:lnTo>
                    <a:lnTo>
                      <a:pt x="1" y="0"/>
                    </a:lnTo>
                    <a:close/>
                  </a:path>
                </a:pathLst>
              </a:custGeom>
              <a:solidFill>
                <a:srgbClr val="A6A5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7"/>
              <p:cNvSpPr/>
              <p:nvPr/>
            </p:nvSpPr>
            <p:spPr>
              <a:xfrm>
                <a:off x="3164427" y="5989666"/>
                <a:ext cx="703823" cy="408646"/>
              </a:xfrm>
              <a:custGeom>
                <a:rect b="b" l="l" r="r" t="t"/>
                <a:pathLst>
                  <a:path extrusionOk="0" h="3036" w="5229">
                    <a:moveTo>
                      <a:pt x="5085" y="1"/>
                    </a:moveTo>
                    <a:lnTo>
                      <a:pt x="1" y="2953"/>
                    </a:lnTo>
                    <a:lnTo>
                      <a:pt x="145" y="3036"/>
                    </a:lnTo>
                    <a:lnTo>
                      <a:pt x="5228" y="84"/>
                    </a:lnTo>
                    <a:lnTo>
                      <a:pt x="50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7"/>
              <p:cNvSpPr/>
              <p:nvPr/>
            </p:nvSpPr>
            <p:spPr>
              <a:xfrm>
                <a:off x="3796373" y="5386926"/>
                <a:ext cx="102431" cy="953910"/>
              </a:xfrm>
              <a:custGeom>
                <a:rect b="b" l="l" r="r" t="t"/>
                <a:pathLst>
                  <a:path extrusionOk="0" h="7087" w="761">
                    <a:moveTo>
                      <a:pt x="760" y="0"/>
                    </a:moveTo>
                    <a:lnTo>
                      <a:pt x="23" y="428"/>
                    </a:lnTo>
                    <a:lnTo>
                      <a:pt x="1" y="7086"/>
                    </a:lnTo>
                    <a:lnTo>
                      <a:pt x="1" y="7086"/>
                    </a:lnTo>
                    <a:lnTo>
                      <a:pt x="739" y="6655"/>
                    </a:lnTo>
                    <a:lnTo>
                      <a:pt x="76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7"/>
              <p:cNvSpPr/>
              <p:nvPr/>
            </p:nvSpPr>
            <p:spPr>
              <a:xfrm>
                <a:off x="3015559" y="4813394"/>
                <a:ext cx="782968" cy="1527037"/>
              </a:xfrm>
              <a:custGeom>
                <a:rect b="b" l="l" r="r" t="t"/>
                <a:pathLst>
                  <a:path extrusionOk="0" h="11345" w="5817">
                    <a:moveTo>
                      <a:pt x="1879" y="0"/>
                    </a:moveTo>
                    <a:cubicBezTo>
                      <a:pt x="1112" y="0"/>
                      <a:pt x="582" y="608"/>
                      <a:pt x="571" y="1660"/>
                    </a:cubicBezTo>
                    <a:lnTo>
                      <a:pt x="22" y="1343"/>
                    </a:lnTo>
                    <a:lnTo>
                      <a:pt x="0" y="7997"/>
                    </a:lnTo>
                    <a:lnTo>
                      <a:pt x="1649" y="8946"/>
                    </a:lnTo>
                    <a:lnTo>
                      <a:pt x="1666" y="4574"/>
                    </a:lnTo>
                    <a:lnTo>
                      <a:pt x="1671" y="2293"/>
                    </a:lnTo>
                    <a:cubicBezTo>
                      <a:pt x="1671" y="1735"/>
                      <a:pt x="1952" y="1411"/>
                      <a:pt x="2360" y="1411"/>
                    </a:cubicBezTo>
                    <a:cubicBezTo>
                      <a:pt x="2528" y="1411"/>
                      <a:pt x="2718" y="1466"/>
                      <a:pt x="2919" y="1583"/>
                    </a:cubicBezTo>
                    <a:cubicBezTo>
                      <a:pt x="3607" y="1982"/>
                      <a:pt x="4167" y="2943"/>
                      <a:pt x="4161" y="3736"/>
                    </a:cubicBezTo>
                    <a:lnTo>
                      <a:pt x="4157" y="6022"/>
                    </a:lnTo>
                    <a:lnTo>
                      <a:pt x="4147" y="10394"/>
                    </a:lnTo>
                    <a:lnTo>
                      <a:pt x="5795" y="11344"/>
                    </a:lnTo>
                    <a:lnTo>
                      <a:pt x="5817" y="4690"/>
                    </a:lnTo>
                    <a:lnTo>
                      <a:pt x="5269" y="4374"/>
                    </a:lnTo>
                    <a:cubicBezTo>
                      <a:pt x="5274" y="2887"/>
                      <a:pt x="4225" y="1073"/>
                      <a:pt x="2932" y="324"/>
                    </a:cubicBezTo>
                    <a:cubicBezTo>
                      <a:pt x="2554" y="104"/>
                      <a:pt x="2197" y="0"/>
                      <a:pt x="18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7"/>
              <p:cNvSpPr/>
              <p:nvPr/>
            </p:nvSpPr>
            <p:spPr>
              <a:xfrm>
                <a:off x="3401592" y="4794684"/>
                <a:ext cx="422644" cy="609334"/>
              </a:xfrm>
              <a:custGeom>
                <a:rect b="b" l="l" r="r" t="t"/>
                <a:pathLst>
                  <a:path extrusionOk="0" h="4527" w="3140">
                    <a:moveTo>
                      <a:pt x="739" y="1"/>
                    </a:moveTo>
                    <a:lnTo>
                      <a:pt x="1" y="428"/>
                    </a:lnTo>
                    <a:cubicBezTo>
                      <a:pt x="11" y="433"/>
                      <a:pt x="23" y="445"/>
                      <a:pt x="33" y="450"/>
                    </a:cubicBezTo>
                    <a:cubicBezTo>
                      <a:pt x="66" y="467"/>
                      <a:pt x="95" y="490"/>
                      <a:pt x="122" y="505"/>
                    </a:cubicBezTo>
                    <a:cubicBezTo>
                      <a:pt x="155" y="527"/>
                      <a:pt x="184" y="544"/>
                      <a:pt x="211" y="566"/>
                    </a:cubicBezTo>
                    <a:cubicBezTo>
                      <a:pt x="216" y="571"/>
                      <a:pt x="222" y="571"/>
                      <a:pt x="228" y="577"/>
                    </a:cubicBezTo>
                    <a:cubicBezTo>
                      <a:pt x="260" y="600"/>
                      <a:pt x="290" y="622"/>
                      <a:pt x="317" y="639"/>
                    </a:cubicBezTo>
                    <a:cubicBezTo>
                      <a:pt x="322" y="644"/>
                      <a:pt x="327" y="649"/>
                      <a:pt x="334" y="649"/>
                    </a:cubicBezTo>
                    <a:cubicBezTo>
                      <a:pt x="367" y="671"/>
                      <a:pt x="396" y="694"/>
                      <a:pt x="423" y="721"/>
                    </a:cubicBezTo>
                    <a:cubicBezTo>
                      <a:pt x="428" y="727"/>
                      <a:pt x="433" y="727"/>
                      <a:pt x="433" y="732"/>
                    </a:cubicBezTo>
                    <a:cubicBezTo>
                      <a:pt x="467" y="759"/>
                      <a:pt x="500" y="781"/>
                      <a:pt x="528" y="809"/>
                    </a:cubicBezTo>
                    <a:cubicBezTo>
                      <a:pt x="561" y="842"/>
                      <a:pt x="595" y="870"/>
                      <a:pt x="627" y="898"/>
                    </a:cubicBezTo>
                    <a:cubicBezTo>
                      <a:pt x="632" y="904"/>
                      <a:pt x="632" y="904"/>
                      <a:pt x="638" y="904"/>
                    </a:cubicBezTo>
                    <a:cubicBezTo>
                      <a:pt x="671" y="931"/>
                      <a:pt x="699" y="964"/>
                      <a:pt x="732" y="993"/>
                    </a:cubicBezTo>
                    <a:lnTo>
                      <a:pt x="742" y="1003"/>
                    </a:lnTo>
                    <a:cubicBezTo>
                      <a:pt x="776" y="1030"/>
                      <a:pt x="804" y="1058"/>
                      <a:pt x="831" y="1092"/>
                    </a:cubicBezTo>
                    <a:lnTo>
                      <a:pt x="849" y="1109"/>
                    </a:lnTo>
                    <a:cubicBezTo>
                      <a:pt x="876" y="1136"/>
                      <a:pt x="904" y="1171"/>
                      <a:pt x="933" y="1198"/>
                    </a:cubicBezTo>
                    <a:lnTo>
                      <a:pt x="950" y="1215"/>
                    </a:lnTo>
                    <a:cubicBezTo>
                      <a:pt x="977" y="1242"/>
                      <a:pt x="1004" y="1277"/>
                      <a:pt x="1034" y="1304"/>
                    </a:cubicBezTo>
                    <a:cubicBezTo>
                      <a:pt x="1039" y="1309"/>
                      <a:pt x="1039" y="1314"/>
                      <a:pt x="1044" y="1314"/>
                    </a:cubicBezTo>
                    <a:cubicBezTo>
                      <a:pt x="1071" y="1347"/>
                      <a:pt x="1098" y="1381"/>
                      <a:pt x="1128" y="1409"/>
                    </a:cubicBezTo>
                    <a:cubicBezTo>
                      <a:pt x="1160" y="1448"/>
                      <a:pt x="1190" y="1481"/>
                      <a:pt x="1217" y="1514"/>
                    </a:cubicBezTo>
                    <a:cubicBezTo>
                      <a:pt x="1222" y="1520"/>
                      <a:pt x="1222" y="1525"/>
                      <a:pt x="1227" y="1525"/>
                    </a:cubicBezTo>
                    <a:cubicBezTo>
                      <a:pt x="1260" y="1570"/>
                      <a:pt x="1294" y="1614"/>
                      <a:pt x="1327" y="1659"/>
                    </a:cubicBezTo>
                    <a:cubicBezTo>
                      <a:pt x="1349" y="1691"/>
                      <a:pt x="1371" y="1721"/>
                      <a:pt x="1394" y="1753"/>
                    </a:cubicBezTo>
                    <a:cubicBezTo>
                      <a:pt x="1399" y="1758"/>
                      <a:pt x="1404" y="1770"/>
                      <a:pt x="1411" y="1775"/>
                    </a:cubicBezTo>
                    <a:cubicBezTo>
                      <a:pt x="1433" y="1808"/>
                      <a:pt x="1455" y="1837"/>
                      <a:pt x="1478" y="1869"/>
                    </a:cubicBezTo>
                    <a:cubicBezTo>
                      <a:pt x="1483" y="1875"/>
                      <a:pt x="1483" y="1880"/>
                      <a:pt x="1488" y="1886"/>
                    </a:cubicBezTo>
                    <a:cubicBezTo>
                      <a:pt x="1515" y="1926"/>
                      <a:pt x="1543" y="1970"/>
                      <a:pt x="1565" y="2009"/>
                    </a:cubicBezTo>
                    <a:cubicBezTo>
                      <a:pt x="1570" y="2014"/>
                      <a:pt x="1570" y="2019"/>
                      <a:pt x="1575" y="2026"/>
                    </a:cubicBezTo>
                    <a:cubicBezTo>
                      <a:pt x="1603" y="2070"/>
                      <a:pt x="1625" y="2109"/>
                      <a:pt x="1653" y="2147"/>
                    </a:cubicBezTo>
                    <a:cubicBezTo>
                      <a:pt x="1658" y="2152"/>
                      <a:pt x="1663" y="2164"/>
                      <a:pt x="1663" y="2169"/>
                    </a:cubicBezTo>
                    <a:cubicBezTo>
                      <a:pt x="1680" y="2197"/>
                      <a:pt x="1696" y="2225"/>
                      <a:pt x="1708" y="2253"/>
                    </a:cubicBezTo>
                    <a:cubicBezTo>
                      <a:pt x="1713" y="2258"/>
                      <a:pt x="1713" y="2263"/>
                      <a:pt x="1719" y="2263"/>
                    </a:cubicBezTo>
                    <a:cubicBezTo>
                      <a:pt x="1735" y="2297"/>
                      <a:pt x="1751" y="2325"/>
                      <a:pt x="1768" y="2358"/>
                    </a:cubicBezTo>
                    <a:cubicBezTo>
                      <a:pt x="1773" y="2363"/>
                      <a:pt x="1773" y="2368"/>
                      <a:pt x="1778" y="2381"/>
                    </a:cubicBezTo>
                    <a:cubicBezTo>
                      <a:pt x="1800" y="2425"/>
                      <a:pt x="1823" y="2465"/>
                      <a:pt x="1845" y="2502"/>
                    </a:cubicBezTo>
                    <a:cubicBezTo>
                      <a:pt x="1851" y="2507"/>
                      <a:pt x="1851" y="2513"/>
                      <a:pt x="1856" y="2524"/>
                    </a:cubicBezTo>
                    <a:cubicBezTo>
                      <a:pt x="1873" y="2564"/>
                      <a:pt x="1895" y="2596"/>
                      <a:pt x="1910" y="2635"/>
                    </a:cubicBezTo>
                    <a:cubicBezTo>
                      <a:pt x="1916" y="2640"/>
                      <a:pt x="1916" y="2646"/>
                      <a:pt x="1916" y="2653"/>
                    </a:cubicBezTo>
                    <a:cubicBezTo>
                      <a:pt x="1933" y="2686"/>
                      <a:pt x="1944" y="2714"/>
                      <a:pt x="1961" y="2742"/>
                    </a:cubicBezTo>
                    <a:cubicBezTo>
                      <a:pt x="1966" y="2747"/>
                      <a:pt x="1966" y="2759"/>
                      <a:pt x="1971" y="2764"/>
                    </a:cubicBezTo>
                    <a:cubicBezTo>
                      <a:pt x="1988" y="2797"/>
                      <a:pt x="1998" y="2831"/>
                      <a:pt x="2015" y="2864"/>
                    </a:cubicBezTo>
                    <a:cubicBezTo>
                      <a:pt x="2020" y="2869"/>
                      <a:pt x="2020" y="2880"/>
                      <a:pt x="2026" y="2886"/>
                    </a:cubicBezTo>
                    <a:cubicBezTo>
                      <a:pt x="2036" y="2918"/>
                      <a:pt x="2054" y="2947"/>
                      <a:pt x="2065" y="2975"/>
                    </a:cubicBezTo>
                    <a:cubicBezTo>
                      <a:pt x="2071" y="2980"/>
                      <a:pt x="2071" y="2985"/>
                      <a:pt x="2071" y="2991"/>
                    </a:cubicBezTo>
                    <a:cubicBezTo>
                      <a:pt x="2087" y="3025"/>
                      <a:pt x="2098" y="3058"/>
                      <a:pt x="2109" y="3091"/>
                    </a:cubicBezTo>
                    <a:cubicBezTo>
                      <a:pt x="2115" y="3101"/>
                      <a:pt x="2115" y="3109"/>
                      <a:pt x="2120" y="3114"/>
                    </a:cubicBezTo>
                    <a:cubicBezTo>
                      <a:pt x="2138" y="3153"/>
                      <a:pt x="2148" y="3185"/>
                      <a:pt x="2160" y="3220"/>
                    </a:cubicBezTo>
                    <a:cubicBezTo>
                      <a:pt x="2176" y="3259"/>
                      <a:pt x="2187" y="3297"/>
                      <a:pt x="2198" y="3331"/>
                    </a:cubicBezTo>
                    <a:cubicBezTo>
                      <a:pt x="2204" y="3336"/>
                      <a:pt x="2204" y="3348"/>
                      <a:pt x="2204" y="3353"/>
                    </a:cubicBezTo>
                    <a:cubicBezTo>
                      <a:pt x="2214" y="3393"/>
                      <a:pt x="2227" y="3425"/>
                      <a:pt x="2237" y="3460"/>
                    </a:cubicBezTo>
                    <a:cubicBezTo>
                      <a:pt x="2242" y="3465"/>
                      <a:pt x="2242" y="3476"/>
                      <a:pt x="2242" y="3482"/>
                    </a:cubicBezTo>
                    <a:cubicBezTo>
                      <a:pt x="2253" y="3520"/>
                      <a:pt x="2264" y="3554"/>
                      <a:pt x="2270" y="3593"/>
                    </a:cubicBezTo>
                    <a:cubicBezTo>
                      <a:pt x="2280" y="3638"/>
                      <a:pt x="2292" y="3670"/>
                      <a:pt x="2297" y="3704"/>
                    </a:cubicBezTo>
                    <a:cubicBezTo>
                      <a:pt x="2297" y="3709"/>
                      <a:pt x="2302" y="3714"/>
                      <a:pt x="2302" y="3722"/>
                    </a:cubicBezTo>
                    <a:cubicBezTo>
                      <a:pt x="2313" y="3760"/>
                      <a:pt x="2319" y="3793"/>
                      <a:pt x="2324" y="3827"/>
                    </a:cubicBezTo>
                    <a:cubicBezTo>
                      <a:pt x="2324" y="3838"/>
                      <a:pt x="2329" y="3844"/>
                      <a:pt x="2329" y="3849"/>
                    </a:cubicBezTo>
                    <a:cubicBezTo>
                      <a:pt x="2335" y="3882"/>
                      <a:pt x="2340" y="3922"/>
                      <a:pt x="2347" y="3955"/>
                    </a:cubicBezTo>
                    <a:cubicBezTo>
                      <a:pt x="2352" y="4000"/>
                      <a:pt x="2358" y="4028"/>
                      <a:pt x="2364" y="4062"/>
                    </a:cubicBezTo>
                    <a:cubicBezTo>
                      <a:pt x="2364" y="4067"/>
                      <a:pt x="2369" y="4079"/>
                      <a:pt x="2369" y="4084"/>
                    </a:cubicBezTo>
                    <a:cubicBezTo>
                      <a:pt x="2374" y="4117"/>
                      <a:pt x="2380" y="4151"/>
                      <a:pt x="2380" y="4184"/>
                    </a:cubicBezTo>
                    <a:cubicBezTo>
                      <a:pt x="2380" y="4189"/>
                      <a:pt x="2380" y="4200"/>
                      <a:pt x="2385" y="4206"/>
                    </a:cubicBezTo>
                    <a:cubicBezTo>
                      <a:pt x="2390" y="4238"/>
                      <a:pt x="2390" y="4267"/>
                      <a:pt x="2395" y="4300"/>
                    </a:cubicBezTo>
                    <a:lnTo>
                      <a:pt x="2395" y="4310"/>
                    </a:lnTo>
                    <a:cubicBezTo>
                      <a:pt x="2401" y="4343"/>
                      <a:pt x="2401" y="4377"/>
                      <a:pt x="2401" y="4410"/>
                    </a:cubicBezTo>
                    <a:lnTo>
                      <a:pt x="2401" y="4432"/>
                    </a:lnTo>
                    <a:cubicBezTo>
                      <a:pt x="2401" y="4465"/>
                      <a:pt x="2406" y="4494"/>
                      <a:pt x="2401" y="4526"/>
                    </a:cubicBezTo>
                    <a:cubicBezTo>
                      <a:pt x="2406" y="4513"/>
                      <a:pt x="3139" y="4079"/>
                      <a:pt x="3139" y="4079"/>
                    </a:cubicBezTo>
                    <a:lnTo>
                      <a:pt x="3139" y="3985"/>
                    </a:lnTo>
                    <a:lnTo>
                      <a:pt x="3139" y="3974"/>
                    </a:lnTo>
                    <a:lnTo>
                      <a:pt x="3139" y="3964"/>
                    </a:lnTo>
                    <a:cubicBezTo>
                      <a:pt x="3139" y="3931"/>
                      <a:pt x="3134" y="3897"/>
                      <a:pt x="3134" y="3864"/>
                    </a:cubicBezTo>
                    <a:lnTo>
                      <a:pt x="3134" y="3854"/>
                    </a:lnTo>
                    <a:cubicBezTo>
                      <a:pt x="3129" y="3821"/>
                      <a:pt x="3129" y="3792"/>
                      <a:pt x="3129" y="3759"/>
                    </a:cubicBezTo>
                    <a:cubicBezTo>
                      <a:pt x="3129" y="3754"/>
                      <a:pt x="3129" y="3749"/>
                      <a:pt x="3123" y="3749"/>
                    </a:cubicBezTo>
                    <a:cubicBezTo>
                      <a:pt x="3118" y="3705"/>
                      <a:pt x="3113" y="3677"/>
                      <a:pt x="3113" y="3643"/>
                    </a:cubicBezTo>
                    <a:cubicBezTo>
                      <a:pt x="3113" y="3633"/>
                      <a:pt x="3108" y="3625"/>
                      <a:pt x="3108" y="3620"/>
                    </a:cubicBezTo>
                    <a:cubicBezTo>
                      <a:pt x="3103" y="3588"/>
                      <a:pt x="3097" y="3554"/>
                      <a:pt x="3091" y="3520"/>
                    </a:cubicBezTo>
                    <a:cubicBezTo>
                      <a:pt x="3086" y="3476"/>
                      <a:pt x="3081" y="3444"/>
                      <a:pt x="3068" y="3409"/>
                    </a:cubicBezTo>
                    <a:cubicBezTo>
                      <a:pt x="3068" y="3404"/>
                      <a:pt x="3068" y="3399"/>
                      <a:pt x="3063" y="3399"/>
                    </a:cubicBezTo>
                    <a:cubicBezTo>
                      <a:pt x="3063" y="3394"/>
                      <a:pt x="3057" y="3394"/>
                      <a:pt x="3057" y="3388"/>
                    </a:cubicBezTo>
                    <a:cubicBezTo>
                      <a:pt x="3052" y="3350"/>
                      <a:pt x="3041" y="3316"/>
                      <a:pt x="3035" y="3283"/>
                    </a:cubicBezTo>
                    <a:cubicBezTo>
                      <a:pt x="3030" y="3272"/>
                      <a:pt x="3030" y="3266"/>
                      <a:pt x="3030" y="3266"/>
                    </a:cubicBezTo>
                    <a:cubicBezTo>
                      <a:pt x="3020" y="3232"/>
                      <a:pt x="3013" y="3194"/>
                      <a:pt x="3003" y="3159"/>
                    </a:cubicBezTo>
                    <a:cubicBezTo>
                      <a:pt x="2993" y="3115"/>
                      <a:pt x="2981" y="3075"/>
                      <a:pt x="2971" y="3043"/>
                    </a:cubicBezTo>
                    <a:cubicBezTo>
                      <a:pt x="2971" y="3038"/>
                      <a:pt x="2965" y="3032"/>
                      <a:pt x="2965" y="3032"/>
                    </a:cubicBezTo>
                    <a:cubicBezTo>
                      <a:pt x="2965" y="3027"/>
                      <a:pt x="2960" y="3027"/>
                      <a:pt x="2960" y="3022"/>
                    </a:cubicBezTo>
                    <a:cubicBezTo>
                      <a:pt x="2950" y="2983"/>
                      <a:pt x="2937" y="2950"/>
                      <a:pt x="2927" y="2916"/>
                    </a:cubicBezTo>
                    <a:cubicBezTo>
                      <a:pt x="2921" y="2906"/>
                      <a:pt x="2921" y="2899"/>
                      <a:pt x="2921" y="2894"/>
                    </a:cubicBezTo>
                    <a:cubicBezTo>
                      <a:pt x="2911" y="2860"/>
                      <a:pt x="2899" y="2822"/>
                      <a:pt x="2889" y="2787"/>
                    </a:cubicBezTo>
                    <a:cubicBezTo>
                      <a:pt x="2872" y="2748"/>
                      <a:pt x="2862" y="2711"/>
                      <a:pt x="2850" y="2676"/>
                    </a:cubicBezTo>
                    <a:cubicBezTo>
                      <a:pt x="2845" y="2671"/>
                      <a:pt x="2845" y="2666"/>
                      <a:pt x="2845" y="2666"/>
                    </a:cubicBezTo>
                    <a:cubicBezTo>
                      <a:pt x="2840" y="2660"/>
                      <a:pt x="2840" y="2660"/>
                      <a:pt x="2840" y="2655"/>
                    </a:cubicBezTo>
                    <a:cubicBezTo>
                      <a:pt x="2829" y="2623"/>
                      <a:pt x="2811" y="2588"/>
                      <a:pt x="2800" y="2556"/>
                    </a:cubicBezTo>
                    <a:cubicBezTo>
                      <a:pt x="2795" y="2545"/>
                      <a:pt x="2795" y="2545"/>
                      <a:pt x="2795" y="2539"/>
                    </a:cubicBezTo>
                    <a:cubicBezTo>
                      <a:pt x="2784" y="2506"/>
                      <a:pt x="2767" y="2477"/>
                      <a:pt x="2756" y="2450"/>
                    </a:cubicBezTo>
                    <a:cubicBezTo>
                      <a:pt x="2751" y="2445"/>
                      <a:pt x="2751" y="2439"/>
                      <a:pt x="2751" y="2433"/>
                    </a:cubicBezTo>
                    <a:cubicBezTo>
                      <a:pt x="2733" y="2393"/>
                      <a:pt x="2717" y="2361"/>
                      <a:pt x="2705" y="2326"/>
                    </a:cubicBezTo>
                    <a:cubicBezTo>
                      <a:pt x="2700" y="2316"/>
                      <a:pt x="2695" y="2309"/>
                      <a:pt x="2695" y="2304"/>
                    </a:cubicBezTo>
                    <a:cubicBezTo>
                      <a:pt x="2678" y="2272"/>
                      <a:pt x="2668" y="2242"/>
                      <a:pt x="2651" y="2215"/>
                    </a:cubicBezTo>
                    <a:cubicBezTo>
                      <a:pt x="2646" y="2210"/>
                      <a:pt x="2646" y="2210"/>
                      <a:pt x="2646" y="2205"/>
                    </a:cubicBezTo>
                    <a:cubicBezTo>
                      <a:pt x="2623" y="2166"/>
                      <a:pt x="2606" y="2127"/>
                      <a:pt x="2590" y="2094"/>
                    </a:cubicBezTo>
                    <a:cubicBezTo>
                      <a:pt x="2585" y="2088"/>
                      <a:pt x="2585" y="2083"/>
                      <a:pt x="2585" y="2083"/>
                    </a:cubicBezTo>
                    <a:cubicBezTo>
                      <a:pt x="2558" y="2033"/>
                      <a:pt x="2541" y="1994"/>
                      <a:pt x="2518" y="1949"/>
                    </a:cubicBezTo>
                    <a:cubicBezTo>
                      <a:pt x="2513" y="1944"/>
                      <a:pt x="2513" y="1944"/>
                      <a:pt x="2513" y="1939"/>
                    </a:cubicBezTo>
                    <a:cubicBezTo>
                      <a:pt x="2513" y="1933"/>
                      <a:pt x="2507" y="1933"/>
                      <a:pt x="2507" y="1928"/>
                    </a:cubicBezTo>
                    <a:cubicBezTo>
                      <a:pt x="2491" y="1896"/>
                      <a:pt x="2475" y="1867"/>
                      <a:pt x="2458" y="1839"/>
                    </a:cubicBezTo>
                    <a:cubicBezTo>
                      <a:pt x="2453" y="1834"/>
                      <a:pt x="2453" y="1829"/>
                      <a:pt x="2448" y="1829"/>
                    </a:cubicBezTo>
                    <a:cubicBezTo>
                      <a:pt x="2431" y="1801"/>
                      <a:pt x="2415" y="1774"/>
                      <a:pt x="2403" y="1745"/>
                    </a:cubicBezTo>
                    <a:cubicBezTo>
                      <a:pt x="2397" y="1740"/>
                      <a:pt x="2397" y="1734"/>
                      <a:pt x="2392" y="1734"/>
                    </a:cubicBezTo>
                    <a:cubicBezTo>
                      <a:pt x="2365" y="1685"/>
                      <a:pt x="2338" y="1645"/>
                      <a:pt x="2316" y="1601"/>
                    </a:cubicBezTo>
                    <a:cubicBezTo>
                      <a:pt x="2311" y="1596"/>
                      <a:pt x="2311" y="1591"/>
                      <a:pt x="2305" y="1585"/>
                    </a:cubicBezTo>
                    <a:cubicBezTo>
                      <a:pt x="2277" y="1539"/>
                      <a:pt x="2250" y="1501"/>
                      <a:pt x="2228" y="1462"/>
                    </a:cubicBezTo>
                    <a:cubicBezTo>
                      <a:pt x="2223" y="1457"/>
                      <a:pt x="2223" y="1457"/>
                      <a:pt x="2223" y="1451"/>
                    </a:cubicBezTo>
                    <a:cubicBezTo>
                      <a:pt x="2195" y="1413"/>
                      <a:pt x="2172" y="1385"/>
                      <a:pt x="2156" y="1352"/>
                    </a:cubicBezTo>
                    <a:cubicBezTo>
                      <a:pt x="2150" y="1347"/>
                      <a:pt x="2145" y="1341"/>
                      <a:pt x="2139" y="1330"/>
                    </a:cubicBezTo>
                    <a:cubicBezTo>
                      <a:pt x="2117" y="1297"/>
                      <a:pt x="2094" y="1268"/>
                      <a:pt x="2072" y="1236"/>
                    </a:cubicBezTo>
                    <a:cubicBezTo>
                      <a:pt x="2039" y="1192"/>
                      <a:pt x="2005" y="1147"/>
                      <a:pt x="1972" y="1103"/>
                    </a:cubicBezTo>
                    <a:lnTo>
                      <a:pt x="1962" y="1092"/>
                    </a:lnTo>
                    <a:cubicBezTo>
                      <a:pt x="1934" y="1059"/>
                      <a:pt x="1907" y="1020"/>
                      <a:pt x="1878" y="985"/>
                    </a:cubicBezTo>
                    <a:cubicBezTo>
                      <a:pt x="1845" y="947"/>
                      <a:pt x="1823" y="919"/>
                      <a:pt x="1794" y="886"/>
                    </a:cubicBezTo>
                    <a:cubicBezTo>
                      <a:pt x="1789" y="881"/>
                      <a:pt x="1789" y="881"/>
                      <a:pt x="1789" y="875"/>
                    </a:cubicBezTo>
                    <a:cubicBezTo>
                      <a:pt x="1756" y="843"/>
                      <a:pt x="1734" y="815"/>
                      <a:pt x="1705" y="781"/>
                    </a:cubicBezTo>
                    <a:lnTo>
                      <a:pt x="1695" y="771"/>
                    </a:lnTo>
                    <a:cubicBezTo>
                      <a:pt x="1662" y="732"/>
                      <a:pt x="1633" y="705"/>
                      <a:pt x="1606" y="676"/>
                    </a:cubicBezTo>
                    <a:lnTo>
                      <a:pt x="1600" y="671"/>
                    </a:lnTo>
                    <a:lnTo>
                      <a:pt x="1590" y="661"/>
                    </a:lnTo>
                    <a:cubicBezTo>
                      <a:pt x="1563" y="633"/>
                      <a:pt x="1535" y="600"/>
                      <a:pt x="1501" y="571"/>
                    </a:cubicBezTo>
                    <a:lnTo>
                      <a:pt x="1490" y="561"/>
                    </a:lnTo>
                    <a:cubicBezTo>
                      <a:pt x="1458" y="529"/>
                      <a:pt x="1428" y="500"/>
                      <a:pt x="1396" y="472"/>
                    </a:cubicBezTo>
                    <a:cubicBezTo>
                      <a:pt x="1391" y="467"/>
                      <a:pt x="1391" y="467"/>
                      <a:pt x="1386" y="467"/>
                    </a:cubicBezTo>
                    <a:cubicBezTo>
                      <a:pt x="1353" y="439"/>
                      <a:pt x="1318" y="412"/>
                      <a:pt x="1286" y="383"/>
                    </a:cubicBezTo>
                    <a:cubicBezTo>
                      <a:pt x="1254" y="356"/>
                      <a:pt x="1219" y="328"/>
                      <a:pt x="1186" y="299"/>
                    </a:cubicBezTo>
                    <a:cubicBezTo>
                      <a:pt x="1181" y="294"/>
                      <a:pt x="1181" y="294"/>
                      <a:pt x="1176" y="294"/>
                    </a:cubicBezTo>
                    <a:cubicBezTo>
                      <a:pt x="1144" y="267"/>
                      <a:pt x="1109" y="245"/>
                      <a:pt x="1082" y="223"/>
                    </a:cubicBezTo>
                    <a:cubicBezTo>
                      <a:pt x="1076" y="217"/>
                      <a:pt x="1076" y="217"/>
                      <a:pt x="1071" y="217"/>
                    </a:cubicBezTo>
                    <a:cubicBezTo>
                      <a:pt x="1066" y="212"/>
                      <a:pt x="1066" y="212"/>
                      <a:pt x="1061" y="212"/>
                    </a:cubicBezTo>
                    <a:cubicBezTo>
                      <a:pt x="1034" y="189"/>
                      <a:pt x="999" y="167"/>
                      <a:pt x="972" y="150"/>
                    </a:cubicBezTo>
                    <a:cubicBezTo>
                      <a:pt x="961" y="145"/>
                      <a:pt x="961" y="140"/>
                      <a:pt x="955" y="140"/>
                    </a:cubicBezTo>
                    <a:cubicBezTo>
                      <a:pt x="922" y="118"/>
                      <a:pt x="893" y="100"/>
                      <a:pt x="866" y="78"/>
                    </a:cubicBezTo>
                    <a:cubicBezTo>
                      <a:pt x="833" y="56"/>
                      <a:pt x="804" y="39"/>
                      <a:pt x="772" y="24"/>
                    </a:cubicBezTo>
                    <a:cubicBezTo>
                      <a:pt x="766" y="18"/>
                      <a:pt x="766" y="18"/>
                      <a:pt x="761" y="18"/>
                    </a:cubicBezTo>
                    <a:cubicBezTo>
                      <a:pt x="751" y="13"/>
                      <a:pt x="744" y="8"/>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7"/>
              <p:cNvSpPr/>
              <p:nvPr/>
            </p:nvSpPr>
            <p:spPr>
              <a:xfrm>
                <a:off x="2746225" y="4369751"/>
                <a:ext cx="321290" cy="1207766"/>
              </a:xfrm>
              <a:custGeom>
                <a:rect b="b" l="l" r="r" t="t"/>
                <a:pathLst>
                  <a:path extrusionOk="0" h="8973" w="2387">
                    <a:moveTo>
                      <a:pt x="1898" y="0"/>
                    </a:moveTo>
                    <a:lnTo>
                      <a:pt x="211" y="7640"/>
                    </a:lnTo>
                    <a:cubicBezTo>
                      <a:pt x="22" y="8074"/>
                      <a:pt x="0" y="8545"/>
                      <a:pt x="122" y="8973"/>
                    </a:cubicBezTo>
                    <a:cubicBezTo>
                      <a:pt x="717" y="7491"/>
                      <a:pt x="1576" y="3291"/>
                      <a:pt x="2387" y="1016"/>
                    </a:cubicBezTo>
                    <a:lnTo>
                      <a:pt x="18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7"/>
              <p:cNvSpPr/>
              <p:nvPr/>
            </p:nvSpPr>
            <p:spPr>
              <a:xfrm>
                <a:off x="3711306" y="3243416"/>
                <a:ext cx="95566" cy="163808"/>
              </a:xfrm>
              <a:custGeom>
                <a:rect b="b" l="l" r="r" t="t"/>
                <a:pathLst>
                  <a:path extrusionOk="0" h="1217" w="710">
                    <a:moveTo>
                      <a:pt x="709" y="1"/>
                    </a:moveTo>
                    <a:cubicBezTo>
                      <a:pt x="466" y="56"/>
                      <a:pt x="227" y="356"/>
                      <a:pt x="0" y="768"/>
                    </a:cubicBezTo>
                    <a:lnTo>
                      <a:pt x="161" y="1216"/>
                    </a:lnTo>
                    <a:cubicBezTo>
                      <a:pt x="360" y="673"/>
                      <a:pt x="549" y="218"/>
                      <a:pt x="7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7"/>
              <p:cNvSpPr/>
              <p:nvPr/>
            </p:nvSpPr>
            <p:spPr>
              <a:xfrm>
                <a:off x="3732842" y="3093875"/>
                <a:ext cx="349691" cy="506769"/>
              </a:xfrm>
              <a:custGeom>
                <a:rect b="b" l="l" r="r" t="t"/>
                <a:pathLst>
                  <a:path extrusionOk="0" h="3765" w="2598">
                    <a:moveTo>
                      <a:pt x="1683" y="0"/>
                    </a:moveTo>
                    <a:cubicBezTo>
                      <a:pt x="1677" y="0"/>
                      <a:pt x="1671" y="1"/>
                      <a:pt x="1665" y="1"/>
                    </a:cubicBezTo>
                    <a:cubicBezTo>
                      <a:pt x="1409" y="36"/>
                      <a:pt x="882" y="1046"/>
                      <a:pt x="549" y="1117"/>
                    </a:cubicBezTo>
                    <a:cubicBezTo>
                      <a:pt x="390" y="1340"/>
                      <a:pt x="202" y="1790"/>
                      <a:pt x="0" y="2332"/>
                    </a:cubicBezTo>
                    <a:lnTo>
                      <a:pt x="339" y="3275"/>
                    </a:lnTo>
                    <a:lnTo>
                      <a:pt x="867" y="2437"/>
                    </a:lnTo>
                    <a:lnTo>
                      <a:pt x="2597" y="3764"/>
                    </a:lnTo>
                    <a:lnTo>
                      <a:pt x="1865" y="129"/>
                    </a:lnTo>
                    <a:cubicBezTo>
                      <a:pt x="1809" y="53"/>
                      <a:pt x="1748" y="0"/>
                      <a:pt x="16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7"/>
              <p:cNvSpPr/>
              <p:nvPr/>
            </p:nvSpPr>
            <p:spPr>
              <a:xfrm>
                <a:off x="3984544" y="3111373"/>
                <a:ext cx="192882" cy="489271"/>
              </a:xfrm>
              <a:custGeom>
                <a:rect b="b" l="l" r="r" t="t"/>
                <a:pathLst>
                  <a:path extrusionOk="0" h="3635" w="1433">
                    <a:moveTo>
                      <a:pt x="0" y="0"/>
                    </a:moveTo>
                    <a:lnTo>
                      <a:pt x="727" y="3634"/>
                    </a:lnTo>
                    <a:lnTo>
                      <a:pt x="943" y="2347"/>
                    </a:lnTo>
                    <a:lnTo>
                      <a:pt x="961" y="2258"/>
                    </a:lnTo>
                    <a:lnTo>
                      <a:pt x="1432" y="2536"/>
                    </a:lnTo>
                    <a:lnTo>
                      <a:pt x="1432" y="2536"/>
                    </a:lnTo>
                    <a:lnTo>
                      <a:pt x="90" y="156"/>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7"/>
              <p:cNvSpPr/>
              <p:nvPr/>
            </p:nvSpPr>
            <p:spPr>
              <a:xfrm>
                <a:off x="4303545" y="3688674"/>
                <a:ext cx="323578" cy="561013"/>
              </a:xfrm>
              <a:custGeom>
                <a:rect b="b" l="l" r="r" t="t"/>
                <a:pathLst>
                  <a:path extrusionOk="0" h="4168" w="2404">
                    <a:moveTo>
                      <a:pt x="2403" y="0"/>
                    </a:moveTo>
                    <a:lnTo>
                      <a:pt x="0" y="522"/>
                    </a:lnTo>
                    <a:lnTo>
                      <a:pt x="1343" y="4168"/>
                    </a:lnTo>
                    <a:lnTo>
                      <a:pt x="1480" y="1559"/>
                    </a:lnTo>
                    <a:lnTo>
                      <a:pt x="24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9" name="Google Shape;6609;p57"/>
            <p:cNvSpPr/>
            <p:nvPr/>
          </p:nvSpPr>
          <p:spPr>
            <a:xfrm>
              <a:off x="7433902" y="4874391"/>
              <a:ext cx="63976" cy="48543"/>
            </a:xfrm>
            <a:custGeom>
              <a:rect b="b" l="l" r="r" t="t"/>
              <a:pathLst>
                <a:path extrusionOk="0" h="261" w="344">
                  <a:moveTo>
                    <a:pt x="344" y="0"/>
                  </a:moveTo>
                  <a:lnTo>
                    <a:pt x="0" y="206"/>
                  </a:lnTo>
                  <a:lnTo>
                    <a:pt x="0" y="260"/>
                  </a:lnTo>
                  <a:lnTo>
                    <a:pt x="344" y="61"/>
                  </a:lnTo>
                  <a:lnTo>
                    <a:pt x="3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7"/>
            <p:cNvSpPr/>
            <p:nvPr/>
          </p:nvSpPr>
          <p:spPr>
            <a:xfrm>
              <a:off x="7302727" y="4951016"/>
              <a:ext cx="63976" cy="48543"/>
            </a:xfrm>
            <a:custGeom>
              <a:rect b="b" l="l" r="r" t="t"/>
              <a:pathLst>
                <a:path extrusionOk="0" h="261" w="344">
                  <a:moveTo>
                    <a:pt x="344" y="0"/>
                  </a:moveTo>
                  <a:lnTo>
                    <a:pt x="0" y="206"/>
                  </a:lnTo>
                  <a:lnTo>
                    <a:pt x="0" y="260"/>
                  </a:lnTo>
                  <a:lnTo>
                    <a:pt x="344" y="61"/>
                  </a:lnTo>
                  <a:lnTo>
                    <a:pt x="3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1" name="Google Shape;6611;p57"/>
          <p:cNvGrpSpPr/>
          <p:nvPr/>
        </p:nvGrpSpPr>
        <p:grpSpPr>
          <a:xfrm>
            <a:off x="1080568" y="2059610"/>
            <a:ext cx="1169424" cy="1024264"/>
            <a:chOff x="3378954" y="3467129"/>
            <a:chExt cx="2386092" cy="2089908"/>
          </a:xfrm>
        </p:grpSpPr>
        <p:sp>
          <p:nvSpPr>
            <p:cNvPr id="6612" name="Google Shape;6612;p57"/>
            <p:cNvSpPr/>
            <p:nvPr/>
          </p:nvSpPr>
          <p:spPr>
            <a:xfrm>
              <a:off x="5556518" y="4676811"/>
              <a:ext cx="116294" cy="85883"/>
            </a:xfrm>
            <a:custGeom>
              <a:rect b="b" l="l" r="r" t="t"/>
              <a:pathLst>
                <a:path extrusionOk="0" h="867" w="1174">
                  <a:moveTo>
                    <a:pt x="1173" y="0"/>
                  </a:moveTo>
                  <a:lnTo>
                    <a:pt x="1" y="684"/>
                  </a:lnTo>
                  <a:lnTo>
                    <a:pt x="1" y="867"/>
                  </a:lnTo>
                  <a:lnTo>
                    <a:pt x="1173" y="190"/>
                  </a:lnTo>
                  <a:lnTo>
                    <a:pt x="11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7"/>
            <p:cNvSpPr/>
            <p:nvPr/>
          </p:nvSpPr>
          <p:spPr>
            <a:xfrm>
              <a:off x="4755843" y="4282267"/>
              <a:ext cx="800781" cy="480429"/>
            </a:xfrm>
            <a:custGeom>
              <a:rect b="b" l="l" r="r" t="t"/>
              <a:pathLst>
                <a:path extrusionOk="0" h="4850" w="8084">
                  <a:moveTo>
                    <a:pt x="6" y="0"/>
                  </a:moveTo>
                  <a:lnTo>
                    <a:pt x="1" y="184"/>
                  </a:lnTo>
                  <a:lnTo>
                    <a:pt x="8084" y="4850"/>
                  </a:lnTo>
                  <a:lnTo>
                    <a:pt x="8084" y="4667"/>
                  </a:lnTo>
                  <a:lnTo>
                    <a:pt x="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7"/>
            <p:cNvSpPr/>
            <p:nvPr/>
          </p:nvSpPr>
          <p:spPr>
            <a:xfrm>
              <a:off x="4756338" y="4215206"/>
              <a:ext cx="916480" cy="529462"/>
            </a:xfrm>
            <a:custGeom>
              <a:rect b="b" l="l" r="r" t="t"/>
              <a:pathLst>
                <a:path extrusionOk="0" h="5345" w="9252">
                  <a:moveTo>
                    <a:pt x="1172" y="1"/>
                  </a:moveTo>
                  <a:lnTo>
                    <a:pt x="1" y="677"/>
                  </a:lnTo>
                  <a:lnTo>
                    <a:pt x="8079" y="5344"/>
                  </a:lnTo>
                  <a:lnTo>
                    <a:pt x="9251" y="4660"/>
                  </a:lnTo>
                  <a:lnTo>
                    <a:pt x="117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7"/>
            <p:cNvSpPr/>
            <p:nvPr/>
          </p:nvSpPr>
          <p:spPr>
            <a:xfrm>
              <a:off x="5319773" y="4814896"/>
              <a:ext cx="115996" cy="85883"/>
            </a:xfrm>
            <a:custGeom>
              <a:rect b="b" l="l" r="r" t="t"/>
              <a:pathLst>
                <a:path extrusionOk="0" h="867" w="1171">
                  <a:moveTo>
                    <a:pt x="1170" y="1"/>
                  </a:moveTo>
                  <a:lnTo>
                    <a:pt x="0" y="677"/>
                  </a:lnTo>
                  <a:lnTo>
                    <a:pt x="0" y="866"/>
                  </a:lnTo>
                  <a:lnTo>
                    <a:pt x="1165" y="184"/>
                  </a:lnTo>
                  <a:lnTo>
                    <a:pt x="11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7"/>
            <p:cNvSpPr/>
            <p:nvPr/>
          </p:nvSpPr>
          <p:spPr>
            <a:xfrm>
              <a:off x="4518800" y="4419659"/>
              <a:ext cx="801078" cy="481122"/>
            </a:xfrm>
            <a:custGeom>
              <a:rect b="b" l="l" r="r" t="t"/>
              <a:pathLst>
                <a:path extrusionOk="0" h="4857" w="8087">
                  <a:moveTo>
                    <a:pt x="1" y="0"/>
                  </a:moveTo>
                  <a:lnTo>
                    <a:pt x="1" y="189"/>
                  </a:lnTo>
                  <a:lnTo>
                    <a:pt x="8086" y="4856"/>
                  </a:lnTo>
                  <a:lnTo>
                    <a:pt x="8086" y="4667"/>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7"/>
            <p:cNvSpPr/>
            <p:nvPr/>
          </p:nvSpPr>
          <p:spPr>
            <a:xfrm>
              <a:off x="4518800" y="4352598"/>
              <a:ext cx="916975" cy="529462"/>
            </a:xfrm>
            <a:custGeom>
              <a:rect b="b" l="l" r="r" t="t"/>
              <a:pathLst>
                <a:path extrusionOk="0" h="5345" w="9257">
                  <a:moveTo>
                    <a:pt x="1172" y="1"/>
                  </a:moveTo>
                  <a:lnTo>
                    <a:pt x="1" y="677"/>
                  </a:lnTo>
                  <a:lnTo>
                    <a:pt x="8086" y="5344"/>
                  </a:lnTo>
                  <a:lnTo>
                    <a:pt x="9256" y="4668"/>
                  </a:lnTo>
                  <a:lnTo>
                    <a:pt x="117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7"/>
            <p:cNvSpPr/>
            <p:nvPr/>
          </p:nvSpPr>
          <p:spPr>
            <a:xfrm>
              <a:off x="5082829" y="4952684"/>
              <a:ext cx="115600" cy="85487"/>
            </a:xfrm>
            <a:custGeom>
              <a:rect b="b" l="l" r="r" t="t"/>
              <a:pathLst>
                <a:path extrusionOk="0" h="863" w="1167">
                  <a:moveTo>
                    <a:pt x="1167" y="1"/>
                  </a:moveTo>
                  <a:lnTo>
                    <a:pt x="1" y="679"/>
                  </a:lnTo>
                  <a:lnTo>
                    <a:pt x="1" y="862"/>
                  </a:lnTo>
                  <a:lnTo>
                    <a:pt x="1167" y="184"/>
                  </a:lnTo>
                  <a:lnTo>
                    <a:pt x="11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7"/>
            <p:cNvSpPr/>
            <p:nvPr/>
          </p:nvSpPr>
          <p:spPr>
            <a:xfrm>
              <a:off x="4282054" y="4557645"/>
              <a:ext cx="800880" cy="480528"/>
            </a:xfrm>
            <a:custGeom>
              <a:rect b="b" l="l" r="r" t="t"/>
              <a:pathLst>
                <a:path extrusionOk="0" h="4851" w="8085">
                  <a:moveTo>
                    <a:pt x="0" y="1"/>
                  </a:moveTo>
                  <a:lnTo>
                    <a:pt x="0" y="184"/>
                  </a:lnTo>
                  <a:lnTo>
                    <a:pt x="8085" y="4850"/>
                  </a:lnTo>
                  <a:lnTo>
                    <a:pt x="8085" y="4667"/>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7"/>
            <p:cNvSpPr/>
            <p:nvPr/>
          </p:nvSpPr>
          <p:spPr>
            <a:xfrm>
              <a:off x="4282054" y="4490584"/>
              <a:ext cx="916381" cy="529363"/>
            </a:xfrm>
            <a:custGeom>
              <a:rect b="b" l="l" r="r" t="t"/>
              <a:pathLst>
                <a:path extrusionOk="0" h="5344" w="9251">
                  <a:moveTo>
                    <a:pt x="1170" y="1"/>
                  </a:moveTo>
                  <a:lnTo>
                    <a:pt x="0" y="678"/>
                  </a:lnTo>
                  <a:lnTo>
                    <a:pt x="8085" y="5344"/>
                  </a:lnTo>
                  <a:lnTo>
                    <a:pt x="9251" y="4666"/>
                  </a:lnTo>
                  <a:lnTo>
                    <a:pt x="117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7"/>
            <p:cNvSpPr/>
            <p:nvPr/>
          </p:nvSpPr>
          <p:spPr>
            <a:xfrm>
              <a:off x="4845390" y="5090175"/>
              <a:ext cx="115996" cy="85982"/>
            </a:xfrm>
            <a:custGeom>
              <a:rect b="b" l="l" r="r" t="t"/>
              <a:pathLst>
                <a:path extrusionOk="0" h="868" w="1171">
                  <a:moveTo>
                    <a:pt x="1171" y="1"/>
                  </a:moveTo>
                  <a:lnTo>
                    <a:pt x="7" y="684"/>
                  </a:lnTo>
                  <a:lnTo>
                    <a:pt x="1" y="867"/>
                  </a:lnTo>
                  <a:lnTo>
                    <a:pt x="1171" y="184"/>
                  </a:lnTo>
                  <a:lnTo>
                    <a:pt x="117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7"/>
            <p:cNvSpPr/>
            <p:nvPr/>
          </p:nvSpPr>
          <p:spPr>
            <a:xfrm>
              <a:off x="4045111" y="4695532"/>
              <a:ext cx="800979" cy="480627"/>
            </a:xfrm>
            <a:custGeom>
              <a:rect b="b" l="l" r="r" t="t"/>
              <a:pathLst>
                <a:path extrusionOk="0" h="4852" w="8086">
                  <a:moveTo>
                    <a:pt x="1" y="1"/>
                  </a:moveTo>
                  <a:lnTo>
                    <a:pt x="1" y="184"/>
                  </a:lnTo>
                  <a:lnTo>
                    <a:pt x="8080" y="4851"/>
                  </a:lnTo>
                  <a:lnTo>
                    <a:pt x="8086" y="466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7"/>
            <p:cNvSpPr/>
            <p:nvPr/>
          </p:nvSpPr>
          <p:spPr>
            <a:xfrm>
              <a:off x="4045111" y="4627876"/>
              <a:ext cx="916282" cy="530156"/>
            </a:xfrm>
            <a:custGeom>
              <a:rect b="b" l="l" r="r" t="t"/>
              <a:pathLst>
                <a:path extrusionOk="0" h="5352" w="9250">
                  <a:moveTo>
                    <a:pt x="1172" y="1"/>
                  </a:moveTo>
                  <a:lnTo>
                    <a:pt x="1" y="684"/>
                  </a:lnTo>
                  <a:lnTo>
                    <a:pt x="8086" y="5351"/>
                  </a:lnTo>
                  <a:lnTo>
                    <a:pt x="9250" y="4668"/>
                  </a:lnTo>
                  <a:lnTo>
                    <a:pt x="117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7"/>
            <p:cNvSpPr/>
            <p:nvPr/>
          </p:nvSpPr>
          <p:spPr>
            <a:xfrm>
              <a:off x="4608446" y="5228161"/>
              <a:ext cx="116194" cy="85784"/>
            </a:xfrm>
            <a:custGeom>
              <a:rect b="b" l="l" r="r" t="t"/>
              <a:pathLst>
                <a:path extrusionOk="0" h="866" w="1173">
                  <a:moveTo>
                    <a:pt x="1172" y="0"/>
                  </a:moveTo>
                  <a:lnTo>
                    <a:pt x="1" y="677"/>
                  </a:lnTo>
                  <a:lnTo>
                    <a:pt x="1" y="866"/>
                  </a:lnTo>
                  <a:lnTo>
                    <a:pt x="1172" y="184"/>
                  </a:lnTo>
                  <a:lnTo>
                    <a:pt x="11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7"/>
            <p:cNvSpPr/>
            <p:nvPr/>
          </p:nvSpPr>
          <p:spPr>
            <a:xfrm>
              <a:off x="3807672" y="4833122"/>
              <a:ext cx="800880" cy="480825"/>
            </a:xfrm>
            <a:custGeom>
              <a:rect b="b" l="l" r="r" t="t"/>
              <a:pathLst>
                <a:path extrusionOk="0" h="4854" w="8085">
                  <a:moveTo>
                    <a:pt x="1" y="0"/>
                  </a:moveTo>
                  <a:lnTo>
                    <a:pt x="1" y="189"/>
                  </a:lnTo>
                  <a:lnTo>
                    <a:pt x="8085" y="4854"/>
                  </a:lnTo>
                  <a:lnTo>
                    <a:pt x="8085" y="4665"/>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7"/>
            <p:cNvSpPr/>
            <p:nvPr/>
          </p:nvSpPr>
          <p:spPr>
            <a:xfrm>
              <a:off x="3807672" y="4765962"/>
              <a:ext cx="916975" cy="529264"/>
            </a:xfrm>
            <a:custGeom>
              <a:rect b="b" l="l" r="r" t="t"/>
              <a:pathLst>
                <a:path extrusionOk="0" h="5343" w="9257">
                  <a:moveTo>
                    <a:pt x="1177" y="0"/>
                  </a:moveTo>
                  <a:lnTo>
                    <a:pt x="1" y="678"/>
                  </a:lnTo>
                  <a:lnTo>
                    <a:pt x="8085" y="5343"/>
                  </a:lnTo>
                  <a:lnTo>
                    <a:pt x="9256" y="4666"/>
                  </a:lnTo>
                  <a:lnTo>
                    <a:pt x="117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7"/>
            <p:cNvSpPr/>
            <p:nvPr/>
          </p:nvSpPr>
          <p:spPr>
            <a:xfrm>
              <a:off x="4371701" y="5365652"/>
              <a:ext cx="115996" cy="85784"/>
            </a:xfrm>
            <a:custGeom>
              <a:rect b="b" l="l" r="r" t="t"/>
              <a:pathLst>
                <a:path extrusionOk="0" h="866" w="1171">
                  <a:moveTo>
                    <a:pt x="1171" y="0"/>
                  </a:moveTo>
                  <a:lnTo>
                    <a:pt x="0" y="682"/>
                  </a:lnTo>
                  <a:lnTo>
                    <a:pt x="0" y="866"/>
                  </a:lnTo>
                  <a:lnTo>
                    <a:pt x="1171" y="189"/>
                  </a:lnTo>
                  <a:lnTo>
                    <a:pt x="117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7"/>
            <p:cNvSpPr/>
            <p:nvPr/>
          </p:nvSpPr>
          <p:spPr>
            <a:xfrm>
              <a:off x="3570827" y="4970910"/>
              <a:ext cx="800979" cy="480528"/>
            </a:xfrm>
            <a:custGeom>
              <a:rect b="b" l="l" r="r" t="t"/>
              <a:pathLst>
                <a:path extrusionOk="0" h="4851" w="8086">
                  <a:moveTo>
                    <a:pt x="0" y="0"/>
                  </a:moveTo>
                  <a:lnTo>
                    <a:pt x="0" y="184"/>
                  </a:lnTo>
                  <a:lnTo>
                    <a:pt x="8085" y="4851"/>
                  </a:lnTo>
                  <a:lnTo>
                    <a:pt x="8085" y="4667"/>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7"/>
            <p:cNvSpPr/>
            <p:nvPr/>
          </p:nvSpPr>
          <p:spPr>
            <a:xfrm>
              <a:off x="3570827" y="4903353"/>
              <a:ext cx="916876" cy="529958"/>
            </a:xfrm>
            <a:custGeom>
              <a:rect b="b" l="l" r="r" t="t"/>
              <a:pathLst>
                <a:path extrusionOk="0" h="5350" w="9256">
                  <a:moveTo>
                    <a:pt x="1171" y="0"/>
                  </a:moveTo>
                  <a:lnTo>
                    <a:pt x="0" y="682"/>
                  </a:lnTo>
                  <a:lnTo>
                    <a:pt x="8085" y="5349"/>
                  </a:lnTo>
                  <a:lnTo>
                    <a:pt x="9256" y="4667"/>
                  </a:lnTo>
                  <a:lnTo>
                    <a:pt x="11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7"/>
            <p:cNvSpPr/>
            <p:nvPr/>
          </p:nvSpPr>
          <p:spPr>
            <a:xfrm>
              <a:off x="3426798" y="4147649"/>
              <a:ext cx="1688138" cy="1036042"/>
            </a:xfrm>
            <a:custGeom>
              <a:rect b="b" l="l" r="r" t="t"/>
              <a:pathLst>
                <a:path extrusionOk="0" h="10459" w="17042">
                  <a:moveTo>
                    <a:pt x="17041" y="1"/>
                  </a:moveTo>
                  <a:lnTo>
                    <a:pt x="1" y="9904"/>
                  </a:lnTo>
                  <a:lnTo>
                    <a:pt x="1" y="10459"/>
                  </a:lnTo>
                  <a:lnTo>
                    <a:pt x="17041" y="554"/>
                  </a:lnTo>
                  <a:lnTo>
                    <a:pt x="170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7"/>
            <p:cNvSpPr/>
            <p:nvPr/>
          </p:nvSpPr>
          <p:spPr>
            <a:xfrm>
              <a:off x="3378954" y="5101368"/>
              <a:ext cx="47944" cy="82317"/>
            </a:xfrm>
            <a:custGeom>
              <a:rect b="b" l="l" r="r" t="t"/>
              <a:pathLst>
                <a:path extrusionOk="0" h="831" w="484">
                  <a:moveTo>
                    <a:pt x="0" y="0"/>
                  </a:moveTo>
                  <a:lnTo>
                    <a:pt x="0" y="553"/>
                  </a:lnTo>
                  <a:lnTo>
                    <a:pt x="484" y="831"/>
                  </a:lnTo>
                  <a:lnTo>
                    <a:pt x="484" y="276"/>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7"/>
            <p:cNvSpPr/>
            <p:nvPr/>
          </p:nvSpPr>
          <p:spPr>
            <a:xfrm>
              <a:off x="3378954" y="4120210"/>
              <a:ext cx="1735983" cy="1008504"/>
            </a:xfrm>
            <a:custGeom>
              <a:rect b="b" l="l" r="r" t="t"/>
              <a:pathLst>
                <a:path extrusionOk="0" h="10181" w="17525">
                  <a:moveTo>
                    <a:pt x="17041" y="0"/>
                  </a:moveTo>
                  <a:lnTo>
                    <a:pt x="0" y="9905"/>
                  </a:lnTo>
                  <a:lnTo>
                    <a:pt x="484" y="10181"/>
                  </a:lnTo>
                  <a:lnTo>
                    <a:pt x="17524" y="278"/>
                  </a:lnTo>
                  <a:lnTo>
                    <a:pt x="1704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7"/>
            <p:cNvSpPr/>
            <p:nvPr/>
          </p:nvSpPr>
          <p:spPr>
            <a:xfrm>
              <a:off x="4277002" y="4462650"/>
              <a:ext cx="1007712" cy="638822"/>
            </a:xfrm>
            <a:custGeom>
              <a:rect b="b" l="l" r="r" t="t"/>
              <a:pathLst>
                <a:path extrusionOk="0" h="6449" w="10173">
                  <a:moveTo>
                    <a:pt x="10172" y="0"/>
                  </a:moveTo>
                  <a:lnTo>
                    <a:pt x="6" y="5910"/>
                  </a:lnTo>
                  <a:lnTo>
                    <a:pt x="1" y="6448"/>
                  </a:lnTo>
                  <a:lnTo>
                    <a:pt x="10172" y="538"/>
                  </a:lnTo>
                  <a:lnTo>
                    <a:pt x="101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7"/>
            <p:cNvSpPr/>
            <p:nvPr/>
          </p:nvSpPr>
          <p:spPr>
            <a:xfrm>
              <a:off x="3710398" y="4720792"/>
              <a:ext cx="567302" cy="380678"/>
            </a:xfrm>
            <a:custGeom>
              <a:rect b="b" l="l" r="r" t="t"/>
              <a:pathLst>
                <a:path extrusionOk="0" h="3843" w="5727">
                  <a:moveTo>
                    <a:pt x="5" y="1"/>
                  </a:moveTo>
                  <a:lnTo>
                    <a:pt x="0" y="539"/>
                  </a:lnTo>
                  <a:lnTo>
                    <a:pt x="5721" y="3842"/>
                  </a:lnTo>
                  <a:lnTo>
                    <a:pt x="5726" y="3304"/>
                  </a:lnTo>
                  <a:lnTo>
                    <a:pt x="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7"/>
            <p:cNvSpPr/>
            <p:nvPr/>
          </p:nvSpPr>
          <p:spPr>
            <a:xfrm>
              <a:off x="3710893" y="4134871"/>
              <a:ext cx="1573826" cy="913211"/>
            </a:xfrm>
            <a:custGeom>
              <a:rect b="b" l="l" r="r" t="t"/>
              <a:pathLst>
                <a:path extrusionOk="0" h="9219" w="15888">
                  <a:moveTo>
                    <a:pt x="10166" y="1"/>
                  </a:moveTo>
                  <a:lnTo>
                    <a:pt x="0" y="5916"/>
                  </a:lnTo>
                  <a:lnTo>
                    <a:pt x="5721" y="9219"/>
                  </a:lnTo>
                  <a:lnTo>
                    <a:pt x="15887" y="3309"/>
                  </a:lnTo>
                  <a:lnTo>
                    <a:pt x="101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7"/>
            <p:cNvSpPr/>
            <p:nvPr/>
          </p:nvSpPr>
          <p:spPr>
            <a:xfrm>
              <a:off x="3686228" y="3536964"/>
              <a:ext cx="1253275" cy="1111425"/>
            </a:xfrm>
            <a:custGeom>
              <a:rect b="b" l="l" r="r" t="t"/>
              <a:pathLst>
                <a:path extrusionOk="0" h="11220" w="12652">
                  <a:moveTo>
                    <a:pt x="8790" y="1"/>
                  </a:moveTo>
                  <a:lnTo>
                    <a:pt x="1" y="5094"/>
                  </a:lnTo>
                  <a:lnTo>
                    <a:pt x="2714" y="10881"/>
                  </a:lnTo>
                  <a:lnTo>
                    <a:pt x="8240" y="11219"/>
                  </a:lnTo>
                  <a:lnTo>
                    <a:pt x="12652" y="7519"/>
                  </a:lnTo>
                  <a:lnTo>
                    <a:pt x="87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7"/>
            <p:cNvSpPr/>
            <p:nvPr/>
          </p:nvSpPr>
          <p:spPr>
            <a:xfrm>
              <a:off x="4556144" y="3536964"/>
              <a:ext cx="744516" cy="940254"/>
            </a:xfrm>
            <a:custGeom>
              <a:rect b="b" l="l" r="r" t="t"/>
              <a:pathLst>
                <a:path extrusionOk="0" h="9492" w="7516">
                  <a:moveTo>
                    <a:pt x="1" y="1"/>
                  </a:moveTo>
                  <a:lnTo>
                    <a:pt x="973" y="5804"/>
                  </a:lnTo>
                  <a:cubicBezTo>
                    <a:pt x="1073" y="6381"/>
                    <a:pt x="1472" y="6981"/>
                    <a:pt x="1933" y="7247"/>
                  </a:cubicBezTo>
                  <a:lnTo>
                    <a:pt x="2210" y="7408"/>
                  </a:lnTo>
                  <a:lnTo>
                    <a:pt x="5584" y="9356"/>
                  </a:lnTo>
                  <a:cubicBezTo>
                    <a:pt x="5739" y="9448"/>
                    <a:pt x="5887" y="9492"/>
                    <a:pt x="6020" y="9492"/>
                  </a:cubicBezTo>
                  <a:cubicBezTo>
                    <a:pt x="6078" y="9492"/>
                    <a:pt x="6133" y="9483"/>
                    <a:pt x="6184" y="9467"/>
                  </a:cubicBezTo>
                  <a:lnTo>
                    <a:pt x="6250" y="9427"/>
                  </a:lnTo>
                  <a:lnTo>
                    <a:pt x="7515" y="4333"/>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7"/>
            <p:cNvSpPr/>
            <p:nvPr/>
          </p:nvSpPr>
          <p:spPr>
            <a:xfrm>
              <a:off x="4296913" y="3966177"/>
              <a:ext cx="1003750" cy="1012070"/>
            </a:xfrm>
            <a:custGeom>
              <a:rect b="b" l="l" r="r" t="t"/>
              <a:pathLst>
                <a:path extrusionOk="0" h="10217" w="10133">
                  <a:moveTo>
                    <a:pt x="10132" y="0"/>
                  </a:moveTo>
                  <a:lnTo>
                    <a:pt x="4817" y="3071"/>
                  </a:lnTo>
                  <a:lnTo>
                    <a:pt x="1327" y="5090"/>
                  </a:lnTo>
                  <a:lnTo>
                    <a:pt x="0" y="10217"/>
                  </a:lnTo>
                  <a:cubicBezTo>
                    <a:pt x="0" y="10217"/>
                    <a:pt x="2037" y="9029"/>
                    <a:pt x="2042" y="9029"/>
                  </a:cubicBezTo>
                  <a:lnTo>
                    <a:pt x="2686" y="8657"/>
                  </a:lnTo>
                  <a:lnTo>
                    <a:pt x="2820" y="8580"/>
                  </a:lnTo>
                  <a:lnTo>
                    <a:pt x="3408" y="8242"/>
                  </a:lnTo>
                  <a:lnTo>
                    <a:pt x="4052" y="7870"/>
                  </a:lnTo>
                  <a:lnTo>
                    <a:pt x="4186" y="7792"/>
                  </a:lnTo>
                  <a:lnTo>
                    <a:pt x="4763" y="7460"/>
                  </a:lnTo>
                  <a:lnTo>
                    <a:pt x="5408" y="7088"/>
                  </a:lnTo>
                  <a:lnTo>
                    <a:pt x="5541" y="7011"/>
                  </a:lnTo>
                  <a:lnTo>
                    <a:pt x="6124" y="6674"/>
                  </a:lnTo>
                  <a:lnTo>
                    <a:pt x="6769" y="6302"/>
                  </a:lnTo>
                  <a:lnTo>
                    <a:pt x="6902" y="6224"/>
                  </a:lnTo>
                  <a:lnTo>
                    <a:pt x="7440" y="5914"/>
                  </a:lnTo>
                  <a:lnTo>
                    <a:pt x="8084" y="5542"/>
                  </a:lnTo>
                  <a:lnTo>
                    <a:pt x="8217" y="5465"/>
                  </a:lnTo>
                  <a:lnTo>
                    <a:pt x="8801" y="5127"/>
                  </a:lnTo>
                  <a:cubicBezTo>
                    <a:pt x="8982" y="5077"/>
                    <a:pt x="9111" y="4921"/>
                    <a:pt x="9160" y="4683"/>
                  </a:cubicBezTo>
                  <a:lnTo>
                    <a:pt x="1013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7"/>
            <p:cNvSpPr/>
            <p:nvPr/>
          </p:nvSpPr>
          <p:spPr>
            <a:xfrm>
              <a:off x="3686822" y="4041460"/>
              <a:ext cx="743724" cy="940056"/>
            </a:xfrm>
            <a:custGeom>
              <a:rect b="b" l="l" r="r" t="t"/>
              <a:pathLst>
                <a:path extrusionOk="0" h="9490" w="7508">
                  <a:moveTo>
                    <a:pt x="0" y="1"/>
                  </a:moveTo>
                  <a:lnTo>
                    <a:pt x="970" y="5805"/>
                  </a:lnTo>
                  <a:cubicBezTo>
                    <a:pt x="1065" y="6377"/>
                    <a:pt x="1464" y="6982"/>
                    <a:pt x="1925" y="7248"/>
                  </a:cubicBezTo>
                  <a:lnTo>
                    <a:pt x="5570" y="9356"/>
                  </a:lnTo>
                  <a:cubicBezTo>
                    <a:pt x="5726" y="9446"/>
                    <a:pt x="5874" y="9489"/>
                    <a:pt x="6006" y="9489"/>
                  </a:cubicBezTo>
                  <a:cubicBezTo>
                    <a:pt x="6267" y="9489"/>
                    <a:pt x="6466" y="9322"/>
                    <a:pt x="6535" y="9017"/>
                  </a:cubicBezTo>
                  <a:lnTo>
                    <a:pt x="7507" y="4334"/>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7"/>
            <p:cNvSpPr/>
            <p:nvPr/>
          </p:nvSpPr>
          <p:spPr>
            <a:xfrm>
              <a:off x="4567338" y="3528643"/>
              <a:ext cx="644171" cy="426740"/>
            </a:xfrm>
            <a:custGeom>
              <a:rect b="b" l="l" r="r" t="t"/>
              <a:pathLst>
                <a:path extrusionOk="0" h="4308" w="6503">
                  <a:moveTo>
                    <a:pt x="0" y="1"/>
                  </a:moveTo>
                  <a:lnTo>
                    <a:pt x="0" y="551"/>
                  </a:lnTo>
                  <a:lnTo>
                    <a:pt x="6497" y="4307"/>
                  </a:lnTo>
                  <a:lnTo>
                    <a:pt x="6503" y="375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7"/>
            <p:cNvSpPr/>
            <p:nvPr/>
          </p:nvSpPr>
          <p:spPr>
            <a:xfrm>
              <a:off x="3775181" y="3528643"/>
              <a:ext cx="792262" cy="515099"/>
            </a:xfrm>
            <a:custGeom>
              <a:rect b="b" l="l" r="r" t="t"/>
              <a:pathLst>
                <a:path extrusionOk="0" h="5200" w="7998">
                  <a:moveTo>
                    <a:pt x="7997" y="1"/>
                  </a:moveTo>
                  <a:lnTo>
                    <a:pt x="1" y="4645"/>
                  </a:lnTo>
                  <a:lnTo>
                    <a:pt x="1" y="5200"/>
                  </a:lnTo>
                  <a:lnTo>
                    <a:pt x="7997" y="551"/>
                  </a:lnTo>
                  <a:lnTo>
                    <a:pt x="79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7"/>
            <p:cNvSpPr/>
            <p:nvPr/>
          </p:nvSpPr>
          <p:spPr>
            <a:xfrm>
              <a:off x="3669190" y="3988663"/>
              <a:ext cx="750361" cy="488254"/>
            </a:xfrm>
            <a:custGeom>
              <a:rect b="b" l="l" r="r" t="t"/>
              <a:pathLst>
                <a:path extrusionOk="0" h="4929" w="7575">
                  <a:moveTo>
                    <a:pt x="0" y="1"/>
                  </a:moveTo>
                  <a:lnTo>
                    <a:pt x="0" y="556"/>
                  </a:lnTo>
                  <a:lnTo>
                    <a:pt x="7574" y="4929"/>
                  </a:lnTo>
                  <a:lnTo>
                    <a:pt x="7574" y="4373"/>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7"/>
            <p:cNvSpPr/>
            <p:nvPr/>
          </p:nvSpPr>
          <p:spPr>
            <a:xfrm>
              <a:off x="4419446" y="3900304"/>
              <a:ext cx="898253" cy="576614"/>
            </a:xfrm>
            <a:custGeom>
              <a:rect b="b" l="l" r="r" t="t"/>
              <a:pathLst>
                <a:path extrusionOk="0" h="5821" w="9068">
                  <a:moveTo>
                    <a:pt x="9067" y="0"/>
                  </a:moveTo>
                  <a:lnTo>
                    <a:pt x="0" y="5265"/>
                  </a:lnTo>
                  <a:lnTo>
                    <a:pt x="0" y="5821"/>
                  </a:lnTo>
                  <a:lnTo>
                    <a:pt x="9067" y="555"/>
                  </a:lnTo>
                  <a:lnTo>
                    <a:pt x="90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7"/>
            <p:cNvSpPr/>
            <p:nvPr/>
          </p:nvSpPr>
          <p:spPr>
            <a:xfrm>
              <a:off x="3669190" y="3467129"/>
              <a:ext cx="1648515" cy="954815"/>
            </a:xfrm>
            <a:custGeom>
              <a:rect b="b" l="l" r="r" t="t"/>
              <a:pathLst>
                <a:path extrusionOk="0" h="9639" w="16642">
                  <a:moveTo>
                    <a:pt x="9072" y="623"/>
                  </a:moveTo>
                  <a:lnTo>
                    <a:pt x="15570" y="4373"/>
                  </a:lnTo>
                  <a:lnTo>
                    <a:pt x="7574" y="9018"/>
                  </a:lnTo>
                  <a:lnTo>
                    <a:pt x="1076" y="5266"/>
                  </a:lnTo>
                  <a:lnTo>
                    <a:pt x="9072" y="623"/>
                  </a:lnTo>
                  <a:close/>
                  <a:moveTo>
                    <a:pt x="9062" y="1"/>
                  </a:moveTo>
                  <a:lnTo>
                    <a:pt x="0" y="5266"/>
                  </a:lnTo>
                  <a:lnTo>
                    <a:pt x="7578" y="9638"/>
                  </a:lnTo>
                  <a:lnTo>
                    <a:pt x="16641" y="4373"/>
                  </a:lnTo>
                  <a:lnTo>
                    <a:pt x="90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7"/>
            <p:cNvSpPr/>
            <p:nvPr/>
          </p:nvSpPr>
          <p:spPr>
            <a:xfrm>
              <a:off x="4500078" y="4477310"/>
              <a:ext cx="137096" cy="384838"/>
            </a:xfrm>
            <a:custGeom>
              <a:rect b="b" l="l" r="r" t="t"/>
              <a:pathLst>
                <a:path extrusionOk="0" h="3885" w="1384">
                  <a:moveTo>
                    <a:pt x="1383" y="1"/>
                  </a:moveTo>
                  <a:lnTo>
                    <a:pt x="1245" y="78"/>
                  </a:lnTo>
                  <a:cubicBezTo>
                    <a:pt x="1245" y="78"/>
                    <a:pt x="606" y="450"/>
                    <a:pt x="599" y="450"/>
                  </a:cubicBezTo>
                  <a:lnTo>
                    <a:pt x="0" y="3884"/>
                  </a:lnTo>
                  <a:lnTo>
                    <a:pt x="0" y="3884"/>
                  </a:lnTo>
                  <a:lnTo>
                    <a:pt x="645" y="3512"/>
                  </a:lnTo>
                  <a:lnTo>
                    <a:pt x="779" y="3436"/>
                  </a:lnTo>
                  <a:lnTo>
                    <a:pt x="1383" y="1"/>
                  </a:lnTo>
                  <a:close/>
                </a:path>
              </a:pathLst>
            </a:custGeom>
            <a:solidFill>
              <a:srgbClr val="333233">
                <a:alpha val="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7"/>
            <p:cNvSpPr/>
            <p:nvPr/>
          </p:nvSpPr>
          <p:spPr>
            <a:xfrm>
              <a:off x="4500177" y="4484541"/>
              <a:ext cx="123921" cy="377112"/>
            </a:xfrm>
            <a:custGeom>
              <a:rect b="b" l="l" r="r" t="t"/>
              <a:pathLst>
                <a:path extrusionOk="0" h="3807" w="1251">
                  <a:moveTo>
                    <a:pt x="1250" y="0"/>
                  </a:moveTo>
                  <a:lnTo>
                    <a:pt x="606" y="372"/>
                  </a:lnTo>
                  <a:cubicBezTo>
                    <a:pt x="606" y="372"/>
                    <a:pt x="0" y="3806"/>
                    <a:pt x="6" y="3806"/>
                  </a:cubicBezTo>
                  <a:lnTo>
                    <a:pt x="650" y="3434"/>
                  </a:lnTo>
                  <a:lnTo>
                    <a:pt x="12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7"/>
            <p:cNvSpPr/>
            <p:nvPr/>
          </p:nvSpPr>
          <p:spPr>
            <a:xfrm>
              <a:off x="4635489" y="4399352"/>
              <a:ext cx="136997" cy="384244"/>
            </a:xfrm>
            <a:custGeom>
              <a:rect b="b" l="l" r="r" t="t"/>
              <a:pathLst>
                <a:path extrusionOk="0" h="3879" w="1383">
                  <a:moveTo>
                    <a:pt x="1382" y="0"/>
                  </a:moveTo>
                  <a:lnTo>
                    <a:pt x="1248" y="79"/>
                  </a:lnTo>
                  <a:lnTo>
                    <a:pt x="606" y="451"/>
                  </a:lnTo>
                  <a:lnTo>
                    <a:pt x="0" y="3878"/>
                  </a:lnTo>
                  <a:lnTo>
                    <a:pt x="649" y="3501"/>
                  </a:lnTo>
                  <a:lnTo>
                    <a:pt x="777" y="3429"/>
                  </a:lnTo>
                  <a:lnTo>
                    <a:pt x="1382" y="0"/>
                  </a:lnTo>
                  <a:close/>
                </a:path>
              </a:pathLst>
            </a:custGeom>
            <a:solidFill>
              <a:srgbClr val="333233">
                <a:alpha val="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7"/>
            <p:cNvSpPr/>
            <p:nvPr/>
          </p:nvSpPr>
          <p:spPr>
            <a:xfrm>
              <a:off x="4635489" y="4407079"/>
              <a:ext cx="123723" cy="376518"/>
            </a:xfrm>
            <a:custGeom>
              <a:rect b="b" l="l" r="r" t="t"/>
              <a:pathLst>
                <a:path extrusionOk="0" h="3801" w="1249">
                  <a:moveTo>
                    <a:pt x="1248" y="1"/>
                  </a:moveTo>
                  <a:lnTo>
                    <a:pt x="606" y="373"/>
                  </a:lnTo>
                  <a:lnTo>
                    <a:pt x="0" y="3800"/>
                  </a:lnTo>
                  <a:lnTo>
                    <a:pt x="649" y="3423"/>
                  </a:lnTo>
                  <a:lnTo>
                    <a:pt x="12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7"/>
            <p:cNvSpPr/>
            <p:nvPr/>
          </p:nvSpPr>
          <p:spPr>
            <a:xfrm>
              <a:off x="4769612" y="4322286"/>
              <a:ext cx="136303" cy="383848"/>
            </a:xfrm>
            <a:custGeom>
              <a:rect b="b" l="l" r="r" t="t"/>
              <a:pathLst>
                <a:path extrusionOk="0" h="3875" w="1376">
                  <a:moveTo>
                    <a:pt x="1375" y="1"/>
                  </a:moveTo>
                  <a:lnTo>
                    <a:pt x="1243" y="79"/>
                  </a:lnTo>
                  <a:lnTo>
                    <a:pt x="599" y="445"/>
                  </a:lnTo>
                  <a:lnTo>
                    <a:pt x="1" y="3875"/>
                  </a:lnTo>
                  <a:lnTo>
                    <a:pt x="643" y="3498"/>
                  </a:lnTo>
                  <a:lnTo>
                    <a:pt x="777" y="3425"/>
                  </a:lnTo>
                  <a:lnTo>
                    <a:pt x="1375" y="1"/>
                  </a:lnTo>
                  <a:close/>
                </a:path>
              </a:pathLst>
            </a:custGeom>
            <a:solidFill>
              <a:srgbClr val="333233">
                <a:alpha val="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7"/>
            <p:cNvSpPr/>
            <p:nvPr/>
          </p:nvSpPr>
          <p:spPr>
            <a:xfrm>
              <a:off x="4769413" y="4330112"/>
              <a:ext cx="123426" cy="376022"/>
            </a:xfrm>
            <a:custGeom>
              <a:rect b="b" l="l" r="r" t="t"/>
              <a:pathLst>
                <a:path extrusionOk="0" h="3796" w="1246">
                  <a:moveTo>
                    <a:pt x="1245" y="0"/>
                  </a:moveTo>
                  <a:lnTo>
                    <a:pt x="601" y="366"/>
                  </a:lnTo>
                  <a:lnTo>
                    <a:pt x="1" y="3796"/>
                  </a:lnTo>
                  <a:lnTo>
                    <a:pt x="645" y="3424"/>
                  </a:lnTo>
                  <a:lnTo>
                    <a:pt x="12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7"/>
            <p:cNvSpPr/>
            <p:nvPr/>
          </p:nvSpPr>
          <p:spPr>
            <a:xfrm>
              <a:off x="4903635" y="4244923"/>
              <a:ext cx="136402" cy="383055"/>
            </a:xfrm>
            <a:custGeom>
              <a:rect b="b" l="l" r="r" t="t"/>
              <a:pathLst>
                <a:path extrusionOk="0" h="3867" w="1377">
                  <a:moveTo>
                    <a:pt x="1377" y="0"/>
                  </a:moveTo>
                  <a:lnTo>
                    <a:pt x="1244" y="73"/>
                  </a:lnTo>
                  <a:lnTo>
                    <a:pt x="600" y="444"/>
                  </a:lnTo>
                  <a:lnTo>
                    <a:pt x="0" y="3867"/>
                  </a:lnTo>
                  <a:lnTo>
                    <a:pt x="645" y="3490"/>
                  </a:lnTo>
                  <a:lnTo>
                    <a:pt x="783" y="3418"/>
                  </a:lnTo>
                  <a:lnTo>
                    <a:pt x="1377" y="0"/>
                  </a:lnTo>
                  <a:close/>
                </a:path>
              </a:pathLst>
            </a:custGeom>
            <a:solidFill>
              <a:srgbClr val="333233">
                <a:alpha val="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7"/>
            <p:cNvSpPr/>
            <p:nvPr/>
          </p:nvSpPr>
          <p:spPr>
            <a:xfrm>
              <a:off x="4903635" y="4252055"/>
              <a:ext cx="123228" cy="375923"/>
            </a:xfrm>
            <a:custGeom>
              <a:rect b="b" l="l" r="r" t="t"/>
              <a:pathLst>
                <a:path extrusionOk="0" h="3795" w="1244">
                  <a:moveTo>
                    <a:pt x="1244" y="1"/>
                  </a:moveTo>
                  <a:lnTo>
                    <a:pt x="600" y="372"/>
                  </a:lnTo>
                  <a:lnTo>
                    <a:pt x="0" y="3795"/>
                  </a:lnTo>
                  <a:lnTo>
                    <a:pt x="645" y="3418"/>
                  </a:lnTo>
                  <a:lnTo>
                    <a:pt x="12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7"/>
            <p:cNvSpPr/>
            <p:nvPr/>
          </p:nvSpPr>
          <p:spPr>
            <a:xfrm>
              <a:off x="5033994" y="4169541"/>
              <a:ext cx="135808" cy="383253"/>
            </a:xfrm>
            <a:custGeom>
              <a:rect b="b" l="l" r="r" t="t"/>
              <a:pathLst>
                <a:path extrusionOk="0" h="3869" w="1371">
                  <a:moveTo>
                    <a:pt x="1370" y="1"/>
                  </a:moveTo>
                  <a:lnTo>
                    <a:pt x="1243" y="79"/>
                  </a:lnTo>
                  <a:lnTo>
                    <a:pt x="598" y="450"/>
                  </a:lnTo>
                  <a:lnTo>
                    <a:pt x="0" y="3868"/>
                  </a:lnTo>
                  <a:lnTo>
                    <a:pt x="643" y="3491"/>
                  </a:lnTo>
                  <a:lnTo>
                    <a:pt x="776" y="3418"/>
                  </a:lnTo>
                  <a:lnTo>
                    <a:pt x="1370" y="1"/>
                  </a:lnTo>
                  <a:close/>
                </a:path>
              </a:pathLst>
            </a:custGeom>
            <a:solidFill>
              <a:srgbClr val="333233">
                <a:alpha val="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7"/>
            <p:cNvSpPr/>
            <p:nvPr/>
          </p:nvSpPr>
          <p:spPr>
            <a:xfrm>
              <a:off x="5033994" y="4177366"/>
              <a:ext cx="123128" cy="375428"/>
            </a:xfrm>
            <a:custGeom>
              <a:rect b="b" l="l" r="r" t="t"/>
              <a:pathLst>
                <a:path extrusionOk="0" h="3790" w="1243">
                  <a:moveTo>
                    <a:pt x="1243" y="0"/>
                  </a:moveTo>
                  <a:lnTo>
                    <a:pt x="598" y="371"/>
                  </a:lnTo>
                  <a:lnTo>
                    <a:pt x="0" y="3789"/>
                  </a:lnTo>
                  <a:lnTo>
                    <a:pt x="643" y="3412"/>
                  </a:lnTo>
                  <a:lnTo>
                    <a:pt x="12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7"/>
            <p:cNvSpPr/>
            <p:nvPr/>
          </p:nvSpPr>
          <p:spPr>
            <a:xfrm>
              <a:off x="3786473" y="4547145"/>
              <a:ext cx="64387" cy="175926"/>
            </a:xfrm>
            <a:custGeom>
              <a:rect b="b" l="l" r="r" t="t"/>
              <a:pathLst>
                <a:path extrusionOk="0" h="1776" w="650">
                  <a:moveTo>
                    <a:pt x="649" y="1"/>
                  </a:moveTo>
                  <a:lnTo>
                    <a:pt x="405" y="144"/>
                  </a:lnTo>
                  <a:lnTo>
                    <a:pt x="45" y="915"/>
                  </a:lnTo>
                  <a:cubicBezTo>
                    <a:pt x="12" y="983"/>
                    <a:pt x="1" y="1060"/>
                    <a:pt x="1" y="1149"/>
                  </a:cubicBezTo>
                  <a:lnTo>
                    <a:pt x="1" y="1465"/>
                  </a:lnTo>
                  <a:cubicBezTo>
                    <a:pt x="1" y="1488"/>
                    <a:pt x="6" y="1516"/>
                    <a:pt x="11" y="1538"/>
                  </a:cubicBezTo>
                  <a:cubicBezTo>
                    <a:pt x="17" y="1554"/>
                    <a:pt x="17" y="1560"/>
                    <a:pt x="22" y="1565"/>
                  </a:cubicBezTo>
                  <a:cubicBezTo>
                    <a:pt x="27" y="1570"/>
                    <a:pt x="27" y="1583"/>
                    <a:pt x="32" y="1588"/>
                  </a:cubicBezTo>
                  <a:cubicBezTo>
                    <a:pt x="38" y="1598"/>
                    <a:pt x="38" y="1605"/>
                    <a:pt x="43" y="1605"/>
                  </a:cubicBezTo>
                  <a:cubicBezTo>
                    <a:pt x="48" y="1610"/>
                    <a:pt x="48" y="1615"/>
                    <a:pt x="53" y="1622"/>
                  </a:cubicBezTo>
                  <a:cubicBezTo>
                    <a:pt x="59" y="1627"/>
                    <a:pt x="59" y="1632"/>
                    <a:pt x="59" y="1632"/>
                  </a:cubicBezTo>
                  <a:cubicBezTo>
                    <a:pt x="64" y="1637"/>
                    <a:pt x="64" y="1642"/>
                    <a:pt x="69" y="1649"/>
                  </a:cubicBezTo>
                  <a:cubicBezTo>
                    <a:pt x="74" y="1654"/>
                    <a:pt x="74" y="1659"/>
                    <a:pt x="80" y="1666"/>
                  </a:cubicBezTo>
                  <a:cubicBezTo>
                    <a:pt x="85" y="1671"/>
                    <a:pt x="85" y="1671"/>
                    <a:pt x="85" y="1676"/>
                  </a:cubicBezTo>
                  <a:cubicBezTo>
                    <a:pt x="90" y="1686"/>
                    <a:pt x="95" y="1686"/>
                    <a:pt x="95" y="1694"/>
                  </a:cubicBezTo>
                  <a:cubicBezTo>
                    <a:pt x="100" y="1699"/>
                    <a:pt x="100" y="1704"/>
                    <a:pt x="106" y="1704"/>
                  </a:cubicBezTo>
                  <a:cubicBezTo>
                    <a:pt x="111" y="1710"/>
                    <a:pt x="111" y="1710"/>
                    <a:pt x="111" y="1715"/>
                  </a:cubicBezTo>
                  <a:cubicBezTo>
                    <a:pt x="121" y="1725"/>
                    <a:pt x="121" y="1732"/>
                    <a:pt x="128" y="1732"/>
                  </a:cubicBezTo>
                  <a:lnTo>
                    <a:pt x="144" y="1748"/>
                  </a:lnTo>
                  <a:cubicBezTo>
                    <a:pt x="155" y="1754"/>
                    <a:pt x="161" y="1759"/>
                    <a:pt x="166" y="1765"/>
                  </a:cubicBezTo>
                  <a:cubicBezTo>
                    <a:pt x="172" y="1770"/>
                    <a:pt x="177" y="1770"/>
                    <a:pt x="184" y="1776"/>
                  </a:cubicBezTo>
                  <a:lnTo>
                    <a:pt x="427" y="1632"/>
                  </a:lnTo>
                  <a:cubicBezTo>
                    <a:pt x="410" y="1605"/>
                    <a:pt x="398" y="1593"/>
                    <a:pt x="388" y="1583"/>
                  </a:cubicBezTo>
                  <a:cubicBezTo>
                    <a:pt x="377" y="1572"/>
                    <a:pt x="364" y="1565"/>
                    <a:pt x="354" y="1554"/>
                  </a:cubicBezTo>
                  <a:cubicBezTo>
                    <a:pt x="344" y="1544"/>
                    <a:pt x="332" y="1532"/>
                    <a:pt x="327" y="1522"/>
                  </a:cubicBezTo>
                  <a:cubicBezTo>
                    <a:pt x="316" y="1505"/>
                    <a:pt x="310" y="1495"/>
                    <a:pt x="300" y="1483"/>
                  </a:cubicBezTo>
                  <a:cubicBezTo>
                    <a:pt x="289" y="1465"/>
                    <a:pt x="283" y="1455"/>
                    <a:pt x="276" y="1443"/>
                  </a:cubicBezTo>
                  <a:cubicBezTo>
                    <a:pt x="271" y="1427"/>
                    <a:pt x="266" y="1416"/>
                    <a:pt x="260" y="1405"/>
                  </a:cubicBezTo>
                  <a:cubicBezTo>
                    <a:pt x="254" y="1399"/>
                    <a:pt x="254" y="1394"/>
                    <a:pt x="254" y="1394"/>
                  </a:cubicBezTo>
                  <a:cubicBezTo>
                    <a:pt x="249" y="1366"/>
                    <a:pt x="244" y="1344"/>
                    <a:pt x="244" y="1322"/>
                  </a:cubicBezTo>
                  <a:lnTo>
                    <a:pt x="244" y="1005"/>
                  </a:lnTo>
                  <a:cubicBezTo>
                    <a:pt x="244" y="915"/>
                    <a:pt x="262" y="838"/>
                    <a:pt x="289" y="772"/>
                  </a:cubicBezTo>
                  <a:lnTo>
                    <a:pt x="6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7"/>
            <p:cNvSpPr/>
            <p:nvPr/>
          </p:nvSpPr>
          <p:spPr>
            <a:xfrm>
              <a:off x="3818667" y="4542192"/>
              <a:ext cx="33580" cy="19316"/>
            </a:xfrm>
            <a:custGeom>
              <a:rect b="b" l="l" r="r" t="t"/>
              <a:pathLst>
                <a:path extrusionOk="0" h="195" w="339">
                  <a:moveTo>
                    <a:pt x="244" y="1"/>
                  </a:moveTo>
                  <a:lnTo>
                    <a:pt x="1" y="145"/>
                  </a:lnTo>
                  <a:lnTo>
                    <a:pt x="90" y="194"/>
                  </a:lnTo>
                  <a:lnTo>
                    <a:pt x="338" y="50"/>
                  </a:lnTo>
                  <a:lnTo>
                    <a:pt x="2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7"/>
            <p:cNvSpPr/>
            <p:nvPr/>
          </p:nvSpPr>
          <p:spPr>
            <a:xfrm>
              <a:off x="3818667" y="4514754"/>
              <a:ext cx="24170" cy="41901"/>
            </a:xfrm>
            <a:custGeom>
              <a:rect b="b" l="l" r="r" t="t"/>
              <a:pathLst>
                <a:path extrusionOk="0" h="423" w="244">
                  <a:moveTo>
                    <a:pt x="244" y="0"/>
                  </a:moveTo>
                  <a:lnTo>
                    <a:pt x="1" y="145"/>
                  </a:lnTo>
                  <a:lnTo>
                    <a:pt x="1" y="422"/>
                  </a:lnTo>
                  <a:lnTo>
                    <a:pt x="244" y="278"/>
                  </a:lnTo>
                  <a:lnTo>
                    <a:pt x="2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7"/>
            <p:cNvSpPr/>
            <p:nvPr/>
          </p:nvSpPr>
          <p:spPr>
            <a:xfrm>
              <a:off x="3818667" y="4514754"/>
              <a:ext cx="43585" cy="25359"/>
            </a:xfrm>
            <a:custGeom>
              <a:rect b="b" l="l" r="r" t="t"/>
              <a:pathLst>
                <a:path extrusionOk="0" h="256" w="440">
                  <a:moveTo>
                    <a:pt x="244" y="0"/>
                  </a:moveTo>
                  <a:lnTo>
                    <a:pt x="1" y="145"/>
                  </a:lnTo>
                  <a:lnTo>
                    <a:pt x="189" y="256"/>
                  </a:lnTo>
                  <a:lnTo>
                    <a:pt x="440" y="111"/>
                  </a:lnTo>
                  <a:lnTo>
                    <a:pt x="2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7"/>
            <p:cNvSpPr/>
            <p:nvPr/>
          </p:nvSpPr>
          <p:spPr>
            <a:xfrm>
              <a:off x="3837389" y="4389942"/>
              <a:ext cx="92322" cy="150171"/>
            </a:xfrm>
            <a:custGeom>
              <a:rect b="b" l="l" r="r" t="t"/>
              <a:pathLst>
                <a:path extrusionOk="0" h="1516" w="932">
                  <a:moveTo>
                    <a:pt x="932" y="1"/>
                  </a:moveTo>
                  <a:cubicBezTo>
                    <a:pt x="927" y="3"/>
                    <a:pt x="923" y="5"/>
                    <a:pt x="919" y="8"/>
                  </a:cubicBezTo>
                  <a:lnTo>
                    <a:pt x="919" y="8"/>
                  </a:lnTo>
                  <a:lnTo>
                    <a:pt x="932" y="1"/>
                  </a:lnTo>
                  <a:close/>
                  <a:moveTo>
                    <a:pt x="919" y="8"/>
                  </a:moveTo>
                  <a:lnTo>
                    <a:pt x="682" y="139"/>
                  </a:lnTo>
                  <a:cubicBezTo>
                    <a:pt x="650" y="156"/>
                    <a:pt x="628" y="189"/>
                    <a:pt x="610" y="223"/>
                  </a:cubicBezTo>
                  <a:lnTo>
                    <a:pt x="0" y="1516"/>
                  </a:lnTo>
                  <a:lnTo>
                    <a:pt x="243" y="1371"/>
                  </a:lnTo>
                  <a:lnTo>
                    <a:pt x="854" y="84"/>
                  </a:lnTo>
                  <a:cubicBezTo>
                    <a:pt x="869" y="50"/>
                    <a:pt x="891" y="25"/>
                    <a:pt x="919" y="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7"/>
            <p:cNvSpPr/>
            <p:nvPr/>
          </p:nvSpPr>
          <p:spPr>
            <a:xfrm>
              <a:off x="3803214" y="4706627"/>
              <a:ext cx="495981" cy="286474"/>
            </a:xfrm>
            <a:custGeom>
              <a:rect b="b" l="l" r="r" t="t"/>
              <a:pathLst>
                <a:path extrusionOk="0" h="2892" w="5007">
                  <a:moveTo>
                    <a:pt x="251" y="0"/>
                  </a:moveTo>
                  <a:lnTo>
                    <a:pt x="1" y="138"/>
                  </a:lnTo>
                  <a:lnTo>
                    <a:pt x="4762" y="2891"/>
                  </a:lnTo>
                  <a:lnTo>
                    <a:pt x="5006" y="2747"/>
                  </a:lnTo>
                  <a:lnTo>
                    <a:pt x="2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7"/>
            <p:cNvSpPr/>
            <p:nvPr/>
          </p:nvSpPr>
          <p:spPr>
            <a:xfrm>
              <a:off x="4275219" y="4978538"/>
              <a:ext cx="36057" cy="17632"/>
            </a:xfrm>
            <a:custGeom>
              <a:rect b="b" l="l" r="r" t="t"/>
              <a:pathLst>
                <a:path extrusionOk="0" h="178" w="364">
                  <a:moveTo>
                    <a:pt x="364" y="12"/>
                  </a:moveTo>
                  <a:cubicBezTo>
                    <a:pt x="364" y="12"/>
                    <a:pt x="358" y="16"/>
                    <a:pt x="349" y="21"/>
                  </a:cubicBezTo>
                  <a:lnTo>
                    <a:pt x="349" y="21"/>
                  </a:lnTo>
                  <a:cubicBezTo>
                    <a:pt x="354" y="19"/>
                    <a:pt x="360" y="16"/>
                    <a:pt x="364" y="12"/>
                  </a:cubicBezTo>
                  <a:close/>
                  <a:moveTo>
                    <a:pt x="243" y="1"/>
                  </a:moveTo>
                  <a:lnTo>
                    <a:pt x="0" y="145"/>
                  </a:lnTo>
                  <a:cubicBezTo>
                    <a:pt x="11" y="150"/>
                    <a:pt x="22" y="155"/>
                    <a:pt x="33" y="162"/>
                  </a:cubicBezTo>
                  <a:cubicBezTo>
                    <a:pt x="38" y="162"/>
                    <a:pt x="38" y="167"/>
                    <a:pt x="43" y="167"/>
                  </a:cubicBezTo>
                  <a:cubicBezTo>
                    <a:pt x="48" y="167"/>
                    <a:pt x="54" y="173"/>
                    <a:pt x="60" y="173"/>
                  </a:cubicBezTo>
                  <a:cubicBezTo>
                    <a:pt x="77" y="173"/>
                    <a:pt x="77" y="178"/>
                    <a:pt x="82" y="178"/>
                  </a:cubicBezTo>
                  <a:cubicBezTo>
                    <a:pt x="87" y="178"/>
                    <a:pt x="92" y="178"/>
                    <a:pt x="100" y="173"/>
                  </a:cubicBezTo>
                  <a:cubicBezTo>
                    <a:pt x="116" y="167"/>
                    <a:pt x="116" y="167"/>
                    <a:pt x="122" y="167"/>
                  </a:cubicBezTo>
                  <a:cubicBezTo>
                    <a:pt x="127" y="167"/>
                    <a:pt x="127" y="162"/>
                    <a:pt x="132" y="162"/>
                  </a:cubicBezTo>
                  <a:cubicBezTo>
                    <a:pt x="121" y="158"/>
                    <a:pt x="296" y="53"/>
                    <a:pt x="349" y="21"/>
                  </a:cubicBezTo>
                  <a:lnTo>
                    <a:pt x="349" y="21"/>
                  </a:lnTo>
                  <a:cubicBezTo>
                    <a:pt x="346" y="22"/>
                    <a:pt x="343" y="23"/>
                    <a:pt x="342" y="23"/>
                  </a:cubicBezTo>
                  <a:cubicBezTo>
                    <a:pt x="331" y="28"/>
                    <a:pt x="325" y="28"/>
                    <a:pt x="314" y="28"/>
                  </a:cubicBezTo>
                  <a:cubicBezTo>
                    <a:pt x="297" y="23"/>
                    <a:pt x="291" y="23"/>
                    <a:pt x="286" y="23"/>
                  </a:cubicBezTo>
                  <a:cubicBezTo>
                    <a:pt x="281" y="23"/>
                    <a:pt x="281" y="18"/>
                    <a:pt x="276" y="18"/>
                  </a:cubicBezTo>
                  <a:cubicBezTo>
                    <a:pt x="265" y="12"/>
                    <a:pt x="254" y="7"/>
                    <a:pt x="243"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7"/>
            <p:cNvSpPr/>
            <p:nvPr/>
          </p:nvSpPr>
          <p:spPr>
            <a:xfrm>
              <a:off x="4255705" y="4794490"/>
              <a:ext cx="29618" cy="17731"/>
            </a:xfrm>
            <a:custGeom>
              <a:rect b="b" l="l" r="r" t="t"/>
              <a:pathLst>
                <a:path extrusionOk="0" h="179" w="299">
                  <a:moveTo>
                    <a:pt x="249" y="0"/>
                  </a:moveTo>
                  <a:lnTo>
                    <a:pt x="0" y="145"/>
                  </a:lnTo>
                  <a:lnTo>
                    <a:pt x="56" y="178"/>
                  </a:lnTo>
                  <a:lnTo>
                    <a:pt x="299" y="35"/>
                  </a:lnTo>
                  <a:lnTo>
                    <a:pt x="2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7"/>
            <p:cNvSpPr/>
            <p:nvPr/>
          </p:nvSpPr>
          <p:spPr>
            <a:xfrm>
              <a:off x="3837389" y="4525749"/>
              <a:ext cx="432683" cy="249625"/>
            </a:xfrm>
            <a:custGeom>
              <a:rect b="b" l="l" r="r" t="t"/>
              <a:pathLst>
                <a:path extrusionOk="0" h="2520" w="4368">
                  <a:moveTo>
                    <a:pt x="251" y="0"/>
                  </a:moveTo>
                  <a:lnTo>
                    <a:pt x="0" y="145"/>
                  </a:lnTo>
                  <a:lnTo>
                    <a:pt x="4117" y="2520"/>
                  </a:lnTo>
                  <a:lnTo>
                    <a:pt x="4368" y="2381"/>
                  </a:lnTo>
                  <a:lnTo>
                    <a:pt x="2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7"/>
            <p:cNvSpPr/>
            <p:nvPr/>
          </p:nvSpPr>
          <p:spPr>
            <a:xfrm>
              <a:off x="4261153" y="4770419"/>
              <a:ext cx="24170" cy="41802"/>
            </a:xfrm>
            <a:custGeom>
              <a:rect b="b" l="l" r="r" t="t"/>
              <a:pathLst>
                <a:path extrusionOk="0" h="422" w="244">
                  <a:moveTo>
                    <a:pt x="244" y="0"/>
                  </a:moveTo>
                  <a:lnTo>
                    <a:pt x="1" y="144"/>
                  </a:lnTo>
                  <a:lnTo>
                    <a:pt x="1" y="421"/>
                  </a:lnTo>
                  <a:lnTo>
                    <a:pt x="244" y="278"/>
                  </a:lnTo>
                  <a:lnTo>
                    <a:pt x="2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7"/>
            <p:cNvSpPr/>
            <p:nvPr/>
          </p:nvSpPr>
          <p:spPr>
            <a:xfrm>
              <a:off x="4245205" y="4761603"/>
              <a:ext cx="40118" cy="23080"/>
            </a:xfrm>
            <a:custGeom>
              <a:rect b="b" l="l" r="r" t="t"/>
              <a:pathLst>
                <a:path extrusionOk="0" h="233" w="405">
                  <a:moveTo>
                    <a:pt x="251" y="0"/>
                  </a:moveTo>
                  <a:lnTo>
                    <a:pt x="0" y="139"/>
                  </a:lnTo>
                  <a:lnTo>
                    <a:pt x="162" y="233"/>
                  </a:lnTo>
                  <a:lnTo>
                    <a:pt x="405" y="89"/>
                  </a:ln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7"/>
            <p:cNvSpPr/>
            <p:nvPr/>
          </p:nvSpPr>
          <p:spPr>
            <a:xfrm>
              <a:off x="3886224" y="4355371"/>
              <a:ext cx="288059" cy="149577"/>
            </a:xfrm>
            <a:custGeom>
              <a:rect b="b" l="l" r="r" t="t"/>
              <a:pathLst>
                <a:path extrusionOk="0" h="1510" w="2908">
                  <a:moveTo>
                    <a:pt x="36" y="173"/>
                  </a:moveTo>
                  <a:cubicBezTo>
                    <a:pt x="24" y="178"/>
                    <a:pt x="10" y="184"/>
                    <a:pt x="1" y="194"/>
                  </a:cubicBezTo>
                  <a:cubicBezTo>
                    <a:pt x="1" y="194"/>
                    <a:pt x="15" y="186"/>
                    <a:pt x="36" y="173"/>
                  </a:cubicBezTo>
                  <a:close/>
                  <a:moveTo>
                    <a:pt x="410" y="1"/>
                  </a:moveTo>
                  <a:cubicBezTo>
                    <a:pt x="394" y="1"/>
                    <a:pt x="388" y="6"/>
                    <a:pt x="378" y="6"/>
                  </a:cubicBezTo>
                  <a:lnTo>
                    <a:pt x="361" y="6"/>
                  </a:lnTo>
                  <a:cubicBezTo>
                    <a:pt x="356" y="6"/>
                    <a:pt x="351" y="11"/>
                    <a:pt x="351" y="11"/>
                  </a:cubicBezTo>
                  <a:cubicBezTo>
                    <a:pt x="345" y="11"/>
                    <a:pt x="340" y="17"/>
                    <a:pt x="334" y="17"/>
                  </a:cubicBezTo>
                  <a:cubicBezTo>
                    <a:pt x="329" y="17"/>
                    <a:pt x="323" y="22"/>
                    <a:pt x="316" y="22"/>
                  </a:cubicBezTo>
                  <a:cubicBezTo>
                    <a:pt x="311" y="27"/>
                    <a:pt x="306" y="27"/>
                    <a:pt x="294" y="27"/>
                  </a:cubicBezTo>
                  <a:cubicBezTo>
                    <a:pt x="289" y="27"/>
                    <a:pt x="289" y="32"/>
                    <a:pt x="284" y="32"/>
                  </a:cubicBezTo>
                  <a:cubicBezTo>
                    <a:pt x="267" y="38"/>
                    <a:pt x="256" y="43"/>
                    <a:pt x="251" y="49"/>
                  </a:cubicBezTo>
                  <a:cubicBezTo>
                    <a:pt x="247" y="53"/>
                    <a:pt x="104" y="135"/>
                    <a:pt x="36" y="173"/>
                  </a:cubicBezTo>
                  <a:lnTo>
                    <a:pt x="36" y="173"/>
                  </a:lnTo>
                  <a:cubicBezTo>
                    <a:pt x="38" y="173"/>
                    <a:pt x="39" y="172"/>
                    <a:pt x="41" y="172"/>
                  </a:cubicBezTo>
                  <a:cubicBezTo>
                    <a:pt x="46" y="172"/>
                    <a:pt x="51" y="166"/>
                    <a:pt x="51" y="166"/>
                  </a:cubicBezTo>
                  <a:cubicBezTo>
                    <a:pt x="61" y="161"/>
                    <a:pt x="73" y="161"/>
                    <a:pt x="83" y="156"/>
                  </a:cubicBezTo>
                  <a:cubicBezTo>
                    <a:pt x="89" y="156"/>
                    <a:pt x="94" y="151"/>
                    <a:pt x="100" y="151"/>
                  </a:cubicBezTo>
                  <a:cubicBezTo>
                    <a:pt x="111" y="146"/>
                    <a:pt x="117" y="146"/>
                    <a:pt x="127" y="146"/>
                  </a:cubicBezTo>
                  <a:cubicBezTo>
                    <a:pt x="138" y="146"/>
                    <a:pt x="145" y="146"/>
                    <a:pt x="151" y="140"/>
                  </a:cubicBezTo>
                  <a:lnTo>
                    <a:pt x="173" y="140"/>
                  </a:lnTo>
                  <a:cubicBezTo>
                    <a:pt x="189" y="140"/>
                    <a:pt x="200" y="146"/>
                    <a:pt x="217" y="146"/>
                  </a:cubicBezTo>
                  <a:cubicBezTo>
                    <a:pt x="222" y="146"/>
                    <a:pt x="234" y="151"/>
                    <a:pt x="240" y="151"/>
                  </a:cubicBezTo>
                  <a:cubicBezTo>
                    <a:pt x="267" y="156"/>
                    <a:pt x="294" y="168"/>
                    <a:pt x="323" y="173"/>
                  </a:cubicBezTo>
                  <a:cubicBezTo>
                    <a:pt x="329" y="178"/>
                    <a:pt x="334" y="178"/>
                    <a:pt x="340" y="178"/>
                  </a:cubicBezTo>
                  <a:cubicBezTo>
                    <a:pt x="373" y="188"/>
                    <a:pt x="402" y="205"/>
                    <a:pt x="434" y="222"/>
                  </a:cubicBezTo>
                  <a:lnTo>
                    <a:pt x="2665" y="1509"/>
                  </a:lnTo>
                  <a:lnTo>
                    <a:pt x="2908" y="1366"/>
                  </a:lnTo>
                  <a:lnTo>
                    <a:pt x="690" y="89"/>
                  </a:lnTo>
                  <a:cubicBezTo>
                    <a:pt x="657" y="67"/>
                    <a:pt x="628" y="56"/>
                    <a:pt x="595" y="44"/>
                  </a:cubicBezTo>
                  <a:cubicBezTo>
                    <a:pt x="591" y="39"/>
                    <a:pt x="585" y="39"/>
                    <a:pt x="578" y="39"/>
                  </a:cubicBezTo>
                  <a:cubicBezTo>
                    <a:pt x="551" y="28"/>
                    <a:pt x="523" y="17"/>
                    <a:pt x="494" y="17"/>
                  </a:cubicBezTo>
                  <a:cubicBezTo>
                    <a:pt x="484" y="11"/>
                    <a:pt x="477" y="11"/>
                    <a:pt x="472" y="11"/>
                  </a:cubicBezTo>
                  <a:cubicBezTo>
                    <a:pt x="455" y="6"/>
                    <a:pt x="445" y="6"/>
                    <a:pt x="428" y="6"/>
                  </a:cubicBezTo>
                  <a:cubicBezTo>
                    <a:pt x="423" y="6"/>
                    <a:pt x="418" y="1"/>
                    <a:pt x="4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7"/>
            <p:cNvSpPr/>
            <p:nvPr/>
          </p:nvSpPr>
          <p:spPr>
            <a:xfrm>
              <a:off x="3763294" y="4370923"/>
              <a:ext cx="552543" cy="655067"/>
            </a:xfrm>
            <a:custGeom>
              <a:rect b="b" l="l" r="r" t="t"/>
              <a:pathLst>
                <a:path extrusionOk="0" h="6613" w="5578">
                  <a:moveTo>
                    <a:pt x="1527" y="308"/>
                  </a:moveTo>
                  <a:cubicBezTo>
                    <a:pt x="1575" y="308"/>
                    <a:pt x="1629" y="323"/>
                    <a:pt x="1686" y="353"/>
                  </a:cubicBezTo>
                  <a:lnTo>
                    <a:pt x="3916" y="1641"/>
                  </a:lnTo>
                  <a:cubicBezTo>
                    <a:pt x="4055" y="1724"/>
                    <a:pt x="4181" y="1885"/>
                    <a:pt x="4238" y="2068"/>
                  </a:cubicBezTo>
                  <a:lnTo>
                    <a:pt x="4865" y="4076"/>
                  </a:lnTo>
                  <a:lnTo>
                    <a:pt x="754" y="1701"/>
                  </a:lnTo>
                  <a:lnTo>
                    <a:pt x="1358" y="415"/>
                  </a:lnTo>
                  <a:cubicBezTo>
                    <a:pt x="1392" y="344"/>
                    <a:pt x="1452" y="308"/>
                    <a:pt x="1527" y="308"/>
                  </a:cubicBezTo>
                  <a:close/>
                  <a:moveTo>
                    <a:pt x="641" y="1924"/>
                  </a:moveTo>
                  <a:lnTo>
                    <a:pt x="4965" y="4422"/>
                  </a:lnTo>
                  <a:lnTo>
                    <a:pt x="5281" y="5421"/>
                  </a:lnTo>
                  <a:cubicBezTo>
                    <a:pt x="5315" y="5527"/>
                    <a:pt x="5332" y="5621"/>
                    <a:pt x="5332" y="5721"/>
                  </a:cubicBezTo>
                  <a:lnTo>
                    <a:pt x="5332" y="6186"/>
                  </a:lnTo>
                  <a:cubicBezTo>
                    <a:pt x="5332" y="6260"/>
                    <a:pt x="5293" y="6304"/>
                    <a:pt x="5239" y="6304"/>
                  </a:cubicBezTo>
                  <a:cubicBezTo>
                    <a:pt x="5216" y="6304"/>
                    <a:pt x="5191" y="6296"/>
                    <a:pt x="5165" y="6280"/>
                  </a:cubicBezTo>
                  <a:lnTo>
                    <a:pt x="404" y="3534"/>
                  </a:lnTo>
                  <a:cubicBezTo>
                    <a:pt x="309" y="3479"/>
                    <a:pt x="237" y="3350"/>
                    <a:pt x="237" y="3245"/>
                  </a:cubicBezTo>
                  <a:lnTo>
                    <a:pt x="237" y="2929"/>
                  </a:lnTo>
                  <a:cubicBezTo>
                    <a:pt x="237" y="2840"/>
                    <a:pt x="254" y="2763"/>
                    <a:pt x="282" y="2696"/>
                  </a:cubicBezTo>
                  <a:lnTo>
                    <a:pt x="641" y="1924"/>
                  </a:lnTo>
                  <a:close/>
                  <a:moveTo>
                    <a:pt x="1420" y="0"/>
                  </a:moveTo>
                  <a:cubicBezTo>
                    <a:pt x="1296" y="0"/>
                    <a:pt x="1195" y="62"/>
                    <a:pt x="1138" y="182"/>
                  </a:cubicBezTo>
                  <a:lnTo>
                    <a:pt x="67" y="2463"/>
                  </a:lnTo>
                  <a:cubicBezTo>
                    <a:pt x="22" y="2557"/>
                    <a:pt x="0" y="2663"/>
                    <a:pt x="0" y="2791"/>
                  </a:cubicBezTo>
                  <a:lnTo>
                    <a:pt x="0" y="3107"/>
                  </a:lnTo>
                  <a:cubicBezTo>
                    <a:pt x="0" y="3363"/>
                    <a:pt x="184" y="3678"/>
                    <a:pt x="405" y="3812"/>
                  </a:cubicBezTo>
                  <a:lnTo>
                    <a:pt x="5166" y="6558"/>
                  </a:lnTo>
                  <a:cubicBezTo>
                    <a:pt x="5231" y="6595"/>
                    <a:pt x="5293" y="6613"/>
                    <a:pt x="5349" y="6613"/>
                  </a:cubicBezTo>
                  <a:cubicBezTo>
                    <a:pt x="5483" y="6613"/>
                    <a:pt x="5578" y="6509"/>
                    <a:pt x="5578" y="6324"/>
                  </a:cubicBezTo>
                  <a:lnTo>
                    <a:pt x="5578" y="5863"/>
                  </a:lnTo>
                  <a:cubicBezTo>
                    <a:pt x="5577" y="5730"/>
                    <a:pt x="5554" y="5586"/>
                    <a:pt x="5510" y="5437"/>
                  </a:cubicBezTo>
                  <a:lnTo>
                    <a:pt x="4461" y="2086"/>
                  </a:lnTo>
                  <a:cubicBezTo>
                    <a:pt x="4367" y="1786"/>
                    <a:pt x="4155" y="1503"/>
                    <a:pt x="3917" y="1369"/>
                  </a:cubicBezTo>
                  <a:lnTo>
                    <a:pt x="1687" y="83"/>
                  </a:lnTo>
                  <a:cubicBezTo>
                    <a:pt x="1592" y="27"/>
                    <a:pt x="1501" y="0"/>
                    <a:pt x="14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7"/>
            <p:cNvSpPr/>
            <p:nvPr/>
          </p:nvSpPr>
          <p:spPr>
            <a:xfrm>
              <a:off x="4149714" y="4490287"/>
              <a:ext cx="190389" cy="532434"/>
            </a:xfrm>
            <a:custGeom>
              <a:rect b="b" l="l" r="r" t="t"/>
              <a:pathLst>
                <a:path extrusionOk="0" h="5375" w="1922">
                  <a:moveTo>
                    <a:pt x="244" y="1"/>
                  </a:moveTo>
                  <a:lnTo>
                    <a:pt x="1" y="145"/>
                  </a:lnTo>
                  <a:cubicBezTo>
                    <a:pt x="28" y="162"/>
                    <a:pt x="50" y="178"/>
                    <a:pt x="73" y="195"/>
                  </a:cubicBezTo>
                  <a:cubicBezTo>
                    <a:pt x="83" y="205"/>
                    <a:pt x="95" y="211"/>
                    <a:pt x="105" y="217"/>
                  </a:cubicBezTo>
                  <a:cubicBezTo>
                    <a:pt x="127" y="234"/>
                    <a:pt x="149" y="250"/>
                    <a:pt x="167" y="267"/>
                  </a:cubicBezTo>
                  <a:lnTo>
                    <a:pt x="178" y="277"/>
                  </a:lnTo>
                  <a:cubicBezTo>
                    <a:pt x="205" y="299"/>
                    <a:pt x="227" y="327"/>
                    <a:pt x="249" y="350"/>
                  </a:cubicBezTo>
                  <a:lnTo>
                    <a:pt x="259" y="360"/>
                  </a:lnTo>
                  <a:cubicBezTo>
                    <a:pt x="288" y="387"/>
                    <a:pt x="310" y="415"/>
                    <a:pt x="332" y="444"/>
                  </a:cubicBezTo>
                  <a:cubicBezTo>
                    <a:pt x="359" y="476"/>
                    <a:pt x="382" y="510"/>
                    <a:pt x="399" y="543"/>
                  </a:cubicBezTo>
                  <a:cubicBezTo>
                    <a:pt x="421" y="582"/>
                    <a:pt x="443" y="609"/>
                    <a:pt x="460" y="643"/>
                  </a:cubicBezTo>
                  <a:cubicBezTo>
                    <a:pt x="466" y="648"/>
                    <a:pt x="466" y="653"/>
                    <a:pt x="466" y="653"/>
                  </a:cubicBezTo>
                  <a:cubicBezTo>
                    <a:pt x="482" y="686"/>
                    <a:pt x="498" y="719"/>
                    <a:pt x="510" y="753"/>
                  </a:cubicBezTo>
                  <a:cubicBezTo>
                    <a:pt x="515" y="758"/>
                    <a:pt x="515" y="763"/>
                    <a:pt x="515" y="770"/>
                  </a:cubicBezTo>
                  <a:cubicBezTo>
                    <a:pt x="532" y="802"/>
                    <a:pt x="542" y="837"/>
                    <a:pt x="555" y="876"/>
                  </a:cubicBezTo>
                  <a:lnTo>
                    <a:pt x="1603" y="4227"/>
                  </a:lnTo>
                  <a:cubicBezTo>
                    <a:pt x="1614" y="4254"/>
                    <a:pt x="1620" y="4276"/>
                    <a:pt x="1625" y="4304"/>
                  </a:cubicBezTo>
                  <a:cubicBezTo>
                    <a:pt x="1631" y="4321"/>
                    <a:pt x="1636" y="4332"/>
                    <a:pt x="1636" y="4348"/>
                  </a:cubicBezTo>
                  <a:cubicBezTo>
                    <a:pt x="1641" y="4370"/>
                    <a:pt x="1646" y="4393"/>
                    <a:pt x="1646" y="4410"/>
                  </a:cubicBezTo>
                  <a:cubicBezTo>
                    <a:pt x="1652" y="4427"/>
                    <a:pt x="1652" y="4437"/>
                    <a:pt x="1657" y="4454"/>
                  </a:cubicBezTo>
                  <a:cubicBezTo>
                    <a:pt x="1662" y="4477"/>
                    <a:pt x="1662" y="4499"/>
                    <a:pt x="1667" y="4521"/>
                  </a:cubicBezTo>
                  <a:cubicBezTo>
                    <a:pt x="1667" y="4532"/>
                    <a:pt x="1673" y="4543"/>
                    <a:pt x="1673" y="4554"/>
                  </a:cubicBezTo>
                  <a:cubicBezTo>
                    <a:pt x="1678" y="4587"/>
                    <a:pt x="1678" y="4621"/>
                    <a:pt x="1678" y="4653"/>
                  </a:cubicBezTo>
                  <a:lnTo>
                    <a:pt x="1678" y="5114"/>
                  </a:lnTo>
                  <a:cubicBezTo>
                    <a:pt x="1678" y="5242"/>
                    <a:pt x="1634" y="5331"/>
                    <a:pt x="1561" y="5375"/>
                  </a:cubicBezTo>
                  <a:lnTo>
                    <a:pt x="1805" y="5231"/>
                  </a:lnTo>
                  <a:cubicBezTo>
                    <a:pt x="1877" y="5186"/>
                    <a:pt x="1922" y="5097"/>
                    <a:pt x="1922" y="4971"/>
                  </a:cubicBezTo>
                  <a:lnTo>
                    <a:pt x="1922" y="4510"/>
                  </a:lnTo>
                  <a:cubicBezTo>
                    <a:pt x="1919" y="4480"/>
                    <a:pt x="1919" y="4448"/>
                    <a:pt x="1919" y="4415"/>
                  </a:cubicBezTo>
                  <a:cubicBezTo>
                    <a:pt x="1919" y="4405"/>
                    <a:pt x="1913" y="4393"/>
                    <a:pt x="1913" y="4383"/>
                  </a:cubicBezTo>
                  <a:cubicBezTo>
                    <a:pt x="1908" y="4360"/>
                    <a:pt x="1908" y="4338"/>
                    <a:pt x="1903" y="4316"/>
                  </a:cubicBezTo>
                  <a:cubicBezTo>
                    <a:pt x="1898" y="4299"/>
                    <a:pt x="1898" y="4289"/>
                    <a:pt x="1893" y="4276"/>
                  </a:cubicBezTo>
                  <a:cubicBezTo>
                    <a:pt x="1887" y="4254"/>
                    <a:pt x="1882" y="4232"/>
                    <a:pt x="1876" y="4214"/>
                  </a:cubicBezTo>
                  <a:cubicBezTo>
                    <a:pt x="1871" y="4197"/>
                    <a:pt x="1865" y="4187"/>
                    <a:pt x="1865" y="4170"/>
                  </a:cubicBezTo>
                  <a:cubicBezTo>
                    <a:pt x="1860" y="4153"/>
                    <a:pt x="1860" y="4143"/>
                    <a:pt x="1855" y="4126"/>
                  </a:cubicBezTo>
                  <a:cubicBezTo>
                    <a:pt x="1850" y="4116"/>
                    <a:pt x="1850" y="4103"/>
                    <a:pt x="1844" y="4093"/>
                  </a:cubicBezTo>
                  <a:lnTo>
                    <a:pt x="796" y="743"/>
                  </a:lnTo>
                  <a:cubicBezTo>
                    <a:pt x="790" y="719"/>
                    <a:pt x="785" y="703"/>
                    <a:pt x="773" y="687"/>
                  </a:cubicBezTo>
                  <a:cubicBezTo>
                    <a:pt x="767" y="670"/>
                    <a:pt x="762" y="655"/>
                    <a:pt x="756" y="643"/>
                  </a:cubicBezTo>
                  <a:cubicBezTo>
                    <a:pt x="751" y="638"/>
                    <a:pt x="751" y="633"/>
                    <a:pt x="751" y="625"/>
                  </a:cubicBezTo>
                  <a:cubicBezTo>
                    <a:pt x="740" y="598"/>
                    <a:pt x="729" y="576"/>
                    <a:pt x="723" y="559"/>
                  </a:cubicBezTo>
                  <a:cubicBezTo>
                    <a:pt x="718" y="549"/>
                    <a:pt x="713" y="536"/>
                    <a:pt x="707" y="526"/>
                  </a:cubicBezTo>
                  <a:cubicBezTo>
                    <a:pt x="701" y="520"/>
                    <a:pt x="701" y="515"/>
                    <a:pt x="701" y="515"/>
                  </a:cubicBezTo>
                  <a:cubicBezTo>
                    <a:pt x="696" y="510"/>
                    <a:pt x="696" y="510"/>
                    <a:pt x="696" y="505"/>
                  </a:cubicBezTo>
                  <a:cubicBezTo>
                    <a:pt x="686" y="488"/>
                    <a:pt x="678" y="472"/>
                    <a:pt x="668" y="455"/>
                  </a:cubicBezTo>
                  <a:cubicBezTo>
                    <a:pt x="657" y="439"/>
                    <a:pt x="651" y="428"/>
                    <a:pt x="646" y="416"/>
                  </a:cubicBezTo>
                  <a:cubicBezTo>
                    <a:pt x="629" y="388"/>
                    <a:pt x="619" y="377"/>
                    <a:pt x="613" y="361"/>
                  </a:cubicBezTo>
                  <a:cubicBezTo>
                    <a:pt x="603" y="344"/>
                    <a:pt x="591" y="334"/>
                    <a:pt x="581" y="316"/>
                  </a:cubicBezTo>
                  <a:cubicBezTo>
                    <a:pt x="563" y="294"/>
                    <a:pt x="558" y="284"/>
                    <a:pt x="547" y="272"/>
                  </a:cubicBezTo>
                  <a:cubicBezTo>
                    <a:pt x="537" y="255"/>
                    <a:pt x="525" y="245"/>
                    <a:pt x="509" y="227"/>
                  </a:cubicBezTo>
                  <a:lnTo>
                    <a:pt x="503" y="222"/>
                  </a:lnTo>
                  <a:lnTo>
                    <a:pt x="493" y="211"/>
                  </a:lnTo>
                  <a:cubicBezTo>
                    <a:pt x="482" y="201"/>
                    <a:pt x="476" y="189"/>
                    <a:pt x="466" y="184"/>
                  </a:cubicBezTo>
                  <a:lnTo>
                    <a:pt x="421" y="140"/>
                  </a:lnTo>
                  <a:lnTo>
                    <a:pt x="410" y="130"/>
                  </a:lnTo>
                  <a:cubicBezTo>
                    <a:pt x="393" y="119"/>
                    <a:pt x="383" y="107"/>
                    <a:pt x="371" y="90"/>
                  </a:cubicBezTo>
                  <a:cubicBezTo>
                    <a:pt x="366" y="85"/>
                    <a:pt x="354" y="79"/>
                    <a:pt x="348" y="73"/>
                  </a:cubicBezTo>
                  <a:cubicBezTo>
                    <a:pt x="338" y="63"/>
                    <a:pt x="326" y="56"/>
                    <a:pt x="316" y="51"/>
                  </a:cubicBezTo>
                  <a:cubicBezTo>
                    <a:pt x="311" y="46"/>
                    <a:pt x="299" y="41"/>
                    <a:pt x="294" y="33"/>
                  </a:cubicBezTo>
                  <a:cubicBezTo>
                    <a:pt x="277" y="23"/>
                    <a:pt x="261" y="11"/>
                    <a:pt x="2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7"/>
            <p:cNvSpPr/>
            <p:nvPr/>
          </p:nvSpPr>
          <p:spPr>
            <a:xfrm>
              <a:off x="4518998" y="4895924"/>
              <a:ext cx="106487" cy="30014"/>
            </a:xfrm>
            <a:custGeom>
              <a:rect b="b" l="l" r="r" t="t"/>
              <a:pathLst>
                <a:path extrusionOk="0" h="303" w="1075">
                  <a:moveTo>
                    <a:pt x="1034" y="179"/>
                  </a:moveTo>
                  <a:lnTo>
                    <a:pt x="1075" y="202"/>
                  </a:lnTo>
                  <a:cubicBezTo>
                    <a:pt x="1062" y="193"/>
                    <a:pt x="1048" y="185"/>
                    <a:pt x="1034" y="179"/>
                  </a:cubicBezTo>
                  <a:close/>
                  <a:moveTo>
                    <a:pt x="531" y="1"/>
                  </a:moveTo>
                  <a:cubicBezTo>
                    <a:pt x="515" y="1"/>
                    <a:pt x="499" y="1"/>
                    <a:pt x="481" y="6"/>
                  </a:cubicBezTo>
                  <a:cubicBezTo>
                    <a:pt x="459" y="11"/>
                    <a:pt x="442" y="11"/>
                    <a:pt x="426" y="11"/>
                  </a:cubicBezTo>
                  <a:cubicBezTo>
                    <a:pt x="410" y="17"/>
                    <a:pt x="394" y="17"/>
                    <a:pt x="376" y="22"/>
                  </a:cubicBezTo>
                  <a:lnTo>
                    <a:pt x="366" y="27"/>
                  </a:lnTo>
                  <a:cubicBezTo>
                    <a:pt x="355" y="32"/>
                    <a:pt x="338" y="32"/>
                    <a:pt x="327" y="38"/>
                  </a:cubicBezTo>
                  <a:cubicBezTo>
                    <a:pt x="310" y="43"/>
                    <a:pt x="294" y="48"/>
                    <a:pt x="276" y="54"/>
                  </a:cubicBezTo>
                  <a:cubicBezTo>
                    <a:pt x="271" y="60"/>
                    <a:pt x="260" y="60"/>
                    <a:pt x="254" y="65"/>
                  </a:cubicBezTo>
                  <a:cubicBezTo>
                    <a:pt x="249" y="65"/>
                    <a:pt x="249" y="70"/>
                    <a:pt x="244" y="70"/>
                  </a:cubicBezTo>
                  <a:cubicBezTo>
                    <a:pt x="239" y="75"/>
                    <a:pt x="234" y="75"/>
                    <a:pt x="227" y="75"/>
                  </a:cubicBezTo>
                  <a:cubicBezTo>
                    <a:pt x="210" y="80"/>
                    <a:pt x="195" y="86"/>
                    <a:pt x="177" y="92"/>
                  </a:cubicBezTo>
                  <a:cubicBezTo>
                    <a:pt x="160" y="97"/>
                    <a:pt x="144" y="109"/>
                    <a:pt x="128" y="114"/>
                  </a:cubicBezTo>
                  <a:cubicBezTo>
                    <a:pt x="106" y="124"/>
                    <a:pt x="95" y="132"/>
                    <a:pt x="77" y="137"/>
                  </a:cubicBezTo>
                  <a:cubicBezTo>
                    <a:pt x="61" y="148"/>
                    <a:pt x="45" y="154"/>
                    <a:pt x="28" y="164"/>
                  </a:cubicBezTo>
                  <a:cubicBezTo>
                    <a:pt x="18" y="170"/>
                    <a:pt x="11" y="175"/>
                    <a:pt x="1" y="181"/>
                  </a:cubicBezTo>
                  <a:lnTo>
                    <a:pt x="212" y="303"/>
                  </a:lnTo>
                  <a:cubicBezTo>
                    <a:pt x="250" y="281"/>
                    <a:pt x="289" y="259"/>
                    <a:pt x="328" y="242"/>
                  </a:cubicBezTo>
                  <a:cubicBezTo>
                    <a:pt x="399" y="204"/>
                    <a:pt x="438" y="186"/>
                    <a:pt x="470" y="175"/>
                  </a:cubicBezTo>
                  <a:cubicBezTo>
                    <a:pt x="476" y="175"/>
                    <a:pt x="476" y="170"/>
                    <a:pt x="481" y="170"/>
                  </a:cubicBezTo>
                  <a:cubicBezTo>
                    <a:pt x="521" y="159"/>
                    <a:pt x="553" y="148"/>
                    <a:pt x="588" y="142"/>
                  </a:cubicBezTo>
                  <a:cubicBezTo>
                    <a:pt x="632" y="132"/>
                    <a:pt x="664" y="126"/>
                    <a:pt x="699" y="126"/>
                  </a:cubicBezTo>
                  <a:cubicBezTo>
                    <a:pt x="737" y="120"/>
                    <a:pt x="771" y="120"/>
                    <a:pt x="798" y="120"/>
                  </a:cubicBezTo>
                  <a:cubicBezTo>
                    <a:pt x="831" y="126"/>
                    <a:pt x="860" y="126"/>
                    <a:pt x="887" y="131"/>
                  </a:cubicBezTo>
                  <a:cubicBezTo>
                    <a:pt x="898" y="136"/>
                    <a:pt x="904" y="136"/>
                    <a:pt x="909" y="136"/>
                  </a:cubicBezTo>
                  <a:cubicBezTo>
                    <a:pt x="931" y="141"/>
                    <a:pt x="949" y="145"/>
                    <a:pt x="965" y="153"/>
                  </a:cubicBezTo>
                  <a:cubicBezTo>
                    <a:pt x="975" y="158"/>
                    <a:pt x="987" y="158"/>
                    <a:pt x="997" y="163"/>
                  </a:cubicBezTo>
                  <a:cubicBezTo>
                    <a:pt x="1010" y="168"/>
                    <a:pt x="1022" y="173"/>
                    <a:pt x="1034" y="179"/>
                  </a:cubicBezTo>
                  <a:lnTo>
                    <a:pt x="1034" y="179"/>
                  </a:lnTo>
                  <a:lnTo>
                    <a:pt x="863" y="80"/>
                  </a:lnTo>
                  <a:cubicBezTo>
                    <a:pt x="841" y="70"/>
                    <a:pt x="819" y="58"/>
                    <a:pt x="797" y="48"/>
                  </a:cubicBezTo>
                  <a:cubicBezTo>
                    <a:pt x="792" y="48"/>
                    <a:pt x="792" y="43"/>
                    <a:pt x="787" y="43"/>
                  </a:cubicBezTo>
                  <a:cubicBezTo>
                    <a:pt x="776" y="38"/>
                    <a:pt x="764" y="38"/>
                    <a:pt x="753" y="32"/>
                  </a:cubicBezTo>
                  <a:cubicBezTo>
                    <a:pt x="736" y="27"/>
                    <a:pt x="726" y="22"/>
                    <a:pt x="714" y="22"/>
                  </a:cubicBezTo>
                  <a:cubicBezTo>
                    <a:pt x="709" y="17"/>
                    <a:pt x="704" y="17"/>
                    <a:pt x="698" y="17"/>
                  </a:cubicBezTo>
                  <a:cubicBezTo>
                    <a:pt x="687" y="11"/>
                    <a:pt x="680" y="11"/>
                    <a:pt x="675" y="11"/>
                  </a:cubicBezTo>
                  <a:cubicBezTo>
                    <a:pt x="664" y="11"/>
                    <a:pt x="658" y="6"/>
                    <a:pt x="647" y="6"/>
                  </a:cubicBezTo>
                  <a:cubicBezTo>
                    <a:pt x="625" y="1"/>
                    <a:pt x="609" y="1"/>
                    <a:pt x="5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7"/>
            <p:cNvSpPr/>
            <p:nvPr/>
          </p:nvSpPr>
          <p:spPr>
            <a:xfrm>
              <a:off x="4403102" y="4910684"/>
              <a:ext cx="140761" cy="296479"/>
            </a:xfrm>
            <a:custGeom>
              <a:rect b="b" l="l" r="r" t="t"/>
              <a:pathLst>
                <a:path extrusionOk="0" h="2993" w="1421">
                  <a:moveTo>
                    <a:pt x="1210" y="1"/>
                  </a:moveTo>
                  <a:cubicBezTo>
                    <a:pt x="1199" y="6"/>
                    <a:pt x="1193" y="11"/>
                    <a:pt x="1188" y="18"/>
                  </a:cubicBezTo>
                  <a:cubicBezTo>
                    <a:pt x="1170" y="29"/>
                    <a:pt x="1154" y="40"/>
                    <a:pt x="1137" y="51"/>
                  </a:cubicBezTo>
                  <a:cubicBezTo>
                    <a:pt x="1121" y="61"/>
                    <a:pt x="1105" y="73"/>
                    <a:pt x="1088" y="83"/>
                  </a:cubicBezTo>
                  <a:cubicBezTo>
                    <a:pt x="1065" y="100"/>
                    <a:pt x="1048" y="111"/>
                    <a:pt x="1033" y="123"/>
                  </a:cubicBezTo>
                  <a:cubicBezTo>
                    <a:pt x="1016" y="140"/>
                    <a:pt x="1000" y="150"/>
                    <a:pt x="983" y="162"/>
                  </a:cubicBezTo>
                  <a:cubicBezTo>
                    <a:pt x="978" y="167"/>
                    <a:pt x="973" y="167"/>
                    <a:pt x="973" y="172"/>
                  </a:cubicBezTo>
                  <a:lnTo>
                    <a:pt x="962" y="183"/>
                  </a:lnTo>
                  <a:cubicBezTo>
                    <a:pt x="952" y="193"/>
                    <a:pt x="940" y="200"/>
                    <a:pt x="935" y="205"/>
                  </a:cubicBezTo>
                  <a:cubicBezTo>
                    <a:pt x="917" y="223"/>
                    <a:pt x="907" y="233"/>
                    <a:pt x="890" y="245"/>
                  </a:cubicBezTo>
                  <a:lnTo>
                    <a:pt x="858" y="277"/>
                  </a:lnTo>
                  <a:lnTo>
                    <a:pt x="813" y="322"/>
                  </a:lnTo>
                  <a:lnTo>
                    <a:pt x="780" y="355"/>
                  </a:lnTo>
                  <a:cubicBezTo>
                    <a:pt x="770" y="365"/>
                    <a:pt x="758" y="377"/>
                    <a:pt x="753" y="387"/>
                  </a:cubicBezTo>
                  <a:cubicBezTo>
                    <a:pt x="736" y="404"/>
                    <a:pt x="731" y="414"/>
                    <a:pt x="720" y="427"/>
                  </a:cubicBezTo>
                  <a:cubicBezTo>
                    <a:pt x="710" y="437"/>
                    <a:pt x="697" y="449"/>
                    <a:pt x="692" y="459"/>
                  </a:cubicBezTo>
                  <a:cubicBezTo>
                    <a:pt x="682" y="470"/>
                    <a:pt x="670" y="481"/>
                    <a:pt x="665" y="492"/>
                  </a:cubicBezTo>
                  <a:cubicBezTo>
                    <a:pt x="660" y="497"/>
                    <a:pt x="654" y="502"/>
                    <a:pt x="654" y="509"/>
                  </a:cubicBezTo>
                  <a:cubicBezTo>
                    <a:pt x="644" y="519"/>
                    <a:pt x="638" y="525"/>
                    <a:pt x="638" y="532"/>
                  </a:cubicBezTo>
                  <a:cubicBezTo>
                    <a:pt x="627" y="542"/>
                    <a:pt x="616" y="554"/>
                    <a:pt x="610" y="564"/>
                  </a:cubicBezTo>
                  <a:cubicBezTo>
                    <a:pt x="600" y="581"/>
                    <a:pt x="587" y="591"/>
                    <a:pt x="577" y="603"/>
                  </a:cubicBezTo>
                  <a:cubicBezTo>
                    <a:pt x="572" y="613"/>
                    <a:pt x="560" y="621"/>
                    <a:pt x="555" y="631"/>
                  </a:cubicBezTo>
                  <a:cubicBezTo>
                    <a:pt x="550" y="637"/>
                    <a:pt x="550" y="637"/>
                    <a:pt x="550" y="642"/>
                  </a:cubicBezTo>
                  <a:cubicBezTo>
                    <a:pt x="544" y="647"/>
                    <a:pt x="544" y="651"/>
                    <a:pt x="539" y="659"/>
                  </a:cubicBezTo>
                  <a:cubicBezTo>
                    <a:pt x="517" y="686"/>
                    <a:pt x="500" y="708"/>
                    <a:pt x="485" y="735"/>
                  </a:cubicBezTo>
                  <a:cubicBezTo>
                    <a:pt x="480" y="740"/>
                    <a:pt x="474" y="753"/>
                    <a:pt x="467" y="758"/>
                  </a:cubicBezTo>
                  <a:cubicBezTo>
                    <a:pt x="456" y="775"/>
                    <a:pt x="450" y="785"/>
                    <a:pt x="440" y="797"/>
                  </a:cubicBezTo>
                  <a:cubicBezTo>
                    <a:pt x="429" y="814"/>
                    <a:pt x="418" y="830"/>
                    <a:pt x="407" y="842"/>
                  </a:cubicBezTo>
                  <a:cubicBezTo>
                    <a:pt x="397" y="859"/>
                    <a:pt x="385" y="874"/>
                    <a:pt x="380" y="891"/>
                  </a:cubicBezTo>
                  <a:cubicBezTo>
                    <a:pt x="375" y="902"/>
                    <a:pt x="370" y="908"/>
                    <a:pt x="370" y="913"/>
                  </a:cubicBezTo>
                  <a:cubicBezTo>
                    <a:pt x="364" y="918"/>
                    <a:pt x="364" y="924"/>
                    <a:pt x="359" y="931"/>
                  </a:cubicBezTo>
                  <a:cubicBezTo>
                    <a:pt x="349" y="948"/>
                    <a:pt x="341" y="963"/>
                    <a:pt x="331" y="980"/>
                  </a:cubicBezTo>
                  <a:cubicBezTo>
                    <a:pt x="320" y="997"/>
                    <a:pt x="314" y="1013"/>
                    <a:pt x="304" y="1025"/>
                  </a:cubicBezTo>
                  <a:cubicBezTo>
                    <a:pt x="298" y="1036"/>
                    <a:pt x="293" y="1042"/>
                    <a:pt x="287" y="1052"/>
                  </a:cubicBezTo>
                  <a:cubicBezTo>
                    <a:pt x="282" y="1058"/>
                    <a:pt x="282" y="1063"/>
                    <a:pt x="282" y="1063"/>
                  </a:cubicBezTo>
                  <a:cubicBezTo>
                    <a:pt x="276" y="1073"/>
                    <a:pt x="271" y="1090"/>
                    <a:pt x="265" y="1102"/>
                  </a:cubicBezTo>
                  <a:cubicBezTo>
                    <a:pt x="260" y="1112"/>
                    <a:pt x="254" y="1125"/>
                    <a:pt x="247" y="1141"/>
                  </a:cubicBezTo>
                  <a:cubicBezTo>
                    <a:pt x="242" y="1152"/>
                    <a:pt x="236" y="1163"/>
                    <a:pt x="230" y="1180"/>
                  </a:cubicBezTo>
                  <a:cubicBezTo>
                    <a:pt x="225" y="1191"/>
                    <a:pt x="220" y="1198"/>
                    <a:pt x="220" y="1209"/>
                  </a:cubicBezTo>
                  <a:cubicBezTo>
                    <a:pt x="214" y="1214"/>
                    <a:pt x="214" y="1219"/>
                    <a:pt x="214" y="1219"/>
                  </a:cubicBezTo>
                  <a:cubicBezTo>
                    <a:pt x="209" y="1229"/>
                    <a:pt x="204" y="1246"/>
                    <a:pt x="198" y="1258"/>
                  </a:cubicBezTo>
                  <a:cubicBezTo>
                    <a:pt x="192" y="1268"/>
                    <a:pt x="187" y="1285"/>
                    <a:pt x="181" y="1298"/>
                  </a:cubicBezTo>
                  <a:cubicBezTo>
                    <a:pt x="176" y="1314"/>
                    <a:pt x="170" y="1325"/>
                    <a:pt x="163" y="1342"/>
                  </a:cubicBezTo>
                  <a:cubicBezTo>
                    <a:pt x="158" y="1347"/>
                    <a:pt x="158" y="1352"/>
                    <a:pt x="158" y="1358"/>
                  </a:cubicBezTo>
                  <a:cubicBezTo>
                    <a:pt x="153" y="1369"/>
                    <a:pt x="153" y="1376"/>
                    <a:pt x="147" y="1381"/>
                  </a:cubicBezTo>
                  <a:cubicBezTo>
                    <a:pt x="142" y="1398"/>
                    <a:pt x="137" y="1414"/>
                    <a:pt x="131" y="1431"/>
                  </a:cubicBezTo>
                  <a:cubicBezTo>
                    <a:pt x="125" y="1447"/>
                    <a:pt x="120" y="1463"/>
                    <a:pt x="114" y="1481"/>
                  </a:cubicBezTo>
                  <a:cubicBezTo>
                    <a:pt x="109" y="1491"/>
                    <a:pt x="109" y="1498"/>
                    <a:pt x="103" y="1508"/>
                  </a:cubicBezTo>
                  <a:cubicBezTo>
                    <a:pt x="98" y="1525"/>
                    <a:pt x="98" y="1530"/>
                    <a:pt x="93" y="1535"/>
                  </a:cubicBezTo>
                  <a:cubicBezTo>
                    <a:pt x="88" y="1552"/>
                    <a:pt x="82" y="1575"/>
                    <a:pt x="76" y="1591"/>
                  </a:cubicBezTo>
                  <a:cubicBezTo>
                    <a:pt x="71" y="1613"/>
                    <a:pt x="66" y="1630"/>
                    <a:pt x="58" y="1645"/>
                  </a:cubicBezTo>
                  <a:cubicBezTo>
                    <a:pt x="58" y="1651"/>
                    <a:pt x="53" y="1656"/>
                    <a:pt x="53" y="1656"/>
                  </a:cubicBezTo>
                  <a:cubicBezTo>
                    <a:pt x="48" y="1678"/>
                    <a:pt x="43" y="1688"/>
                    <a:pt x="43" y="1701"/>
                  </a:cubicBezTo>
                  <a:cubicBezTo>
                    <a:pt x="37" y="1723"/>
                    <a:pt x="32" y="1740"/>
                    <a:pt x="32" y="1755"/>
                  </a:cubicBezTo>
                  <a:cubicBezTo>
                    <a:pt x="27" y="1772"/>
                    <a:pt x="27" y="1783"/>
                    <a:pt x="27" y="1800"/>
                  </a:cubicBezTo>
                  <a:cubicBezTo>
                    <a:pt x="22" y="1839"/>
                    <a:pt x="16" y="1855"/>
                    <a:pt x="16" y="1872"/>
                  </a:cubicBezTo>
                  <a:cubicBezTo>
                    <a:pt x="11" y="1895"/>
                    <a:pt x="11" y="1911"/>
                    <a:pt x="11" y="1927"/>
                  </a:cubicBezTo>
                  <a:lnTo>
                    <a:pt x="11" y="1944"/>
                  </a:lnTo>
                  <a:lnTo>
                    <a:pt x="11" y="1954"/>
                  </a:lnTo>
                  <a:cubicBezTo>
                    <a:pt x="11" y="1965"/>
                    <a:pt x="6" y="1976"/>
                    <a:pt x="6" y="1987"/>
                  </a:cubicBezTo>
                  <a:cubicBezTo>
                    <a:pt x="6" y="2010"/>
                    <a:pt x="1" y="2027"/>
                    <a:pt x="1" y="2042"/>
                  </a:cubicBezTo>
                  <a:lnTo>
                    <a:pt x="1" y="2086"/>
                  </a:lnTo>
                  <a:lnTo>
                    <a:pt x="1" y="2104"/>
                  </a:lnTo>
                  <a:cubicBezTo>
                    <a:pt x="1" y="2126"/>
                    <a:pt x="1" y="2143"/>
                    <a:pt x="6" y="2165"/>
                  </a:cubicBezTo>
                  <a:cubicBezTo>
                    <a:pt x="6" y="2188"/>
                    <a:pt x="11" y="2205"/>
                    <a:pt x="11" y="2221"/>
                  </a:cubicBezTo>
                  <a:cubicBezTo>
                    <a:pt x="16" y="2248"/>
                    <a:pt x="16" y="2264"/>
                    <a:pt x="16" y="2282"/>
                  </a:cubicBezTo>
                  <a:cubicBezTo>
                    <a:pt x="22" y="2304"/>
                    <a:pt x="22" y="2321"/>
                    <a:pt x="27" y="2343"/>
                  </a:cubicBezTo>
                  <a:cubicBezTo>
                    <a:pt x="32" y="2354"/>
                    <a:pt x="32" y="2361"/>
                    <a:pt x="32" y="2361"/>
                  </a:cubicBezTo>
                  <a:cubicBezTo>
                    <a:pt x="37" y="2378"/>
                    <a:pt x="37" y="2388"/>
                    <a:pt x="43" y="2405"/>
                  </a:cubicBezTo>
                  <a:cubicBezTo>
                    <a:pt x="48" y="2427"/>
                    <a:pt x="53" y="2445"/>
                    <a:pt x="60" y="2467"/>
                  </a:cubicBezTo>
                  <a:cubicBezTo>
                    <a:pt x="71" y="2499"/>
                    <a:pt x="82" y="2521"/>
                    <a:pt x="88" y="2544"/>
                  </a:cubicBezTo>
                  <a:cubicBezTo>
                    <a:pt x="93" y="2549"/>
                    <a:pt x="93" y="2555"/>
                    <a:pt x="93" y="2561"/>
                  </a:cubicBezTo>
                  <a:cubicBezTo>
                    <a:pt x="98" y="2571"/>
                    <a:pt x="103" y="2583"/>
                    <a:pt x="110" y="2600"/>
                  </a:cubicBezTo>
                  <a:cubicBezTo>
                    <a:pt x="115" y="2610"/>
                    <a:pt x="120" y="2623"/>
                    <a:pt x="126" y="2633"/>
                  </a:cubicBezTo>
                  <a:cubicBezTo>
                    <a:pt x="132" y="2638"/>
                    <a:pt x="137" y="2644"/>
                    <a:pt x="137" y="2655"/>
                  </a:cubicBezTo>
                  <a:cubicBezTo>
                    <a:pt x="142" y="2666"/>
                    <a:pt x="155" y="2677"/>
                    <a:pt x="160" y="2682"/>
                  </a:cubicBezTo>
                  <a:cubicBezTo>
                    <a:pt x="170" y="2699"/>
                    <a:pt x="182" y="2715"/>
                    <a:pt x="192" y="2728"/>
                  </a:cubicBezTo>
                  <a:cubicBezTo>
                    <a:pt x="198" y="2738"/>
                    <a:pt x="209" y="2744"/>
                    <a:pt x="214" y="2755"/>
                  </a:cubicBezTo>
                  <a:lnTo>
                    <a:pt x="260" y="2799"/>
                  </a:lnTo>
                  <a:cubicBezTo>
                    <a:pt x="265" y="2804"/>
                    <a:pt x="276" y="2809"/>
                    <a:pt x="282" y="2822"/>
                  </a:cubicBezTo>
                  <a:cubicBezTo>
                    <a:pt x="304" y="2839"/>
                    <a:pt x="326" y="2854"/>
                    <a:pt x="354" y="2871"/>
                  </a:cubicBezTo>
                  <a:lnTo>
                    <a:pt x="564" y="2993"/>
                  </a:lnTo>
                  <a:cubicBezTo>
                    <a:pt x="537" y="2976"/>
                    <a:pt x="514" y="2960"/>
                    <a:pt x="492" y="2943"/>
                  </a:cubicBezTo>
                  <a:cubicBezTo>
                    <a:pt x="504" y="2850"/>
                    <a:pt x="498" y="2845"/>
                    <a:pt x="492" y="2840"/>
                  </a:cubicBezTo>
                  <a:lnTo>
                    <a:pt x="448" y="2796"/>
                  </a:lnTo>
                  <a:cubicBezTo>
                    <a:pt x="438" y="2785"/>
                    <a:pt x="430" y="2779"/>
                    <a:pt x="425" y="2768"/>
                  </a:cubicBezTo>
                  <a:cubicBezTo>
                    <a:pt x="415" y="2751"/>
                    <a:pt x="403" y="2740"/>
                    <a:pt x="393" y="2723"/>
                  </a:cubicBezTo>
                  <a:cubicBezTo>
                    <a:pt x="387" y="2713"/>
                    <a:pt x="376" y="2701"/>
                    <a:pt x="371" y="2696"/>
                  </a:cubicBezTo>
                  <a:cubicBezTo>
                    <a:pt x="360" y="2679"/>
                    <a:pt x="348" y="2664"/>
                    <a:pt x="343" y="2646"/>
                  </a:cubicBezTo>
                  <a:cubicBezTo>
                    <a:pt x="337" y="2635"/>
                    <a:pt x="333" y="2624"/>
                    <a:pt x="326" y="2607"/>
                  </a:cubicBezTo>
                  <a:cubicBezTo>
                    <a:pt x="309" y="2580"/>
                    <a:pt x="298" y="2552"/>
                    <a:pt x="293" y="2518"/>
                  </a:cubicBezTo>
                  <a:cubicBezTo>
                    <a:pt x="283" y="2478"/>
                    <a:pt x="271" y="2446"/>
                    <a:pt x="266" y="2413"/>
                  </a:cubicBezTo>
                  <a:cubicBezTo>
                    <a:pt x="266" y="2408"/>
                    <a:pt x="261" y="2408"/>
                    <a:pt x="261" y="2403"/>
                  </a:cubicBezTo>
                  <a:cubicBezTo>
                    <a:pt x="250" y="2363"/>
                    <a:pt x="244" y="2325"/>
                    <a:pt x="244" y="2286"/>
                  </a:cubicBezTo>
                  <a:cubicBezTo>
                    <a:pt x="239" y="2236"/>
                    <a:pt x="239" y="2192"/>
                    <a:pt x="239" y="2147"/>
                  </a:cubicBezTo>
                  <a:cubicBezTo>
                    <a:pt x="239" y="2103"/>
                    <a:pt x="244" y="2058"/>
                    <a:pt x="244" y="2014"/>
                  </a:cubicBezTo>
                  <a:lnTo>
                    <a:pt x="244" y="2004"/>
                  </a:lnTo>
                  <a:cubicBezTo>
                    <a:pt x="249" y="1959"/>
                    <a:pt x="254" y="1915"/>
                    <a:pt x="261" y="1864"/>
                  </a:cubicBezTo>
                  <a:cubicBezTo>
                    <a:pt x="271" y="1810"/>
                    <a:pt x="277" y="1765"/>
                    <a:pt x="288" y="1721"/>
                  </a:cubicBezTo>
                  <a:cubicBezTo>
                    <a:pt x="288" y="1716"/>
                    <a:pt x="288" y="1716"/>
                    <a:pt x="293" y="1710"/>
                  </a:cubicBezTo>
                  <a:cubicBezTo>
                    <a:pt x="304" y="1660"/>
                    <a:pt x="315" y="1616"/>
                    <a:pt x="333" y="1571"/>
                  </a:cubicBezTo>
                  <a:cubicBezTo>
                    <a:pt x="350" y="1517"/>
                    <a:pt x="365" y="1471"/>
                    <a:pt x="382" y="1427"/>
                  </a:cubicBezTo>
                  <a:cubicBezTo>
                    <a:pt x="404" y="1372"/>
                    <a:pt x="422" y="1328"/>
                    <a:pt x="444" y="1283"/>
                  </a:cubicBezTo>
                  <a:cubicBezTo>
                    <a:pt x="466" y="1234"/>
                    <a:pt x="488" y="1183"/>
                    <a:pt x="511" y="1139"/>
                  </a:cubicBezTo>
                  <a:cubicBezTo>
                    <a:pt x="538" y="1089"/>
                    <a:pt x="560" y="1050"/>
                    <a:pt x="582" y="1005"/>
                  </a:cubicBezTo>
                  <a:cubicBezTo>
                    <a:pt x="587" y="995"/>
                    <a:pt x="593" y="989"/>
                    <a:pt x="593" y="983"/>
                  </a:cubicBezTo>
                  <a:cubicBezTo>
                    <a:pt x="616" y="951"/>
                    <a:pt x="632" y="916"/>
                    <a:pt x="654" y="889"/>
                  </a:cubicBezTo>
                  <a:cubicBezTo>
                    <a:pt x="665" y="872"/>
                    <a:pt x="671" y="861"/>
                    <a:pt x="682" y="849"/>
                  </a:cubicBezTo>
                  <a:cubicBezTo>
                    <a:pt x="709" y="810"/>
                    <a:pt x="732" y="773"/>
                    <a:pt x="759" y="738"/>
                  </a:cubicBezTo>
                  <a:cubicBezTo>
                    <a:pt x="764" y="733"/>
                    <a:pt x="764" y="733"/>
                    <a:pt x="764" y="728"/>
                  </a:cubicBezTo>
                  <a:cubicBezTo>
                    <a:pt x="792" y="689"/>
                    <a:pt x="826" y="650"/>
                    <a:pt x="854" y="611"/>
                  </a:cubicBezTo>
                  <a:cubicBezTo>
                    <a:pt x="893" y="566"/>
                    <a:pt x="926" y="528"/>
                    <a:pt x="959" y="495"/>
                  </a:cubicBezTo>
                  <a:lnTo>
                    <a:pt x="1065" y="388"/>
                  </a:lnTo>
                  <a:cubicBezTo>
                    <a:pt x="1105" y="349"/>
                    <a:pt x="1137" y="322"/>
                    <a:pt x="1177" y="294"/>
                  </a:cubicBezTo>
                  <a:lnTo>
                    <a:pt x="1188" y="283"/>
                  </a:lnTo>
                  <a:cubicBezTo>
                    <a:pt x="1226" y="251"/>
                    <a:pt x="1259" y="223"/>
                    <a:pt x="1299" y="200"/>
                  </a:cubicBezTo>
                  <a:cubicBezTo>
                    <a:pt x="1343" y="172"/>
                    <a:pt x="1383" y="145"/>
                    <a:pt x="1420" y="123"/>
                  </a:cubicBezTo>
                  <a:lnTo>
                    <a:pt x="12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7"/>
            <p:cNvSpPr/>
            <p:nvPr/>
          </p:nvSpPr>
          <p:spPr>
            <a:xfrm>
              <a:off x="4426479" y="4907910"/>
              <a:ext cx="233280" cy="298262"/>
            </a:xfrm>
            <a:custGeom>
              <a:rect b="b" l="l" r="r" t="t"/>
              <a:pathLst>
                <a:path extrusionOk="0" h="3011" w="2355">
                  <a:moveTo>
                    <a:pt x="1698" y="0"/>
                  </a:moveTo>
                  <a:cubicBezTo>
                    <a:pt x="1540" y="0"/>
                    <a:pt x="1362" y="51"/>
                    <a:pt x="1173" y="160"/>
                  </a:cubicBezTo>
                  <a:cubicBezTo>
                    <a:pt x="528" y="531"/>
                    <a:pt x="0" y="1436"/>
                    <a:pt x="8" y="2179"/>
                  </a:cubicBezTo>
                  <a:cubicBezTo>
                    <a:pt x="11" y="2707"/>
                    <a:pt x="274" y="3011"/>
                    <a:pt x="658" y="3011"/>
                  </a:cubicBezTo>
                  <a:cubicBezTo>
                    <a:pt x="816" y="3011"/>
                    <a:pt x="994" y="2959"/>
                    <a:pt x="1183" y="2851"/>
                  </a:cubicBezTo>
                  <a:cubicBezTo>
                    <a:pt x="1833" y="2480"/>
                    <a:pt x="2354" y="1575"/>
                    <a:pt x="2349" y="832"/>
                  </a:cubicBezTo>
                  <a:cubicBezTo>
                    <a:pt x="2345" y="305"/>
                    <a:pt x="2082" y="0"/>
                    <a:pt x="16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7"/>
            <p:cNvSpPr/>
            <p:nvPr/>
          </p:nvSpPr>
          <p:spPr>
            <a:xfrm>
              <a:off x="5113239" y="4540211"/>
              <a:ext cx="106487" cy="30113"/>
            </a:xfrm>
            <a:custGeom>
              <a:rect b="b" l="l" r="r" t="t"/>
              <a:pathLst>
                <a:path extrusionOk="0" h="304" w="1075">
                  <a:moveTo>
                    <a:pt x="1044" y="192"/>
                  </a:moveTo>
                  <a:lnTo>
                    <a:pt x="1074" y="209"/>
                  </a:lnTo>
                  <a:cubicBezTo>
                    <a:pt x="1063" y="203"/>
                    <a:pt x="1054" y="197"/>
                    <a:pt x="1044" y="192"/>
                  </a:cubicBezTo>
                  <a:close/>
                  <a:moveTo>
                    <a:pt x="531" y="1"/>
                  </a:moveTo>
                  <a:cubicBezTo>
                    <a:pt x="515" y="1"/>
                    <a:pt x="498" y="1"/>
                    <a:pt x="481" y="6"/>
                  </a:cubicBezTo>
                  <a:cubicBezTo>
                    <a:pt x="458" y="11"/>
                    <a:pt x="442" y="11"/>
                    <a:pt x="426" y="11"/>
                  </a:cubicBezTo>
                  <a:cubicBezTo>
                    <a:pt x="409" y="16"/>
                    <a:pt x="393" y="16"/>
                    <a:pt x="377" y="22"/>
                  </a:cubicBezTo>
                  <a:lnTo>
                    <a:pt x="366" y="27"/>
                  </a:lnTo>
                  <a:cubicBezTo>
                    <a:pt x="356" y="32"/>
                    <a:pt x="343" y="32"/>
                    <a:pt x="326" y="37"/>
                  </a:cubicBezTo>
                  <a:cubicBezTo>
                    <a:pt x="310" y="43"/>
                    <a:pt x="294" y="48"/>
                    <a:pt x="277" y="54"/>
                  </a:cubicBezTo>
                  <a:cubicBezTo>
                    <a:pt x="272" y="59"/>
                    <a:pt x="259" y="59"/>
                    <a:pt x="254" y="65"/>
                  </a:cubicBezTo>
                  <a:cubicBezTo>
                    <a:pt x="249" y="65"/>
                    <a:pt x="249" y="70"/>
                    <a:pt x="244" y="70"/>
                  </a:cubicBezTo>
                  <a:cubicBezTo>
                    <a:pt x="238" y="75"/>
                    <a:pt x="233" y="75"/>
                    <a:pt x="227" y="75"/>
                  </a:cubicBezTo>
                  <a:cubicBezTo>
                    <a:pt x="210" y="80"/>
                    <a:pt x="194" y="86"/>
                    <a:pt x="178" y="93"/>
                  </a:cubicBezTo>
                  <a:cubicBezTo>
                    <a:pt x="160" y="98"/>
                    <a:pt x="144" y="110"/>
                    <a:pt x="127" y="115"/>
                  </a:cubicBezTo>
                  <a:cubicBezTo>
                    <a:pt x="105" y="125"/>
                    <a:pt x="95" y="132"/>
                    <a:pt x="78" y="137"/>
                  </a:cubicBezTo>
                  <a:cubicBezTo>
                    <a:pt x="60" y="147"/>
                    <a:pt x="44" y="154"/>
                    <a:pt x="28" y="164"/>
                  </a:cubicBezTo>
                  <a:cubicBezTo>
                    <a:pt x="17" y="169"/>
                    <a:pt x="6" y="175"/>
                    <a:pt x="0" y="182"/>
                  </a:cubicBezTo>
                  <a:lnTo>
                    <a:pt x="211" y="303"/>
                  </a:lnTo>
                  <a:cubicBezTo>
                    <a:pt x="251" y="281"/>
                    <a:pt x="289" y="258"/>
                    <a:pt x="327" y="242"/>
                  </a:cubicBezTo>
                  <a:cubicBezTo>
                    <a:pt x="399" y="209"/>
                    <a:pt x="437" y="193"/>
                    <a:pt x="471" y="182"/>
                  </a:cubicBezTo>
                  <a:cubicBezTo>
                    <a:pt x="476" y="182"/>
                    <a:pt x="476" y="177"/>
                    <a:pt x="481" y="177"/>
                  </a:cubicBezTo>
                  <a:cubicBezTo>
                    <a:pt x="514" y="166"/>
                    <a:pt x="553" y="154"/>
                    <a:pt x="587" y="148"/>
                  </a:cubicBezTo>
                  <a:cubicBezTo>
                    <a:pt x="631" y="139"/>
                    <a:pt x="665" y="132"/>
                    <a:pt x="698" y="132"/>
                  </a:cubicBezTo>
                  <a:cubicBezTo>
                    <a:pt x="738" y="126"/>
                    <a:pt x="770" y="126"/>
                    <a:pt x="798" y="126"/>
                  </a:cubicBezTo>
                  <a:cubicBezTo>
                    <a:pt x="830" y="132"/>
                    <a:pt x="860" y="132"/>
                    <a:pt x="887" y="137"/>
                  </a:cubicBezTo>
                  <a:cubicBezTo>
                    <a:pt x="897" y="137"/>
                    <a:pt x="904" y="142"/>
                    <a:pt x="909" y="142"/>
                  </a:cubicBezTo>
                  <a:cubicBezTo>
                    <a:pt x="931" y="147"/>
                    <a:pt x="949" y="153"/>
                    <a:pt x="964" y="159"/>
                  </a:cubicBezTo>
                  <a:cubicBezTo>
                    <a:pt x="975" y="164"/>
                    <a:pt x="986" y="164"/>
                    <a:pt x="997" y="169"/>
                  </a:cubicBezTo>
                  <a:cubicBezTo>
                    <a:pt x="1014" y="176"/>
                    <a:pt x="1028" y="183"/>
                    <a:pt x="1044" y="192"/>
                  </a:cubicBezTo>
                  <a:lnTo>
                    <a:pt x="1044" y="192"/>
                  </a:lnTo>
                  <a:lnTo>
                    <a:pt x="864" y="88"/>
                  </a:lnTo>
                  <a:cubicBezTo>
                    <a:pt x="841" y="77"/>
                    <a:pt x="819" y="65"/>
                    <a:pt x="797" y="54"/>
                  </a:cubicBezTo>
                  <a:cubicBezTo>
                    <a:pt x="791" y="49"/>
                    <a:pt x="791" y="49"/>
                    <a:pt x="786" y="49"/>
                  </a:cubicBezTo>
                  <a:cubicBezTo>
                    <a:pt x="776" y="44"/>
                    <a:pt x="764" y="39"/>
                    <a:pt x="754" y="39"/>
                  </a:cubicBezTo>
                  <a:cubicBezTo>
                    <a:pt x="743" y="34"/>
                    <a:pt x="725" y="29"/>
                    <a:pt x="714" y="22"/>
                  </a:cubicBezTo>
                  <a:cubicBezTo>
                    <a:pt x="709" y="16"/>
                    <a:pt x="703" y="16"/>
                    <a:pt x="697" y="16"/>
                  </a:cubicBezTo>
                  <a:cubicBezTo>
                    <a:pt x="687" y="11"/>
                    <a:pt x="680" y="11"/>
                    <a:pt x="675" y="11"/>
                  </a:cubicBezTo>
                  <a:cubicBezTo>
                    <a:pt x="665" y="11"/>
                    <a:pt x="657" y="6"/>
                    <a:pt x="647" y="6"/>
                  </a:cubicBezTo>
                  <a:cubicBezTo>
                    <a:pt x="625" y="1"/>
                    <a:pt x="608" y="1"/>
                    <a:pt x="5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7"/>
            <p:cNvSpPr/>
            <p:nvPr/>
          </p:nvSpPr>
          <p:spPr>
            <a:xfrm>
              <a:off x="4999126" y="4554971"/>
              <a:ext cx="138879" cy="296083"/>
            </a:xfrm>
            <a:custGeom>
              <a:rect b="b" l="l" r="r" t="t"/>
              <a:pathLst>
                <a:path extrusionOk="0" h="2989" w="1402">
                  <a:moveTo>
                    <a:pt x="1191" y="0"/>
                  </a:moveTo>
                  <a:cubicBezTo>
                    <a:pt x="1181" y="6"/>
                    <a:pt x="1174" y="11"/>
                    <a:pt x="1169" y="17"/>
                  </a:cubicBezTo>
                  <a:cubicBezTo>
                    <a:pt x="1152" y="28"/>
                    <a:pt x="1137" y="39"/>
                    <a:pt x="1120" y="50"/>
                  </a:cubicBezTo>
                  <a:cubicBezTo>
                    <a:pt x="1102" y="60"/>
                    <a:pt x="1086" y="72"/>
                    <a:pt x="1075" y="82"/>
                  </a:cubicBezTo>
                  <a:cubicBezTo>
                    <a:pt x="1053" y="100"/>
                    <a:pt x="1035" y="110"/>
                    <a:pt x="1019" y="122"/>
                  </a:cubicBezTo>
                  <a:cubicBezTo>
                    <a:pt x="1003" y="139"/>
                    <a:pt x="987" y="149"/>
                    <a:pt x="970" y="161"/>
                  </a:cubicBezTo>
                  <a:cubicBezTo>
                    <a:pt x="965" y="166"/>
                    <a:pt x="960" y="166"/>
                    <a:pt x="960" y="171"/>
                  </a:cubicBezTo>
                  <a:lnTo>
                    <a:pt x="949" y="182"/>
                  </a:lnTo>
                  <a:cubicBezTo>
                    <a:pt x="939" y="192"/>
                    <a:pt x="927" y="200"/>
                    <a:pt x="922" y="205"/>
                  </a:cubicBezTo>
                  <a:cubicBezTo>
                    <a:pt x="905" y="215"/>
                    <a:pt x="895" y="232"/>
                    <a:pt x="877" y="244"/>
                  </a:cubicBezTo>
                  <a:lnTo>
                    <a:pt x="844" y="276"/>
                  </a:lnTo>
                  <a:lnTo>
                    <a:pt x="799" y="321"/>
                  </a:lnTo>
                  <a:lnTo>
                    <a:pt x="767" y="354"/>
                  </a:lnTo>
                  <a:cubicBezTo>
                    <a:pt x="756" y="364"/>
                    <a:pt x="745" y="376"/>
                    <a:pt x="740" y="386"/>
                  </a:cubicBezTo>
                  <a:cubicBezTo>
                    <a:pt x="723" y="404"/>
                    <a:pt x="718" y="414"/>
                    <a:pt x="707" y="426"/>
                  </a:cubicBezTo>
                  <a:cubicBezTo>
                    <a:pt x="697" y="436"/>
                    <a:pt x="685" y="448"/>
                    <a:pt x="680" y="458"/>
                  </a:cubicBezTo>
                  <a:cubicBezTo>
                    <a:pt x="670" y="469"/>
                    <a:pt x="657" y="480"/>
                    <a:pt x="652" y="491"/>
                  </a:cubicBezTo>
                  <a:cubicBezTo>
                    <a:pt x="647" y="496"/>
                    <a:pt x="641" y="501"/>
                    <a:pt x="641" y="509"/>
                  </a:cubicBezTo>
                  <a:cubicBezTo>
                    <a:pt x="631" y="519"/>
                    <a:pt x="625" y="525"/>
                    <a:pt x="625" y="531"/>
                  </a:cubicBezTo>
                  <a:cubicBezTo>
                    <a:pt x="614" y="541"/>
                    <a:pt x="603" y="553"/>
                    <a:pt x="597" y="563"/>
                  </a:cubicBezTo>
                  <a:cubicBezTo>
                    <a:pt x="587" y="580"/>
                    <a:pt x="575" y="590"/>
                    <a:pt x="565" y="603"/>
                  </a:cubicBezTo>
                  <a:cubicBezTo>
                    <a:pt x="560" y="613"/>
                    <a:pt x="547" y="620"/>
                    <a:pt x="542" y="630"/>
                  </a:cubicBezTo>
                  <a:cubicBezTo>
                    <a:pt x="537" y="635"/>
                    <a:pt x="537" y="635"/>
                    <a:pt x="537" y="641"/>
                  </a:cubicBezTo>
                  <a:cubicBezTo>
                    <a:pt x="531" y="646"/>
                    <a:pt x="531" y="651"/>
                    <a:pt x="526" y="657"/>
                  </a:cubicBezTo>
                  <a:cubicBezTo>
                    <a:pt x="504" y="685"/>
                    <a:pt x="487" y="707"/>
                    <a:pt x="472" y="735"/>
                  </a:cubicBezTo>
                  <a:cubicBezTo>
                    <a:pt x="466" y="740"/>
                    <a:pt x="461" y="752"/>
                    <a:pt x="455" y="757"/>
                  </a:cubicBezTo>
                  <a:cubicBezTo>
                    <a:pt x="444" y="774"/>
                    <a:pt x="437" y="784"/>
                    <a:pt x="427" y="797"/>
                  </a:cubicBezTo>
                  <a:cubicBezTo>
                    <a:pt x="416" y="813"/>
                    <a:pt x="405" y="829"/>
                    <a:pt x="399" y="841"/>
                  </a:cubicBezTo>
                  <a:cubicBezTo>
                    <a:pt x="389" y="857"/>
                    <a:pt x="377" y="873"/>
                    <a:pt x="372" y="890"/>
                  </a:cubicBezTo>
                  <a:cubicBezTo>
                    <a:pt x="367" y="895"/>
                    <a:pt x="362" y="908"/>
                    <a:pt x="362" y="913"/>
                  </a:cubicBezTo>
                  <a:cubicBezTo>
                    <a:pt x="356" y="918"/>
                    <a:pt x="356" y="923"/>
                    <a:pt x="351" y="930"/>
                  </a:cubicBezTo>
                  <a:cubicBezTo>
                    <a:pt x="341" y="946"/>
                    <a:pt x="334" y="962"/>
                    <a:pt x="324" y="974"/>
                  </a:cubicBezTo>
                  <a:cubicBezTo>
                    <a:pt x="313" y="992"/>
                    <a:pt x="306" y="1007"/>
                    <a:pt x="296" y="1019"/>
                  </a:cubicBezTo>
                  <a:cubicBezTo>
                    <a:pt x="290" y="1029"/>
                    <a:pt x="285" y="1036"/>
                    <a:pt x="285" y="1046"/>
                  </a:cubicBezTo>
                  <a:cubicBezTo>
                    <a:pt x="280" y="1051"/>
                    <a:pt x="280" y="1056"/>
                    <a:pt x="280" y="1056"/>
                  </a:cubicBezTo>
                  <a:cubicBezTo>
                    <a:pt x="275" y="1067"/>
                    <a:pt x="269" y="1084"/>
                    <a:pt x="263" y="1096"/>
                  </a:cubicBezTo>
                  <a:cubicBezTo>
                    <a:pt x="258" y="1107"/>
                    <a:pt x="253" y="1123"/>
                    <a:pt x="246" y="1135"/>
                  </a:cubicBezTo>
                  <a:cubicBezTo>
                    <a:pt x="241" y="1145"/>
                    <a:pt x="236" y="1162"/>
                    <a:pt x="230" y="1175"/>
                  </a:cubicBezTo>
                  <a:cubicBezTo>
                    <a:pt x="224" y="1185"/>
                    <a:pt x="224" y="1192"/>
                    <a:pt x="219" y="1197"/>
                  </a:cubicBezTo>
                  <a:cubicBezTo>
                    <a:pt x="214" y="1202"/>
                    <a:pt x="214" y="1207"/>
                    <a:pt x="214" y="1207"/>
                  </a:cubicBezTo>
                  <a:cubicBezTo>
                    <a:pt x="209" y="1218"/>
                    <a:pt x="203" y="1235"/>
                    <a:pt x="196" y="1246"/>
                  </a:cubicBezTo>
                  <a:cubicBezTo>
                    <a:pt x="191" y="1264"/>
                    <a:pt x="186" y="1274"/>
                    <a:pt x="179" y="1286"/>
                  </a:cubicBezTo>
                  <a:cubicBezTo>
                    <a:pt x="174" y="1303"/>
                    <a:pt x="169" y="1313"/>
                    <a:pt x="163" y="1325"/>
                  </a:cubicBezTo>
                  <a:cubicBezTo>
                    <a:pt x="157" y="1330"/>
                    <a:pt x="157" y="1335"/>
                    <a:pt x="157" y="1342"/>
                  </a:cubicBezTo>
                  <a:cubicBezTo>
                    <a:pt x="152" y="1353"/>
                    <a:pt x="152" y="1359"/>
                    <a:pt x="147" y="1364"/>
                  </a:cubicBezTo>
                  <a:cubicBezTo>
                    <a:pt x="142" y="1381"/>
                    <a:pt x="136" y="1397"/>
                    <a:pt x="130" y="1414"/>
                  </a:cubicBezTo>
                  <a:cubicBezTo>
                    <a:pt x="125" y="1431"/>
                    <a:pt x="120" y="1447"/>
                    <a:pt x="112" y="1464"/>
                  </a:cubicBezTo>
                  <a:cubicBezTo>
                    <a:pt x="107" y="1474"/>
                    <a:pt x="107" y="1481"/>
                    <a:pt x="102" y="1491"/>
                  </a:cubicBezTo>
                  <a:cubicBezTo>
                    <a:pt x="97" y="1508"/>
                    <a:pt x="97" y="1513"/>
                    <a:pt x="91" y="1518"/>
                  </a:cubicBezTo>
                  <a:cubicBezTo>
                    <a:pt x="86" y="1541"/>
                    <a:pt x="81" y="1558"/>
                    <a:pt x="75" y="1574"/>
                  </a:cubicBezTo>
                  <a:cubicBezTo>
                    <a:pt x="69" y="1596"/>
                    <a:pt x="64" y="1613"/>
                    <a:pt x="58" y="1628"/>
                  </a:cubicBezTo>
                  <a:cubicBezTo>
                    <a:pt x="58" y="1634"/>
                    <a:pt x="53" y="1639"/>
                    <a:pt x="53" y="1646"/>
                  </a:cubicBezTo>
                  <a:cubicBezTo>
                    <a:pt x="47" y="1668"/>
                    <a:pt x="42" y="1679"/>
                    <a:pt x="42" y="1690"/>
                  </a:cubicBezTo>
                  <a:cubicBezTo>
                    <a:pt x="37" y="1712"/>
                    <a:pt x="32" y="1730"/>
                    <a:pt x="32" y="1746"/>
                  </a:cubicBezTo>
                  <a:cubicBezTo>
                    <a:pt x="26" y="1763"/>
                    <a:pt x="26" y="1773"/>
                    <a:pt x="26" y="1790"/>
                  </a:cubicBezTo>
                  <a:cubicBezTo>
                    <a:pt x="21" y="1830"/>
                    <a:pt x="16" y="1845"/>
                    <a:pt x="16" y="1862"/>
                  </a:cubicBezTo>
                  <a:cubicBezTo>
                    <a:pt x="11" y="1884"/>
                    <a:pt x="11" y="1901"/>
                    <a:pt x="11" y="1917"/>
                  </a:cubicBezTo>
                  <a:lnTo>
                    <a:pt x="11" y="1934"/>
                  </a:lnTo>
                  <a:lnTo>
                    <a:pt x="11" y="1945"/>
                  </a:lnTo>
                  <a:cubicBezTo>
                    <a:pt x="11" y="1955"/>
                    <a:pt x="5" y="1967"/>
                    <a:pt x="5" y="1977"/>
                  </a:cubicBezTo>
                  <a:cubicBezTo>
                    <a:pt x="5" y="1999"/>
                    <a:pt x="0" y="2016"/>
                    <a:pt x="0" y="2039"/>
                  </a:cubicBezTo>
                  <a:lnTo>
                    <a:pt x="0" y="2083"/>
                  </a:lnTo>
                  <a:lnTo>
                    <a:pt x="0" y="2100"/>
                  </a:lnTo>
                  <a:cubicBezTo>
                    <a:pt x="0" y="2123"/>
                    <a:pt x="0" y="2140"/>
                    <a:pt x="5" y="2155"/>
                  </a:cubicBezTo>
                  <a:cubicBezTo>
                    <a:pt x="5" y="2177"/>
                    <a:pt x="11" y="2194"/>
                    <a:pt x="11" y="2210"/>
                  </a:cubicBezTo>
                  <a:cubicBezTo>
                    <a:pt x="16" y="2238"/>
                    <a:pt x="16" y="2255"/>
                    <a:pt x="16" y="2272"/>
                  </a:cubicBezTo>
                  <a:cubicBezTo>
                    <a:pt x="21" y="2295"/>
                    <a:pt x="21" y="2317"/>
                    <a:pt x="26" y="2333"/>
                  </a:cubicBezTo>
                  <a:cubicBezTo>
                    <a:pt x="32" y="2344"/>
                    <a:pt x="32" y="2350"/>
                    <a:pt x="32" y="2350"/>
                  </a:cubicBezTo>
                  <a:cubicBezTo>
                    <a:pt x="37" y="2367"/>
                    <a:pt x="37" y="2379"/>
                    <a:pt x="42" y="2395"/>
                  </a:cubicBezTo>
                  <a:cubicBezTo>
                    <a:pt x="47" y="2417"/>
                    <a:pt x="53" y="2434"/>
                    <a:pt x="59" y="2457"/>
                  </a:cubicBezTo>
                  <a:cubicBezTo>
                    <a:pt x="69" y="2490"/>
                    <a:pt x="81" y="2512"/>
                    <a:pt x="86" y="2534"/>
                  </a:cubicBezTo>
                  <a:cubicBezTo>
                    <a:pt x="91" y="2539"/>
                    <a:pt x="91" y="2544"/>
                    <a:pt x="91" y="2550"/>
                  </a:cubicBezTo>
                  <a:cubicBezTo>
                    <a:pt x="97" y="2561"/>
                    <a:pt x="102" y="2573"/>
                    <a:pt x="109" y="2590"/>
                  </a:cubicBezTo>
                  <a:cubicBezTo>
                    <a:pt x="114" y="2601"/>
                    <a:pt x="120" y="2612"/>
                    <a:pt x="126" y="2623"/>
                  </a:cubicBezTo>
                  <a:cubicBezTo>
                    <a:pt x="131" y="2628"/>
                    <a:pt x="136" y="2633"/>
                    <a:pt x="136" y="2645"/>
                  </a:cubicBezTo>
                  <a:cubicBezTo>
                    <a:pt x="142" y="2655"/>
                    <a:pt x="153" y="2668"/>
                    <a:pt x="158" y="2678"/>
                  </a:cubicBezTo>
                  <a:cubicBezTo>
                    <a:pt x="169" y="2695"/>
                    <a:pt x="180" y="2711"/>
                    <a:pt x="191" y="2722"/>
                  </a:cubicBezTo>
                  <a:cubicBezTo>
                    <a:pt x="201" y="2733"/>
                    <a:pt x="209" y="2739"/>
                    <a:pt x="214" y="2749"/>
                  </a:cubicBezTo>
                  <a:lnTo>
                    <a:pt x="258" y="2794"/>
                  </a:lnTo>
                  <a:lnTo>
                    <a:pt x="280" y="2816"/>
                  </a:lnTo>
                  <a:cubicBezTo>
                    <a:pt x="303" y="2833"/>
                    <a:pt x="325" y="2850"/>
                    <a:pt x="352" y="2867"/>
                  </a:cubicBezTo>
                  <a:lnTo>
                    <a:pt x="563" y="2988"/>
                  </a:lnTo>
                  <a:cubicBezTo>
                    <a:pt x="535" y="2971"/>
                    <a:pt x="513" y="2956"/>
                    <a:pt x="491" y="2938"/>
                  </a:cubicBezTo>
                  <a:cubicBezTo>
                    <a:pt x="484" y="2863"/>
                    <a:pt x="479" y="2852"/>
                    <a:pt x="474" y="2846"/>
                  </a:cubicBezTo>
                  <a:lnTo>
                    <a:pt x="430" y="2801"/>
                  </a:lnTo>
                  <a:cubicBezTo>
                    <a:pt x="419" y="2790"/>
                    <a:pt x="413" y="2784"/>
                    <a:pt x="407" y="2773"/>
                  </a:cubicBezTo>
                  <a:cubicBezTo>
                    <a:pt x="397" y="2757"/>
                    <a:pt x="385" y="2746"/>
                    <a:pt x="374" y="2729"/>
                  </a:cubicBezTo>
                  <a:cubicBezTo>
                    <a:pt x="369" y="2719"/>
                    <a:pt x="357" y="2706"/>
                    <a:pt x="352" y="2701"/>
                  </a:cubicBezTo>
                  <a:cubicBezTo>
                    <a:pt x="342" y="2684"/>
                    <a:pt x="330" y="2669"/>
                    <a:pt x="325" y="2652"/>
                  </a:cubicBezTo>
                  <a:cubicBezTo>
                    <a:pt x="320" y="2641"/>
                    <a:pt x="314" y="2630"/>
                    <a:pt x="308" y="2612"/>
                  </a:cubicBezTo>
                  <a:cubicBezTo>
                    <a:pt x="298" y="2585"/>
                    <a:pt x="280" y="2558"/>
                    <a:pt x="275" y="2523"/>
                  </a:cubicBezTo>
                  <a:cubicBezTo>
                    <a:pt x="264" y="2484"/>
                    <a:pt x="253" y="2452"/>
                    <a:pt x="247" y="2417"/>
                  </a:cubicBezTo>
                  <a:cubicBezTo>
                    <a:pt x="247" y="2412"/>
                    <a:pt x="242" y="2412"/>
                    <a:pt x="242" y="2407"/>
                  </a:cubicBezTo>
                  <a:cubicBezTo>
                    <a:pt x="232" y="2368"/>
                    <a:pt x="225" y="2329"/>
                    <a:pt x="225" y="2291"/>
                  </a:cubicBezTo>
                  <a:cubicBezTo>
                    <a:pt x="220" y="2240"/>
                    <a:pt x="220" y="2201"/>
                    <a:pt x="215" y="2151"/>
                  </a:cubicBezTo>
                  <a:cubicBezTo>
                    <a:pt x="215" y="2107"/>
                    <a:pt x="220" y="2062"/>
                    <a:pt x="220" y="2018"/>
                  </a:cubicBezTo>
                  <a:lnTo>
                    <a:pt x="220" y="2008"/>
                  </a:lnTo>
                  <a:cubicBezTo>
                    <a:pt x="225" y="1963"/>
                    <a:pt x="231" y="1919"/>
                    <a:pt x="237" y="1868"/>
                  </a:cubicBezTo>
                  <a:cubicBezTo>
                    <a:pt x="247" y="1814"/>
                    <a:pt x="254" y="1769"/>
                    <a:pt x="264" y="1725"/>
                  </a:cubicBezTo>
                  <a:cubicBezTo>
                    <a:pt x="264" y="1720"/>
                    <a:pt x="264" y="1720"/>
                    <a:pt x="269" y="1714"/>
                  </a:cubicBezTo>
                  <a:cubicBezTo>
                    <a:pt x="280" y="1664"/>
                    <a:pt x="292" y="1620"/>
                    <a:pt x="309" y="1575"/>
                  </a:cubicBezTo>
                  <a:cubicBezTo>
                    <a:pt x="309" y="1570"/>
                    <a:pt x="314" y="1570"/>
                    <a:pt x="314" y="1565"/>
                  </a:cubicBezTo>
                  <a:cubicBezTo>
                    <a:pt x="331" y="1515"/>
                    <a:pt x="342" y="1470"/>
                    <a:pt x="364" y="1426"/>
                  </a:cubicBezTo>
                  <a:cubicBezTo>
                    <a:pt x="387" y="1371"/>
                    <a:pt x="403" y="1327"/>
                    <a:pt x="425" y="1282"/>
                  </a:cubicBezTo>
                  <a:cubicBezTo>
                    <a:pt x="447" y="1232"/>
                    <a:pt x="471" y="1182"/>
                    <a:pt x="493" y="1138"/>
                  </a:cubicBezTo>
                  <a:cubicBezTo>
                    <a:pt x="520" y="1088"/>
                    <a:pt x="542" y="1049"/>
                    <a:pt x="565" y="1004"/>
                  </a:cubicBezTo>
                  <a:cubicBezTo>
                    <a:pt x="570" y="994"/>
                    <a:pt x="575" y="987"/>
                    <a:pt x="575" y="982"/>
                  </a:cubicBezTo>
                  <a:cubicBezTo>
                    <a:pt x="597" y="950"/>
                    <a:pt x="614" y="915"/>
                    <a:pt x="636" y="888"/>
                  </a:cubicBezTo>
                  <a:cubicBezTo>
                    <a:pt x="647" y="871"/>
                    <a:pt x="654" y="861"/>
                    <a:pt x="664" y="849"/>
                  </a:cubicBezTo>
                  <a:cubicBezTo>
                    <a:pt x="692" y="809"/>
                    <a:pt x="714" y="772"/>
                    <a:pt x="741" y="737"/>
                  </a:cubicBezTo>
                  <a:cubicBezTo>
                    <a:pt x="746" y="732"/>
                    <a:pt x="746" y="732"/>
                    <a:pt x="746" y="726"/>
                  </a:cubicBezTo>
                  <a:cubicBezTo>
                    <a:pt x="774" y="688"/>
                    <a:pt x="808" y="650"/>
                    <a:pt x="835" y="610"/>
                  </a:cubicBezTo>
                  <a:cubicBezTo>
                    <a:pt x="875" y="566"/>
                    <a:pt x="907" y="526"/>
                    <a:pt x="942" y="494"/>
                  </a:cubicBezTo>
                  <a:lnTo>
                    <a:pt x="1048" y="388"/>
                  </a:lnTo>
                  <a:cubicBezTo>
                    <a:pt x="1086" y="348"/>
                    <a:pt x="1120" y="321"/>
                    <a:pt x="1159" y="294"/>
                  </a:cubicBezTo>
                  <a:lnTo>
                    <a:pt x="1169" y="283"/>
                  </a:lnTo>
                  <a:cubicBezTo>
                    <a:pt x="1209" y="255"/>
                    <a:pt x="1242" y="228"/>
                    <a:pt x="1280" y="200"/>
                  </a:cubicBezTo>
                  <a:cubicBezTo>
                    <a:pt x="1325" y="171"/>
                    <a:pt x="1364" y="144"/>
                    <a:pt x="1402" y="122"/>
                  </a:cubicBezTo>
                  <a:lnTo>
                    <a:pt x="11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7"/>
            <p:cNvSpPr/>
            <p:nvPr/>
          </p:nvSpPr>
          <p:spPr>
            <a:xfrm>
              <a:off x="5020819" y="4552890"/>
              <a:ext cx="232983" cy="298262"/>
            </a:xfrm>
            <a:custGeom>
              <a:rect b="b" l="l" r="r" t="t"/>
              <a:pathLst>
                <a:path extrusionOk="0" h="3011" w="2352">
                  <a:moveTo>
                    <a:pt x="1696" y="0"/>
                  </a:moveTo>
                  <a:cubicBezTo>
                    <a:pt x="1538" y="0"/>
                    <a:pt x="1359" y="51"/>
                    <a:pt x="1170" y="160"/>
                  </a:cubicBezTo>
                  <a:cubicBezTo>
                    <a:pt x="521" y="537"/>
                    <a:pt x="0" y="1441"/>
                    <a:pt x="5" y="2180"/>
                  </a:cubicBezTo>
                  <a:cubicBezTo>
                    <a:pt x="9" y="2707"/>
                    <a:pt x="272" y="3011"/>
                    <a:pt x="656" y="3011"/>
                  </a:cubicBezTo>
                  <a:cubicBezTo>
                    <a:pt x="813" y="3011"/>
                    <a:pt x="992" y="2959"/>
                    <a:pt x="1181" y="2851"/>
                  </a:cubicBezTo>
                  <a:cubicBezTo>
                    <a:pt x="1830" y="2479"/>
                    <a:pt x="2352" y="1575"/>
                    <a:pt x="2347" y="831"/>
                  </a:cubicBezTo>
                  <a:cubicBezTo>
                    <a:pt x="2343" y="304"/>
                    <a:pt x="2080" y="0"/>
                    <a:pt x="16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7"/>
            <p:cNvSpPr/>
            <p:nvPr/>
          </p:nvSpPr>
          <p:spPr>
            <a:xfrm>
              <a:off x="4077007" y="4521390"/>
              <a:ext cx="1688039" cy="1035646"/>
            </a:xfrm>
            <a:custGeom>
              <a:rect b="b" l="l" r="r" t="t"/>
              <a:pathLst>
                <a:path extrusionOk="0" h="10455" w="17041">
                  <a:moveTo>
                    <a:pt x="17040" y="0"/>
                  </a:moveTo>
                  <a:lnTo>
                    <a:pt x="0" y="9905"/>
                  </a:lnTo>
                  <a:lnTo>
                    <a:pt x="0" y="10454"/>
                  </a:lnTo>
                  <a:lnTo>
                    <a:pt x="17040" y="550"/>
                  </a:lnTo>
                  <a:lnTo>
                    <a:pt x="17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7"/>
            <p:cNvSpPr/>
            <p:nvPr/>
          </p:nvSpPr>
          <p:spPr>
            <a:xfrm>
              <a:off x="4029262" y="5474515"/>
              <a:ext cx="47845" cy="82515"/>
            </a:xfrm>
            <a:custGeom>
              <a:rect b="b" l="l" r="r" t="t"/>
              <a:pathLst>
                <a:path extrusionOk="0" h="833" w="483">
                  <a:moveTo>
                    <a:pt x="0" y="0"/>
                  </a:moveTo>
                  <a:lnTo>
                    <a:pt x="0" y="554"/>
                  </a:lnTo>
                  <a:lnTo>
                    <a:pt x="482" y="832"/>
                  </a:lnTo>
                  <a:lnTo>
                    <a:pt x="482" y="283"/>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7"/>
            <p:cNvSpPr/>
            <p:nvPr/>
          </p:nvSpPr>
          <p:spPr>
            <a:xfrm>
              <a:off x="4029262" y="4493357"/>
              <a:ext cx="1735785" cy="1009297"/>
            </a:xfrm>
            <a:custGeom>
              <a:rect b="b" l="l" r="r" t="t"/>
              <a:pathLst>
                <a:path extrusionOk="0" h="10189" w="17523">
                  <a:moveTo>
                    <a:pt x="17041" y="0"/>
                  </a:moveTo>
                  <a:lnTo>
                    <a:pt x="0" y="9905"/>
                  </a:lnTo>
                  <a:lnTo>
                    <a:pt x="482" y="10188"/>
                  </a:lnTo>
                  <a:lnTo>
                    <a:pt x="17522" y="283"/>
                  </a:lnTo>
                  <a:lnTo>
                    <a:pt x="1704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7"/>
            <p:cNvSpPr/>
            <p:nvPr/>
          </p:nvSpPr>
          <p:spPr>
            <a:xfrm>
              <a:off x="4554956" y="4939113"/>
              <a:ext cx="105694" cy="33382"/>
            </a:xfrm>
            <a:custGeom>
              <a:rect b="b" l="l" r="r" t="t"/>
              <a:pathLst>
                <a:path extrusionOk="0" h="337" w="1067">
                  <a:moveTo>
                    <a:pt x="457" y="1"/>
                  </a:moveTo>
                  <a:cubicBezTo>
                    <a:pt x="440" y="1"/>
                    <a:pt x="430" y="1"/>
                    <a:pt x="412" y="6"/>
                  </a:cubicBezTo>
                  <a:cubicBezTo>
                    <a:pt x="390" y="11"/>
                    <a:pt x="380" y="11"/>
                    <a:pt x="363" y="11"/>
                  </a:cubicBezTo>
                  <a:cubicBezTo>
                    <a:pt x="346" y="16"/>
                    <a:pt x="336" y="16"/>
                    <a:pt x="318" y="22"/>
                  </a:cubicBezTo>
                  <a:cubicBezTo>
                    <a:pt x="296" y="27"/>
                    <a:pt x="285" y="27"/>
                    <a:pt x="279" y="32"/>
                  </a:cubicBezTo>
                  <a:cubicBezTo>
                    <a:pt x="262" y="37"/>
                    <a:pt x="252" y="43"/>
                    <a:pt x="234" y="43"/>
                  </a:cubicBezTo>
                  <a:cubicBezTo>
                    <a:pt x="229" y="48"/>
                    <a:pt x="224" y="48"/>
                    <a:pt x="212" y="48"/>
                  </a:cubicBezTo>
                  <a:cubicBezTo>
                    <a:pt x="202" y="53"/>
                    <a:pt x="195" y="53"/>
                    <a:pt x="190" y="58"/>
                  </a:cubicBezTo>
                  <a:cubicBezTo>
                    <a:pt x="173" y="64"/>
                    <a:pt x="163" y="69"/>
                    <a:pt x="150" y="75"/>
                  </a:cubicBezTo>
                  <a:cubicBezTo>
                    <a:pt x="133" y="80"/>
                    <a:pt x="123" y="86"/>
                    <a:pt x="111" y="92"/>
                  </a:cubicBezTo>
                  <a:cubicBezTo>
                    <a:pt x="95" y="102"/>
                    <a:pt x="84" y="110"/>
                    <a:pt x="66" y="115"/>
                  </a:cubicBezTo>
                  <a:cubicBezTo>
                    <a:pt x="50" y="125"/>
                    <a:pt x="39" y="132"/>
                    <a:pt x="22" y="137"/>
                  </a:cubicBezTo>
                  <a:cubicBezTo>
                    <a:pt x="12" y="142"/>
                    <a:pt x="6" y="147"/>
                    <a:pt x="0" y="154"/>
                  </a:cubicBezTo>
                  <a:lnTo>
                    <a:pt x="322" y="337"/>
                  </a:lnTo>
                  <a:cubicBezTo>
                    <a:pt x="355" y="315"/>
                    <a:pt x="394" y="298"/>
                    <a:pt x="422" y="282"/>
                  </a:cubicBezTo>
                  <a:cubicBezTo>
                    <a:pt x="479" y="255"/>
                    <a:pt x="514" y="240"/>
                    <a:pt x="541" y="227"/>
                  </a:cubicBezTo>
                  <a:cubicBezTo>
                    <a:pt x="581" y="210"/>
                    <a:pt x="613" y="205"/>
                    <a:pt x="641" y="200"/>
                  </a:cubicBezTo>
                  <a:cubicBezTo>
                    <a:pt x="680" y="189"/>
                    <a:pt x="708" y="189"/>
                    <a:pt x="735" y="183"/>
                  </a:cubicBezTo>
                  <a:cubicBezTo>
                    <a:pt x="767" y="178"/>
                    <a:pt x="797" y="178"/>
                    <a:pt x="824" y="178"/>
                  </a:cubicBezTo>
                  <a:cubicBezTo>
                    <a:pt x="851" y="183"/>
                    <a:pt x="874" y="183"/>
                    <a:pt x="901" y="188"/>
                  </a:cubicBezTo>
                  <a:cubicBezTo>
                    <a:pt x="907" y="188"/>
                    <a:pt x="918" y="193"/>
                    <a:pt x="923" y="193"/>
                  </a:cubicBezTo>
                  <a:cubicBezTo>
                    <a:pt x="940" y="199"/>
                    <a:pt x="956" y="204"/>
                    <a:pt x="974" y="210"/>
                  </a:cubicBezTo>
                  <a:cubicBezTo>
                    <a:pt x="984" y="215"/>
                    <a:pt x="996" y="215"/>
                    <a:pt x="1001" y="221"/>
                  </a:cubicBezTo>
                  <a:cubicBezTo>
                    <a:pt x="1023" y="231"/>
                    <a:pt x="1045" y="243"/>
                    <a:pt x="1067" y="253"/>
                  </a:cubicBezTo>
                  <a:lnTo>
                    <a:pt x="745" y="70"/>
                  </a:lnTo>
                  <a:cubicBezTo>
                    <a:pt x="723" y="59"/>
                    <a:pt x="707" y="48"/>
                    <a:pt x="691" y="43"/>
                  </a:cubicBezTo>
                  <a:cubicBezTo>
                    <a:pt x="673" y="37"/>
                    <a:pt x="663" y="32"/>
                    <a:pt x="651" y="32"/>
                  </a:cubicBezTo>
                  <a:cubicBezTo>
                    <a:pt x="641" y="27"/>
                    <a:pt x="629" y="22"/>
                    <a:pt x="619" y="22"/>
                  </a:cubicBezTo>
                  <a:cubicBezTo>
                    <a:pt x="613" y="22"/>
                    <a:pt x="608" y="16"/>
                    <a:pt x="602" y="16"/>
                  </a:cubicBezTo>
                  <a:cubicBezTo>
                    <a:pt x="595" y="11"/>
                    <a:pt x="584" y="11"/>
                    <a:pt x="579" y="11"/>
                  </a:cubicBezTo>
                  <a:cubicBezTo>
                    <a:pt x="568" y="6"/>
                    <a:pt x="562" y="6"/>
                    <a:pt x="557" y="6"/>
                  </a:cubicBezTo>
                  <a:cubicBezTo>
                    <a:pt x="540" y="1"/>
                    <a:pt x="524" y="1"/>
                    <a:pt x="5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7"/>
            <p:cNvSpPr/>
            <p:nvPr/>
          </p:nvSpPr>
          <p:spPr>
            <a:xfrm>
              <a:off x="4449856" y="4951594"/>
              <a:ext cx="138879" cy="260620"/>
            </a:xfrm>
            <a:custGeom>
              <a:rect b="b" l="l" r="r" t="t"/>
              <a:pathLst>
                <a:path extrusionOk="0" h="2631" w="1402">
                  <a:moveTo>
                    <a:pt x="1079" y="0"/>
                  </a:moveTo>
                  <a:cubicBezTo>
                    <a:pt x="1074" y="6"/>
                    <a:pt x="1062" y="11"/>
                    <a:pt x="1057" y="11"/>
                  </a:cubicBezTo>
                  <a:cubicBezTo>
                    <a:pt x="1040" y="21"/>
                    <a:pt x="1030" y="28"/>
                    <a:pt x="1013" y="38"/>
                  </a:cubicBezTo>
                  <a:cubicBezTo>
                    <a:pt x="995" y="49"/>
                    <a:pt x="985" y="55"/>
                    <a:pt x="973" y="65"/>
                  </a:cubicBezTo>
                  <a:cubicBezTo>
                    <a:pt x="951" y="83"/>
                    <a:pt x="941" y="88"/>
                    <a:pt x="924" y="99"/>
                  </a:cubicBezTo>
                  <a:cubicBezTo>
                    <a:pt x="906" y="109"/>
                    <a:pt x="896" y="121"/>
                    <a:pt x="879" y="131"/>
                  </a:cubicBezTo>
                  <a:lnTo>
                    <a:pt x="869" y="142"/>
                  </a:lnTo>
                  <a:cubicBezTo>
                    <a:pt x="863" y="147"/>
                    <a:pt x="863" y="147"/>
                    <a:pt x="858" y="147"/>
                  </a:cubicBezTo>
                  <a:cubicBezTo>
                    <a:pt x="848" y="152"/>
                    <a:pt x="841" y="164"/>
                    <a:pt x="836" y="169"/>
                  </a:cubicBezTo>
                  <a:cubicBezTo>
                    <a:pt x="819" y="180"/>
                    <a:pt x="809" y="191"/>
                    <a:pt x="796" y="202"/>
                  </a:cubicBezTo>
                  <a:cubicBezTo>
                    <a:pt x="786" y="212"/>
                    <a:pt x="774" y="219"/>
                    <a:pt x="769" y="230"/>
                  </a:cubicBezTo>
                  <a:lnTo>
                    <a:pt x="730" y="269"/>
                  </a:lnTo>
                  <a:lnTo>
                    <a:pt x="697" y="301"/>
                  </a:lnTo>
                  <a:lnTo>
                    <a:pt x="670" y="329"/>
                  </a:lnTo>
                  <a:cubicBezTo>
                    <a:pt x="659" y="346"/>
                    <a:pt x="648" y="351"/>
                    <a:pt x="642" y="362"/>
                  </a:cubicBezTo>
                  <a:lnTo>
                    <a:pt x="615" y="389"/>
                  </a:lnTo>
                  <a:cubicBezTo>
                    <a:pt x="605" y="400"/>
                    <a:pt x="597" y="412"/>
                    <a:pt x="587" y="417"/>
                  </a:cubicBezTo>
                  <a:cubicBezTo>
                    <a:pt x="582" y="422"/>
                    <a:pt x="582" y="427"/>
                    <a:pt x="576" y="427"/>
                  </a:cubicBezTo>
                  <a:cubicBezTo>
                    <a:pt x="566" y="437"/>
                    <a:pt x="566" y="445"/>
                    <a:pt x="560" y="445"/>
                  </a:cubicBezTo>
                  <a:cubicBezTo>
                    <a:pt x="549" y="455"/>
                    <a:pt x="543" y="467"/>
                    <a:pt x="538" y="477"/>
                  </a:cubicBezTo>
                  <a:cubicBezTo>
                    <a:pt x="527" y="488"/>
                    <a:pt x="521" y="499"/>
                    <a:pt x="510" y="510"/>
                  </a:cubicBezTo>
                  <a:cubicBezTo>
                    <a:pt x="505" y="520"/>
                    <a:pt x="500" y="526"/>
                    <a:pt x="493" y="532"/>
                  </a:cubicBezTo>
                  <a:cubicBezTo>
                    <a:pt x="487" y="537"/>
                    <a:pt x="487" y="537"/>
                    <a:pt x="487" y="542"/>
                  </a:cubicBezTo>
                  <a:cubicBezTo>
                    <a:pt x="482" y="547"/>
                    <a:pt x="482" y="552"/>
                    <a:pt x="477" y="552"/>
                  </a:cubicBezTo>
                  <a:cubicBezTo>
                    <a:pt x="460" y="576"/>
                    <a:pt x="444" y="598"/>
                    <a:pt x="428" y="625"/>
                  </a:cubicBezTo>
                  <a:cubicBezTo>
                    <a:pt x="422" y="630"/>
                    <a:pt x="417" y="635"/>
                    <a:pt x="417" y="642"/>
                  </a:cubicBezTo>
                  <a:cubicBezTo>
                    <a:pt x="407" y="652"/>
                    <a:pt x="400" y="665"/>
                    <a:pt x="395" y="675"/>
                  </a:cubicBezTo>
                  <a:cubicBezTo>
                    <a:pt x="385" y="692"/>
                    <a:pt x="377" y="702"/>
                    <a:pt x="367" y="714"/>
                  </a:cubicBezTo>
                  <a:cubicBezTo>
                    <a:pt x="356" y="731"/>
                    <a:pt x="350" y="741"/>
                    <a:pt x="340" y="759"/>
                  </a:cubicBezTo>
                  <a:cubicBezTo>
                    <a:pt x="334" y="764"/>
                    <a:pt x="334" y="769"/>
                    <a:pt x="329" y="776"/>
                  </a:cubicBezTo>
                  <a:cubicBezTo>
                    <a:pt x="324" y="781"/>
                    <a:pt x="324" y="786"/>
                    <a:pt x="324" y="786"/>
                  </a:cubicBezTo>
                  <a:cubicBezTo>
                    <a:pt x="313" y="803"/>
                    <a:pt x="307" y="813"/>
                    <a:pt x="302" y="825"/>
                  </a:cubicBezTo>
                  <a:cubicBezTo>
                    <a:pt x="297" y="843"/>
                    <a:pt x="285" y="853"/>
                    <a:pt x="280" y="865"/>
                  </a:cubicBezTo>
                  <a:cubicBezTo>
                    <a:pt x="275" y="875"/>
                    <a:pt x="269" y="881"/>
                    <a:pt x="269" y="887"/>
                  </a:cubicBezTo>
                  <a:cubicBezTo>
                    <a:pt x="264" y="892"/>
                    <a:pt x="264" y="897"/>
                    <a:pt x="264" y="897"/>
                  </a:cubicBezTo>
                  <a:cubicBezTo>
                    <a:pt x="259" y="908"/>
                    <a:pt x="254" y="919"/>
                    <a:pt x="246" y="930"/>
                  </a:cubicBezTo>
                  <a:cubicBezTo>
                    <a:pt x="241" y="940"/>
                    <a:pt x="236" y="953"/>
                    <a:pt x="230" y="963"/>
                  </a:cubicBezTo>
                  <a:cubicBezTo>
                    <a:pt x="224" y="974"/>
                    <a:pt x="219" y="985"/>
                    <a:pt x="213" y="996"/>
                  </a:cubicBezTo>
                  <a:cubicBezTo>
                    <a:pt x="208" y="1001"/>
                    <a:pt x="208" y="1012"/>
                    <a:pt x="202" y="1018"/>
                  </a:cubicBezTo>
                  <a:cubicBezTo>
                    <a:pt x="197" y="1023"/>
                    <a:pt x="197" y="1028"/>
                    <a:pt x="197" y="1028"/>
                  </a:cubicBezTo>
                  <a:cubicBezTo>
                    <a:pt x="192" y="1039"/>
                    <a:pt x="187" y="1050"/>
                    <a:pt x="180" y="1061"/>
                  </a:cubicBezTo>
                  <a:cubicBezTo>
                    <a:pt x="175" y="1071"/>
                    <a:pt x="170" y="1084"/>
                    <a:pt x="163" y="1094"/>
                  </a:cubicBezTo>
                  <a:cubicBezTo>
                    <a:pt x="157" y="1105"/>
                    <a:pt x="152" y="1116"/>
                    <a:pt x="146" y="1127"/>
                  </a:cubicBezTo>
                  <a:cubicBezTo>
                    <a:pt x="141" y="1132"/>
                    <a:pt x="141" y="1137"/>
                    <a:pt x="141" y="1143"/>
                  </a:cubicBezTo>
                  <a:cubicBezTo>
                    <a:pt x="135" y="1154"/>
                    <a:pt x="135" y="1160"/>
                    <a:pt x="130" y="1165"/>
                  </a:cubicBezTo>
                  <a:cubicBezTo>
                    <a:pt x="125" y="1183"/>
                    <a:pt x="120" y="1194"/>
                    <a:pt x="113" y="1205"/>
                  </a:cubicBezTo>
                  <a:cubicBezTo>
                    <a:pt x="108" y="1222"/>
                    <a:pt x="103" y="1232"/>
                    <a:pt x="97" y="1249"/>
                  </a:cubicBezTo>
                  <a:cubicBezTo>
                    <a:pt x="91" y="1260"/>
                    <a:pt x="91" y="1267"/>
                    <a:pt x="91" y="1272"/>
                  </a:cubicBezTo>
                  <a:cubicBezTo>
                    <a:pt x="86" y="1283"/>
                    <a:pt x="86" y="1289"/>
                    <a:pt x="86" y="1294"/>
                  </a:cubicBezTo>
                  <a:cubicBezTo>
                    <a:pt x="81" y="1311"/>
                    <a:pt x="76" y="1327"/>
                    <a:pt x="68" y="1343"/>
                  </a:cubicBezTo>
                  <a:cubicBezTo>
                    <a:pt x="63" y="1361"/>
                    <a:pt x="58" y="1377"/>
                    <a:pt x="58" y="1394"/>
                  </a:cubicBezTo>
                  <a:cubicBezTo>
                    <a:pt x="58" y="1399"/>
                    <a:pt x="53" y="1399"/>
                    <a:pt x="53" y="1404"/>
                  </a:cubicBezTo>
                  <a:cubicBezTo>
                    <a:pt x="47" y="1426"/>
                    <a:pt x="47" y="1431"/>
                    <a:pt x="42" y="1443"/>
                  </a:cubicBezTo>
                  <a:cubicBezTo>
                    <a:pt x="37" y="1461"/>
                    <a:pt x="37" y="1476"/>
                    <a:pt x="32" y="1493"/>
                  </a:cubicBezTo>
                  <a:cubicBezTo>
                    <a:pt x="26" y="1504"/>
                    <a:pt x="26" y="1520"/>
                    <a:pt x="26" y="1532"/>
                  </a:cubicBezTo>
                  <a:cubicBezTo>
                    <a:pt x="21" y="1542"/>
                    <a:pt x="21" y="1542"/>
                    <a:pt x="21" y="1550"/>
                  </a:cubicBezTo>
                  <a:cubicBezTo>
                    <a:pt x="16" y="1567"/>
                    <a:pt x="16" y="1582"/>
                    <a:pt x="16" y="1599"/>
                  </a:cubicBezTo>
                  <a:cubicBezTo>
                    <a:pt x="11" y="1616"/>
                    <a:pt x="11" y="1632"/>
                    <a:pt x="11" y="1649"/>
                  </a:cubicBezTo>
                  <a:lnTo>
                    <a:pt x="11" y="1660"/>
                  </a:lnTo>
                  <a:cubicBezTo>
                    <a:pt x="11" y="1682"/>
                    <a:pt x="5" y="1687"/>
                    <a:pt x="5" y="1699"/>
                  </a:cubicBezTo>
                  <a:cubicBezTo>
                    <a:pt x="5" y="1715"/>
                    <a:pt x="0" y="1731"/>
                    <a:pt x="0" y="1749"/>
                  </a:cubicBezTo>
                  <a:lnTo>
                    <a:pt x="0" y="1788"/>
                  </a:lnTo>
                  <a:lnTo>
                    <a:pt x="0" y="1798"/>
                  </a:lnTo>
                  <a:lnTo>
                    <a:pt x="0" y="1848"/>
                  </a:lnTo>
                  <a:cubicBezTo>
                    <a:pt x="0" y="1865"/>
                    <a:pt x="5" y="1881"/>
                    <a:pt x="5" y="1898"/>
                  </a:cubicBezTo>
                  <a:cubicBezTo>
                    <a:pt x="11" y="1920"/>
                    <a:pt x="11" y="1937"/>
                    <a:pt x="11" y="1948"/>
                  </a:cubicBezTo>
                  <a:cubicBezTo>
                    <a:pt x="16" y="1965"/>
                    <a:pt x="16" y="1980"/>
                    <a:pt x="21" y="1997"/>
                  </a:cubicBezTo>
                  <a:cubicBezTo>
                    <a:pt x="26" y="2008"/>
                    <a:pt x="26" y="2008"/>
                    <a:pt x="26" y="2014"/>
                  </a:cubicBezTo>
                  <a:cubicBezTo>
                    <a:pt x="32" y="2024"/>
                    <a:pt x="32" y="2042"/>
                    <a:pt x="37" y="2054"/>
                  </a:cubicBezTo>
                  <a:cubicBezTo>
                    <a:pt x="42" y="2070"/>
                    <a:pt x="47" y="2086"/>
                    <a:pt x="55" y="2103"/>
                  </a:cubicBezTo>
                  <a:cubicBezTo>
                    <a:pt x="65" y="2131"/>
                    <a:pt x="71" y="2153"/>
                    <a:pt x="82" y="2170"/>
                  </a:cubicBezTo>
                  <a:cubicBezTo>
                    <a:pt x="87" y="2175"/>
                    <a:pt x="87" y="2180"/>
                    <a:pt x="87" y="2180"/>
                  </a:cubicBezTo>
                  <a:cubicBezTo>
                    <a:pt x="92" y="2191"/>
                    <a:pt x="98" y="2202"/>
                    <a:pt x="104" y="2213"/>
                  </a:cubicBezTo>
                  <a:cubicBezTo>
                    <a:pt x="109" y="2223"/>
                    <a:pt x="114" y="2236"/>
                    <a:pt x="121" y="2241"/>
                  </a:cubicBezTo>
                  <a:cubicBezTo>
                    <a:pt x="126" y="2246"/>
                    <a:pt x="126" y="2252"/>
                    <a:pt x="131" y="2258"/>
                  </a:cubicBezTo>
                  <a:cubicBezTo>
                    <a:pt x="136" y="2268"/>
                    <a:pt x="142" y="2275"/>
                    <a:pt x="149" y="2285"/>
                  </a:cubicBezTo>
                  <a:cubicBezTo>
                    <a:pt x="159" y="2302"/>
                    <a:pt x="171" y="2312"/>
                    <a:pt x="181" y="2325"/>
                  </a:cubicBezTo>
                  <a:cubicBezTo>
                    <a:pt x="187" y="2335"/>
                    <a:pt x="192" y="2342"/>
                    <a:pt x="198" y="2347"/>
                  </a:cubicBezTo>
                  <a:cubicBezTo>
                    <a:pt x="209" y="2364"/>
                    <a:pt x="225" y="2374"/>
                    <a:pt x="238" y="2386"/>
                  </a:cubicBezTo>
                  <a:lnTo>
                    <a:pt x="255" y="2404"/>
                  </a:lnTo>
                  <a:cubicBezTo>
                    <a:pt x="277" y="2420"/>
                    <a:pt x="294" y="2436"/>
                    <a:pt x="317" y="2448"/>
                  </a:cubicBezTo>
                  <a:lnTo>
                    <a:pt x="615" y="2618"/>
                  </a:lnTo>
                  <a:lnTo>
                    <a:pt x="615" y="2618"/>
                  </a:lnTo>
                  <a:cubicBezTo>
                    <a:pt x="601" y="2609"/>
                    <a:pt x="588" y="2598"/>
                    <a:pt x="576" y="2587"/>
                  </a:cubicBezTo>
                  <a:cubicBezTo>
                    <a:pt x="626" y="2549"/>
                    <a:pt x="620" y="2543"/>
                    <a:pt x="615" y="2537"/>
                  </a:cubicBezTo>
                  <a:cubicBezTo>
                    <a:pt x="605" y="2526"/>
                    <a:pt x="587" y="2515"/>
                    <a:pt x="575" y="2498"/>
                  </a:cubicBezTo>
                  <a:cubicBezTo>
                    <a:pt x="570" y="2487"/>
                    <a:pt x="559" y="2481"/>
                    <a:pt x="553" y="2475"/>
                  </a:cubicBezTo>
                  <a:cubicBezTo>
                    <a:pt x="543" y="2464"/>
                    <a:pt x="530" y="2448"/>
                    <a:pt x="526" y="2436"/>
                  </a:cubicBezTo>
                  <a:cubicBezTo>
                    <a:pt x="521" y="2426"/>
                    <a:pt x="516" y="2419"/>
                    <a:pt x="508" y="2409"/>
                  </a:cubicBezTo>
                  <a:cubicBezTo>
                    <a:pt x="498" y="2391"/>
                    <a:pt x="492" y="2381"/>
                    <a:pt x="481" y="2364"/>
                  </a:cubicBezTo>
                  <a:cubicBezTo>
                    <a:pt x="476" y="2353"/>
                    <a:pt x="471" y="2342"/>
                    <a:pt x="464" y="2331"/>
                  </a:cubicBezTo>
                  <a:cubicBezTo>
                    <a:pt x="454" y="2309"/>
                    <a:pt x="442" y="2281"/>
                    <a:pt x="437" y="2254"/>
                  </a:cubicBezTo>
                  <a:cubicBezTo>
                    <a:pt x="427" y="2221"/>
                    <a:pt x="419" y="2192"/>
                    <a:pt x="409" y="2159"/>
                  </a:cubicBezTo>
                  <a:cubicBezTo>
                    <a:pt x="409" y="2154"/>
                    <a:pt x="409" y="2154"/>
                    <a:pt x="404" y="2149"/>
                  </a:cubicBezTo>
                  <a:cubicBezTo>
                    <a:pt x="398" y="2117"/>
                    <a:pt x="393" y="2082"/>
                    <a:pt x="387" y="2049"/>
                  </a:cubicBezTo>
                  <a:cubicBezTo>
                    <a:pt x="382" y="2011"/>
                    <a:pt x="382" y="1972"/>
                    <a:pt x="382" y="1933"/>
                  </a:cubicBezTo>
                  <a:cubicBezTo>
                    <a:pt x="382" y="1893"/>
                    <a:pt x="387" y="1856"/>
                    <a:pt x="387" y="1817"/>
                  </a:cubicBezTo>
                  <a:cubicBezTo>
                    <a:pt x="392" y="1767"/>
                    <a:pt x="397" y="1728"/>
                    <a:pt x="404" y="1689"/>
                  </a:cubicBezTo>
                  <a:cubicBezTo>
                    <a:pt x="414" y="1645"/>
                    <a:pt x="421" y="1605"/>
                    <a:pt x="432" y="1568"/>
                  </a:cubicBezTo>
                  <a:cubicBezTo>
                    <a:pt x="442" y="1518"/>
                    <a:pt x="454" y="1479"/>
                    <a:pt x="464" y="1441"/>
                  </a:cubicBezTo>
                  <a:cubicBezTo>
                    <a:pt x="481" y="1391"/>
                    <a:pt x="492" y="1352"/>
                    <a:pt x="508" y="1314"/>
                  </a:cubicBezTo>
                  <a:cubicBezTo>
                    <a:pt x="526" y="1269"/>
                    <a:pt x="542" y="1225"/>
                    <a:pt x="559" y="1186"/>
                  </a:cubicBezTo>
                  <a:cubicBezTo>
                    <a:pt x="581" y="1142"/>
                    <a:pt x="597" y="1102"/>
                    <a:pt x="620" y="1065"/>
                  </a:cubicBezTo>
                  <a:cubicBezTo>
                    <a:pt x="642" y="1021"/>
                    <a:pt x="664" y="987"/>
                    <a:pt x="681" y="948"/>
                  </a:cubicBezTo>
                  <a:cubicBezTo>
                    <a:pt x="686" y="943"/>
                    <a:pt x="686" y="938"/>
                    <a:pt x="692" y="932"/>
                  </a:cubicBezTo>
                  <a:cubicBezTo>
                    <a:pt x="709" y="903"/>
                    <a:pt x="725" y="876"/>
                    <a:pt x="742" y="848"/>
                  </a:cubicBezTo>
                  <a:cubicBezTo>
                    <a:pt x="752" y="837"/>
                    <a:pt x="759" y="825"/>
                    <a:pt x="764" y="814"/>
                  </a:cubicBezTo>
                  <a:cubicBezTo>
                    <a:pt x="786" y="782"/>
                    <a:pt x="809" y="748"/>
                    <a:pt x="831" y="715"/>
                  </a:cubicBezTo>
                  <a:cubicBezTo>
                    <a:pt x="836" y="710"/>
                    <a:pt x="836" y="710"/>
                    <a:pt x="836" y="705"/>
                  </a:cubicBezTo>
                  <a:cubicBezTo>
                    <a:pt x="863" y="672"/>
                    <a:pt x="885" y="638"/>
                    <a:pt x="914" y="605"/>
                  </a:cubicBezTo>
                  <a:cubicBezTo>
                    <a:pt x="946" y="566"/>
                    <a:pt x="974" y="534"/>
                    <a:pt x="1003" y="505"/>
                  </a:cubicBezTo>
                  <a:lnTo>
                    <a:pt x="1097" y="411"/>
                  </a:lnTo>
                  <a:cubicBezTo>
                    <a:pt x="1130" y="379"/>
                    <a:pt x="1163" y="357"/>
                    <a:pt x="1191" y="327"/>
                  </a:cubicBezTo>
                  <a:cubicBezTo>
                    <a:pt x="1197" y="322"/>
                    <a:pt x="1197" y="322"/>
                    <a:pt x="1202" y="322"/>
                  </a:cubicBezTo>
                  <a:cubicBezTo>
                    <a:pt x="1234" y="295"/>
                    <a:pt x="1268" y="273"/>
                    <a:pt x="1296" y="251"/>
                  </a:cubicBezTo>
                  <a:cubicBezTo>
                    <a:pt x="1335" y="222"/>
                    <a:pt x="1367" y="200"/>
                    <a:pt x="1402" y="184"/>
                  </a:cubicBezTo>
                  <a:lnTo>
                    <a:pt x="1079" y="0"/>
                  </a:lnTo>
                  <a:close/>
                  <a:moveTo>
                    <a:pt x="615" y="2618"/>
                  </a:moveTo>
                  <a:lnTo>
                    <a:pt x="615" y="2618"/>
                  </a:lnTo>
                  <a:cubicBezTo>
                    <a:pt x="623" y="2623"/>
                    <a:pt x="630" y="2627"/>
                    <a:pt x="638" y="2631"/>
                  </a:cubicBezTo>
                  <a:lnTo>
                    <a:pt x="615" y="261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7"/>
            <p:cNvSpPr/>
            <p:nvPr/>
          </p:nvSpPr>
          <p:spPr>
            <a:xfrm>
              <a:off x="4489281" y="4957934"/>
              <a:ext cx="201186" cy="257946"/>
            </a:xfrm>
            <a:custGeom>
              <a:rect b="b" l="l" r="r" t="t"/>
              <a:pathLst>
                <a:path extrusionOk="0" h="2604" w="2031">
                  <a:moveTo>
                    <a:pt x="1464" y="0"/>
                  </a:moveTo>
                  <a:cubicBezTo>
                    <a:pt x="1327" y="0"/>
                    <a:pt x="1174" y="45"/>
                    <a:pt x="1010" y="139"/>
                  </a:cubicBezTo>
                  <a:cubicBezTo>
                    <a:pt x="443" y="459"/>
                    <a:pt x="0" y="1236"/>
                    <a:pt x="6" y="1886"/>
                  </a:cubicBezTo>
                  <a:cubicBezTo>
                    <a:pt x="9" y="2342"/>
                    <a:pt x="235" y="2603"/>
                    <a:pt x="566" y="2603"/>
                  </a:cubicBezTo>
                  <a:cubicBezTo>
                    <a:pt x="702" y="2603"/>
                    <a:pt x="857" y="2558"/>
                    <a:pt x="1021" y="2464"/>
                  </a:cubicBezTo>
                  <a:cubicBezTo>
                    <a:pt x="1576" y="2142"/>
                    <a:pt x="2031" y="1360"/>
                    <a:pt x="2025" y="716"/>
                  </a:cubicBezTo>
                  <a:cubicBezTo>
                    <a:pt x="2022" y="263"/>
                    <a:pt x="1795" y="0"/>
                    <a:pt x="14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7"/>
            <p:cNvSpPr/>
            <p:nvPr/>
          </p:nvSpPr>
          <p:spPr>
            <a:xfrm>
              <a:off x="5148008" y="4584688"/>
              <a:ext cx="106982" cy="33382"/>
            </a:xfrm>
            <a:custGeom>
              <a:rect b="b" l="l" r="r" t="t"/>
              <a:pathLst>
                <a:path extrusionOk="0" h="337" w="1080">
                  <a:moveTo>
                    <a:pt x="462" y="0"/>
                  </a:moveTo>
                  <a:cubicBezTo>
                    <a:pt x="446" y="0"/>
                    <a:pt x="435" y="0"/>
                    <a:pt x="417" y="5"/>
                  </a:cubicBezTo>
                  <a:cubicBezTo>
                    <a:pt x="395" y="11"/>
                    <a:pt x="385" y="11"/>
                    <a:pt x="368" y="11"/>
                  </a:cubicBezTo>
                  <a:cubicBezTo>
                    <a:pt x="351" y="16"/>
                    <a:pt x="341" y="16"/>
                    <a:pt x="323" y="21"/>
                  </a:cubicBezTo>
                  <a:cubicBezTo>
                    <a:pt x="301" y="26"/>
                    <a:pt x="291" y="26"/>
                    <a:pt x="279" y="32"/>
                  </a:cubicBezTo>
                  <a:cubicBezTo>
                    <a:pt x="262" y="37"/>
                    <a:pt x="252" y="42"/>
                    <a:pt x="239" y="42"/>
                  </a:cubicBezTo>
                  <a:cubicBezTo>
                    <a:pt x="234" y="47"/>
                    <a:pt x="229" y="47"/>
                    <a:pt x="217" y="47"/>
                  </a:cubicBezTo>
                  <a:cubicBezTo>
                    <a:pt x="201" y="52"/>
                    <a:pt x="201" y="52"/>
                    <a:pt x="195" y="58"/>
                  </a:cubicBezTo>
                  <a:cubicBezTo>
                    <a:pt x="179" y="63"/>
                    <a:pt x="168" y="68"/>
                    <a:pt x="155" y="74"/>
                  </a:cubicBezTo>
                  <a:cubicBezTo>
                    <a:pt x="139" y="80"/>
                    <a:pt x="128" y="85"/>
                    <a:pt x="111" y="91"/>
                  </a:cubicBezTo>
                  <a:cubicBezTo>
                    <a:pt x="95" y="102"/>
                    <a:pt x="84" y="108"/>
                    <a:pt x="66" y="113"/>
                  </a:cubicBezTo>
                  <a:cubicBezTo>
                    <a:pt x="50" y="124"/>
                    <a:pt x="39" y="131"/>
                    <a:pt x="22" y="136"/>
                  </a:cubicBezTo>
                  <a:cubicBezTo>
                    <a:pt x="12" y="142"/>
                    <a:pt x="6" y="147"/>
                    <a:pt x="0" y="153"/>
                  </a:cubicBezTo>
                  <a:lnTo>
                    <a:pt x="322" y="336"/>
                  </a:lnTo>
                  <a:cubicBezTo>
                    <a:pt x="355" y="314"/>
                    <a:pt x="394" y="297"/>
                    <a:pt x="428" y="281"/>
                  </a:cubicBezTo>
                  <a:cubicBezTo>
                    <a:pt x="492" y="248"/>
                    <a:pt x="524" y="238"/>
                    <a:pt x="553" y="226"/>
                  </a:cubicBezTo>
                  <a:cubicBezTo>
                    <a:pt x="592" y="216"/>
                    <a:pt x="625" y="204"/>
                    <a:pt x="652" y="199"/>
                  </a:cubicBezTo>
                  <a:cubicBezTo>
                    <a:pt x="692" y="189"/>
                    <a:pt x="719" y="189"/>
                    <a:pt x="746" y="182"/>
                  </a:cubicBezTo>
                  <a:cubicBezTo>
                    <a:pt x="780" y="177"/>
                    <a:pt x="808" y="177"/>
                    <a:pt x="835" y="177"/>
                  </a:cubicBezTo>
                  <a:cubicBezTo>
                    <a:pt x="863" y="182"/>
                    <a:pt x="886" y="182"/>
                    <a:pt x="913" y="188"/>
                  </a:cubicBezTo>
                  <a:cubicBezTo>
                    <a:pt x="918" y="188"/>
                    <a:pt x="930" y="193"/>
                    <a:pt x="935" y="193"/>
                  </a:cubicBezTo>
                  <a:cubicBezTo>
                    <a:pt x="953" y="197"/>
                    <a:pt x="968" y="202"/>
                    <a:pt x="985" y="210"/>
                  </a:cubicBezTo>
                  <a:cubicBezTo>
                    <a:pt x="996" y="215"/>
                    <a:pt x="1007" y="215"/>
                    <a:pt x="1012" y="220"/>
                  </a:cubicBezTo>
                  <a:cubicBezTo>
                    <a:pt x="1034" y="231"/>
                    <a:pt x="1057" y="242"/>
                    <a:pt x="1079" y="253"/>
                  </a:cubicBezTo>
                  <a:lnTo>
                    <a:pt x="757" y="69"/>
                  </a:lnTo>
                  <a:cubicBezTo>
                    <a:pt x="735" y="59"/>
                    <a:pt x="718" y="47"/>
                    <a:pt x="695" y="42"/>
                  </a:cubicBezTo>
                  <a:cubicBezTo>
                    <a:pt x="678" y="37"/>
                    <a:pt x="668" y="32"/>
                    <a:pt x="656" y="32"/>
                  </a:cubicBezTo>
                  <a:cubicBezTo>
                    <a:pt x="646" y="26"/>
                    <a:pt x="634" y="21"/>
                    <a:pt x="624" y="21"/>
                  </a:cubicBezTo>
                  <a:cubicBezTo>
                    <a:pt x="619" y="21"/>
                    <a:pt x="613" y="16"/>
                    <a:pt x="606" y="16"/>
                  </a:cubicBezTo>
                  <a:cubicBezTo>
                    <a:pt x="601" y="11"/>
                    <a:pt x="589" y="11"/>
                    <a:pt x="584" y="11"/>
                  </a:cubicBezTo>
                  <a:cubicBezTo>
                    <a:pt x="573" y="11"/>
                    <a:pt x="567" y="5"/>
                    <a:pt x="562" y="5"/>
                  </a:cubicBezTo>
                  <a:cubicBezTo>
                    <a:pt x="545" y="0"/>
                    <a:pt x="529" y="0"/>
                    <a:pt x="5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7"/>
            <p:cNvSpPr/>
            <p:nvPr/>
          </p:nvSpPr>
          <p:spPr>
            <a:xfrm>
              <a:off x="5043900" y="4596277"/>
              <a:ext cx="139572" cy="260917"/>
            </a:xfrm>
            <a:custGeom>
              <a:rect b="b" l="l" r="r" t="t"/>
              <a:pathLst>
                <a:path extrusionOk="0" h="2634" w="1409">
                  <a:moveTo>
                    <a:pt x="1087" y="0"/>
                  </a:moveTo>
                  <a:cubicBezTo>
                    <a:pt x="1082" y="6"/>
                    <a:pt x="1069" y="11"/>
                    <a:pt x="1064" y="11"/>
                  </a:cubicBezTo>
                  <a:cubicBezTo>
                    <a:pt x="1047" y="21"/>
                    <a:pt x="1037" y="28"/>
                    <a:pt x="1020" y="38"/>
                  </a:cubicBezTo>
                  <a:cubicBezTo>
                    <a:pt x="1003" y="49"/>
                    <a:pt x="993" y="56"/>
                    <a:pt x="980" y="66"/>
                  </a:cubicBezTo>
                  <a:cubicBezTo>
                    <a:pt x="958" y="83"/>
                    <a:pt x="948" y="88"/>
                    <a:pt x="931" y="99"/>
                  </a:cubicBezTo>
                  <a:cubicBezTo>
                    <a:pt x="914" y="109"/>
                    <a:pt x="904" y="121"/>
                    <a:pt x="886" y="131"/>
                  </a:cubicBezTo>
                  <a:lnTo>
                    <a:pt x="875" y="142"/>
                  </a:lnTo>
                  <a:cubicBezTo>
                    <a:pt x="870" y="147"/>
                    <a:pt x="870" y="147"/>
                    <a:pt x="865" y="147"/>
                  </a:cubicBezTo>
                  <a:cubicBezTo>
                    <a:pt x="854" y="152"/>
                    <a:pt x="848" y="164"/>
                    <a:pt x="838" y="169"/>
                  </a:cubicBezTo>
                  <a:cubicBezTo>
                    <a:pt x="827" y="180"/>
                    <a:pt x="810" y="192"/>
                    <a:pt x="799" y="203"/>
                  </a:cubicBezTo>
                  <a:cubicBezTo>
                    <a:pt x="788" y="213"/>
                    <a:pt x="776" y="219"/>
                    <a:pt x="771" y="230"/>
                  </a:cubicBezTo>
                  <a:lnTo>
                    <a:pt x="732" y="269"/>
                  </a:lnTo>
                  <a:lnTo>
                    <a:pt x="699" y="302"/>
                  </a:lnTo>
                  <a:lnTo>
                    <a:pt x="671" y="329"/>
                  </a:lnTo>
                  <a:cubicBezTo>
                    <a:pt x="661" y="346"/>
                    <a:pt x="649" y="351"/>
                    <a:pt x="644" y="362"/>
                  </a:cubicBezTo>
                  <a:cubicBezTo>
                    <a:pt x="633" y="372"/>
                    <a:pt x="627" y="384"/>
                    <a:pt x="617" y="389"/>
                  </a:cubicBezTo>
                  <a:cubicBezTo>
                    <a:pt x="606" y="400"/>
                    <a:pt x="600" y="412"/>
                    <a:pt x="589" y="417"/>
                  </a:cubicBezTo>
                  <a:cubicBezTo>
                    <a:pt x="584" y="423"/>
                    <a:pt x="584" y="428"/>
                    <a:pt x="579" y="428"/>
                  </a:cubicBezTo>
                  <a:cubicBezTo>
                    <a:pt x="574" y="438"/>
                    <a:pt x="568" y="445"/>
                    <a:pt x="561" y="450"/>
                  </a:cubicBezTo>
                  <a:cubicBezTo>
                    <a:pt x="551" y="460"/>
                    <a:pt x="544" y="472"/>
                    <a:pt x="539" y="477"/>
                  </a:cubicBezTo>
                  <a:cubicBezTo>
                    <a:pt x="529" y="488"/>
                    <a:pt x="522" y="499"/>
                    <a:pt x="512" y="510"/>
                  </a:cubicBezTo>
                  <a:cubicBezTo>
                    <a:pt x="507" y="520"/>
                    <a:pt x="501" y="527"/>
                    <a:pt x="495" y="533"/>
                  </a:cubicBezTo>
                  <a:cubicBezTo>
                    <a:pt x="485" y="543"/>
                    <a:pt x="485" y="549"/>
                    <a:pt x="477" y="555"/>
                  </a:cubicBezTo>
                  <a:cubicBezTo>
                    <a:pt x="461" y="577"/>
                    <a:pt x="445" y="600"/>
                    <a:pt x="428" y="622"/>
                  </a:cubicBezTo>
                  <a:cubicBezTo>
                    <a:pt x="423" y="627"/>
                    <a:pt x="418" y="632"/>
                    <a:pt x="418" y="638"/>
                  </a:cubicBezTo>
                  <a:cubicBezTo>
                    <a:pt x="412" y="649"/>
                    <a:pt x="401" y="660"/>
                    <a:pt x="396" y="671"/>
                  </a:cubicBezTo>
                  <a:cubicBezTo>
                    <a:pt x="385" y="688"/>
                    <a:pt x="378" y="699"/>
                    <a:pt x="367" y="711"/>
                  </a:cubicBezTo>
                  <a:cubicBezTo>
                    <a:pt x="357" y="727"/>
                    <a:pt x="351" y="738"/>
                    <a:pt x="340" y="755"/>
                  </a:cubicBezTo>
                  <a:cubicBezTo>
                    <a:pt x="335" y="760"/>
                    <a:pt x="330" y="765"/>
                    <a:pt x="330" y="778"/>
                  </a:cubicBezTo>
                  <a:cubicBezTo>
                    <a:pt x="324" y="783"/>
                    <a:pt x="324" y="783"/>
                    <a:pt x="324" y="787"/>
                  </a:cubicBezTo>
                  <a:cubicBezTo>
                    <a:pt x="314" y="805"/>
                    <a:pt x="308" y="815"/>
                    <a:pt x="302" y="827"/>
                  </a:cubicBezTo>
                  <a:cubicBezTo>
                    <a:pt x="292" y="844"/>
                    <a:pt x="286" y="854"/>
                    <a:pt x="280" y="866"/>
                  </a:cubicBezTo>
                  <a:cubicBezTo>
                    <a:pt x="275" y="876"/>
                    <a:pt x="270" y="884"/>
                    <a:pt x="270" y="889"/>
                  </a:cubicBezTo>
                  <a:cubicBezTo>
                    <a:pt x="265" y="894"/>
                    <a:pt x="265" y="899"/>
                    <a:pt x="265" y="899"/>
                  </a:cubicBezTo>
                  <a:cubicBezTo>
                    <a:pt x="259" y="910"/>
                    <a:pt x="254" y="921"/>
                    <a:pt x="247" y="932"/>
                  </a:cubicBezTo>
                  <a:cubicBezTo>
                    <a:pt x="242" y="942"/>
                    <a:pt x="236" y="954"/>
                    <a:pt x="230" y="964"/>
                  </a:cubicBezTo>
                  <a:cubicBezTo>
                    <a:pt x="225" y="975"/>
                    <a:pt x="220" y="987"/>
                    <a:pt x="213" y="997"/>
                  </a:cubicBezTo>
                  <a:cubicBezTo>
                    <a:pt x="208" y="1002"/>
                    <a:pt x="208" y="1014"/>
                    <a:pt x="203" y="1020"/>
                  </a:cubicBezTo>
                  <a:cubicBezTo>
                    <a:pt x="198" y="1025"/>
                    <a:pt x="198" y="1030"/>
                    <a:pt x="198" y="1030"/>
                  </a:cubicBezTo>
                  <a:cubicBezTo>
                    <a:pt x="192" y="1041"/>
                    <a:pt x="187" y="1052"/>
                    <a:pt x="181" y="1063"/>
                  </a:cubicBezTo>
                  <a:cubicBezTo>
                    <a:pt x="176" y="1073"/>
                    <a:pt x="170" y="1085"/>
                    <a:pt x="163" y="1095"/>
                  </a:cubicBezTo>
                  <a:cubicBezTo>
                    <a:pt x="158" y="1106"/>
                    <a:pt x="153" y="1118"/>
                    <a:pt x="146" y="1128"/>
                  </a:cubicBezTo>
                  <a:cubicBezTo>
                    <a:pt x="141" y="1133"/>
                    <a:pt x="141" y="1138"/>
                    <a:pt x="141" y="1145"/>
                  </a:cubicBezTo>
                  <a:cubicBezTo>
                    <a:pt x="136" y="1156"/>
                    <a:pt x="136" y="1162"/>
                    <a:pt x="131" y="1167"/>
                  </a:cubicBezTo>
                  <a:cubicBezTo>
                    <a:pt x="125" y="1184"/>
                    <a:pt x="120" y="1195"/>
                    <a:pt x="114" y="1206"/>
                  </a:cubicBezTo>
                  <a:cubicBezTo>
                    <a:pt x="109" y="1224"/>
                    <a:pt x="103" y="1234"/>
                    <a:pt x="97" y="1251"/>
                  </a:cubicBezTo>
                  <a:cubicBezTo>
                    <a:pt x="92" y="1262"/>
                    <a:pt x="92" y="1268"/>
                    <a:pt x="92" y="1273"/>
                  </a:cubicBezTo>
                  <a:cubicBezTo>
                    <a:pt x="87" y="1284"/>
                    <a:pt x="87" y="1290"/>
                    <a:pt x="87" y="1296"/>
                  </a:cubicBezTo>
                  <a:cubicBezTo>
                    <a:pt x="81" y="1313"/>
                    <a:pt x="76" y="1329"/>
                    <a:pt x="69" y="1346"/>
                  </a:cubicBezTo>
                  <a:cubicBezTo>
                    <a:pt x="64" y="1362"/>
                    <a:pt x="58" y="1378"/>
                    <a:pt x="58" y="1395"/>
                  </a:cubicBezTo>
                  <a:cubicBezTo>
                    <a:pt x="58" y="1400"/>
                    <a:pt x="58" y="1405"/>
                    <a:pt x="53" y="1405"/>
                  </a:cubicBezTo>
                  <a:cubicBezTo>
                    <a:pt x="48" y="1423"/>
                    <a:pt x="48" y="1434"/>
                    <a:pt x="43" y="1445"/>
                  </a:cubicBezTo>
                  <a:cubicBezTo>
                    <a:pt x="37" y="1462"/>
                    <a:pt x="37" y="1478"/>
                    <a:pt x="32" y="1494"/>
                  </a:cubicBezTo>
                  <a:cubicBezTo>
                    <a:pt x="27" y="1505"/>
                    <a:pt x="27" y="1517"/>
                    <a:pt x="27" y="1534"/>
                  </a:cubicBezTo>
                  <a:cubicBezTo>
                    <a:pt x="22" y="1545"/>
                    <a:pt x="22" y="1545"/>
                    <a:pt x="22" y="1551"/>
                  </a:cubicBezTo>
                  <a:cubicBezTo>
                    <a:pt x="16" y="1568"/>
                    <a:pt x="16" y="1583"/>
                    <a:pt x="16" y="1601"/>
                  </a:cubicBezTo>
                  <a:cubicBezTo>
                    <a:pt x="11" y="1618"/>
                    <a:pt x="11" y="1634"/>
                    <a:pt x="11" y="1650"/>
                  </a:cubicBezTo>
                  <a:lnTo>
                    <a:pt x="11" y="1661"/>
                  </a:lnTo>
                  <a:cubicBezTo>
                    <a:pt x="6" y="1683"/>
                    <a:pt x="6" y="1688"/>
                    <a:pt x="6" y="1701"/>
                  </a:cubicBezTo>
                  <a:cubicBezTo>
                    <a:pt x="6" y="1717"/>
                    <a:pt x="1" y="1733"/>
                    <a:pt x="1" y="1750"/>
                  </a:cubicBezTo>
                  <a:lnTo>
                    <a:pt x="1" y="1790"/>
                  </a:lnTo>
                  <a:lnTo>
                    <a:pt x="1" y="1800"/>
                  </a:lnTo>
                  <a:cubicBezTo>
                    <a:pt x="1" y="1817"/>
                    <a:pt x="1" y="1833"/>
                    <a:pt x="6" y="1849"/>
                  </a:cubicBezTo>
                  <a:cubicBezTo>
                    <a:pt x="6" y="1866"/>
                    <a:pt x="11" y="1882"/>
                    <a:pt x="11" y="1900"/>
                  </a:cubicBezTo>
                  <a:cubicBezTo>
                    <a:pt x="16" y="1922"/>
                    <a:pt x="16" y="1938"/>
                    <a:pt x="16" y="1949"/>
                  </a:cubicBezTo>
                  <a:cubicBezTo>
                    <a:pt x="22" y="1966"/>
                    <a:pt x="22" y="1981"/>
                    <a:pt x="27" y="1999"/>
                  </a:cubicBezTo>
                  <a:cubicBezTo>
                    <a:pt x="32" y="2010"/>
                    <a:pt x="32" y="2010"/>
                    <a:pt x="32" y="2016"/>
                  </a:cubicBezTo>
                  <a:cubicBezTo>
                    <a:pt x="37" y="2026"/>
                    <a:pt x="37" y="2043"/>
                    <a:pt x="43" y="2055"/>
                  </a:cubicBezTo>
                  <a:cubicBezTo>
                    <a:pt x="48" y="2073"/>
                    <a:pt x="53" y="2088"/>
                    <a:pt x="60" y="2105"/>
                  </a:cubicBezTo>
                  <a:cubicBezTo>
                    <a:pt x="71" y="2132"/>
                    <a:pt x="77" y="2154"/>
                    <a:pt x="88" y="2172"/>
                  </a:cubicBezTo>
                  <a:cubicBezTo>
                    <a:pt x="93" y="2177"/>
                    <a:pt x="93" y="2183"/>
                    <a:pt x="93" y="2183"/>
                  </a:cubicBezTo>
                  <a:cubicBezTo>
                    <a:pt x="98" y="2193"/>
                    <a:pt x="103" y="2205"/>
                    <a:pt x="110" y="2215"/>
                  </a:cubicBezTo>
                  <a:cubicBezTo>
                    <a:pt x="115" y="2226"/>
                    <a:pt x="120" y="2237"/>
                    <a:pt x="126" y="2242"/>
                  </a:cubicBezTo>
                  <a:cubicBezTo>
                    <a:pt x="132" y="2248"/>
                    <a:pt x="132" y="2253"/>
                    <a:pt x="137" y="2259"/>
                  </a:cubicBezTo>
                  <a:cubicBezTo>
                    <a:pt x="142" y="2270"/>
                    <a:pt x="147" y="2277"/>
                    <a:pt x="155" y="2287"/>
                  </a:cubicBezTo>
                  <a:cubicBezTo>
                    <a:pt x="165" y="2304"/>
                    <a:pt x="177" y="2315"/>
                    <a:pt x="187" y="2326"/>
                  </a:cubicBezTo>
                  <a:cubicBezTo>
                    <a:pt x="192" y="2337"/>
                    <a:pt x="198" y="2343"/>
                    <a:pt x="209" y="2348"/>
                  </a:cubicBezTo>
                  <a:cubicBezTo>
                    <a:pt x="220" y="2366"/>
                    <a:pt x="236" y="2376"/>
                    <a:pt x="249" y="2388"/>
                  </a:cubicBezTo>
                  <a:lnTo>
                    <a:pt x="266" y="2405"/>
                  </a:lnTo>
                  <a:cubicBezTo>
                    <a:pt x="288" y="2421"/>
                    <a:pt x="304" y="2437"/>
                    <a:pt x="328" y="2450"/>
                  </a:cubicBezTo>
                  <a:lnTo>
                    <a:pt x="629" y="2622"/>
                  </a:lnTo>
                  <a:lnTo>
                    <a:pt x="629" y="2622"/>
                  </a:lnTo>
                  <a:cubicBezTo>
                    <a:pt x="614" y="2612"/>
                    <a:pt x="600" y="2600"/>
                    <a:pt x="587" y="2588"/>
                  </a:cubicBezTo>
                  <a:cubicBezTo>
                    <a:pt x="627" y="2551"/>
                    <a:pt x="622" y="2545"/>
                    <a:pt x="616" y="2540"/>
                  </a:cubicBezTo>
                  <a:cubicBezTo>
                    <a:pt x="605" y="2529"/>
                    <a:pt x="587" y="2518"/>
                    <a:pt x="576" y="2501"/>
                  </a:cubicBezTo>
                  <a:cubicBezTo>
                    <a:pt x="571" y="2491"/>
                    <a:pt x="565" y="2483"/>
                    <a:pt x="554" y="2478"/>
                  </a:cubicBezTo>
                  <a:cubicBezTo>
                    <a:pt x="543" y="2468"/>
                    <a:pt x="531" y="2451"/>
                    <a:pt x="521" y="2439"/>
                  </a:cubicBezTo>
                  <a:cubicBezTo>
                    <a:pt x="515" y="2429"/>
                    <a:pt x="511" y="2422"/>
                    <a:pt x="504" y="2411"/>
                  </a:cubicBezTo>
                  <a:cubicBezTo>
                    <a:pt x="493" y="2394"/>
                    <a:pt x="487" y="2384"/>
                    <a:pt x="476" y="2367"/>
                  </a:cubicBezTo>
                  <a:cubicBezTo>
                    <a:pt x="471" y="2356"/>
                    <a:pt x="466" y="2345"/>
                    <a:pt x="460" y="2334"/>
                  </a:cubicBezTo>
                  <a:cubicBezTo>
                    <a:pt x="449" y="2311"/>
                    <a:pt x="438" y="2284"/>
                    <a:pt x="432" y="2257"/>
                  </a:cubicBezTo>
                  <a:cubicBezTo>
                    <a:pt x="422" y="2224"/>
                    <a:pt x="414" y="2195"/>
                    <a:pt x="409" y="2163"/>
                  </a:cubicBezTo>
                  <a:cubicBezTo>
                    <a:pt x="399" y="2123"/>
                    <a:pt x="392" y="2085"/>
                    <a:pt x="392" y="2052"/>
                  </a:cubicBezTo>
                  <a:cubicBezTo>
                    <a:pt x="387" y="2007"/>
                    <a:pt x="387" y="1974"/>
                    <a:pt x="387" y="1935"/>
                  </a:cubicBezTo>
                  <a:cubicBezTo>
                    <a:pt x="387" y="1896"/>
                    <a:pt x="392" y="1858"/>
                    <a:pt x="392" y="1818"/>
                  </a:cubicBezTo>
                  <a:cubicBezTo>
                    <a:pt x="398" y="1769"/>
                    <a:pt x="403" y="1729"/>
                    <a:pt x="409" y="1691"/>
                  </a:cubicBezTo>
                  <a:cubicBezTo>
                    <a:pt x="420" y="1647"/>
                    <a:pt x="427" y="1607"/>
                    <a:pt x="438" y="1570"/>
                  </a:cubicBezTo>
                  <a:cubicBezTo>
                    <a:pt x="448" y="1519"/>
                    <a:pt x="460" y="1481"/>
                    <a:pt x="470" y="1442"/>
                  </a:cubicBezTo>
                  <a:cubicBezTo>
                    <a:pt x="487" y="1393"/>
                    <a:pt x="497" y="1354"/>
                    <a:pt x="514" y="1315"/>
                  </a:cubicBezTo>
                  <a:cubicBezTo>
                    <a:pt x="532" y="1271"/>
                    <a:pt x="548" y="1226"/>
                    <a:pt x="564" y="1188"/>
                  </a:cubicBezTo>
                  <a:cubicBezTo>
                    <a:pt x="586" y="1143"/>
                    <a:pt x="603" y="1105"/>
                    <a:pt x="626" y="1067"/>
                  </a:cubicBezTo>
                  <a:cubicBezTo>
                    <a:pt x="648" y="1022"/>
                    <a:pt x="670" y="989"/>
                    <a:pt x="687" y="950"/>
                  </a:cubicBezTo>
                  <a:cubicBezTo>
                    <a:pt x="692" y="944"/>
                    <a:pt x="697" y="940"/>
                    <a:pt x="697" y="928"/>
                  </a:cubicBezTo>
                  <a:cubicBezTo>
                    <a:pt x="715" y="900"/>
                    <a:pt x="731" y="873"/>
                    <a:pt x="748" y="844"/>
                  </a:cubicBezTo>
                  <a:cubicBezTo>
                    <a:pt x="753" y="833"/>
                    <a:pt x="764" y="822"/>
                    <a:pt x="770" y="811"/>
                  </a:cubicBezTo>
                  <a:cubicBezTo>
                    <a:pt x="792" y="779"/>
                    <a:pt x="815" y="744"/>
                    <a:pt x="837" y="712"/>
                  </a:cubicBezTo>
                  <a:cubicBezTo>
                    <a:pt x="869" y="667"/>
                    <a:pt x="891" y="634"/>
                    <a:pt x="920" y="606"/>
                  </a:cubicBezTo>
                  <a:cubicBezTo>
                    <a:pt x="953" y="566"/>
                    <a:pt x="982" y="534"/>
                    <a:pt x="1010" y="506"/>
                  </a:cubicBezTo>
                  <a:cubicBezTo>
                    <a:pt x="1042" y="473"/>
                    <a:pt x="1071" y="439"/>
                    <a:pt x="1104" y="412"/>
                  </a:cubicBezTo>
                  <a:cubicBezTo>
                    <a:pt x="1136" y="379"/>
                    <a:pt x="1166" y="357"/>
                    <a:pt x="1198" y="328"/>
                  </a:cubicBezTo>
                  <a:cubicBezTo>
                    <a:pt x="1203" y="323"/>
                    <a:pt x="1203" y="323"/>
                    <a:pt x="1209" y="323"/>
                  </a:cubicBezTo>
                  <a:cubicBezTo>
                    <a:pt x="1241" y="295"/>
                    <a:pt x="1276" y="273"/>
                    <a:pt x="1303" y="251"/>
                  </a:cubicBezTo>
                  <a:cubicBezTo>
                    <a:pt x="1342" y="224"/>
                    <a:pt x="1375" y="201"/>
                    <a:pt x="1409" y="184"/>
                  </a:cubicBezTo>
                  <a:lnTo>
                    <a:pt x="1087" y="0"/>
                  </a:lnTo>
                  <a:close/>
                  <a:moveTo>
                    <a:pt x="629" y="2622"/>
                  </a:moveTo>
                  <a:cubicBezTo>
                    <a:pt x="636" y="2626"/>
                    <a:pt x="642" y="2630"/>
                    <a:pt x="649" y="2633"/>
                  </a:cubicBezTo>
                  <a:lnTo>
                    <a:pt x="629" y="26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7"/>
            <p:cNvSpPr/>
            <p:nvPr/>
          </p:nvSpPr>
          <p:spPr>
            <a:xfrm>
              <a:off x="5083324" y="4602122"/>
              <a:ext cx="201285" cy="257946"/>
            </a:xfrm>
            <a:custGeom>
              <a:rect b="b" l="l" r="r" t="t"/>
              <a:pathLst>
                <a:path extrusionOk="0" h="2604" w="2032">
                  <a:moveTo>
                    <a:pt x="1464" y="1"/>
                  </a:moveTo>
                  <a:cubicBezTo>
                    <a:pt x="1328" y="1"/>
                    <a:pt x="1174" y="45"/>
                    <a:pt x="1011" y="139"/>
                  </a:cubicBezTo>
                  <a:cubicBezTo>
                    <a:pt x="445" y="466"/>
                    <a:pt x="1" y="1244"/>
                    <a:pt x="6" y="1888"/>
                  </a:cubicBezTo>
                  <a:cubicBezTo>
                    <a:pt x="10" y="2341"/>
                    <a:pt x="236" y="2604"/>
                    <a:pt x="568" y="2604"/>
                  </a:cubicBezTo>
                  <a:cubicBezTo>
                    <a:pt x="704" y="2604"/>
                    <a:pt x="858" y="2559"/>
                    <a:pt x="1021" y="2465"/>
                  </a:cubicBezTo>
                  <a:cubicBezTo>
                    <a:pt x="1576" y="2142"/>
                    <a:pt x="2031" y="1361"/>
                    <a:pt x="2026" y="717"/>
                  </a:cubicBezTo>
                  <a:cubicBezTo>
                    <a:pt x="2022" y="264"/>
                    <a:pt x="1795" y="1"/>
                    <a:pt x="1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7"/>
            <p:cNvSpPr/>
            <p:nvPr/>
          </p:nvSpPr>
          <p:spPr>
            <a:xfrm>
              <a:off x="3837884" y="4892754"/>
              <a:ext cx="125704" cy="59534"/>
            </a:xfrm>
            <a:custGeom>
              <a:rect b="b" l="l" r="r" t="t"/>
              <a:pathLst>
                <a:path extrusionOk="0" h="601" w="1269">
                  <a:moveTo>
                    <a:pt x="592" y="0"/>
                  </a:moveTo>
                  <a:cubicBezTo>
                    <a:pt x="569" y="0"/>
                    <a:pt x="547" y="6"/>
                    <a:pt x="525" y="6"/>
                  </a:cubicBezTo>
                  <a:cubicBezTo>
                    <a:pt x="509" y="11"/>
                    <a:pt x="503" y="11"/>
                    <a:pt x="498" y="11"/>
                  </a:cubicBezTo>
                  <a:cubicBezTo>
                    <a:pt x="480" y="16"/>
                    <a:pt x="458" y="16"/>
                    <a:pt x="443" y="21"/>
                  </a:cubicBezTo>
                  <a:cubicBezTo>
                    <a:pt x="432" y="21"/>
                    <a:pt x="426" y="27"/>
                    <a:pt x="421" y="27"/>
                  </a:cubicBezTo>
                  <a:cubicBezTo>
                    <a:pt x="399" y="32"/>
                    <a:pt x="376" y="37"/>
                    <a:pt x="359" y="43"/>
                  </a:cubicBezTo>
                  <a:cubicBezTo>
                    <a:pt x="348" y="49"/>
                    <a:pt x="337" y="49"/>
                    <a:pt x="326" y="54"/>
                  </a:cubicBezTo>
                  <a:cubicBezTo>
                    <a:pt x="316" y="59"/>
                    <a:pt x="310" y="59"/>
                    <a:pt x="299" y="64"/>
                  </a:cubicBezTo>
                  <a:cubicBezTo>
                    <a:pt x="289" y="70"/>
                    <a:pt x="281" y="70"/>
                    <a:pt x="271" y="75"/>
                  </a:cubicBezTo>
                  <a:cubicBezTo>
                    <a:pt x="238" y="85"/>
                    <a:pt x="210" y="102"/>
                    <a:pt x="182" y="119"/>
                  </a:cubicBezTo>
                  <a:cubicBezTo>
                    <a:pt x="160" y="129"/>
                    <a:pt x="155" y="142"/>
                    <a:pt x="143" y="147"/>
                  </a:cubicBezTo>
                  <a:cubicBezTo>
                    <a:pt x="126" y="156"/>
                    <a:pt x="111" y="169"/>
                    <a:pt x="98" y="180"/>
                  </a:cubicBezTo>
                  <a:cubicBezTo>
                    <a:pt x="76" y="196"/>
                    <a:pt x="65" y="212"/>
                    <a:pt x="54" y="224"/>
                  </a:cubicBezTo>
                  <a:cubicBezTo>
                    <a:pt x="49" y="229"/>
                    <a:pt x="49" y="229"/>
                    <a:pt x="49" y="234"/>
                  </a:cubicBezTo>
                  <a:cubicBezTo>
                    <a:pt x="43" y="239"/>
                    <a:pt x="43" y="244"/>
                    <a:pt x="43" y="244"/>
                  </a:cubicBezTo>
                  <a:cubicBezTo>
                    <a:pt x="38" y="250"/>
                    <a:pt x="33" y="255"/>
                    <a:pt x="33" y="261"/>
                  </a:cubicBezTo>
                  <a:cubicBezTo>
                    <a:pt x="28" y="272"/>
                    <a:pt x="23" y="290"/>
                    <a:pt x="16" y="301"/>
                  </a:cubicBezTo>
                  <a:lnTo>
                    <a:pt x="11" y="312"/>
                  </a:lnTo>
                  <a:cubicBezTo>
                    <a:pt x="6" y="322"/>
                    <a:pt x="6" y="328"/>
                    <a:pt x="6" y="334"/>
                  </a:cubicBezTo>
                  <a:cubicBezTo>
                    <a:pt x="1" y="344"/>
                    <a:pt x="1" y="361"/>
                    <a:pt x="1" y="373"/>
                  </a:cubicBezTo>
                  <a:lnTo>
                    <a:pt x="1" y="601"/>
                  </a:lnTo>
                  <a:cubicBezTo>
                    <a:pt x="1" y="579"/>
                    <a:pt x="6" y="557"/>
                    <a:pt x="11" y="534"/>
                  </a:cubicBezTo>
                  <a:cubicBezTo>
                    <a:pt x="21" y="506"/>
                    <a:pt x="33" y="490"/>
                    <a:pt x="43" y="468"/>
                  </a:cubicBezTo>
                  <a:cubicBezTo>
                    <a:pt x="49" y="462"/>
                    <a:pt x="49" y="462"/>
                    <a:pt x="49" y="457"/>
                  </a:cubicBezTo>
                  <a:cubicBezTo>
                    <a:pt x="65" y="434"/>
                    <a:pt x="81" y="417"/>
                    <a:pt x="98" y="402"/>
                  </a:cubicBezTo>
                  <a:cubicBezTo>
                    <a:pt x="108" y="391"/>
                    <a:pt x="126" y="380"/>
                    <a:pt x="143" y="369"/>
                  </a:cubicBezTo>
                  <a:cubicBezTo>
                    <a:pt x="160" y="359"/>
                    <a:pt x="165" y="347"/>
                    <a:pt x="182" y="342"/>
                  </a:cubicBezTo>
                  <a:cubicBezTo>
                    <a:pt x="210" y="324"/>
                    <a:pt x="237" y="314"/>
                    <a:pt x="271" y="297"/>
                  </a:cubicBezTo>
                  <a:cubicBezTo>
                    <a:pt x="281" y="292"/>
                    <a:pt x="289" y="292"/>
                    <a:pt x="299" y="286"/>
                  </a:cubicBezTo>
                  <a:cubicBezTo>
                    <a:pt x="321" y="281"/>
                    <a:pt x="338" y="276"/>
                    <a:pt x="360" y="270"/>
                  </a:cubicBezTo>
                  <a:cubicBezTo>
                    <a:pt x="383" y="264"/>
                    <a:pt x="405" y="259"/>
                    <a:pt x="422" y="253"/>
                  </a:cubicBezTo>
                  <a:cubicBezTo>
                    <a:pt x="450" y="248"/>
                    <a:pt x="472" y="242"/>
                    <a:pt x="499" y="242"/>
                  </a:cubicBezTo>
                  <a:cubicBezTo>
                    <a:pt x="504" y="242"/>
                    <a:pt x="516" y="237"/>
                    <a:pt x="521" y="237"/>
                  </a:cubicBezTo>
                  <a:cubicBezTo>
                    <a:pt x="555" y="232"/>
                    <a:pt x="593" y="232"/>
                    <a:pt x="628" y="232"/>
                  </a:cubicBezTo>
                  <a:lnTo>
                    <a:pt x="645" y="232"/>
                  </a:lnTo>
                  <a:cubicBezTo>
                    <a:pt x="677" y="232"/>
                    <a:pt x="716" y="237"/>
                    <a:pt x="751" y="237"/>
                  </a:cubicBezTo>
                  <a:cubicBezTo>
                    <a:pt x="756" y="237"/>
                    <a:pt x="761" y="237"/>
                    <a:pt x="767" y="242"/>
                  </a:cubicBezTo>
                  <a:cubicBezTo>
                    <a:pt x="800" y="248"/>
                    <a:pt x="834" y="253"/>
                    <a:pt x="867" y="259"/>
                  </a:cubicBezTo>
                  <a:cubicBezTo>
                    <a:pt x="872" y="259"/>
                    <a:pt x="877" y="264"/>
                    <a:pt x="884" y="264"/>
                  </a:cubicBezTo>
                  <a:cubicBezTo>
                    <a:pt x="917" y="270"/>
                    <a:pt x="945" y="281"/>
                    <a:pt x="973" y="292"/>
                  </a:cubicBezTo>
                  <a:cubicBezTo>
                    <a:pt x="978" y="297"/>
                    <a:pt x="983" y="297"/>
                    <a:pt x="991" y="297"/>
                  </a:cubicBezTo>
                  <a:cubicBezTo>
                    <a:pt x="1023" y="314"/>
                    <a:pt x="1057" y="324"/>
                    <a:pt x="1085" y="342"/>
                  </a:cubicBezTo>
                  <a:cubicBezTo>
                    <a:pt x="1206" y="413"/>
                    <a:pt x="1268" y="502"/>
                    <a:pt x="1268" y="596"/>
                  </a:cubicBezTo>
                  <a:lnTo>
                    <a:pt x="1268" y="375"/>
                  </a:lnTo>
                  <a:cubicBezTo>
                    <a:pt x="1254" y="285"/>
                    <a:pt x="1200" y="191"/>
                    <a:pt x="1076" y="124"/>
                  </a:cubicBezTo>
                  <a:cubicBezTo>
                    <a:pt x="1049" y="107"/>
                    <a:pt x="1016" y="92"/>
                    <a:pt x="987" y="80"/>
                  </a:cubicBezTo>
                  <a:cubicBezTo>
                    <a:pt x="977" y="75"/>
                    <a:pt x="971" y="75"/>
                    <a:pt x="965" y="75"/>
                  </a:cubicBezTo>
                  <a:cubicBezTo>
                    <a:pt x="949" y="70"/>
                    <a:pt x="927" y="58"/>
                    <a:pt x="911" y="53"/>
                  </a:cubicBezTo>
                  <a:cubicBezTo>
                    <a:pt x="900" y="48"/>
                    <a:pt x="888" y="48"/>
                    <a:pt x="877" y="42"/>
                  </a:cubicBezTo>
                  <a:cubicBezTo>
                    <a:pt x="872" y="42"/>
                    <a:pt x="867" y="37"/>
                    <a:pt x="861" y="37"/>
                  </a:cubicBezTo>
                  <a:cubicBezTo>
                    <a:pt x="855" y="32"/>
                    <a:pt x="850" y="32"/>
                    <a:pt x="844" y="32"/>
                  </a:cubicBezTo>
                  <a:cubicBezTo>
                    <a:pt x="822" y="27"/>
                    <a:pt x="799" y="21"/>
                    <a:pt x="782" y="21"/>
                  </a:cubicBezTo>
                  <a:cubicBezTo>
                    <a:pt x="772" y="21"/>
                    <a:pt x="765" y="16"/>
                    <a:pt x="760" y="16"/>
                  </a:cubicBezTo>
                  <a:cubicBezTo>
                    <a:pt x="755" y="16"/>
                    <a:pt x="750" y="11"/>
                    <a:pt x="743" y="11"/>
                  </a:cubicBezTo>
                  <a:cubicBezTo>
                    <a:pt x="733" y="11"/>
                    <a:pt x="725" y="6"/>
                    <a:pt x="720" y="6"/>
                  </a:cubicBezTo>
                  <a:cubicBezTo>
                    <a:pt x="698" y="0"/>
                    <a:pt x="676" y="0"/>
                    <a:pt x="6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7"/>
            <p:cNvSpPr/>
            <p:nvPr/>
          </p:nvSpPr>
          <p:spPr>
            <a:xfrm>
              <a:off x="3789049" y="4922670"/>
              <a:ext cx="36354" cy="72609"/>
            </a:xfrm>
            <a:custGeom>
              <a:rect b="b" l="l" r="r" t="t"/>
              <a:pathLst>
                <a:path extrusionOk="0" h="733" w="367">
                  <a:moveTo>
                    <a:pt x="0" y="0"/>
                  </a:moveTo>
                  <a:lnTo>
                    <a:pt x="0" y="222"/>
                  </a:lnTo>
                  <a:cubicBezTo>
                    <a:pt x="0" y="406"/>
                    <a:pt x="122" y="589"/>
                    <a:pt x="367" y="732"/>
                  </a:cubicBezTo>
                  <a:lnTo>
                    <a:pt x="367" y="511"/>
                  </a:lnTo>
                  <a:cubicBezTo>
                    <a:pt x="122" y="372"/>
                    <a:pt x="0" y="183"/>
                    <a:pt x="0" y="0"/>
                  </a:cubicBezTo>
                  <a:close/>
                </a:path>
              </a:pathLst>
            </a:custGeom>
            <a:solidFill>
              <a:srgbClr val="232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7"/>
            <p:cNvSpPr/>
            <p:nvPr/>
          </p:nvSpPr>
          <p:spPr>
            <a:xfrm>
              <a:off x="3789049" y="4922570"/>
              <a:ext cx="36354" cy="72609"/>
            </a:xfrm>
            <a:custGeom>
              <a:rect b="b" l="l" r="r" t="t"/>
              <a:pathLst>
                <a:path extrusionOk="0" h="733" w="367">
                  <a:moveTo>
                    <a:pt x="0" y="0"/>
                  </a:moveTo>
                  <a:lnTo>
                    <a:pt x="0" y="221"/>
                  </a:lnTo>
                  <a:cubicBezTo>
                    <a:pt x="0" y="404"/>
                    <a:pt x="123" y="588"/>
                    <a:pt x="367" y="732"/>
                  </a:cubicBezTo>
                  <a:lnTo>
                    <a:pt x="367" y="511"/>
                  </a:lnTo>
                  <a:cubicBezTo>
                    <a:pt x="122" y="367"/>
                    <a:pt x="0" y="18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7"/>
            <p:cNvSpPr/>
            <p:nvPr/>
          </p:nvSpPr>
          <p:spPr>
            <a:xfrm>
              <a:off x="3824016" y="4938420"/>
              <a:ext cx="243186" cy="82416"/>
            </a:xfrm>
            <a:custGeom>
              <a:rect b="b" l="l" r="r" t="t"/>
              <a:pathLst>
                <a:path extrusionOk="0" h="832" w="2455">
                  <a:moveTo>
                    <a:pt x="2455" y="0"/>
                  </a:moveTo>
                  <a:lnTo>
                    <a:pt x="1795" y="357"/>
                  </a:lnTo>
                  <a:cubicBezTo>
                    <a:pt x="1755" y="379"/>
                    <a:pt x="1717" y="401"/>
                    <a:pt x="1677" y="417"/>
                  </a:cubicBezTo>
                  <a:cubicBezTo>
                    <a:pt x="1667" y="423"/>
                    <a:pt x="1655" y="428"/>
                    <a:pt x="1639" y="435"/>
                  </a:cubicBezTo>
                  <a:cubicBezTo>
                    <a:pt x="1606" y="452"/>
                    <a:pt x="1572" y="462"/>
                    <a:pt x="1539" y="474"/>
                  </a:cubicBezTo>
                  <a:cubicBezTo>
                    <a:pt x="1529" y="479"/>
                    <a:pt x="1517" y="484"/>
                    <a:pt x="1499" y="484"/>
                  </a:cubicBezTo>
                  <a:cubicBezTo>
                    <a:pt x="1477" y="490"/>
                    <a:pt x="1455" y="495"/>
                    <a:pt x="1433" y="506"/>
                  </a:cubicBezTo>
                  <a:cubicBezTo>
                    <a:pt x="1415" y="512"/>
                    <a:pt x="1400" y="517"/>
                    <a:pt x="1383" y="524"/>
                  </a:cubicBezTo>
                  <a:cubicBezTo>
                    <a:pt x="1361" y="528"/>
                    <a:pt x="1339" y="534"/>
                    <a:pt x="1311" y="541"/>
                  </a:cubicBezTo>
                  <a:cubicBezTo>
                    <a:pt x="1294" y="546"/>
                    <a:pt x="1278" y="546"/>
                    <a:pt x="1261" y="551"/>
                  </a:cubicBezTo>
                  <a:cubicBezTo>
                    <a:pt x="1211" y="562"/>
                    <a:pt x="1167" y="568"/>
                    <a:pt x="1117" y="573"/>
                  </a:cubicBezTo>
                  <a:cubicBezTo>
                    <a:pt x="1100" y="573"/>
                    <a:pt x="1090" y="579"/>
                    <a:pt x="1073" y="579"/>
                  </a:cubicBezTo>
                  <a:cubicBezTo>
                    <a:pt x="1046" y="584"/>
                    <a:pt x="1017" y="584"/>
                    <a:pt x="989" y="584"/>
                  </a:cubicBezTo>
                  <a:cubicBezTo>
                    <a:pt x="972" y="584"/>
                    <a:pt x="949" y="584"/>
                    <a:pt x="934" y="589"/>
                  </a:cubicBezTo>
                  <a:lnTo>
                    <a:pt x="868" y="589"/>
                  </a:lnTo>
                  <a:cubicBezTo>
                    <a:pt x="845" y="589"/>
                    <a:pt x="828" y="589"/>
                    <a:pt x="812" y="584"/>
                  </a:cubicBezTo>
                  <a:cubicBezTo>
                    <a:pt x="790" y="584"/>
                    <a:pt x="768" y="579"/>
                    <a:pt x="750" y="579"/>
                  </a:cubicBezTo>
                  <a:cubicBezTo>
                    <a:pt x="733" y="579"/>
                    <a:pt x="711" y="573"/>
                    <a:pt x="689" y="573"/>
                  </a:cubicBezTo>
                  <a:cubicBezTo>
                    <a:pt x="666" y="568"/>
                    <a:pt x="644" y="568"/>
                    <a:pt x="628" y="568"/>
                  </a:cubicBezTo>
                  <a:cubicBezTo>
                    <a:pt x="605" y="563"/>
                    <a:pt x="588" y="563"/>
                    <a:pt x="572" y="558"/>
                  </a:cubicBezTo>
                  <a:cubicBezTo>
                    <a:pt x="550" y="552"/>
                    <a:pt x="528" y="547"/>
                    <a:pt x="505" y="547"/>
                  </a:cubicBezTo>
                  <a:cubicBezTo>
                    <a:pt x="488" y="542"/>
                    <a:pt x="473" y="542"/>
                    <a:pt x="456" y="537"/>
                  </a:cubicBezTo>
                  <a:cubicBezTo>
                    <a:pt x="429" y="531"/>
                    <a:pt x="407" y="526"/>
                    <a:pt x="378" y="515"/>
                  </a:cubicBezTo>
                  <a:cubicBezTo>
                    <a:pt x="362" y="509"/>
                    <a:pt x="351" y="504"/>
                    <a:pt x="334" y="504"/>
                  </a:cubicBezTo>
                  <a:cubicBezTo>
                    <a:pt x="289" y="487"/>
                    <a:pt x="245" y="477"/>
                    <a:pt x="200" y="459"/>
                  </a:cubicBezTo>
                  <a:cubicBezTo>
                    <a:pt x="195" y="454"/>
                    <a:pt x="190" y="454"/>
                    <a:pt x="183" y="454"/>
                  </a:cubicBezTo>
                  <a:cubicBezTo>
                    <a:pt x="122" y="427"/>
                    <a:pt x="67" y="405"/>
                    <a:pt x="17" y="370"/>
                  </a:cubicBezTo>
                  <a:lnTo>
                    <a:pt x="0" y="360"/>
                  </a:lnTo>
                  <a:lnTo>
                    <a:pt x="0" y="582"/>
                  </a:lnTo>
                  <a:lnTo>
                    <a:pt x="17" y="592"/>
                  </a:lnTo>
                  <a:cubicBezTo>
                    <a:pt x="72" y="625"/>
                    <a:pt x="128" y="647"/>
                    <a:pt x="183" y="676"/>
                  </a:cubicBezTo>
                  <a:cubicBezTo>
                    <a:pt x="189" y="681"/>
                    <a:pt x="194" y="681"/>
                    <a:pt x="194" y="681"/>
                  </a:cubicBezTo>
                  <a:cubicBezTo>
                    <a:pt x="243" y="703"/>
                    <a:pt x="288" y="714"/>
                    <a:pt x="332" y="731"/>
                  </a:cubicBezTo>
                  <a:cubicBezTo>
                    <a:pt x="337" y="731"/>
                    <a:pt x="343" y="736"/>
                    <a:pt x="343" y="736"/>
                  </a:cubicBezTo>
                  <a:cubicBezTo>
                    <a:pt x="353" y="741"/>
                    <a:pt x="366" y="741"/>
                    <a:pt x="376" y="746"/>
                  </a:cubicBezTo>
                  <a:cubicBezTo>
                    <a:pt x="403" y="751"/>
                    <a:pt x="425" y="763"/>
                    <a:pt x="453" y="768"/>
                  </a:cubicBezTo>
                  <a:cubicBezTo>
                    <a:pt x="463" y="768"/>
                    <a:pt x="471" y="773"/>
                    <a:pt x="476" y="773"/>
                  </a:cubicBezTo>
                  <a:cubicBezTo>
                    <a:pt x="486" y="779"/>
                    <a:pt x="498" y="779"/>
                    <a:pt x="508" y="779"/>
                  </a:cubicBezTo>
                  <a:cubicBezTo>
                    <a:pt x="530" y="784"/>
                    <a:pt x="552" y="789"/>
                    <a:pt x="575" y="789"/>
                  </a:cubicBezTo>
                  <a:cubicBezTo>
                    <a:pt x="586" y="794"/>
                    <a:pt x="592" y="794"/>
                    <a:pt x="603" y="794"/>
                  </a:cubicBezTo>
                  <a:cubicBezTo>
                    <a:pt x="613" y="800"/>
                    <a:pt x="625" y="800"/>
                    <a:pt x="630" y="800"/>
                  </a:cubicBezTo>
                  <a:cubicBezTo>
                    <a:pt x="653" y="805"/>
                    <a:pt x="675" y="805"/>
                    <a:pt x="692" y="810"/>
                  </a:cubicBezTo>
                  <a:cubicBezTo>
                    <a:pt x="702" y="810"/>
                    <a:pt x="714" y="815"/>
                    <a:pt x="724" y="815"/>
                  </a:cubicBezTo>
                  <a:cubicBezTo>
                    <a:pt x="735" y="815"/>
                    <a:pt x="747" y="815"/>
                    <a:pt x="752" y="821"/>
                  </a:cubicBezTo>
                  <a:cubicBezTo>
                    <a:pt x="774" y="821"/>
                    <a:pt x="796" y="826"/>
                    <a:pt x="813" y="826"/>
                  </a:cubicBezTo>
                  <a:cubicBezTo>
                    <a:pt x="824" y="826"/>
                    <a:pt x="836" y="826"/>
                    <a:pt x="847" y="831"/>
                  </a:cubicBezTo>
                  <a:lnTo>
                    <a:pt x="973" y="831"/>
                  </a:lnTo>
                  <a:cubicBezTo>
                    <a:pt x="979" y="831"/>
                    <a:pt x="990" y="831"/>
                    <a:pt x="995" y="826"/>
                  </a:cubicBezTo>
                  <a:cubicBezTo>
                    <a:pt x="1023" y="826"/>
                    <a:pt x="1051" y="821"/>
                    <a:pt x="1079" y="821"/>
                  </a:cubicBezTo>
                  <a:cubicBezTo>
                    <a:pt x="1090" y="821"/>
                    <a:pt x="1101" y="821"/>
                    <a:pt x="1112" y="815"/>
                  </a:cubicBezTo>
                  <a:lnTo>
                    <a:pt x="1122" y="815"/>
                  </a:lnTo>
                  <a:cubicBezTo>
                    <a:pt x="1172" y="810"/>
                    <a:pt x="1216" y="805"/>
                    <a:pt x="1267" y="793"/>
                  </a:cubicBezTo>
                  <a:cubicBezTo>
                    <a:pt x="1289" y="788"/>
                    <a:pt x="1299" y="783"/>
                    <a:pt x="1316" y="783"/>
                  </a:cubicBezTo>
                  <a:cubicBezTo>
                    <a:pt x="1339" y="778"/>
                    <a:pt x="1361" y="772"/>
                    <a:pt x="1388" y="766"/>
                  </a:cubicBezTo>
                  <a:cubicBezTo>
                    <a:pt x="1405" y="761"/>
                    <a:pt x="1421" y="756"/>
                    <a:pt x="1438" y="748"/>
                  </a:cubicBezTo>
                  <a:cubicBezTo>
                    <a:pt x="1460" y="743"/>
                    <a:pt x="1482" y="738"/>
                    <a:pt x="1504" y="732"/>
                  </a:cubicBezTo>
                  <a:cubicBezTo>
                    <a:pt x="1510" y="726"/>
                    <a:pt x="1515" y="726"/>
                    <a:pt x="1522" y="726"/>
                  </a:cubicBezTo>
                  <a:cubicBezTo>
                    <a:pt x="1533" y="721"/>
                    <a:pt x="1539" y="721"/>
                    <a:pt x="1544" y="716"/>
                  </a:cubicBezTo>
                  <a:cubicBezTo>
                    <a:pt x="1577" y="705"/>
                    <a:pt x="1611" y="694"/>
                    <a:pt x="1644" y="677"/>
                  </a:cubicBezTo>
                  <a:cubicBezTo>
                    <a:pt x="1654" y="672"/>
                    <a:pt x="1671" y="667"/>
                    <a:pt x="1683" y="660"/>
                  </a:cubicBezTo>
                  <a:cubicBezTo>
                    <a:pt x="1728" y="637"/>
                    <a:pt x="1766" y="621"/>
                    <a:pt x="1800" y="599"/>
                  </a:cubicBezTo>
                  <a:lnTo>
                    <a:pt x="2455" y="221"/>
                  </a:lnTo>
                  <a:lnTo>
                    <a:pt x="245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7"/>
            <p:cNvSpPr/>
            <p:nvPr/>
          </p:nvSpPr>
          <p:spPr>
            <a:xfrm>
              <a:off x="3776865" y="4834113"/>
              <a:ext cx="289842" cy="160572"/>
            </a:xfrm>
            <a:custGeom>
              <a:rect b="b" l="l" r="r" t="t"/>
              <a:pathLst>
                <a:path extrusionOk="0" h="1621" w="2926">
                  <a:moveTo>
                    <a:pt x="1248" y="611"/>
                  </a:moveTo>
                  <a:cubicBezTo>
                    <a:pt x="1406" y="611"/>
                    <a:pt x="1566" y="646"/>
                    <a:pt x="1687" y="715"/>
                  </a:cubicBezTo>
                  <a:cubicBezTo>
                    <a:pt x="1931" y="854"/>
                    <a:pt x="1931" y="1082"/>
                    <a:pt x="1692" y="1221"/>
                  </a:cubicBezTo>
                  <a:cubicBezTo>
                    <a:pt x="1574" y="1290"/>
                    <a:pt x="1414" y="1325"/>
                    <a:pt x="1255" y="1325"/>
                  </a:cubicBezTo>
                  <a:cubicBezTo>
                    <a:pt x="1096" y="1325"/>
                    <a:pt x="936" y="1290"/>
                    <a:pt x="817" y="1221"/>
                  </a:cubicBezTo>
                  <a:cubicBezTo>
                    <a:pt x="571" y="1082"/>
                    <a:pt x="571" y="855"/>
                    <a:pt x="811" y="715"/>
                  </a:cubicBezTo>
                  <a:cubicBezTo>
                    <a:pt x="931" y="646"/>
                    <a:pt x="1089" y="611"/>
                    <a:pt x="1248" y="611"/>
                  </a:cubicBezTo>
                  <a:close/>
                  <a:moveTo>
                    <a:pt x="1139" y="1"/>
                  </a:moveTo>
                  <a:lnTo>
                    <a:pt x="485" y="377"/>
                  </a:lnTo>
                  <a:cubicBezTo>
                    <a:pt x="1" y="660"/>
                    <a:pt x="1" y="1115"/>
                    <a:pt x="490" y="1398"/>
                  </a:cubicBezTo>
                  <a:lnTo>
                    <a:pt x="507" y="1408"/>
                  </a:lnTo>
                  <a:cubicBezTo>
                    <a:pt x="750" y="1550"/>
                    <a:pt x="1070" y="1621"/>
                    <a:pt x="1390" y="1621"/>
                  </a:cubicBezTo>
                  <a:cubicBezTo>
                    <a:pt x="1709" y="1621"/>
                    <a:pt x="2029" y="1550"/>
                    <a:pt x="2271" y="1408"/>
                  </a:cubicBezTo>
                  <a:lnTo>
                    <a:pt x="2925" y="1031"/>
                  </a:lnTo>
                  <a:lnTo>
                    <a:pt x="113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9" name="Google Shape;6689;p57"/>
          <p:cNvGrpSpPr/>
          <p:nvPr/>
        </p:nvGrpSpPr>
        <p:grpSpPr>
          <a:xfrm>
            <a:off x="2478450" y="2079875"/>
            <a:ext cx="4187100" cy="2535950"/>
            <a:chOff x="2415550" y="2079875"/>
            <a:chExt cx="4187100" cy="2535950"/>
          </a:xfrm>
        </p:grpSpPr>
        <p:cxnSp>
          <p:nvCxnSpPr>
            <p:cNvPr id="6690" name="Google Shape;6690;p57"/>
            <p:cNvCxnSpPr/>
            <p:nvPr/>
          </p:nvCxnSpPr>
          <p:spPr>
            <a:xfrm rot="10800000">
              <a:off x="2864175" y="2942275"/>
              <a:ext cx="0" cy="1654500"/>
            </a:xfrm>
            <a:prstGeom prst="straightConnector1">
              <a:avLst/>
            </a:prstGeom>
            <a:noFill/>
            <a:ln cap="flat" cmpd="sng" w="19050">
              <a:solidFill>
                <a:schemeClr val="dk1"/>
              </a:solidFill>
              <a:prstDash val="solid"/>
              <a:round/>
              <a:headEnd len="med" w="med" type="none"/>
              <a:tailEnd len="med" w="med" type="none"/>
            </a:ln>
          </p:spPr>
        </p:cxnSp>
        <p:cxnSp>
          <p:nvCxnSpPr>
            <p:cNvPr id="6691" name="Google Shape;6691;p57"/>
            <p:cNvCxnSpPr/>
            <p:nvPr/>
          </p:nvCxnSpPr>
          <p:spPr>
            <a:xfrm rot="10800000">
              <a:off x="2430775" y="2942275"/>
              <a:ext cx="0" cy="1654500"/>
            </a:xfrm>
            <a:prstGeom prst="straightConnector1">
              <a:avLst/>
            </a:prstGeom>
            <a:noFill/>
            <a:ln cap="flat" cmpd="sng" w="19050">
              <a:solidFill>
                <a:schemeClr val="dk1"/>
              </a:solidFill>
              <a:prstDash val="solid"/>
              <a:round/>
              <a:headEnd len="med" w="med" type="none"/>
              <a:tailEnd len="med" w="med" type="none"/>
            </a:ln>
          </p:spPr>
        </p:cxnSp>
        <p:cxnSp>
          <p:nvCxnSpPr>
            <p:cNvPr id="6692" name="Google Shape;6692;p57"/>
            <p:cNvCxnSpPr/>
            <p:nvPr/>
          </p:nvCxnSpPr>
          <p:spPr>
            <a:xfrm rot="10800000">
              <a:off x="3268900" y="2520475"/>
              <a:ext cx="9600" cy="1276200"/>
            </a:xfrm>
            <a:prstGeom prst="straightConnector1">
              <a:avLst/>
            </a:prstGeom>
            <a:noFill/>
            <a:ln cap="flat" cmpd="sng" w="19050">
              <a:solidFill>
                <a:schemeClr val="dk1"/>
              </a:solidFill>
              <a:prstDash val="solid"/>
              <a:round/>
              <a:headEnd len="med" w="med" type="none"/>
              <a:tailEnd len="med" w="med" type="none"/>
            </a:ln>
          </p:spPr>
        </p:cxnSp>
        <p:cxnSp>
          <p:nvCxnSpPr>
            <p:cNvPr id="6693" name="Google Shape;6693;p57"/>
            <p:cNvCxnSpPr/>
            <p:nvPr/>
          </p:nvCxnSpPr>
          <p:spPr>
            <a:xfrm rot="10800000">
              <a:off x="3692850" y="2082425"/>
              <a:ext cx="0" cy="443100"/>
            </a:xfrm>
            <a:prstGeom prst="straightConnector1">
              <a:avLst/>
            </a:prstGeom>
            <a:noFill/>
            <a:ln cap="flat" cmpd="sng" w="19050">
              <a:solidFill>
                <a:schemeClr val="dk1"/>
              </a:solidFill>
              <a:prstDash val="solid"/>
              <a:round/>
              <a:headEnd len="med" w="med" type="none"/>
              <a:tailEnd len="med" w="med" type="none"/>
            </a:ln>
          </p:spPr>
        </p:cxnSp>
        <p:cxnSp>
          <p:nvCxnSpPr>
            <p:cNvPr id="6694" name="Google Shape;6694;p57"/>
            <p:cNvCxnSpPr/>
            <p:nvPr/>
          </p:nvCxnSpPr>
          <p:spPr>
            <a:xfrm rot="10800000">
              <a:off x="4107175" y="2082200"/>
              <a:ext cx="0" cy="855300"/>
            </a:xfrm>
            <a:prstGeom prst="straightConnector1">
              <a:avLst/>
            </a:prstGeom>
            <a:noFill/>
            <a:ln cap="flat" cmpd="sng" w="19050">
              <a:solidFill>
                <a:schemeClr val="dk1"/>
              </a:solidFill>
              <a:prstDash val="solid"/>
              <a:round/>
              <a:headEnd len="med" w="med" type="none"/>
              <a:tailEnd len="med" w="med" type="none"/>
            </a:ln>
          </p:spPr>
        </p:cxnSp>
        <p:cxnSp>
          <p:nvCxnSpPr>
            <p:cNvPr id="6695" name="Google Shape;6695;p57"/>
            <p:cNvCxnSpPr/>
            <p:nvPr/>
          </p:nvCxnSpPr>
          <p:spPr>
            <a:xfrm rot="10800000">
              <a:off x="4935850" y="3363475"/>
              <a:ext cx="0" cy="1233300"/>
            </a:xfrm>
            <a:prstGeom prst="straightConnector1">
              <a:avLst/>
            </a:prstGeom>
            <a:noFill/>
            <a:ln cap="flat" cmpd="sng" w="19050">
              <a:solidFill>
                <a:schemeClr val="dk1"/>
              </a:solidFill>
              <a:prstDash val="solid"/>
              <a:round/>
              <a:headEnd len="med" w="med" type="none"/>
              <a:tailEnd len="med" w="med" type="none"/>
            </a:ln>
          </p:spPr>
        </p:cxnSp>
        <p:cxnSp>
          <p:nvCxnSpPr>
            <p:cNvPr id="6696" name="Google Shape;6696;p57"/>
            <p:cNvCxnSpPr/>
            <p:nvPr/>
          </p:nvCxnSpPr>
          <p:spPr>
            <a:xfrm rot="10800000">
              <a:off x="4521513" y="3815575"/>
              <a:ext cx="0" cy="781200"/>
            </a:xfrm>
            <a:prstGeom prst="straightConnector1">
              <a:avLst/>
            </a:prstGeom>
            <a:noFill/>
            <a:ln cap="flat" cmpd="sng" w="19050">
              <a:solidFill>
                <a:schemeClr val="dk1"/>
              </a:solidFill>
              <a:prstDash val="solid"/>
              <a:round/>
              <a:headEnd len="med" w="med" type="none"/>
              <a:tailEnd len="med" w="med" type="none"/>
            </a:ln>
          </p:spPr>
        </p:cxnSp>
        <p:cxnSp>
          <p:nvCxnSpPr>
            <p:cNvPr id="6697" name="Google Shape;6697;p57"/>
            <p:cNvCxnSpPr/>
            <p:nvPr/>
          </p:nvCxnSpPr>
          <p:spPr>
            <a:xfrm rot="10800000">
              <a:off x="5350188" y="2515075"/>
              <a:ext cx="0" cy="1281600"/>
            </a:xfrm>
            <a:prstGeom prst="straightConnector1">
              <a:avLst/>
            </a:prstGeom>
            <a:noFill/>
            <a:ln cap="flat" cmpd="sng" w="19050">
              <a:solidFill>
                <a:schemeClr val="dk1"/>
              </a:solidFill>
              <a:prstDash val="solid"/>
              <a:round/>
              <a:headEnd len="med" w="med" type="none"/>
              <a:tailEnd len="med" w="med" type="none"/>
            </a:ln>
          </p:spPr>
        </p:cxnSp>
        <p:cxnSp>
          <p:nvCxnSpPr>
            <p:cNvPr id="6698" name="Google Shape;6698;p57"/>
            <p:cNvCxnSpPr/>
            <p:nvPr/>
          </p:nvCxnSpPr>
          <p:spPr>
            <a:xfrm rot="10800000">
              <a:off x="5764525" y="2082025"/>
              <a:ext cx="0" cy="857400"/>
            </a:xfrm>
            <a:prstGeom prst="straightConnector1">
              <a:avLst/>
            </a:prstGeom>
            <a:noFill/>
            <a:ln cap="flat" cmpd="sng" w="19050">
              <a:solidFill>
                <a:schemeClr val="dk1"/>
              </a:solidFill>
              <a:prstDash val="solid"/>
              <a:round/>
              <a:headEnd len="med" w="med" type="none"/>
              <a:tailEnd len="med" w="med" type="none"/>
            </a:ln>
          </p:spPr>
        </p:cxnSp>
        <p:cxnSp>
          <p:nvCxnSpPr>
            <p:cNvPr id="6699" name="Google Shape;6699;p57"/>
            <p:cNvCxnSpPr/>
            <p:nvPr/>
          </p:nvCxnSpPr>
          <p:spPr>
            <a:xfrm flipH="1" rot="10800000">
              <a:off x="6178875" y="2929525"/>
              <a:ext cx="7800" cy="886200"/>
            </a:xfrm>
            <a:prstGeom prst="straightConnector1">
              <a:avLst/>
            </a:prstGeom>
            <a:noFill/>
            <a:ln cap="flat" cmpd="sng" w="19050">
              <a:solidFill>
                <a:schemeClr val="dk1"/>
              </a:solidFill>
              <a:prstDash val="solid"/>
              <a:round/>
              <a:headEnd len="med" w="med" type="none"/>
              <a:tailEnd len="med" w="med" type="none"/>
            </a:ln>
          </p:spPr>
        </p:cxnSp>
        <p:cxnSp>
          <p:nvCxnSpPr>
            <p:cNvPr id="6700" name="Google Shape;6700;p57"/>
            <p:cNvCxnSpPr/>
            <p:nvPr/>
          </p:nvCxnSpPr>
          <p:spPr>
            <a:xfrm rot="10800000">
              <a:off x="6593200" y="2949025"/>
              <a:ext cx="0" cy="1666800"/>
            </a:xfrm>
            <a:prstGeom prst="straightConnector1">
              <a:avLst/>
            </a:prstGeom>
            <a:noFill/>
            <a:ln cap="flat" cmpd="sng" w="19050">
              <a:solidFill>
                <a:schemeClr val="dk1"/>
              </a:solidFill>
              <a:prstDash val="solid"/>
              <a:round/>
              <a:headEnd len="med" w="med" type="none"/>
              <a:tailEnd len="med" w="med" type="none"/>
            </a:ln>
          </p:spPr>
        </p:cxnSp>
        <p:cxnSp>
          <p:nvCxnSpPr>
            <p:cNvPr id="6701" name="Google Shape;6701;p57"/>
            <p:cNvCxnSpPr/>
            <p:nvPr/>
          </p:nvCxnSpPr>
          <p:spPr>
            <a:xfrm rot="10800000">
              <a:off x="4107200" y="3368264"/>
              <a:ext cx="0" cy="873300"/>
            </a:xfrm>
            <a:prstGeom prst="straightConnector1">
              <a:avLst/>
            </a:prstGeom>
            <a:noFill/>
            <a:ln cap="flat" cmpd="sng" w="19050">
              <a:solidFill>
                <a:schemeClr val="dk1"/>
              </a:solidFill>
              <a:prstDash val="solid"/>
              <a:round/>
              <a:headEnd len="med" w="med" type="none"/>
              <a:tailEnd len="med" w="med" type="none"/>
            </a:ln>
          </p:spPr>
        </p:cxnSp>
        <p:cxnSp>
          <p:nvCxnSpPr>
            <p:cNvPr id="6702" name="Google Shape;6702;p57"/>
            <p:cNvCxnSpPr/>
            <p:nvPr/>
          </p:nvCxnSpPr>
          <p:spPr>
            <a:xfrm rot="10800000">
              <a:off x="5764550" y="3366625"/>
              <a:ext cx="0" cy="449100"/>
            </a:xfrm>
            <a:prstGeom prst="straightConnector1">
              <a:avLst/>
            </a:prstGeom>
            <a:noFill/>
            <a:ln cap="flat" cmpd="sng" w="19050">
              <a:solidFill>
                <a:schemeClr val="dk1"/>
              </a:solidFill>
              <a:prstDash val="solid"/>
              <a:round/>
              <a:headEnd len="med" w="med" type="none"/>
              <a:tailEnd len="med" w="med" type="none"/>
            </a:ln>
          </p:spPr>
        </p:cxnSp>
        <p:cxnSp>
          <p:nvCxnSpPr>
            <p:cNvPr id="6703" name="Google Shape;6703;p57"/>
            <p:cNvCxnSpPr/>
            <p:nvPr/>
          </p:nvCxnSpPr>
          <p:spPr>
            <a:xfrm>
              <a:off x="2415550" y="4604000"/>
              <a:ext cx="4187100" cy="0"/>
            </a:xfrm>
            <a:prstGeom prst="straightConnector1">
              <a:avLst/>
            </a:prstGeom>
            <a:noFill/>
            <a:ln cap="flat" cmpd="sng" w="19050">
              <a:solidFill>
                <a:schemeClr val="dk1"/>
              </a:solidFill>
              <a:prstDash val="solid"/>
              <a:round/>
              <a:headEnd len="med" w="med" type="none"/>
              <a:tailEnd len="med" w="med" type="none"/>
            </a:ln>
          </p:spPr>
        </p:cxnSp>
        <p:cxnSp>
          <p:nvCxnSpPr>
            <p:cNvPr id="6704" name="Google Shape;6704;p57"/>
            <p:cNvCxnSpPr/>
            <p:nvPr/>
          </p:nvCxnSpPr>
          <p:spPr>
            <a:xfrm>
              <a:off x="2430775" y="2079875"/>
              <a:ext cx="4153200" cy="0"/>
            </a:xfrm>
            <a:prstGeom prst="straightConnector1">
              <a:avLst/>
            </a:prstGeom>
            <a:noFill/>
            <a:ln cap="flat" cmpd="sng" w="19050">
              <a:solidFill>
                <a:schemeClr val="dk1"/>
              </a:solidFill>
              <a:prstDash val="solid"/>
              <a:round/>
              <a:headEnd len="med" w="med" type="none"/>
              <a:tailEnd len="med" w="med" type="none"/>
            </a:ln>
          </p:spPr>
        </p:cxnSp>
        <p:cxnSp>
          <p:nvCxnSpPr>
            <p:cNvPr id="6705" name="Google Shape;6705;p57"/>
            <p:cNvCxnSpPr/>
            <p:nvPr/>
          </p:nvCxnSpPr>
          <p:spPr>
            <a:xfrm>
              <a:off x="3712050" y="2934725"/>
              <a:ext cx="1643700" cy="0"/>
            </a:xfrm>
            <a:prstGeom prst="straightConnector1">
              <a:avLst/>
            </a:prstGeom>
            <a:noFill/>
            <a:ln cap="flat" cmpd="sng" w="19050">
              <a:solidFill>
                <a:schemeClr val="dk1"/>
              </a:solidFill>
              <a:prstDash val="solid"/>
              <a:round/>
              <a:headEnd len="med" w="med" type="none"/>
              <a:tailEnd len="med" w="med" type="none"/>
            </a:ln>
          </p:spPr>
        </p:cxnSp>
        <p:cxnSp>
          <p:nvCxnSpPr>
            <p:cNvPr id="6706" name="Google Shape;6706;p57"/>
            <p:cNvCxnSpPr/>
            <p:nvPr/>
          </p:nvCxnSpPr>
          <p:spPr>
            <a:xfrm>
              <a:off x="4526275" y="2513225"/>
              <a:ext cx="833700" cy="0"/>
            </a:xfrm>
            <a:prstGeom prst="straightConnector1">
              <a:avLst/>
            </a:prstGeom>
            <a:noFill/>
            <a:ln cap="flat" cmpd="sng" w="19050">
              <a:solidFill>
                <a:schemeClr val="dk1"/>
              </a:solidFill>
              <a:prstDash val="solid"/>
              <a:round/>
              <a:headEnd len="med" w="med" type="none"/>
              <a:tailEnd len="med" w="med" type="none"/>
            </a:ln>
          </p:spPr>
        </p:cxnSp>
        <p:cxnSp>
          <p:nvCxnSpPr>
            <p:cNvPr id="6707" name="Google Shape;6707;p57"/>
            <p:cNvCxnSpPr/>
            <p:nvPr/>
          </p:nvCxnSpPr>
          <p:spPr>
            <a:xfrm>
              <a:off x="2430775" y="2515625"/>
              <a:ext cx="1266600" cy="0"/>
            </a:xfrm>
            <a:prstGeom prst="straightConnector1">
              <a:avLst/>
            </a:prstGeom>
            <a:noFill/>
            <a:ln cap="flat" cmpd="sng" w="19050">
              <a:solidFill>
                <a:schemeClr val="dk1"/>
              </a:solidFill>
              <a:prstDash val="solid"/>
              <a:round/>
              <a:headEnd len="med" w="med" type="none"/>
              <a:tailEnd len="med" w="med" type="none"/>
            </a:ln>
          </p:spPr>
        </p:cxnSp>
        <p:cxnSp>
          <p:nvCxnSpPr>
            <p:cNvPr id="6708" name="Google Shape;6708;p57"/>
            <p:cNvCxnSpPr/>
            <p:nvPr/>
          </p:nvCxnSpPr>
          <p:spPr>
            <a:xfrm>
              <a:off x="5754550" y="2936500"/>
              <a:ext cx="441900" cy="0"/>
            </a:xfrm>
            <a:prstGeom prst="straightConnector1">
              <a:avLst/>
            </a:prstGeom>
            <a:noFill/>
            <a:ln cap="flat" cmpd="sng" w="19050">
              <a:solidFill>
                <a:schemeClr val="dk1"/>
              </a:solidFill>
              <a:prstDash val="solid"/>
              <a:round/>
              <a:headEnd len="med" w="med" type="none"/>
              <a:tailEnd len="med" w="med" type="none"/>
            </a:ln>
          </p:spPr>
        </p:cxnSp>
        <p:cxnSp>
          <p:nvCxnSpPr>
            <p:cNvPr id="6709" name="Google Shape;6709;p57"/>
            <p:cNvCxnSpPr/>
            <p:nvPr/>
          </p:nvCxnSpPr>
          <p:spPr>
            <a:xfrm>
              <a:off x="5756425" y="3808350"/>
              <a:ext cx="431100" cy="0"/>
            </a:xfrm>
            <a:prstGeom prst="straightConnector1">
              <a:avLst/>
            </a:prstGeom>
            <a:noFill/>
            <a:ln cap="flat" cmpd="sng" w="19050">
              <a:solidFill>
                <a:schemeClr val="dk1"/>
              </a:solidFill>
              <a:prstDash val="solid"/>
              <a:round/>
              <a:headEnd len="med" w="med" type="none"/>
              <a:tailEnd len="med" w="med" type="none"/>
            </a:ln>
          </p:spPr>
        </p:cxnSp>
        <p:cxnSp>
          <p:nvCxnSpPr>
            <p:cNvPr id="6710" name="Google Shape;6710;p57"/>
            <p:cNvCxnSpPr/>
            <p:nvPr/>
          </p:nvCxnSpPr>
          <p:spPr>
            <a:xfrm>
              <a:off x="5326375" y="4241575"/>
              <a:ext cx="876300" cy="0"/>
            </a:xfrm>
            <a:prstGeom prst="straightConnector1">
              <a:avLst/>
            </a:prstGeom>
            <a:noFill/>
            <a:ln cap="flat" cmpd="sng" w="19050">
              <a:solidFill>
                <a:schemeClr val="dk1"/>
              </a:solidFill>
              <a:prstDash val="solid"/>
              <a:round/>
              <a:headEnd len="med" w="med" type="none"/>
              <a:tailEnd len="med" w="med" type="none"/>
            </a:ln>
          </p:spPr>
        </p:cxnSp>
        <p:cxnSp>
          <p:nvCxnSpPr>
            <p:cNvPr id="6711" name="Google Shape;6711;p57"/>
            <p:cNvCxnSpPr/>
            <p:nvPr/>
          </p:nvCxnSpPr>
          <p:spPr>
            <a:xfrm>
              <a:off x="4097850" y="3363325"/>
              <a:ext cx="846900" cy="0"/>
            </a:xfrm>
            <a:prstGeom prst="straightConnector1">
              <a:avLst/>
            </a:prstGeom>
            <a:noFill/>
            <a:ln cap="flat" cmpd="sng" w="19050">
              <a:solidFill>
                <a:schemeClr val="dk1"/>
              </a:solidFill>
              <a:prstDash val="solid"/>
              <a:round/>
              <a:headEnd len="med" w="med" type="none"/>
              <a:tailEnd len="med" w="med" type="none"/>
            </a:ln>
          </p:spPr>
        </p:cxnSp>
        <p:cxnSp>
          <p:nvCxnSpPr>
            <p:cNvPr id="6712" name="Google Shape;6712;p57"/>
            <p:cNvCxnSpPr/>
            <p:nvPr/>
          </p:nvCxnSpPr>
          <p:spPr>
            <a:xfrm rot="10800000">
              <a:off x="3721425" y="2926825"/>
              <a:ext cx="0" cy="888900"/>
            </a:xfrm>
            <a:prstGeom prst="straightConnector1">
              <a:avLst/>
            </a:prstGeom>
            <a:noFill/>
            <a:ln cap="flat" cmpd="sng" w="19050">
              <a:solidFill>
                <a:schemeClr val="dk1"/>
              </a:solidFill>
              <a:prstDash val="solid"/>
              <a:round/>
              <a:headEnd len="med" w="med" type="none"/>
              <a:tailEnd len="med" w="med" type="none"/>
            </a:ln>
          </p:spPr>
        </p:cxnSp>
        <p:cxnSp>
          <p:nvCxnSpPr>
            <p:cNvPr id="6713" name="Google Shape;6713;p57"/>
            <p:cNvCxnSpPr/>
            <p:nvPr/>
          </p:nvCxnSpPr>
          <p:spPr>
            <a:xfrm>
              <a:off x="3678600" y="4241575"/>
              <a:ext cx="438300" cy="0"/>
            </a:xfrm>
            <a:prstGeom prst="straightConnector1">
              <a:avLst/>
            </a:prstGeom>
            <a:noFill/>
            <a:ln cap="flat" cmpd="sng" w="19050">
              <a:solidFill>
                <a:schemeClr val="dk1"/>
              </a:solidFill>
              <a:prstDash val="solid"/>
              <a:round/>
              <a:headEnd len="med" w="med" type="none"/>
              <a:tailEnd len="med" w="med" type="none"/>
            </a:ln>
          </p:spPr>
        </p:cxnSp>
        <p:cxnSp>
          <p:nvCxnSpPr>
            <p:cNvPr id="6714" name="Google Shape;6714;p57"/>
            <p:cNvCxnSpPr/>
            <p:nvPr/>
          </p:nvCxnSpPr>
          <p:spPr>
            <a:xfrm rot="10800000">
              <a:off x="3283300" y="4234975"/>
              <a:ext cx="0" cy="361800"/>
            </a:xfrm>
            <a:prstGeom prst="straightConnector1">
              <a:avLst/>
            </a:prstGeom>
            <a:noFill/>
            <a:ln cap="flat" cmpd="sng" w="19050">
              <a:solidFill>
                <a:schemeClr val="dk1"/>
              </a:solidFill>
              <a:prstDash val="solid"/>
              <a:round/>
              <a:headEnd len="med" w="med" type="none"/>
              <a:tailEnd len="med" w="med" type="none"/>
            </a:ln>
          </p:spPr>
        </p:cxnSp>
        <p:cxnSp>
          <p:nvCxnSpPr>
            <p:cNvPr id="6715" name="Google Shape;6715;p57"/>
            <p:cNvCxnSpPr/>
            <p:nvPr/>
          </p:nvCxnSpPr>
          <p:spPr>
            <a:xfrm>
              <a:off x="5759325" y="2498500"/>
              <a:ext cx="826800" cy="0"/>
            </a:xfrm>
            <a:prstGeom prst="straightConnector1">
              <a:avLst/>
            </a:prstGeom>
            <a:noFill/>
            <a:ln cap="flat" cmpd="sng" w="19050">
              <a:solidFill>
                <a:schemeClr val="dk1"/>
              </a:solidFill>
              <a:prstDash val="solid"/>
              <a:round/>
              <a:headEnd len="med" w="med" type="none"/>
              <a:tailEnd len="med" w="med" type="none"/>
            </a:ln>
          </p:spPr>
        </p:cxnSp>
      </p:grpSp>
      <p:sp>
        <p:nvSpPr>
          <p:cNvPr id="6716" name="Google Shape;6716;p57"/>
          <p:cNvSpPr/>
          <p:nvPr/>
        </p:nvSpPr>
        <p:spPr>
          <a:xfrm>
            <a:off x="720000" y="3421375"/>
            <a:ext cx="1530000" cy="11943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7"/>
          <p:cNvSpPr/>
          <p:nvPr/>
        </p:nvSpPr>
        <p:spPr>
          <a:xfrm>
            <a:off x="6894000" y="3421375"/>
            <a:ext cx="1530000" cy="11943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8" name="Google Shape;6718;p57"/>
          <p:cNvGrpSpPr/>
          <p:nvPr/>
        </p:nvGrpSpPr>
        <p:grpSpPr>
          <a:xfrm>
            <a:off x="863509" y="3597017"/>
            <a:ext cx="309519" cy="309617"/>
            <a:chOff x="2659946" y="1289217"/>
            <a:chExt cx="309519" cy="309617"/>
          </a:xfrm>
        </p:grpSpPr>
        <p:sp>
          <p:nvSpPr>
            <p:cNvPr id="6719" name="Google Shape;6719;p57"/>
            <p:cNvSpPr/>
            <p:nvPr/>
          </p:nvSpPr>
          <p:spPr>
            <a:xfrm>
              <a:off x="2659946" y="1289217"/>
              <a:ext cx="309519" cy="309617"/>
            </a:xfrm>
            <a:custGeom>
              <a:rect b="b" l="l" r="r" t="t"/>
              <a:pathLst>
                <a:path extrusionOk="0" h="9504" w="9501">
                  <a:moveTo>
                    <a:pt x="9129" y="1113"/>
                  </a:moveTo>
                  <a:lnTo>
                    <a:pt x="9129" y="1116"/>
                  </a:lnTo>
                  <a:lnTo>
                    <a:pt x="9129" y="2376"/>
                  </a:lnTo>
                  <a:lnTo>
                    <a:pt x="8279" y="2376"/>
                  </a:lnTo>
                  <a:lnTo>
                    <a:pt x="8279" y="1931"/>
                  </a:lnTo>
                  <a:lnTo>
                    <a:pt x="8421" y="1931"/>
                  </a:lnTo>
                  <a:cubicBezTo>
                    <a:pt x="8524" y="1931"/>
                    <a:pt x="8608" y="1849"/>
                    <a:pt x="8608" y="1745"/>
                  </a:cubicBezTo>
                  <a:cubicBezTo>
                    <a:pt x="8608" y="1643"/>
                    <a:pt x="8525" y="1559"/>
                    <a:pt x="8421" y="1559"/>
                  </a:cubicBezTo>
                  <a:lnTo>
                    <a:pt x="8279" y="1559"/>
                  </a:lnTo>
                  <a:lnTo>
                    <a:pt x="8279" y="1113"/>
                  </a:lnTo>
                  <a:close/>
                  <a:moveTo>
                    <a:pt x="1224" y="1117"/>
                  </a:moveTo>
                  <a:lnTo>
                    <a:pt x="1224" y="1562"/>
                  </a:lnTo>
                  <a:lnTo>
                    <a:pt x="1082" y="1562"/>
                  </a:lnTo>
                  <a:cubicBezTo>
                    <a:pt x="979" y="1562"/>
                    <a:pt x="896" y="1645"/>
                    <a:pt x="896" y="1747"/>
                  </a:cubicBezTo>
                  <a:cubicBezTo>
                    <a:pt x="896" y="1850"/>
                    <a:pt x="978" y="1934"/>
                    <a:pt x="1082" y="1934"/>
                  </a:cubicBezTo>
                  <a:lnTo>
                    <a:pt x="1224" y="1934"/>
                  </a:lnTo>
                  <a:lnTo>
                    <a:pt x="1224" y="2379"/>
                  </a:lnTo>
                  <a:lnTo>
                    <a:pt x="371" y="2379"/>
                  </a:lnTo>
                  <a:lnTo>
                    <a:pt x="371" y="2378"/>
                  </a:lnTo>
                  <a:lnTo>
                    <a:pt x="371" y="1117"/>
                  </a:lnTo>
                  <a:close/>
                  <a:moveTo>
                    <a:pt x="6870" y="2748"/>
                  </a:moveTo>
                  <a:lnTo>
                    <a:pt x="6870" y="3752"/>
                  </a:lnTo>
                  <a:lnTo>
                    <a:pt x="2636" y="3752"/>
                  </a:lnTo>
                  <a:lnTo>
                    <a:pt x="2636" y="2748"/>
                  </a:lnTo>
                  <a:close/>
                  <a:moveTo>
                    <a:pt x="9129" y="4121"/>
                  </a:moveTo>
                  <a:lnTo>
                    <a:pt x="9129" y="4123"/>
                  </a:lnTo>
                  <a:lnTo>
                    <a:pt x="9129" y="5385"/>
                  </a:lnTo>
                  <a:lnTo>
                    <a:pt x="8279" y="5385"/>
                  </a:lnTo>
                  <a:lnTo>
                    <a:pt x="8279" y="4939"/>
                  </a:lnTo>
                  <a:lnTo>
                    <a:pt x="8421" y="4939"/>
                  </a:lnTo>
                  <a:cubicBezTo>
                    <a:pt x="8524" y="4939"/>
                    <a:pt x="8608" y="4857"/>
                    <a:pt x="8608" y="4753"/>
                  </a:cubicBezTo>
                  <a:cubicBezTo>
                    <a:pt x="8608" y="4651"/>
                    <a:pt x="8525" y="4566"/>
                    <a:pt x="8421" y="4566"/>
                  </a:cubicBezTo>
                  <a:lnTo>
                    <a:pt x="8279" y="4566"/>
                  </a:lnTo>
                  <a:lnTo>
                    <a:pt x="8279" y="4121"/>
                  </a:lnTo>
                  <a:close/>
                  <a:moveTo>
                    <a:pt x="6870" y="4124"/>
                  </a:moveTo>
                  <a:lnTo>
                    <a:pt x="6870" y="5386"/>
                  </a:lnTo>
                  <a:lnTo>
                    <a:pt x="2636" y="5386"/>
                  </a:lnTo>
                  <a:lnTo>
                    <a:pt x="2636" y="4124"/>
                  </a:lnTo>
                  <a:close/>
                  <a:moveTo>
                    <a:pt x="1224" y="4124"/>
                  </a:moveTo>
                  <a:lnTo>
                    <a:pt x="1224" y="4569"/>
                  </a:lnTo>
                  <a:lnTo>
                    <a:pt x="1082" y="4569"/>
                  </a:lnTo>
                  <a:cubicBezTo>
                    <a:pt x="979" y="4569"/>
                    <a:pt x="896" y="4652"/>
                    <a:pt x="896" y="4756"/>
                  </a:cubicBezTo>
                  <a:cubicBezTo>
                    <a:pt x="896" y="4858"/>
                    <a:pt x="978" y="4941"/>
                    <a:pt x="1082" y="4941"/>
                  </a:cubicBezTo>
                  <a:lnTo>
                    <a:pt x="1224" y="4941"/>
                  </a:lnTo>
                  <a:lnTo>
                    <a:pt x="1224" y="5387"/>
                  </a:lnTo>
                  <a:lnTo>
                    <a:pt x="371" y="5387"/>
                  </a:lnTo>
                  <a:lnTo>
                    <a:pt x="371" y="5386"/>
                  </a:lnTo>
                  <a:lnTo>
                    <a:pt x="371" y="4124"/>
                  </a:lnTo>
                  <a:close/>
                  <a:moveTo>
                    <a:pt x="6870" y="5756"/>
                  </a:moveTo>
                  <a:lnTo>
                    <a:pt x="6870" y="6760"/>
                  </a:lnTo>
                  <a:lnTo>
                    <a:pt x="2636" y="6760"/>
                  </a:lnTo>
                  <a:lnTo>
                    <a:pt x="2636" y="5756"/>
                  </a:lnTo>
                  <a:close/>
                  <a:moveTo>
                    <a:pt x="6870" y="7131"/>
                  </a:moveTo>
                  <a:lnTo>
                    <a:pt x="6870" y="8392"/>
                  </a:lnTo>
                  <a:lnTo>
                    <a:pt x="2636" y="8392"/>
                  </a:lnTo>
                  <a:lnTo>
                    <a:pt x="2636" y="7131"/>
                  </a:lnTo>
                  <a:close/>
                  <a:moveTo>
                    <a:pt x="9129" y="7130"/>
                  </a:moveTo>
                  <a:lnTo>
                    <a:pt x="9129" y="7131"/>
                  </a:lnTo>
                  <a:lnTo>
                    <a:pt x="9129" y="8392"/>
                  </a:lnTo>
                  <a:lnTo>
                    <a:pt x="8279" y="8392"/>
                  </a:lnTo>
                  <a:lnTo>
                    <a:pt x="8279" y="7947"/>
                  </a:lnTo>
                  <a:lnTo>
                    <a:pt x="8421" y="7947"/>
                  </a:lnTo>
                  <a:cubicBezTo>
                    <a:pt x="8524" y="7947"/>
                    <a:pt x="8608" y="7864"/>
                    <a:pt x="8608" y="7760"/>
                  </a:cubicBezTo>
                  <a:cubicBezTo>
                    <a:pt x="8608" y="7659"/>
                    <a:pt x="8525" y="7575"/>
                    <a:pt x="8421" y="7575"/>
                  </a:cubicBezTo>
                  <a:lnTo>
                    <a:pt x="8279" y="7575"/>
                  </a:lnTo>
                  <a:lnTo>
                    <a:pt x="8279" y="7130"/>
                  </a:lnTo>
                  <a:close/>
                  <a:moveTo>
                    <a:pt x="1224" y="7131"/>
                  </a:moveTo>
                  <a:lnTo>
                    <a:pt x="1224" y="7576"/>
                  </a:lnTo>
                  <a:lnTo>
                    <a:pt x="1082" y="7576"/>
                  </a:lnTo>
                  <a:cubicBezTo>
                    <a:pt x="979" y="7576"/>
                    <a:pt x="896" y="7659"/>
                    <a:pt x="896" y="7763"/>
                  </a:cubicBezTo>
                  <a:cubicBezTo>
                    <a:pt x="896" y="7864"/>
                    <a:pt x="978" y="7948"/>
                    <a:pt x="1082" y="7948"/>
                  </a:cubicBezTo>
                  <a:lnTo>
                    <a:pt x="1224" y="7948"/>
                  </a:lnTo>
                  <a:lnTo>
                    <a:pt x="1224" y="8393"/>
                  </a:lnTo>
                  <a:lnTo>
                    <a:pt x="371" y="8393"/>
                  </a:lnTo>
                  <a:lnTo>
                    <a:pt x="371" y="7131"/>
                  </a:lnTo>
                  <a:close/>
                  <a:moveTo>
                    <a:pt x="2264" y="373"/>
                  </a:moveTo>
                  <a:lnTo>
                    <a:pt x="2264" y="9131"/>
                  </a:lnTo>
                  <a:lnTo>
                    <a:pt x="1595" y="9131"/>
                  </a:lnTo>
                  <a:lnTo>
                    <a:pt x="1595" y="373"/>
                  </a:lnTo>
                  <a:close/>
                  <a:moveTo>
                    <a:pt x="7908" y="373"/>
                  </a:moveTo>
                  <a:lnTo>
                    <a:pt x="7908" y="9131"/>
                  </a:lnTo>
                  <a:lnTo>
                    <a:pt x="7241" y="9131"/>
                  </a:lnTo>
                  <a:lnTo>
                    <a:pt x="7241" y="373"/>
                  </a:lnTo>
                  <a:close/>
                  <a:moveTo>
                    <a:pt x="1411" y="1"/>
                  </a:moveTo>
                  <a:cubicBezTo>
                    <a:pt x="1308" y="1"/>
                    <a:pt x="1224" y="83"/>
                    <a:pt x="1224" y="186"/>
                  </a:cubicBezTo>
                  <a:lnTo>
                    <a:pt x="1224" y="743"/>
                  </a:lnTo>
                  <a:lnTo>
                    <a:pt x="186" y="743"/>
                  </a:lnTo>
                  <a:cubicBezTo>
                    <a:pt x="85" y="743"/>
                    <a:pt x="1" y="825"/>
                    <a:pt x="1" y="929"/>
                  </a:cubicBezTo>
                  <a:lnTo>
                    <a:pt x="1" y="2562"/>
                  </a:lnTo>
                  <a:cubicBezTo>
                    <a:pt x="1" y="2664"/>
                    <a:pt x="83" y="2748"/>
                    <a:pt x="186" y="2748"/>
                  </a:cubicBezTo>
                  <a:lnTo>
                    <a:pt x="1224" y="2748"/>
                  </a:lnTo>
                  <a:lnTo>
                    <a:pt x="1224" y="3752"/>
                  </a:lnTo>
                  <a:lnTo>
                    <a:pt x="186" y="3752"/>
                  </a:lnTo>
                  <a:cubicBezTo>
                    <a:pt x="85" y="3752"/>
                    <a:pt x="1" y="3835"/>
                    <a:pt x="1" y="3939"/>
                  </a:cubicBezTo>
                  <a:lnTo>
                    <a:pt x="1" y="5571"/>
                  </a:lnTo>
                  <a:cubicBezTo>
                    <a:pt x="1" y="5674"/>
                    <a:pt x="83" y="5757"/>
                    <a:pt x="186" y="5757"/>
                  </a:cubicBezTo>
                  <a:lnTo>
                    <a:pt x="1224" y="5757"/>
                  </a:lnTo>
                  <a:lnTo>
                    <a:pt x="1224" y="6762"/>
                  </a:lnTo>
                  <a:lnTo>
                    <a:pt x="186" y="6762"/>
                  </a:lnTo>
                  <a:cubicBezTo>
                    <a:pt x="85" y="6762"/>
                    <a:pt x="1" y="6844"/>
                    <a:pt x="1" y="6948"/>
                  </a:cubicBezTo>
                  <a:lnTo>
                    <a:pt x="1" y="8581"/>
                  </a:lnTo>
                  <a:cubicBezTo>
                    <a:pt x="1" y="8682"/>
                    <a:pt x="83" y="8766"/>
                    <a:pt x="186" y="8766"/>
                  </a:cubicBezTo>
                  <a:lnTo>
                    <a:pt x="1224" y="8766"/>
                  </a:lnTo>
                  <a:lnTo>
                    <a:pt x="1224" y="9318"/>
                  </a:lnTo>
                  <a:cubicBezTo>
                    <a:pt x="1224" y="9420"/>
                    <a:pt x="1307" y="9504"/>
                    <a:pt x="1411" y="9504"/>
                  </a:cubicBezTo>
                  <a:lnTo>
                    <a:pt x="2449" y="9504"/>
                  </a:lnTo>
                  <a:cubicBezTo>
                    <a:pt x="2552" y="9504"/>
                    <a:pt x="2636" y="9421"/>
                    <a:pt x="2636" y="9318"/>
                  </a:cubicBezTo>
                  <a:lnTo>
                    <a:pt x="2636" y="8766"/>
                  </a:lnTo>
                  <a:lnTo>
                    <a:pt x="6870" y="8766"/>
                  </a:lnTo>
                  <a:lnTo>
                    <a:pt x="6870" y="9318"/>
                  </a:lnTo>
                  <a:cubicBezTo>
                    <a:pt x="6870" y="9420"/>
                    <a:pt x="6953" y="9504"/>
                    <a:pt x="7055" y="9504"/>
                  </a:cubicBezTo>
                  <a:lnTo>
                    <a:pt x="8095" y="9504"/>
                  </a:lnTo>
                  <a:cubicBezTo>
                    <a:pt x="8196" y="9504"/>
                    <a:pt x="8280" y="9421"/>
                    <a:pt x="8280" y="9318"/>
                  </a:cubicBezTo>
                  <a:lnTo>
                    <a:pt x="8280" y="8766"/>
                  </a:lnTo>
                  <a:lnTo>
                    <a:pt x="9315" y="8766"/>
                  </a:lnTo>
                  <a:cubicBezTo>
                    <a:pt x="9417" y="8766"/>
                    <a:pt x="9500" y="8684"/>
                    <a:pt x="9500" y="8581"/>
                  </a:cubicBezTo>
                  <a:lnTo>
                    <a:pt x="9500" y="6948"/>
                  </a:lnTo>
                  <a:cubicBezTo>
                    <a:pt x="9500" y="6846"/>
                    <a:pt x="9418" y="6762"/>
                    <a:pt x="9315" y="6762"/>
                  </a:cubicBezTo>
                  <a:lnTo>
                    <a:pt x="8280" y="6762"/>
                  </a:lnTo>
                  <a:lnTo>
                    <a:pt x="8280" y="5756"/>
                  </a:lnTo>
                  <a:lnTo>
                    <a:pt x="9315" y="5756"/>
                  </a:lnTo>
                  <a:cubicBezTo>
                    <a:pt x="9417" y="5756"/>
                    <a:pt x="9500" y="5674"/>
                    <a:pt x="9500" y="5570"/>
                  </a:cubicBezTo>
                  <a:lnTo>
                    <a:pt x="9500" y="3937"/>
                  </a:lnTo>
                  <a:cubicBezTo>
                    <a:pt x="9500" y="3835"/>
                    <a:pt x="9418" y="3751"/>
                    <a:pt x="9315" y="3751"/>
                  </a:cubicBezTo>
                  <a:lnTo>
                    <a:pt x="8280" y="3751"/>
                  </a:lnTo>
                  <a:lnTo>
                    <a:pt x="8280" y="2747"/>
                  </a:lnTo>
                  <a:lnTo>
                    <a:pt x="9314" y="2747"/>
                  </a:lnTo>
                  <a:lnTo>
                    <a:pt x="9314" y="2748"/>
                  </a:lnTo>
                  <a:cubicBezTo>
                    <a:pt x="9416" y="2748"/>
                    <a:pt x="9499" y="2666"/>
                    <a:pt x="9499" y="2562"/>
                  </a:cubicBezTo>
                  <a:lnTo>
                    <a:pt x="9499" y="929"/>
                  </a:lnTo>
                  <a:cubicBezTo>
                    <a:pt x="9499" y="827"/>
                    <a:pt x="9417" y="743"/>
                    <a:pt x="9314" y="743"/>
                  </a:cubicBezTo>
                  <a:lnTo>
                    <a:pt x="8279" y="743"/>
                  </a:lnTo>
                  <a:lnTo>
                    <a:pt x="8279" y="186"/>
                  </a:lnTo>
                  <a:cubicBezTo>
                    <a:pt x="8279" y="85"/>
                    <a:pt x="8196" y="1"/>
                    <a:pt x="8093" y="1"/>
                  </a:cubicBezTo>
                  <a:lnTo>
                    <a:pt x="7054" y="1"/>
                  </a:lnTo>
                  <a:cubicBezTo>
                    <a:pt x="6953" y="1"/>
                    <a:pt x="6869" y="83"/>
                    <a:pt x="6869" y="186"/>
                  </a:cubicBezTo>
                  <a:lnTo>
                    <a:pt x="6869" y="743"/>
                  </a:lnTo>
                  <a:lnTo>
                    <a:pt x="5584" y="743"/>
                  </a:lnTo>
                  <a:cubicBezTo>
                    <a:pt x="5482" y="743"/>
                    <a:pt x="5398" y="825"/>
                    <a:pt x="5398" y="929"/>
                  </a:cubicBezTo>
                  <a:cubicBezTo>
                    <a:pt x="5398" y="1031"/>
                    <a:pt x="5481" y="1116"/>
                    <a:pt x="5584" y="1116"/>
                  </a:cubicBezTo>
                  <a:lnTo>
                    <a:pt x="6869" y="1116"/>
                  </a:lnTo>
                  <a:lnTo>
                    <a:pt x="6869" y="2376"/>
                  </a:lnTo>
                  <a:lnTo>
                    <a:pt x="2636" y="2376"/>
                  </a:lnTo>
                  <a:lnTo>
                    <a:pt x="2636" y="1116"/>
                  </a:lnTo>
                  <a:lnTo>
                    <a:pt x="3916" y="1116"/>
                  </a:lnTo>
                  <a:cubicBezTo>
                    <a:pt x="4018" y="1116"/>
                    <a:pt x="4102" y="1033"/>
                    <a:pt x="4102" y="929"/>
                  </a:cubicBezTo>
                  <a:cubicBezTo>
                    <a:pt x="4102" y="827"/>
                    <a:pt x="4019" y="743"/>
                    <a:pt x="3916" y="743"/>
                  </a:cubicBezTo>
                  <a:lnTo>
                    <a:pt x="2636" y="743"/>
                  </a:lnTo>
                  <a:lnTo>
                    <a:pt x="2636" y="186"/>
                  </a:lnTo>
                  <a:cubicBezTo>
                    <a:pt x="2636" y="85"/>
                    <a:pt x="2553" y="1"/>
                    <a:pt x="24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7"/>
            <p:cNvSpPr/>
            <p:nvPr/>
          </p:nvSpPr>
          <p:spPr>
            <a:xfrm>
              <a:off x="2808630" y="1313422"/>
              <a:ext cx="12151" cy="12151"/>
            </a:xfrm>
            <a:custGeom>
              <a:rect b="b" l="l" r="r" t="t"/>
              <a:pathLst>
                <a:path extrusionOk="0" h="373" w="373">
                  <a:moveTo>
                    <a:pt x="186" y="1"/>
                  </a:moveTo>
                  <a:cubicBezTo>
                    <a:pt x="83" y="1"/>
                    <a:pt x="0" y="84"/>
                    <a:pt x="0" y="186"/>
                  </a:cubicBezTo>
                  <a:cubicBezTo>
                    <a:pt x="0" y="290"/>
                    <a:pt x="83" y="373"/>
                    <a:pt x="186" y="373"/>
                  </a:cubicBezTo>
                  <a:cubicBezTo>
                    <a:pt x="289" y="373"/>
                    <a:pt x="372" y="289"/>
                    <a:pt x="372" y="186"/>
                  </a:cubicBezTo>
                  <a:cubicBezTo>
                    <a:pt x="372" y="84"/>
                    <a:pt x="289"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1" name="Google Shape;6721;p57"/>
          <p:cNvGrpSpPr/>
          <p:nvPr/>
        </p:nvGrpSpPr>
        <p:grpSpPr>
          <a:xfrm>
            <a:off x="1330234" y="3597017"/>
            <a:ext cx="309519" cy="309617"/>
            <a:chOff x="2659946" y="1289217"/>
            <a:chExt cx="309519" cy="309617"/>
          </a:xfrm>
        </p:grpSpPr>
        <p:sp>
          <p:nvSpPr>
            <p:cNvPr id="6722" name="Google Shape;6722;p57"/>
            <p:cNvSpPr/>
            <p:nvPr/>
          </p:nvSpPr>
          <p:spPr>
            <a:xfrm>
              <a:off x="2659946" y="1289217"/>
              <a:ext cx="309519" cy="309617"/>
            </a:xfrm>
            <a:custGeom>
              <a:rect b="b" l="l" r="r" t="t"/>
              <a:pathLst>
                <a:path extrusionOk="0" h="9504" w="9501">
                  <a:moveTo>
                    <a:pt x="9129" y="1113"/>
                  </a:moveTo>
                  <a:lnTo>
                    <a:pt x="9129" y="1116"/>
                  </a:lnTo>
                  <a:lnTo>
                    <a:pt x="9129" y="2376"/>
                  </a:lnTo>
                  <a:lnTo>
                    <a:pt x="8279" y="2376"/>
                  </a:lnTo>
                  <a:lnTo>
                    <a:pt x="8279" y="1931"/>
                  </a:lnTo>
                  <a:lnTo>
                    <a:pt x="8421" y="1931"/>
                  </a:lnTo>
                  <a:cubicBezTo>
                    <a:pt x="8524" y="1931"/>
                    <a:pt x="8608" y="1849"/>
                    <a:pt x="8608" y="1745"/>
                  </a:cubicBezTo>
                  <a:cubicBezTo>
                    <a:pt x="8608" y="1643"/>
                    <a:pt x="8525" y="1559"/>
                    <a:pt x="8421" y="1559"/>
                  </a:cubicBezTo>
                  <a:lnTo>
                    <a:pt x="8279" y="1559"/>
                  </a:lnTo>
                  <a:lnTo>
                    <a:pt x="8279" y="1113"/>
                  </a:lnTo>
                  <a:close/>
                  <a:moveTo>
                    <a:pt x="1224" y="1117"/>
                  </a:moveTo>
                  <a:lnTo>
                    <a:pt x="1224" y="1562"/>
                  </a:lnTo>
                  <a:lnTo>
                    <a:pt x="1082" y="1562"/>
                  </a:lnTo>
                  <a:cubicBezTo>
                    <a:pt x="979" y="1562"/>
                    <a:pt x="896" y="1645"/>
                    <a:pt x="896" y="1747"/>
                  </a:cubicBezTo>
                  <a:cubicBezTo>
                    <a:pt x="896" y="1850"/>
                    <a:pt x="978" y="1934"/>
                    <a:pt x="1082" y="1934"/>
                  </a:cubicBezTo>
                  <a:lnTo>
                    <a:pt x="1224" y="1934"/>
                  </a:lnTo>
                  <a:lnTo>
                    <a:pt x="1224" y="2379"/>
                  </a:lnTo>
                  <a:lnTo>
                    <a:pt x="371" y="2379"/>
                  </a:lnTo>
                  <a:lnTo>
                    <a:pt x="371" y="2378"/>
                  </a:lnTo>
                  <a:lnTo>
                    <a:pt x="371" y="1117"/>
                  </a:lnTo>
                  <a:close/>
                  <a:moveTo>
                    <a:pt x="6870" y="2748"/>
                  </a:moveTo>
                  <a:lnTo>
                    <a:pt x="6870" y="3752"/>
                  </a:lnTo>
                  <a:lnTo>
                    <a:pt x="2636" y="3752"/>
                  </a:lnTo>
                  <a:lnTo>
                    <a:pt x="2636" y="2748"/>
                  </a:lnTo>
                  <a:close/>
                  <a:moveTo>
                    <a:pt x="9129" y="4121"/>
                  </a:moveTo>
                  <a:lnTo>
                    <a:pt x="9129" y="4123"/>
                  </a:lnTo>
                  <a:lnTo>
                    <a:pt x="9129" y="5385"/>
                  </a:lnTo>
                  <a:lnTo>
                    <a:pt x="8279" y="5385"/>
                  </a:lnTo>
                  <a:lnTo>
                    <a:pt x="8279" y="4939"/>
                  </a:lnTo>
                  <a:lnTo>
                    <a:pt x="8421" y="4939"/>
                  </a:lnTo>
                  <a:cubicBezTo>
                    <a:pt x="8524" y="4939"/>
                    <a:pt x="8608" y="4857"/>
                    <a:pt x="8608" y="4753"/>
                  </a:cubicBezTo>
                  <a:cubicBezTo>
                    <a:pt x="8608" y="4651"/>
                    <a:pt x="8525" y="4566"/>
                    <a:pt x="8421" y="4566"/>
                  </a:cubicBezTo>
                  <a:lnTo>
                    <a:pt x="8279" y="4566"/>
                  </a:lnTo>
                  <a:lnTo>
                    <a:pt x="8279" y="4121"/>
                  </a:lnTo>
                  <a:close/>
                  <a:moveTo>
                    <a:pt x="6870" y="4124"/>
                  </a:moveTo>
                  <a:lnTo>
                    <a:pt x="6870" y="5386"/>
                  </a:lnTo>
                  <a:lnTo>
                    <a:pt x="2636" y="5386"/>
                  </a:lnTo>
                  <a:lnTo>
                    <a:pt x="2636" y="4124"/>
                  </a:lnTo>
                  <a:close/>
                  <a:moveTo>
                    <a:pt x="1224" y="4124"/>
                  </a:moveTo>
                  <a:lnTo>
                    <a:pt x="1224" y="4569"/>
                  </a:lnTo>
                  <a:lnTo>
                    <a:pt x="1082" y="4569"/>
                  </a:lnTo>
                  <a:cubicBezTo>
                    <a:pt x="979" y="4569"/>
                    <a:pt x="896" y="4652"/>
                    <a:pt x="896" y="4756"/>
                  </a:cubicBezTo>
                  <a:cubicBezTo>
                    <a:pt x="896" y="4858"/>
                    <a:pt x="978" y="4941"/>
                    <a:pt x="1082" y="4941"/>
                  </a:cubicBezTo>
                  <a:lnTo>
                    <a:pt x="1224" y="4941"/>
                  </a:lnTo>
                  <a:lnTo>
                    <a:pt x="1224" y="5387"/>
                  </a:lnTo>
                  <a:lnTo>
                    <a:pt x="371" y="5387"/>
                  </a:lnTo>
                  <a:lnTo>
                    <a:pt x="371" y="5386"/>
                  </a:lnTo>
                  <a:lnTo>
                    <a:pt x="371" y="4124"/>
                  </a:lnTo>
                  <a:close/>
                  <a:moveTo>
                    <a:pt x="6870" y="5756"/>
                  </a:moveTo>
                  <a:lnTo>
                    <a:pt x="6870" y="6760"/>
                  </a:lnTo>
                  <a:lnTo>
                    <a:pt x="2636" y="6760"/>
                  </a:lnTo>
                  <a:lnTo>
                    <a:pt x="2636" y="5756"/>
                  </a:lnTo>
                  <a:close/>
                  <a:moveTo>
                    <a:pt x="6870" y="7131"/>
                  </a:moveTo>
                  <a:lnTo>
                    <a:pt x="6870" y="8392"/>
                  </a:lnTo>
                  <a:lnTo>
                    <a:pt x="2636" y="8392"/>
                  </a:lnTo>
                  <a:lnTo>
                    <a:pt x="2636" y="7131"/>
                  </a:lnTo>
                  <a:close/>
                  <a:moveTo>
                    <a:pt x="9129" y="7130"/>
                  </a:moveTo>
                  <a:lnTo>
                    <a:pt x="9129" y="7131"/>
                  </a:lnTo>
                  <a:lnTo>
                    <a:pt x="9129" y="8392"/>
                  </a:lnTo>
                  <a:lnTo>
                    <a:pt x="8279" y="8392"/>
                  </a:lnTo>
                  <a:lnTo>
                    <a:pt x="8279" y="7947"/>
                  </a:lnTo>
                  <a:lnTo>
                    <a:pt x="8421" y="7947"/>
                  </a:lnTo>
                  <a:cubicBezTo>
                    <a:pt x="8524" y="7947"/>
                    <a:pt x="8608" y="7864"/>
                    <a:pt x="8608" y="7760"/>
                  </a:cubicBezTo>
                  <a:cubicBezTo>
                    <a:pt x="8608" y="7659"/>
                    <a:pt x="8525" y="7575"/>
                    <a:pt x="8421" y="7575"/>
                  </a:cubicBezTo>
                  <a:lnTo>
                    <a:pt x="8279" y="7575"/>
                  </a:lnTo>
                  <a:lnTo>
                    <a:pt x="8279" y="7130"/>
                  </a:lnTo>
                  <a:close/>
                  <a:moveTo>
                    <a:pt x="1224" y="7131"/>
                  </a:moveTo>
                  <a:lnTo>
                    <a:pt x="1224" y="7576"/>
                  </a:lnTo>
                  <a:lnTo>
                    <a:pt x="1082" y="7576"/>
                  </a:lnTo>
                  <a:cubicBezTo>
                    <a:pt x="979" y="7576"/>
                    <a:pt x="896" y="7659"/>
                    <a:pt x="896" y="7763"/>
                  </a:cubicBezTo>
                  <a:cubicBezTo>
                    <a:pt x="896" y="7864"/>
                    <a:pt x="978" y="7948"/>
                    <a:pt x="1082" y="7948"/>
                  </a:cubicBezTo>
                  <a:lnTo>
                    <a:pt x="1224" y="7948"/>
                  </a:lnTo>
                  <a:lnTo>
                    <a:pt x="1224" y="8393"/>
                  </a:lnTo>
                  <a:lnTo>
                    <a:pt x="371" y="8393"/>
                  </a:lnTo>
                  <a:lnTo>
                    <a:pt x="371" y="7131"/>
                  </a:lnTo>
                  <a:close/>
                  <a:moveTo>
                    <a:pt x="2264" y="373"/>
                  </a:moveTo>
                  <a:lnTo>
                    <a:pt x="2264" y="9131"/>
                  </a:lnTo>
                  <a:lnTo>
                    <a:pt x="1595" y="9131"/>
                  </a:lnTo>
                  <a:lnTo>
                    <a:pt x="1595" y="373"/>
                  </a:lnTo>
                  <a:close/>
                  <a:moveTo>
                    <a:pt x="7908" y="373"/>
                  </a:moveTo>
                  <a:lnTo>
                    <a:pt x="7908" y="9131"/>
                  </a:lnTo>
                  <a:lnTo>
                    <a:pt x="7241" y="9131"/>
                  </a:lnTo>
                  <a:lnTo>
                    <a:pt x="7241" y="373"/>
                  </a:lnTo>
                  <a:close/>
                  <a:moveTo>
                    <a:pt x="1411" y="1"/>
                  </a:moveTo>
                  <a:cubicBezTo>
                    <a:pt x="1308" y="1"/>
                    <a:pt x="1224" y="83"/>
                    <a:pt x="1224" y="186"/>
                  </a:cubicBezTo>
                  <a:lnTo>
                    <a:pt x="1224" y="743"/>
                  </a:lnTo>
                  <a:lnTo>
                    <a:pt x="186" y="743"/>
                  </a:lnTo>
                  <a:cubicBezTo>
                    <a:pt x="85" y="743"/>
                    <a:pt x="1" y="825"/>
                    <a:pt x="1" y="929"/>
                  </a:cubicBezTo>
                  <a:lnTo>
                    <a:pt x="1" y="2562"/>
                  </a:lnTo>
                  <a:cubicBezTo>
                    <a:pt x="1" y="2664"/>
                    <a:pt x="83" y="2748"/>
                    <a:pt x="186" y="2748"/>
                  </a:cubicBezTo>
                  <a:lnTo>
                    <a:pt x="1224" y="2748"/>
                  </a:lnTo>
                  <a:lnTo>
                    <a:pt x="1224" y="3752"/>
                  </a:lnTo>
                  <a:lnTo>
                    <a:pt x="186" y="3752"/>
                  </a:lnTo>
                  <a:cubicBezTo>
                    <a:pt x="85" y="3752"/>
                    <a:pt x="1" y="3835"/>
                    <a:pt x="1" y="3939"/>
                  </a:cubicBezTo>
                  <a:lnTo>
                    <a:pt x="1" y="5571"/>
                  </a:lnTo>
                  <a:cubicBezTo>
                    <a:pt x="1" y="5674"/>
                    <a:pt x="83" y="5757"/>
                    <a:pt x="186" y="5757"/>
                  </a:cubicBezTo>
                  <a:lnTo>
                    <a:pt x="1224" y="5757"/>
                  </a:lnTo>
                  <a:lnTo>
                    <a:pt x="1224" y="6762"/>
                  </a:lnTo>
                  <a:lnTo>
                    <a:pt x="186" y="6762"/>
                  </a:lnTo>
                  <a:cubicBezTo>
                    <a:pt x="85" y="6762"/>
                    <a:pt x="1" y="6844"/>
                    <a:pt x="1" y="6948"/>
                  </a:cubicBezTo>
                  <a:lnTo>
                    <a:pt x="1" y="8581"/>
                  </a:lnTo>
                  <a:cubicBezTo>
                    <a:pt x="1" y="8682"/>
                    <a:pt x="83" y="8766"/>
                    <a:pt x="186" y="8766"/>
                  </a:cubicBezTo>
                  <a:lnTo>
                    <a:pt x="1224" y="8766"/>
                  </a:lnTo>
                  <a:lnTo>
                    <a:pt x="1224" y="9318"/>
                  </a:lnTo>
                  <a:cubicBezTo>
                    <a:pt x="1224" y="9420"/>
                    <a:pt x="1307" y="9504"/>
                    <a:pt x="1411" y="9504"/>
                  </a:cubicBezTo>
                  <a:lnTo>
                    <a:pt x="2449" y="9504"/>
                  </a:lnTo>
                  <a:cubicBezTo>
                    <a:pt x="2552" y="9504"/>
                    <a:pt x="2636" y="9421"/>
                    <a:pt x="2636" y="9318"/>
                  </a:cubicBezTo>
                  <a:lnTo>
                    <a:pt x="2636" y="8766"/>
                  </a:lnTo>
                  <a:lnTo>
                    <a:pt x="6870" y="8766"/>
                  </a:lnTo>
                  <a:lnTo>
                    <a:pt x="6870" y="9318"/>
                  </a:lnTo>
                  <a:cubicBezTo>
                    <a:pt x="6870" y="9420"/>
                    <a:pt x="6953" y="9504"/>
                    <a:pt x="7055" y="9504"/>
                  </a:cubicBezTo>
                  <a:lnTo>
                    <a:pt x="8095" y="9504"/>
                  </a:lnTo>
                  <a:cubicBezTo>
                    <a:pt x="8196" y="9504"/>
                    <a:pt x="8280" y="9421"/>
                    <a:pt x="8280" y="9318"/>
                  </a:cubicBezTo>
                  <a:lnTo>
                    <a:pt x="8280" y="8766"/>
                  </a:lnTo>
                  <a:lnTo>
                    <a:pt x="9315" y="8766"/>
                  </a:lnTo>
                  <a:cubicBezTo>
                    <a:pt x="9417" y="8766"/>
                    <a:pt x="9500" y="8684"/>
                    <a:pt x="9500" y="8581"/>
                  </a:cubicBezTo>
                  <a:lnTo>
                    <a:pt x="9500" y="6948"/>
                  </a:lnTo>
                  <a:cubicBezTo>
                    <a:pt x="9500" y="6846"/>
                    <a:pt x="9418" y="6762"/>
                    <a:pt x="9315" y="6762"/>
                  </a:cubicBezTo>
                  <a:lnTo>
                    <a:pt x="8280" y="6762"/>
                  </a:lnTo>
                  <a:lnTo>
                    <a:pt x="8280" y="5756"/>
                  </a:lnTo>
                  <a:lnTo>
                    <a:pt x="9315" y="5756"/>
                  </a:lnTo>
                  <a:cubicBezTo>
                    <a:pt x="9417" y="5756"/>
                    <a:pt x="9500" y="5674"/>
                    <a:pt x="9500" y="5570"/>
                  </a:cubicBezTo>
                  <a:lnTo>
                    <a:pt x="9500" y="3937"/>
                  </a:lnTo>
                  <a:cubicBezTo>
                    <a:pt x="9500" y="3835"/>
                    <a:pt x="9418" y="3751"/>
                    <a:pt x="9315" y="3751"/>
                  </a:cubicBezTo>
                  <a:lnTo>
                    <a:pt x="8280" y="3751"/>
                  </a:lnTo>
                  <a:lnTo>
                    <a:pt x="8280" y="2747"/>
                  </a:lnTo>
                  <a:lnTo>
                    <a:pt x="9314" y="2747"/>
                  </a:lnTo>
                  <a:lnTo>
                    <a:pt x="9314" y="2748"/>
                  </a:lnTo>
                  <a:cubicBezTo>
                    <a:pt x="9416" y="2748"/>
                    <a:pt x="9499" y="2666"/>
                    <a:pt x="9499" y="2562"/>
                  </a:cubicBezTo>
                  <a:lnTo>
                    <a:pt x="9499" y="929"/>
                  </a:lnTo>
                  <a:cubicBezTo>
                    <a:pt x="9499" y="827"/>
                    <a:pt x="9417" y="743"/>
                    <a:pt x="9314" y="743"/>
                  </a:cubicBezTo>
                  <a:lnTo>
                    <a:pt x="8279" y="743"/>
                  </a:lnTo>
                  <a:lnTo>
                    <a:pt x="8279" y="186"/>
                  </a:lnTo>
                  <a:cubicBezTo>
                    <a:pt x="8279" y="85"/>
                    <a:pt x="8196" y="1"/>
                    <a:pt x="8093" y="1"/>
                  </a:cubicBezTo>
                  <a:lnTo>
                    <a:pt x="7054" y="1"/>
                  </a:lnTo>
                  <a:cubicBezTo>
                    <a:pt x="6953" y="1"/>
                    <a:pt x="6869" y="83"/>
                    <a:pt x="6869" y="186"/>
                  </a:cubicBezTo>
                  <a:lnTo>
                    <a:pt x="6869" y="743"/>
                  </a:lnTo>
                  <a:lnTo>
                    <a:pt x="5584" y="743"/>
                  </a:lnTo>
                  <a:cubicBezTo>
                    <a:pt x="5482" y="743"/>
                    <a:pt x="5398" y="825"/>
                    <a:pt x="5398" y="929"/>
                  </a:cubicBezTo>
                  <a:cubicBezTo>
                    <a:pt x="5398" y="1031"/>
                    <a:pt x="5481" y="1116"/>
                    <a:pt x="5584" y="1116"/>
                  </a:cubicBezTo>
                  <a:lnTo>
                    <a:pt x="6869" y="1116"/>
                  </a:lnTo>
                  <a:lnTo>
                    <a:pt x="6869" y="2376"/>
                  </a:lnTo>
                  <a:lnTo>
                    <a:pt x="2636" y="2376"/>
                  </a:lnTo>
                  <a:lnTo>
                    <a:pt x="2636" y="1116"/>
                  </a:lnTo>
                  <a:lnTo>
                    <a:pt x="3916" y="1116"/>
                  </a:lnTo>
                  <a:cubicBezTo>
                    <a:pt x="4018" y="1116"/>
                    <a:pt x="4102" y="1033"/>
                    <a:pt x="4102" y="929"/>
                  </a:cubicBezTo>
                  <a:cubicBezTo>
                    <a:pt x="4102" y="827"/>
                    <a:pt x="4019" y="743"/>
                    <a:pt x="3916" y="743"/>
                  </a:cubicBezTo>
                  <a:lnTo>
                    <a:pt x="2636" y="743"/>
                  </a:lnTo>
                  <a:lnTo>
                    <a:pt x="2636" y="186"/>
                  </a:lnTo>
                  <a:cubicBezTo>
                    <a:pt x="2636" y="85"/>
                    <a:pt x="2553" y="1"/>
                    <a:pt x="24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7"/>
            <p:cNvSpPr/>
            <p:nvPr/>
          </p:nvSpPr>
          <p:spPr>
            <a:xfrm>
              <a:off x="2808630" y="1313422"/>
              <a:ext cx="12151" cy="12151"/>
            </a:xfrm>
            <a:custGeom>
              <a:rect b="b" l="l" r="r" t="t"/>
              <a:pathLst>
                <a:path extrusionOk="0" h="373" w="373">
                  <a:moveTo>
                    <a:pt x="186" y="1"/>
                  </a:moveTo>
                  <a:cubicBezTo>
                    <a:pt x="83" y="1"/>
                    <a:pt x="0" y="84"/>
                    <a:pt x="0" y="186"/>
                  </a:cubicBezTo>
                  <a:cubicBezTo>
                    <a:pt x="0" y="290"/>
                    <a:pt x="83" y="373"/>
                    <a:pt x="186" y="373"/>
                  </a:cubicBezTo>
                  <a:cubicBezTo>
                    <a:pt x="289" y="373"/>
                    <a:pt x="372" y="289"/>
                    <a:pt x="372" y="186"/>
                  </a:cubicBezTo>
                  <a:cubicBezTo>
                    <a:pt x="372" y="84"/>
                    <a:pt x="289"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4" name="Google Shape;6724;p57"/>
          <p:cNvGrpSpPr/>
          <p:nvPr/>
        </p:nvGrpSpPr>
        <p:grpSpPr>
          <a:xfrm>
            <a:off x="1796959" y="3597017"/>
            <a:ext cx="309519" cy="309617"/>
            <a:chOff x="2659946" y="1289217"/>
            <a:chExt cx="309519" cy="309617"/>
          </a:xfrm>
        </p:grpSpPr>
        <p:sp>
          <p:nvSpPr>
            <p:cNvPr id="6725" name="Google Shape;6725;p57"/>
            <p:cNvSpPr/>
            <p:nvPr/>
          </p:nvSpPr>
          <p:spPr>
            <a:xfrm>
              <a:off x="2659946" y="1289217"/>
              <a:ext cx="309519" cy="309617"/>
            </a:xfrm>
            <a:custGeom>
              <a:rect b="b" l="l" r="r" t="t"/>
              <a:pathLst>
                <a:path extrusionOk="0" h="9504" w="9501">
                  <a:moveTo>
                    <a:pt x="9129" y="1113"/>
                  </a:moveTo>
                  <a:lnTo>
                    <a:pt x="9129" y="1116"/>
                  </a:lnTo>
                  <a:lnTo>
                    <a:pt x="9129" y="2376"/>
                  </a:lnTo>
                  <a:lnTo>
                    <a:pt x="8279" y="2376"/>
                  </a:lnTo>
                  <a:lnTo>
                    <a:pt x="8279" y="1931"/>
                  </a:lnTo>
                  <a:lnTo>
                    <a:pt x="8421" y="1931"/>
                  </a:lnTo>
                  <a:cubicBezTo>
                    <a:pt x="8524" y="1931"/>
                    <a:pt x="8608" y="1849"/>
                    <a:pt x="8608" y="1745"/>
                  </a:cubicBezTo>
                  <a:cubicBezTo>
                    <a:pt x="8608" y="1643"/>
                    <a:pt x="8525" y="1559"/>
                    <a:pt x="8421" y="1559"/>
                  </a:cubicBezTo>
                  <a:lnTo>
                    <a:pt x="8279" y="1559"/>
                  </a:lnTo>
                  <a:lnTo>
                    <a:pt x="8279" y="1113"/>
                  </a:lnTo>
                  <a:close/>
                  <a:moveTo>
                    <a:pt x="1224" y="1117"/>
                  </a:moveTo>
                  <a:lnTo>
                    <a:pt x="1224" y="1562"/>
                  </a:lnTo>
                  <a:lnTo>
                    <a:pt x="1082" y="1562"/>
                  </a:lnTo>
                  <a:cubicBezTo>
                    <a:pt x="979" y="1562"/>
                    <a:pt x="896" y="1645"/>
                    <a:pt x="896" y="1747"/>
                  </a:cubicBezTo>
                  <a:cubicBezTo>
                    <a:pt x="896" y="1850"/>
                    <a:pt x="978" y="1934"/>
                    <a:pt x="1082" y="1934"/>
                  </a:cubicBezTo>
                  <a:lnTo>
                    <a:pt x="1224" y="1934"/>
                  </a:lnTo>
                  <a:lnTo>
                    <a:pt x="1224" y="2379"/>
                  </a:lnTo>
                  <a:lnTo>
                    <a:pt x="371" y="2379"/>
                  </a:lnTo>
                  <a:lnTo>
                    <a:pt x="371" y="2378"/>
                  </a:lnTo>
                  <a:lnTo>
                    <a:pt x="371" y="1117"/>
                  </a:lnTo>
                  <a:close/>
                  <a:moveTo>
                    <a:pt x="6870" y="2748"/>
                  </a:moveTo>
                  <a:lnTo>
                    <a:pt x="6870" y="3752"/>
                  </a:lnTo>
                  <a:lnTo>
                    <a:pt x="2636" y="3752"/>
                  </a:lnTo>
                  <a:lnTo>
                    <a:pt x="2636" y="2748"/>
                  </a:lnTo>
                  <a:close/>
                  <a:moveTo>
                    <a:pt x="9129" y="4121"/>
                  </a:moveTo>
                  <a:lnTo>
                    <a:pt x="9129" y="4123"/>
                  </a:lnTo>
                  <a:lnTo>
                    <a:pt x="9129" y="5385"/>
                  </a:lnTo>
                  <a:lnTo>
                    <a:pt x="8279" y="5385"/>
                  </a:lnTo>
                  <a:lnTo>
                    <a:pt x="8279" y="4939"/>
                  </a:lnTo>
                  <a:lnTo>
                    <a:pt x="8421" y="4939"/>
                  </a:lnTo>
                  <a:cubicBezTo>
                    <a:pt x="8524" y="4939"/>
                    <a:pt x="8608" y="4857"/>
                    <a:pt x="8608" y="4753"/>
                  </a:cubicBezTo>
                  <a:cubicBezTo>
                    <a:pt x="8608" y="4651"/>
                    <a:pt x="8525" y="4566"/>
                    <a:pt x="8421" y="4566"/>
                  </a:cubicBezTo>
                  <a:lnTo>
                    <a:pt x="8279" y="4566"/>
                  </a:lnTo>
                  <a:lnTo>
                    <a:pt x="8279" y="4121"/>
                  </a:lnTo>
                  <a:close/>
                  <a:moveTo>
                    <a:pt x="6870" y="4124"/>
                  </a:moveTo>
                  <a:lnTo>
                    <a:pt x="6870" y="5386"/>
                  </a:lnTo>
                  <a:lnTo>
                    <a:pt x="2636" y="5386"/>
                  </a:lnTo>
                  <a:lnTo>
                    <a:pt x="2636" y="4124"/>
                  </a:lnTo>
                  <a:close/>
                  <a:moveTo>
                    <a:pt x="1224" y="4124"/>
                  </a:moveTo>
                  <a:lnTo>
                    <a:pt x="1224" y="4569"/>
                  </a:lnTo>
                  <a:lnTo>
                    <a:pt x="1082" y="4569"/>
                  </a:lnTo>
                  <a:cubicBezTo>
                    <a:pt x="979" y="4569"/>
                    <a:pt x="896" y="4652"/>
                    <a:pt x="896" y="4756"/>
                  </a:cubicBezTo>
                  <a:cubicBezTo>
                    <a:pt x="896" y="4858"/>
                    <a:pt x="978" y="4941"/>
                    <a:pt x="1082" y="4941"/>
                  </a:cubicBezTo>
                  <a:lnTo>
                    <a:pt x="1224" y="4941"/>
                  </a:lnTo>
                  <a:lnTo>
                    <a:pt x="1224" y="5387"/>
                  </a:lnTo>
                  <a:lnTo>
                    <a:pt x="371" y="5387"/>
                  </a:lnTo>
                  <a:lnTo>
                    <a:pt x="371" y="5386"/>
                  </a:lnTo>
                  <a:lnTo>
                    <a:pt x="371" y="4124"/>
                  </a:lnTo>
                  <a:close/>
                  <a:moveTo>
                    <a:pt x="6870" y="5756"/>
                  </a:moveTo>
                  <a:lnTo>
                    <a:pt x="6870" y="6760"/>
                  </a:lnTo>
                  <a:lnTo>
                    <a:pt x="2636" y="6760"/>
                  </a:lnTo>
                  <a:lnTo>
                    <a:pt x="2636" y="5756"/>
                  </a:lnTo>
                  <a:close/>
                  <a:moveTo>
                    <a:pt x="6870" y="7131"/>
                  </a:moveTo>
                  <a:lnTo>
                    <a:pt x="6870" y="8392"/>
                  </a:lnTo>
                  <a:lnTo>
                    <a:pt x="2636" y="8392"/>
                  </a:lnTo>
                  <a:lnTo>
                    <a:pt x="2636" y="7131"/>
                  </a:lnTo>
                  <a:close/>
                  <a:moveTo>
                    <a:pt x="9129" y="7130"/>
                  </a:moveTo>
                  <a:lnTo>
                    <a:pt x="9129" y="7131"/>
                  </a:lnTo>
                  <a:lnTo>
                    <a:pt x="9129" y="8392"/>
                  </a:lnTo>
                  <a:lnTo>
                    <a:pt x="8279" y="8392"/>
                  </a:lnTo>
                  <a:lnTo>
                    <a:pt x="8279" y="7947"/>
                  </a:lnTo>
                  <a:lnTo>
                    <a:pt x="8421" y="7947"/>
                  </a:lnTo>
                  <a:cubicBezTo>
                    <a:pt x="8524" y="7947"/>
                    <a:pt x="8608" y="7864"/>
                    <a:pt x="8608" y="7760"/>
                  </a:cubicBezTo>
                  <a:cubicBezTo>
                    <a:pt x="8608" y="7659"/>
                    <a:pt x="8525" y="7575"/>
                    <a:pt x="8421" y="7575"/>
                  </a:cubicBezTo>
                  <a:lnTo>
                    <a:pt x="8279" y="7575"/>
                  </a:lnTo>
                  <a:lnTo>
                    <a:pt x="8279" y="7130"/>
                  </a:lnTo>
                  <a:close/>
                  <a:moveTo>
                    <a:pt x="1224" y="7131"/>
                  </a:moveTo>
                  <a:lnTo>
                    <a:pt x="1224" y="7576"/>
                  </a:lnTo>
                  <a:lnTo>
                    <a:pt x="1082" y="7576"/>
                  </a:lnTo>
                  <a:cubicBezTo>
                    <a:pt x="979" y="7576"/>
                    <a:pt x="896" y="7659"/>
                    <a:pt x="896" y="7763"/>
                  </a:cubicBezTo>
                  <a:cubicBezTo>
                    <a:pt x="896" y="7864"/>
                    <a:pt x="978" y="7948"/>
                    <a:pt x="1082" y="7948"/>
                  </a:cubicBezTo>
                  <a:lnTo>
                    <a:pt x="1224" y="7948"/>
                  </a:lnTo>
                  <a:lnTo>
                    <a:pt x="1224" y="8393"/>
                  </a:lnTo>
                  <a:lnTo>
                    <a:pt x="371" y="8393"/>
                  </a:lnTo>
                  <a:lnTo>
                    <a:pt x="371" y="7131"/>
                  </a:lnTo>
                  <a:close/>
                  <a:moveTo>
                    <a:pt x="2264" y="373"/>
                  </a:moveTo>
                  <a:lnTo>
                    <a:pt x="2264" y="9131"/>
                  </a:lnTo>
                  <a:lnTo>
                    <a:pt x="1595" y="9131"/>
                  </a:lnTo>
                  <a:lnTo>
                    <a:pt x="1595" y="373"/>
                  </a:lnTo>
                  <a:close/>
                  <a:moveTo>
                    <a:pt x="7908" y="373"/>
                  </a:moveTo>
                  <a:lnTo>
                    <a:pt x="7908" y="9131"/>
                  </a:lnTo>
                  <a:lnTo>
                    <a:pt x="7241" y="9131"/>
                  </a:lnTo>
                  <a:lnTo>
                    <a:pt x="7241" y="373"/>
                  </a:lnTo>
                  <a:close/>
                  <a:moveTo>
                    <a:pt x="1411" y="1"/>
                  </a:moveTo>
                  <a:cubicBezTo>
                    <a:pt x="1308" y="1"/>
                    <a:pt x="1224" y="83"/>
                    <a:pt x="1224" y="186"/>
                  </a:cubicBezTo>
                  <a:lnTo>
                    <a:pt x="1224" y="743"/>
                  </a:lnTo>
                  <a:lnTo>
                    <a:pt x="186" y="743"/>
                  </a:lnTo>
                  <a:cubicBezTo>
                    <a:pt x="85" y="743"/>
                    <a:pt x="1" y="825"/>
                    <a:pt x="1" y="929"/>
                  </a:cubicBezTo>
                  <a:lnTo>
                    <a:pt x="1" y="2562"/>
                  </a:lnTo>
                  <a:cubicBezTo>
                    <a:pt x="1" y="2664"/>
                    <a:pt x="83" y="2748"/>
                    <a:pt x="186" y="2748"/>
                  </a:cubicBezTo>
                  <a:lnTo>
                    <a:pt x="1224" y="2748"/>
                  </a:lnTo>
                  <a:lnTo>
                    <a:pt x="1224" y="3752"/>
                  </a:lnTo>
                  <a:lnTo>
                    <a:pt x="186" y="3752"/>
                  </a:lnTo>
                  <a:cubicBezTo>
                    <a:pt x="85" y="3752"/>
                    <a:pt x="1" y="3835"/>
                    <a:pt x="1" y="3939"/>
                  </a:cubicBezTo>
                  <a:lnTo>
                    <a:pt x="1" y="5571"/>
                  </a:lnTo>
                  <a:cubicBezTo>
                    <a:pt x="1" y="5674"/>
                    <a:pt x="83" y="5757"/>
                    <a:pt x="186" y="5757"/>
                  </a:cubicBezTo>
                  <a:lnTo>
                    <a:pt x="1224" y="5757"/>
                  </a:lnTo>
                  <a:lnTo>
                    <a:pt x="1224" y="6762"/>
                  </a:lnTo>
                  <a:lnTo>
                    <a:pt x="186" y="6762"/>
                  </a:lnTo>
                  <a:cubicBezTo>
                    <a:pt x="85" y="6762"/>
                    <a:pt x="1" y="6844"/>
                    <a:pt x="1" y="6948"/>
                  </a:cubicBezTo>
                  <a:lnTo>
                    <a:pt x="1" y="8581"/>
                  </a:lnTo>
                  <a:cubicBezTo>
                    <a:pt x="1" y="8682"/>
                    <a:pt x="83" y="8766"/>
                    <a:pt x="186" y="8766"/>
                  </a:cubicBezTo>
                  <a:lnTo>
                    <a:pt x="1224" y="8766"/>
                  </a:lnTo>
                  <a:lnTo>
                    <a:pt x="1224" y="9318"/>
                  </a:lnTo>
                  <a:cubicBezTo>
                    <a:pt x="1224" y="9420"/>
                    <a:pt x="1307" y="9504"/>
                    <a:pt x="1411" y="9504"/>
                  </a:cubicBezTo>
                  <a:lnTo>
                    <a:pt x="2449" y="9504"/>
                  </a:lnTo>
                  <a:cubicBezTo>
                    <a:pt x="2552" y="9504"/>
                    <a:pt x="2636" y="9421"/>
                    <a:pt x="2636" y="9318"/>
                  </a:cubicBezTo>
                  <a:lnTo>
                    <a:pt x="2636" y="8766"/>
                  </a:lnTo>
                  <a:lnTo>
                    <a:pt x="6870" y="8766"/>
                  </a:lnTo>
                  <a:lnTo>
                    <a:pt x="6870" y="9318"/>
                  </a:lnTo>
                  <a:cubicBezTo>
                    <a:pt x="6870" y="9420"/>
                    <a:pt x="6953" y="9504"/>
                    <a:pt x="7055" y="9504"/>
                  </a:cubicBezTo>
                  <a:lnTo>
                    <a:pt x="8095" y="9504"/>
                  </a:lnTo>
                  <a:cubicBezTo>
                    <a:pt x="8196" y="9504"/>
                    <a:pt x="8280" y="9421"/>
                    <a:pt x="8280" y="9318"/>
                  </a:cubicBezTo>
                  <a:lnTo>
                    <a:pt x="8280" y="8766"/>
                  </a:lnTo>
                  <a:lnTo>
                    <a:pt x="9315" y="8766"/>
                  </a:lnTo>
                  <a:cubicBezTo>
                    <a:pt x="9417" y="8766"/>
                    <a:pt x="9500" y="8684"/>
                    <a:pt x="9500" y="8581"/>
                  </a:cubicBezTo>
                  <a:lnTo>
                    <a:pt x="9500" y="6948"/>
                  </a:lnTo>
                  <a:cubicBezTo>
                    <a:pt x="9500" y="6846"/>
                    <a:pt x="9418" y="6762"/>
                    <a:pt x="9315" y="6762"/>
                  </a:cubicBezTo>
                  <a:lnTo>
                    <a:pt x="8280" y="6762"/>
                  </a:lnTo>
                  <a:lnTo>
                    <a:pt x="8280" y="5756"/>
                  </a:lnTo>
                  <a:lnTo>
                    <a:pt x="9315" y="5756"/>
                  </a:lnTo>
                  <a:cubicBezTo>
                    <a:pt x="9417" y="5756"/>
                    <a:pt x="9500" y="5674"/>
                    <a:pt x="9500" y="5570"/>
                  </a:cubicBezTo>
                  <a:lnTo>
                    <a:pt x="9500" y="3937"/>
                  </a:lnTo>
                  <a:cubicBezTo>
                    <a:pt x="9500" y="3835"/>
                    <a:pt x="9418" y="3751"/>
                    <a:pt x="9315" y="3751"/>
                  </a:cubicBezTo>
                  <a:lnTo>
                    <a:pt x="8280" y="3751"/>
                  </a:lnTo>
                  <a:lnTo>
                    <a:pt x="8280" y="2747"/>
                  </a:lnTo>
                  <a:lnTo>
                    <a:pt x="9314" y="2747"/>
                  </a:lnTo>
                  <a:lnTo>
                    <a:pt x="9314" y="2748"/>
                  </a:lnTo>
                  <a:cubicBezTo>
                    <a:pt x="9416" y="2748"/>
                    <a:pt x="9499" y="2666"/>
                    <a:pt x="9499" y="2562"/>
                  </a:cubicBezTo>
                  <a:lnTo>
                    <a:pt x="9499" y="929"/>
                  </a:lnTo>
                  <a:cubicBezTo>
                    <a:pt x="9499" y="827"/>
                    <a:pt x="9417" y="743"/>
                    <a:pt x="9314" y="743"/>
                  </a:cubicBezTo>
                  <a:lnTo>
                    <a:pt x="8279" y="743"/>
                  </a:lnTo>
                  <a:lnTo>
                    <a:pt x="8279" y="186"/>
                  </a:lnTo>
                  <a:cubicBezTo>
                    <a:pt x="8279" y="85"/>
                    <a:pt x="8196" y="1"/>
                    <a:pt x="8093" y="1"/>
                  </a:cubicBezTo>
                  <a:lnTo>
                    <a:pt x="7054" y="1"/>
                  </a:lnTo>
                  <a:cubicBezTo>
                    <a:pt x="6953" y="1"/>
                    <a:pt x="6869" y="83"/>
                    <a:pt x="6869" y="186"/>
                  </a:cubicBezTo>
                  <a:lnTo>
                    <a:pt x="6869" y="743"/>
                  </a:lnTo>
                  <a:lnTo>
                    <a:pt x="5584" y="743"/>
                  </a:lnTo>
                  <a:cubicBezTo>
                    <a:pt x="5482" y="743"/>
                    <a:pt x="5398" y="825"/>
                    <a:pt x="5398" y="929"/>
                  </a:cubicBezTo>
                  <a:cubicBezTo>
                    <a:pt x="5398" y="1031"/>
                    <a:pt x="5481" y="1116"/>
                    <a:pt x="5584" y="1116"/>
                  </a:cubicBezTo>
                  <a:lnTo>
                    <a:pt x="6869" y="1116"/>
                  </a:lnTo>
                  <a:lnTo>
                    <a:pt x="6869" y="2376"/>
                  </a:lnTo>
                  <a:lnTo>
                    <a:pt x="2636" y="2376"/>
                  </a:lnTo>
                  <a:lnTo>
                    <a:pt x="2636" y="1116"/>
                  </a:lnTo>
                  <a:lnTo>
                    <a:pt x="3916" y="1116"/>
                  </a:lnTo>
                  <a:cubicBezTo>
                    <a:pt x="4018" y="1116"/>
                    <a:pt x="4102" y="1033"/>
                    <a:pt x="4102" y="929"/>
                  </a:cubicBezTo>
                  <a:cubicBezTo>
                    <a:pt x="4102" y="827"/>
                    <a:pt x="4019" y="743"/>
                    <a:pt x="3916" y="743"/>
                  </a:cubicBezTo>
                  <a:lnTo>
                    <a:pt x="2636" y="743"/>
                  </a:lnTo>
                  <a:lnTo>
                    <a:pt x="2636" y="186"/>
                  </a:lnTo>
                  <a:cubicBezTo>
                    <a:pt x="2636" y="85"/>
                    <a:pt x="2553" y="1"/>
                    <a:pt x="24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7"/>
            <p:cNvSpPr/>
            <p:nvPr/>
          </p:nvSpPr>
          <p:spPr>
            <a:xfrm>
              <a:off x="2808630" y="1313422"/>
              <a:ext cx="12151" cy="12151"/>
            </a:xfrm>
            <a:custGeom>
              <a:rect b="b" l="l" r="r" t="t"/>
              <a:pathLst>
                <a:path extrusionOk="0" h="373" w="373">
                  <a:moveTo>
                    <a:pt x="186" y="1"/>
                  </a:moveTo>
                  <a:cubicBezTo>
                    <a:pt x="83" y="1"/>
                    <a:pt x="0" y="84"/>
                    <a:pt x="0" y="186"/>
                  </a:cubicBezTo>
                  <a:cubicBezTo>
                    <a:pt x="0" y="290"/>
                    <a:pt x="83" y="373"/>
                    <a:pt x="186" y="373"/>
                  </a:cubicBezTo>
                  <a:cubicBezTo>
                    <a:pt x="289" y="373"/>
                    <a:pt x="372" y="289"/>
                    <a:pt x="372" y="186"/>
                  </a:cubicBezTo>
                  <a:cubicBezTo>
                    <a:pt x="372" y="84"/>
                    <a:pt x="289"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7" name="Google Shape;6727;p57"/>
          <p:cNvGrpSpPr/>
          <p:nvPr/>
        </p:nvGrpSpPr>
        <p:grpSpPr>
          <a:xfrm>
            <a:off x="863509" y="4130417"/>
            <a:ext cx="309519" cy="309617"/>
            <a:chOff x="2659946" y="1289217"/>
            <a:chExt cx="309519" cy="309617"/>
          </a:xfrm>
        </p:grpSpPr>
        <p:sp>
          <p:nvSpPr>
            <p:cNvPr id="6728" name="Google Shape;6728;p57"/>
            <p:cNvSpPr/>
            <p:nvPr/>
          </p:nvSpPr>
          <p:spPr>
            <a:xfrm>
              <a:off x="2659946" y="1289217"/>
              <a:ext cx="309519" cy="309617"/>
            </a:xfrm>
            <a:custGeom>
              <a:rect b="b" l="l" r="r" t="t"/>
              <a:pathLst>
                <a:path extrusionOk="0" h="9504" w="9501">
                  <a:moveTo>
                    <a:pt x="9129" y="1113"/>
                  </a:moveTo>
                  <a:lnTo>
                    <a:pt x="9129" y="1116"/>
                  </a:lnTo>
                  <a:lnTo>
                    <a:pt x="9129" y="2376"/>
                  </a:lnTo>
                  <a:lnTo>
                    <a:pt x="8279" y="2376"/>
                  </a:lnTo>
                  <a:lnTo>
                    <a:pt x="8279" y="1931"/>
                  </a:lnTo>
                  <a:lnTo>
                    <a:pt x="8421" y="1931"/>
                  </a:lnTo>
                  <a:cubicBezTo>
                    <a:pt x="8524" y="1931"/>
                    <a:pt x="8608" y="1849"/>
                    <a:pt x="8608" y="1745"/>
                  </a:cubicBezTo>
                  <a:cubicBezTo>
                    <a:pt x="8608" y="1643"/>
                    <a:pt x="8525" y="1559"/>
                    <a:pt x="8421" y="1559"/>
                  </a:cubicBezTo>
                  <a:lnTo>
                    <a:pt x="8279" y="1559"/>
                  </a:lnTo>
                  <a:lnTo>
                    <a:pt x="8279" y="1113"/>
                  </a:lnTo>
                  <a:close/>
                  <a:moveTo>
                    <a:pt x="1224" y="1117"/>
                  </a:moveTo>
                  <a:lnTo>
                    <a:pt x="1224" y="1562"/>
                  </a:lnTo>
                  <a:lnTo>
                    <a:pt x="1082" y="1562"/>
                  </a:lnTo>
                  <a:cubicBezTo>
                    <a:pt x="979" y="1562"/>
                    <a:pt x="896" y="1645"/>
                    <a:pt x="896" y="1747"/>
                  </a:cubicBezTo>
                  <a:cubicBezTo>
                    <a:pt x="896" y="1850"/>
                    <a:pt x="978" y="1934"/>
                    <a:pt x="1082" y="1934"/>
                  </a:cubicBezTo>
                  <a:lnTo>
                    <a:pt x="1224" y="1934"/>
                  </a:lnTo>
                  <a:lnTo>
                    <a:pt x="1224" y="2379"/>
                  </a:lnTo>
                  <a:lnTo>
                    <a:pt x="371" y="2379"/>
                  </a:lnTo>
                  <a:lnTo>
                    <a:pt x="371" y="2378"/>
                  </a:lnTo>
                  <a:lnTo>
                    <a:pt x="371" y="1117"/>
                  </a:lnTo>
                  <a:close/>
                  <a:moveTo>
                    <a:pt x="6870" y="2748"/>
                  </a:moveTo>
                  <a:lnTo>
                    <a:pt x="6870" y="3752"/>
                  </a:lnTo>
                  <a:lnTo>
                    <a:pt x="2636" y="3752"/>
                  </a:lnTo>
                  <a:lnTo>
                    <a:pt x="2636" y="2748"/>
                  </a:lnTo>
                  <a:close/>
                  <a:moveTo>
                    <a:pt x="9129" y="4121"/>
                  </a:moveTo>
                  <a:lnTo>
                    <a:pt x="9129" y="4123"/>
                  </a:lnTo>
                  <a:lnTo>
                    <a:pt x="9129" y="5385"/>
                  </a:lnTo>
                  <a:lnTo>
                    <a:pt x="8279" y="5385"/>
                  </a:lnTo>
                  <a:lnTo>
                    <a:pt x="8279" y="4939"/>
                  </a:lnTo>
                  <a:lnTo>
                    <a:pt x="8421" y="4939"/>
                  </a:lnTo>
                  <a:cubicBezTo>
                    <a:pt x="8524" y="4939"/>
                    <a:pt x="8608" y="4857"/>
                    <a:pt x="8608" y="4753"/>
                  </a:cubicBezTo>
                  <a:cubicBezTo>
                    <a:pt x="8608" y="4651"/>
                    <a:pt x="8525" y="4566"/>
                    <a:pt x="8421" y="4566"/>
                  </a:cubicBezTo>
                  <a:lnTo>
                    <a:pt x="8279" y="4566"/>
                  </a:lnTo>
                  <a:lnTo>
                    <a:pt x="8279" y="4121"/>
                  </a:lnTo>
                  <a:close/>
                  <a:moveTo>
                    <a:pt x="6870" y="4124"/>
                  </a:moveTo>
                  <a:lnTo>
                    <a:pt x="6870" y="5386"/>
                  </a:lnTo>
                  <a:lnTo>
                    <a:pt x="2636" y="5386"/>
                  </a:lnTo>
                  <a:lnTo>
                    <a:pt x="2636" y="4124"/>
                  </a:lnTo>
                  <a:close/>
                  <a:moveTo>
                    <a:pt x="1224" y="4124"/>
                  </a:moveTo>
                  <a:lnTo>
                    <a:pt x="1224" y="4569"/>
                  </a:lnTo>
                  <a:lnTo>
                    <a:pt x="1082" y="4569"/>
                  </a:lnTo>
                  <a:cubicBezTo>
                    <a:pt x="979" y="4569"/>
                    <a:pt x="896" y="4652"/>
                    <a:pt x="896" y="4756"/>
                  </a:cubicBezTo>
                  <a:cubicBezTo>
                    <a:pt x="896" y="4858"/>
                    <a:pt x="978" y="4941"/>
                    <a:pt x="1082" y="4941"/>
                  </a:cubicBezTo>
                  <a:lnTo>
                    <a:pt x="1224" y="4941"/>
                  </a:lnTo>
                  <a:lnTo>
                    <a:pt x="1224" y="5387"/>
                  </a:lnTo>
                  <a:lnTo>
                    <a:pt x="371" y="5387"/>
                  </a:lnTo>
                  <a:lnTo>
                    <a:pt x="371" y="5386"/>
                  </a:lnTo>
                  <a:lnTo>
                    <a:pt x="371" y="4124"/>
                  </a:lnTo>
                  <a:close/>
                  <a:moveTo>
                    <a:pt x="6870" y="5756"/>
                  </a:moveTo>
                  <a:lnTo>
                    <a:pt x="6870" y="6760"/>
                  </a:lnTo>
                  <a:lnTo>
                    <a:pt x="2636" y="6760"/>
                  </a:lnTo>
                  <a:lnTo>
                    <a:pt x="2636" y="5756"/>
                  </a:lnTo>
                  <a:close/>
                  <a:moveTo>
                    <a:pt x="6870" y="7131"/>
                  </a:moveTo>
                  <a:lnTo>
                    <a:pt x="6870" y="8392"/>
                  </a:lnTo>
                  <a:lnTo>
                    <a:pt x="2636" y="8392"/>
                  </a:lnTo>
                  <a:lnTo>
                    <a:pt x="2636" y="7131"/>
                  </a:lnTo>
                  <a:close/>
                  <a:moveTo>
                    <a:pt x="9129" y="7130"/>
                  </a:moveTo>
                  <a:lnTo>
                    <a:pt x="9129" y="7131"/>
                  </a:lnTo>
                  <a:lnTo>
                    <a:pt x="9129" y="8392"/>
                  </a:lnTo>
                  <a:lnTo>
                    <a:pt x="8279" y="8392"/>
                  </a:lnTo>
                  <a:lnTo>
                    <a:pt x="8279" y="7947"/>
                  </a:lnTo>
                  <a:lnTo>
                    <a:pt x="8421" y="7947"/>
                  </a:lnTo>
                  <a:cubicBezTo>
                    <a:pt x="8524" y="7947"/>
                    <a:pt x="8608" y="7864"/>
                    <a:pt x="8608" y="7760"/>
                  </a:cubicBezTo>
                  <a:cubicBezTo>
                    <a:pt x="8608" y="7659"/>
                    <a:pt x="8525" y="7575"/>
                    <a:pt x="8421" y="7575"/>
                  </a:cubicBezTo>
                  <a:lnTo>
                    <a:pt x="8279" y="7575"/>
                  </a:lnTo>
                  <a:lnTo>
                    <a:pt x="8279" y="7130"/>
                  </a:lnTo>
                  <a:close/>
                  <a:moveTo>
                    <a:pt x="1224" y="7131"/>
                  </a:moveTo>
                  <a:lnTo>
                    <a:pt x="1224" y="7576"/>
                  </a:lnTo>
                  <a:lnTo>
                    <a:pt x="1082" y="7576"/>
                  </a:lnTo>
                  <a:cubicBezTo>
                    <a:pt x="979" y="7576"/>
                    <a:pt x="896" y="7659"/>
                    <a:pt x="896" y="7763"/>
                  </a:cubicBezTo>
                  <a:cubicBezTo>
                    <a:pt x="896" y="7864"/>
                    <a:pt x="978" y="7948"/>
                    <a:pt x="1082" y="7948"/>
                  </a:cubicBezTo>
                  <a:lnTo>
                    <a:pt x="1224" y="7948"/>
                  </a:lnTo>
                  <a:lnTo>
                    <a:pt x="1224" y="8393"/>
                  </a:lnTo>
                  <a:lnTo>
                    <a:pt x="371" y="8393"/>
                  </a:lnTo>
                  <a:lnTo>
                    <a:pt x="371" y="7131"/>
                  </a:lnTo>
                  <a:close/>
                  <a:moveTo>
                    <a:pt x="2264" y="373"/>
                  </a:moveTo>
                  <a:lnTo>
                    <a:pt x="2264" y="9131"/>
                  </a:lnTo>
                  <a:lnTo>
                    <a:pt x="1595" y="9131"/>
                  </a:lnTo>
                  <a:lnTo>
                    <a:pt x="1595" y="373"/>
                  </a:lnTo>
                  <a:close/>
                  <a:moveTo>
                    <a:pt x="7908" y="373"/>
                  </a:moveTo>
                  <a:lnTo>
                    <a:pt x="7908" y="9131"/>
                  </a:lnTo>
                  <a:lnTo>
                    <a:pt x="7241" y="9131"/>
                  </a:lnTo>
                  <a:lnTo>
                    <a:pt x="7241" y="373"/>
                  </a:lnTo>
                  <a:close/>
                  <a:moveTo>
                    <a:pt x="1411" y="1"/>
                  </a:moveTo>
                  <a:cubicBezTo>
                    <a:pt x="1308" y="1"/>
                    <a:pt x="1224" y="83"/>
                    <a:pt x="1224" y="186"/>
                  </a:cubicBezTo>
                  <a:lnTo>
                    <a:pt x="1224" y="743"/>
                  </a:lnTo>
                  <a:lnTo>
                    <a:pt x="186" y="743"/>
                  </a:lnTo>
                  <a:cubicBezTo>
                    <a:pt x="85" y="743"/>
                    <a:pt x="1" y="825"/>
                    <a:pt x="1" y="929"/>
                  </a:cubicBezTo>
                  <a:lnTo>
                    <a:pt x="1" y="2562"/>
                  </a:lnTo>
                  <a:cubicBezTo>
                    <a:pt x="1" y="2664"/>
                    <a:pt x="83" y="2748"/>
                    <a:pt x="186" y="2748"/>
                  </a:cubicBezTo>
                  <a:lnTo>
                    <a:pt x="1224" y="2748"/>
                  </a:lnTo>
                  <a:lnTo>
                    <a:pt x="1224" y="3752"/>
                  </a:lnTo>
                  <a:lnTo>
                    <a:pt x="186" y="3752"/>
                  </a:lnTo>
                  <a:cubicBezTo>
                    <a:pt x="85" y="3752"/>
                    <a:pt x="1" y="3835"/>
                    <a:pt x="1" y="3939"/>
                  </a:cubicBezTo>
                  <a:lnTo>
                    <a:pt x="1" y="5571"/>
                  </a:lnTo>
                  <a:cubicBezTo>
                    <a:pt x="1" y="5674"/>
                    <a:pt x="83" y="5757"/>
                    <a:pt x="186" y="5757"/>
                  </a:cubicBezTo>
                  <a:lnTo>
                    <a:pt x="1224" y="5757"/>
                  </a:lnTo>
                  <a:lnTo>
                    <a:pt x="1224" y="6762"/>
                  </a:lnTo>
                  <a:lnTo>
                    <a:pt x="186" y="6762"/>
                  </a:lnTo>
                  <a:cubicBezTo>
                    <a:pt x="85" y="6762"/>
                    <a:pt x="1" y="6844"/>
                    <a:pt x="1" y="6948"/>
                  </a:cubicBezTo>
                  <a:lnTo>
                    <a:pt x="1" y="8581"/>
                  </a:lnTo>
                  <a:cubicBezTo>
                    <a:pt x="1" y="8682"/>
                    <a:pt x="83" y="8766"/>
                    <a:pt x="186" y="8766"/>
                  </a:cubicBezTo>
                  <a:lnTo>
                    <a:pt x="1224" y="8766"/>
                  </a:lnTo>
                  <a:lnTo>
                    <a:pt x="1224" y="9318"/>
                  </a:lnTo>
                  <a:cubicBezTo>
                    <a:pt x="1224" y="9420"/>
                    <a:pt x="1307" y="9504"/>
                    <a:pt x="1411" y="9504"/>
                  </a:cubicBezTo>
                  <a:lnTo>
                    <a:pt x="2449" y="9504"/>
                  </a:lnTo>
                  <a:cubicBezTo>
                    <a:pt x="2552" y="9504"/>
                    <a:pt x="2636" y="9421"/>
                    <a:pt x="2636" y="9318"/>
                  </a:cubicBezTo>
                  <a:lnTo>
                    <a:pt x="2636" y="8766"/>
                  </a:lnTo>
                  <a:lnTo>
                    <a:pt x="6870" y="8766"/>
                  </a:lnTo>
                  <a:lnTo>
                    <a:pt x="6870" y="9318"/>
                  </a:lnTo>
                  <a:cubicBezTo>
                    <a:pt x="6870" y="9420"/>
                    <a:pt x="6953" y="9504"/>
                    <a:pt x="7055" y="9504"/>
                  </a:cubicBezTo>
                  <a:lnTo>
                    <a:pt x="8095" y="9504"/>
                  </a:lnTo>
                  <a:cubicBezTo>
                    <a:pt x="8196" y="9504"/>
                    <a:pt x="8280" y="9421"/>
                    <a:pt x="8280" y="9318"/>
                  </a:cubicBezTo>
                  <a:lnTo>
                    <a:pt x="8280" y="8766"/>
                  </a:lnTo>
                  <a:lnTo>
                    <a:pt x="9315" y="8766"/>
                  </a:lnTo>
                  <a:cubicBezTo>
                    <a:pt x="9417" y="8766"/>
                    <a:pt x="9500" y="8684"/>
                    <a:pt x="9500" y="8581"/>
                  </a:cubicBezTo>
                  <a:lnTo>
                    <a:pt x="9500" y="6948"/>
                  </a:lnTo>
                  <a:cubicBezTo>
                    <a:pt x="9500" y="6846"/>
                    <a:pt x="9418" y="6762"/>
                    <a:pt x="9315" y="6762"/>
                  </a:cubicBezTo>
                  <a:lnTo>
                    <a:pt x="8280" y="6762"/>
                  </a:lnTo>
                  <a:lnTo>
                    <a:pt x="8280" y="5756"/>
                  </a:lnTo>
                  <a:lnTo>
                    <a:pt x="9315" y="5756"/>
                  </a:lnTo>
                  <a:cubicBezTo>
                    <a:pt x="9417" y="5756"/>
                    <a:pt x="9500" y="5674"/>
                    <a:pt x="9500" y="5570"/>
                  </a:cubicBezTo>
                  <a:lnTo>
                    <a:pt x="9500" y="3937"/>
                  </a:lnTo>
                  <a:cubicBezTo>
                    <a:pt x="9500" y="3835"/>
                    <a:pt x="9418" y="3751"/>
                    <a:pt x="9315" y="3751"/>
                  </a:cubicBezTo>
                  <a:lnTo>
                    <a:pt x="8280" y="3751"/>
                  </a:lnTo>
                  <a:lnTo>
                    <a:pt x="8280" y="2747"/>
                  </a:lnTo>
                  <a:lnTo>
                    <a:pt x="9314" y="2747"/>
                  </a:lnTo>
                  <a:lnTo>
                    <a:pt x="9314" y="2748"/>
                  </a:lnTo>
                  <a:cubicBezTo>
                    <a:pt x="9416" y="2748"/>
                    <a:pt x="9499" y="2666"/>
                    <a:pt x="9499" y="2562"/>
                  </a:cubicBezTo>
                  <a:lnTo>
                    <a:pt x="9499" y="929"/>
                  </a:lnTo>
                  <a:cubicBezTo>
                    <a:pt x="9499" y="827"/>
                    <a:pt x="9417" y="743"/>
                    <a:pt x="9314" y="743"/>
                  </a:cubicBezTo>
                  <a:lnTo>
                    <a:pt x="8279" y="743"/>
                  </a:lnTo>
                  <a:lnTo>
                    <a:pt x="8279" y="186"/>
                  </a:lnTo>
                  <a:cubicBezTo>
                    <a:pt x="8279" y="85"/>
                    <a:pt x="8196" y="1"/>
                    <a:pt x="8093" y="1"/>
                  </a:cubicBezTo>
                  <a:lnTo>
                    <a:pt x="7054" y="1"/>
                  </a:lnTo>
                  <a:cubicBezTo>
                    <a:pt x="6953" y="1"/>
                    <a:pt x="6869" y="83"/>
                    <a:pt x="6869" y="186"/>
                  </a:cubicBezTo>
                  <a:lnTo>
                    <a:pt x="6869" y="743"/>
                  </a:lnTo>
                  <a:lnTo>
                    <a:pt x="5584" y="743"/>
                  </a:lnTo>
                  <a:cubicBezTo>
                    <a:pt x="5482" y="743"/>
                    <a:pt x="5398" y="825"/>
                    <a:pt x="5398" y="929"/>
                  </a:cubicBezTo>
                  <a:cubicBezTo>
                    <a:pt x="5398" y="1031"/>
                    <a:pt x="5481" y="1116"/>
                    <a:pt x="5584" y="1116"/>
                  </a:cubicBezTo>
                  <a:lnTo>
                    <a:pt x="6869" y="1116"/>
                  </a:lnTo>
                  <a:lnTo>
                    <a:pt x="6869" y="2376"/>
                  </a:lnTo>
                  <a:lnTo>
                    <a:pt x="2636" y="2376"/>
                  </a:lnTo>
                  <a:lnTo>
                    <a:pt x="2636" y="1116"/>
                  </a:lnTo>
                  <a:lnTo>
                    <a:pt x="3916" y="1116"/>
                  </a:lnTo>
                  <a:cubicBezTo>
                    <a:pt x="4018" y="1116"/>
                    <a:pt x="4102" y="1033"/>
                    <a:pt x="4102" y="929"/>
                  </a:cubicBezTo>
                  <a:cubicBezTo>
                    <a:pt x="4102" y="827"/>
                    <a:pt x="4019" y="743"/>
                    <a:pt x="3916" y="743"/>
                  </a:cubicBezTo>
                  <a:lnTo>
                    <a:pt x="2636" y="743"/>
                  </a:lnTo>
                  <a:lnTo>
                    <a:pt x="2636" y="186"/>
                  </a:lnTo>
                  <a:cubicBezTo>
                    <a:pt x="2636" y="85"/>
                    <a:pt x="2553" y="1"/>
                    <a:pt x="24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7"/>
            <p:cNvSpPr/>
            <p:nvPr/>
          </p:nvSpPr>
          <p:spPr>
            <a:xfrm>
              <a:off x="2808630" y="1313422"/>
              <a:ext cx="12151" cy="12151"/>
            </a:xfrm>
            <a:custGeom>
              <a:rect b="b" l="l" r="r" t="t"/>
              <a:pathLst>
                <a:path extrusionOk="0" h="373" w="373">
                  <a:moveTo>
                    <a:pt x="186" y="1"/>
                  </a:moveTo>
                  <a:cubicBezTo>
                    <a:pt x="83" y="1"/>
                    <a:pt x="0" y="84"/>
                    <a:pt x="0" y="186"/>
                  </a:cubicBezTo>
                  <a:cubicBezTo>
                    <a:pt x="0" y="290"/>
                    <a:pt x="83" y="373"/>
                    <a:pt x="186" y="373"/>
                  </a:cubicBezTo>
                  <a:cubicBezTo>
                    <a:pt x="289" y="373"/>
                    <a:pt x="372" y="289"/>
                    <a:pt x="372" y="186"/>
                  </a:cubicBezTo>
                  <a:cubicBezTo>
                    <a:pt x="372" y="84"/>
                    <a:pt x="289"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0" name="Google Shape;6730;p57"/>
          <p:cNvGrpSpPr/>
          <p:nvPr/>
        </p:nvGrpSpPr>
        <p:grpSpPr>
          <a:xfrm>
            <a:off x="1330234" y="4130417"/>
            <a:ext cx="309519" cy="309617"/>
            <a:chOff x="2659946" y="1289217"/>
            <a:chExt cx="309519" cy="309617"/>
          </a:xfrm>
        </p:grpSpPr>
        <p:sp>
          <p:nvSpPr>
            <p:cNvPr id="6731" name="Google Shape;6731;p57"/>
            <p:cNvSpPr/>
            <p:nvPr/>
          </p:nvSpPr>
          <p:spPr>
            <a:xfrm>
              <a:off x="2659946" y="1289217"/>
              <a:ext cx="309519" cy="309617"/>
            </a:xfrm>
            <a:custGeom>
              <a:rect b="b" l="l" r="r" t="t"/>
              <a:pathLst>
                <a:path extrusionOk="0" h="9504" w="9501">
                  <a:moveTo>
                    <a:pt x="9129" y="1113"/>
                  </a:moveTo>
                  <a:lnTo>
                    <a:pt x="9129" y="1116"/>
                  </a:lnTo>
                  <a:lnTo>
                    <a:pt x="9129" y="2376"/>
                  </a:lnTo>
                  <a:lnTo>
                    <a:pt x="8279" y="2376"/>
                  </a:lnTo>
                  <a:lnTo>
                    <a:pt x="8279" y="1931"/>
                  </a:lnTo>
                  <a:lnTo>
                    <a:pt x="8421" y="1931"/>
                  </a:lnTo>
                  <a:cubicBezTo>
                    <a:pt x="8524" y="1931"/>
                    <a:pt x="8608" y="1849"/>
                    <a:pt x="8608" y="1745"/>
                  </a:cubicBezTo>
                  <a:cubicBezTo>
                    <a:pt x="8608" y="1643"/>
                    <a:pt x="8525" y="1559"/>
                    <a:pt x="8421" y="1559"/>
                  </a:cubicBezTo>
                  <a:lnTo>
                    <a:pt x="8279" y="1559"/>
                  </a:lnTo>
                  <a:lnTo>
                    <a:pt x="8279" y="1113"/>
                  </a:lnTo>
                  <a:close/>
                  <a:moveTo>
                    <a:pt x="1224" y="1117"/>
                  </a:moveTo>
                  <a:lnTo>
                    <a:pt x="1224" y="1562"/>
                  </a:lnTo>
                  <a:lnTo>
                    <a:pt x="1082" y="1562"/>
                  </a:lnTo>
                  <a:cubicBezTo>
                    <a:pt x="979" y="1562"/>
                    <a:pt x="896" y="1645"/>
                    <a:pt x="896" y="1747"/>
                  </a:cubicBezTo>
                  <a:cubicBezTo>
                    <a:pt x="896" y="1850"/>
                    <a:pt x="978" y="1934"/>
                    <a:pt x="1082" y="1934"/>
                  </a:cubicBezTo>
                  <a:lnTo>
                    <a:pt x="1224" y="1934"/>
                  </a:lnTo>
                  <a:lnTo>
                    <a:pt x="1224" y="2379"/>
                  </a:lnTo>
                  <a:lnTo>
                    <a:pt x="371" y="2379"/>
                  </a:lnTo>
                  <a:lnTo>
                    <a:pt x="371" y="2378"/>
                  </a:lnTo>
                  <a:lnTo>
                    <a:pt x="371" y="1117"/>
                  </a:lnTo>
                  <a:close/>
                  <a:moveTo>
                    <a:pt x="6870" y="2748"/>
                  </a:moveTo>
                  <a:lnTo>
                    <a:pt x="6870" y="3752"/>
                  </a:lnTo>
                  <a:lnTo>
                    <a:pt x="2636" y="3752"/>
                  </a:lnTo>
                  <a:lnTo>
                    <a:pt x="2636" y="2748"/>
                  </a:lnTo>
                  <a:close/>
                  <a:moveTo>
                    <a:pt x="9129" y="4121"/>
                  </a:moveTo>
                  <a:lnTo>
                    <a:pt x="9129" y="4123"/>
                  </a:lnTo>
                  <a:lnTo>
                    <a:pt x="9129" y="5385"/>
                  </a:lnTo>
                  <a:lnTo>
                    <a:pt x="8279" y="5385"/>
                  </a:lnTo>
                  <a:lnTo>
                    <a:pt x="8279" y="4939"/>
                  </a:lnTo>
                  <a:lnTo>
                    <a:pt x="8421" y="4939"/>
                  </a:lnTo>
                  <a:cubicBezTo>
                    <a:pt x="8524" y="4939"/>
                    <a:pt x="8608" y="4857"/>
                    <a:pt x="8608" y="4753"/>
                  </a:cubicBezTo>
                  <a:cubicBezTo>
                    <a:pt x="8608" y="4651"/>
                    <a:pt x="8525" y="4566"/>
                    <a:pt x="8421" y="4566"/>
                  </a:cubicBezTo>
                  <a:lnTo>
                    <a:pt x="8279" y="4566"/>
                  </a:lnTo>
                  <a:lnTo>
                    <a:pt x="8279" y="4121"/>
                  </a:lnTo>
                  <a:close/>
                  <a:moveTo>
                    <a:pt x="6870" y="4124"/>
                  </a:moveTo>
                  <a:lnTo>
                    <a:pt x="6870" y="5386"/>
                  </a:lnTo>
                  <a:lnTo>
                    <a:pt x="2636" y="5386"/>
                  </a:lnTo>
                  <a:lnTo>
                    <a:pt x="2636" y="4124"/>
                  </a:lnTo>
                  <a:close/>
                  <a:moveTo>
                    <a:pt x="1224" y="4124"/>
                  </a:moveTo>
                  <a:lnTo>
                    <a:pt x="1224" y="4569"/>
                  </a:lnTo>
                  <a:lnTo>
                    <a:pt x="1082" y="4569"/>
                  </a:lnTo>
                  <a:cubicBezTo>
                    <a:pt x="979" y="4569"/>
                    <a:pt x="896" y="4652"/>
                    <a:pt x="896" y="4756"/>
                  </a:cubicBezTo>
                  <a:cubicBezTo>
                    <a:pt x="896" y="4858"/>
                    <a:pt x="978" y="4941"/>
                    <a:pt x="1082" y="4941"/>
                  </a:cubicBezTo>
                  <a:lnTo>
                    <a:pt x="1224" y="4941"/>
                  </a:lnTo>
                  <a:lnTo>
                    <a:pt x="1224" y="5387"/>
                  </a:lnTo>
                  <a:lnTo>
                    <a:pt x="371" y="5387"/>
                  </a:lnTo>
                  <a:lnTo>
                    <a:pt x="371" y="5386"/>
                  </a:lnTo>
                  <a:lnTo>
                    <a:pt x="371" y="4124"/>
                  </a:lnTo>
                  <a:close/>
                  <a:moveTo>
                    <a:pt x="6870" y="5756"/>
                  </a:moveTo>
                  <a:lnTo>
                    <a:pt x="6870" y="6760"/>
                  </a:lnTo>
                  <a:lnTo>
                    <a:pt x="2636" y="6760"/>
                  </a:lnTo>
                  <a:lnTo>
                    <a:pt x="2636" y="5756"/>
                  </a:lnTo>
                  <a:close/>
                  <a:moveTo>
                    <a:pt x="6870" y="7131"/>
                  </a:moveTo>
                  <a:lnTo>
                    <a:pt x="6870" y="8392"/>
                  </a:lnTo>
                  <a:lnTo>
                    <a:pt x="2636" y="8392"/>
                  </a:lnTo>
                  <a:lnTo>
                    <a:pt x="2636" y="7131"/>
                  </a:lnTo>
                  <a:close/>
                  <a:moveTo>
                    <a:pt x="9129" y="7130"/>
                  </a:moveTo>
                  <a:lnTo>
                    <a:pt x="9129" y="7131"/>
                  </a:lnTo>
                  <a:lnTo>
                    <a:pt x="9129" y="8392"/>
                  </a:lnTo>
                  <a:lnTo>
                    <a:pt x="8279" y="8392"/>
                  </a:lnTo>
                  <a:lnTo>
                    <a:pt x="8279" y="7947"/>
                  </a:lnTo>
                  <a:lnTo>
                    <a:pt x="8421" y="7947"/>
                  </a:lnTo>
                  <a:cubicBezTo>
                    <a:pt x="8524" y="7947"/>
                    <a:pt x="8608" y="7864"/>
                    <a:pt x="8608" y="7760"/>
                  </a:cubicBezTo>
                  <a:cubicBezTo>
                    <a:pt x="8608" y="7659"/>
                    <a:pt x="8525" y="7575"/>
                    <a:pt x="8421" y="7575"/>
                  </a:cubicBezTo>
                  <a:lnTo>
                    <a:pt x="8279" y="7575"/>
                  </a:lnTo>
                  <a:lnTo>
                    <a:pt x="8279" y="7130"/>
                  </a:lnTo>
                  <a:close/>
                  <a:moveTo>
                    <a:pt x="1224" y="7131"/>
                  </a:moveTo>
                  <a:lnTo>
                    <a:pt x="1224" y="7576"/>
                  </a:lnTo>
                  <a:lnTo>
                    <a:pt x="1082" y="7576"/>
                  </a:lnTo>
                  <a:cubicBezTo>
                    <a:pt x="979" y="7576"/>
                    <a:pt x="896" y="7659"/>
                    <a:pt x="896" y="7763"/>
                  </a:cubicBezTo>
                  <a:cubicBezTo>
                    <a:pt x="896" y="7864"/>
                    <a:pt x="978" y="7948"/>
                    <a:pt x="1082" y="7948"/>
                  </a:cubicBezTo>
                  <a:lnTo>
                    <a:pt x="1224" y="7948"/>
                  </a:lnTo>
                  <a:lnTo>
                    <a:pt x="1224" y="8393"/>
                  </a:lnTo>
                  <a:lnTo>
                    <a:pt x="371" y="8393"/>
                  </a:lnTo>
                  <a:lnTo>
                    <a:pt x="371" y="7131"/>
                  </a:lnTo>
                  <a:close/>
                  <a:moveTo>
                    <a:pt x="2264" y="373"/>
                  </a:moveTo>
                  <a:lnTo>
                    <a:pt x="2264" y="9131"/>
                  </a:lnTo>
                  <a:lnTo>
                    <a:pt x="1595" y="9131"/>
                  </a:lnTo>
                  <a:lnTo>
                    <a:pt x="1595" y="373"/>
                  </a:lnTo>
                  <a:close/>
                  <a:moveTo>
                    <a:pt x="7908" y="373"/>
                  </a:moveTo>
                  <a:lnTo>
                    <a:pt x="7908" y="9131"/>
                  </a:lnTo>
                  <a:lnTo>
                    <a:pt x="7241" y="9131"/>
                  </a:lnTo>
                  <a:lnTo>
                    <a:pt x="7241" y="373"/>
                  </a:lnTo>
                  <a:close/>
                  <a:moveTo>
                    <a:pt x="1411" y="1"/>
                  </a:moveTo>
                  <a:cubicBezTo>
                    <a:pt x="1308" y="1"/>
                    <a:pt x="1224" y="83"/>
                    <a:pt x="1224" y="186"/>
                  </a:cubicBezTo>
                  <a:lnTo>
                    <a:pt x="1224" y="743"/>
                  </a:lnTo>
                  <a:lnTo>
                    <a:pt x="186" y="743"/>
                  </a:lnTo>
                  <a:cubicBezTo>
                    <a:pt x="85" y="743"/>
                    <a:pt x="1" y="825"/>
                    <a:pt x="1" y="929"/>
                  </a:cubicBezTo>
                  <a:lnTo>
                    <a:pt x="1" y="2562"/>
                  </a:lnTo>
                  <a:cubicBezTo>
                    <a:pt x="1" y="2664"/>
                    <a:pt x="83" y="2748"/>
                    <a:pt x="186" y="2748"/>
                  </a:cubicBezTo>
                  <a:lnTo>
                    <a:pt x="1224" y="2748"/>
                  </a:lnTo>
                  <a:lnTo>
                    <a:pt x="1224" y="3752"/>
                  </a:lnTo>
                  <a:lnTo>
                    <a:pt x="186" y="3752"/>
                  </a:lnTo>
                  <a:cubicBezTo>
                    <a:pt x="85" y="3752"/>
                    <a:pt x="1" y="3835"/>
                    <a:pt x="1" y="3939"/>
                  </a:cubicBezTo>
                  <a:lnTo>
                    <a:pt x="1" y="5571"/>
                  </a:lnTo>
                  <a:cubicBezTo>
                    <a:pt x="1" y="5674"/>
                    <a:pt x="83" y="5757"/>
                    <a:pt x="186" y="5757"/>
                  </a:cubicBezTo>
                  <a:lnTo>
                    <a:pt x="1224" y="5757"/>
                  </a:lnTo>
                  <a:lnTo>
                    <a:pt x="1224" y="6762"/>
                  </a:lnTo>
                  <a:lnTo>
                    <a:pt x="186" y="6762"/>
                  </a:lnTo>
                  <a:cubicBezTo>
                    <a:pt x="85" y="6762"/>
                    <a:pt x="1" y="6844"/>
                    <a:pt x="1" y="6948"/>
                  </a:cubicBezTo>
                  <a:lnTo>
                    <a:pt x="1" y="8581"/>
                  </a:lnTo>
                  <a:cubicBezTo>
                    <a:pt x="1" y="8682"/>
                    <a:pt x="83" y="8766"/>
                    <a:pt x="186" y="8766"/>
                  </a:cubicBezTo>
                  <a:lnTo>
                    <a:pt x="1224" y="8766"/>
                  </a:lnTo>
                  <a:lnTo>
                    <a:pt x="1224" y="9318"/>
                  </a:lnTo>
                  <a:cubicBezTo>
                    <a:pt x="1224" y="9420"/>
                    <a:pt x="1307" y="9504"/>
                    <a:pt x="1411" y="9504"/>
                  </a:cubicBezTo>
                  <a:lnTo>
                    <a:pt x="2449" y="9504"/>
                  </a:lnTo>
                  <a:cubicBezTo>
                    <a:pt x="2552" y="9504"/>
                    <a:pt x="2636" y="9421"/>
                    <a:pt x="2636" y="9318"/>
                  </a:cubicBezTo>
                  <a:lnTo>
                    <a:pt x="2636" y="8766"/>
                  </a:lnTo>
                  <a:lnTo>
                    <a:pt x="6870" y="8766"/>
                  </a:lnTo>
                  <a:lnTo>
                    <a:pt x="6870" y="9318"/>
                  </a:lnTo>
                  <a:cubicBezTo>
                    <a:pt x="6870" y="9420"/>
                    <a:pt x="6953" y="9504"/>
                    <a:pt x="7055" y="9504"/>
                  </a:cubicBezTo>
                  <a:lnTo>
                    <a:pt x="8095" y="9504"/>
                  </a:lnTo>
                  <a:cubicBezTo>
                    <a:pt x="8196" y="9504"/>
                    <a:pt x="8280" y="9421"/>
                    <a:pt x="8280" y="9318"/>
                  </a:cubicBezTo>
                  <a:lnTo>
                    <a:pt x="8280" y="8766"/>
                  </a:lnTo>
                  <a:lnTo>
                    <a:pt x="9315" y="8766"/>
                  </a:lnTo>
                  <a:cubicBezTo>
                    <a:pt x="9417" y="8766"/>
                    <a:pt x="9500" y="8684"/>
                    <a:pt x="9500" y="8581"/>
                  </a:cubicBezTo>
                  <a:lnTo>
                    <a:pt x="9500" y="6948"/>
                  </a:lnTo>
                  <a:cubicBezTo>
                    <a:pt x="9500" y="6846"/>
                    <a:pt x="9418" y="6762"/>
                    <a:pt x="9315" y="6762"/>
                  </a:cubicBezTo>
                  <a:lnTo>
                    <a:pt x="8280" y="6762"/>
                  </a:lnTo>
                  <a:lnTo>
                    <a:pt x="8280" y="5756"/>
                  </a:lnTo>
                  <a:lnTo>
                    <a:pt x="9315" y="5756"/>
                  </a:lnTo>
                  <a:cubicBezTo>
                    <a:pt x="9417" y="5756"/>
                    <a:pt x="9500" y="5674"/>
                    <a:pt x="9500" y="5570"/>
                  </a:cubicBezTo>
                  <a:lnTo>
                    <a:pt x="9500" y="3937"/>
                  </a:lnTo>
                  <a:cubicBezTo>
                    <a:pt x="9500" y="3835"/>
                    <a:pt x="9418" y="3751"/>
                    <a:pt x="9315" y="3751"/>
                  </a:cubicBezTo>
                  <a:lnTo>
                    <a:pt x="8280" y="3751"/>
                  </a:lnTo>
                  <a:lnTo>
                    <a:pt x="8280" y="2747"/>
                  </a:lnTo>
                  <a:lnTo>
                    <a:pt x="9314" y="2747"/>
                  </a:lnTo>
                  <a:lnTo>
                    <a:pt x="9314" y="2748"/>
                  </a:lnTo>
                  <a:cubicBezTo>
                    <a:pt x="9416" y="2748"/>
                    <a:pt x="9499" y="2666"/>
                    <a:pt x="9499" y="2562"/>
                  </a:cubicBezTo>
                  <a:lnTo>
                    <a:pt x="9499" y="929"/>
                  </a:lnTo>
                  <a:cubicBezTo>
                    <a:pt x="9499" y="827"/>
                    <a:pt x="9417" y="743"/>
                    <a:pt x="9314" y="743"/>
                  </a:cubicBezTo>
                  <a:lnTo>
                    <a:pt x="8279" y="743"/>
                  </a:lnTo>
                  <a:lnTo>
                    <a:pt x="8279" y="186"/>
                  </a:lnTo>
                  <a:cubicBezTo>
                    <a:pt x="8279" y="85"/>
                    <a:pt x="8196" y="1"/>
                    <a:pt x="8093" y="1"/>
                  </a:cubicBezTo>
                  <a:lnTo>
                    <a:pt x="7054" y="1"/>
                  </a:lnTo>
                  <a:cubicBezTo>
                    <a:pt x="6953" y="1"/>
                    <a:pt x="6869" y="83"/>
                    <a:pt x="6869" y="186"/>
                  </a:cubicBezTo>
                  <a:lnTo>
                    <a:pt x="6869" y="743"/>
                  </a:lnTo>
                  <a:lnTo>
                    <a:pt x="5584" y="743"/>
                  </a:lnTo>
                  <a:cubicBezTo>
                    <a:pt x="5482" y="743"/>
                    <a:pt x="5398" y="825"/>
                    <a:pt x="5398" y="929"/>
                  </a:cubicBezTo>
                  <a:cubicBezTo>
                    <a:pt x="5398" y="1031"/>
                    <a:pt x="5481" y="1116"/>
                    <a:pt x="5584" y="1116"/>
                  </a:cubicBezTo>
                  <a:lnTo>
                    <a:pt x="6869" y="1116"/>
                  </a:lnTo>
                  <a:lnTo>
                    <a:pt x="6869" y="2376"/>
                  </a:lnTo>
                  <a:lnTo>
                    <a:pt x="2636" y="2376"/>
                  </a:lnTo>
                  <a:lnTo>
                    <a:pt x="2636" y="1116"/>
                  </a:lnTo>
                  <a:lnTo>
                    <a:pt x="3916" y="1116"/>
                  </a:lnTo>
                  <a:cubicBezTo>
                    <a:pt x="4018" y="1116"/>
                    <a:pt x="4102" y="1033"/>
                    <a:pt x="4102" y="929"/>
                  </a:cubicBezTo>
                  <a:cubicBezTo>
                    <a:pt x="4102" y="827"/>
                    <a:pt x="4019" y="743"/>
                    <a:pt x="3916" y="743"/>
                  </a:cubicBezTo>
                  <a:lnTo>
                    <a:pt x="2636" y="743"/>
                  </a:lnTo>
                  <a:lnTo>
                    <a:pt x="2636" y="186"/>
                  </a:lnTo>
                  <a:cubicBezTo>
                    <a:pt x="2636" y="85"/>
                    <a:pt x="2553" y="1"/>
                    <a:pt x="24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7"/>
            <p:cNvSpPr/>
            <p:nvPr/>
          </p:nvSpPr>
          <p:spPr>
            <a:xfrm>
              <a:off x="2808630" y="1313422"/>
              <a:ext cx="12151" cy="12151"/>
            </a:xfrm>
            <a:custGeom>
              <a:rect b="b" l="l" r="r" t="t"/>
              <a:pathLst>
                <a:path extrusionOk="0" h="373" w="373">
                  <a:moveTo>
                    <a:pt x="186" y="1"/>
                  </a:moveTo>
                  <a:cubicBezTo>
                    <a:pt x="83" y="1"/>
                    <a:pt x="0" y="84"/>
                    <a:pt x="0" y="186"/>
                  </a:cubicBezTo>
                  <a:cubicBezTo>
                    <a:pt x="0" y="290"/>
                    <a:pt x="83" y="373"/>
                    <a:pt x="186" y="373"/>
                  </a:cubicBezTo>
                  <a:cubicBezTo>
                    <a:pt x="289" y="373"/>
                    <a:pt x="372" y="289"/>
                    <a:pt x="372" y="186"/>
                  </a:cubicBezTo>
                  <a:cubicBezTo>
                    <a:pt x="372" y="84"/>
                    <a:pt x="289"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3" name="Google Shape;6733;p57"/>
          <p:cNvGrpSpPr/>
          <p:nvPr/>
        </p:nvGrpSpPr>
        <p:grpSpPr>
          <a:xfrm>
            <a:off x="1796959" y="4130417"/>
            <a:ext cx="309519" cy="309617"/>
            <a:chOff x="2659946" y="1289217"/>
            <a:chExt cx="309519" cy="309617"/>
          </a:xfrm>
        </p:grpSpPr>
        <p:sp>
          <p:nvSpPr>
            <p:cNvPr id="6734" name="Google Shape;6734;p57"/>
            <p:cNvSpPr/>
            <p:nvPr/>
          </p:nvSpPr>
          <p:spPr>
            <a:xfrm>
              <a:off x="2659946" y="1289217"/>
              <a:ext cx="309519" cy="309617"/>
            </a:xfrm>
            <a:custGeom>
              <a:rect b="b" l="l" r="r" t="t"/>
              <a:pathLst>
                <a:path extrusionOk="0" h="9504" w="9501">
                  <a:moveTo>
                    <a:pt x="9129" y="1113"/>
                  </a:moveTo>
                  <a:lnTo>
                    <a:pt x="9129" y="1116"/>
                  </a:lnTo>
                  <a:lnTo>
                    <a:pt x="9129" y="2376"/>
                  </a:lnTo>
                  <a:lnTo>
                    <a:pt x="8279" y="2376"/>
                  </a:lnTo>
                  <a:lnTo>
                    <a:pt x="8279" y="1931"/>
                  </a:lnTo>
                  <a:lnTo>
                    <a:pt x="8421" y="1931"/>
                  </a:lnTo>
                  <a:cubicBezTo>
                    <a:pt x="8524" y="1931"/>
                    <a:pt x="8608" y="1849"/>
                    <a:pt x="8608" y="1745"/>
                  </a:cubicBezTo>
                  <a:cubicBezTo>
                    <a:pt x="8608" y="1643"/>
                    <a:pt x="8525" y="1559"/>
                    <a:pt x="8421" y="1559"/>
                  </a:cubicBezTo>
                  <a:lnTo>
                    <a:pt x="8279" y="1559"/>
                  </a:lnTo>
                  <a:lnTo>
                    <a:pt x="8279" y="1113"/>
                  </a:lnTo>
                  <a:close/>
                  <a:moveTo>
                    <a:pt x="1224" y="1117"/>
                  </a:moveTo>
                  <a:lnTo>
                    <a:pt x="1224" y="1562"/>
                  </a:lnTo>
                  <a:lnTo>
                    <a:pt x="1082" y="1562"/>
                  </a:lnTo>
                  <a:cubicBezTo>
                    <a:pt x="979" y="1562"/>
                    <a:pt x="896" y="1645"/>
                    <a:pt x="896" y="1747"/>
                  </a:cubicBezTo>
                  <a:cubicBezTo>
                    <a:pt x="896" y="1850"/>
                    <a:pt x="978" y="1934"/>
                    <a:pt x="1082" y="1934"/>
                  </a:cubicBezTo>
                  <a:lnTo>
                    <a:pt x="1224" y="1934"/>
                  </a:lnTo>
                  <a:lnTo>
                    <a:pt x="1224" y="2379"/>
                  </a:lnTo>
                  <a:lnTo>
                    <a:pt x="371" y="2379"/>
                  </a:lnTo>
                  <a:lnTo>
                    <a:pt x="371" y="2378"/>
                  </a:lnTo>
                  <a:lnTo>
                    <a:pt x="371" y="1117"/>
                  </a:lnTo>
                  <a:close/>
                  <a:moveTo>
                    <a:pt x="6870" y="2748"/>
                  </a:moveTo>
                  <a:lnTo>
                    <a:pt x="6870" y="3752"/>
                  </a:lnTo>
                  <a:lnTo>
                    <a:pt x="2636" y="3752"/>
                  </a:lnTo>
                  <a:lnTo>
                    <a:pt x="2636" y="2748"/>
                  </a:lnTo>
                  <a:close/>
                  <a:moveTo>
                    <a:pt x="9129" y="4121"/>
                  </a:moveTo>
                  <a:lnTo>
                    <a:pt x="9129" y="4123"/>
                  </a:lnTo>
                  <a:lnTo>
                    <a:pt x="9129" y="5385"/>
                  </a:lnTo>
                  <a:lnTo>
                    <a:pt x="8279" y="5385"/>
                  </a:lnTo>
                  <a:lnTo>
                    <a:pt x="8279" y="4939"/>
                  </a:lnTo>
                  <a:lnTo>
                    <a:pt x="8421" y="4939"/>
                  </a:lnTo>
                  <a:cubicBezTo>
                    <a:pt x="8524" y="4939"/>
                    <a:pt x="8608" y="4857"/>
                    <a:pt x="8608" y="4753"/>
                  </a:cubicBezTo>
                  <a:cubicBezTo>
                    <a:pt x="8608" y="4651"/>
                    <a:pt x="8525" y="4566"/>
                    <a:pt x="8421" y="4566"/>
                  </a:cubicBezTo>
                  <a:lnTo>
                    <a:pt x="8279" y="4566"/>
                  </a:lnTo>
                  <a:lnTo>
                    <a:pt x="8279" y="4121"/>
                  </a:lnTo>
                  <a:close/>
                  <a:moveTo>
                    <a:pt x="6870" y="4124"/>
                  </a:moveTo>
                  <a:lnTo>
                    <a:pt x="6870" y="5386"/>
                  </a:lnTo>
                  <a:lnTo>
                    <a:pt x="2636" y="5386"/>
                  </a:lnTo>
                  <a:lnTo>
                    <a:pt x="2636" y="4124"/>
                  </a:lnTo>
                  <a:close/>
                  <a:moveTo>
                    <a:pt x="1224" y="4124"/>
                  </a:moveTo>
                  <a:lnTo>
                    <a:pt x="1224" y="4569"/>
                  </a:lnTo>
                  <a:lnTo>
                    <a:pt x="1082" y="4569"/>
                  </a:lnTo>
                  <a:cubicBezTo>
                    <a:pt x="979" y="4569"/>
                    <a:pt x="896" y="4652"/>
                    <a:pt x="896" y="4756"/>
                  </a:cubicBezTo>
                  <a:cubicBezTo>
                    <a:pt x="896" y="4858"/>
                    <a:pt x="978" y="4941"/>
                    <a:pt x="1082" y="4941"/>
                  </a:cubicBezTo>
                  <a:lnTo>
                    <a:pt x="1224" y="4941"/>
                  </a:lnTo>
                  <a:lnTo>
                    <a:pt x="1224" y="5387"/>
                  </a:lnTo>
                  <a:lnTo>
                    <a:pt x="371" y="5387"/>
                  </a:lnTo>
                  <a:lnTo>
                    <a:pt x="371" y="5386"/>
                  </a:lnTo>
                  <a:lnTo>
                    <a:pt x="371" y="4124"/>
                  </a:lnTo>
                  <a:close/>
                  <a:moveTo>
                    <a:pt x="6870" y="5756"/>
                  </a:moveTo>
                  <a:lnTo>
                    <a:pt x="6870" y="6760"/>
                  </a:lnTo>
                  <a:lnTo>
                    <a:pt x="2636" y="6760"/>
                  </a:lnTo>
                  <a:lnTo>
                    <a:pt x="2636" y="5756"/>
                  </a:lnTo>
                  <a:close/>
                  <a:moveTo>
                    <a:pt x="6870" y="7131"/>
                  </a:moveTo>
                  <a:lnTo>
                    <a:pt x="6870" y="8392"/>
                  </a:lnTo>
                  <a:lnTo>
                    <a:pt x="2636" y="8392"/>
                  </a:lnTo>
                  <a:lnTo>
                    <a:pt x="2636" y="7131"/>
                  </a:lnTo>
                  <a:close/>
                  <a:moveTo>
                    <a:pt x="9129" y="7130"/>
                  </a:moveTo>
                  <a:lnTo>
                    <a:pt x="9129" y="7131"/>
                  </a:lnTo>
                  <a:lnTo>
                    <a:pt x="9129" y="8392"/>
                  </a:lnTo>
                  <a:lnTo>
                    <a:pt x="8279" y="8392"/>
                  </a:lnTo>
                  <a:lnTo>
                    <a:pt x="8279" y="7947"/>
                  </a:lnTo>
                  <a:lnTo>
                    <a:pt x="8421" y="7947"/>
                  </a:lnTo>
                  <a:cubicBezTo>
                    <a:pt x="8524" y="7947"/>
                    <a:pt x="8608" y="7864"/>
                    <a:pt x="8608" y="7760"/>
                  </a:cubicBezTo>
                  <a:cubicBezTo>
                    <a:pt x="8608" y="7659"/>
                    <a:pt x="8525" y="7575"/>
                    <a:pt x="8421" y="7575"/>
                  </a:cubicBezTo>
                  <a:lnTo>
                    <a:pt x="8279" y="7575"/>
                  </a:lnTo>
                  <a:lnTo>
                    <a:pt x="8279" y="7130"/>
                  </a:lnTo>
                  <a:close/>
                  <a:moveTo>
                    <a:pt x="1224" y="7131"/>
                  </a:moveTo>
                  <a:lnTo>
                    <a:pt x="1224" y="7576"/>
                  </a:lnTo>
                  <a:lnTo>
                    <a:pt x="1082" y="7576"/>
                  </a:lnTo>
                  <a:cubicBezTo>
                    <a:pt x="979" y="7576"/>
                    <a:pt x="896" y="7659"/>
                    <a:pt x="896" y="7763"/>
                  </a:cubicBezTo>
                  <a:cubicBezTo>
                    <a:pt x="896" y="7864"/>
                    <a:pt x="978" y="7948"/>
                    <a:pt x="1082" y="7948"/>
                  </a:cubicBezTo>
                  <a:lnTo>
                    <a:pt x="1224" y="7948"/>
                  </a:lnTo>
                  <a:lnTo>
                    <a:pt x="1224" y="8393"/>
                  </a:lnTo>
                  <a:lnTo>
                    <a:pt x="371" y="8393"/>
                  </a:lnTo>
                  <a:lnTo>
                    <a:pt x="371" y="7131"/>
                  </a:lnTo>
                  <a:close/>
                  <a:moveTo>
                    <a:pt x="2264" y="373"/>
                  </a:moveTo>
                  <a:lnTo>
                    <a:pt x="2264" y="9131"/>
                  </a:lnTo>
                  <a:lnTo>
                    <a:pt x="1595" y="9131"/>
                  </a:lnTo>
                  <a:lnTo>
                    <a:pt x="1595" y="373"/>
                  </a:lnTo>
                  <a:close/>
                  <a:moveTo>
                    <a:pt x="7908" y="373"/>
                  </a:moveTo>
                  <a:lnTo>
                    <a:pt x="7908" y="9131"/>
                  </a:lnTo>
                  <a:lnTo>
                    <a:pt x="7241" y="9131"/>
                  </a:lnTo>
                  <a:lnTo>
                    <a:pt x="7241" y="373"/>
                  </a:lnTo>
                  <a:close/>
                  <a:moveTo>
                    <a:pt x="1411" y="1"/>
                  </a:moveTo>
                  <a:cubicBezTo>
                    <a:pt x="1308" y="1"/>
                    <a:pt x="1224" y="83"/>
                    <a:pt x="1224" y="186"/>
                  </a:cubicBezTo>
                  <a:lnTo>
                    <a:pt x="1224" y="743"/>
                  </a:lnTo>
                  <a:lnTo>
                    <a:pt x="186" y="743"/>
                  </a:lnTo>
                  <a:cubicBezTo>
                    <a:pt x="85" y="743"/>
                    <a:pt x="1" y="825"/>
                    <a:pt x="1" y="929"/>
                  </a:cubicBezTo>
                  <a:lnTo>
                    <a:pt x="1" y="2562"/>
                  </a:lnTo>
                  <a:cubicBezTo>
                    <a:pt x="1" y="2664"/>
                    <a:pt x="83" y="2748"/>
                    <a:pt x="186" y="2748"/>
                  </a:cubicBezTo>
                  <a:lnTo>
                    <a:pt x="1224" y="2748"/>
                  </a:lnTo>
                  <a:lnTo>
                    <a:pt x="1224" y="3752"/>
                  </a:lnTo>
                  <a:lnTo>
                    <a:pt x="186" y="3752"/>
                  </a:lnTo>
                  <a:cubicBezTo>
                    <a:pt x="85" y="3752"/>
                    <a:pt x="1" y="3835"/>
                    <a:pt x="1" y="3939"/>
                  </a:cubicBezTo>
                  <a:lnTo>
                    <a:pt x="1" y="5571"/>
                  </a:lnTo>
                  <a:cubicBezTo>
                    <a:pt x="1" y="5674"/>
                    <a:pt x="83" y="5757"/>
                    <a:pt x="186" y="5757"/>
                  </a:cubicBezTo>
                  <a:lnTo>
                    <a:pt x="1224" y="5757"/>
                  </a:lnTo>
                  <a:lnTo>
                    <a:pt x="1224" y="6762"/>
                  </a:lnTo>
                  <a:lnTo>
                    <a:pt x="186" y="6762"/>
                  </a:lnTo>
                  <a:cubicBezTo>
                    <a:pt x="85" y="6762"/>
                    <a:pt x="1" y="6844"/>
                    <a:pt x="1" y="6948"/>
                  </a:cubicBezTo>
                  <a:lnTo>
                    <a:pt x="1" y="8581"/>
                  </a:lnTo>
                  <a:cubicBezTo>
                    <a:pt x="1" y="8682"/>
                    <a:pt x="83" y="8766"/>
                    <a:pt x="186" y="8766"/>
                  </a:cubicBezTo>
                  <a:lnTo>
                    <a:pt x="1224" y="8766"/>
                  </a:lnTo>
                  <a:lnTo>
                    <a:pt x="1224" y="9318"/>
                  </a:lnTo>
                  <a:cubicBezTo>
                    <a:pt x="1224" y="9420"/>
                    <a:pt x="1307" y="9504"/>
                    <a:pt x="1411" y="9504"/>
                  </a:cubicBezTo>
                  <a:lnTo>
                    <a:pt x="2449" y="9504"/>
                  </a:lnTo>
                  <a:cubicBezTo>
                    <a:pt x="2552" y="9504"/>
                    <a:pt x="2636" y="9421"/>
                    <a:pt x="2636" y="9318"/>
                  </a:cubicBezTo>
                  <a:lnTo>
                    <a:pt x="2636" y="8766"/>
                  </a:lnTo>
                  <a:lnTo>
                    <a:pt x="6870" y="8766"/>
                  </a:lnTo>
                  <a:lnTo>
                    <a:pt x="6870" y="9318"/>
                  </a:lnTo>
                  <a:cubicBezTo>
                    <a:pt x="6870" y="9420"/>
                    <a:pt x="6953" y="9504"/>
                    <a:pt x="7055" y="9504"/>
                  </a:cubicBezTo>
                  <a:lnTo>
                    <a:pt x="8095" y="9504"/>
                  </a:lnTo>
                  <a:cubicBezTo>
                    <a:pt x="8196" y="9504"/>
                    <a:pt x="8280" y="9421"/>
                    <a:pt x="8280" y="9318"/>
                  </a:cubicBezTo>
                  <a:lnTo>
                    <a:pt x="8280" y="8766"/>
                  </a:lnTo>
                  <a:lnTo>
                    <a:pt x="9315" y="8766"/>
                  </a:lnTo>
                  <a:cubicBezTo>
                    <a:pt x="9417" y="8766"/>
                    <a:pt x="9500" y="8684"/>
                    <a:pt x="9500" y="8581"/>
                  </a:cubicBezTo>
                  <a:lnTo>
                    <a:pt x="9500" y="6948"/>
                  </a:lnTo>
                  <a:cubicBezTo>
                    <a:pt x="9500" y="6846"/>
                    <a:pt x="9418" y="6762"/>
                    <a:pt x="9315" y="6762"/>
                  </a:cubicBezTo>
                  <a:lnTo>
                    <a:pt x="8280" y="6762"/>
                  </a:lnTo>
                  <a:lnTo>
                    <a:pt x="8280" y="5756"/>
                  </a:lnTo>
                  <a:lnTo>
                    <a:pt x="9315" y="5756"/>
                  </a:lnTo>
                  <a:cubicBezTo>
                    <a:pt x="9417" y="5756"/>
                    <a:pt x="9500" y="5674"/>
                    <a:pt x="9500" y="5570"/>
                  </a:cubicBezTo>
                  <a:lnTo>
                    <a:pt x="9500" y="3937"/>
                  </a:lnTo>
                  <a:cubicBezTo>
                    <a:pt x="9500" y="3835"/>
                    <a:pt x="9418" y="3751"/>
                    <a:pt x="9315" y="3751"/>
                  </a:cubicBezTo>
                  <a:lnTo>
                    <a:pt x="8280" y="3751"/>
                  </a:lnTo>
                  <a:lnTo>
                    <a:pt x="8280" y="2747"/>
                  </a:lnTo>
                  <a:lnTo>
                    <a:pt x="9314" y="2747"/>
                  </a:lnTo>
                  <a:lnTo>
                    <a:pt x="9314" y="2748"/>
                  </a:lnTo>
                  <a:cubicBezTo>
                    <a:pt x="9416" y="2748"/>
                    <a:pt x="9499" y="2666"/>
                    <a:pt x="9499" y="2562"/>
                  </a:cubicBezTo>
                  <a:lnTo>
                    <a:pt x="9499" y="929"/>
                  </a:lnTo>
                  <a:cubicBezTo>
                    <a:pt x="9499" y="827"/>
                    <a:pt x="9417" y="743"/>
                    <a:pt x="9314" y="743"/>
                  </a:cubicBezTo>
                  <a:lnTo>
                    <a:pt x="8279" y="743"/>
                  </a:lnTo>
                  <a:lnTo>
                    <a:pt x="8279" y="186"/>
                  </a:lnTo>
                  <a:cubicBezTo>
                    <a:pt x="8279" y="85"/>
                    <a:pt x="8196" y="1"/>
                    <a:pt x="8093" y="1"/>
                  </a:cubicBezTo>
                  <a:lnTo>
                    <a:pt x="7054" y="1"/>
                  </a:lnTo>
                  <a:cubicBezTo>
                    <a:pt x="6953" y="1"/>
                    <a:pt x="6869" y="83"/>
                    <a:pt x="6869" y="186"/>
                  </a:cubicBezTo>
                  <a:lnTo>
                    <a:pt x="6869" y="743"/>
                  </a:lnTo>
                  <a:lnTo>
                    <a:pt x="5584" y="743"/>
                  </a:lnTo>
                  <a:cubicBezTo>
                    <a:pt x="5482" y="743"/>
                    <a:pt x="5398" y="825"/>
                    <a:pt x="5398" y="929"/>
                  </a:cubicBezTo>
                  <a:cubicBezTo>
                    <a:pt x="5398" y="1031"/>
                    <a:pt x="5481" y="1116"/>
                    <a:pt x="5584" y="1116"/>
                  </a:cubicBezTo>
                  <a:lnTo>
                    <a:pt x="6869" y="1116"/>
                  </a:lnTo>
                  <a:lnTo>
                    <a:pt x="6869" y="2376"/>
                  </a:lnTo>
                  <a:lnTo>
                    <a:pt x="2636" y="2376"/>
                  </a:lnTo>
                  <a:lnTo>
                    <a:pt x="2636" y="1116"/>
                  </a:lnTo>
                  <a:lnTo>
                    <a:pt x="3916" y="1116"/>
                  </a:lnTo>
                  <a:cubicBezTo>
                    <a:pt x="4018" y="1116"/>
                    <a:pt x="4102" y="1033"/>
                    <a:pt x="4102" y="929"/>
                  </a:cubicBezTo>
                  <a:cubicBezTo>
                    <a:pt x="4102" y="827"/>
                    <a:pt x="4019" y="743"/>
                    <a:pt x="3916" y="743"/>
                  </a:cubicBezTo>
                  <a:lnTo>
                    <a:pt x="2636" y="743"/>
                  </a:lnTo>
                  <a:lnTo>
                    <a:pt x="2636" y="186"/>
                  </a:lnTo>
                  <a:cubicBezTo>
                    <a:pt x="2636" y="85"/>
                    <a:pt x="2553" y="1"/>
                    <a:pt x="24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7"/>
            <p:cNvSpPr/>
            <p:nvPr/>
          </p:nvSpPr>
          <p:spPr>
            <a:xfrm>
              <a:off x="2808630" y="1313422"/>
              <a:ext cx="12151" cy="12151"/>
            </a:xfrm>
            <a:custGeom>
              <a:rect b="b" l="l" r="r" t="t"/>
              <a:pathLst>
                <a:path extrusionOk="0" h="373" w="373">
                  <a:moveTo>
                    <a:pt x="186" y="1"/>
                  </a:moveTo>
                  <a:cubicBezTo>
                    <a:pt x="83" y="1"/>
                    <a:pt x="0" y="84"/>
                    <a:pt x="0" y="186"/>
                  </a:cubicBezTo>
                  <a:cubicBezTo>
                    <a:pt x="0" y="290"/>
                    <a:pt x="83" y="373"/>
                    <a:pt x="186" y="373"/>
                  </a:cubicBezTo>
                  <a:cubicBezTo>
                    <a:pt x="289" y="373"/>
                    <a:pt x="372" y="289"/>
                    <a:pt x="372" y="186"/>
                  </a:cubicBezTo>
                  <a:cubicBezTo>
                    <a:pt x="372" y="84"/>
                    <a:pt x="289"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6" name="Google Shape;6736;p57"/>
          <p:cNvGrpSpPr/>
          <p:nvPr/>
        </p:nvGrpSpPr>
        <p:grpSpPr>
          <a:xfrm>
            <a:off x="7037534" y="3597017"/>
            <a:ext cx="309519" cy="309617"/>
            <a:chOff x="2659946" y="1289217"/>
            <a:chExt cx="309519" cy="309617"/>
          </a:xfrm>
        </p:grpSpPr>
        <p:sp>
          <p:nvSpPr>
            <p:cNvPr id="6737" name="Google Shape;6737;p57"/>
            <p:cNvSpPr/>
            <p:nvPr/>
          </p:nvSpPr>
          <p:spPr>
            <a:xfrm>
              <a:off x="2659946" y="1289217"/>
              <a:ext cx="309519" cy="309617"/>
            </a:xfrm>
            <a:custGeom>
              <a:rect b="b" l="l" r="r" t="t"/>
              <a:pathLst>
                <a:path extrusionOk="0" h="9504" w="9501">
                  <a:moveTo>
                    <a:pt x="9129" y="1113"/>
                  </a:moveTo>
                  <a:lnTo>
                    <a:pt x="9129" y="1116"/>
                  </a:lnTo>
                  <a:lnTo>
                    <a:pt x="9129" y="2376"/>
                  </a:lnTo>
                  <a:lnTo>
                    <a:pt x="8279" y="2376"/>
                  </a:lnTo>
                  <a:lnTo>
                    <a:pt x="8279" y="1931"/>
                  </a:lnTo>
                  <a:lnTo>
                    <a:pt x="8421" y="1931"/>
                  </a:lnTo>
                  <a:cubicBezTo>
                    <a:pt x="8524" y="1931"/>
                    <a:pt x="8608" y="1849"/>
                    <a:pt x="8608" y="1745"/>
                  </a:cubicBezTo>
                  <a:cubicBezTo>
                    <a:pt x="8608" y="1643"/>
                    <a:pt x="8525" y="1559"/>
                    <a:pt x="8421" y="1559"/>
                  </a:cubicBezTo>
                  <a:lnTo>
                    <a:pt x="8279" y="1559"/>
                  </a:lnTo>
                  <a:lnTo>
                    <a:pt x="8279" y="1113"/>
                  </a:lnTo>
                  <a:close/>
                  <a:moveTo>
                    <a:pt x="1224" y="1117"/>
                  </a:moveTo>
                  <a:lnTo>
                    <a:pt x="1224" y="1562"/>
                  </a:lnTo>
                  <a:lnTo>
                    <a:pt x="1082" y="1562"/>
                  </a:lnTo>
                  <a:cubicBezTo>
                    <a:pt x="979" y="1562"/>
                    <a:pt x="896" y="1645"/>
                    <a:pt x="896" y="1747"/>
                  </a:cubicBezTo>
                  <a:cubicBezTo>
                    <a:pt x="896" y="1850"/>
                    <a:pt x="978" y="1934"/>
                    <a:pt x="1082" y="1934"/>
                  </a:cubicBezTo>
                  <a:lnTo>
                    <a:pt x="1224" y="1934"/>
                  </a:lnTo>
                  <a:lnTo>
                    <a:pt x="1224" y="2379"/>
                  </a:lnTo>
                  <a:lnTo>
                    <a:pt x="371" y="2379"/>
                  </a:lnTo>
                  <a:lnTo>
                    <a:pt x="371" y="2378"/>
                  </a:lnTo>
                  <a:lnTo>
                    <a:pt x="371" y="1117"/>
                  </a:lnTo>
                  <a:close/>
                  <a:moveTo>
                    <a:pt x="6870" y="2748"/>
                  </a:moveTo>
                  <a:lnTo>
                    <a:pt x="6870" y="3752"/>
                  </a:lnTo>
                  <a:lnTo>
                    <a:pt x="2636" y="3752"/>
                  </a:lnTo>
                  <a:lnTo>
                    <a:pt x="2636" y="2748"/>
                  </a:lnTo>
                  <a:close/>
                  <a:moveTo>
                    <a:pt x="9129" y="4121"/>
                  </a:moveTo>
                  <a:lnTo>
                    <a:pt x="9129" y="4123"/>
                  </a:lnTo>
                  <a:lnTo>
                    <a:pt x="9129" y="5385"/>
                  </a:lnTo>
                  <a:lnTo>
                    <a:pt x="8279" y="5385"/>
                  </a:lnTo>
                  <a:lnTo>
                    <a:pt x="8279" y="4939"/>
                  </a:lnTo>
                  <a:lnTo>
                    <a:pt x="8421" y="4939"/>
                  </a:lnTo>
                  <a:cubicBezTo>
                    <a:pt x="8524" y="4939"/>
                    <a:pt x="8608" y="4857"/>
                    <a:pt x="8608" y="4753"/>
                  </a:cubicBezTo>
                  <a:cubicBezTo>
                    <a:pt x="8608" y="4651"/>
                    <a:pt x="8525" y="4566"/>
                    <a:pt x="8421" y="4566"/>
                  </a:cubicBezTo>
                  <a:lnTo>
                    <a:pt x="8279" y="4566"/>
                  </a:lnTo>
                  <a:lnTo>
                    <a:pt x="8279" y="4121"/>
                  </a:lnTo>
                  <a:close/>
                  <a:moveTo>
                    <a:pt x="6870" y="4124"/>
                  </a:moveTo>
                  <a:lnTo>
                    <a:pt x="6870" y="5386"/>
                  </a:lnTo>
                  <a:lnTo>
                    <a:pt x="2636" y="5386"/>
                  </a:lnTo>
                  <a:lnTo>
                    <a:pt x="2636" y="4124"/>
                  </a:lnTo>
                  <a:close/>
                  <a:moveTo>
                    <a:pt x="1224" y="4124"/>
                  </a:moveTo>
                  <a:lnTo>
                    <a:pt x="1224" y="4569"/>
                  </a:lnTo>
                  <a:lnTo>
                    <a:pt x="1082" y="4569"/>
                  </a:lnTo>
                  <a:cubicBezTo>
                    <a:pt x="979" y="4569"/>
                    <a:pt x="896" y="4652"/>
                    <a:pt x="896" y="4756"/>
                  </a:cubicBezTo>
                  <a:cubicBezTo>
                    <a:pt x="896" y="4858"/>
                    <a:pt x="978" y="4941"/>
                    <a:pt x="1082" y="4941"/>
                  </a:cubicBezTo>
                  <a:lnTo>
                    <a:pt x="1224" y="4941"/>
                  </a:lnTo>
                  <a:lnTo>
                    <a:pt x="1224" y="5387"/>
                  </a:lnTo>
                  <a:lnTo>
                    <a:pt x="371" y="5387"/>
                  </a:lnTo>
                  <a:lnTo>
                    <a:pt x="371" y="5386"/>
                  </a:lnTo>
                  <a:lnTo>
                    <a:pt x="371" y="4124"/>
                  </a:lnTo>
                  <a:close/>
                  <a:moveTo>
                    <a:pt x="6870" y="5756"/>
                  </a:moveTo>
                  <a:lnTo>
                    <a:pt x="6870" y="6760"/>
                  </a:lnTo>
                  <a:lnTo>
                    <a:pt x="2636" y="6760"/>
                  </a:lnTo>
                  <a:lnTo>
                    <a:pt x="2636" y="5756"/>
                  </a:lnTo>
                  <a:close/>
                  <a:moveTo>
                    <a:pt x="6870" y="7131"/>
                  </a:moveTo>
                  <a:lnTo>
                    <a:pt x="6870" y="8392"/>
                  </a:lnTo>
                  <a:lnTo>
                    <a:pt x="2636" y="8392"/>
                  </a:lnTo>
                  <a:lnTo>
                    <a:pt x="2636" y="7131"/>
                  </a:lnTo>
                  <a:close/>
                  <a:moveTo>
                    <a:pt x="9129" y="7130"/>
                  </a:moveTo>
                  <a:lnTo>
                    <a:pt x="9129" y="7131"/>
                  </a:lnTo>
                  <a:lnTo>
                    <a:pt x="9129" y="8392"/>
                  </a:lnTo>
                  <a:lnTo>
                    <a:pt x="8279" y="8392"/>
                  </a:lnTo>
                  <a:lnTo>
                    <a:pt x="8279" y="7947"/>
                  </a:lnTo>
                  <a:lnTo>
                    <a:pt x="8421" y="7947"/>
                  </a:lnTo>
                  <a:cubicBezTo>
                    <a:pt x="8524" y="7947"/>
                    <a:pt x="8608" y="7864"/>
                    <a:pt x="8608" y="7760"/>
                  </a:cubicBezTo>
                  <a:cubicBezTo>
                    <a:pt x="8608" y="7659"/>
                    <a:pt x="8525" y="7575"/>
                    <a:pt x="8421" y="7575"/>
                  </a:cubicBezTo>
                  <a:lnTo>
                    <a:pt x="8279" y="7575"/>
                  </a:lnTo>
                  <a:lnTo>
                    <a:pt x="8279" y="7130"/>
                  </a:lnTo>
                  <a:close/>
                  <a:moveTo>
                    <a:pt x="1224" y="7131"/>
                  </a:moveTo>
                  <a:lnTo>
                    <a:pt x="1224" y="7576"/>
                  </a:lnTo>
                  <a:lnTo>
                    <a:pt x="1082" y="7576"/>
                  </a:lnTo>
                  <a:cubicBezTo>
                    <a:pt x="979" y="7576"/>
                    <a:pt x="896" y="7659"/>
                    <a:pt x="896" y="7763"/>
                  </a:cubicBezTo>
                  <a:cubicBezTo>
                    <a:pt x="896" y="7864"/>
                    <a:pt x="978" y="7948"/>
                    <a:pt x="1082" y="7948"/>
                  </a:cubicBezTo>
                  <a:lnTo>
                    <a:pt x="1224" y="7948"/>
                  </a:lnTo>
                  <a:lnTo>
                    <a:pt x="1224" y="8393"/>
                  </a:lnTo>
                  <a:lnTo>
                    <a:pt x="371" y="8393"/>
                  </a:lnTo>
                  <a:lnTo>
                    <a:pt x="371" y="7131"/>
                  </a:lnTo>
                  <a:close/>
                  <a:moveTo>
                    <a:pt x="2264" y="373"/>
                  </a:moveTo>
                  <a:lnTo>
                    <a:pt x="2264" y="9131"/>
                  </a:lnTo>
                  <a:lnTo>
                    <a:pt x="1595" y="9131"/>
                  </a:lnTo>
                  <a:lnTo>
                    <a:pt x="1595" y="373"/>
                  </a:lnTo>
                  <a:close/>
                  <a:moveTo>
                    <a:pt x="7908" y="373"/>
                  </a:moveTo>
                  <a:lnTo>
                    <a:pt x="7908" y="9131"/>
                  </a:lnTo>
                  <a:lnTo>
                    <a:pt x="7241" y="9131"/>
                  </a:lnTo>
                  <a:lnTo>
                    <a:pt x="7241" y="373"/>
                  </a:lnTo>
                  <a:close/>
                  <a:moveTo>
                    <a:pt x="1411" y="1"/>
                  </a:moveTo>
                  <a:cubicBezTo>
                    <a:pt x="1308" y="1"/>
                    <a:pt x="1224" y="83"/>
                    <a:pt x="1224" y="186"/>
                  </a:cubicBezTo>
                  <a:lnTo>
                    <a:pt x="1224" y="743"/>
                  </a:lnTo>
                  <a:lnTo>
                    <a:pt x="186" y="743"/>
                  </a:lnTo>
                  <a:cubicBezTo>
                    <a:pt x="85" y="743"/>
                    <a:pt x="1" y="825"/>
                    <a:pt x="1" y="929"/>
                  </a:cubicBezTo>
                  <a:lnTo>
                    <a:pt x="1" y="2562"/>
                  </a:lnTo>
                  <a:cubicBezTo>
                    <a:pt x="1" y="2664"/>
                    <a:pt x="83" y="2748"/>
                    <a:pt x="186" y="2748"/>
                  </a:cubicBezTo>
                  <a:lnTo>
                    <a:pt x="1224" y="2748"/>
                  </a:lnTo>
                  <a:lnTo>
                    <a:pt x="1224" y="3752"/>
                  </a:lnTo>
                  <a:lnTo>
                    <a:pt x="186" y="3752"/>
                  </a:lnTo>
                  <a:cubicBezTo>
                    <a:pt x="85" y="3752"/>
                    <a:pt x="1" y="3835"/>
                    <a:pt x="1" y="3939"/>
                  </a:cubicBezTo>
                  <a:lnTo>
                    <a:pt x="1" y="5571"/>
                  </a:lnTo>
                  <a:cubicBezTo>
                    <a:pt x="1" y="5674"/>
                    <a:pt x="83" y="5757"/>
                    <a:pt x="186" y="5757"/>
                  </a:cubicBezTo>
                  <a:lnTo>
                    <a:pt x="1224" y="5757"/>
                  </a:lnTo>
                  <a:lnTo>
                    <a:pt x="1224" y="6762"/>
                  </a:lnTo>
                  <a:lnTo>
                    <a:pt x="186" y="6762"/>
                  </a:lnTo>
                  <a:cubicBezTo>
                    <a:pt x="85" y="6762"/>
                    <a:pt x="1" y="6844"/>
                    <a:pt x="1" y="6948"/>
                  </a:cubicBezTo>
                  <a:lnTo>
                    <a:pt x="1" y="8581"/>
                  </a:lnTo>
                  <a:cubicBezTo>
                    <a:pt x="1" y="8682"/>
                    <a:pt x="83" y="8766"/>
                    <a:pt x="186" y="8766"/>
                  </a:cubicBezTo>
                  <a:lnTo>
                    <a:pt x="1224" y="8766"/>
                  </a:lnTo>
                  <a:lnTo>
                    <a:pt x="1224" y="9318"/>
                  </a:lnTo>
                  <a:cubicBezTo>
                    <a:pt x="1224" y="9420"/>
                    <a:pt x="1307" y="9504"/>
                    <a:pt x="1411" y="9504"/>
                  </a:cubicBezTo>
                  <a:lnTo>
                    <a:pt x="2449" y="9504"/>
                  </a:lnTo>
                  <a:cubicBezTo>
                    <a:pt x="2552" y="9504"/>
                    <a:pt x="2636" y="9421"/>
                    <a:pt x="2636" y="9318"/>
                  </a:cubicBezTo>
                  <a:lnTo>
                    <a:pt x="2636" y="8766"/>
                  </a:lnTo>
                  <a:lnTo>
                    <a:pt x="6870" y="8766"/>
                  </a:lnTo>
                  <a:lnTo>
                    <a:pt x="6870" y="9318"/>
                  </a:lnTo>
                  <a:cubicBezTo>
                    <a:pt x="6870" y="9420"/>
                    <a:pt x="6953" y="9504"/>
                    <a:pt x="7055" y="9504"/>
                  </a:cubicBezTo>
                  <a:lnTo>
                    <a:pt x="8095" y="9504"/>
                  </a:lnTo>
                  <a:cubicBezTo>
                    <a:pt x="8196" y="9504"/>
                    <a:pt x="8280" y="9421"/>
                    <a:pt x="8280" y="9318"/>
                  </a:cubicBezTo>
                  <a:lnTo>
                    <a:pt x="8280" y="8766"/>
                  </a:lnTo>
                  <a:lnTo>
                    <a:pt x="9315" y="8766"/>
                  </a:lnTo>
                  <a:cubicBezTo>
                    <a:pt x="9417" y="8766"/>
                    <a:pt x="9500" y="8684"/>
                    <a:pt x="9500" y="8581"/>
                  </a:cubicBezTo>
                  <a:lnTo>
                    <a:pt x="9500" y="6948"/>
                  </a:lnTo>
                  <a:cubicBezTo>
                    <a:pt x="9500" y="6846"/>
                    <a:pt x="9418" y="6762"/>
                    <a:pt x="9315" y="6762"/>
                  </a:cubicBezTo>
                  <a:lnTo>
                    <a:pt x="8280" y="6762"/>
                  </a:lnTo>
                  <a:lnTo>
                    <a:pt x="8280" y="5756"/>
                  </a:lnTo>
                  <a:lnTo>
                    <a:pt x="9315" y="5756"/>
                  </a:lnTo>
                  <a:cubicBezTo>
                    <a:pt x="9417" y="5756"/>
                    <a:pt x="9500" y="5674"/>
                    <a:pt x="9500" y="5570"/>
                  </a:cubicBezTo>
                  <a:lnTo>
                    <a:pt x="9500" y="3937"/>
                  </a:lnTo>
                  <a:cubicBezTo>
                    <a:pt x="9500" y="3835"/>
                    <a:pt x="9418" y="3751"/>
                    <a:pt x="9315" y="3751"/>
                  </a:cubicBezTo>
                  <a:lnTo>
                    <a:pt x="8280" y="3751"/>
                  </a:lnTo>
                  <a:lnTo>
                    <a:pt x="8280" y="2747"/>
                  </a:lnTo>
                  <a:lnTo>
                    <a:pt x="9314" y="2747"/>
                  </a:lnTo>
                  <a:lnTo>
                    <a:pt x="9314" y="2748"/>
                  </a:lnTo>
                  <a:cubicBezTo>
                    <a:pt x="9416" y="2748"/>
                    <a:pt x="9499" y="2666"/>
                    <a:pt x="9499" y="2562"/>
                  </a:cubicBezTo>
                  <a:lnTo>
                    <a:pt x="9499" y="929"/>
                  </a:lnTo>
                  <a:cubicBezTo>
                    <a:pt x="9499" y="827"/>
                    <a:pt x="9417" y="743"/>
                    <a:pt x="9314" y="743"/>
                  </a:cubicBezTo>
                  <a:lnTo>
                    <a:pt x="8279" y="743"/>
                  </a:lnTo>
                  <a:lnTo>
                    <a:pt x="8279" y="186"/>
                  </a:lnTo>
                  <a:cubicBezTo>
                    <a:pt x="8279" y="85"/>
                    <a:pt x="8196" y="1"/>
                    <a:pt x="8093" y="1"/>
                  </a:cubicBezTo>
                  <a:lnTo>
                    <a:pt x="7054" y="1"/>
                  </a:lnTo>
                  <a:cubicBezTo>
                    <a:pt x="6953" y="1"/>
                    <a:pt x="6869" y="83"/>
                    <a:pt x="6869" y="186"/>
                  </a:cubicBezTo>
                  <a:lnTo>
                    <a:pt x="6869" y="743"/>
                  </a:lnTo>
                  <a:lnTo>
                    <a:pt x="5584" y="743"/>
                  </a:lnTo>
                  <a:cubicBezTo>
                    <a:pt x="5482" y="743"/>
                    <a:pt x="5398" y="825"/>
                    <a:pt x="5398" y="929"/>
                  </a:cubicBezTo>
                  <a:cubicBezTo>
                    <a:pt x="5398" y="1031"/>
                    <a:pt x="5481" y="1116"/>
                    <a:pt x="5584" y="1116"/>
                  </a:cubicBezTo>
                  <a:lnTo>
                    <a:pt x="6869" y="1116"/>
                  </a:lnTo>
                  <a:lnTo>
                    <a:pt x="6869" y="2376"/>
                  </a:lnTo>
                  <a:lnTo>
                    <a:pt x="2636" y="2376"/>
                  </a:lnTo>
                  <a:lnTo>
                    <a:pt x="2636" y="1116"/>
                  </a:lnTo>
                  <a:lnTo>
                    <a:pt x="3916" y="1116"/>
                  </a:lnTo>
                  <a:cubicBezTo>
                    <a:pt x="4018" y="1116"/>
                    <a:pt x="4102" y="1033"/>
                    <a:pt x="4102" y="929"/>
                  </a:cubicBezTo>
                  <a:cubicBezTo>
                    <a:pt x="4102" y="827"/>
                    <a:pt x="4019" y="743"/>
                    <a:pt x="3916" y="743"/>
                  </a:cubicBezTo>
                  <a:lnTo>
                    <a:pt x="2636" y="743"/>
                  </a:lnTo>
                  <a:lnTo>
                    <a:pt x="2636" y="186"/>
                  </a:lnTo>
                  <a:cubicBezTo>
                    <a:pt x="2636" y="85"/>
                    <a:pt x="2553" y="1"/>
                    <a:pt x="24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7"/>
            <p:cNvSpPr/>
            <p:nvPr/>
          </p:nvSpPr>
          <p:spPr>
            <a:xfrm>
              <a:off x="2808630" y="1313422"/>
              <a:ext cx="12151" cy="12151"/>
            </a:xfrm>
            <a:custGeom>
              <a:rect b="b" l="l" r="r" t="t"/>
              <a:pathLst>
                <a:path extrusionOk="0" h="373" w="373">
                  <a:moveTo>
                    <a:pt x="186" y="1"/>
                  </a:moveTo>
                  <a:cubicBezTo>
                    <a:pt x="83" y="1"/>
                    <a:pt x="0" y="84"/>
                    <a:pt x="0" y="186"/>
                  </a:cubicBezTo>
                  <a:cubicBezTo>
                    <a:pt x="0" y="290"/>
                    <a:pt x="83" y="373"/>
                    <a:pt x="186" y="373"/>
                  </a:cubicBezTo>
                  <a:cubicBezTo>
                    <a:pt x="289" y="373"/>
                    <a:pt x="372" y="289"/>
                    <a:pt x="372" y="186"/>
                  </a:cubicBezTo>
                  <a:cubicBezTo>
                    <a:pt x="372" y="84"/>
                    <a:pt x="289"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9" name="Google Shape;6739;p57"/>
          <p:cNvGrpSpPr/>
          <p:nvPr/>
        </p:nvGrpSpPr>
        <p:grpSpPr>
          <a:xfrm>
            <a:off x="7504259" y="3597017"/>
            <a:ext cx="309519" cy="309617"/>
            <a:chOff x="2659946" y="1289217"/>
            <a:chExt cx="309519" cy="309617"/>
          </a:xfrm>
        </p:grpSpPr>
        <p:sp>
          <p:nvSpPr>
            <p:cNvPr id="6740" name="Google Shape;6740;p57"/>
            <p:cNvSpPr/>
            <p:nvPr/>
          </p:nvSpPr>
          <p:spPr>
            <a:xfrm>
              <a:off x="2659946" y="1289217"/>
              <a:ext cx="309519" cy="309617"/>
            </a:xfrm>
            <a:custGeom>
              <a:rect b="b" l="l" r="r" t="t"/>
              <a:pathLst>
                <a:path extrusionOk="0" h="9504" w="9501">
                  <a:moveTo>
                    <a:pt x="9129" y="1113"/>
                  </a:moveTo>
                  <a:lnTo>
                    <a:pt x="9129" y="1116"/>
                  </a:lnTo>
                  <a:lnTo>
                    <a:pt x="9129" y="2376"/>
                  </a:lnTo>
                  <a:lnTo>
                    <a:pt x="8279" y="2376"/>
                  </a:lnTo>
                  <a:lnTo>
                    <a:pt x="8279" y="1931"/>
                  </a:lnTo>
                  <a:lnTo>
                    <a:pt x="8421" y="1931"/>
                  </a:lnTo>
                  <a:cubicBezTo>
                    <a:pt x="8524" y="1931"/>
                    <a:pt x="8608" y="1849"/>
                    <a:pt x="8608" y="1745"/>
                  </a:cubicBezTo>
                  <a:cubicBezTo>
                    <a:pt x="8608" y="1643"/>
                    <a:pt x="8525" y="1559"/>
                    <a:pt x="8421" y="1559"/>
                  </a:cubicBezTo>
                  <a:lnTo>
                    <a:pt x="8279" y="1559"/>
                  </a:lnTo>
                  <a:lnTo>
                    <a:pt x="8279" y="1113"/>
                  </a:lnTo>
                  <a:close/>
                  <a:moveTo>
                    <a:pt x="1224" y="1117"/>
                  </a:moveTo>
                  <a:lnTo>
                    <a:pt x="1224" y="1562"/>
                  </a:lnTo>
                  <a:lnTo>
                    <a:pt x="1082" y="1562"/>
                  </a:lnTo>
                  <a:cubicBezTo>
                    <a:pt x="979" y="1562"/>
                    <a:pt x="896" y="1645"/>
                    <a:pt x="896" y="1747"/>
                  </a:cubicBezTo>
                  <a:cubicBezTo>
                    <a:pt x="896" y="1850"/>
                    <a:pt x="978" y="1934"/>
                    <a:pt x="1082" y="1934"/>
                  </a:cubicBezTo>
                  <a:lnTo>
                    <a:pt x="1224" y="1934"/>
                  </a:lnTo>
                  <a:lnTo>
                    <a:pt x="1224" y="2379"/>
                  </a:lnTo>
                  <a:lnTo>
                    <a:pt x="371" y="2379"/>
                  </a:lnTo>
                  <a:lnTo>
                    <a:pt x="371" y="2378"/>
                  </a:lnTo>
                  <a:lnTo>
                    <a:pt x="371" y="1117"/>
                  </a:lnTo>
                  <a:close/>
                  <a:moveTo>
                    <a:pt x="6870" y="2748"/>
                  </a:moveTo>
                  <a:lnTo>
                    <a:pt x="6870" y="3752"/>
                  </a:lnTo>
                  <a:lnTo>
                    <a:pt x="2636" y="3752"/>
                  </a:lnTo>
                  <a:lnTo>
                    <a:pt x="2636" y="2748"/>
                  </a:lnTo>
                  <a:close/>
                  <a:moveTo>
                    <a:pt x="9129" y="4121"/>
                  </a:moveTo>
                  <a:lnTo>
                    <a:pt x="9129" y="4123"/>
                  </a:lnTo>
                  <a:lnTo>
                    <a:pt x="9129" y="5385"/>
                  </a:lnTo>
                  <a:lnTo>
                    <a:pt x="8279" y="5385"/>
                  </a:lnTo>
                  <a:lnTo>
                    <a:pt x="8279" y="4939"/>
                  </a:lnTo>
                  <a:lnTo>
                    <a:pt x="8421" y="4939"/>
                  </a:lnTo>
                  <a:cubicBezTo>
                    <a:pt x="8524" y="4939"/>
                    <a:pt x="8608" y="4857"/>
                    <a:pt x="8608" y="4753"/>
                  </a:cubicBezTo>
                  <a:cubicBezTo>
                    <a:pt x="8608" y="4651"/>
                    <a:pt x="8525" y="4566"/>
                    <a:pt x="8421" y="4566"/>
                  </a:cubicBezTo>
                  <a:lnTo>
                    <a:pt x="8279" y="4566"/>
                  </a:lnTo>
                  <a:lnTo>
                    <a:pt x="8279" y="4121"/>
                  </a:lnTo>
                  <a:close/>
                  <a:moveTo>
                    <a:pt x="6870" y="4124"/>
                  </a:moveTo>
                  <a:lnTo>
                    <a:pt x="6870" y="5386"/>
                  </a:lnTo>
                  <a:lnTo>
                    <a:pt x="2636" y="5386"/>
                  </a:lnTo>
                  <a:lnTo>
                    <a:pt x="2636" y="4124"/>
                  </a:lnTo>
                  <a:close/>
                  <a:moveTo>
                    <a:pt x="1224" y="4124"/>
                  </a:moveTo>
                  <a:lnTo>
                    <a:pt x="1224" y="4569"/>
                  </a:lnTo>
                  <a:lnTo>
                    <a:pt x="1082" y="4569"/>
                  </a:lnTo>
                  <a:cubicBezTo>
                    <a:pt x="979" y="4569"/>
                    <a:pt x="896" y="4652"/>
                    <a:pt x="896" y="4756"/>
                  </a:cubicBezTo>
                  <a:cubicBezTo>
                    <a:pt x="896" y="4858"/>
                    <a:pt x="978" y="4941"/>
                    <a:pt x="1082" y="4941"/>
                  </a:cubicBezTo>
                  <a:lnTo>
                    <a:pt x="1224" y="4941"/>
                  </a:lnTo>
                  <a:lnTo>
                    <a:pt x="1224" y="5387"/>
                  </a:lnTo>
                  <a:lnTo>
                    <a:pt x="371" y="5387"/>
                  </a:lnTo>
                  <a:lnTo>
                    <a:pt x="371" y="5386"/>
                  </a:lnTo>
                  <a:lnTo>
                    <a:pt x="371" y="4124"/>
                  </a:lnTo>
                  <a:close/>
                  <a:moveTo>
                    <a:pt x="6870" y="5756"/>
                  </a:moveTo>
                  <a:lnTo>
                    <a:pt x="6870" y="6760"/>
                  </a:lnTo>
                  <a:lnTo>
                    <a:pt x="2636" y="6760"/>
                  </a:lnTo>
                  <a:lnTo>
                    <a:pt x="2636" y="5756"/>
                  </a:lnTo>
                  <a:close/>
                  <a:moveTo>
                    <a:pt x="6870" y="7131"/>
                  </a:moveTo>
                  <a:lnTo>
                    <a:pt x="6870" y="8392"/>
                  </a:lnTo>
                  <a:lnTo>
                    <a:pt x="2636" y="8392"/>
                  </a:lnTo>
                  <a:lnTo>
                    <a:pt x="2636" y="7131"/>
                  </a:lnTo>
                  <a:close/>
                  <a:moveTo>
                    <a:pt x="9129" y="7130"/>
                  </a:moveTo>
                  <a:lnTo>
                    <a:pt x="9129" y="7131"/>
                  </a:lnTo>
                  <a:lnTo>
                    <a:pt x="9129" y="8392"/>
                  </a:lnTo>
                  <a:lnTo>
                    <a:pt x="8279" y="8392"/>
                  </a:lnTo>
                  <a:lnTo>
                    <a:pt x="8279" y="7947"/>
                  </a:lnTo>
                  <a:lnTo>
                    <a:pt x="8421" y="7947"/>
                  </a:lnTo>
                  <a:cubicBezTo>
                    <a:pt x="8524" y="7947"/>
                    <a:pt x="8608" y="7864"/>
                    <a:pt x="8608" y="7760"/>
                  </a:cubicBezTo>
                  <a:cubicBezTo>
                    <a:pt x="8608" y="7659"/>
                    <a:pt x="8525" y="7575"/>
                    <a:pt x="8421" y="7575"/>
                  </a:cubicBezTo>
                  <a:lnTo>
                    <a:pt x="8279" y="7575"/>
                  </a:lnTo>
                  <a:lnTo>
                    <a:pt x="8279" y="7130"/>
                  </a:lnTo>
                  <a:close/>
                  <a:moveTo>
                    <a:pt x="1224" y="7131"/>
                  </a:moveTo>
                  <a:lnTo>
                    <a:pt x="1224" y="7576"/>
                  </a:lnTo>
                  <a:lnTo>
                    <a:pt x="1082" y="7576"/>
                  </a:lnTo>
                  <a:cubicBezTo>
                    <a:pt x="979" y="7576"/>
                    <a:pt x="896" y="7659"/>
                    <a:pt x="896" y="7763"/>
                  </a:cubicBezTo>
                  <a:cubicBezTo>
                    <a:pt x="896" y="7864"/>
                    <a:pt x="978" y="7948"/>
                    <a:pt x="1082" y="7948"/>
                  </a:cubicBezTo>
                  <a:lnTo>
                    <a:pt x="1224" y="7948"/>
                  </a:lnTo>
                  <a:lnTo>
                    <a:pt x="1224" y="8393"/>
                  </a:lnTo>
                  <a:lnTo>
                    <a:pt x="371" y="8393"/>
                  </a:lnTo>
                  <a:lnTo>
                    <a:pt x="371" y="7131"/>
                  </a:lnTo>
                  <a:close/>
                  <a:moveTo>
                    <a:pt x="2264" y="373"/>
                  </a:moveTo>
                  <a:lnTo>
                    <a:pt x="2264" y="9131"/>
                  </a:lnTo>
                  <a:lnTo>
                    <a:pt x="1595" y="9131"/>
                  </a:lnTo>
                  <a:lnTo>
                    <a:pt x="1595" y="373"/>
                  </a:lnTo>
                  <a:close/>
                  <a:moveTo>
                    <a:pt x="7908" y="373"/>
                  </a:moveTo>
                  <a:lnTo>
                    <a:pt x="7908" y="9131"/>
                  </a:lnTo>
                  <a:lnTo>
                    <a:pt x="7241" y="9131"/>
                  </a:lnTo>
                  <a:lnTo>
                    <a:pt x="7241" y="373"/>
                  </a:lnTo>
                  <a:close/>
                  <a:moveTo>
                    <a:pt x="1411" y="1"/>
                  </a:moveTo>
                  <a:cubicBezTo>
                    <a:pt x="1308" y="1"/>
                    <a:pt x="1224" y="83"/>
                    <a:pt x="1224" y="186"/>
                  </a:cubicBezTo>
                  <a:lnTo>
                    <a:pt x="1224" y="743"/>
                  </a:lnTo>
                  <a:lnTo>
                    <a:pt x="186" y="743"/>
                  </a:lnTo>
                  <a:cubicBezTo>
                    <a:pt x="85" y="743"/>
                    <a:pt x="1" y="825"/>
                    <a:pt x="1" y="929"/>
                  </a:cubicBezTo>
                  <a:lnTo>
                    <a:pt x="1" y="2562"/>
                  </a:lnTo>
                  <a:cubicBezTo>
                    <a:pt x="1" y="2664"/>
                    <a:pt x="83" y="2748"/>
                    <a:pt x="186" y="2748"/>
                  </a:cubicBezTo>
                  <a:lnTo>
                    <a:pt x="1224" y="2748"/>
                  </a:lnTo>
                  <a:lnTo>
                    <a:pt x="1224" y="3752"/>
                  </a:lnTo>
                  <a:lnTo>
                    <a:pt x="186" y="3752"/>
                  </a:lnTo>
                  <a:cubicBezTo>
                    <a:pt x="85" y="3752"/>
                    <a:pt x="1" y="3835"/>
                    <a:pt x="1" y="3939"/>
                  </a:cubicBezTo>
                  <a:lnTo>
                    <a:pt x="1" y="5571"/>
                  </a:lnTo>
                  <a:cubicBezTo>
                    <a:pt x="1" y="5674"/>
                    <a:pt x="83" y="5757"/>
                    <a:pt x="186" y="5757"/>
                  </a:cubicBezTo>
                  <a:lnTo>
                    <a:pt x="1224" y="5757"/>
                  </a:lnTo>
                  <a:lnTo>
                    <a:pt x="1224" y="6762"/>
                  </a:lnTo>
                  <a:lnTo>
                    <a:pt x="186" y="6762"/>
                  </a:lnTo>
                  <a:cubicBezTo>
                    <a:pt x="85" y="6762"/>
                    <a:pt x="1" y="6844"/>
                    <a:pt x="1" y="6948"/>
                  </a:cubicBezTo>
                  <a:lnTo>
                    <a:pt x="1" y="8581"/>
                  </a:lnTo>
                  <a:cubicBezTo>
                    <a:pt x="1" y="8682"/>
                    <a:pt x="83" y="8766"/>
                    <a:pt x="186" y="8766"/>
                  </a:cubicBezTo>
                  <a:lnTo>
                    <a:pt x="1224" y="8766"/>
                  </a:lnTo>
                  <a:lnTo>
                    <a:pt x="1224" y="9318"/>
                  </a:lnTo>
                  <a:cubicBezTo>
                    <a:pt x="1224" y="9420"/>
                    <a:pt x="1307" y="9504"/>
                    <a:pt x="1411" y="9504"/>
                  </a:cubicBezTo>
                  <a:lnTo>
                    <a:pt x="2449" y="9504"/>
                  </a:lnTo>
                  <a:cubicBezTo>
                    <a:pt x="2552" y="9504"/>
                    <a:pt x="2636" y="9421"/>
                    <a:pt x="2636" y="9318"/>
                  </a:cubicBezTo>
                  <a:lnTo>
                    <a:pt x="2636" y="8766"/>
                  </a:lnTo>
                  <a:lnTo>
                    <a:pt x="6870" y="8766"/>
                  </a:lnTo>
                  <a:lnTo>
                    <a:pt x="6870" y="9318"/>
                  </a:lnTo>
                  <a:cubicBezTo>
                    <a:pt x="6870" y="9420"/>
                    <a:pt x="6953" y="9504"/>
                    <a:pt x="7055" y="9504"/>
                  </a:cubicBezTo>
                  <a:lnTo>
                    <a:pt x="8095" y="9504"/>
                  </a:lnTo>
                  <a:cubicBezTo>
                    <a:pt x="8196" y="9504"/>
                    <a:pt x="8280" y="9421"/>
                    <a:pt x="8280" y="9318"/>
                  </a:cubicBezTo>
                  <a:lnTo>
                    <a:pt x="8280" y="8766"/>
                  </a:lnTo>
                  <a:lnTo>
                    <a:pt x="9315" y="8766"/>
                  </a:lnTo>
                  <a:cubicBezTo>
                    <a:pt x="9417" y="8766"/>
                    <a:pt x="9500" y="8684"/>
                    <a:pt x="9500" y="8581"/>
                  </a:cubicBezTo>
                  <a:lnTo>
                    <a:pt x="9500" y="6948"/>
                  </a:lnTo>
                  <a:cubicBezTo>
                    <a:pt x="9500" y="6846"/>
                    <a:pt x="9418" y="6762"/>
                    <a:pt x="9315" y="6762"/>
                  </a:cubicBezTo>
                  <a:lnTo>
                    <a:pt x="8280" y="6762"/>
                  </a:lnTo>
                  <a:lnTo>
                    <a:pt x="8280" y="5756"/>
                  </a:lnTo>
                  <a:lnTo>
                    <a:pt x="9315" y="5756"/>
                  </a:lnTo>
                  <a:cubicBezTo>
                    <a:pt x="9417" y="5756"/>
                    <a:pt x="9500" y="5674"/>
                    <a:pt x="9500" y="5570"/>
                  </a:cubicBezTo>
                  <a:lnTo>
                    <a:pt x="9500" y="3937"/>
                  </a:lnTo>
                  <a:cubicBezTo>
                    <a:pt x="9500" y="3835"/>
                    <a:pt x="9418" y="3751"/>
                    <a:pt x="9315" y="3751"/>
                  </a:cubicBezTo>
                  <a:lnTo>
                    <a:pt x="8280" y="3751"/>
                  </a:lnTo>
                  <a:lnTo>
                    <a:pt x="8280" y="2747"/>
                  </a:lnTo>
                  <a:lnTo>
                    <a:pt x="9314" y="2747"/>
                  </a:lnTo>
                  <a:lnTo>
                    <a:pt x="9314" y="2748"/>
                  </a:lnTo>
                  <a:cubicBezTo>
                    <a:pt x="9416" y="2748"/>
                    <a:pt x="9499" y="2666"/>
                    <a:pt x="9499" y="2562"/>
                  </a:cubicBezTo>
                  <a:lnTo>
                    <a:pt x="9499" y="929"/>
                  </a:lnTo>
                  <a:cubicBezTo>
                    <a:pt x="9499" y="827"/>
                    <a:pt x="9417" y="743"/>
                    <a:pt x="9314" y="743"/>
                  </a:cubicBezTo>
                  <a:lnTo>
                    <a:pt x="8279" y="743"/>
                  </a:lnTo>
                  <a:lnTo>
                    <a:pt x="8279" y="186"/>
                  </a:lnTo>
                  <a:cubicBezTo>
                    <a:pt x="8279" y="85"/>
                    <a:pt x="8196" y="1"/>
                    <a:pt x="8093" y="1"/>
                  </a:cubicBezTo>
                  <a:lnTo>
                    <a:pt x="7054" y="1"/>
                  </a:lnTo>
                  <a:cubicBezTo>
                    <a:pt x="6953" y="1"/>
                    <a:pt x="6869" y="83"/>
                    <a:pt x="6869" y="186"/>
                  </a:cubicBezTo>
                  <a:lnTo>
                    <a:pt x="6869" y="743"/>
                  </a:lnTo>
                  <a:lnTo>
                    <a:pt x="5584" y="743"/>
                  </a:lnTo>
                  <a:cubicBezTo>
                    <a:pt x="5482" y="743"/>
                    <a:pt x="5398" y="825"/>
                    <a:pt x="5398" y="929"/>
                  </a:cubicBezTo>
                  <a:cubicBezTo>
                    <a:pt x="5398" y="1031"/>
                    <a:pt x="5481" y="1116"/>
                    <a:pt x="5584" y="1116"/>
                  </a:cubicBezTo>
                  <a:lnTo>
                    <a:pt x="6869" y="1116"/>
                  </a:lnTo>
                  <a:lnTo>
                    <a:pt x="6869" y="2376"/>
                  </a:lnTo>
                  <a:lnTo>
                    <a:pt x="2636" y="2376"/>
                  </a:lnTo>
                  <a:lnTo>
                    <a:pt x="2636" y="1116"/>
                  </a:lnTo>
                  <a:lnTo>
                    <a:pt x="3916" y="1116"/>
                  </a:lnTo>
                  <a:cubicBezTo>
                    <a:pt x="4018" y="1116"/>
                    <a:pt x="4102" y="1033"/>
                    <a:pt x="4102" y="929"/>
                  </a:cubicBezTo>
                  <a:cubicBezTo>
                    <a:pt x="4102" y="827"/>
                    <a:pt x="4019" y="743"/>
                    <a:pt x="3916" y="743"/>
                  </a:cubicBezTo>
                  <a:lnTo>
                    <a:pt x="2636" y="743"/>
                  </a:lnTo>
                  <a:lnTo>
                    <a:pt x="2636" y="186"/>
                  </a:lnTo>
                  <a:cubicBezTo>
                    <a:pt x="2636" y="85"/>
                    <a:pt x="2553" y="1"/>
                    <a:pt x="24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7"/>
            <p:cNvSpPr/>
            <p:nvPr/>
          </p:nvSpPr>
          <p:spPr>
            <a:xfrm>
              <a:off x="2808630" y="1313422"/>
              <a:ext cx="12151" cy="12151"/>
            </a:xfrm>
            <a:custGeom>
              <a:rect b="b" l="l" r="r" t="t"/>
              <a:pathLst>
                <a:path extrusionOk="0" h="373" w="373">
                  <a:moveTo>
                    <a:pt x="186" y="1"/>
                  </a:moveTo>
                  <a:cubicBezTo>
                    <a:pt x="83" y="1"/>
                    <a:pt x="0" y="84"/>
                    <a:pt x="0" y="186"/>
                  </a:cubicBezTo>
                  <a:cubicBezTo>
                    <a:pt x="0" y="290"/>
                    <a:pt x="83" y="373"/>
                    <a:pt x="186" y="373"/>
                  </a:cubicBezTo>
                  <a:cubicBezTo>
                    <a:pt x="289" y="373"/>
                    <a:pt x="372" y="289"/>
                    <a:pt x="372" y="186"/>
                  </a:cubicBezTo>
                  <a:cubicBezTo>
                    <a:pt x="372" y="84"/>
                    <a:pt x="289"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2" name="Google Shape;6742;p57"/>
          <p:cNvGrpSpPr/>
          <p:nvPr/>
        </p:nvGrpSpPr>
        <p:grpSpPr>
          <a:xfrm>
            <a:off x="7970984" y="3597017"/>
            <a:ext cx="309519" cy="309617"/>
            <a:chOff x="2659946" y="1289217"/>
            <a:chExt cx="309519" cy="309617"/>
          </a:xfrm>
        </p:grpSpPr>
        <p:sp>
          <p:nvSpPr>
            <p:cNvPr id="6743" name="Google Shape;6743;p57"/>
            <p:cNvSpPr/>
            <p:nvPr/>
          </p:nvSpPr>
          <p:spPr>
            <a:xfrm>
              <a:off x="2659946" y="1289217"/>
              <a:ext cx="309519" cy="309617"/>
            </a:xfrm>
            <a:custGeom>
              <a:rect b="b" l="l" r="r" t="t"/>
              <a:pathLst>
                <a:path extrusionOk="0" h="9504" w="9501">
                  <a:moveTo>
                    <a:pt x="9129" y="1113"/>
                  </a:moveTo>
                  <a:lnTo>
                    <a:pt x="9129" y="1116"/>
                  </a:lnTo>
                  <a:lnTo>
                    <a:pt x="9129" y="2376"/>
                  </a:lnTo>
                  <a:lnTo>
                    <a:pt x="8279" y="2376"/>
                  </a:lnTo>
                  <a:lnTo>
                    <a:pt x="8279" y="1931"/>
                  </a:lnTo>
                  <a:lnTo>
                    <a:pt x="8421" y="1931"/>
                  </a:lnTo>
                  <a:cubicBezTo>
                    <a:pt x="8524" y="1931"/>
                    <a:pt x="8608" y="1849"/>
                    <a:pt x="8608" y="1745"/>
                  </a:cubicBezTo>
                  <a:cubicBezTo>
                    <a:pt x="8608" y="1643"/>
                    <a:pt x="8525" y="1559"/>
                    <a:pt x="8421" y="1559"/>
                  </a:cubicBezTo>
                  <a:lnTo>
                    <a:pt x="8279" y="1559"/>
                  </a:lnTo>
                  <a:lnTo>
                    <a:pt x="8279" y="1113"/>
                  </a:lnTo>
                  <a:close/>
                  <a:moveTo>
                    <a:pt x="1224" y="1117"/>
                  </a:moveTo>
                  <a:lnTo>
                    <a:pt x="1224" y="1562"/>
                  </a:lnTo>
                  <a:lnTo>
                    <a:pt x="1082" y="1562"/>
                  </a:lnTo>
                  <a:cubicBezTo>
                    <a:pt x="979" y="1562"/>
                    <a:pt x="896" y="1645"/>
                    <a:pt x="896" y="1747"/>
                  </a:cubicBezTo>
                  <a:cubicBezTo>
                    <a:pt x="896" y="1850"/>
                    <a:pt x="978" y="1934"/>
                    <a:pt x="1082" y="1934"/>
                  </a:cubicBezTo>
                  <a:lnTo>
                    <a:pt x="1224" y="1934"/>
                  </a:lnTo>
                  <a:lnTo>
                    <a:pt x="1224" y="2379"/>
                  </a:lnTo>
                  <a:lnTo>
                    <a:pt x="371" y="2379"/>
                  </a:lnTo>
                  <a:lnTo>
                    <a:pt x="371" y="2378"/>
                  </a:lnTo>
                  <a:lnTo>
                    <a:pt x="371" y="1117"/>
                  </a:lnTo>
                  <a:close/>
                  <a:moveTo>
                    <a:pt x="6870" y="2748"/>
                  </a:moveTo>
                  <a:lnTo>
                    <a:pt x="6870" y="3752"/>
                  </a:lnTo>
                  <a:lnTo>
                    <a:pt x="2636" y="3752"/>
                  </a:lnTo>
                  <a:lnTo>
                    <a:pt x="2636" y="2748"/>
                  </a:lnTo>
                  <a:close/>
                  <a:moveTo>
                    <a:pt x="9129" y="4121"/>
                  </a:moveTo>
                  <a:lnTo>
                    <a:pt x="9129" y="4123"/>
                  </a:lnTo>
                  <a:lnTo>
                    <a:pt x="9129" y="5385"/>
                  </a:lnTo>
                  <a:lnTo>
                    <a:pt x="8279" y="5385"/>
                  </a:lnTo>
                  <a:lnTo>
                    <a:pt x="8279" y="4939"/>
                  </a:lnTo>
                  <a:lnTo>
                    <a:pt x="8421" y="4939"/>
                  </a:lnTo>
                  <a:cubicBezTo>
                    <a:pt x="8524" y="4939"/>
                    <a:pt x="8608" y="4857"/>
                    <a:pt x="8608" y="4753"/>
                  </a:cubicBezTo>
                  <a:cubicBezTo>
                    <a:pt x="8608" y="4651"/>
                    <a:pt x="8525" y="4566"/>
                    <a:pt x="8421" y="4566"/>
                  </a:cubicBezTo>
                  <a:lnTo>
                    <a:pt x="8279" y="4566"/>
                  </a:lnTo>
                  <a:lnTo>
                    <a:pt x="8279" y="4121"/>
                  </a:lnTo>
                  <a:close/>
                  <a:moveTo>
                    <a:pt x="6870" y="4124"/>
                  </a:moveTo>
                  <a:lnTo>
                    <a:pt x="6870" y="5386"/>
                  </a:lnTo>
                  <a:lnTo>
                    <a:pt x="2636" y="5386"/>
                  </a:lnTo>
                  <a:lnTo>
                    <a:pt x="2636" y="4124"/>
                  </a:lnTo>
                  <a:close/>
                  <a:moveTo>
                    <a:pt x="1224" y="4124"/>
                  </a:moveTo>
                  <a:lnTo>
                    <a:pt x="1224" y="4569"/>
                  </a:lnTo>
                  <a:lnTo>
                    <a:pt x="1082" y="4569"/>
                  </a:lnTo>
                  <a:cubicBezTo>
                    <a:pt x="979" y="4569"/>
                    <a:pt x="896" y="4652"/>
                    <a:pt x="896" y="4756"/>
                  </a:cubicBezTo>
                  <a:cubicBezTo>
                    <a:pt x="896" y="4858"/>
                    <a:pt x="978" y="4941"/>
                    <a:pt x="1082" y="4941"/>
                  </a:cubicBezTo>
                  <a:lnTo>
                    <a:pt x="1224" y="4941"/>
                  </a:lnTo>
                  <a:lnTo>
                    <a:pt x="1224" y="5387"/>
                  </a:lnTo>
                  <a:lnTo>
                    <a:pt x="371" y="5387"/>
                  </a:lnTo>
                  <a:lnTo>
                    <a:pt x="371" y="5386"/>
                  </a:lnTo>
                  <a:lnTo>
                    <a:pt x="371" y="4124"/>
                  </a:lnTo>
                  <a:close/>
                  <a:moveTo>
                    <a:pt x="6870" y="5756"/>
                  </a:moveTo>
                  <a:lnTo>
                    <a:pt x="6870" y="6760"/>
                  </a:lnTo>
                  <a:lnTo>
                    <a:pt x="2636" y="6760"/>
                  </a:lnTo>
                  <a:lnTo>
                    <a:pt x="2636" y="5756"/>
                  </a:lnTo>
                  <a:close/>
                  <a:moveTo>
                    <a:pt x="6870" y="7131"/>
                  </a:moveTo>
                  <a:lnTo>
                    <a:pt x="6870" y="8392"/>
                  </a:lnTo>
                  <a:lnTo>
                    <a:pt x="2636" y="8392"/>
                  </a:lnTo>
                  <a:lnTo>
                    <a:pt x="2636" y="7131"/>
                  </a:lnTo>
                  <a:close/>
                  <a:moveTo>
                    <a:pt x="9129" y="7130"/>
                  </a:moveTo>
                  <a:lnTo>
                    <a:pt x="9129" y="7131"/>
                  </a:lnTo>
                  <a:lnTo>
                    <a:pt x="9129" y="8392"/>
                  </a:lnTo>
                  <a:lnTo>
                    <a:pt x="8279" y="8392"/>
                  </a:lnTo>
                  <a:lnTo>
                    <a:pt x="8279" y="7947"/>
                  </a:lnTo>
                  <a:lnTo>
                    <a:pt x="8421" y="7947"/>
                  </a:lnTo>
                  <a:cubicBezTo>
                    <a:pt x="8524" y="7947"/>
                    <a:pt x="8608" y="7864"/>
                    <a:pt x="8608" y="7760"/>
                  </a:cubicBezTo>
                  <a:cubicBezTo>
                    <a:pt x="8608" y="7659"/>
                    <a:pt x="8525" y="7575"/>
                    <a:pt x="8421" y="7575"/>
                  </a:cubicBezTo>
                  <a:lnTo>
                    <a:pt x="8279" y="7575"/>
                  </a:lnTo>
                  <a:lnTo>
                    <a:pt x="8279" y="7130"/>
                  </a:lnTo>
                  <a:close/>
                  <a:moveTo>
                    <a:pt x="1224" y="7131"/>
                  </a:moveTo>
                  <a:lnTo>
                    <a:pt x="1224" y="7576"/>
                  </a:lnTo>
                  <a:lnTo>
                    <a:pt x="1082" y="7576"/>
                  </a:lnTo>
                  <a:cubicBezTo>
                    <a:pt x="979" y="7576"/>
                    <a:pt x="896" y="7659"/>
                    <a:pt x="896" y="7763"/>
                  </a:cubicBezTo>
                  <a:cubicBezTo>
                    <a:pt x="896" y="7864"/>
                    <a:pt x="978" y="7948"/>
                    <a:pt x="1082" y="7948"/>
                  </a:cubicBezTo>
                  <a:lnTo>
                    <a:pt x="1224" y="7948"/>
                  </a:lnTo>
                  <a:lnTo>
                    <a:pt x="1224" y="8393"/>
                  </a:lnTo>
                  <a:lnTo>
                    <a:pt x="371" y="8393"/>
                  </a:lnTo>
                  <a:lnTo>
                    <a:pt x="371" y="7131"/>
                  </a:lnTo>
                  <a:close/>
                  <a:moveTo>
                    <a:pt x="2264" y="373"/>
                  </a:moveTo>
                  <a:lnTo>
                    <a:pt x="2264" y="9131"/>
                  </a:lnTo>
                  <a:lnTo>
                    <a:pt x="1595" y="9131"/>
                  </a:lnTo>
                  <a:lnTo>
                    <a:pt x="1595" y="373"/>
                  </a:lnTo>
                  <a:close/>
                  <a:moveTo>
                    <a:pt x="7908" y="373"/>
                  </a:moveTo>
                  <a:lnTo>
                    <a:pt x="7908" y="9131"/>
                  </a:lnTo>
                  <a:lnTo>
                    <a:pt x="7241" y="9131"/>
                  </a:lnTo>
                  <a:lnTo>
                    <a:pt x="7241" y="373"/>
                  </a:lnTo>
                  <a:close/>
                  <a:moveTo>
                    <a:pt x="1411" y="1"/>
                  </a:moveTo>
                  <a:cubicBezTo>
                    <a:pt x="1308" y="1"/>
                    <a:pt x="1224" y="83"/>
                    <a:pt x="1224" y="186"/>
                  </a:cubicBezTo>
                  <a:lnTo>
                    <a:pt x="1224" y="743"/>
                  </a:lnTo>
                  <a:lnTo>
                    <a:pt x="186" y="743"/>
                  </a:lnTo>
                  <a:cubicBezTo>
                    <a:pt x="85" y="743"/>
                    <a:pt x="1" y="825"/>
                    <a:pt x="1" y="929"/>
                  </a:cubicBezTo>
                  <a:lnTo>
                    <a:pt x="1" y="2562"/>
                  </a:lnTo>
                  <a:cubicBezTo>
                    <a:pt x="1" y="2664"/>
                    <a:pt x="83" y="2748"/>
                    <a:pt x="186" y="2748"/>
                  </a:cubicBezTo>
                  <a:lnTo>
                    <a:pt x="1224" y="2748"/>
                  </a:lnTo>
                  <a:lnTo>
                    <a:pt x="1224" y="3752"/>
                  </a:lnTo>
                  <a:lnTo>
                    <a:pt x="186" y="3752"/>
                  </a:lnTo>
                  <a:cubicBezTo>
                    <a:pt x="85" y="3752"/>
                    <a:pt x="1" y="3835"/>
                    <a:pt x="1" y="3939"/>
                  </a:cubicBezTo>
                  <a:lnTo>
                    <a:pt x="1" y="5571"/>
                  </a:lnTo>
                  <a:cubicBezTo>
                    <a:pt x="1" y="5674"/>
                    <a:pt x="83" y="5757"/>
                    <a:pt x="186" y="5757"/>
                  </a:cubicBezTo>
                  <a:lnTo>
                    <a:pt x="1224" y="5757"/>
                  </a:lnTo>
                  <a:lnTo>
                    <a:pt x="1224" y="6762"/>
                  </a:lnTo>
                  <a:lnTo>
                    <a:pt x="186" y="6762"/>
                  </a:lnTo>
                  <a:cubicBezTo>
                    <a:pt x="85" y="6762"/>
                    <a:pt x="1" y="6844"/>
                    <a:pt x="1" y="6948"/>
                  </a:cubicBezTo>
                  <a:lnTo>
                    <a:pt x="1" y="8581"/>
                  </a:lnTo>
                  <a:cubicBezTo>
                    <a:pt x="1" y="8682"/>
                    <a:pt x="83" y="8766"/>
                    <a:pt x="186" y="8766"/>
                  </a:cubicBezTo>
                  <a:lnTo>
                    <a:pt x="1224" y="8766"/>
                  </a:lnTo>
                  <a:lnTo>
                    <a:pt x="1224" y="9318"/>
                  </a:lnTo>
                  <a:cubicBezTo>
                    <a:pt x="1224" y="9420"/>
                    <a:pt x="1307" y="9504"/>
                    <a:pt x="1411" y="9504"/>
                  </a:cubicBezTo>
                  <a:lnTo>
                    <a:pt x="2449" y="9504"/>
                  </a:lnTo>
                  <a:cubicBezTo>
                    <a:pt x="2552" y="9504"/>
                    <a:pt x="2636" y="9421"/>
                    <a:pt x="2636" y="9318"/>
                  </a:cubicBezTo>
                  <a:lnTo>
                    <a:pt x="2636" y="8766"/>
                  </a:lnTo>
                  <a:lnTo>
                    <a:pt x="6870" y="8766"/>
                  </a:lnTo>
                  <a:lnTo>
                    <a:pt x="6870" y="9318"/>
                  </a:lnTo>
                  <a:cubicBezTo>
                    <a:pt x="6870" y="9420"/>
                    <a:pt x="6953" y="9504"/>
                    <a:pt x="7055" y="9504"/>
                  </a:cubicBezTo>
                  <a:lnTo>
                    <a:pt x="8095" y="9504"/>
                  </a:lnTo>
                  <a:cubicBezTo>
                    <a:pt x="8196" y="9504"/>
                    <a:pt x="8280" y="9421"/>
                    <a:pt x="8280" y="9318"/>
                  </a:cubicBezTo>
                  <a:lnTo>
                    <a:pt x="8280" y="8766"/>
                  </a:lnTo>
                  <a:lnTo>
                    <a:pt x="9315" y="8766"/>
                  </a:lnTo>
                  <a:cubicBezTo>
                    <a:pt x="9417" y="8766"/>
                    <a:pt x="9500" y="8684"/>
                    <a:pt x="9500" y="8581"/>
                  </a:cubicBezTo>
                  <a:lnTo>
                    <a:pt x="9500" y="6948"/>
                  </a:lnTo>
                  <a:cubicBezTo>
                    <a:pt x="9500" y="6846"/>
                    <a:pt x="9418" y="6762"/>
                    <a:pt x="9315" y="6762"/>
                  </a:cubicBezTo>
                  <a:lnTo>
                    <a:pt x="8280" y="6762"/>
                  </a:lnTo>
                  <a:lnTo>
                    <a:pt x="8280" y="5756"/>
                  </a:lnTo>
                  <a:lnTo>
                    <a:pt x="9315" y="5756"/>
                  </a:lnTo>
                  <a:cubicBezTo>
                    <a:pt x="9417" y="5756"/>
                    <a:pt x="9500" y="5674"/>
                    <a:pt x="9500" y="5570"/>
                  </a:cubicBezTo>
                  <a:lnTo>
                    <a:pt x="9500" y="3937"/>
                  </a:lnTo>
                  <a:cubicBezTo>
                    <a:pt x="9500" y="3835"/>
                    <a:pt x="9418" y="3751"/>
                    <a:pt x="9315" y="3751"/>
                  </a:cubicBezTo>
                  <a:lnTo>
                    <a:pt x="8280" y="3751"/>
                  </a:lnTo>
                  <a:lnTo>
                    <a:pt x="8280" y="2747"/>
                  </a:lnTo>
                  <a:lnTo>
                    <a:pt x="9314" y="2747"/>
                  </a:lnTo>
                  <a:lnTo>
                    <a:pt x="9314" y="2748"/>
                  </a:lnTo>
                  <a:cubicBezTo>
                    <a:pt x="9416" y="2748"/>
                    <a:pt x="9499" y="2666"/>
                    <a:pt x="9499" y="2562"/>
                  </a:cubicBezTo>
                  <a:lnTo>
                    <a:pt x="9499" y="929"/>
                  </a:lnTo>
                  <a:cubicBezTo>
                    <a:pt x="9499" y="827"/>
                    <a:pt x="9417" y="743"/>
                    <a:pt x="9314" y="743"/>
                  </a:cubicBezTo>
                  <a:lnTo>
                    <a:pt x="8279" y="743"/>
                  </a:lnTo>
                  <a:lnTo>
                    <a:pt x="8279" y="186"/>
                  </a:lnTo>
                  <a:cubicBezTo>
                    <a:pt x="8279" y="85"/>
                    <a:pt x="8196" y="1"/>
                    <a:pt x="8093" y="1"/>
                  </a:cubicBezTo>
                  <a:lnTo>
                    <a:pt x="7054" y="1"/>
                  </a:lnTo>
                  <a:cubicBezTo>
                    <a:pt x="6953" y="1"/>
                    <a:pt x="6869" y="83"/>
                    <a:pt x="6869" y="186"/>
                  </a:cubicBezTo>
                  <a:lnTo>
                    <a:pt x="6869" y="743"/>
                  </a:lnTo>
                  <a:lnTo>
                    <a:pt x="5584" y="743"/>
                  </a:lnTo>
                  <a:cubicBezTo>
                    <a:pt x="5482" y="743"/>
                    <a:pt x="5398" y="825"/>
                    <a:pt x="5398" y="929"/>
                  </a:cubicBezTo>
                  <a:cubicBezTo>
                    <a:pt x="5398" y="1031"/>
                    <a:pt x="5481" y="1116"/>
                    <a:pt x="5584" y="1116"/>
                  </a:cubicBezTo>
                  <a:lnTo>
                    <a:pt x="6869" y="1116"/>
                  </a:lnTo>
                  <a:lnTo>
                    <a:pt x="6869" y="2376"/>
                  </a:lnTo>
                  <a:lnTo>
                    <a:pt x="2636" y="2376"/>
                  </a:lnTo>
                  <a:lnTo>
                    <a:pt x="2636" y="1116"/>
                  </a:lnTo>
                  <a:lnTo>
                    <a:pt x="3916" y="1116"/>
                  </a:lnTo>
                  <a:cubicBezTo>
                    <a:pt x="4018" y="1116"/>
                    <a:pt x="4102" y="1033"/>
                    <a:pt x="4102" y="929"/>
                  </a:cubicBezTo>
                  <a:cubicBezTo>
                    <a:pt x="4102" y="827"/>
                    <a:pt x="4019" y="743"/>
                    <a:pt x="3916" y="743"/>
                  </a:cubicBezTo>
                  <a:lnTo>
                    <a:pt x="2636" y="743"/>
                  </a:lnTo>
                  <a:lnTo>
                    <a:pt x="2636" y="186"/>
                  </a:lnTo>
                  <a:cubicBezTo>
                    <a:pt x="2636" y="85"/>
                    <a:pt x="2553" y="1"/>
                    <a:pt x="24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7"/>
            <p:cNvSpPr/>
            <p:nvPr/>
          </p:nvSpPr>
          <p:spPr>
            <a:xfrm>
              <a:off x="2808630" y="1313422"/>
              <a:ext cx="12151" cy="12151"/>
            </a:xfrm>
            <a:custGeom>
              <a:rect b="b" l="l" r="r" t="t"/>
              <a:pathLst>
                <a:path extrusionOk="0" h="373" w="373">
                  <a:moveTo>
                    <a:pt x="186" y="1"/>
                  </a:moveTo>
                  <a:cubicBezTo>
                    <a:pt x="83" y="1"/>
                    <a:pt x="0" y="84"/>
                    <a:pt x="0" y="186"/>
                  </a:cubicBezTo>
                  <a:cubicBezTo>
                    <a:pt x="0" y="290"/>
                    <a:pt x="83" y="373"/>
                    <a:pt x="186" y="373"/>
                  </a:cubicBezTo>
                  <a:cubicBezTo>
                    <a:pt x="289" y="373"/>
                    <a:pt x="372" y="289"/>
                    <a:pt x="372" y="186"/>
                  </a:cubicBezTo>
                  <a:cubicBezTo>
                    <a:pt x="372" y="84"/>
                    <a:pt x="289"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5" name="Google Shape;6745;p57"/>
          <p:cNvGrpSpPr/>
          <p:nvPr/>
        </p:nvGrpSpPr>
        <p:grpSpPr>
          <a:xfrm>
            <a:off x="7037534" y="4130417"/>
            <a:ext cx="309519" cy="309617"/>
            <a:chOff x="2659946" y="1289217"/>
            <a:chExt cx="309519" cy="309617"/>
          </a:xfrm>
        </p:grpSpPr>
        <p:sp>
          <p:nvSpPr>
            <p:cNvPr id="6746" name="Google Shape;6746;p57"/>
            <p:cNvSpPr/>
            <p:nvPr/>
          </p:nvSpPr>
          <p:spPr>
            <a:xfrm>
              <a:off x="2659946" y="1289217"/>
              <a:ext cx="309519" cy="309617"/>
            </a:xfrm>
            <a:custGeom>
              <a:rect b="b" l="l" r="r" t="t"/>
              <a:pathLst>
                <a:path extrusionOk="0" h="9504" w="9501">
                  <a:moveTo>
                    <a:pt x="9129" y="1113"/>
                  </a:moveTo>
                  <a:lnTo>
                    <a:pt x="9129" y="1116"/>
                  </a:lnTo>
                  <a:lnTo>
                    <a:pt x="9129" y="2376"/>
                  </a:lnTo>
                  <a:lnTo>
                    <a:pt x="8279" y="2376"/>
                  </a:lnTo>
                  <a:lnTo>
                    <a:pt x="8279" y="1931"/>
                  </a:lnTo>
                  <a:lnTo>
                    <a:pt x="8421" y="1931"/>
                  </a:lnTo>
                  <a:cubicBezTo>
                    <a:pt x="8524" y="1931"/>
                    <a:pt x="8608" y="1849"/>
                    <a:pt x="8608" y="1745"/>
                  </a:cubicBezTo>
                  <a:cubicBezTo>
                    <a:pt x="8608" y="1643"/>
                    <a:pt x="8525" y="1559"/>
                    <a:pt x="8421" y="1559"/>
                  </a:cubicBezTo>
                  <a:lnTo>
                    <a:pt x="8279" y="1559"/>
                  </a:lnTo>
                  <a:lnTo>
                    <a:pt x="8279" y="1113"/>
                  </a:lnTo>
                  <a:close/>
                  <a:moveTo>
                    <a:pt x="1224" y="1117"/>
                  </a:moveTo>
                  <a:lnTo>
                    <a:pt x="1224" y="1562"/>
                  </a:lnTo>
                  <a:lnTo>
                    <a:pt x="1082" y="1562"/>
                  </a:lnTo>
                  <a:cubicBezTo>
                    <a:pt x="979" y="1562"/>
                    <a:pt x="896" y="1645"/>
                    <a:pt x="896" y="1747"/>
                  </a:cubicBezTo>
                  <a:cubicBezTo>
                    <a:pt x="896" y="1850"/>
                    <a:pt x="978" y="1934"/>
                    <a:pt x="1082" y="1934"/>
                  </a:cubicBezTo>
                  <a:lnTo>
                    <a:pt x="1224" y="1934"/>
                  </a:lnTo>
                  <a:lnTo>
                    <a:pt x="1224" y="2379"/>
                  </a:lnTo>
                  <a:lnTo>
                    <a:pt x="371" y="2379"/>
                  </a:lnTo>
                  <a:lnTo>
                    <a:pt x="371" y="2378"/>
                  </a:lnTo>
                  <a:lnTo>
                    <a:pt x="371" y="1117"/>
                  </a:lnTo>
                  <a:close/>
                  <a:moveTo>
                    <a:pt x="6870" y="2748"/>
                  </a:moveTo>
                  <a:lnTo>
                    <a:pt x="6870" y="3752"/>
                  </a:lnTo>
                  <a:lnTo>
                    <a:pt x="2636" y="3752"/>
                  </a:lnTo>
                  <a:lnTo>
                    <a:pt x="2636" y="2748"/>
                  </a:lnTo>
                  <a:close/>
                  <a:moveTo>
                    <a:pt x="9129" y="4121"/>
                  </a:moveTo>
                  <a:lnTo>
                    <a:pt x="9129" y="4123"/>
                  </a:lnTo>
                  <a:lnTo>
                    <a:pt x="9129" y="5385"/>
                  </a:lnTo>
                  <a:lnTo>
                    <a:pt x="8279" y="5385"/>
                  </a:lnTo>
                  <a:lnTo>
                    <a:pt x="8279" y="4939"/>
                  </a:lnTo>
                  <a:lnTo>
                    <a:pt x="8421" y="4939"/>
                  </a:lnTo>
                  <a:cubicBezTo>
                    <a:pt x="8524" y="4939"/>
                    <a:pt x="8608" y="4857"/>
                    <a:pt x="8608" y="4753"/>
                  </a:cubicBezTo>
                  <a:cubicBezTo>
                    <a:pt x="8608" y="4651"/>
                    <a:pt x="8525" y="4566"/>
                    <a:pt x="8421" y="4566"/>
                  </a:cubicBezTo>
                  <a:lnTo>
                    <a:pt x="8279" y="4566"/>
                  </a:lnTo>
                  <a:lnTo>
                    <a:pt x="8279" y="4121"/>
                  </a:lnTo>
                  <a:close/>
                  <a:moveTo>
                    <a:pt x="6870" y="4124"/>
                  </a:moveTo>
                  <a:lnTo>
                    <a:pt x="6870" y="5386"/>
                  </a:lnTo>
                  <a:lnTo>
                    <a:pt x="2636" y="5386"/>
                  </a:lnTo>
                  <a:lnTo>
                    <a:pt x="2636" y="4124"/>
                  </a:lnTo>
                  <a:close/>
                  <a:moveTo>
                    <a:pt x="1224" y="4124"/>
                  </a:moveTo>
                  <a:lnTo>
                    <a:pt x="1224" y="4569"/>
                  </a:lnTo>
                  <a:lnTo>
                    <a:pt x="1082" y="4569"/>
                  </a:lnTo>
                  <a:cubicBezTo>
                    <a:pt x="979" y="4569"/>
                    <a:pt x="896" y="4652"/>
                    <a:pt x="896" y="4756"/>
                  </a:cubicBezTo>
                  <a:cubicBezTo>
                    <a:pt x="896" y="4858"/>
                    <a:pt x="978" y="4941"/>
                    <a:pt x="1082" y="4941"/>
                  </a:cubicBezTo>
                  <a:lnTo>
                    <a:pt x="1224" y="4941"/>
                  </a:lnTo>
                  <a:lnTo>
                    <a:pt x="1224" y="5387"/>
                  </a:lnTo>
                  <a:lnTo>
                    <a:pt x="371" y="5387"/>
                  </a:lnTo>
                  <a:lnTo>
                    <a:pt x="371" y="5386"/>
                  </a:lnTo>
                  <a:lnTo>
                    <a:pt x="371" y="4124"/>
                  </a:lnTo>
                  <a:close/>
                  <a:moveTo>
                    <a:pt x="6870" y="5756"/>
                  </a:moveTo>
                  <a:lnTo>
                    <a:pt x="6870" y="6760"/>
                  </a:lnTo>
                  <a:lnTo>
                    <a:pt x="2636" y="6760"/>
                  </a:lnTo>
                  <a:lnTo>
                    <a:pt x="2636" y="5756"/>
                  </a:lnTo>
                  <a:close/>
                  <a:moveTo>
                    <a:pt x="6870" y="7131"/>
                  </a:moveTo>
                  <a:lnTo>
                    <a:pt x="6870" y="8392"/>
                  </a:lnTo>
                  <a:lnTo>
                    <a:pt x="2636" y="8392"/>
                  </a:lnTo>
                  <a:lnTo>
                    <a:pt x="2636" y="7131"/>
                  </a:lnTo>
                  <a:close/>
                  <a:moveTo>
                    <a:pt x="9129" y="7130"/>
                  </a:moveTo>
                  <a:lnTo>
                    <a:pt x="9129" y="7131"/>
                  </a:lnTo>
                  <a:lnTo>
                    <a:pt x="9129" y="8392"/>
                  </a:lnTo>
                  <a:lnTo>
                    <a:pt x="8279" y="8392"/>
                  </a:lnTo>
                  <a:lnTo>
                    <a:pt x="8279" y="7947"/>
                  </a:lnTo>
                  <a:lnTo>
                    <a:pt x="8421" y="7947"/>
                  </a:lnTo>
                  <a:cubicBezTo>
                    <a:pt x="8524" y="7947"/>
                    <a:pt x="8608" y="7864"/>
                    <a:pt x="8608" y="7760"/>
                  </a:cubicBezTo>
                  <a:cubicBezTo>
                    <a:pt x="8608" y="7659"/>
                    <a:pt x="8525" y="7575"/>
                    <a:pt x="8421" y="7575"/>
                  </a:cubicBezTo>
                  <a:lnTo>
                    <a:pt x="8279" y="7575"/>
                  </a:lnTo>
                  <a:lnTo>
                    <a:pt x="8279" y="7130"/>
                  </a:lnTo>
                  <a:close/>
                  <a:moveTo>
                    <a:pt x="1224" y="7131"/>
                  </a:moveTo>
                  <a:lnTo>
                    <a:pt x="1224" y="7576"/>
                  </a:lnTo>
                  <a:lnTo>
                    <a:pt x="1082" y="7576"/>
                  </a:lnTo>
                  <a:cubicBezTo>
                    <a:pt x="979" y="7576"/>
                    <a:pt x="896" y="7659"/>
                    <a:pt x="896" y="7763"/>
                  </a:cubicBezTo>
                  <a:cubicBezTo>
                    <a:pt x="896" y="7864"/>
                    <a:pt x="978" y="7948"/>
                    <a:pt x="1082" y="7948"/>
                  </a:cubicBezTo>
                  <a:lnTo>
                    <a:pt x="1224" y="7948"/>
                  </a:lnTo>
                  <a:lnTo>
                    <a:pt x="1224" y="8393"/>
                  </a:lnTo>
                  <a:lnTo>
                    <a:pt x="371" y="8393"/>
                  </a:lnTo>
                  <a:lnTo>
                    <a:pt x="371" y="7131"/>
                  </a:lnTo>
                  <a:close/>
                  <a:moveTo>
                    <a:pt x="2264" y="373"/>
                  </a:moveTo>
                  <a:lnTo>
                    <a:pt x="2264" y="9131"/>
                  </a:lnTo>
                  <a:lnTo>
                    <a:pt x="1595" y="9131"/>
                  </a:lnTo>
                  <a:lnTo>
                    <a:pt x="1595" y="373"/>
                  </a:lnTo>
                  <a:close/>
                  <a:moveTo>
                    <a:pt x="7908" y="373"/>
                  </a:moveTo>
                  <a:lnTo>
                    <a:pt x="7908" y="9131"/>
                  </a:lnTo>
                  <a:lnTo>
                    <a:pt x="7241" y="9131"/>
                  </a:lnTo>
                  <a:lnTo>
                    <a:pt x="7241" y="373"/>
                  </a:lnTo>
                  <a:close/>
                  <a:moveTo>
                    <a:pt x="1411" y="1"/>
                  </a:moveTo>
                  <a:cubicBezTo>
                    <a:pt x="1308" y="1"/>
                    <a:pt x="1224" y="83"/>
                    <a:pt x="1224" y="186"/>
                  </a:cubicBezTo>
                  <a:lnTo>
                    <a:pt x="1224" y="743"/>
                  </a:lnTo>
                  <a:lnTo>
                    <a:pt x="186" y="743"/>
                  </a:lnTo>
                  <a:cubicBezTo>
                    <a:pt x="85" y="743"/>
                    <a:pt x="1" y="825"/>
                    <a:pt x="1" y="929"/>
                  </a:cubicBezTo>
                  <a:lnTo>
                    <a:pt x="1" y="2562"/>
                  </a:lnTo>
                  <a:cubicBezTo>
                    <a:pt x="1" y="2664"/>
                    <a:pt x="83" y="2748"/>
                    <a:pt x="186" y="2748"/>
                  </a:cubicBezTo>
                  <a:lnTo>
                    <a:pt x="1224" y="2748"/>
                  </a:lnTo>
                  <a:lnTo>
                    <a:pt x="1224" y="3752"/>
                  </a:lnTo>
                  <a:lnTo>
                    <a:pt x="186" y="3752"/>
                  </a:lnTo>
                  <a:cubicBezTo>
                    <a:pt x="85" y="3752"/>
                    <a:pt x="1" y="3835"/>
                    <a:pt x="1" y="3939"/>
                  </a:cubicBezTo>
                  <a:lnTo>
                    <a:pt x="1" y="5571"/>
                  </a:lnTo>
                  <a:cubicBezTo>
                    <a:pt x="1" y="5674"/>
                    <a:pt x="83" y="5757"/>
                    <a:pt x="186" y="5757"/>
                  </a:cubicBezTo>
                  <a:lnTo>
                    <a:pt x="1224" y="5757"/>
                  </a:lnTo>
                  <a:lnTo>
                    <a:pt x="1224" y="6762"/>
                  </a:lnTo>
                  <a:lnTo>
                    <a:pt x="186" y="6762"/>
                  </a:lnTo>
                  <a:cubicBezTo>
                    <a:pt x="85" y="6762"/>
                    <a:pt x="1" y="6844"/>
                    <a:pt x="1" y="6948"/>
                  </a:cubicBezTo>
                  <a:lnTo>
                    <a:pt x="1" y="8581"/>
                  </a:lnTo>
                  <a:cubicBezTo>
                    <a:pt x="1" y="8682"/>
                    <a:pt x="83" y="8766"/>
                    <a:pt x="186" y="8766"/>
                  </a:cubicBezTo>
                  <a:lnTo>
                    <a:pt x="1224" y="8766"/>
                  </a:lnTo>
                  <a:lnTo>
                    <a:pt x="1224" y="9318"/>
                  </a:lnTo>
                  <a:cubicBezTo>
                    <a:pt x="1224" y="9420"/>
                    <a:pt x="1307" y="9504"/>
                    <a:pt x="1411" y="9504"/>
                  </a:cubicBezTo>
                  <a:lnTo>
                    <a:pt x="2449" y="9504"/>
                  </a:lnTo>
                  <a:cubicBezTo>
                    <a:pt x="2552" y="9504"/>
                    <a:pt x="2636" y="9421"/>
                    <a:pt x="2636" y="9318"/>
                  </a:cubicBezTo>
                  <a:lnTo>
                    <a:pt x="2636" y="8766"/>
                  </a:lnTo>
                  <a:lnTo>
                    <a:pt x="6870" y="8766"/>
                  </a:lnTo>
                  <a:lnTo>
                    <a:pt x="6870" y="9318"/>
                  </a:lnTo>
                  <a:cubicBezTo>
                    <a:pt x="6870" y="9420"/>
                    <a:pt x="6953" y="9504"/>
                    <a:pt x="7055" y="9504"/>
                  </a:cubicBezTo>
                  <a:lnTo>
                    <a:pt x="8095" y="9504"/>
                  </a:lnTo>
                  <a:cubicBezTo>
                    <a:pt x="8196" y="9504"/>
                    <a:pt x="8280" y="9421"/>
                    <a:pt x="8280" y="9318"/>
                  </a:cubicBezTo>
                  <a:lnTo>
                    <a:pt x="8280" y="8766"/>
                  </a:lnTo>
                  <a:lnTo>
                    <a:pt x="9315" y="8766"/>
                  </a:lnTo>
                  <a:cubicBezTo>
                    <a:pt x="9417" y="8766"/>
                    <a:pt x="9500" y="8684"/>
                    <a:pt x="9500" y="8581"/>
                  </a:cubicBezTo>
                  <a:lnTo>
                    <a:pt x="9500" y="6948"/>
                  </a:lnTo>
                  <a:cubicBezTo>
                    <a:pt x="9500" y="6846"/>
                    <a:pt x="9418" y="6762"/>
                    <a:pt x="9315" y="6762"/>
                  </a:cubicBezTo>
                  <a:lnTo>
                    <a:pt x="8280" y="6762"/>
                  </a:lnTo>
                  <a:lnTo>
                    <a:pt x="8280" y="5756"/>
                  </a:lnTo>
                  <a:lnTo>
                    <a:pt x="9315" y="5756"/>
                  </a:lnTo>
                  <a:cubicBezTo>
                    <a:pt x="9417" y="5756"/>
                    <a:pt x="9500" y="5674"/>
                    <a:pt x="9500" y="5570"/>
                  </a:cubicBezTo>
                  <a:lnTo>
                    <a:pt x="9500" y="3937"/>
                  </a:lnTo>
                  <a:cubicBezTo>
                    <a:pt x="9500" y="3835"/>
                    <a:pt x="9418" y="3751"/>
                    <a:pt x="9315" y="3751"/>
                  </a:cubicBezTo>
                  <a:lnTo>
                    <a:pt x="8280" y="3751"/>
                  </a:lnTo>
                  <a:lnTo>
                    <a:pt x="8280" y="2747"/>
                  </a:lnTo>
                  <a:lnTo>
                    <a:pt x="9314" y="2747"/>
                  </a:lnTo>
                  <a:lnTo>
                    <a:pt x="9314" y="2748"/>
                  </a:lnTo>
                  <a:cubicBezTo>
                    <a:pt x="9416" y="2748"/>
                    <a:pt x="9499" y="2666"/>
                    <a:pt x="9499" y="2562"/>
                  </a:cubicBezTo>
                  <a:lnTo>
                    <a:pt x="9499" y="929"/>
                  </a:lnTo>
                  <a:cubicBezTo>
                    <a:pt x="9499" y="827"/>
                    <a:pt x="9417" y="743"/>
                    <a:pt x="9314" y="743"/>
                  </a:cubicBezTo>
                  <a:lnTo>
                    <a:pt x="8279" y="743"/>
                  </a:lnTo>
                  <a:lnTo>
                    <a:pt x="8279" y="186"/>
                  </a:lnTo>
                  <a:cubicBezTo>
                    <a:pt x="8279" y="85"/>
                    <a:pt x="8196" y="1"/>
                    <a:pt x="8093" y="1"/>
                  </a:cubicBezTo>
                  <a:lnTo>
                    <a:pt x="7054" y="1"/>
                  </a:lnTo>
                  <a:cubicBezTo>
                    <a:pt x="6953" y="1"/>
                    <a:pt x="6869" y="83"/>
                    <a:pt x="6869" y="186"/>
                  </a:cubicBezTo>
                  <a:lnTo>
                    <a:pt x="6869" y="743"/>
                  </a:lnTo>
                  <a:lnTo>
                    <a:pt x="5584" y="743"/>
                  </a:lnTo>
                  <a:cubicBezTo>
                    <a:pt x="5482" y="743"/>
                    <a:pt x="5398" y="825"/>
                    <a:pt x="5398" y="929"/>
                  </a:cubicBezTo>
                  <a:cubicBezTo>
                    <a:pt x="5398" y="1031"/>
                    <a:pt x="5481" y="1116"/>
                    <a:pt x="5584" y="1116"/>
                  </a:cubicBezTo>
                  <a:lnTo>
                    <a:pt x="6869" y="1116"/>
                  </a:lnTo>
                  <a:lnTo>
                    <a:pt x="6869" y="2376"/>
                  </a:lnTo>
                  <a:lnTo>
                    <a:pt x="2636" y="2376"/>
                  </a:lnTo>
                  <a:lnTo>
                    <a:pt x="2636" y="1116"/>
                  </a:lnTo>
                  <a:lnTo>
                    <a:pt x="3916" y="1116"/>
                  </a:lnTo>
                  <a:cubicBezTo>
                    <a:pt x="4018" y="1116"/>
                    <a:pt x="4102" y="1033"/>
                    <a:pt x="4102" y="929"/>
                  </a:cubicBezTo>
                  <a:cubicBezTo>
                    <a:pt x="4102" y="827"/>
                    <a:pt x="4019" y="743"/>
                    <a:pt x="3916" y="743"/>
                  </a:cubicBezTo>
                  <a:lnTo>
                    <a:pt x="2636" y="743"/>
                  </a:lnTo>
                  <a:lnTo>
                    <a:pt x="2636" y="186"/>
                  </a:lnTo>
                  <a:cubicBezTo>
                    <a:pt x="2636" y="85"/>
                    <a:pt x="2553" y="1"/>
                    <a:pt x="24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7"/>
            <p:cNvSpPr/>
            <p:nvPr/>
          </p:nvSpPr>
          <p:spPr>
            <a:xfrm>
              <a:off x="2808630" y="1313422"/>
              <a:ext cx="12151" cy="12151"/>
            </a:xfrm>
            <a:custGeom>
              <a:rect b="b" l="l" r="r" t="t"/>
              <a:pathLst>
                <a:path extrusionOk="0" h="373" w="373">
                  <a:moveTo>
                    <a:pt x="186" y="1"/>
                  </a:moveTo>
                  <a:cubicBezTo>
                    <a:pt x="83" y="1"/>
                    <a:pt x="0" y="84"/>
                    <a:pt x="0" y="186"/>
                  </a:cubicBezTo>
                  <a:cubicBezTo>
                    <a:pt x="0" y="290"/>
                    <a:pt x="83" y="373"/>
                    <a:pt x="186" y="373"/>
                  </a:cubicBezTo>
                  <a:cubicBezTo>
                    <a:pt x="289" y="373"/>
                    <a:pt x="372" y="289"/>
                    <a:pt x="372" y="186"/>
                  </a:cubicBezTo>
                  <a:cubicBezTo>
                    <a:pt x="372" y="84"/>
                    <a:pt x="289"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8" name="Google Shape;6748;p57"/>
          <p:cNvGrpSpPr/>
          <p:nvPr/>
        </p:nvGrpSpPr>
        <p:grpSpPr>
          <a:xfrm>
            <a:off x="7504259" y="4130417"/>
            <a:ext cx="309519" cy="309617"/>
            <a:chOff x="2659946" y="1289217"/>
            <a:chExt cx="309519" cy="309617"/>
          </a:xfrm>
        </p:grpSpPr>
        <p:sp>
          <p:nvSpPr>
            <p:cNvPr id="6749" name="Google Shape;6749;p57"/>
            <p:cNvSpPr/>
            <p:nvPr/>
          </p:nvSpPr>
          <p:spPr>
            <a:xfrm>
              <a:off x="2659946" y="1289217"/>
              <a:ext cx="309519" cy="309617"/>
            </a:xfrm>
            <a:custGeom>
              <a:rect b="b" l="l" r="r" t="t"/>
              <a:pathLst>
                <a:path extrusionOk="0" h="9504" w="9501">
                  <a:moveTo>
                    <a:pt x="9129" y="1113"/>
                  </a:moveTo>
                  <a:lnTo>
                    <a:pt x="9129" y="1116"/>
                  </a:lnTo>
                  <a:lnTo>
                    <a:pt x="9129" y="2376"/>
                  </a:lnTo>
                  <a:lnTo>
                    <a:pt x="8279" y="2376"/>
                  </a:lnTo>
                  <a:lnTo>
                    <a:pt x="8279" y="1931"/>
                  </a:lnTo>
                  <a:lnTo>
                    <a:pt x="8421" y="1931"/>
                  </a:lnTo>
                  <a:cubicBezTo>
                    <a:pt x="8524" y="1931"/>
                    <a:pt x="8608" y="1849"/>
                    <a:pt x="8608" y="1745"/>
                  </a:cubicBezTo>
                  <a:cubicBezTo>
                    <a:pt x="8608" y="1643"/>
                    <a:pt x="8525" y="1559"/>
                    <a:pt x="8421" y="1559"/>
                  </a:cubicBezTo>
                  <a:lnTo>
                    <a:pt x="8279" y="1559"/>
                  </a:lnTo>
                  <a:lnTo>
                    <a:pt x="8279" y="1113"/>
                  </a:lnTo>
                  <a:close/>
                  <a:moveTo>
                    <a:pt x="1224" y="1117"/>
                  </a:moveTo>
                  <a:lnTo>
                    <a:pt x="1224" y="1562"/>
                  </a:lnTo>
                  <a:lnTo>
                    <a:pt x="1082" y="1562"/>
                  </a:lnTo>
                  <a:cubicBezTo>
                    <a:pt x="979" y="1562"/>
                    <a:pt x="896" y="1645"/>
                    <a:pt x="896" y="1747"/>
                  </a:cubicBezTo>
                  <a:cubicBezTo>
                    <a:pt x="896" y="1850"/>
                    <a:pt x="978" y="1934"/>
                    <a:pt x="1082" y="1934"/>
                  </a:cubicBezTo>
                  <a:lnTo>
                    <a:pt x="1224" y="1934"/>
                  </a:lnTo>
                  <a:lnTo>
                    <a:pt x="1224" y="2379"/>
                  </a:lnTo>
                  <a:lnTo>
                    <a:pt x="371" y="2379"/>
                  </a:lnTo>
                  <a:lnTo>
                    <a:pt x="371" y="2378"/>
                  </a:lnTo>
                  <a:lnTo>
                    <a:pt x="371" y="1117"/>
                  </a:lnTo>
                  <a:close/>
                  <a:moveTo>
                    <a:pt x="6870" y="2748"/>
                  </a:moveTo>
                  <a:lnTo>
                    <a:pt x="6870" y="3752"/>
                  </a:lnTo>
                  <a:lnTo>
                    <a:pt x="2636" y="3752"/>
                  </a:lnTo>
                  <a:lnTo>
                    <a:pt x="2636" y="2748"/>
                  </a:lnTo>
                  <a:close/>
                  <a:moveTo>
                    <a:pt x="9129" y="4121"/>
                  </a:moveTo>
                  <a:lnTo>
                    <a:pt x="9129" y="4123"/>
                  </a:lnTo>
                  <a:lnTo>
                    <a:pt x="9129" y="5385"/>
                  </a:lnTo>
                  <a:lnTo>
                    <a:pt x="8279" y="5385"/>
                  </a:lnTo>
                  <a:lnTo>
                    <a:pt x="8279" y="4939"/>
                  </a:lnTo>
                  <a:lnTo>
                    <a:pt x="8421" y="4939"/>
                  </a:lnTo>
                  <a:cubicBezTo>
                    <a:pt x="8524" y="4939"/>
                    <a:pt x="8608" y="4857"/>
                    <a:pt x="8608" y="4753"/>
                  </a:cubicBezTo>
                  <a:cubicBezTo>
                    <a:pt x="8608" y="4651"/>
                    <a:pt x="8525" y="4566"/>
                    <a:pt x="8421" y="4566"/>
                  </a:cubicBezTo>
                  <a:lnTo>
                    <a:pt x="8279" y="4566"/>
                  </a:lnTo>
                  <a:lnTo>
                    <a:pt x="8279" y="4121"/>
                  </a:lnTo>
                  <a:close/>
                  <a:moveTo>
                    <a:pt x="6870" y="4124"/>
                  </a:moveTo>
                  <a:lnTo>
                    <a:pt x="6870" y="5386"/>
                  </a:lnTo>
                  <a:lnTo>
                    <a:pt x="2636" y="5386"/>
                  </a:lnTo>
                  <a:lnTo>
                    <a:pt x="2636" y="4124"/>
                  </a:lnTo>
                  <a:close/>
                  <a:moveTo>
                    <a:pt x="1224" y="4124"/>
                  </a:moveTo>
                  <a:lnTo>
                    <a:pt x="1224" y="4569"/>
                  </a:lnTo>
                  <a:lnTo>
                    <a:pt x="1082" y="4569"/>
                  </a:lnTo>
                  <a:cubicBezTo>
                    <a:pt x="979" y="4569"/>
                    <a:pt x="896" y="4652"/>
                    <a:pt x="896" y="4756"/>
                  </a:cubicBezTo>
                  <a:cubicBezTo>
                    <a:pt x="896" y="4858"/>
                    <a:pt x="978" y="4941"/>
                    <a:pt x="1082" y="4941"/>
                  </a:cubicBezTo>
                  <a:lnTo>
                    <a:pt x="1224" y="4941"/>
                  </a:lnTo>
                  <a:lnTo>
                    <a:pt x="1224" y="5387"/>
                  </a:lnTo>
                  <a:lnTo>
                    <a:pt x="371" y="5387"/>
                  </a:lnTo>
                  <a:lnTo>
                    <a:pt x="371" y="5386"/>
                  </a:lnTo>
                  <a:lnTo>
                    <a:pt x="371" y="4124"/>
                  </a:lnTo>
                  <a:close/>
                  <a:moveTo>
                    <a:pt x="6870" y="5756"/>
                  </a:moveTo>
                  <a:lnTo>
                    <a:pt x="6870" y="6760"/>
                  </a:lnTo>
                  <a:lnTo>
                    <a:pt x="2636" y="6760"/>
                  </a:lnTo>
                  <a:lnTo>
                    <a:pt x="2636" y="5756"/>
                  </a:lnTo>
                  <a:close/>
                  <a:moveTo>
                    <a:pt x="6870" y="7131"/>
                  </a:moveTo>
                  <a:lnTo>
                    <a:pt x="6870" y="8392"/>
                  </a:lnTo>
                  <a:lnTo>
                    <a:pt x="2636" y="8392"/>
                  </a:lnTo>
                  <a:lnTo>
                    <a:pt x="2636" y="7131"/>
                  </a:lnTo>
                  <a:close/>
                  <a:moveTo>
                    <a:pt x="9129" y="7130"/>
                  </a:moveTo>
                  <a:lnTo>
                    <a:pt x="9129" y="7131"/>
                  </a:lnTo>
                  <a:lnTo>
                    <a:pt x="9129" y="8392"/>
                  </a:lnTo>
                  <a:lnTo>
                    <a:pt x="8279" y="8392"/>
                  </a:lnTo>
                  <a:lnTo>
                    <a:pt x="8279" y="7947"/>
                  </a:lnTo>
                  <a:lnTo>
                    <a:pt x="8421" y="7947"/>
                  </a:lnTo>
                  <a:cubicBezTo>
                    <a:pt x="8524" y="7947"/>
                    <a:pt x="8608" y="7864"/>
                    <a:pt x="8608" y="7760"/>
                  </a:cubicBezTo>
                  <a:cubicBezTo>
                    <a:pt x="8608" y="7659"/>
                    <a:pt x="8525" y="7575"/>
                    <a:pt x="8421" y="7575"/>
                  </a:cubicBezTo>
                  <a:lnTo>
                    <a:pt x="8279" y="7575"/>
                  </a:lnTo>
                  <a:lnTo>
                    <a:pt x="8279" y="7130"/>
                  </a:lnTo>
                  <a:close/>
                  <a:moveTo>
                    <a:pt x="1224" y="7131"/>
                  </a:moveTo>
                  <a:lnTo>
                    <a:pt x="1224" y="7576"/>
                  </a:lnTo>
                  <a:lnTo>
                    <a:pt x="1082" y="7576"/>
                  </a:lnTo>
                  <a:cubicBezTo>
                    <a:pt x="979" y="7576"/>
                    <a:pt x="896" y="7659"/>
                    <a:pt x="896" y="7763"/>
                  </a:cubicBezTo>
                  <a:cubicBezTo>
                    <a:pt x="896" y="7864"/>
                    <a:pt x="978" y="7948"/>
                    <a:pt x="1082" y="7948"/>
                  </a:cubicBezTo>
                  <a:lnTo>
                    <a:pt x="1224" y="7948"/>
                  </a:lnTo>
                  <a:lnTo>
                    <a:pt x="1224" y="8393"/>
                  </a:lnTo>
                  <a:lnTo>
                    <a:pt x="371" y="8393"/>
                  </a:lnTo>
                  <a:lnTo>
                    <a:pt x="371" y="7131"/>
                  </a:lnTo>
                  <a:close/>
                  <a:moveTo>
                    <a:pt x="2264" y="373"/>
                  </a:moveTo>
                  <a:lnTo>
                    <a:pt x="2264" y="9131"/>
                  </a:lnTo>
                  <a:lnTo>
                    <a:pt x="1595" y="9131"/>
                  </a:lnTo>
                  <a:lnTo>
                    <a:pt x="1595" y="373"/>
                  </a:lnTo>
                  <a:close/>
                  <a:moveTo>
                    <a:pt x="7908" y="373"/>
                  </a:moveTo>
                  <a:lnTo>
                    <a:pt x="7908" y="9131"/>
                  </a:lnTo>
                  <a:lnTo>
                    <a:pt x="7241" y="9131"/>
                  </a:lnTo>
                  <a:lnTo>
                    <a:pt x="7241" y="373"/>
                  </a:lnTo>
                  <a:close/>
                  <a:moveTo>
                    <a:pt x="1411" y="1"/>
                  </a:moveTo>
                  <a:cubicBezTo>
                    <a:pt x="1308" y="1"/>
                    <a:pt x="1224" y="83"/>
                    <a:pt x="1224" y="186"/>
                  </a:cubicBezTo>
                  <a:lnTo>
                    <a:pt x="1224" y="743"/>
                  </a:lnTo>
                  <a:lnTo>
                    <a:pt x="186" y="743"/>
                  </a:lnTo>
                  <a:cubicBezTo>
                    <a:pt x="85" y="743"/>
                    <a:pt x="1" y="825"/>
                    <a:pt x="1" y="929"/>
                  </a:cubicBezTo>
                  <a:lnTo>
                    <a:pt x="1" y="2562"/>
                  </a:lnTo>
                  <a:cubicBezTo>
                    <a:pt x="1" y="2664"/>
                    <a:pt x="83" y="2748"/>
                    <a:pt x="186" y="2748"/>
                  </a:cubicBezTo>
                  <a:lnTo>
                    <a:pt x="1224" y="2748"/>
                  </a:lnTo>
                  <a:lnTo>
                    <a:pt x="1224" y="3752"/>
                  </a:lnTo>
                  <a:lnTo>
                    <a:pt x="186" y="3752"/>
                  </a:lnTo>
                  <a:cubicBezTo>
                    <a:pt x="85" y="3752"/>
                    <a:pt x="1" y="3835"/>
                    <a:pt x="1" y="3939"/>
                  </a:cubicBezTo>
                  <a:lnTo>
                    <a:pt x="1" y="5571"/>
                  </a:lnTo>
                  <a:cubicBezTo>
                    <a:pt x="1" y="5674"/>
                    <a:pt x="83" y="5757"/>
                    <a:pt x="186" y="5757"/>
                  </a:cubicBezTo>
                  <a:lnTo>
                    <a:pt x="1224" y="5757"/>
                  </a:lnTo>
                  <a:lnTo>
                    <a:pt x="1224" y="6762"/>
                  </a:lnTo>
                  <a:lnTo>
                    <a:pt x="186" y="6762"/>
                  </a:lnTo>
                  <a:cubicBezTo>
                    <a:pt x="85" y="6762"/>
                    <a:pt x="1" y="6844"/>
                    <a:pt x="1" y="6948"/>
                  </a:cubicBezTo>
                  <a:lnTo>
                    <a:pt x="1" y="8581"/>
                  </a:lnTo>
                  <a:cubicBezTo>
                    <a:pt x="1" y="8682"/>
                    <a:pt x="83" y="8766"/>
                    <a:pt x="186" y="8766"/>
                  </a:cubicBezTo>
                  <a:lnTo>
                    <a:pt x="1224" y="8766"/>
                  </a:lnTo>
                  <a:lnTo>
                    <a:pt x="1224" y="9318"/>
                  </a:lnTo>
                  <a:cubicBezTo>
                    <a:pt x="1224" y="9420"/>
                    <a:pt x="1307" y="9504"/>
                    <a:pt x="1411" y="9504"/>
                  </a:cubicBezTo>
                  <a:lnTo>
                    <a:pt x="2449" y="9504"/>
                  </a:lnTo>
                  <a:cubicBezTo>
                    <a:pt x="2552" y="9504"/>
                    <a:pt x="2636" y="9421"/>
                    <a:pt x="2636" y="9318"/>
                  </a:cubicBezTo>
                  <a:lnTo>
                    <a:pt x="2636" y="8766"/>
                  </a:lnTo>
                  <a:lnTo>
                    <a:pt x="6870" y="8766"/>
                  </a:lnTo>
                  <a:lnTo>
                    <a:pt x="6870" y="9318"/>
                  </a:lnTo>
                  <a:cubicBezTo>
                    <a:pt x="6870" y="9420"/>
                    <a:pt x="6953" y="9504"/>
                    <a:pt x="7055" y="9504"/>
                  </a:cubicBezTo>
                  <a:lnTo>
                    <a:pt x="8095" y="9504"/>
                  </a:lnTo>
                  <a:cubicBezTo>
                    <a:pt x="8196" y="9504"/>
                    <a:pt x="8280" y="9421"/>
                    <a:pt x="8280" y="9318"/>
                  </a:cubicBezTo>
                  <a:lnTo>
                    <a:pt x="8280" y="8766"/>
                  </a:lnTo>
                  <a:lnTo>
                    <a:pt x="9315" y="8766"/>
                  </a:lnTo>
                  <a:cubicBezTo>
                    <a:pt x="9417" y="8766"/>
                    <a:pt x="9500" y="8684"/>
                    <a:pt x="9500" y="8581"/>
                  </a:cubicBezTo>
                  <a:lnTo>
                    <a:pt x="9500" y="6948"/>
                  </a:lnTo>
                  <a:cubicBezTo>
                    <a:pt x="9500" y="6846"/>
                    <a:pt x="9418" y="6762"/>
                    <a:pt x="9315" y="6762"/>
                  </a:cubicBezTo>
                  <a:lnTo>
                    <a:pt x="8280" y="6762"/>
                  </a:lnTo>
                  <a:lnTo>
                    <a:pt x="8280" y="5756"/>
                  </a:lnTo>
                  <a:lnTo>
                    <a:pt x="9315" y="5756"/>
                  </a:lnTo>
                  <a:cubicBezTo>
                    <a:pt x="9417" y="5756"/>
                    <a:pt x="9500" y="5674"/>
                    <a:pt x="9500" y="5570"/>
                  </a:cubicBezTo>
                  <a:lnTo>
                    <a:pt x="9500" y="3937"/>
                  </a:lnTo>
                  <a:cubicBezTo>
                    <a:pt x="9500" y="3835"/>
                    <a:pt x="9418" y="3751"/>
                    <a:pt x="9315" y="3751"/>
                  </a:cubicBezTo>
                  <a:lnTo>
                    <a:pt x="8280" y="3751"/>
                  </a:lnTo>
                  <a:lnTo>
                    <a:pt x="8280" y="2747"/>
                  </a:lnTo>
                  <a:lnTo>
                    <a:pt x="9314" y="2747"/>
                  </a:lnTo>
                  <a:lnTo>
                    <a:pt x="9314" y="2748"/>
                  </a:lnTo>
                  <a:cubicBezTo>
                    <a:pt x="9416" y="2748"/>
                    <a:pt x="9499" y="2666"/>
                    <a:pt x="9499" y="2562"/>
                  </a:cubicBezTo>
                  <a:lnTo>
                    <a:pt x="9499" y="929"/>
                  </a:lnTo>
                  <a:cubicBezTo>
                    <a:pt x="9499" y="827"/>
                    <a:pt x="9417" y="743"/>
                    <a:pt x="9314" y="743"/>
                  </a:cubicBezTo>
                  <a:lnTo>
                    <a:pt x="8279" y="743"/>
                  </a:lnTo>
                  <a:lnTo>
                    <a:pt x="8279" y="186"/>
                  </a:lnTo>
                  <a:cubicBezTo>
                    <a:pt x="8279" y="85"/>
                    <a:pt x="8196" y="1"/>
                    <a:pt x="8093" y="1"/>
                  </a:cubicBezTo>
                  <a:lnTo>
                    <a:pt x="7054" y="1"/>
                  </a:lnTo>
                  <a:cubicBezTo>
                    <a:pt x="6953" y="1"/>
                    <a:pt x="6869" y="83"/>
                    <a:pt x="6869" y="186"/>
                  </a:cubicBezTo>
                  <a:lnTo>
                    <a:pt x="6869" y="743"/>
                  </a:lnTo>
                  <a:lnTo>
                    <a:pt x="5584" y="743"/>
                  </a:lnTo>
                  <a:cubicBezTo>
                    <a:pt x="5482" y="743"/>
                    <a:pt x="5398" y="825"/>
                    <a:pt x="5398" y="929"/>
                  </a:cubicBezTo>
                  <a:cubicBezTo>
                    <a:pt x="5398" y="1031"/>
                    <a:pt x="5481" y="1116"/>
                    <a:pt x="5584" y="1116"/>
                  </a:cubicBezTo>
                  <a:lnTo>
                    <a:pt x="6869" y="1116"/>
                  </a:lnTo>
                  <a:lnTo>
                    <a:pt x="6869" y="2376"/>
                  </a:lnTo>
                  <a:lnTo>
                    <a:pt x="2636" y="2376"/>
                  </a:lnTo>
                  <a:lnTo>
                    <a:pt x="2636" y="1116"/>
                  </a:lnTo>
                  <a:lnTo>
                    <a:pt x="3916" y="1116"/>
                  </a:lnTo>
                  <a:cubicBezTo>
                    <a:pt x="4018" y="1116"/>
                    <a:pt x="4102" y="1033"/>
                    <a:pt x="4102" y="929"/>
                  </a:cubicBezTo>
                  <a:cubicBezTo>
                    <a:pt x="4102" y="827"/>
                    <a:pt x="4019" y="743"/>
                    <a:pt x="3916" y="743"/>
                  </a:cubicBezTo>
                  <a:lnTo>
                    <a:pt x="2636" y="743"/>
                  </a:lnTo>
                  <a:lnTo>
                    <a:pt x="2636" y="186"/>
                  </a:lnTo>
                  <a:cubicBezTo>
                    <a:pt x="2636" y="85"/>
                    <a:pt x="2553" y="1"/>
                    <a:pt x="24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7"/>
            <p:cNvSpPr/>
            <p:nvPr/>
          </p:nvSpPr>
          <p:spPr>
            <a:xfrm>
              <a:off x="2808630" y="1313422"/>
              <a:ext cx="12151" cy="12151"/>
            </a:xfrm>
            <a:custGeom>
              <a:rect b="b" l="l" r="r" t="t"/>
              <a:pathLst>
                <a:path extrusionOk="0" h="373" w="373">
                  <a:moveTo>
                    <a:pt x="186" y="1"/>
                  </a:moveTo>
                  <a:cubicBezTo>
                    <a:pt x="83" y="1"/>
                    <a:pt x="0" y="84"/>
                    <a:pt x="0" y="186"/>
                  </a:cubicBezTo>
                  <a:cubicBezTo>
                    <a:pt x="0" y="290"/>
                    <a:pt x="83" y="373"/>
                    <a:pt x="186" y="373"/>
                  </a:cubicBezTo>
                  <a:cubicBezTo>
                    <a:pt x="289" y="373"/>
                    <a:pt x="372" y="289"/>
                    <a:pt x="372" y="186"/>
                  </a:cubicBezTo>
                  <a:cubicBezTo>
                    <a:pt x="372" y="84"/>
                    <a:pt x="289"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1" name="Google Shape;6751;p57"/>
          <p:cNvGrpSpPr/>
          <p:nvPr/>
        </p:nvGrpSpPr>
        <p:grpSpPr>
          <a:xfrm>
            <a:off x="7970984" y="4130417"/>
            <a:ext cx="309519" cy="309617"/>
            <a:chOff x="2659946" y="1289217"/>
            <a:chExt cx="309519" cy="309617"/>
          </a:xfrm>
        </p:grpSpPr>
        <p:sp>
          <p:nvSpPr>
            <p:cNvPr id="6752" name="Google Shape;6752;p57"/>
            <p:cNvSpPr/>
            <p:nvPr/>
          </p:nvSpPr>
          <p:spPr>
            <a:xfrm>
              <a:off x="2659946" y="1289217"/>
              <a:ext cx="309519" cy="309617"/>
            </a:xfrm>
            <a:custGeom>
              <a:rect b="b" l="l" r="r" t="t"/>
              <a:pathLst>
                <a:path extrusionOk="0" h="9504" w="9501">
                  <a:moveTo>
                    <a:pt x="9129" y="1113"/>
                  </a:moveTo>
                  <a:lnTo>
                    <a:pt x="9129" y="1116"/>
                  </a:lnTo>
                  <a:lnTo>
                    <a:pt x="9129" y="2376"/>
                  </a:lnTo>
                  <a:lnTo>
                    <a:pt x="8279" y="2376"/>
                  </a:lnTo>
                  <a:lnTo>
                    <a:pt x="8279" y="1931"/>
                  </a:lnTo>
                  <a:lnTo>
                    <a:pt x="8421" y="1931"/>
                  </a:lnTo>
                  <a:cubicBezTo>
                    <a:pt x="8524" y="1931"/>
                    <a:pt x="8608" y="1849"/>
                    <a:pt x="8608" y="1745"/>
                  </a:cubicBezTo>
                  <a:cubicBezTo>
                    <a:pt x="8608" y="1643"/>
                    <a:pt x="8525" y="1559"/>
                    <a:pt x="8421" y="1559"/>
                  </a:cubicBezTo>
                  <a:lnTo>
                    <a:pt x="8279" y="1559"/>
                  </a:lnTo>
                  <a:lnTo>
                    <a:pt x="8279" y="1113"/>
                  </a:lnTo>
                  <a:close/>
                  <a:moveTo>
                    <a:pt x="1224" y="1117"/>
                  </a:moveTo>
                  <a:lnTo>
                    <a:pt x="1224" y="1562"/>
                  </a:lnTo>
                  <a:lnTo>
                    <a:pt x="1082" y="1562"/>
                  </a:lnTo>
                  <a:cubicBezTo>
                    <a:pt x="979" y="1562"/>
                    <a:pt x="896" y="1645"/>
                    <a:pt x="896" y="1747"/>
                  </a:cubicBezTo>
                  <a:cubicBezTo>
                    <a:pt x="896" y="1850"/>
                    <a:pt x="978" y="1934"/>
                    <a:pt x="1082" y="1934"/>
                  </a:cubicBezTo>
                  <a:lnTo>
                    <a:pt x="1224" y="1934"/>
                  </a:lnTo>
                  <a:lnTo>
                    <a:pt x="1224" y="2379"/>
                  </a:lnTo>
                  <a:lnTo>
                    <a:pt x="371" y="2379"/>
                  </a:lnTo>
                  <a:lnTo>
                    <a:pt x="371" y="2378"/>
                  </a:lnTo>
                  <a:lnTo>
                    <a:pt x="371" y="1117"/>
                  </a:lnTo>
                  <a:close/>
                  <a:moveTo>
                    <a:pt x="6870" y="2748"/>
                  </a:moveTo>
                  <a:lnTo>
                    <a:pt x="6870" y="3752"/>
                  </a:lnTo>
                  <a:lnTo>
                    <a:pt x="2636" y="3752"/>
                  </a:lnTo>
                  <a:lnTo>
                    <a:pt x="2636" y="2748"/>
                  </a:lnTo>
                  <a:close/>
                  <a:moveTo>
                    <a:pt x="9129" y="4121"/>
                  </a:moveTo>
                  <a:lnTo>
                    <a:pt x="9129" y="4123"/>
                  </a:lnTo>
                  <a:lnTo>
                    <a:pt x="9129" y="5385"/>
                  </a:lnTo>
                  <a:lnTo>
                    <a:pt x="8279" y="5385"/>
                  </a:lnTo>
                  <a:lnTo>
                    <a:pt x="8279" y="4939"/>
                  </a:lnTo>
                  <a:lnTo>
                    <a:pt x="8421" y="4939"/>
                  </a:lnTo>
                  <a:cubicBezTo>
                    <a:pt x="8524" y="4939"/>
                    <a:pt x="8608" y="4857"/>
                    <a:pt x="8608" y="4753"/>
                  </a:cubicBezTo>
                  <a:cubicBezTo>
                    <a:pt x="8608" y="4651"/>
                    <a:pt x="8525" y="4566"/>
                    <a:pt x="8421" y="4566"/>
                  </a:cubicBezTo>
                  <a:lnTo>
                    <a:pt x="8279" y="4566"/>
                  </a:lnTo>
                  <a:lnTo>
                    <a:pt x="8279" y="4121"/>
                  </a:lnTo>
                  <a:close/>
                  <a:moveTo>
                    <a:pt x="6870" y="4124"/>
                  </a:moveTo>
                  <a:lnTo>
                    <a:pt x="6870" y="5386"/>
                  </a:lnTo>
                  <a:lnTo>
                    <a:pt x="2636" y="5386"/>
                  </a:lnTo>
                  <a:lnTo>
                    <a:pt x="2636" y="4124"/>
                  </a:lnTo>
                  <a:close/>
                  <a:moveTo>
                    <a:pt x="1224" y="4124"/>
                  </a:moveTo>
                  <a:lnTo>
                    <a:pt x="1224" y="4569"/>
                  </a:lnTo>
                  <a:lnTo>
                    <a:pt x="1082" y="4569"/>
                  </a:lnTo>
                  <a:cubicBezTo>
                    <a:pt x="979" y="4569"/>
                    <a:pt x="896" y="4652"/>
                    <a:pt x="896" y="4756"/>
                  </a:cubicBezTo>
                  <a:cubicBezTo>
                    <a:pt x="896" y="4858"/>
                    <a:pt x="978" y="4941"/>
                    <a:pt x="1082" y="4941"/>
                  </a:cubicBezTo>
                  <a:lnTo>
                    <a:pt x="1224" y="4941"/>
                  </a:lnTo>
                  <a:lnTo>
                    <a:pt x="1224" y="5387"/>
                  </a:lnTo>
                  <a:lnTo>
                    <a:pt x="371" y="5387"/>
                  </a:lnTo>
                  <a:lnTo>
                    <a:pt x="371" y="5386"/>
                  </a:lnTo>
                  <a:lnTo>
                    <a:pt x="371" y="4124"/>
                  </a:lnTo>
                  <a:close/>
                  <a:moveTo>
                    <a:pt x="6870" y="5756"/>
                  </a:moveTo>
                  <a:lnTo>
                    <a:pt x="6870" y="6760"/>
                  </a:lnTo>
                  <a:lnTo>
                    <a:pt x="2636" y="6760"/>
                  </a:lnTo>
                  <a:lnTo>
                    <a:pt x="2636" y="5756"/>
                  </a:lnTo>
                  <a:close/>
                  <a:moveTo>
                    <a:pt x="6870" y="7131"/>
                  </a:moveTo>
                  <a:lnTo>
                    <a:pt x="6870" y="8392"/>
                  </a:lnTo>
                  <a:lnTo>
                    <a:pt x="2636" y="8392"/>
                  </a:lnTo>
                  <a:lnTo>
                    <a:pt x="2636" y="7131"/>
                  </a:lnTo>
                  <a:close/>
                  <a:moveTo>
                    <a:pt x="9129" y="7130"/>
                  </a:moveTo>
                  <a:lnTo>
                    <a:pt x="9129" y="7131"/>
                  </a:lnTo>
                  <a:lnTo>
                    <a:pt x="9129" y="8392"/>
                  </a:lnTo>
                  <a:lnTo>
                    <a:pt x="8279" y="8392"/>
                  </a:lnTo>
                  <a:lnTo>
                    <a:pt x="8279" y="7947"/>
                  </a:lnTo>
                  <a:lnTo>
                    <a:pt x="8421" y="7947"/>
                  </a:lnTo>
                  <a:cubicBezTo>
                    <a:pt x="8524" y="7947"/>
                    <a:pt x="8608" y="7864"/>
                    <a:pt x="8608" y="7760"/>
                  </a:cubicBezTo>
                  <a:cubicBezTo>
                    <a:pt x="8608" y="7659"/>
                    <a:pt x="8525" y="7575"/>
                    <a:pt x="8421" y="7575"/>
                  </a:cubicBezTo>
                  <a:lnTo>
                    <a:pt x="8279" y="7575"/>
                  </a:lnTo>
                  <a:lnTo>
                    <a:pt x="8279" y="7130"/>
                  </a:lnTo>
                  <a:close/>
                  <a:moveTo>
                    <a:pt x="1224" y="7131"/>
                  </a:moveTo>
                  <a:lnTo>
                    <a:pt x="1224" y="7576"/>
                  </a:lnTo>
                  <a:lnTo>
                    <a:pt x="1082" y="7576"/>
                  </a:lnTo>
                  <a:cubicBezTo>
                    <a:pt x="979" y="7576"/>
                    <a:pt x="896" y="7659"/>
                    <a:pt x="896" y="7763"/>
                  </a:cubicBezTo>
                  <a:cubicBezTo>
                    <a:pt x="896" y="7864"/>
                    <a:pt x="978" y="7948"/>
                    <a:pt x="1082" y="7948"/>
                  </a:cubicBezTo>
                  <a:lnTo>
                    <a:pt x="1224" y="7948"/>
                  </a:lnTo>
                  <a:lnTo>
                    <a:pt x="1224" y="8393"/>
                  </a:lnTo>
                  <a:lnTo>
                    <a:pt x="371" y="8393"/>
                  </a:lnTo>
                  <a:lnTo>
                    <a:pt x="371" y="7131"/>
                  </a:lnTo>
                  <a:close/>
                  <a:moveTo>
                    <a:pt x="2264" y="373"/>
                  </a:moveTo>
                  <a:lnTo>
                    <a:pt x="2264" y="9131"/>
                  </a:lnTo>
                  <a:lnTo>
                    <a:pt x="1595" y="9131"/>
                  </a:lnTo>
                  <a:lnTo>
                    <a:pt x="1595" y="373"/>
                  </a:lnTo>
                  <a:close/>
                  <a:moveTo>
                    <a:pt x="7908" y="373"/>
                  </a:moveTo>
                  <a:lnTo>
                    <a:pt x="7908" y="9131"/>
                  </a:lnTo>
                  <a:lnTo>
                    <a:pt x="7241" y="9131"/>
                  </a:lnTo>
                  <a:lnTo>
                    <a:pt x="7241" y="373"/>
                  </a:lnTo>
                  <a:close/>
                  <a:moveTo>
                    <a:pt x="1411" y="1"/>
                  </a:moveTo>
                  <a:cubicBezTo>
                    <a:pt x="1308" y="1"/>
                    <a:pt x="1224" y="83"/>
                    <a:pt x="1224" y="186"/>
                  </a:cubicBezTo>
                  <a:lnTo>
                    <a:pt x="1224" y="743"/>
                  </a:lnTo>
                  <a:lnTo>
                    <a:pt x="186" y="743"/>
                  </a:lnTo>
                  <a:cubicBezTo>
                    <a:pt x="85" y="743"/>
                    <a:pt x="1" y="825"/>
                    <a:pt x="1" y="929"/>
                  </a:cubicBezTo>
                  <a:lnTo>
                    <a:pt x="1" y="2562"/>
                  </a:lnTo>
                  <a:cubicBezTo>
                    <a:pt x="1" y="2664"/>
                    <a:pt x="83" y="2748"/>
                    <a:pt x="186" y="2748"/>
                  </a:cubicBezTo>
                  <a:lnTo>
                    <a:pt x="1224" y="2748"/>
                  </a:lnTo>
                  <a:lnTo>
                    <a:pt x="1224" y="3752"/>
                  </a:lnTo>
                  <a:lnTo>
                    <a:pt x="186" y="3752"/>
                  </a:lnTo>
                  <a:cubicBezTo>
                    <a:pt x="85" y="3752"/>
                    <a:pt x="1" y="3835"/>
                    <a:pt x="1" y="3939"/>
                  </a:cubicBezTo>
                  <a:lnTo>
                    <a:pt x="1" y="5571"/>
                  </a:lnTo>
                  <a:cubicBezTo>
                    <a:pt x="1" y="5674"/>
                    <a:pt x="83" y="5757"/>
                    <a:pt x="186" y="5757"/>
                  </a:cubicBezTo>
                  <a:lnTo>
                    <a:pt x="1224" y="5757"/>
                  </a:lnTo>
                  <a:lnTo>
                    <a:pt x="1224" y="6762"/>
                  </a:lnTo>
                  <a:lnTo>
                    <a:pt x="186" y="6762"/>
                  </a:lnTo>
                  <a:cubicBezTo>
                    <a:pt x="85" y="6762"/>
                    <a:pt x="1" y="6844"/>
                    <a:pt x="1" y="6948"/>
                  </a:cubicBezTo>
                  <a:lnTo>
                    <a:pt x="1" y="8581"/>
                  </a:lnTo>
                  <a:cubicBezTo>
                    <a:pt x="1" y="8682"/>
                    <a:pt x="83" y="8766"/>
                    <a:pt x="186" y="8766"/>
                  </a:cubicBezTo>
                  <a:lnTo>
                    <a:pt x="1224" y="8766"/>
                  </a:lnTo>
                  <a:lnTo>
                    <a:pt x="1224" y="9318"/>
                  </a:lnTo>
                  <a:cubicBezTo>
                    <a:pt x="1224" y="9420"/>
                    <a:pt x="1307" y="9504"/>
                    <a:pt x="1411" y="9504"/>
                  </a:cubicBezTo>
                  <a:lnTo>
                    <a:pt x="2449" y="9504"/>
                  </a:lnTo>
                  <a:cubicBezTo>
                    <a:pt x="2552" y="9504"/>
                    <a:pt x="2636" y="9421"/>
                    <a:pt x="2636" y="9318"/>
                  </a:cubicBezTo>
                  <a:lnTo>
                    <a:pt x="2636" y="8766"/>
                  </a:lnTo>
                  <a:lnTo>
                    <a:pt x="6870" y="8766"/>
                  </a:lnTo>
                  <a:lnTo>
                    <a:pt x="6870" y="9318"/>
                  </a:lnTo>
                  <a:cubicBezTo>
                    <a:pt x="6870" y="9420"/>
                    <a:pt x="6953" y="9504"/>
                    <a:pt x="7055" y="9504"/>
                  </a:cubicBezTo>
                  <a:lnTo>
                    <a:pt x="8095" y="9504"/>
                  </a:lnTo>
                  <a:cubicBezTo>
                    <a:pt x="8196" y="9504"/>
                    <a:pt x="8280" y="9421"/>
                    <a:pt x="8280" y="9318"/>
                  </a:cubicBezTo>
                  <a:lnTo>
                    <a:pt x="8280" y="8766"/>
                  </a:lnTo>
                  <a:lnTo>
                    <a:pt x="9315" y="8766"/>
                  </a:lnTo>
                  <a:cubicBezTo>
                    <a:pt x="9417" y="8766"/>
                    <a:pt x="9500" y="8684"/>
                    <a:pt x="9500" y="8581"/>
                  </a:cubicBezTo>
                  <a:lnTo>
                    <a:pt x="9500" y="6948"/>
                  </a:lnTo>
                  <a:cubicBezTo>
                    <a:pt x="9500" y="6846"/>
                    <a:pt x="9418" y="6762"/>
                    <a:pt x="9315" y="6762"/>
                  </a:cubicBezTo>
                  <a:lnTo>
                    <a:pt x="8280" y="6762"/>
                  </a:lnTo>
                  <a:lnTo>
                    <a:pt x="8280" y="5756"/>
                  </a:lnTo>
                  <a:lnTo>
                    <a:pt x="9315" y="5756"/>
                  </a:lnTo>
                  <a:cubicBezTo>
                    <a:pt x="9417" y="5756"/>
                    <a:pt x="9500" y="5674"/>
                    <a:pt x="9500" y="5570"/>
                  </a:cubicBezTo>
                  <a:lnTo>
                    <a:pt x="9500" y="3937"/>
                  </a:lnTo>
                  <a:cubicBezTo>
                    <a:pt x="9500" y="3835"/>
                    <a:pt x="9418" y="3751"/>
                    <a:pt x="9315" y="3751"/>
                  </a:cubicBezTo>
                  <a:lnTo>
                    <a:pt x="8280" y="3751"/>
                  </a:lnTo>
                  <a:lnTo>
                    <a:pt x="8280" y="2747"/>
                  </a:lnTo>
                  <a:lnTo>
                    <a:pt x="9314" y="2747"/>
                  </a:lnTo>
                  <a:lnTo>
                    <a:pt x="9314" y="2748"/>
                  </a:lnTo>
                  <a:cubicBezTo>
                    <a:pt x="9416" y="2748"/>
                    <a:pt x="9499" y="2666"/>
                    <a:pt x="9499" y="2562"/>
                  </a:cubicBezTo>
                  <a:lnTo>
                    <a:pt x="9499" y="929"/>
                  </a:lnTo>
                  <a:cubicBezTo>
                    <a:pt x="9499" y="827"/>
                    <a:pt x="9417" y="743"/>
                    <a:pt x="9314" y="743"/>
                  </a:cubicBezTo>
                  <a:lnTo>
                    <a:pt x="8279" y="743"/>
                  </a:lnTo>
                  <a:lnTo>
                    <a:pt x="8279" y="186"/>
                  </a:lnTo>
                  <a:cubicBezTo>
                    <a:pt x="8279" y="85"/>
                    <a:pt x="8196" y="1"/>
                    <a:pt x="8093" y="1"/>
                  </a:cubicBezTo>
                  <a:lnTo>
                    <a:pt x="7054" y="1"/>
                  </a:lnTo>
                  <a:cubicBezTo>
                    <a:pt x="6953" y="1"/>
                    <a:pt x="6869" y="83"/>
                    <a:pt x="6869" y="186"/>
                  </a:cubicBezTo>
                  <a:lnTo>
                    <a:pt x="6869" y="743"/>
                  </a:lnTo>
                  <a:lnTo>
                    <a:pt x="5584" y="743"/>
                  </a:lnTo>
                  <a:cubicBezTo>
                    <a:pt x="5482" y="743"/>
                    <a:pt x="5398" y="825"/>
                    <a:pt x="5398" y="929"/>
                  </a:cubicBezTo>
                  <a:cubicBezTo>
                    <a:pt x="5398" y="1031"/>
                    <a:pt x="5481" y="1116"/>
                    <a:pt x="5584" y="1116"/>
                  </a:cubicBezTo>
                  <a:lnTo>
                    <a:pt x="6869" y="1116"/>
                  </a:lnTo>
                  <a:lnTo>
                    <a:pt x="6869" y="2376"/>
                  </a:lnTo>
                  <a:lnTo>
                    <a:pt x="2636" y="2376"/>
                  </a:lnTo>
                  <a:lnTo>
                    <a:pt x="2636" y="1116"/>
                  </a:lnTo>
                  <a:lnTo>
                    <a:pt x="3916" y="1116"/>
                  </a:lnTo>
                  <a:cubicBezTo>
                    <a:pt x="4018" y="1116"/>
                    <a:pt x="4102" y="1033"/>
                    <a:pt x="4102" y="929"/>
                  </a:cubicBezTo>
                  <a:cubicBezTo>
                    <a:pt x="4102" y="827"/>
                    <a:pt x="4019" y="743"/>
                    <a:pt x="3916" y="743"/>
                  </a:cubicBezTo>
                  <a:lnTo>
                    <a:pt x="2636" y="743"/>
                  </a:lnTo>
                  <a:lnTo>
                    <a:pt x="2636" y="186"/>
                  </a:lnTo>
                  <a:cubicBezTo>
                    <a:pt x="2636" y="85"/>
                    <a:pt x="2553" y="1"/>
                    <a:pt x="24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7"/>
            <p:cNvSpPr/>
            <p:nvPr/>
          </p:nvSpPr>
          <p:spPr>
            <a:xfrm>
              <a:off x="2808630" y="1313422"/>
              <a:ext cx="12151" cy="12151"/>
            </a:xfrm>
            <a:custGeom>
              <a:rect b="b" l="l" r="r" t="t"/>
              <a:pathLst>
                <a:path extrusionOk="0" h="373" w="373">
                  <a:moveTo>
                    <a:pt x="186" y="1"/>
                  </a:moveTo>
                  <a:cubicBezTo>
                    <a:pt x="83" y="1"/>
                    <a:pt x="0" y="84"/>
                    <a:pt x="0" y="186"/>
                  </a:cubicBezTo>
                  <a:cubicBezTo>
                    <a:pt x="0" y="290"/>
                    <a:pt x="83" y="373"/>
                    <a:pt x="186" y="373"/>
                  </a:cubicBezTo>
                  <a:cubicBezTo>
                    <a:pt x="289" y="373"/>
                    <a:pt x="372" y="289"/>
                    <a:pt x="372" y="186"/>
                  </a:cubicBezTo>
                  <a:cubicBezTo>
                    <a:pt x="372" y="84"/>
                    <a:pt x="289"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57" name="Shape 6757"/>
        <p:cNvGrpSpPr/>
        <p:nvPr/>
      </p:nvGrpSpPr>
      <p:grpSpPr>
        <a:xfrm>
          <a:off x="0" y="0"/>
          <a:ext cx="0" cy="0"/>
          <a:chOff x="0" y="0"/>
          <a:chExt cx="0" cy="0"/>
        </a:xfrm>
      </p:grpSpPr>
      <p:graphicFrame>
        <p:nvGraphicFramePr>
          <p:cNvPr id="6758" name="Google Shape;6758;p58"/>
          <p:cNvGraphicFramePr/>
          <p:nvPr/>
        </p:nvGraphicFramePr>
        <p:xfrm>
          <a:off x="1491925" y="1903210"/>
          <a:ext cx="3000000" cy="3000000"/>
        </p:xfrm>
        <a:graphic>
          <a:graphicData uri="http://schemas.openxmlformats.org/drawingml/2006/table">
            <a:tbl>
              <a:tblPr>
                <a:noFill/>
                <a:tableStyleId>{E34B7692-8FE2-46F9-8269-D298855FF4E1}</a:tableStyleId>
              </a:tblPr>
              <a:tblGrid>
                <a:gridCol w="1272625"/>
              </a:tblGrid>
              <a:tr h="374450">
                <a:tc>
                  <a:txBody>
                    <a:bodyPr/>
                    <a:lstStyle/>
                    <a:p>
                      <a:pPr indent="0" lvl="0" marL="0" rtl="0" algn="ctr">
                        <a:spcBef>
                          <a:spcPts val="0"/>
                        </a:spcBef>
                        <a:spcAft>
                          <a:spcPts val="0"/>
                        </a:spcAft>
                        <a:buNone/>
                      </a:pPr>
                      <a:r>
                        <a:rPr b="1" lang="en">
                          <a:solidFill>
                            <a:schemeClr val="dk1"/>
                          </a:solidFill>
                          <a:latin typeface="Lato"/>
                          <a:ea typeface="Lato"/>
                          <a:cs typeface="Lato"/>
                          <a:sym typeface="Lato"/>
                        </a:rPr>
                        <a:t>Copper</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74450">
                <a:tc>
                  <a:txBody>
                    <a:bodyPr/>
                    <a:lstStyle/>
                    <a:p>
                      <a:pPr indent="0" lvl="0" marL="0" rtl="0" algn="ctr">
                        <a:spcBef>
                          <a:spcPts val="0"/>
                        </a:spcBef>
                        <a:spcAft>
                          <a:spcPts val="0"/>
                        </a:spcAft>
                        <a:buNone/>
                      </a:pPr>
                      <a:r>
                        <a:rPr lang="en">
                          <a:solidFill>
                            <a:schemeClr val="dk1"/>
                          </a:solidFill>
                          <a:latin typeface="Lato"/>
                          <a:ea typeface="Lato"/>
                          <a:cs typeface="Lato"/>
                          <a:sym typeface="Lato"/>
                        </a:rPr>
                        <a:t>Gold</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74450">
                <a:tc>
                  <a:txBody>
                    <a:bodyPr/>
                    <a:lstStyle/>
                    <a:p>
                      <a:pPr indent="0" lvl="0" marL="0" rtl="0" algn="ctr">
                        <a:spcBef>
                          <a:spcPts val="0"/>
                        </a:spcBef>
                        <a:spcAft>
                          <a:spcPts val="0"/>
                        </a:spcAft>
                        <a:buNone/>
                      </a:pPr>
                      <a:r>
                        <a:rPr lang="en">
                          <a:solidFill>
                            <a:schemeClr val="dk1"/>
                          </a:solidFill>
                          <a:latin typeface="Lato"/>
                          <a:ea typeface="Lato"/>
                          <a:cs typeface="Lato"/>
                          <a:sym typeface="Lato"/>
                        </a:rPr>
                        <a:t>Zinc</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74450">
                <a:tc>
                  <a:txBody>
                    <a:bodyPr/>
                    <a:lstStyle/>
                    <a:p>
                      <a:pPr indent="0" lvl="0" marL="0" rtl="0" algn="ctr">
                        <a:spcBef>
                          <a:spcPts val="0"/>
                        </a:spcBef>
                        <a:spcAft>
                          <a:spcPts val="0"/>
                        </a:spcAft>
                        <a:buNone/>
                      </a:pPr>
                      <a:r>
                        <a:rPr lang="en">
                          <a:solidFill>
                            <a:schemeClr val="dk1"/>
                          </a:solidFill>
                          <a:latin typeface="Lato"/>
                          <a:ea typeface="Lato"/>
                          <a:cs typeface="Lato"/>
                          <a:sym typeface="Lato"/>
                        </a:rPr>
                        <a:t>Rock</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74450">
                <a:tc>
                  <a:txBody>
                    <a:bodyPr/>
                    <a:lstStyle/>
                    <a:p>
                      <a:pPr indent="0" lvl="0" marL="0" rtl="0" algn="ctr">
                        <a:spcBef>
                          <a:spcPts val="0"/>
                        </a:spcBef>
                        <a:spcAft>
                          <a:spcPts val="0"/>
                        </a:spcAft>
                        <a:buNone/>
                      </a:pPr>
                      <a:r>
                        <a:rPr lang="en">
                          <a:solidFill>
                            <a:schemeClr val="dk1"/>
                          </a:solidFill>
                          <a:latin typeface="Lato"/>
                          <a:ea typeface="Lato"/>
                          <a:cs typeface="Lato"/>
                          <a:sym typeface="Lato"/>
                        </a:rPr>
                        <a:t>Coal</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74450">
                <a:tc>
                  <a:txBody>
                    <a:bodyPr/>
                    <a:lstStyle/>
                    <a:p>
                      <a:pPr indent="0" lvl="0" marL="0" rtl="0" algn="ctr">
                        <a:spcBef>
                          <a:spcPts val="0"/>
                        </a:spcBef>
                        <a:spcAft>
                          <a:spcPts val="0"/>
                        </a:spcAft>
                        <a:buNone/>
                      </a:pPr>
                      <a:r>
                        <a:rPr lang="en">
                          <a:solidFill>
                            <a:schemeClr val="dk1"/>
                          </a:solidFill>
                          <a:latin typeface="Lato"/>
                          <a:ea typeface="Lato"/>
                          <a:cs typeface="Lato"/>
                          <a:sym typeface="Lato"/>
                        </a:rPr>
                        <a:t>Iron</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74450">
                <a:tc>
                  <a:txBody>
                    <a:bodyPr/>
                    <a:lstStyle/>
                    <a:p>
                      <a:pPr indent="0" lvl="0" marL="0" rtl="0" algn="ctr">
                        <a:spcBef>
                          <a:spcPts val="0"/>
                        </a:spcBef>
                        <a:spcAft>
                          <a:spcPts val="0"/>
                        </a:spcAft>
                        <a:buNone/>
                      </a:pPr>
                      <a:r>
                        <a:rPr lang="en">
                          <a:solidFill>
                            <a:schemeClr val="dk1"/>
                          </a:solidFill>
                          <a:latin typeface="Lato"/>
                          <a:ea typeface="Lato"/>
                          <a:cs typeface="Lato"/>
                          <a:sym typeface="Lato"/>
                        </a:rPr>
                        <a:t>Ore</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
        <p:nvSpPr>
          <p:cNvPr id="6759" name="Google Shape;6759;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Mining word search</a:t>
            </a:r>
            <a:endParaRPr/>
          </a:p>
        </p:txBody>
      </p:sp>
      <p:sp>
        <p:nvSpPr>
          <p:cNvPr id="6760" name="Google Shape;6760;p58"/>
          <p:cNvSpPr txBox="1"/>
          <p:nvPr>
            <p:ph idx="4294967295" type="subTitle"/>
          </p:nvPr>
        </p:nvSpPr>
        <p:spPr>
          <a:xfrm>
            <a:off x="669300" y="1189475"/>
            <a:ext cx="7704000" cy="6255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t>Find the mining-related words</a:t>
            </a:r>
            <a:r>
              <a:rPr lang="en"/>
              <a:t> from the list in the word search on the right. Use the color fill tool to highlight them in yellow</a:t>
            </a:r>
            <a:endParaRPr/>
          </a:p>
        </p:txBody>
      </p:sp>
      <p:graphicFrame>
        <p:nvGraphicFramePr>
          <p:cNvPr id="6761" name="Google Shape;6761;p58"/>
          <p:cNvGraphicFramePr/>
          <p:nvPr/>
        </p:nvGraphicFramePr>
        <p:xfrm>
          <a:off x="3521175" y="1903210"/>
          <a:ext cx="3000000" cy="3000000"/>
        </p:xfrm>
        <a:graphic>
          <a:graphicData uri="http://schemas.openxmlformats.org/drawingml/2006/table">
            <a:tbl>
              <a:tblPr>
                <a:noFill/>
                <a:tableStyleId>{E34B7692-8FE2-46F9-8269-D298855FF4E1}</a:tableStyleId>
              </a:tblPr>
              <a:tblGrid>
                <a:gridCol w="590125"/>
                <a:gridCol w="590125"/>
                <a:gridCol w="590125"/>
                <a:gridCol w="590125"/>
                <a:gridCol w="590125"/>
                <a:gridCol w="590125"/>
                <a:gridCol w="590125"/>
              </a:tblGrid>
              <a:tr h="374450">
                <a:tc>
                  <a:txBody>
                    <a:bodyPr/>
                    <a:lstStyle/>
                    <a:p>
                      <a:pPr indent="0" lvl="0" marL="0" rtl="0" algn="ctr">
                        <a:spcBef>
                          <a:spcPts val="0"/>
                        </a:spcBef>
                        <a:spcAft>
                          <a:spcPts val="0"/>
                        </a:spcAft>
                        <a:buNone/>
                      </a:pPr>
                      <a:r>
                        <a:rPr lang="en">
                          <a:solidFill>
                            <a:schemeClr val="dk1"/>
                          </a:solidFill>
                          <a:latin typeface="Lato"/>
                          <a:ea typeface="Lato"/>
                          <a:cs typeface="Lato"/>
                          <a:sym typeface="Lato"/>
                        </a:rPr>
                        <a:t>C</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O</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P</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Clr>
                          <a:srgbClr val="000000"/>
                        </a:buClr>
                        <a:buSzPts val="1100"/>
                        <a:buFont typeface="Arial"/>
                        <a:buNone/>
                      </a:pPr>
                      <a:r>
                        <a:rPr lang="en">
                          <a:solidFill>
                            <a:schemeClr val="dk1"/>
                          </a:solidFill>
                          <a:latin typeface="Lato"/>
                          <a:ea typeface="Lato"/>
                          <a:cs typeface="Lato"/>
                          <a:sym typeface="Lato"/>
                        </a:rPr>
                        <a:t>P</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Clr>
                          <a:srgbClr val="000000"/>
                        </a:buClr>
                        <a:buSzPts val="1100"/>
                        <a:buFont typeface="Arial"/>
                        <a:buNone/>
                      </a:pPr>
                      <a:r>
                        <a:rPr lang="en">
                          <a:solidFill>
                            <a:schemeClr val="dk1"/>
                          </a:solidFill>
                          <a:latin typeface="Lato"/>
                          <a:ea typeface="Lato"/>
                          <a:cs typeface="Lato"/>
                          <a:sym typeface="Lato"/>
                        </a:rPr>
                        <a:t>E</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R</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O</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74450">
                <a:tc>
                  <a:txBody>
                    <a:bodyPr/>
                    <a:lstStyle/>
                    <a:p>
                      <a:pPr indent="0" lvl="0" marL="0" rtl="0" algn="ctr">
                        <a:spcBef>
                          <a:spcPts val="0"/>
                        </a:spcBef>
                        <a:spcAft>
                          <a:spcPts val="0"/>
                        </a:spcAft>
                        <a:buNone/>
                      </a:pPr>
                      <a:r>
                        <a:rPr lang="en">
                          <a:solidFill>
                            <a:schemeClr val="dk1"/>
                          </a:solidFill>
                          <a:latin typeface="Lato"/>
                          <a:ea typeface="Lato"/>
                          <a:cs typeface="Lato"/>
                          <a:sym typeface="Lato"/>
                        </a:rPr>
                        <a:t>H</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K</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O</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A</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H</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O</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J</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74450">
                <a:tc>
                  <a:txBody>
                    <a:bodyPr/>
                    <a:lstStyle/>
                    <a:p>
                      <a:pPr indent="0" lvl="0" marL="0" rtl="0" algn="ctr">
                        <a:spcBef>
                          <a:spcPts val="0"/>
                        </a:spcBef>
                        <a:spcAft>
                          <a:spcPts val="0"/>
                        </a:spcAft>
                        <a:buNone/>
                      </a:pPr>
                      <a:r>
                        <a:rPr lang="en">
                          <a:solidFill>
                            <a:schemeClr val="dk1"/>
                          </a:solidFill>
                          <a:latin typeface="Lato"/>
                          <a:ea typeface="Lato"/>
                          <a:cs typeface="Lato"/>
                          <a:sym typeface="Lato"/>
                        </a:rPr>
                        <a:t>R</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F</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C</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N</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J</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C</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Z</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74450">
                <a:tc>
                  <a:txBody>
                    <a:bodyPr/>
                    <a:lstStyle/>
                    <a:p>
                      <a:pPr indent="0" lvl="0" marL="0" rtl="0" algn="ctr">
                        <a:spcBef>
                          <a:spcPts val="0"/>
                        </a:spcBef>
                        <a:spcAft>
                          <a:spcPts val="0"/>
                        </a:spcAft>
                        <a:buNone/>
                      </a:pPr>
                      <a:r>
                        <a:rPr lang="en">
                          <a:solidFill>
                            <a:schemeClr val="dk1"/>
                          </a:solidFill>
                          <a:latin typeface="Lato"/>
                          <a:ea typeface="Lato"/>
                          <a:cs typeface="Lato"/>
                          <a:sym typeface="Lato"/>
                        </a:rPr>
                        <a:t>I</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R</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O</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N</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N</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K</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I</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74450">
                <a:tc>
                  <a:txBody>
                    <a:bodyPr/>
                    <a:lstStyle/>
                    <a:p>
                      <a:pPr indent="0" lvl="0" marL="0" rtl="0" algn="ctr">
                        <a:spcBef>
                          <a:spcPts val="0"/>
                        </a:spcBef>
                        <a:spcAft>
                          <a:spcPts val="0"/>
                        </a:spcAft>
                        <a:buNone/>
                      </a:pPr>
                      <a:r>
                        <a:rPr lang="en">
                          <a:solidFill>
                            <a:schemeClr val="dk1"/>
                          </a:solidFill>
                          <a:latin typeface="Lato"/>
                          <a:ea typeface="Lato"/>
                          <a:cs typeface="Lato"/>
                          <a:sym typeface="Lato"/>
                        </a:rPr>
                        <a:t>U</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Y</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A</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R</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E</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D</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N</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74450">
                <a:tc>
                  <a:txBody>
                    <a:bodyPr/>
                    <a:lstStyle/>
                    <a:p>
                      <a:pPr indent="0" lvl="0" marL="0" rtl="0" algn="ctr">
                        <a:spcBef>
                          <a:spcPts val="0"/>
                        </a:spcBef>
                        <a:spcAft>
                          <a:spcPts val="0"/>
                        </a:spcAft>
                        <a:buNone/>
                      </a:pPr>
                      <a:r>
                        <a:rPr lang="en">
                          <a:solidFill>
                            <a:schemeClr val="dk1"/>
                          </a:solidFill>
                          <a:latin typeface="Lato"/>
                          <a:ea typeface="Lato"/>
                          <a:cs typeface="Lato"/>
                          <a:sym typeface="Lato"/>
                        </a:rPr>
                        <a:t>G</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O</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L</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D</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S</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P</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C</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74450">
                <a:tc>
                  <a:txBody>
                    <a:bodyPr/>
                    <a:lstStyle/>
                    <a:p>
                      <a:pPr indent="0" lvl="0" marL="0" rtl="0" algn="ctr">
                        <a:spcBef>
                          <a:spcPts val="0"/>
                        </a:spcBef>
                        <a:spcAft>
                          <a:spcPts val="0"/>
                        </a:spcAft>
                        <a:buNone/>
                      </a:pPr>
                      <a:r>
                        <a:rPr lang="en">
                          <a:solidFill>
                            <a:schemeClr val="dk1"/>
                          </a:solidFill>
                          <a:latin typeface="Lato"/>
                          <a:ea typeface="Lato"/>
                          <a:cs typeface="Lato"/>
                          <a:sym typeface="Lato"/>
                        </a:rPr>
                        <a:t>N</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I</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P</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O</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R</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E</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L</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5" name="Shape 6765"/>
        <p:cNvGrpSpPr/>
        <p:nvPr/>
      </p:nvGrpSpPr>
      <p:grpSpPr>
        <a:xfrm>
          <a:off x="0" y="0"/>
          <a:ext cx="0" cy="0"/>
          <a:chOff x="0" y="0"/>
          <a:chExt cx="0" cy="0"/>
        </a:xfrm>
      </p:grpSpPr>
      <p:grpSp>
        <p:nvGrpSpPr>
          <p:cNvPr id="6766" name="Google Shape;6766;p59"/>
          <p:cNvGrpSpPr/>
          <p:nvPr/>
        </p:nvGrpSpPr>
        <p:grpSpPr>
          <a:xfrm>
            <a:off x="4677337" y="3604315"/>
            <a:ext cx="3361879" cy="2393297"/>
            <a:chOff x="7088023" y="1297048"/>
            <a:chExt cx="830894" cy="591536"/>
          </a:xfrm>
        </p:grpSpPr>
        <p:sp>
          <p:nvSpPr>
            <p:cNvPr id="6767" name="Google Shape;6767;p59"/>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9"/>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9"/>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9"/>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9"/>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9"/>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9"/>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9"/>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9"/>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9"/>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9"/>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9"/>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9"/>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9"/>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9"/>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9"/>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9"/>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9"/>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9"/>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9"/>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9"/>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9"/>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9"/>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9"/>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9"/>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9"/>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9"/>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9"/>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9"/>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9"/>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9"/>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9"/>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9"/>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0" name="Google Shape;6800;p59"/>
          <p:cNvGrpSpPr/>
          <p:nvPr/>
        </p:nvGrpSpPr>
        <p:grpSpPr>
          <a:xfrm>
            <a:off x="4387825" y="1260425"/>
            <a:ext cx="3788502" cy="2496295"/>
            <a:chOff x="331763" y="414153"/>
            <a:chExt cx="6903246" cy="5019697"/>
          </a:xfrm>
        </p:grpSpPr>
        <p:sp>
          <p:nvSpPr>
            <p:cNvPr id="6801" name="Google Shape;6801;p59"/>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9"/>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9"/>
            <p:cNvSpPr/>
            <p:nvPr/>
          </p:nvSpPr>
          <p:spPr>
            <a:xfrm>
              <a:off x="547300" y="600323"/>
              <a:ext cx="6472159" cy="3981525"/>
            </a:xfrm>
            <a:custGeom>
              <a:rect b="b" l="l" r="r" t="t"/>
              <a:pathLst>
                <a:path extrusionOk="0" h="165707" w="232665">
                  <a:moveTo>
                    <a:pt x="1" y="1"/>
                  </a:moveTo>
                  <a:lnTo>
                    <a:pt x="1" y="24307"/>
                  </a:lnTo>
                  <a:lnTo>
                    <a:pt x="1" y="165707"/>
                  </a:lnTo>
                  <a:lnTo>
                    <a:pt x="232665" y="165707"/>
                  </a:lnTo>
                  <a:lnTo>
                    <a:pt x="232665" y="121532"/>
                  </a:lnTo>
                  <a:lnTo>
                    <a:pt x="2326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9"/>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805" name="Google Shape;6805;p59"/>
          <p:cNvPicPr preferRelativeResize="0"/>
          <p:nvPr/>
        </p:nvPicPr>
        <p:blipFill rotWithShape="1">
          <a:blip r:embed="rId3">
            <a:alphaModFix/>
          </a:blip>
          <a:srcRect b="0" l="-110" r="-130" t="0"/>
          <a:stretch/>
        </p:blipFill>
        <p:spPr>
          <a:xfrm>
            <a:off x="4516325" y="1352650"/>
            <a:ext cx="3531427" cy="1981724"/>
          </a:xfrm>
          <a:prstGeom prst="rect">
            <a:avLst/>
          </a:prstGeom>
          <a:noFill/>
          <a:ln>
            <a:noFill/>
          </a:ln>
        </p:spPr>
      </p:pic>
      <p:sp>
        <p:nvSpPr>
          <p:cNvPr id="6806" name="Google Shape;6806;p59"/>
          <p:cNvSpPr txBox="1"/>
          <p:nvPr>
            <p:ph type="title"/>
          </p:nvPr>
        </p:nvSpPr>
        <p:spPr>
          <a:xfrm>
            <a:off x="922075" y="1409325"/>
            <a:ext cx="3361800" cy="1063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Computer mockup</a:t>
            </a:r>
            <a:endParaRPr/>
          </a:p>
        </p:txBody>
      </p:sp>
      <p:sp>
        <p:nvSpPr>
          <p:cNvPr id="6807" name="Google Shape;6807;p59"/>
          <p:cNvSpPr txBox="1"/>
          <p:nvPr>
            <p:ph idx="1" type="subTitle"/>
          </p:nvPr>
        </p:nvSpPr>
        <p:spPr>
          <a:xfrm>
            <a:off x="922075" y="2472525"/>
            <a:ext cx="3361800" cy="80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11" name="Shape 6811"/>
        <p:cNvGrpSpPr/>
        <p:nvPr/>
      </p:nvGrpSpPr>
      <p:grpSpPr>
        <a:xfrm>
          <a:off x="0" y="0"/>
          <a:ext cx="0" cy="0"/>
          <a:chOff x="0" y="0"/>
          <a:chExt cx="0" cy="0"/>
        </a:xfrm>
      </p:grpSpPr>
      <p:grpSp>
        <p:nvGrpSpPr>
          <p:cNvPr id="6812" name="Google Shape;6812;p60"/>
          <p:cNvGrpSpPr/>
          <p:nvPr/>
        </p:nvGrpSpPr>
        <p:grpSpPr>
          <a:xfrm>
            <a:off x="677262" y="3321628"/>
            <a:ext cx="3361879" cy="2393297"/>
            <a:chOff x="7088023" y="1297048"/>
            <a:chExt cx="830894" cy="591536"/>
          </a:xfrm>
        </p:grpSpPr>
        <p:sp>
          <p:nvSpPr>
            <p:cNvPr id="6813" name="Google Shape;6813;p60"/>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0"/>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0"/>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0"/>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0"/>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0"/>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0"/>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0"/>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0"/>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0"/>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0"/>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0"/>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0"/>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0"/>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0"/>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0"/>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0"/>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0"/>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0"/>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0"/>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0"/>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0"/>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0"/>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0"/>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0"/>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0"/>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0"/>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0"/>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0"/>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0"/>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0"/>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0"/>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0"/>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6" name="Google Shape;6846;p60"/>
          <p:cNvGrpSpPr/>
          <p:nvPr/>
        </p:nvGrpSpPr>
        <p:grpSpPr>
          <a:xfrm>
            <a:off x="1782037" y="3493078"/>
            <a:ext cx="3361879" cy="2393297"/>
            <a:chOff x="7088023" y="1297048"/>
            <a:chExt cx="830894" cy="591536"/>
          </a:xfrm>
        </p:grpSpPr>
        <p:sp>
          <p:nvSpPr>
            <p:cNvPr id="6847" name="Google Shape;6847;p60"/>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0"/>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0"/>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0"/>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0"/>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0"/>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0"/>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0"/>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0"/>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0"/>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0"/>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0"/>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0"/>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0"/>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0"/>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0"/>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0"/>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0"/>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0"/>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0"/>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0"/>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0"/>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0"/>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0"/>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0"/>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0"/>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0"/>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0"/>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0"/>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0"/>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0"/>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0"/>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0"/>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0" name="Google Shape;6880;p60"/>
          <p:cNvGrpSpPr/>
          <p:nvPr/>
        </p:nvGrpSpPr>
        <p:grpSpPr>
          <a:xfrm>
            <a:off x="1561951" y="735560"/>
            <a:ext cx="2697276" cy="3672287"/>
            <a:chOff x="1655550" y="790900"/>
            <a:chExt cx="2510262" cy="3417671"/>
          </a:xfrm>
        </p:grpSpPr>
        <p:sp>
          <p:nvSpPr>
            <p:cNvPr id="6881" name="Google Shape;6881;p60"/>
            <p:cNvSpPr/>
            <p:nvPr/>
          </p:nvSpPr>
          <p:spPr>
            <a:xfrm>
              <a:off x="1655550" y="790900"/>
              <a:ext cx="2510262" cy="3417671"/>
            </a:xfrm>
            <a:custGeom>
              <a:rect b="b" l="l" r="r" t="t"/>
              <a:pathLst>
                <a:path extrusionOk="0" h="190426" w="143096">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0"/>
            <p:cNvSpPr/>
            <p:nvPr/>
          </p:nvSpPr>
          <p:spPr>
            <a:xfrm>
              <a:off x="1735300" y="886765"/>
              <a:ext cx="2350730" cy="3115776"/>
            </a:xfrm>
            <a:custGeom>
              <a:rect b="b" l="l" r="r" t="t"/>
              <a:pathLst>
                <a:path extrusionOk="0" h="173605" w="134002">
                  <a:moveTo>
                    <a:pt x="1" y="1"/>
                  </a:moveTo>
                  <a:lnTo>
                    <a:pt x="1" y="53821"/>
                  </a:lnTo>
                  <a:lnTo>
                    <a:pt x="1" y="127599"/>
                  </a:lnTo>
                  <a:lnTo>
                    <a:pt x="1" y="173605"/>
                  </a:lnTo>
                  <a:lnTo>
                    <a:pt x="134001" y="173605"/>
                  </a:lnTo>
                  <a:lnTo>
                    <a:pt x="134001" y="34615"/>
                  </a:lnTo>
                  <a:lnTo>
                    <a:pt x="13400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883" name="Google Shape;6883;p60"/>
          <p:cNvPicPr preferRelativeResize="0"/>
          <p:nvPr/>
        </p:nvPicPr>
        <p:blipFill rotWithShape="1">
          <a:blip r:embed="rId3">
            <a:alphaModFix/>
          </a:blip>
          <a:srcRect b="0" l="5489" r="13545" t="0"/>
          <a:stretch/>
        </p:blipFill>
        <p:spPr>
          <a:xfrm>
            <a:off x="1655968" y="838567"/>
            <a:ext cx="2512490" cy="3347957"/>
          </a:xfrm>
          <a:prstGeom prst="rect">
            <a:avLst/>
          </a:prstGeom>
          <a:noFill/>
          <a:ln>
            <a:noFill/>
          </a:ln>
        </p:spPr>
      </p:pic>
      <p:sp>
        <p:nvSpPr>
          <p:cNvPr id="6884" name="Google Shape;6884;p60"/>
          <p:cNvSpPr txBox="1"/>
          <p:nvPr>
            <p:ph type="title"/>
          </p:nvPr>
        </p:nvSpPr>
        <p:spPr>
          <a:xfrm>
            <a:off x="4505501" y="1811250"/>
            <a:ext cx="3429300" cy="750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t>
            </a:r>
            <a:r>
              <a:rPr lang="en"/>
              <a:t>ablet mockup</a:t>
            </a:r>
            <a:endParaRPr/>
          </a:p>
        </p:txBody>
      </p:sp>
      <p:sp>
        <p:nvSpPr>
          <p:cNvPr id="6885" name="Google Shape;6885;p60"/>
          <p:cNvSpPr txBox="1"/>
          <p:nvPr>
            <p:ph idx="1" type="subTitle"/>
          </p:nvPr>
        </p:nvSpPr>
        <p:spPr>
          <a:xfrm>
            <a:off x="4505548" y="2562000"/>
            <a:ext cx="3429300" cy="86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89" name="Shape 6889"/>
        <p:cNvGrpSpPr/>
        <p:nvPr/>
      </p:nvGrpSpPr>
      <p:grpSpPr>
        <a:xfrm>
          <a:off x="0" y="0"/>
          <a:ext cx="0" cy="0"/>
          <a:chOff x="0" y="0"/>
          <a:chExt cx="0" cy="0"/>
        </a:xfrm>
      </p:grpSpPr>
      <p:grpSp>
        <p:nvGrpSpPr>
          <p:cNvPr id="6890" name="Google Shape;6890;p61"/>
          <p:cNvGrpSpPr/>
          <p:nvPr/>
        </p:nvGrpSpPr>
        <p:grpSpPr>
          <a:xfrm>
            <a:off x="4422949" y="3566215"/>
            <a:ext cx="3361879" cy="2393297"/>
            <a:chOff x="7088023" y="1297048"/>
            <a:chExt cx="830894" cy="591536"/>
          </a:xfrm>
        </p:grpSpPr>
        <p:sp>
          <p:nvSpPr>
            <p:cNvPr id="6891" name="Google Shape;6891;p61"/>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1"/>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1"/>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1"/>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1"/>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1"/>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1"/>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1"/>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1"/>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1"/>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1"/>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1"/>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1"/>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1"/>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1"/>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1"/>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1"/>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1"/>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1"/>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1"/>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1"/>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1"/>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1"/>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1"/>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1"/>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1"/>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1"/>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1"/>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1"/>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1"/>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1"/>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1"/>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1"/>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4" name="Google Shape;6924;p61"/>
          <p:cNvSpPr txBox="1"/>
          <p:nvPr>
            <p:ph type="title"/>
          </p:nvPr>
        </p:nvSpPr>
        <p:spPr>
          <a:xfrm>
            <a:off x="1381300" y="1862900"/>
            <a:ext cx="3603600" cy="61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a:t>
            </a:r>
            <a:r>
              <a:rPr lang="en"/>
              <a:t>hone mockup</a:t>
            </a:r>
            <a:endParaRPr/>
          </a:p>
        </p:txBody>
      </p:sp>
      <p:sp>
        <p:nvSpPr>
          <p:cNvPr id="6925" name="Google Shape;6925;p61"/>
          <p:cNvSpPr txBox="1"/>
          <p:nvPr>
            <p:ph idx="1" type="subTitle"/>
          </p:nvPr>
        </p:nvSpPr>
        <p:spPr>
          <a:xfrm>
            <a:off x="1381300" y="2475425"/>
            <a:ext cx="3603600" cy="80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sp>
        <p:nvSpPr>
          <p:cNvPr id="6926" name="Google Shape;6926;p61"/>
          <p:cNvSpPr/>
          <p:nvPr/>
        </p:nvSpPr>
        <p:spPr>
          <a:xfrm>
            <a:off x="5271579" y="891931"/>
            <a:ext cx="1664618" cy="3176204"/>
          </a:xfrm>
          <a:custGeom>
            <a:rect b="b" l="l" r="r" t="t"/>
            <a:pathLst>
              <a:path extrusionOk="0" h="161331" w="84552">
                <a:moveTo>
                  <a:pt x="1" y="1"/>
                </a:moveTo>
                <a:lnTo>
                  <a:pt x="1" y="161331"/>
                </a:lnTo>
                <a:lnTo>
                  <a:pt x="84551" y="161331"/>
                </a:lnTo>
                <a:lnTo>
                  <a:pt x="845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7" name="Google Shape;6927;p61"/>
          <p:cNvGrpSpPr/>
          <p:nvPr/>
        </p:nvGrpSpPr>
        <p:grpSpPr>
          <a:xfrm>
            <a:off x="5186401" y="709411"/>
            <a:ext cx="1834973" cy="3724678"/>
            <a:chOff x="5186401" y="494525"/>
            <a:chExt cx="1834973" cy="3724678"/>
          </a:xfrm>
        </p:grpSpPr>
        <p:sp>
          <p:nvSpPr>
            <p:cNvPr id="6928" name="Google Shape;6928;p61"/>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1"/>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930" name="Google Shape;6930;p61"/>
          <p:cNvPicPr preferRelativeResize="0"/>
          <p:nvPr/>
        </p:nvPicPr>
        <p:blipFill rotWithShape="1">
          <a:blip r:embed="rId3">
            <a:alphaModFix/>
          </a:blip>
          <a:srcRect b="0" l="3410" r="3419" t="0"/>
          <a:stretch/>
        </p:blipFill>
        <p:spPr>
          <a:xfrm>
            <a:off x="5271588" y="891935"/>
            <a:ext cx="1664599" cy="3176198"/>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34" name="Shape 6934"/>
        <p:cNvGrpSpPr/>
        <p:nvPr/>
      </p:nvGrpSpPr>
      <p:grpSpPr>
        <a:xfrm>
          <a:off x="0" y="0"/>
          <a:ext cx="0" cy="0"/>
          <a:chOff x="0" y="0"/>
          <a:chExt cx="0" cy="0"/>
        </a:xfrm>
      </p:grpSpPr>
      <p:sp>
        <p:nvSpPr>
          <p:cNvPr id="6935" name="Google Shape;6935;p62"/>
          <p:cNvSpPr txBox="1"/>
          <p:nvPr/>
        </p:nvSpPr>
        <p:spPr>
          <a:xfrm flipH="1">
            <a:off x="6289525" y="2256600"/>
            <a:ext cx="2189100" cy="40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400">
                <a:solidFill>
                  <a:schemeClr val="dk1"/>
                </a:solidFill>
                <a:latin typeface="Lilita One"/>
                <a:ea typeface="Lilita One"/>
                <a:cs typeface="Lilita One"/>
                <a:sym typeface="Lilita One"/>
              </a:rPr>
              <a:t>Gold mines</a:t>
            </a:r>
            <a:endParaRPr b="1" sz="2400">
              <a:solidFill>
                <a:schemeClr val="dk1"/>
              </a:solidFill>
              <a:latin typeface="Lilita One"/>
              <a:ea typeface="Lilita One"/>
              <a:cs typeface="Lilita One"/>
              <a:sym typeface="Lilita One"/>
            </a:endParaRPr>
          </a:p>
        </p:txBody>
      </p:sp>
      <p:sp>
        <p:nvSpPr>
          <p:cNvPr id="6936" name="Google Shape;6936;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Ten</a:t>
            </a:r>
            <a:r>
              <a:rPr lang="en"/>
              <a:t> </a:t>
            </a:r>
            <a:r>
              <a:rPr lang="en"/>
              <a:t>largest</a:t>
            </a:r>
            <a:r>
              <a:rPr lang="en"/>
              <a:t> gold mines in the world</a:t>
            </a:r>
            <a:endParaRPr/>
          </a:p>
        </p:txBody>
      </p:sp>
      <p:sp>
        <p:nvSpPr>
          <p:cNvPr id="6937" name="Google Shape;6937;p62"/>
          <p:cNvSpPr txBox="1"/>
          <p:nvPr/>
        </p:nvSpPr>
        <p:spPr>
          <a:xfrm flipH="1">
            <a:off x="6289525" y="2527026"/>
            <a:ext cx="2189100" cy="13623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Lato"/>
                <a:ea typeface="Lato"/>
                <a:cs typeface="Lato"/>
                <a:sym typeface="Lato"/>
              </a:rPr>
              <a:t>Venus has a beautiful name and is the second planet from the Sun. </a:t>
            </a:r>
            <a:r>
              <a:rPr lang="en">
                <a:solidFill>
                  <a:schemeClr val="dk1"/>
                </a:solidFill>
                <a:latin typeface="Lato"/>
                <a:ea typeface="Lato"/>
                <a:cs typeface="Lato"/>
                <a:sym typeface="Lato"/>
              </a:rPr>
              <a:t>Venus</a:t>
            </a:r>
            <a:r>
              <a:rPr lang="en">
                <a:solidFill>
                  <a:schemeClr val="dk1"/>
                </a:solidFill>
                <a:latin typeface="Lato"/>
                <a:ea typeface="Lato"/>
                <a:cs typeface="Lato"/>
                <a:sym typeface="Lato"/>
              </a:rPr>
              <a:t> is terribly hot, even hotter than Mercury</a:t>
            </a:r>
            <a:endParaRPr>
              <a:solidFill>
                <a:schemeClr val="dk1"/>
              </a:solidFill>
              <a:latin typeface="Lato"/>
              <a:ea typeface="Lato"/>
              <a:cs typeface="Lato"/>
              <a:sym typeface="Lato"/>
            </a:endParaRPr>
          </a:p>
        </p:txBody>
      </p:sp>
      <p:grpSp>
        <p:nvGrpSpPr>
          <p:cNvPr id="6938" name="Google Shape;6938;p62"/>
          <p:cNvGrpSpPr/>
          <p:nvPr/>
        </p:nvGrpSpPr>
        <p:grpSpPr>
          <a:xfrm>
            <a:off x="620946" y="1496642"/>
            <a:ext cx="5553533" cy="2958189"/>
            <a:chOff x="233350" y="949250"/>
            <a:chExt cx="7137300" cy="3802300"/>
          </a:xfrm>
        </p:grpSpPr>
        <p:sp>
          <p:nvSpPr>
            <p:cNvPr id="6939" name="Google Shape;6939;p6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0" name="Google Shape;6990;p62"/>
          <p:cNvSpPr/>
          <p:nvPr/>
        </p:nvSpPr>
        <p:spPr>
          <a:xfrm>
            <a:off x="6408900" y="1424171"/>
            <a:ext cx="654600" cy="654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2"/>
          <p:cNvSpPr/>
          <p:nvPr/>
        </p:nvSpPr>
        <p:spPr>
          <a:xfrm>
            <a:off x="4169500" y="2106900"/>
            <a:ext cx="130800" cy="13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2"/>
          <p:cNvSpPr/>
          <p:nvPr/>
        </p:nvSpPr>
        <p:spPr>
          <a:xfrm>
            <a:off x="4506600" y="1744950"/>
            <a:ext cx="130800" cy="13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2"/>
          <p:cNvSpPr/>
          <p:nvPr/>
        </p:nvSpPr>
        <p:spPr>
          <a:xfrm>
            <a:off x="5485650" y="3247500"/>
            <a:ext cx="130800" cy="13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2"/>
          <p:cNvSpPr/>
          <p:nvPr/>
        </p:nvSpPr>
        <p:spPr>
          <a:xfrm>
            <a:off x="5775825" y="3317225"/>
            <a:ext cx="130800" cy="13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2"/>
          <p:cNvSpPr/>
          <p:nvPr/>
        </p:nvSpPr>
        <p:spPr>
          <a:xfrm>
            <a:off x="3558525" y="3186425"/>
            <a:ext cx="130800" cy="13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2"/>
          <p:cNvSpPr/>
          <p:nvPr/>
        </p:nvSpPr>
        <p:spPr>
          <a:xfrm>
            <a:off x="1671900" y="2695875"/>
            <a:ext cx="130800" cy="13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2"/>
          <p:cNvSpPr/>
          <p:nvPr/>
        </p:nvSpPr>
        <p:spPr>
          <a:xfrm>
            <a:off x="1723275" y="2106900"/>
            <a:ext cx="130800" cy="13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2"/>
          <p:cNvSpPr/>
          <p:nvPr/>
        </p:nvSpPr>
        <p:spPr>
          <a:xfrm>
            <a:off x="1030675" y="2340000"/>
            <a:ext cx="130800" cy="13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2"/>
          <p:cNvSpPr/>
          <p:nvPr/>
        </p:nvSpPr>
        <p:spPr>
          <a:xfrm>
            <a:off x="5096125" y="3813200"/>
            <a:ext cx="130800" cy="13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2"/>
          <p:cNvSpPr/>
          <p:nvPr/>
        </p:nvSpPr>
        <p:spPr>
          <a:xfrm>
            <a:off x="5616450" y="3813200"/>
            <a:ext cx="130800" cy="13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1" name="Google Shape;7001;p62"/>
          <p:cNvGrpSpPr/>
          <p:nvPr/>
        </p:nvGrpSpPr>
        <p:grpSpPr>
          <a:xfrm>
            <a:off x="6506659" y="1571477"/>
            <a:ext cx="459086" cy="359997"/>
            <a:chOff x="1264196" y="2837365"/>
            <a:chExt cx="311604" cy="244364"/>
          </a:xfrm>
        </p:grpSpPr>
        <p:sp>
          <p:nvSpPr>
            <p:cNvPr id="7002" name="Google Shape;7002;p62"/>
            <p:cNvSpPr/>
            <p:nvPr/>
          </p:nvSpPr>
          <p:spPr>
            <a:xfrm>
              <a:off x="1264196" y="2863492"/>
              <a:ext cx="311604" cy="218237"/>
            </a:xfrm>
            <a:custGeom>
              <a:rect b="b" l="l" r="r" t="t"/>
              <a:pathLst>
                <a:path extrusionOk="0" h="6699" w="9565">
                  <a:moveTo>
                    <a:pt x="5357" y="3536"/>
                  </a:moveTo>
                  <a:cubicBezTo>
                    <a:pt x="5344" y="3562"/>
                    <a:pt x="5334" y="3589"/>
                    <a:pt x="5325" y="3617"/>
                  </a:cubicBezTo>
                  <a:lnTo>
                    <a:pt x="4782" y="5366"/>
                  </a:lnTo>
                  <a:lnTo>
                    <a:pt x="4241" y="3617"/>
                  </a:lnTo>
                  <a:cubicBezTo>
                    <a:pt x="4231" y="3589"/>
                    <a:pt x="4221" y="3561"/>
                    <a:pt x="4209" y="3536"/>
                  </a:cubicBezTo>
                  <a:close/>
                  <a:moveTo>
                    <a:pt x="3628" y="3537"/>
                  </a:moveTo>
                  <a:cubicBezTo>
                    <a:pt x="3746" y="3537"/>
                    <a:pt x="3850" y="3613"/>
                    <a:pt x="3886" y="3727"/>
                  </a:cubicBezTo>
                  <a:lnTo>
                    <a:pt x="4583" y="5979"/>
                  </a:lnTo>
                  <a:cubicBezTo>
                    <a:pt x="4610" y="6062"/>
                    <a:pt x="4595" y="6149"/>
                    <a:pt x="4545" y="6220"/>
                  </a:cubicBezTo>
                  <a:cubicBezTo>
                    <a:pt x="4493" y="6289"/>
                    <a:pt x="4414" y="6330"/>
                    <a:pt x="4327" y="6330"/>
                  </a:cubicBezTo>
                  <a:lnTo>
                    <a:pt x="675" y="6330"/>
                  </a:lnTo>
                  <a:cubicBezTo>
                    <a:pt x="588" y="6330"/>
                    <a:pt x="508" y="6289"/>
                    <a:pt x="457" y="6220"/>
                  </a:cubicBezTo>
                  <a:cubicBezTo>
                    <a:pt x="407" y="6151"/>
                    <a:pt x="390" y="6063"/>
                    <a:pt x="416" y="5979"/>
                  </a:cubicBezTo>
                  <a:lnTo>
                    <a:pt x="1115" y="3727"/>
                  </a:lnTo>
                  <a:cubicBezTo>
                    <a:pt x="1149" y="3613"/>
                    <a:pt x="1253" y="3537"/>
                    <a:pt x="1373" y="3537"/>
                  </a:cubicBezTo>
                  <a:close/>
                  <a:moveTo>
                    <a:pt x="8192" y="3537"/>
                  </a:moveTo>
                  <a:cubicBezTo>
                    <a:pt x="8312" y="3537"/>
                    <a:pt x="8414" y="3613"/>
                    <a:pt x="8450" y="3727"/>
                  </a:cubicBezTo>
                  <a:lnTo>
                    <a:pt x="9148" y="5979"/>
                  </a:lnTo>
                  <a:cubicBezTo>
                    <a:pt x="9175" y="6062"/>
                    <a:pt x="9160" y="6149"/>
                    <a:pt x="9108" y="6220"/>
                  </a:cubicBezTo>
                  <a:cubicBezTo>
                    <a:pt x="9057" y="6289"/>
                    <a:pt x="8977" y="6330"/>
                    <a:pt x="8890" y="6330"/>
                  </a:cubicBezTo>
                  <a:lnTo>
                    <a:pt x="5239" y="6330"/>
                  </a:lnTo>
                  <a:cubicBezTo>
                    <a:pt x="5153" y="6330"/>
                    <a:pt x="5074" y="6289"/>
                    <a:pt x="5022" y="6220"/>
                  </a:cubicBezTo>
                  <a:cubicBezTo>
                    <a:pt x="4971" y="6151"/>
                    <a:pt x="4955" y="6063"/>
                    <a:pt x="4982" y="5979"/>
                  </a:cubicBezTo>
                  <a:lnTo>
                    <a:pt x="5679" y="3727"/>
                  </a:lnTo>
                  <a:cubicBezTo>
                    <a:pt x="5715" y="3613"/>
                    <a:pt x="5819" y="3537"/>
                    <a:pt x="5938" y="3537"/>
                  </a:cubicBezTo>
                  <a:close/>
                  <a:moveTo>
                    <a:pt x="3655" y="1"/>
                  </a:moveTo>
                  <a:cubicBezTo>
                    <a:pt x="3372" y="1"/>
                    <a:pt x="3126" y="183"/>
                    <a:pt x="3042" y="453"/>
                  </a:cubicBezTo>
                  <a:lnTo>
                    <a:pt x="2344" y="2705"/>
                  </a:lnTo>
                  <a:cubicBezTo>
                    <a:pt x="2295" y="2860"/>
                    <a:pt x="2307" y="3022"/>
                    <a:pt x="2375" y="3165"/>
                  </a:cubicBezTo>
                  <a:lnTo>
                    <a:pt x="1373" y="3165"/>
                  </a:lnTo>
                  <a:cubicBezTo>
                    <a:pt x="1090" y="3165"/>
                    <a:pt x="844" y="3347"/>
                    <a:pt x="760" y="3617"/>
                  </a:cubicBezTo>
                  <a:lnTo>
                    <a:pt x="62" y="5869"/>
                  </a:lnTo>
                  <a:cubicBezTo>
                    <a:pt x="0" y="6065"/>
                    <a:pt x="36" y="6274"/>
                    <a:pt x="158" y="6439"/>
                  </a:cubicBezTo>
                  <a:cubicBezTo>
                    <a:pt x="280" y="6605"/>
                    <a:pt x="468" y="6699"/>
                    <a:pt x="675" y="6699"/>
                  </a:cubicBezTo>
                  <a:lnTo>
                    <a:pt x="4326" y="6699"/>
                  </a:lnTo>
                  <a:cubicBezTo>
                    <a:pt x="4501" y="6699"/>
                    <a:pt x="4662" y="6630"/>
                    <a:pt x="4782" y="6508"/>
                  </a:cubicBezTo>
                  <a:cubicBezTo>
                    <a:pt x="4902" y="6630"/>
                    <a:pt x="5064" y="6699"/>
                    <a:pt x="5239" y="6699"/>
                  </a:cubicBezTo>
                  <a:lnTo>
                    <a:pt x="8890" y="6699"/>
                  </a:lnTo>
                  <a:cubicBezTo>
                    <a:pt x="9095" y="6699"/>
                    <a:pt x="9284" y="6604"/>
                    <a:pt x="9407" y="6439"/>
                  </a:cubicBezTo>
                  <a:cubicBezTo>
                    <a:pt x="9529" y="6274"/>
                    <a:pt x="9565" y="6067"/>
                    <a:pt x="9503" y="5869"/>
                  </a:cubicBezTo>
                  <a:lnTo>
                    <a:pt x="8805" y="3617"/>
                  </a:lnTo>
                  <a:cubicBezTo>
                    <a:pt x="8721" y="3347"/>
                    <a:pt x="8475" y="3165"/>
                    <a:pt x="8192" y="3165"/>
                  </a:cubicBezTo>
                  <a:lnTo>
                    <a:pt x="7190" y="3165"/>
                  </a:lnTo>
                  <a:cubicBezTo>
                    <a:pt x="7256" y="3022"/>
                    <a:pt x="7268" y="2859"/>
                    <a:pt x="7221" y="2705"/>
                  </a:cubicBezTo>
                  <a:lnTo>
                    <a:pt x="6523" y="453"/>
                  </a:lnTo>
                  <a:cubicBezTo>
                    <a:pt x="6439" y="183"/>
                    <a:pt x="6193" y="1"/>
                    <a:pt x="5910" y="1"/>
                  </a:cubicBezTo>
                  <a:lnTo>
                    <a:pt x="5616" y="1"/>
                  </a:lnTo>
                  <a:cubicBezTo>
                    <a:pt x="5515" y="1"/>
                    <a:pt x="5431" y="83"/>
                    <a:pt x="5431" y="187"/>
                  </a:cubicBezTo>
                  <a:cubicBezTo>
                    <a:pt x="5431" y="289"/>
                    <a:pt x="5514" y="372"/>
                    <a:pt x="5616" y="372"/>
                  </a:cubicBezTo>
                  <a:lnTo>
                    <a:pt x="5910" y="372"/>
                  </a:lnTo>
                  <a:cubicBezTo>
                    <a:pt x="6029" y="372"/>
                    <a:pt x="6133" y="449"/>
                    <a:pt x="6168" y="563"/>
                  </a:cubicBezTo>
                  <a:lnTo>
                    <a:pt x="6866" y="2815"/>
                  </a:lnTo>
                  <a:cubicBezTo>
                    <a:pt x="6892" y="2897"/>
                    <a:pt x="6877" y="2985"/>
                    <a:pt x="6825" y="3056"/>
                  </a:cubicBezTo>
                  <a:cubicBezTo>
                    <a:pt x="6774" y="3126"/>
                    <a:pt x="6694" y="3166"/>
                    <a:pt x="6608" y="3166"/>
                  </a:cubicBezTo>
                  <a:lnTo>
                    <a:pt x="2957" y="3166"/>
                  </a:lnTo>
                  <a:cubicBezTo>
                    <a:pt x="2871" y="3166"/>
                    <a:pt x="2791" y="3126"/>
                    <a:pt x="2740" y="3056"/>
                  </a:cubicBezTo>
                  <a:cubicBezTo>
                    <a:pt x="2688" y="2986"/>
                    <a:pt x="2673" y="2899"/>
                    <a:pt x="2699" y="2815"/>
                  </a:cubicBezTo>
                  <a:lnTo>
                    <a:pt x="3397" y="563"/>
                  </a:lnTo>
                  <a:cubicBezTo>
                    <a:pt x="3432" y="449"/>
                    <a:pt x="3536" y="372"/>
                    <a:pt x="3655" y="372"/>
                  </a:cubicBezTo>
                  <a:lnTo>
                    <a:pt x="3946" y="372"/>
                  </a:lnTo>
                  <a:cubicBezTo>
                    <a:pt x="4049" y="372"/>
                    <a:pt x="4133" y="291"/>
                    <a:pt x="4133" y="187"/>
                  </a:cubicBezTo>
                  <a:cubicBezTo>
                    <a:pt x="4133" y="84"/>
                    <a:pt x="4050" y="1"/>
                    <a:pt x="39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2"/>
            <p:cNvSpPr/>
            <p:nvPr/>
          </p:nvSpPr>
          <p:spPr>
            <a:xfrm>
              <a:off x="1529963" y="2837365"/>
              <a:ext cx="12151" cy="16973"/>
            </a:xfrm>
            <a:custGeom>
              <a:rect b="b" l="l" r="r" t="t"/>
              <a:pathLst>
                <a:path extrusionOk="0" h="521" w="373">
                  <a:moveTo>
                    <a:pt x="186" y="0"/>
                  </a:moveTo>
                  <a:cubicBezTo>
                    <a:pt x="85" y="0"/>
                    <a:pt x="1" y="83"/>
                    <a:pt x="1" y="187"/>
                  </a:cubicBezTo>
                  <a:lnTo>
                    <a:pt x="1" y="334"/>
                  </a:lnTo>
                  <a:cubicBezTo>
                    <a:pt x="2" y="438"/>
                    <a:pt x="85" y="521"/>
                    <a:pt x="186" y="521"/>
                  </a:cubicBezTo>
                  <a:cubicBezTo>
                    <a:pt x="289" y="521"/>
                    <a:pt x="373" y="438"/>
                    <a:pt x="373" y="334"/>
                  </a:cubicBezTo>
                  <a:lnTo>
                    <a:pt x="373" y="187"/>
                  </a:lnTo>
                  <a:cubicBezTo>
                    <a:pt x="373" y="84"/>
                    <a:pt x="29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2"/>
            <p:cNvSpPr/>
            <p:nvPr/>
          </p:nvSpPr>
          <p:spPr>
            <a:xfrm>
              <a:off x="1529963" y="2876067"/>
              <a:ext cx="12151" cy="16940"/>
            </a:xfrm>
            <a:custGeom>
              <a:rect b="b" l="l" r="r" t="t"/>
              <a:pathLst>
                <a:path extrusionOk="0" h="520" w="373">
                  <a:moveTo>
                    <a:pt x="186" y="0"/>
                  </a:moveTo>
                  <a:cubicBezTo>
                    <a:pt x="85" y="0"/>
                    <a:pt x="1" y="83"/>
                    <a:pt x="1" y="185"/>
                  </a:cubicBezTo>
                  <a:lnTo>
                    <a:pt x="1" y="334"/>
                  </a:lnTo>
                  <a:cubicBezTo>
                    <a:pt x="2" y="436"/>
                    <a:pt x="85" y="520"/>
                    <a:pt x="186" y="520"/>
                  </a:cubicBezTo>
                  <a:cubicBezTo>
                    <a:pt x="289" y="520"/>
                    <a:pt x="373" y="437"/>
                    <a:pt x="373" y="334"/>
                  </a:cubicBezTo>
                  <a:lnTo>
                    <a:pt x="373" y="185"/>
                  </a:lnTo>
                  <a:cubicBezTo>
                    <a:pt x="373" y="84"/>
                    <a:pt x="29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2"/>
            <p:cNvSpPr/>
            <p:nvPr/>
          </p:nvSpPr>
          <p:spPr>
            <a:xfrm>
              <a:off x="1546903" y="2859126"/>
              <a:ext cx="16973" cy="12151"/>
            </a:xfrm>
            <a:custGeom>
              <a:rect b="b" l="l" r="r" t="t"/>
              <a:pathLst>
                <a:path extrusionOk="0" h="373" w="521">
                  <a:moveTo>
                    <a:pt x="186" y="0"/>
                  </a:moveTo>
                  <a:cubicBezTo>
                    <a:pt x="84" y="0"/>
                    <a:pt x="0" y="83"/>
                    <a:pt x="0" y="186"/>
                  </a:cubicBezTo>
                  <a:cubicBezTo>
                    <a:pt x="0" y="289"/>
                    <a:pt x="84" y="372"/>
                    <a:pt x="186" y="372"/>
                  </a:cubicBezTo>
                  <a:lnTo>
                    <a:pt x="335" y="372"/>
                  </a:lnTo>
                  <a:cubicBezTo>
                    <a:pt x="436" y="372"/>
                    <a:pt x="520" y="290"/>
                    <a:pt x="520" y="186"/>
                  </a:cubicBezTo>
                  <a:cubicBezTo>
                    <a:pt x="520" y="84"/>
                    <a:pt x="437" y="0"/>
                    <a:pt x="3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2"/>
            <p:cNvSpPr/>
            <p:nvPr/>
          </p:nvSpPr>
          <p:spPr>
            <a:xfrm>
              <a:off x="1508201" y="2859126"/>
              <a:ext cx="16973" cy="12151"/>
            </a:xfrm>
            <a:custGeom>
              <a:rect b="b" l="l" r="r" t="t"/>
              <a:pathLst>
                <a:path extrusionOk="0" h="373" w="521">
                  <a:moveTo>
                    <a:pt x="187" y="0"/>
                  </a:moveTo>
                  <a:cubicBezTo>
                    <a:pt x="84" y="0"/>
                    <a:pt x="1" y="83"/>
                    <a:pt x="1" y="186"/>
                  </a:cubicBezTo>
                  <a:cubicBezTo>
                    <a:pt x="2" y="289"/>
                    <a:pt x="84" y="372"/>
                    <a:pt x="187" y="372"/>
                  </a:cubicBezTo>
                  <a:lnTo>
                    <a:pt x="335" y="372"/>
                  </a:lnTo>
                  <a:cubicBezTo>
                    <a:pt x="436" y="372"/>
                    <a:pt x="520" y="290"/>
                    <a:pt x="520" y="186"/>
                  </a:cubicBezTo>
                  <a:cubicBezTo>
                    <a:pt x="520" y="84"/>
                    <a:pt x="438" y="0"/>
                    <a:pt x="3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2"/>
            <p:cNvSpPr/>
            <p:nvPr/>
          </p:nvSpPr>
          <p:spPr>
            <a:xfrm>
              <a:off x="1297913" y="2856716"/>
              <a:ext cx="12151" cy="16940"/>
            </a:xfrm>
            <a:custGeom>
              <a:rect b="b" l="l" r="r" t="t"/>
              <a:pathLst>
                <a:path extrusionOk="0" h="520" w="373">
                  <a:moveTo>
                    <a:pt x="186" y="0"/>
                  </a:moveTo>
                  <a:cubicBezTo>
                    <a:pt x="84" y="0"/>
                    <a:pt x="0" y="82"/>
                    <a:pt x="0" y="185"/>
                  </a:cubicBezTo>
                  <a:lnTo>
                    <a:pt x="0" y="333"/>
                  </a:lnTo>
                  <a:cubicBezTo>
                    <a:pt x="0" y="437"/>
                    <a:pt x="84" y="520"/>
                    <a:pt x="186" y="520"/>
                  </a:cubicBezTo>
                  <a:cubicBezTo>
                    <a:pt x="288" y="520"/>
                    <a:pt x="372" y="437"/>
                    <a:pt x="372" y="333"/>
                  </a:cubicBezTo>
                  <a:lnTo>
                    <a:pt x="372" y="185"/>
                  </a:lnTo>
                  <a:cubicBezTo>
                    <a:pt x="372" y="84"/>
                    <a:pt x="289"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2"/>
            <p:cNvSpPr/>
            <p:nvPr/>
          </p:nvSpPr>
          <p:spPr>
            <a:xfrm>
              <a:off x="1297913" y="2895353"/>
              <a:ext cx="12151" cy="17005"/>
            </a:xfrm>
            <a:custGeom>
              <a:rect b="b" l="l" r="r" t="t"/>
              <a:pathLst>
                <a:path extrusionOk="0" h="522" w="373">
                  <a:moveTo>
                    <a:pt x="186" y="1"/>
                  </a:moveTo>
                  <a:cubicBezTo>
                    <a:pt x="84" y="1"/>
                    <a:pt x="0" y="84"/>
                    <a:pt x="0" y="187"/>
                  </a:cubicBezTo>
                  <a:lnTo>
                    <a:pt x="0" y="335"/>
                  </a:lnTo>
                  <a:cubicBezTo>
                    <a:pt x="0" y="439"/>
                    <a:pt x="84" y="522"/>
                    <a:pt x="186" y="522"/>
                  </a:cubicBezTo>
                  <a:cubicBezTo>
                    <a:pt x="288" y="522"/>
                    <a:pt x="372" y="439"/>
                    <a:pt x="372" y="335"/>
                  </a:cubicBezTo>
                  <a:lnTo>
                    <a:pt x="372" y="187"/>
                  </a:lnTo>
                  <a:cubicBezTo>
                    <a:pt x="372" y="85"/>
                    <a:pt x="289" y="1"/>
                    <a:pt x="1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2"/>
            <p:cNvSpPr/>
            <p:nvPr/>
          </p:nvSpPr>
          <p:spPr>
            <a:xfrm>
              <a:off x="1314821" y="2878445"/>
              <a:ext cx="16973" cy="12151"/>
            </a:xfrm>
            <a:custGeom>
              <a:rect b="b" l="l" r="r" t="t"/>
              <a:pathLst>
                <a:path extrusionOk="0" h="373" w="521">
                  <a:moveTo>
                    <a:pt x="186" y="0"/>
                  </a:moveTo>
                  <a:cubicBezTo>
                    <a:pt x="85" y="0"/>
                    <a:pt x="1" y="83"/>
                    <a:pt x="1" y="187"/>
                  </a:cubicBezTo>
                  <a:cubicBezTo>
                    <a:pt x="1" y="290"/>
                    <a:pt x="84" y="372"/>
                    <a:pt x="186" y="372"/>
                  </a:cubicBezTo>
                  <a:lnTo>
                    <a:pt x="335" y="372"/>
                  </a:lnTo>
                  <a:cubicBezTo>
                    <a:pt x="437" y="372"/>
                    <a:pt x="520" y="290"/>
                    <a:pt x="520" y="187"/>
                  </a:cubicBezTo>
                  <a:cubicBezTo>
                    <a:pt x="520" y="83"/>
                    <a:pt x="438" y="0"/>
                    <a:pt x="3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2"/>
            <p:cNvSpPr/>
            <p:nvPr/>
          </p:nvSpPr>
          <p:spPr>
            <a:xfrm>
              <a:off x="1276119" y="2878445"/>
              <a:ext cx="16973" cy="12151"/>
            </a:xfrm>
            <a:custGeom>
              <a:rect b="b" l="l" r="r" t="t"/>
              <a:pathLst>
                <a:path extrusionOk="0" h="373" w="521">
                  <a:moveTo>
                    <a:pt x="187" y="0"/>
                  </a:moveTo>
                  <a:cubicBezTo>
                    <a:pt x="85" y="0"/>
                    <a:pt x="1" y="83"/>
                    <a:pt x="1" y="187"/>
                  </a:cubicBezTo>
                  <a:cubicBezTo>
                    <a:pt x="1" y="290"/>
                    <a:pt x="85" y="372"/>
                    <a:pt x="187" y="372"/>
                  </a:cubicBezTo>
                  <a:lnTo>
                    <a:pt x="335" y="372"/>
                  </a:lnTo>
                  <a:cubicBezTo>
                    <a:pt x="437" y="372"/>
                    <a:pt x="520" y="290"/>
                    <a:pt x="520" y="187"/>
                  </a:cubicBezTo>
                  <a:cubicBezTo>
                    <a:pt x="520" y="83"/>
                    <a:pt x="439" y="0"/>
                    <a:pt x="3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2"/>
            <p:cNvSpPr/>
            <p:nvPr/>
          </p:nvSpPr>
          <p:spPr>
            <a:xfrm>
              <a:off x="1413857" y="2863590"/>
              <a:ext cx="12151" cy="12151"/>
            </a:xfrm>
            <a:custGeom>
              <a:rect b="b" l="l" r="r" t="t"/>
              <a:pathLst>
                <a:path extrusionOk="0" h="373" w="373">
                  <a:moveTo>
                    <a:pt x="187" y="1"/>
                  </a:moveTo>
                  <a:cubicBezTo>
                    <a:pt x="84" y="1"/>
                    <a:pt x="1" y="84"/>
                    <a:pt x="1" y="187"/>
                  </a:cubicBezTo>
                  <a:cubicBezTo>
                    <a:pt x="1" y="290"/>
                    <a:pt x="85" y="373"/>
                    <a:pt x="187" y="373"/>
                  </a:cubicBezTo>
                  <a:cubicBezTo>
                    <a:pt x="291" y="373"/>
                    <a:pt x="373" y="289"/>
                    <a:pt x="373" y="187"/>
                  </a:cubicBezTo>
                  <a:cubicBezTo>
                    <a:pt x="373" y="84"/>
                    <a:pt x="291" y="2"/>
                    <a:pt x="1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15" name="Shape 7015"/>
        <p:cNvGrpSpPr/>
        <p:nvPr/>
      </p:nvGrpSpPr>
      <p:grpSpPr>
        <a:xfrm>
          <a:off x="0" y="0"/>
          <a:ext cx="0" cy="0"/>
          <a:chOff x="0" y="0"/>
          <a:chExt cx="0" cy="0"/>
        </a:xfrm>
      </p:grpSpPr>
      <p:sp>
        <p:nvSpPr>
          <p:cNvPr id="7016" name="Google Shape;7016;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Open pit mine p</a:t>
            </a:r>
            <a:r>
              <a:rPr lang="en"/>
              <a:t>roduction planning</a:t>
            </a:r>
            <a:endParaRPr/>
          </a:p>
        </p:txBody>
      </p:sp>
      <p:graphicFrame>
        <p:nvGraphicFramePr>
          <p:cNvPr id="7017" name="Google Shape;7017;p63"/>
          <p:cNvGraphicFramePr/>
          <p:nvPr/>
        </p:nvGraphicFramePr>
        <p:xfrm>
          <a:off x="3763050" y="1608083"/>
          <a:ext cx="3000000" cy="3000000"/>
        </p:xfrm>
        <a:graphic>
          <a:graphicData uri="http://schemas.openxmlformats.org/drawingml/2006/table">
            <a:tbl>
              <a:tblPr>
                <a:noFill/>
                <a:tableStyleId>{D256BABA-5CBD-4A7D-8068-DB077DC05E54}</a:tableStyleId>
              </a:tblPr>
              <a:tblGrid>
                <a:gridCol w="665850"/>
                <a:gridCol w="665850"/>
                <a:gridCol w="665850"/>
                <a:gridCol w="665850"/>
                <a:gridCol w="665850"/>
                <a:gridCol w="665850"/>
                <a:gridCol w="665850"/>
              </a:tblGrid>
              <a:tr h="542800">
                <a:tc>
                  <a:txBody>
                    <a:bodyPr/>
                    <a:lstStyle/>
                    <a:p>
                      <a:pPr indent="0" lvl="0" marL="0" rtl="0" algn="ctr">
                        <a:spcBef>
                          <a:spcPts val="0"/>
                        </a:spcBef>
                        <a:spcAft>
                          <a:spcPts val="0"/>
                        </a:spcAft>
                        <a:buNone/>
                      </a:pPr>
                      <a:r>
                        <a:rPr lang="en">
                          <a:solidFill>
                            <a:schemeClr val="dk1"/>
                          </a:solidFill>
                          <a:latin typeface="Lilita One"/>
                          <a:ea typeface="Lilita One"/>
                          <a:cs typeface="Lilita One"/>
                          <a:sym typeface="Lilita One"/>
                        </a:rPr>
                        <a:t>Mon</a:t>
                      </a:r>
                      <a:endParaRPr>
                        <a:solidFill>
                          <a:schemeClr val="dk1"/>
                        </a:solidFill>
                        <a:latin typeface="Lilita One"/>
                        <a:ea typeface="Lilita One"/>
                        <a:cs typeface="Lilita One"/>
                        <a:sym typeface="Lilita On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ilita One"/>
                          <a:ea typeface="Lilita One"/>
                          <a:cs typeface="Lilita One"/>
                          <a:sym typeface="Lilita One"/>
                        </a:rPr>
                        <a:t>Tue</a:t>
                      </a:r>
                      <a:endParaRPr>
                        <a:solidFill>
                          <a:schemeClr val="dk1"/>
                        </a:solidFill>
                        <a:latin typeface="Lilita One"/>
                        <a:ea typeface="Lilita One"/>
                        <a:cs typeface="Lilita One"/>
                        <a:sym typeface="Lilita On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ilita One"/>
                          <a:ea typeface="Lilita One"/>
                          <a:cs typeface="Lilita One"/>
                          <a:sym typeface="Lilita One"/>
                        </a:rPr>
                        <a:t>Wed</a:t>
                      </a:r>
                      <a:endParaRPr>
                        <a:solidFill>
                          <a:schemeClr val="dk1"/>
                        </a:solidFill>
                        <a:latin typeface="Lilita One"/>
                        <a:ea typeface="Lilita One"/>
                        <a:cs typeface="Lilita One"/>
                        <a:sym typeface="Lilita On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ilita One"/>
                          <a:ea typeface="Lilita One"/>
                          <a:cs typeface="Lilita One"/>
                          <a:sym typeface="Lilita One"/>
                        </a:rPr>
                        <a:t>Thu</a:t>
                      </a:r>
                      <a:endParaRPr>
                        <a:solidFill>
                          <a:schemeClr val="dk1"/>
                        </a:solidFill>
                        <a:latin typeface="Lilita One"/>
                        <a:ea typeface="Lilita One"/>
                        <a:cs typeface="Lilita One"/>
                        <a:sym typeface="Lilita On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ilita One"/>
                          <a:ea typeface="Lilita One"/>
                          <a:cs typeface="Lilita One"/>
                          <a:sym typeface="Lilita One"/>
                        </a:rPr>
                        <a:t>Fri</a:t>
                      </a:r>
                      <a:endParaRPr>
                        <a:solidFill>
                          <a:schemeClr val="dk1"/>
                        </a:solidFill>
                        <a:latin typeface="Lilita One"/>
                        <a:ea typeface="Lilita One"/>
                        <a:cs typeface="Lilita One"/>
                        <a:sym typeface="Lilita On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ilita One"/>
                          <a:ea typeface="Lilita One"/>
                          <a:cs typeface="Lilita One"/>
                          <a:sym typeface="Lilita One"/>
                        </a:rPr>
                        <a:t>Sat</a:t>
                      </a:r>
                      <a:endParaRPr>
                        <a:solidFill>
                          <a:schemeClr val="dk1"/>
                        </a:solidFill>
                        <a:latin typeface="Lilita One"/>
                        <a:ea typeface="Lilita One"/>
                        <a:cs typeface="Lilita One"/>
                        <a:sym typeface="Lilita On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ilita One"/>
                          <a:ea typeface="Lilita One"/>
                          <a:cs typeface="Lilita One"/>
                          <a:sym typeface="Lilita One"/>
                        </a:rPr>
                        <a:t>Sun</a:t>
                      </a:r>
                      <a:endParaRPr>
                        <a:solidFill>
                          <a:schemeClr val="dk1"/>
                        </a:solidFill>
                        <a:latin typeface="Lilita One"/>
                        <a:ea typeface="Lilita One"/>
                        <a:cs typeface="Lilita One"/>
                        <a:sym typeface="Lilita On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14425">
                <a:tc>
                  <a:txBody>
                    <a:bodyPr/>
                    <a:lstStyle/>
                    <a:p>
                      <a:pPr indent="0" lvl="0" marL="0" rtl="0" algn="ctr">
                        <a:spcBef>
                          <a:spcPts val="0"/>
                        </a:spcBef>
                        <a:spcAft>
                          <a:spcPts val="0"/>
                        </a:spcAft>
                        <a:buNone/>
                      </a:pPr>
                      <a:r>
                        <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None/>
                      </a:pPr>
                      <a:r>
                        <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None/>
                      </a:pPr>
                      <a:r>
                        <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1</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2</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3</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4</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14425">
                <a:tc>
                  <a:txBody>
                    <a:bodyPr/>
                    <a:lstStyle/>
                    <a:p>
                      <a:pPr indent="0" lvl="0" marL="0" rtl="0" algn="ctr">
                        <a:spcBef>
                          <a:spcPts val="0"/>
                        </a:spcBef>
                        <a:spcAft>
                          <a:spcPts val="0"/>
                        </a:spcAft>
                        <a:buNone/>
                      </a:pPr>
                      <a:r>
                        <a:rPr lang="en">
                          <a:solidFill>
                            <a:schemeClr val="dk1"/>
                          </a:solidFill>
                          <a:latin typeface="Lato"/>
                          <a:ea typeface="Lato"/>
                          <a:cs typeface="Lato"/>
                          <a:sym typeface="Lato"/>
                        </a:rPr>
                        <a:t>5</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6</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7</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8</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9</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10</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11</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14425">
                <a:tc>
                  <a:txBody>
                    <a:bodyPr/>
                    <a:lstStyle/>
                    <a:p>
                      <a:pPr indent="0" lvl="0" marL="0" rtl="0" algn="ctr">
                        <a:spcBef>
                          <a:spcPts val="0"/>
                        </a:spcBef>
                        <a:spcAft>
                          <a:spcPts val="0"/>
                        </a:spcAft>
                        <a:buNone/>
                      </a:pPr>
                      <a:r>
                        <a:rPr lang="en">
                          <a:solidFill>
                            <a:schemeClr val="dk1"/>
                          </a:solidFill>
                          <a:latin typeface="Lato"/>
                          <a:ea typeface="Lato"/>
                          <a:cs typeface="Lato"/>
                          <a:sym typeface="Lato"/>
                        </a:rPr>
                        <a:t>12</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13</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14</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15</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16</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17</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18</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14425">
                <a:tc>
                  <a:txBody>
                    <a:bodyPr/>
                    <a:lstStyle/>
                    <a:p>
                      <a:pPr indent="0" lvl="0" marL="0" rtl="0" algn="ctr">
                        <a:spcBef>
                          <a:spcPts val="0"/>
                        </a:spcBef>
                        <a:spcAft>
                          <a:spcPts val="0"/>
                        </a:spcAft>
                        <a:buNone/>
                      </a:pPr>
                      <a:r>
                        <a:rPr lang="en">
                          <a:solidFill>
                            <a:schemeClr val="dk1"/>
                          </a:solidFill>
                          <a:latin typeface="Lato"/>
                          <a:ea typeface="Lato"/>
                          <a:cs typeface="Lato"/>
                          <a:sym typeface="Lato"/>
                        </a:rPr>
                        <a:t>19</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20</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21</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22</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23</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24</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25</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14425">
                <a:tc>
                  <a:txBody>
                    <a:bodyPr/>
                    <a:lstStyle/>
                    <a:p>
                      <a:pPr indent="0" lvl="0" marL="0" rtl="0" algn="ctr">
                        <a:spcBef>
                          <a:spcPts val="0"/>
                        </a:spcBef>
                        <a:spcAft>
                          <a:spcPts val="0"/>
                        </a:spcAft>
                        <a:buNone/>
                      </a:pPr>
                      <a:r>
                        <a:rPr lang="en">
                          <a:solidFill>
                            <a:schemeClr val="dk1"/>
                          </a:solidFill>
                          <a:latin typeface="Lato"/>
                          <a:ea typeface="Lato"/>
                          <a:cs typeface="Lato"/>
                          <a:sym typeface="Lato"/>
                        </a:rPr>
                        <a:t>26</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27</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28</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29</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30</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31</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None/>
                      </a:pPr>
                      <a:r>
                        <a:t/>
                      </a:r>
                      <a:endParaRPr>
                        <a:solidFill>
                          <a:schemeClr val="dk1"/>
                        </a:solidFill>
                        <a:latin typeface="Lato"/>
                        <a:ea typeface="Lato"/>
                        <a:cs typeface="Lato"/>
                        <a:sym typeface="Lato"/>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
        <p:nvSpPr>
          <p:cNvPr id="7018" name="Google Shape;7018;p63"/>
          <p:cNvSpPr txBox="1"/>
          <p:nvPr/>
        </p:nvSpPr>
        <p:spPr>
          <a:xfrm>
            <a:off x="713249" y="1971601"/>
            <a:ext cx="2589900" cy="6450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Lato"/>
                <a:ea typeface="Lato"/>
                <a:cs typeface="Lato"/>
                <a:sym typeface="Lato"/>
              </a:rPr>
              <a:t>Saturn is a gas giant and has several rings</a:t>
            </a:r>
            <a:endParaRPr>
              <a:solidFill>
                <a:schemeClr val="dk1"/>
              </a:solidFill>
              <a:latin typeface="Lato"/>
              <a:ea typeface="Lato"/>
              <a:cs typeface="Lato"/>
              <a:sym typeface="Lato"/>
            </a:endParaRPr>
          </a:p>
        </p:txBody>
      </p:sp>
      <p:sp>
        <p:nvSpPr>
          <p:cNvPr id="7019" name="Google Shape;7019;p63"/>
          <p:cNvSpPr txBox="1"/>
          <p:nvPr/>
        </p:nvSpPr>
        <p:spPr>
          <a:xfrm>
            <a:off x="713225" y="1688725"/>
            <a:ext cx="2589900" cy="4782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b="1" lang="en" sz="2400">
                <a:solidFill>
                  <a:schemeClr val="dk1"/>
                </a:solidFill>
                <a:latin typeface="Lilita One"/>
                <a:ea typeface="Lilita One"/>
                <a:cs typeface="Lilita One"/>
                <a:sym typeface="Lilita One"/>
              </a:rPr>
              <a:t>Transfer conveyor</a:t>
            </a:r>
            <a:endParaRPr b="1" sz="2400">
              <a:solidFill>
                <a:schemeClr val="dk1"/>
              </a:solidFill>
              <a:latin typeface="Lilita One"/>
              <a:ea typeface="Lilita One"/>
              <a:cs typeface="Lilita One"/>
              <a:sym typeface="Lilita One"/>
            </a:endParaRPr>
          </a:p>
        </p:txBody>
      </p:sp>
      <p:sp>
        <p:nvSpPr>
          <p:cNvPr id="7020" name="Google Shape;7020;p63"/>
          <p:cNvSpPr txBox="1"/>
          <p:nvPr/>
        </p:nvSpPr>
        <p:spPr>
          <a:xfrm>
            <a:off x="713249" y="3501803"/>
            <a:ext cx="2589900" cy="6450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Lato"/>
                <a:ea typeface="Lato"/>
                <a:cs typeface="Lato"/>
                <a:sym typeface="Lato"/>
              </a:rPr>
              <a:t>Neptune is the farthest planet from the Sun</a:t>
            </a:r>
            <a:endParaRPr>
              <a:solidFill>
                <a:schemeClr val="dk1"/>
              </a:solidFill>
              <a:latin typeface="Lato"/>
              <a:ea typeface="Lato"/>
              <a:cs typeface="Lato"/>
              <a:sym typeface="Lato"/>
            </a:endParaRPr>
          </a:p>
        </p:txBody>
      </p:sp>
      <p:sp>
        <p:nvSpPr>
          <p:cNvPr id="7021" name="Google Shape;7021;p63"/>
          <p:cNvSpPr txBox="1"/>
          <p:nvPr/>
        </p:nvSpPr>
        <p:spPr>
          <a:xfrm>
            <a:off x="713225" y="3218921"/>
            <a:ext cx="2589900" cy="4782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b="1" lang="en" sz="2400">
                <a:solidFill>
                  <a:schemeClr val="dk1"/>
                </a:solidFill>
                <a:latin typeface="Lilita One"/>
                <a:ea typeface="Lilita One"/>
                <a:cs typeface="Lilita One"/>
                <a:sym typeface="Lilita One"/>
              </a:rPr>
              <a:t>Bench conveyor</a:t>
            </a:r>
            <a:endParaRPr b="1" sz="2400">
              <a:solidFill>
                <a:schemeClr val="dk1"/>
              </a:solidFill>
              <a:latin typeface="Lilita One"/>
              <a:ea typeface="Lilita One"/>
              <a:cs typeface="Lilita One"/>
              <a:sym typeface="Lilita One"/>
            </a:endParaRPr>
          </a:p>
        </p:txBody>
      </p:sp>
      <p:sp>
        <p:nvSpPr>
          <p:cNvPr id="7022" name="Google Shape;7022;p63"/>
          <p:cNvSpPr/>
          <p:nvPr/>
        </p:nvSpPr>
        <p:spPr>
          <a:xfrm>
            <a:off x="3303225" y="1688725"/>
            <a:ext cx="269700" cy="270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3"/>
          <p:cNvSpPr/>
          <p:nvPr/>
        </p:nvSpPr>
        <p:spPr>
          <a:xfrm>
            <a:off x="3303225" y="3218925"/>
            <a:ext cx="269700" cy="269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7" name="Shape 7027"/>
        <p:cNvGrpSpPr/>
        <p:nvPr/>
      </p:nvGrpSpPr>
      <p:grpSpPr>
        <a:xfrm>
          <a:off x="0" y="0"/>
          <a:ext cx="0" cy="0"/>
          <a:chOff x="0" y="0"/>
          <a:chExt cx="0" cy="0"/>
        </a:xfrm>
      </p:grpSpPr>
      <p:sp>
        <p:nvSpPr>
          <p:cNvPr id="7028" name="Google Shape;7028;p6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History of Oyu Tolgoi mine</a:t>
            </a:r>
            <a:endParaRPr/>
          </a:p>
        </p:txBody>
      </p:sp>
      <p:sp>
        <p:nvSpPr>
          <p:cNvPr id="7029" name="Google Shape;7029;p64"/>
          <p:cNvSpPr txBox="1"/>
          <p:nvPr/>
        </p:nvSpPr>
        <p:spPr>
          <a:xfrm flipH="1">
            <a:off x="713225" y="1866181"/>
            <a:ext cx="1965300" cy="563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5400">
                <a:solidFill>
                  <a:schemeClr val="accent2"/>
                </a:solidFill>
                <a:latin typeface="Lilita One"/>
                <a:ea typeface="Lilita One"/>
                <a:cs typeface="Lilita One"/>
                <a:sym typeface="Lilita One"/>
              </a:rPr>
              <a:t>1st</a:t>
            </a:r>
            <a:endParaRPr b="1" sz="5400">
              <a:solidFill>
                <a:schemeClr val="accent2"/>
              </a:solidFill>
              <a:latin typeface="Lilita One"/>
              <a:ea typeface="Lilita One"/>
              <a:cs typeface="Lilita One"/>
              <a:sym typeface="Lilita One"/>
            </a:endParaRPr>
          </a:p>
        </p:txBody>
      </p:sp>
      <p:sp>
        <p:nvSpPr>
          <p:cNvPr id="7030" name="Google Shape;7030;p64"/>
          <p:cNvSpPr txBox="1"/>
          <p:nvPr/>
        </p:nvSpPr>
        <p:spPr>
          <a:xfrm flipH="1">
            <a:off x="713225" y="1267528"/>
            <a:ext cx="1965300" cy="5718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Venus is the second planet from the Sun</a:t>
            </a:r>
            <a:endParaRPr>
              <a:solidFill>
                <a:schemeClr val="dk1"/>
              </a:solidFill>
              <a:latin typeface="Lato"/>
              <a:ea typeface="Lato"/>
              <a:cs typeface="Lato"/>
              <a:sym typeface="Lato"/>
            </a:endParaRPr>
          </a:p>
        </p:txBody>
      </p:sp>
      <p:sp>
        <p:nvSpPr>
          <p:cNvPr id="7031" name="Google Shape;7031;p64"/>
          <p:cNvSpPr txBox="1"/>
          <p:nvPr/>
        </p:nvSpPr>
        <p:spPr>
          <a:xfrm flipH="1">
            <a:off x="2628383" y="1866181"/>
            <a:ext cx="1965300" cy="563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5400">
                <a:solidFill>
                  <a:schemeClr val="accent2"/>
                </a:solidFill>
                <a:latin typeface="Lilita One"/>
                <a:ea typeface="Lilita One"/>
                <a:cs typeface="Lilita One"/>
                <a:sym typeface="Lilita One"/>
              </a:rPr>
              <a:t>2nd</a:t>
            </a:r>
            <a:endParaRPr b="1" sz="5400">
              <a:solidFill>
                <a:schemeClr val="accent2"/>
              </a:solidFill>
              <a:latin typeface="Lilita One"/>
              <a:ea typeface="Lilita One"/>
              <a:cs typeface="Lilita One"/>
              <a:sym typeface="Lilita One"/>
            </a:endParaRPr>
          </a:p>
        </p:txBody>
      </p:sp>
      <p:sp>
        <p:nvSpPr>
          <p:cNvPr id="7032" name="Google Shape;7032;p64"/>
          <p:cNvSpPr txBox="1"/>
          <p:nvPr/>
        </p:nvSpPr>
        <p:spPr>
          <a:xfrm flipH="1">
            <a:off x="2628383" y="1267528"/>
            <a:ext cx="1965300" cy="5718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Despite being red, Mars is a cold place</a:t>
            </a:r>
            <a:endParaRPr>
              <a:solidFill>
                <a:schemeClr val="dk1"/>
              </a:solidFill>
              <a:latin typeface="Lato"/>
              <a:ea typeface="Lato"/>
              <a:cs typeface="Lato"/>
              <a:sym typeface="Lato"/>
            </a:endParaRPr>
          </a:p>
        </p:txBody>
      </p:sp>
      <p:sp>
        <p:nvSpPr>
          <p:cNvPr id="7033" name="Google Shape;7033;p64"/>
          <p:cNvSpPr txBox="1"/>
          <p:nvPr/>
        </p:nvSpPr>
        <p:spPr>
          <a:xfrm flipH="1">
            <a:off x="4543542" y="1857375"/>
            <a:ext cx="1965300" cy="563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5400">
                <a:solidFill>
                  <a:schemeClr val="accent2"/>
                </a:solidFill>
                <a:latin typeface="Lilita One"/>
                <a:ea typeface="Lilita One"/>
                <a:cs typeface="Lilita One"/>
                <a:sym typeface="Lilita One"/>
              </a:rPr>
              <a:t>3rd</a:t>
            </a:r>
            <a:endParaRPr b="1" sz="5400">
              <a:solidFill>
                <a:schemeClr val="accent2"/>
              </a:solidFill>
              <a:latin typeface="Lilita One"/>
              <a:ea typeface="Lilita One"/>
              <a:cs typeface="Lilita One"/>
              <a:sym typeface="Lilita One"/>
            </a:endParaRPr>
          </a:p>
        </p:txBody>
      </p:sp>
      <p:sp>
        <p:nvSpPr>
          <p:cNvPr id="7034" name="Google Shape;7034;p64"/>
          <p:cNvSpPr txBox="1"/>
          <p:nvPr/>
        </p:nvSpPr>
        <p:spPr>
          <a:xfrm flipH="1">
            <a:off x="4543542" y="1260303"/>
            <a:ext cx="1965300" cy="5718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Mercury is the closest planet to the Sun</a:t>
            </a:r>
            <a:endParaRPr>
              <a:solidFill>
                <a:schemeClr val="dk1"/>
              </a:solidFill>
              <a:latin typeface="Lato"/>
              <a:ea typeface="Lato"/>
              <a:cs typeface="Lato"/>
              <a:sym typeface="Lato"/>
            </a:endParaRPr>
          </a:p>
        </p:txBody>
      </p:sp>
      <p:sp>
        <p:nvSpPr>
          <p:cNvPr id="7035" name="Google Shape;7035;p64"/>
          <p:cNvSpPr txBox="1"/>
          <p:nvPr/>
        </p:nvSpPr>
        <p:spPr>
          <a:xfrm flipH="1">
            <a:off x="6458700" y="1866210"/>
            <a:ext cx="1965300" cy="563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5400">
                <a:solidFill>
                  <a:schemeClr val="accent2"/>
                </a:solidFill>
                <a:latin typeface="Lilita One"/>
                <a:ea typeface="Lilita One"/>
                <a:cs typeface="Lilita One"/>
                <a:sym typeface="Lilita One"/>
              </a:rPr>
              <a:t>4th</a:t>
            </a:r>
            <a:endParaRPr b="1" sz="5400">
              <a:solidFill>
                <a:schemeClr val="accent2"/>
              </a:solidFill>
              <a:latin typeface="Lilita One"/>
              <a:ea typeface="Lilita One"/>
              <a:cs typeface="Lilita One"/>
              <a:sym typeface="Lilita One"/>
            </a:endParaRPr>
          </a:p>
        </p:txBody>
      </p:sp>
      <p:sp>
        <p:nvSpPr>
          <p:cNvPr id="7036" name="Google Shape;7036;p64"/>
          <p:cNvSpPr txBox="1"/>
          <p:nvPr/>
        </p:nvSpPr>
        <p:spPr>
          <a:xfrm flipH="1">
            <a:off x="6458700" y="1267528"/>
            <a:ext cx="1965300" cy="5718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Earth is the only planet that harbors life</a:t>
            </a:r>
            <a:endParaRPr>
              <a:solidFill>
                <a:schemeClr val="dk1"/>
              </a:solidFill>
              <a:latin typeface="Lato"/>
              <a:ea typeface="Lato"/>
              <a:cs typeface="Lato"/>
              <a:sym typeface="Lato"/>
            </a:endParaRPr>
          </a:p>
        </p:txBody>
      </p:sp>
      <p:sp>
        <p:nvSpPr>
          <p:cNvPr id="7037" name="Google Shape;7037;p64"/>
          <p:cNvSpPr/>
          <p:nvPr/>
        </p:nvSpPr>
        <p:spPr>
          <a:xfrm>
            <a:off x="1368575" y="2568075"/>
            <a:ext cx="654600" cy="654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4"/>
          <p:cNvSpPr/>
          <p:nvPr/>
        </p:nvSpPr>
        <p:spPr>
          <a:xfrm>
            <a:off x="3283725" y="2568075"/>
            <a:ext cx="654600" cy="654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9" name="Google Shape;7039;p64"/>
          <p:cNvGrpSpPr/>
          <p:nvPr/>
        </p:nvGrpSpPr>
        <p:grpSpPr>
          <a:xfrm>
            <a:off x="3455807" y="2740647"/>
            <a:ext cx="310007" cy="309454"/>
            <a:chOff x="1970932" y="1289347"/>
            <a:chExt cx="310007" cy="309454"/>
          </a:xfrm>
        </p:grpSpPr>
        <p:sp>
          <p:nvSpPr>
            <p:cNvPr id="7040" name="Google Shape;7040;p64"/>
            <p:cNvSpPr/>
            <p:nvPr/>
          </p:nvSpPr>
          <p:spPr>
            <a:xfrm>
              <a:off x="2049998" y="1368152"/>
              <a:ext cx="230942" cy="230649"/>
            </a:xfrm>
            <a:custGeom>
              <a:rect b="b" l="l" r="r" t="t"/>
              <a:pathLst>
                <a:path extrusionOk="0" h="7080" w="7089">
                  <a:moveTo>
                    <a:pt x="6901" y="0"/>
                  </a:moveTo>
                  <a:cubicBezTo>
                    <a:pt x="6881" y="0"/>
                    <a:pt x="6860" y="4"/>
                    <a:pt x="6840" y="10"/>
                  </a:cubicBezTo>
                  <a:lnTo>
                    <a:pt x="5512" y="484"/>
                  </a:lnTo>
                  <a:cubicBezTo>
                    <a:pt x="5458" y="503"/>
                    <a:pt x="5416" y="546"/>
                    <a:pt x="5397" y="600"/>
                  </a:cubicBezTo>
                  <a:lnTo>
                    <a:pt x="4998" y="1815"/>
                  </a:lnTo>
                  <a:lnTo>
                    <a:pt x="4204" y="2804"/>
                  </a:lnTo>
                  <a:cubicBezTo>
                    <a:pt x="4185" y="2826"/>
                    <a:pt x="4174" y="2853"/>
                    <a:pt x="4166" y="2881"/>
                  </a:cubicBezTo>
                  <a:lnTo>
                    <a:pt x="3929" y="3974"/>
                  </a:lnTo>
                  <a:lnTo>
                    <a:pt x="2905" y="3974"/>
                  </a:lnTo>
                  <a:cubicBezTo>
                    <a:pt x="2837" y="3974"/>
                    <a:pt x="2774" y="4011"/>
                    <a:pt x="2741" y="4072"/>
                  </a:cubicBezTo>
                  <a:lnTo>
                    <a:pt x="2115" y="5240"/>
                  </a:lnTo>
                  <a:lnTo>
                    <a:pt x="1143" y="5240"/>
                  </a:lnTo>
                  <a:cubicBezTo>
                    <a:pt x="1080" y="5240"/>
                    <a:pt x="1022" y="5271"/>
                    <a:pt x="988" y="5325"/>
                  </a:cubicBezTo>
                  <a:lnTo>
                    <a:pt x="40" y="6793"/>
                  </a:lnTo>
                  <a:cubicBezTo>
                    <a:pt x="2" y="6850"/>
                    <a:pt x="0" y="6922"/>
                    <a:pt x="33" y="6982"/>
                  </a:cubicBezTo>
                  <a:cubicBezTo>
                    <a:pt x="66" y="7043"/>
                    <a:pt x="129" y="7080"/>
                    <a:pt x="195" y="7080"/>
                  </a:cubicBezTo>
                  <a:lnTo>
                    <a:pt x="6903" y="7080"/>
                  </a:lnTo>
                  <a:cubicBezTo>
                    <a:pt x="7004" y="7080"/>
                    <a:pt x="7088" y="6997"/>
                    <a:pt x="7088" y="6893"/>
                  </a:cubicBezTo>
                  <a:lnTo>
                    <a:pt x="7088" y="4214"/>
                  </a:lnTo>
                  <a:cubicBezTo>
                    <a:pt x="7088" y="4112"/>
                    <a:pt x="7006" y="4028"/>
                    <a:pt x="6903" y="4028"/>
                  </a:cubicBezTo>
                  <a:cubicBezTo>
                    <a:pt x="6799" y="4028"/>
                    <a:pt x="6716" y="4111"/>
                    <a:pt x="6716" y="4214"/>
                  </a:cubicBezTo>
                  <a:lnTo>
                    <a:pt x="6716" y="6708"/>
                  </a:lnTo>
                  <a:lnTo>
                    <a:pt x="535" y="6708"/>
                  </a:lnTo>
                  <a:lnTo>
                    <a:pt x="1245" y="5610"/>
                  </a:lnTo>
                  <a:lnTo>
                    <a:pt x="2226" y="5610"/>
                  </a:lnTo>
                  <a:cubicBezTo>
                    <a:pt x="2294" y="5610"/>
                    <a:pt x="2357" y="5572"/>
                    <a:pt x="2390" y="5512"/>
                  </a:cubicBezTo>
                  <a:lnTo>
                    <a:pt x="3016" y="4344"/>
                  </a:lnTo>
                  <a:lnTo>
                    <a:pt x="4078" y="4344"/>
                  </a:lnTo>
                  <a:cubicBezTo>
                    <a:pt x="4165" y="4344"/>
                    <a:pt x="4241" y="4284"/>
                    <a:pt x="4259" y="4199"/>
                  </a:cubicBezTo>
                  <a:lnTo>
                    <a:pt x="4520" y="3003"/>
                  </a:lnTo>
                  <a:lnTo>
                    <a:pt x="5309" y="2022"/>
                  </a:lnTo>
                  <a:cubicBezTo>
                    <a:pt x="5323" y="2005"/>
                    <a:pt x="5333" y="1985"/>
                    <a:pt x="5341" y="1964"/>
                  </a:cubicBezTo>
                  <a:lnTo>
                    <a:pt x="5721" y="805"/>
                  </a:lnTo>
                  <a:lnTo>
                    <a:pt x="6716" y="449"/>
                  </a:lnTo>
                  <a:lnTo>
                    <a:pt x="6716" y="2545"/>
                  </a:lnTo>
                  <a:cubicBezTo>
                    <a:pt x="6716" y="2647"/>
                    <a:pt x="6799" y="2731"/>
                    <a:pt x="6903" y="2731"/>
                  </a:cubicBezTo>
                  <a:cubicBezTo>
                    <a:pt x="7006" y="2731"/>
                    <a:pt x="7088" y="2648"/>
                    <a:pt x="7088" y="2545"/>
                  </a:cubicBezTo>
                  <a:lnTo>
                    <a:pt x="7088" y="186"/>
                  </a:lnTo>
                  <a:cubicBezTo>
                    <a:pt x="7087" y="125"/>
                    <a:pt x="7059" y="68"/>
                    <a:pt x="7009" y="35"/>
                  </a:cubicBezTo>
                  <a:cubicBezTo>
                    <a:pt x="6976" y="12"/>
                    <a:pt x="6939" y="0"/>
                    <a:pt x="69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4"/>
            <p:cNvSpPr/>
            <p:nvPr/>
          </p:nvSpPr>
          <p:spPr>
            <a:xfrm>
              <a:off x="1970932" y="1289347"/>
              <a:ext cx="209082" cy="234167"/>
            </a:xfrm>
            <a:custGeom>
              <a:rect b="b" l="l" r="r" t="t"/>
              <a:pathLst>
                <a:path extrusionOk="0" h="7188" w="6418">
                  <a:moveTo>
                    <a:pt x="3920" y="386"/>
                  </a:moveTo>
                  <a:lnTo>
                    <a:pt x="4476" y="708"/>
                  </a:lnTo>
                  <a:lnTo>
                    <a:pt x="4281" y="1046"/>
                  </a:lnTo>
                  <a:lnTo>
                    <a:pt x="3725" y="724"/>
                  </a:lnTo>
                  <a:lnTo>
                    <a:pt x="3920" y="386"/>
                  </a:lnTo>
                  <a:close/>
                  <a:moveTo>
                    <a:pt x="1582" y="591"/>
                  </a:moveTo>
                  <a:cubicBezTo>
                    <a:pt x="2049" y="647"/>
                    <a:pt x="2507" y="762"/>
                    <a:pt x="2947" y="930"/>
                  </a:cubicBezTo>
                  <a:lnTo>
                    <a:pt x="2601" y="1529"/>
                  </a:lnTo>
                  <a:cubicBezTo>
                    <a:pt x="2236" y="1349"/>
                    <a:pt x="1860" y="1187"/>
                    <a:pt x="1480" y="1043"/>
                  </a:cubicBezTo>
                  <a:lnTo>
                    <a:pt x="1582" y="591"/>
                  </a:lnTo>
                  <a:close/>
                  <a:moveTo>
                    <a:pt x="3368" y="946"/>
                  </a:moveTo>
                  <a:lnTo>
                    <a:pt x="4269" y="1466"/>
                  </a:lnTo>
                  <a:lnTo>
                    <a:pt x="3772" y="2325"/>
                  </a:lnTo>
                  <a:lnTo>
                    <a:pt x="2871" y="1805"/>
                  </a:lnTo>
                  <a:lnTo>
                    <a:pt x="3368" y="946"/>
                  </a:lnTo>
                  <a:close/>
                  <a:moveTo>
                    <a:pt x="4491" y="1822"/>
                  </a:moveTo>
                  <a:cubicBezTo>
                    <a:pt x="5115" y="2325"/>
                    <a:pt x="5617" y="2945"/>
                    <a:pt x="5984" y="3664"/>
                  </a:cubicBezTo>
                  <a:cubicBezTo>
                    <a:pt x="6015" y="3723"/>
                    <a:pt x="5980" y="3763"/>
                    <a:pt x="5956" y="3780"/>
                  </a:cubicBezTo>
                  <a:cubicBezTo>
                    <a:pt x="5943" y="3789"/>
                    <a:pt x="5922" y="3801"/>
                    <a:pt x="5897" y="3801"/>
                  </a:cubicBezTo>
                  <a:cubicBezTo>
                    <a:pt x="5878" y="3801"/>
                    <a:pt x="5857" y="3794"/>
                    <a:pt x="5836" y="3774"/>
                  </a:cubicBezTo>
                  <a:cubicBezTo>
                    <a:pt x="5314" y="3278"/>
                    <a:pt x="4746" y="2824"/>
                    <a:pt x="4145" y="2421"/>
                  </a:cubicBezTo>
                  <a:lnTo>
                    <a:pt x="4491" y="1822"/>
                  </a:lnTo>
                  <a:close/>
                  <a:moveTo>
                    <a:pt x="2857" y="2224"/>
                  </a:moveTo>
                  <a:lnTo>
                    <a:pt x="3413" y="2547"/>
                  </a:lnTo>
                  <a:lnTo>
                    <a:pt x="959" y="6798"/>
                  </a:lnTo>
                  <a:lnTo>
                    <a:pt x="403" y="6476"/>
                  </a:lnTo>
                  <a:lnTo>
                    <a:pt x="2857" y="2224"/>
                  </a:lnTo>
                  <a:close/>
                  <a:moveTo>
                    <a:pt x="3902" y="0"/>
                  </a:moveTo>
                  <a:cubicBezTo>
                    <a:pt x="3789" y="0"/>
                    <a:pt x="3679" y="59"/>
                    <a:pt x="3619" y="163"/>
                  </a:cubicBezTo>
                  <a:lnTo>
                    <a:pt x="3389" y="563"/>
                  </a:lnTo>
                  <a:cubicBezTo>
                    <a:pt x="3375" y="561"/>
                    <a:pt x="3361" y="560"/>
                    <a:pt x="3348" y="560"/>
                  </a:cubicBezTo>
                  <a:cubicBezTo>
                    <a:pt x="3320" y="560"/>
                    <a:pt x="3292" y="564"/>
                    <a:pt x="3264" y="572"/>
                  </a:cubicBezTo>
                  <a:cubicBezTo>
                    <a:pt x="3227" y="583"/>
                    <a:pt x="3193" y="598"/>
                    <a:pt x="3161" y="619"/>
                  </a:cubicBezTo>
                  <a:cubicBezTo>
                    <a:pt x="2614" y="397"/>
                    <a:pt x="2038" y="259"/>
                    <a:pt x="1451" y="206"/>
                  </a:cubicBezTo>
                  <a:cubicBezTo>
                    <a:pt x="1445" y="206"/>
                    <a:pt x="1438" y="206"/>
                    <a:pt x="1432" y="206"/>
                  </a:cubicBezTo>
                  <a:cubicBezTo>
                    <a:pt x="1346" y="206"/>
                    <a:pt x="1271" y="266"/>
                    <a:pt x="1253" y="350"/>
                  </a:cubicBezTo>
                  <a:lnTo>
                    <a:pt x="1081" y="1123"/>
                  </a:lnTo>
                  <a:cubicBezTo>
                    <a:pt x="1061" y="1213"/>
                    <a:pt x="1111" y="1305"/>
                    <a:pt x="1199" y="1338"/>
                  </a:cubicBezTo>
                  <a:cubicBezTo>
                    <a:pt x="1636" y="1496"/>
                    <a:pt x="2070" y="1684"/>
                    <a:pt x="2489" y="1890"/>
                  </a:cubicBezTo>
                  <a:cubicBezTo>
                    <a:pt x="2499" y="1936"/>
                    <a:pt x="2517" y="1981"/>
                    <a:pt x="2547" y="2019"/>
                  </a:cubicBezTo>
                  <a:lnTo>
                    <a:pt x="55" y="6332"/>
                  </a:lnTo>
                  <a:cubicBezTo>
                    <a:pt x="12" y="6408"/>
                    <a:pt x="1" y="6496"/>
                    <a:pt x="23" y="6580"/>
                  </a:cubicBezTo>
                  <a:cubicBezTo>
                    <a:pt x="45" y="6664"/>
                    <a:pt x="99" y="6734"/>
                    <a:pt x="175" y="6777"/>
                  </a:cubicBezTo>
                  <a:lnTo>
                    <a:pt x="810" y="7144"/>
                  </a:lnTo>
                  <a:cubicBezTo>
                    <a:pt x="860" y="7173"/>
                    <a:pt x="916" y="7188"/>
                    <a:pt x="972" y="7188"/>
                  </a:cubicBezTo>
                  <a:cubicBezTo>
                    <a:pt x="1001" y="7188"/>
                    <a:pt x="1029" y="7183"/>
                    <a:pt x="1058" y="7175"/>
                  </a:cubicBezTo>
                  <a:cubicBezTo>
                    <a:pt x="1142" y="7153"/>
                    <a:pt x="1212" y="7100"/>
                    <a:pt x="1255" y="7023"/>
                  </a:cubicBezTo>
                  <a:lnTo>
                    <a:pt x="3746" y="2710"/>
                  </a:lnTo>
                  <a:cubicBezTo>
                    <a:pt x="3762" y="2711"/>
                    <a:pt x="3774" y="2712"/>
                    <a:pt x="3787" y="2712"/>
                  </a:cubicBezTo>
                  <a:cubicBezTo>
                    <a:pt x="3815" y="2712"/>
                    <a:pt x="3845" y="2709"/>
                    <a:pt x="3872" y="2701"/>
                  </a:cubicBezTo>
                  <a:cubicBezTo>
                    <a:pt x="3877" y="2700"/>
                    <a:pt x="3883" y="2697"/>
                    <a:pt x="3889" y="2696"/>
                  </a:cubicBezTo>
                  <a:cubicBezTo>
                    <a:pt x="4490" y="3096"/>
                    <a:pt x="5060" y="3548"/>
                    <a:pt x="5579" y="4043"/>
                  </a:cubicBezTo>
                  <a:cubicBezTo>
                    <a:pt x="5669" y="4130"/>
                    <a:pt x="5784" y="4173"/>
                    <a:pt x="5898" y="4173"/>
                  </a:cubicBezTo>
                  <a:cubicBezTo>
                    <a:pt x="5994" y="4173"/>
                    <a:pt x="6092" y="4141"/>
                    <a:pt x="6176" y="4078"/>
                  </a:cubicBezTo>
                  <a:cubicBezTo>
                    <a:pt x="6361" y="3941"/>
                    <a:pt x="6417" y="3701"/>
                    <a:pt x="6313" y="3496"/>
                  </a:cubicBezTo>
                  <a:cubicBezTo>
                    <a:pt x="5908" y="2702"/>
                    <a:pt x="5350" y="2025"/>
                    <a:pt x="4652" y="1479"/>
                  </a:cubicBezTo>
                  <a:cubicBezTo>
                    <a:pt x="4654" y="1443"/>
                    <a:pt x="4652" y="1405"/>
                    <a:pt x="4642" y="1366"/>
                  </a:cubicBezTo>
                  <a:cubicBezTo>
                    <a:pt x="4631" y="1326"/>
                    <a:pt x="4612" y="1288"/>
                    <a:pt x="4588" y="1255"/>
                  </a:cubicBezTo>
                  <a:lnTo>
                    <a:pt x="4819" y="856"/>
                  </a:lnTo>
                  <a:cubicBezTo>
                    <a:pt x="4862" y="779"/>
                    <a:pt x="4873" y="693"/>
                    <a:pt x="4851" y="609"/>
                  </a:cubicBezTo>
                  <a:cubicBezTo>
                    <a:pt x="4829" y="525"/>
                    <a:pt x="4775" y="454"/>
                    <a:pt x="4699" y="411"/>
                  </a:cubicBezTo>
                  <a:lnTo>
                    <a:pt x="4065" y="44"/>
                  </a:lnTo>
                  <a:cubicBezTo>
                    <a:pt x="4013" y="14"/>
                    <a:pt x="3957" y="0"/>
                    <a:pt x="39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4"/>
            <p:cNvSpPr/>
            <p:nvPr/>
          </p:nvSpPr>
          <p:spPr>
            <a:xfrm>
              <a:off x="2119355" y="1436597"/>
              <a:ext cx="46423" cy="46684"/>
            </a:xfrm>
            <a:custGeom>
              <a:rect b="b" l="l" r="r" t="t"/>
              <a:pathLst>
                <a:path extrusionOk="0" h="1433" w="1425">
                  <a:moveTo>
                    <a:pt x="757" y="383"/>
                  </a:moveTo>
                  <a:lnTo>
                    <a:pt x="1014" y="705"/>
                  </a:lnTo>
                  <a:lnTo>
                    <a:pt x="709" y="1046"/>
                  </a:lnTo>
                  <a:lnTo>
                    <a:pt x="387" y="703"/>
                  </a:lnTo>
                  <a:lnTo>
                    <a:pt x="757" y="383"/>
                  </a:lnTo>
                  <a:close/>
                  <a:moveTo>
                    <a:pt x="760" y="1"/>
                  </a:moveTo>
                  <a:cubicBezTo>
                    <a:pt x="678" y="1"/>
                    <a:pt x="598" y="31"/>
                    <a:pt x="537" y="85"/>
                  </a:cubicBezTo>
                  <a:lnTo>
                    <a:pt x="123" y="443"/>
                  </a:lnTo>
                  <a:cubicBezTo>
                    <a:pt x="53" y="502"/>
                    <a:pt x="11" y="591"/>
                    <a:pt x="6" y="683"/>
                  </a:cubicBezTo>
                  <a:cubicBezTo>
                    <a:pt x="1" y="776"/>
                    <a:pt x="34" y="868"/>
                    <a:pt x="97" y="936"/>
                  </a:cubicBezTo>
                  <a:lnTo>
                    <a:pt x="460" y="1324"/>
                  </a:lnTo>
                  <a:cubicBezTo>
                    <a:pt x="525" y="1393"/>
                    <a:pt x="616" y="1433"/>
                    <a:pt x="710" y="1433"/>
                  </a:cubicBezTo>
                  <a:lnTo>
                    <a:pt x="714" y="1433"/>
                  </a:lnTo>
                  <a:cubicBezTo>
                    <a:pt x="810" y="1430"/>
                    <a:pt x="902" y="1389"/>
                    <a:pt x="966" y="1318"/>
                  </a:cubicBezTo>
                  <a:lnTo>
                    <a:pt x="1307" y="937"/>
                  </a:lnTo>
                  <a:cubicBezTo>
                    <a:pt x="1418" y="812"/>
                    <a:pt x="1425" y="626"/>
                    <a:pt x="1320" y="495"/>
                  </a:cubicBezTo>
                  <a:lnTo>
                    <a:pt x="1030" y="129"/>
                  </a:lnTo>
                  <a:cubicBezTo>
                    <a:pt x="972" y="57"/>
                    <a:pt x="885" y="10"/>
                    <a:pt x="793" y="3"/>
                  </a:cubicBezTo>
                  <a:cubicBezTo>
                    <a:pt x="782" y="1"/>
                    <a:pt x="771" y="1"/>
                    <a:pt x="7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4"/>
            <p:cNvSpPr/>
            <p:nvPr/>
          </p:nvSpPr>
          <p:spPr>
            <a:xfrm>
              <a:off x="2072672" y="1475397"/>
              <a:ext cx="46488" cy="43947"/>
            </a:xfrm>
            <a:custGeom>
              <a:rect b="b" l="l" r="r" t="t"/>
              <a:pathLst>
                <a:path extrusionOk="0" h="1349" w="1427">
                  <a:moveTo>
                    <a:pt x="604" y="383"/>
                  </a:moveTo>
                  <a:lnTo>
                    <a:pt x="1033" y="618"/>
                  </a:lnTo>
                  <a:lnTo>
                    <a:pt x="821" y="971"/>
                  </a:lnTo>
                  <a:lnTo>
                    <a:pt x="395" y="803"/>
                  </a:lnTo>
                  <a:lnTo>
                    <a:pt x="604" y="383"/>
                  </a:lnTo>
                  <a:close/>
                  <a:moveTo>
                    <a:pt x="592" y="1"/>
                  </a:moveTo>
                  <a:cubicBezTo>
                    <a:pt x="557" y="1"/>
                    <a:pt x="522" y="6"/>
                    <a:pt x="489" y="16"/>
                  </a:cubicBezTo>
                  <a:cubicBezTo>
                    <a:pt x="400" y="44"/>
                    <a:pt x="327" y="107"/>
                    <a:pt x="285" y="190"/>
                  </a:cubicBezTo>
                  <a:lnTo>
                    <a:pt x="48" y="666"/>
                  </a:lnTo>
                  <a:cubicBezTo>
                    <a:pt x="5" y="752"/>
                    <a:pt x="1" y="851"/>
                    <a:pt x="35" y="941"/>
                  </a:cubicBezTo>
                  <a:cubicBezTo>
                    <a:pt x="69" y="1030"/>
                    <a:pt x="141" y="1103"/>
                    <a:pt x="230" y="1138"/>
                  </a:cubicBezTo>
                  <a:lnTo>
                    <a:pt x="707" y="1326"/>
                  </a:lnTo>
                  <a:cubicBezTo>
                    <a:pt x="749" y="1341"/>
                    <a:pt x="791" y="1349"/>
                    <a:pt x="833" y="1349"/>
                  </a:cubicBezTo>
                  <a:cubicBezTo>
                    <a:pt x="949" y="1349"/>
                    <a:pt x="1062" y="1289"/>
                    <a:pt x="1126" y="1182"/>
                  </a:cubicBezTo>
                  <a:lnTo>
                    <a:pt x="1366" y="784"/>
                  </a:lnTo>
                  <a:cubicBezTo>
                    <a:pt x="1414" y="705"/>
                    <a:pt x="1427" y="608"/>
                    <a:pt x="1402" y="519"/>
                  </a:cubicBezTo>
                  <a:cubicBezTo>
                    <a:pt x="1377" y="430"/>
                    <a:pt x="1317" y="353"/>
                    <a:pt x="1236" y="308"/>
                  </a:cubicBezTo>
                  <a:lnTo>
                    <a:pt x="756" y="45"/>
                  </a:lnTo>
                  <a:cubicBezTo>
                    <a:pt x="706" y="15"/>
                    <a:pt x="649" y="1"/>
                    <a:pt x="5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4"/>
            <p:cNvSpPr/>
            <p:nvPr/>
          </p:nvSpPr>
          <p:spPr>
            <a:xfrm>
              <a:off x="2206435" y="1338963"/>
              <a:ext cx="17071" cy="34728"/>
            </a:xfrm>
            <a:custGeom>
              <a:rect b="b" l="l" r="r" t="t"/>
              <a:pathLst>
                <a:path extrusionOk="0" h="1066" w="524">
                  <a:moveTo>
                    <a:pt x="320" y="0"/>
                  </a:moveTo>
                  <a:cubicBezTo>
                    <a:pt x="232" y="0"/>
                    <a:pt x="155" y="64"/>
                    <a:pt x="139" y="154"/>
                  </a:cubicBezTo>
                  <a:lnTo>
                    <a:pt x="16" y="848"/>
                  </a:lnTo>
                  <a:cubicBezTo>
                    <a:pt x="0" y="948"/>
                    <a:pt x="67" y="1045"/>
                    <a:pt x="168" y="1063"/>
                  </a:cubicBezTo>
                  <a:cubicBezTo>
                    <a:pt x="178" y="1064"/>
                    <a:pt x="190" y="1066"/>
                    <a:pt x="200" y="1066"/>
                  </a:cubicBezTo>
                  <a:cubicBezTo>
                    <a:pt x="288" y="1066"/>
                    <a:pt x="367" y="1003"/>
                    <a:pt x="383" y="912"/>
                  </a:cubicBezTo>
                  <a:lnTo>
                    <a:pt x="504" y="218"/>
                  </a:lnTo>
                  <a:cubicBezTo>
                    <a:pt x="523" y="118"/>
                    <a:pt x="455" y="20"/>
                    <a:pt x="353" y="3"/>
                  </a:cubicBezTo>
                  <a:cubicBezTo>
                    <a:pt x="342" y="1"/>
                    <a:pt x="331" y="0"/>
                    <a:pt x="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4"/>
            <p:cNvSpPr/>
            <p:nvPr/>
          </p:nvSpPr>
          <p:spPr>
            <a:xfrm>
              <a:off x="2168580" y="1346944"/>
              <a:ext cx="24531" cy="30623"/>
            </a:xfrm>
            <a:custGeom>
              <a:rect b="b" l="l" r="r" t="t"/>
              <a:pathLst>
                <a:path extrusionOk="0" h="940" w="753">
                  <a:moveTo>
                    <a:pt x="213" y="1"/>
                  </a:moveTo>
                  <a:cubicBezTo>
                    <a:pt x="181" y="1"/>
                    <a:pt x="149" y="9"/>
                    <a:pt x="120" y="26"/>
                  </a:cubicBezTo>
                  <a:cubicBezTo>
                    <a:pt x="31" y="77"/>
                    <a:pt x="1" y="190"/>
                    <a:pt x="52" y="279"/>
                  </a:cubicBezTo>
                  <a:lnTo>
                    <a:pt x="379" y="847"/>
                  </a:lnTo>
                  <a:cubicBezTo>
                    <a:pt x="413" y="906"/>
                    <a:pt x="476" y="939"/>
                    <a:pt x="540" y="939"/>
                  </a:cubicBezTo>
                  <a:cubicBezTo>
                    <a:pt x="571" y="939"/>
                    <a:pt x="603" y="932"/>
                    <a:pt x="633" y="915"/>
                  </a:cubicBezTo>
                  <a:cubicBezTo>
                    <a:pt x="722" y="864"/>
                    <a:pt x="753" y="749"/>
                    <a:pt x="701" y="660"/>
                  </a:cubicBezTo>
                  <a:lnTo>
                    <a:pt x="373" y="94"/>
                  </a:lnTo>
                  <a:cubicBezTo>
                    <a:pt x="340" y="34"/>
                    <a:pt x="277" y="1"/>
                    <a:pt x="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4"/>
            <p:cNvSpPr/>
            <p:nvPr/>
          </p:nvSpPr>
          <p:spPr>
            <a:xfrm>
              <a:off x="2098766" y="1431711"/>
              <a:ext cx="12151" cy="12151"/>
            </a:xfrm>
            <a:custGeom>
              <a:rect b="b" l="l" r="r" t="t"/>
              <a:pathLst>
                <a:path extrusionOk="0" h="373" w="373">
                  <a:moveTo>
                    <a:pt x="186" y="1"/>
                  </a:moveTo>
                  <a:cubicBezTo>
                    <a:pt x="83" y="1"/>
                    <a:pt x="0" y="84"/>
                    <a:pt x="0" y="186"/>
                  </a:cubicBezTo>
                  <a:cubicBezTo>
                    <a:pt x="0" y="290"/>
                    <a:pt x="84" y="373"/>
                    <a:pt x="186" y="373"/>
                  </a:cubicBezTo>
                  <a:cubicBezTo>
                    <a:pt x="289" y="373"/>
                    <a:pt x="372" y="289"/>
                    <a:pt x="372" y="186"/>
                  </a:cubicBezTo>
                  <a:cubicBezTo>
                    <a:pt x="372" y="84"/>
                    <a:pt x="289" y="2"/>
                    <a:pt x="1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4"/>
            <p:cNvSpPr/>
            <p:nvPr/>
          </p:nvSpPr>
          <p:spPr>
            <a:xfrm>
              <a:off x="2191123" y="1406496"/>
              <a:ext cx="12151" cy="12151"/>
            </a:xfrm>
            <a:custGeom>
              <a:rect b="b" l="l" r="r" t="t"/>
              <a:pathLst>
                <a:path extrusionOk="0" h="373" w="373">
                  <a:moveTo>
                    <a:pt x="187" y="0"/>
                  </a:moveTo>
                  <a:cubicBezTo>
                    <a:pt x="84" y="0"/>
                    <a:pt x="1" y="84"/>
                    <a:pt x="1" y="187"/>
                  </a:cubicBezTo>
                  <a:cubicBezTo>
                    <a:pt x="1" y="290"/>
                    <a:pt x="85" y="372"/>
                    <a:pt x="187" y="372"/>
                  </a:cubicBezTo>
                  <a:cubicBezTo>
                    <a:pt x="291" y="372"/>
                    <a:pt x="373" y="289"/>
                    <a:pt x="373" y="187"/>
                  </a:cubicBezTo>
                  <a:cubicBezTo>
                    <a:pt x="373" y="84"/>
                    <a:pt x="291" y="2"/>
                    <a:pt x="1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4"/>
            <p:cNvSpPr/>
            <p:nvPr/>
          </p:nvSpPr>
          <p:spPr>
            <a:xfrm>
              <a:off x="2268755" y="1472172"/>
              <a:ext cx="12151" cy="12119"/>
            </a:xfrm>
            <a:custGeom>
              <a:rect b="b" l="l" r="r" t="t"/>
              <a:pathLst>
                <a:path extrusionOk="0" h="372" w="373">
                  <a:moveTo>
                    <a:pt x="187" y="0"/>
                  </a:moveTo>
                  <a:cubicBezTo>
                    <a:pt x="83" y="0"/>
                    <a:pt x="0" y="84"/>
                    <a:pt x="0" y="185"/>
                  </a:cubicBezTo>
                  <a:cubicBezTo>
                    <a:pt x="0" y="289"/>
                    <a:pt x="83" y="372"/>
                    <a:pt x="187" y="372"/>
                  </a:cubicBezTo>
                  <a:cubicBezTo>
                    <a:pt x="289" y="372"/>
                    <a:pt x="372" y="288"/>
                    <a:pt x="372" y="185"/>
                  </a:cubicBezTo>
                  <a:cubicBezTo>
                    <a:pt x="372" y="84"/>
                    <a:pt x="289" y="0"/>
                    <a:pt x="1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9" name="Google Shape;7049;p64"/>
          <p:cNvSpPr/>
          <p:nvPr/>
        </p:nvSpPr>
        <p:spPr>
          <a:xfrm>
            <a:off x="5198875" y="2568075"/>
            <a:ext cx="654600" cy="6546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4"/>
          <p:cNvSpPr/>
          <p:nvPr/>
        </p:nvSpPr>
        <p:spPr>
          <a:xfrm>
            <a:off x="7114025" y="2568075"/>
            <a:ext cx="654600" cy="654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1" name="Google Shape;7051;p64"/>
          <p:cNvGrpSpPr/>
          <p:nvPr/>
        </p:nvGrpSpPr>
        <p:grpSpPr>
          <a:xfrm>
            <a:off x="1540257" y="2740612"/>
            <a:ext cx="310855" cy="309519"/>
            <a:chOff x="1264782" y="1289249"/>
            <a:chExt cx="310855" cy="309519"/>
          </a:xfrm>
        </p:grpSpPr>
        <p:sp>
          <p:nvSpPr>
            <p:cNvPr id="7052" name="Google Shape;7052;p64"/>
            <p:cNvSpPr/>
            <p:nvPr/>
          </p:nvSpPr>
          <p:spPr>
            <a:xfrm>
              <a:off x="1264782" y="1302541"/>
              <a:ext cx="310464" cy="284499"/>
            </a:xfrm>
            <a:custGeom>
              <a:rect b="b" l="l" r="r" t="t"/>
              <a:pathLst>
                <a:path extrusionOk="0" h="8733" w="9530">
                  <a:moveTo>
                    <a:pt x="4603" y="0"/>
                  </a:moveTo>
                  <a:cubicBezTo>
                    <a:pt x="4533" y="0"/>
                    <a:pt x="4468" y="41"/>
                    <a:pt x="4437" y="104"/>
                  </a:cubicBezTo>
                  <a:lnTo>
                    <a:pt x="3714" y="1568"/>
                  </a:lnTo>
                  <a:lnTo>
                    <a:pt x="2220" y="782"/>
                  </a:lnTo>
                  <a:cubicBezTo>
                    <a:pt x="2193" y="768"/>
                    <a:pt x="2163" y="761"/>
                    <a:pt x="2134" y="761"/>
                  </a:cubicBezTo>
                  <a:cubicBezTo>
                    <a:pt x="2095" y="761"/>
                    <a:pt x="2057" y="773"/>
                    <a:pt x="2025" y="797"/>
                  </a:cubicBezTo>
                  <a:cubicBezTo>
                    <a:pt x="1967" y="839"/>
                    <a:pt x="1938" y="908"/>
                    <a:pt x="1952" y="979"/>
                  </a:cubicBezTo>
                  <a:lnTo>
                    <a:pt x="2192" y="2377"/>
                  </a:lnTo>
                  <a:lnTo>
                    <a:pt x="2192" y="2377"/>
                  </a:lnTo>
                  <a:lnTo>
                    <a:pt x="401" y="2185"/>
                  </a:lnTo>
                  <a:cubicBezTo>
                    <a:pt x="394" y="2184"/>
                    <a:pt x="388" y="2184"/>
                    <a:pt x="381" y="2184"/>
                  </a:cubicBezTo>
                  <a:cubicBezTo>
                    <a:pt x="314" y="2184"/>
                    <a:pt x="250" y="2221"/>
                    <a:pt x="218" y="2281"/>
                  </a:cubicBezTo>
                  <a:cubicBezTo>
                    <a:pt x="182" y="2348"/>
                    <a:pt x="191" y="2430"/>
                    <a:pt x="239" y="2487"/>
                  </a:cubicBezTo>
                  <a:lnTo>
                    <a:pt x="1689" y="4228"/>
                  </a:lnTo>
                  <a:lnTo>
                    <a:pt x="81" y="5588"/>
                  </a:lnTo>
                  <a:cubicBezTo>
                    <a:pt x="24" y="5637"/>
                    <a:pt x="0" y="5714"/>
                    <a:pt x="23" y="5784"/>
                  </a:cubicBezTo>
                  <a:cubicBezTo>
                    <a:pt x="45" y="5856"/>
                    <a:pt x="108" y="5906"/>
                    <a:pt x="181" y="5914"/>
                  </a:cubicBezTo>
                  <a:lnTo>
                    <a:pt x="2087" y="6104"/>
                  </a:lnTo>
                  <a:lnTo>
                    <a:pt x="1473" y="8135"/>
                  </a:lnTo>
                  <a:cubicBezTo>
                    <a:pt x="1450" y="8208"/>
                    <a:pt x="1475" y="8287"/>
                    <a:pt x="1536" y="8334"/>
                  </a:cubicBezTo>
                  <a:cubicBezTo>
                    <a:pt x="1570" y="8361"/>
                    <a:pt x="1610" y="8374"/>
                    <a:pt x="1651" y="8374"/>
                  </a:cubicBezTo>
                  <a:cubicBezTo>
                    <a:pt x="1683" y="8374"/>
                    <a:pt x="1714" y="8366"/>
                    <a:pt x="1743" y="8350"/>
                  </a:cubicBezTo>
                  <a:lnTo>
                    <a:pt x="3733" y="7204"/>
                  </a:lnTo>
                  <a:lnTo>
                    <a:pt x="4436" y="8629"/>
                  </a:lnTo>
                  <a:cubicBezTo>
                    <a:pt x="4467" y="8691"/>
                    <a:pt x="4532" y="8732"/>
                    <a:pt x="4602" y="8732"/>
                  </a:cubicBezTo>
                  <a:cubicBezTo>
                    <a:pt x="4673" y="8732"/>
                    <a:pt x="4737" y="8691"/>
                    <a:pt x="4769" y="8629"/>
                  </a:cubicBezTo>
                  <a:lnTo>
                    <a:pt x="5481" y="7186"/>
                  </a:lnTo>
                  <a:lnTo>
                    <a:pt x="5707" y="7310"/>
                  </a:lnTo>
                  <a:cubicBezTo>
                    <a:pt x="5736" y="7326"/>
                    <a:pt x="5767" y="7333"/>
                    <a:pt x="5798" y="7333"/>
                  </a:cubicBezTo>
                  <a:cubicBezTo>
                    <a:pt x="5863" y="7333"/>
                    <a:pt x="5926" y="7298"/>
                    <a:pt x="5960" y="7236"/>
                  </a:cubicBezTo>
                  <a:cubicBezTo>
                    <a:pt x="6010" y="7147"/>
                    <a:pt x="5978" y="7034"/>
                    <a:pt x="5886" y="6984"/>
                  </a:cubicBezTo>
                  <a:lnTo>
                    <a:pt x="5490" y="6765"/>
                  </a:lnTo>
                  <a:cubicBezTo>
                    <a:pt x="5463" y="6750"/>
                    <a:pt x="5432" y="6742"/>
                    <a:pt x="5401" y="6742"/>
                  </a:cubicBezTo>
                  <a:cubicBezTo>
                    <a:pt x="5382" y="6742"/>
                    <a:pt x="5363" y="6745"/>
                    <a:pt x="5345" y="6751"/>
                  </a:cubicBezTo>
                  <a:cubicBezTo>
                    <a:pt x="5297" y="6767"/>
                    <a:pt x="5256" y="6800"/>
                    <a:pt x="5234" y="6845"/>
                  </a:cubicBezTo>
                  <a:lnTo>
                    <a:pt x="4602" y="8126"/>
                  </a:lnTo>
                  <a:lnTo>
                    <a:pt x="3978" y="6861"/>
                  </a:lnTo>
                  <a:cubicBezTo>
                    <a:pt x="3956" y="6815"/>
                    <a:pt x="3915" y="6779"/>
                    <a:pt x="3865" y="6765"/>
                  </a:cubicBezTo>
                  <a:cubicBezTo>
                    <a:pt x="3848" y="6760"/>
                    <a:pt x="3830" y="6758"/>
                    <a:pt x="3812" y="6758"/>
                  </a:cubicBezTo>
                  <a:cubicBezTo>
                    <a:pt x="3780" y="6758"/>
                    <a:pt x="3747" y="6766"/>
                    <a:pt x="3718" y="6783"/>
                  </a:cubicBezTo>
                  <a:lnTo>
                    <a:pt x="1963" y="7794"/>
                  </a:lnTo>
                  <a:lnTo>
                    <a:pt x="2507" y="5994"/>
                  </a:lnTo>
                  <a:cubicBezTo>
                    <a:pt x="2523" y="5940"/>
                    <a:pt x="2515" y="5883"/>
                    <a:pt x="2483" y="5837"/>
                  </a:cubicBezTo>
                  <a:cubicBezTo>
                    <a:pt x="2452" y="5791"/>
                    <a:pt x="2402" y="5761"/>
                    <a:pt x="2348" y="5756"/>
                  </a:cubicBezTo>
                  <a:lnTo>
                    <a:pt x="653" y="5588"/>
                  </a:lnTo>
                  <a:lnTo>
                    <a:pt x="2067" y="4391"/>
                  </a:lnTo>
                  <a:cubicBezTo>
                    <a:pt x="2144" y="4326"/>
                    <a:pt x="2155" y="4209"/>
                    <a:pt x="2089" y="4130"/>
                  </a:cubicBezTo>
                  <a:lnTo>
                    <a:pt x="815" y="2601"/>
                  </a:lnTo>
                  <a:lnTo>
                    <a:pt x="2392" y="2770"/>
                  </a:lnTo>
                  <a:cubicBezTo>
                    <a:pt x="2398" y="2771"/>
                    <a:pt x="2405" y="2771"/>
                    <a:pt x="2411" y="2771"/>
                  </a:cubicBezTo>
                  <a:cubicBezTo>
                    <a:pt x="2462" y="2771"/>
                    <a:pt x="2511" y="2750"/>
                    <a:pt x="2546" y="2713"/>
                  </a:cubicBezTo>
                  <a:cubicBezTo>
                    <a:pt x="2585" y="2671"/>
                    <a:pt x="2603" y="2611"/>
                    <a:pt x="2593" y="2553"/>
                  </a:cubicBezTo>
                  <a:lnTo>
                    <a:pt x="2376" y="1284"/>
                  </a:lnTo>
                  <a:lnTo>
                    <a:pt x="3706" y="1983"/>
                  </a:lnTo>
                  <a:cubicBezTo>
                    <a:pt x="3733" y="1997"/>
                    <a:pt x="3762" y="2004"/>
                    <a:pt x="3792" y="2004"/>
                  </a:cubicBezTo>
                  <a:cubicBezTo>
                    <a:pt x="3811" y="2004"/>
                    <a:pt x="3831" y="2001"/>
                    <a:pt x="3850" y="1995"/>
                  </a:cubicBezTo>
                  <a:cubicBezTo>
                    <a:pt x="3897" y="1979"/>
                    <a:pt x="3937" y="1945"/>
                    <a:pt x="3959" y="1901"/>
                  </a:cubicBezTo>
                  <a:lnTo>
                    <a:pt x="4599" y="604"/>
                  </a:lnTo>
                  <a:lnTo>
                    <a:pt x="5257" y="1937"/>
                  </a:lnTo>
                  <a:cubicBezTo>
                    <a:pt x="5289" y="2003"/>
                    <a:pt x="5355" y="2040"/>
                    <a:pt x="5423" y="2040"/>
                  </a:cubicBezTo>
                  <a:cubicBezTo>
                    <a:pt x="5450" y="2040"/>
                    <a:pt x="5477" y="2035"/>
                    <a:pt x="5502" y="2023"/>
                  </a:cubicBezTo>
                  <a:lnTo>
                    <a:pt x="7071" y="1285"/>
                  </a:lnTo>
                  <a:lnTo>
                    <a:pt x="6673" y="2720"/>
                  </a:lnTo>
                  <a:cubicBezTo>
                    <a:pt x="6660" y="2773"/>
                    <a:pt x="6668" y="2830"/>
                    <a:pt x="6699" y="2876"/>
                  </a:cubicBezTo>
                  <a:cubicBezTo>
                    <a:pt x="6731" y="2922"/>
                    <a:pt x="6782" y="2951"/>
                    <a:pt x="6838" y="2955"/>
                  </a:cubicBezTo>
                  <a:lnTo>
                    <a:pt x="8780" y="3111"/>
                  </a:lnTo>
                  <a:lnTo>
                    <a:pt x="7316" y="4243"/>
                  </a:lnTo>
                  <a:cubicBezTo>
                    <a:pt x="7272" y="4277"/>
                    <a:pt x="7246" y="4331"/>
                    <a:pt x="7244" y="4387"/>
                  </a:cubicBezTo>
                  <a:cubicBezTo>
                    <a:pt x="7243" y="4443"/>
                    <a:pt x="7268" y="4497"/>
                    <a:pt x="7311" y="4532"/>
                  </a:cubicBezTo>
                  <a:lnTo>
                    <a:pt x="8825" y="5793"/>
                  </a:lnTo>
                  <a:lnTo>
                    <a:pt x="6995" y="5832"/>
                  </a:lnTo>
                  <a:cubicBezTo>
                    <a:pt x="6933" y="5835"/>
                    <a:pt x="6876" y="5866"/>
                    <a:pt x="6844" y="5916"/>
                  </a:cubicBezTo>
                  <a:cubicBezTo>
                    <a:pt x="6810" y="5968"/>
                    <a:pt x="6805" y="6032"/>
                    <a:pt x="6827" y="6088"/>
                  </a:cubicBezTo>
                  <a:lnTo>
                    <a:pt x="7581" y="7922"/>
                  </a:lnTo>
                  <a:lnTo>
                    <a:pt x="7345" y="7791"/>
                  </a:lnTo>
                  <a:cubicBezTo>
                    <a:pt x="7317" y="7776"/>
                    <a:pt x="7286" y="7769"/>
                    <a:pt x="7256" y="7769"/>
                  </a:cubicBezTo>
                  <a:cubicBezTo>
                    <a:pt x="7190" y="7769"/>
                    <a:pt x="7126" y="7803"/>
                    <a:pt x="7091" y="7865"/>
                  </a:cubicBezTo>
                  <a:cubicBezTo>
                    <a:pt x="7042" y="7954"/>
                    <a:pt x="7074" y="8068"/>
                    <a:pt x="7165" y="8118"/>
                  </a:cubicBezTo>
                  <a:lnTo>
                    <a:pt x="7864" y="8504"/>
                  </a:lnTo>
                  <a:cubicBezTo>
                    <a:pt x="7893" y="8520"/>
                    <a:pt x="7924" y="8528"/>
                    <a:pt x="7955" y="8528"/>
                  </a:cubicBezTo>
                  <a:cubicBezTo>
                    <a:pt x="7999" y="8528"/>
                    <a:pt x="8043" y="8512"/>
                    <a:pt x="8078" y="8481"/>
                  </a:cubicBezTo>
                  <a:cubicBezTo>
                    <a:pt x="8137" y="8428"/>
                    <a:pt x="8157" y="8345"/>
                    <a:pt x="8126" y="8271"/>
                  </a:cubicBezTo>
                  <a:lnTo>
                    <a:pt x="7278" y="6198"/>
                  </a:lnTo>
                  <a:lnTo>
                    <a:pt x="9333" y="6152"/>
                  </a:lnTo>
                  <a:cubicBezTo>
                    <a:pt x="9411" y="6151"/>
                    <a:pt x="9479" y="6102"/>
                    <a:pt x="9505" y="6028"/>
                  </a:cubicBezTo>
                  <a:cubicBezTo>
                    <a:pt x="9530" y="5955"/>
                    <a:pt x="9507" y="5873"/>
                    <a:pt x="9448" y="5824"/>
                  </a:cubicBezTo>
                  <a:lnTo>
                    <a:pt x="7731" y="4395"/>
                  </a:lnTo>
                  <a:lnTo>
                    <a:pt x="9391" y="3111"/>
                  </a:lnTo>
                  <a:cubicBezTo>
                    <a:pt x="9451" y="3064"/>
                    <a:pt x="9478" y="2985"/>
                    <a:pt x="9455" y="2912"/>
                  </a:cubicBezTo>
                  <a:cubicBezTo>
                    <a:pt x="9433" y="2838"/>
                    <a:pt x="9369" y="2786"/>
                    <a:pt x="9292" y="2779"/>
                  </a:cubicBezTo>
                  <a:lnTo>
                    <a:pt x="7097" y="2604"/>
                  </a:lnTo>
                  <a:lnTo>
                    <a:pt x="7543" y="996"/>
                  </a:lnTo>
                  <a:cubicBezTo>
                    <a:pt x="7563" y="927"/>
                    <a:pt x="7540" y="851"/>
                    <a:pt x="7484" y="804"/>
                  </a:cubicBezTo>
                  <a:cubicBezTo>
                    <a:pt x="7451" y="775"/>
                    <a:pt x="7408" y="761"/>
                    <a:pt x="7365" y="761"/>
                  </a:cubicBezTo>
                  <a:cubicBezTo>
                    <a:pt x="7338" y="761"/>
                    <a:pt x="7311" y="766"/>
                    <a:pt x="7285" y="778"/>
                  </a:cubicBezTo>
                  <a:lnTo>
                    <a:pt x="5514" y="1611"/>
                  </a:lnTo>
                  <a:lnTo>
                    <a:pt x="4770" y="104"/>
                  </a:lnTo>
                  <a:cubicBezTo>
                    <a:pt x="4738" y="41"/>
                    <a:pt x="4674" y="0"/>
                    <a:pt x="46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4"/>
            <p:cNvSpPr/>
            <p:nvPr/>
          </p:nvSpPr>
          <p:spPr>
            <a:xfrm>
              <a:off x="1323943" y="1357173"/>
              <a:ext cx="186180" cy="175234"/>
            </a:xfrm>
            <a:custGeom>
              <a:rect b="b" l="l" r="r" t="t"/>
              <a:pathLst>
                <a:path extrusionOk="0" h="5379" w="5715">
                  <a:moveTo>
                    <a:pt x="2785" y="604"/>
                  </a:moveTo>
                  <a:lnTo>
                    <a:pt x="3099" y="1242"/>
                  </a:lnTo>
                  <a:cubicBezTo>
                    <a:pt x="3131" y="1307"/>
                    <a:pt x="3197" y="1346"/>
                    <a:pt x="3265" y="1346"/>
                  </a:cubicBezTo>
                  <a:cubicBezTo>
                    <a:pt x="3292" y="1346"/>
                    <a:pt x="3318" y="1340"/>
                    <a:pt x="3343" y="1328"/>
                  </a:cubicBezTo>
                  <a:lnTo>
                    <a:pt x="4110" y="969"/>
                  </a:lnTo>
                  <a:lnTo>
                    <a:pt x="3904" y="1711"/>
                  </a:lnTo>
                  <a:cubicBezTo>
                    <a:pt x="3890" y="1765"/>
                    <a:pt x="3899" y="1821"/>
                    <a:pt x="3930" y="1866"/>
                  </a:cubicBezTo>
                  <a:cubicBezTo>
                    <a:pt x="3962" y="1913"/>
                    <a:pt x="4013" y="1942"/>
                    <a:pt x="4068" y="1945"/>
                  </a:cubicBezTo>
                  <a:lnTo>
                    <a:pt x="4997" y="2020"/>
                  </a:lnTo>
                  <a:lnTo>
                    <a:pt x="4318" y="2546"/>
                  </a:lnTo>
                  <a:cubicBezTo>
                    <a:pt x="4274" y="2581"/>
                    <a:pt x="4247" y="2634"/>
                    <a:pt x="4246" y="2691"/>
                  </a:cubicBezTo>
                  <a:cubicBezTo>
                    <a:pt x="4244" y="2746"/>
                    <a:pt x="4269" y="2801"/>
                    <a:pt x="4312" y="2835"/>
                  </a:cubicBezTo>
                  <a:lnTo>
                    <a:pt x="5012" y="3419"/>
                  </a:lnTo>
                  <a:lnTo>
                    <a:pt x="4084" y="3440"/>
                  </a:lnTo>
                  <a:cubicBezTo>
                    <a:pt x="4022" y="3441"/>
                    <a:pt x="3966" y="3472"/>
                    <a:pt x="3933" y="3524"/>
                  </a:cubicBezTo>
                  <a:cubicBezTo>
                    <a:pt x="3899" y="3574"/>
                    <a:pt x="3893" y="3639"/>
                    <a:pt x="3918" y="3695"/>
                  </a:cubicBezTo>
                  <a:lnTo>
                    <a:pt x="4280" y="4579"/>
                  </a:lnTo>
                  <a:lnTo>
                    <a:pt x="3352" y="4065"/>
                  </a:lnTo>
                  <a:cubicBezTo>
                    <a:pt x="3324" y="4050"/>
                    <a:pt x="3293" y="4042"/>
                    <a:pt x="3262" y="4042"/>
                  </a:cubicBezTo>
                  <a:cubicBezTo>
                    <a:pt x="3243" y="4042"/>
                    <a:pt x="3224" y="4045"/>
                    <a:pt x="3206" y="4051"/>
                  </a:cubicBezTo>
                  <a:cubicBezTo>
                    <a:pt x="3158" y="4066"/>
                    <a:pt x="3117" y="4101"/>
                    <a:pt x="3095" y="4145"/>
                  </a:cubicBezTo>
                  <a:lnTo>
                    <a:pt x="2785" y="4774"/>
                  </a:lnTo>
                  <a:lnTo>
                    <a:pt x="2476" y="4148"/>
                  </a:lnTo>
                  <a:cubicBezTo>
                    <a:pt x="2453" y="4102"/>
                    <a:pt x="2413" y="4066"/>
                    <a:pt x="2363" y="4053"/>
                  </a:cubicBezTo>
                  <a:cubicBezTo>
                    <a:pt x="2345" y="4048"/>
                    <a:pt x="2327" y="4044"/>
                    <a:pt x="2309" y="4044"/>
                  </a:cubicBezTo>
                  <a:cubicBezTo>
                    <a:pt x="2277" y="4044"/>
                    <a:pt x="2246" y="4053"/>
                    <a:pt x="2216" y="4070"/>
                  </a:cubicBezTo>
                  <a:lnTo>
                    <a:pt x="1399" y="4541"/>
                  </a:lnTo>
                  <a:lnTo>
                    <a:pt x="1399" y="4541"/>
                  </a:lnTo>
                  <a:lnTo>
                    <a:pt x="1662" y="3670"/>
                  </a:lnTo>
                  <a:cubicBezTo>
                    <a:pt x="1678" y="3616"/>
                    <a:pt x="1670" y="3558"/>
                    <a:pt x="1639" y="3513"/>
                  </a:cubicBezTo>
                  <a:cubicBezTo>
                    <a:pt x="1608" y="3467"/>
                    <a:pt x="1557" y="3437"/>
                    <a:pt x="1503" y="3432"/>
                  </a:cubicBezTo>
                  <a:lnTo>
                    <a:pt x="655" y="3347"/>
                  </a:lnTo>
                  <a:lnTo>
                    <a:pt x="1294" y="2806"/>
                  </a:lnTo>
                  <a:cubicBezTo>
                    <a:pt x="1372" y="2740"/>
                    <a:pt x="1382" y="2624"/>
                    <a:pt x="1317" y="2545"/>
                  </a:cubicBezTo>
                  <a:lnTo>
                    <a:pt x="744" y="1858"/>
                  </a:lnTo>
                  <a:lnTo>
                    <a:pt x="1476" y="1937"/>
                  </a:lnTo>
                  <a:cubicBezTo>
                    <a:pt x="1482" y="1937"/>
                    <a:pt x="1489" y="1938"/>
                    <a:pt x="1495" y="1938"/>
                  </a:cubicBezTo>
                  <a:cubicBezTo>
                    <a:pt x="1546" y="1938"/>
                    <a:pt x="1595" y="1916"/>
                    <a:pt x="1630" y="1878"/>
                  </a:cubicBezTo>
                  <a:cubicBezTo>
                    <a:pt x="1669" y="1836"/>
                    <a:pt x="1687" y="1777"/>
                    <a:pt x="1677" y="1720"/>
                  </a:cubicBezTo>
                  <a:lnTo>
                    <a:pt x="1547" y="964"/>
                  </a:lnTo>
                  <a:lnTo>
                    <a:pt x="2220" y="1319"/>
                  </a:lnTo>
                  <a:cubicBezTo>
                    <a:pt x="2247" y="1332"/>
                    <a:pt x="2276" y="1339"/>
                    <a:pt x="2305" y="1339"/>
                  </a:cubicBezTo>
                  <a:cubicBezTo>
                    <a:pt x="2325" y="1339"/>
                    <a:pt x="2345" y="1336"/>
                    <a:pt x="2364" y="1330"/>
                  </a:cubicBezTo>
                  <a:cubicBezTo>
                    <a:pt x="2411" y="1314"/>
                    <a:pt x="2451" y="1280"/>
                    <a:pt x="2473" y="1236"/>
                  </a:cubicBezTo>
                  <a:lnTo>
                    <a:pt x="2785" y="604"/>
                  </a:lnTo>
                  <a:close/>
                  <a:moveTo>
                    <a:pt x="2786" y="1"/>
                  </a:moveTo>
                  <a:cubicBezTo>
                    <a:pt x="2715" y="1"/>
                    <a:pt x="2651" y="42"/>
                    <a:pt x="2620" y="104"/>
                  </a:cubicBezTo>
                  <a:lnTo>
                    <a:pt x="2226" y="902"/>
                  </a:lnTo>
                  <a:lnTo>
                    <a:pt x="1388" y="462"/>
                  </a:lnTo>
                  <a:cubicBezTo>
                    <a:pt x="1360" y="448"/>
                    <a:pt x="1331" y="441"/>
                    <a:pt x="1301" y="441"/>
                  </a:cubicBezTo>
                  <a:cubicBezTo>
                    <a:pt x="1262" y="441"/>
                    <a:pt x="1224" y="453"/>
                    <a:pt x="1193" y="476"/>
                  </a:cubicBezTo>
                  <a:cubicBezTo>
                    <a:pt x="1135" y="518"/>
                    <a:pt x="1107" y="587"/>
                    <a:pt x="1119" y="659"/>
                  </a:cubicBezTo>
                  <a:lnTo>
                    <a:pt x="1271" y="1542"/>
                  </a:lnTo>
                  <a:lnTo>
                    <a:pt x="328" y="1441"/>
                  </a:lnTo>
                  <a:cubicBezTo>
                    <a:pt x="322" y="1441"/>
                    <a:pt x="316" y="1440"/>
                    <a:pt x="310" y="1440"/>
                  </a:cubicBezTo>
                  <a:cubicBezTo>
                    <a:pt x="241" y="1440"/>
                    <a:pt x="177" y="1477"/>
                    <a:pt x="145" y="1539"/>
                  </a:cubicBezTo>
                  <a:cubicBezTo>
                    <a:pt x="109" y="1605"/>
                    <a:pt x="117" y="1686"/>
                    <a:pt x="166" y="1745"/>
                  </a:cubicBezTo>
                  <a:lnTo>
                    <a:pt x="913" y="2644"/>
                  </a:lnTo>
                  <a:lnTo>
                    <a:pt x="80" y="3348"/>
                  </a:lnTo>
                  <a:cubicBezTo>
                    <a:pt x="25" y="3396"/>
                    <a:pt x="1" y="3473"/>
                    <a:pt x="23" y="3545"/>
                  </a:cubicBezTo>
                  <a:cubicBezTo>
                    <a:pt x="46" y="3615"/>
                    <a:pt x="108" y="3666"/>
                    <a:pt x="182" y="3674"/>
                  </a:cubicBezTo>
                  <a:lnTo>
                    <a:pt x="1242" y="3778"/>
                  </a:lnTo>
                  <a:lnTo>
                    <a:pt x="908" y="4881"/>
                  </a:lnTo>
                  <a:cubicBezTo>
                    <a:pt x="887" y="4952"/>
                    <a:pt x="912" y="5032"/>
                    <a:pt x="973" y="5079"/>
                  </a:cubicBezTo>
                  <a:cubicBezTo>
                    <a:pt x="1007" y="5106"/>
                    <a:pt x="1048" y="5119"/>
                    <a:pt x="1089" y="5119"/>
                  </a:cubicBezTo>
                  <a:cubicBezTo>
                    <a:pt x="1120" y="5119"/>
                    <a:pt x="1152" y="5111"/>
                    <a:pt x="1180" y="5095"/>
                  </a:cubicBezTo>
                  <a:lnTo>
                    <a:pt x="2232" y="4489"/>
                  </a:lnTo>
                  <a:lnTo>
                    <a:pt x="2620" y="5274"/>
                  </a:lnTo>
                  <a:cubicBezTo>
                    <a:pt x="2651" y="5337"/>
                    <a:pt x="2715" y="5378"/>
                    <a:pt x="2786" y="5378"/>
                  </a:cubicBezTo>
                  <a:cubicBezTo>
                    <a:pt x="2857" y="5378"/>
                    <a:pt x="2921" y="5337"/>
                    <a:pt x="2953" y="5274"/>
                  </a:cubicBezTo>
                  <a:lnTo>
                    <a:pt x="3342" y="4483"/>
                  </a:lnTo>
                  <a:lnTo>
                    <a:pt x="4563" y="5158"/>
                  </a:lnTo>
                  <a:cubicBezTo>
                    <a:pt x="4591" y="5173"/>
                    <a:pt x="4622" y="5181"/>
                    <a:pt x="4653" y="5181"/>
                  </a:cubicBezTo>
                  <a:cubicBezTo>
                    <a:pt x="4698" y="5181"/>
                    <a:pt x="4742" y="5165"/>
                    <a:pt x="4777" y="5134"/>
                  </a:cubicBezTo>
                  <a:cubicBezTo>
                    <a:pt x="4835" y="5082"/>
                    <a:pt x="4855" y="4998"/>
                    <a:pt x="4825" y="4924"/>
                  </a:cubicBezTo>
                  <a:lnTo>
                    <a:pt x="4364" y="3803"/>
                  </a:lnTo>
                  <a:lnTo>
                    <a:pt x="5518" y="3777"/>
                  </a:lnTo>
                  <a:cubicBezTo>
                    <a:pt x="5595" y="3776"/>
                    <a:pt x="5663" y="3726"/>
                    <a:pt x="5689" y="3653"/>
                  </a:cubicBezTo>
                  <a:cubicBezTo>
                    <a:pt x="5714" y="3579"/>
                    <a:pt x="5692" y="3499"/>
                    <a:pt x="5633" y="3448"/>
                  </a:cubicBezTo>
                  <a:lnTo>
                    <a:pt x="4729" y="2697"/>
                  </a:lnTo>
                  <a:lnTo>
                    <a:pt x="5604" y="2020"/>
                  </a:lnTo>
                  <a:cubicBezTo>
                    <a:pt x="5665" y="1973"/>
                    <a:pt x="5691" y="1895"/>
                    <a:pt x="5668" y="1821"/>
                  </a:cubicBezTo>
                  <a:cubicBezTo>
                    <a:pt x="5646" y="1748"/>
                    <a:pt x="5582" y="1696"/>
                    <a:pt x="5506" y="1688"/>
                  </a:cubicBezTo>
                  <a:lnTo>
                    <a:pt x="4325" y="1594"/>
                  </a:lnTo>
                  <a:lnTo>
                    <a:pt x="4579" y="680"/>
                  </a:lnTo>
                  <a:cubicBezTo>
                    <a:pt x="4598" y="609"/>
                    <a:pt x="4575" y="535"/>
                    <a:pt x="4520" y="488"/>
                  </a:cubicBezTo>
                  <a:cubicBezTo>
                    <a:pt x="4486" y="459"/>
                    <a:pt x="4443" y="444"/>
                    <a:pt x="4400" y="444"/>
                  </a:cubicBezTo>
                  <a:cubicBezTo>
                    <a:pt x="4373" y="444"/>
                    <a:pt x="4346" y="450"/>
                    <a:pt x="4321" y="462"/>
                  </a:cubicBezTo>
                  <a:lnTo>
                    <a:pt x="3353" y="916"/>
                  </a:lnTo>
                  <a:lnTo>
                    <a:pt x="2953" y="104"/>
                  </a:lnTo>
                  <a:cubicBezTo>
                    <a:pt x="2921" y="42"/>
                    <a:pt x="2857" y="1"/>
                    <a:pt x="27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4"/>
            <p:cNvSpPr/>
            <p:nvPr/>
          </p:nvSpPr>
          <p:spPr>
            <a:xfrm>
              <a:off x="1447118" y="1289249"/>
              <a:ext cx="42546" cy="48019"/>
            </a:xfrm>
            <a:custGeom>
              <a:rect b="b" l="l" r="r" t="t"/>
              <a:pathLst>
                <a:path extrusionOk="0" h="1474" w="1306">
                  <a:moveTo>
                    <a:pt x="371" y="447"/>
                  </a:moveTo>
                  <a:lnTo>
                    <a:pt x="742" y="576"/>
                  </a:lnTo>
                  <a:lnTo>
                    <a:pt x="371" y="890"/>
                  </a:lnTo>
                  <a:lnTo>
                    <a:pt x="371" y="447"/>
                  </a:lnTo>
                  <a:close/>
                  <a:moveTo>
                    <a:pt x="188" y="0"/>
                  </a:moveTo>
                  <a:cubicBezTo>
                    <a:pt x="150" y="0"/>
                    <a:pt x="112" y="12"/>
                    <a:pt x="80" y="34"/>
                  </a:cubicBezTo>
                  <a:cubicBezTo>
                    <a:pt x="32" y="70"/>
                    <a:pt x="3" y="127"/>
                    <a:pt x="3" y="185"/>
                  </a:cubicBezTo>
                  <a:lnTo>
                    <a:pt x="3" y="1288"/>
                  </a:lnTo>
                  <a:cubicBezTo>
                    <a:pt x="0" y="1362"/>
                    <a:pt x="42" y="1427"/>
                    <a:pt x="108" y="1457"/>
                  </a:cubicBezTo>
                  <a:cubicBezTo>
                    <a:pt x="132" y="1469"/>
                    <a:pt x="159" y="1474"/>
                    <a:pt x="187" y="1474"/>
                  </a:cubicBezTo>
                  <a:cubicBezTo>
                    <a:pt x="230" y="1474"/>
                    <a:pt x="273" y="1458"/>
                    <a:pt x="307" y="1430"/>
                  </a:cubicBezTo>
                  <a:lnTo>
                    <a:pt x="1231" y="646"/>
                  </a:lnTo>
                  <a:cubicBezTo>
                    <a:pt x="1283" y="603"/>
                    <a:pt x="1306" y="536"/>
                    <a:pt x="1294" y="471"/>
                  </a:cubicBezTo>
                  <a:cubicBezTo>
                    <a:pt x="1283" y="405"/>
                    <a:pt x="1235" y="352"/>
                    <a:pt x="1173" y="330"/>
                  </a:cubicBezTo>
                  <a:lnTo>
                    <a:pt x="248" y="10"/>
                  </a:lnTo>
                  <a:cubicBezTo>
                    <a:pt x="228" y="3"/>
                    <a:pt x="208" y="0"/>
                    <a:pt x="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4"/>
            <p:cNvSpPr/>
            <p:nvPr/>
          </p:nvSpPr>
          <p:spPr>
            <a:xfrm>
              <a:off x="1264945" y="1301792"/>
              <a:ext cx="53232" cy="59519"/>
            </a:xfrm>
            <a:custGeom>
              <a:rect b="b" l="l" r="r" t="t"/>
              <a:pathLst>
                <a:path extrusionOk="0" h="1827" w="1634">
                  <a:moveTo>
                    <a:pt x="981" y="589"/>
                  </a:moveTo>
                  <a:lnTo>
                    <a:pt x="1176" y="1364"/>
                  </a:lnTo>
                  <a:lnTo>
                    <a:pt x="1176" y="1364"/>
                  </a:lnTo>
                  <a:lnTo>
                    <a:pt x="515" y="1155"/>
                  </a:lnTo>
                  <a:lnTo>
                    <a:pt x="981" y="589"/>
                  </a:lnTo>
                  <a:close/>
                  <a:moveTo>
                    <a:pt x="1072" y="0"/>
                  </a:moveTo>
                  <a:cubicBezTo>
                    <a:pt x="1018" y="0"/>
                    <a:pt x="965" y="25"/>
                    <a:pt x="929" y="67"/>
                  </a:cubicBezTo>
                  <a:lnTo>
                    <a:pt x="53" y="1130"/>
                  </a:lnTo>
                  <a:cubicBezTo>
                    <a:pt x="14" y="1177"/>
                    <a:pt x="0" y="1241"/>
                    <a:pt x="18" y="1299"/>
                  </a:cubicBezTo>
                  <a:cubicBezTo>
                    <a:pt x="35" y="1361"/>
                    <a:pt x="81" y="1407"/>
                    <a:pt x="140" y="1426"/>
                  </a:cubicBezTo>
                  <a:lnTo>
                    <a:pt x="1381" y="1817"/>
                  </a:lnTo>
                  <a:cubicBezTo>
                    <a:pt x="1400" y="1822"/>
                    <a:pt x="1418" y="1826"/>
                    <a:pt x="1438" y="1826"/>
                  </a:cubicBezTo>
                  <a:cubicBezTo>
                    <a:pt x="1485" y="1826"/>
                    <a:pt x="1531" y="1810"/>
                    <a:pt x="1564" y="1775"/>
                  </a:cubicBezTo>
                  <a:cubicBezTo>
                    <a:pt x="1612" y="1730"/>
                    <a:pt x="1633" y="1660"/>
                    <a:pt x="1617" y="1595"/>
                  </a:cubicBezTo>
                  <a:lnTo>
                    <a:pt x="1251" y="141"/>
                  </a:lnTo>
                  <a:cubicBezTo>
                    <a:pt x="1234" y="73"/>
                    <a:pt x="1181" y="20"/>
                    <a:pt x="1113" y="5"/>
                  </a:cubicBezTo>
                  <a:cubicBezTo>
                    <a:pt x="1099" y="2"/>
                    <a:pt x="1086" y="0"/>
                    <a:pt x="10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4"/>
            <p:cNvSpPr/>
            <p:nvPr/>
          </p:nvSpPr>
          <p:spPr>
            <a:xfrm>
              <a:off x="1440766" y="1553974"/>
              <a:ext cx="56131" cy="44794"/>
            </a:xfrm>
            <a:custGeom>
              <a:rect b="b" l="l" r="r" t="t"/>
              <a:pathLst>
                <a:path extrusionOk="0" h="1375" w="1723">
                  <a:moveTo>
                    <a:pt x="435" y="549"/>
                  </a:moveTo>
                  <a:lnTo>
                    <a:pt x="997" y="1004"/>
                  </a:lnTo>
                  <a:lnTo>
                    <a:pt x="394" y="1004"/>
                  </a:lnTo>
                  <a:lnTo>
                    <a:pt x="435" y="549"/>
                  </a:lnTo>
                  <a:close/>
                  <a:moveTo>
                    <a:pt x="281" y="1"/>
                  </a:moveTo>
                  <a:cubicBezTo>
                    <a:pt x="256" y="1"/>
                    <a:pt x="232" y="6"/>
                    <a:pt x="209" y="16"/>
                  </a:cubicBezTo>
                  <a:cubicBezTo>
                    <a:pt x="146" y="42"/>
                    <a:pt x="102" y="103"/>
                    <a:pt x="96" y="171"/>
                  </a:cubicBezTo>
                  <a:lnTo>
                    <a:pt x="6" y="1172"/>
                  </a:lnTo>
                  <a:cubicBezTo>
                    <a:pt x="0" y="1225"/>
                    <a:pt x="18" y="1276"/>
                    <a:pt x="54" y="1314"/>
                  </a:cubicBezTo>
                  <a:cubicBezTo>
                    <a:pt x="90" y="1352"/>
                    <a:pt x="139" y="1375"/>
                    <a:pt x="191" y="1375"/>
                  </a:cubicBezTo>
                  <a:lnTo>
                    <a:pt x="1521" y="1375"/>
                  </a:lnTo>
                  <a:cubicBezTo>
                    <a:pt x="1599" y="1375"/>
                    <a:pt x="1670" y="1324"/>
                    <a:pt x="1697" y="1251"/>
                  </a:cubicBezTo>
                  <a:cubicBezTo>
                    <a:pt x="1723" y="1177"/>
                    <a:pt x="1699" y="1094"/>
                    <a:pt x="1637" y="1045"/>
                  </a:cubicBezTo>
                  <a:lnTo>
                    <a:pt x="398" y="42"/>
                  </a:lnTo>
                  <a:cubicBezTo>
                    <a:pt x="363" y="15"/>
                    <a:pt x="322" y="1"/>
                    <a:pt x="2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4"/>
            <p:cNvSpPr/>
            <p:nvPr/>
          </p:nvSpPr>
          <p:spPr>
            <a:xfrm>
              <a:off x="1264945" y="1511037"/>
              <a:ext cx="48378" cy="49909"/>
            </a:xfrm>
            <a:custGeom>
              <a:rect b="b" l="l" r="r" t="t"/>
              <a:pathLst>
                <a:path extrusionOk="0" h="1532" w="1485">
                  <a:moveTo>
                    <a:pt x="942" y="395"/>
                  </a:moveTo>
                  <a:lnTo>
                    <a:pt x="617" y="917"/>
                  </a:lnTo>
                  <a:lnTo>
                    <a:pt x="450" y="428"/>
                  </a:lnTo>
                  <a:lnTo>
                    <a:pt x="942" y="395"/>
                  </a:lnTo>
                  <a:close/>
                  <a:moveTo>
                    <a:pt x="1292" y="1"/>
                  </a:moveTo>
                  <a:cubicBezTo>
                    <a:pt x="1287" y="1"/>
                    <a:pt x="1282" y="1"/>
                    <a:pt x="1277" y="1"/>
                  </a:cubicBezTo>
                  <a:lnTo>
                    <a:pt x="183" y="75"/>
                  </a:lnTo>
                  <a:cubicBezTo>
                    <a:pt x="125" y="79"/>
                    <a:pt x="73" y="108"/>
                    <a:pt x="40" y="157"/>
                  </a:cubicBezTo>
                  <a:cubicBezTo>
                    <a:pt x="9" y="206"/>
                    <a:pt x="0" y="265"/>
                    <a:pt x="19" y="320"/>
                  </a:cubicBezTo>
                  <a:lnTo>
                    <a:pt x="392" y="1406"/>
                  </a:lnTo>
                  <a:cubicBezTo>
                    <a:pt x="416" y="1474"/>
                    <a:pt x="476" y="1522"/>
                    <a:pt x="547" y="1531"/>
                  </a:cubicBezTo>
                  <a:cubicBezTo>
                    <a:pt x="553" y="1532"/>
                    <a:pt x="562" y="1532"/>
                    <a:pt x="568" y="1532"/>
                  </a:cubicBezTo>
                  <a:cubicBezTo>
                    <a:pt x="632" y="1532"/>
                    <a:pt x="691" y="1499"/>
                    <a:pt x="725" y="1444"/>
                  </a:cubicBezTo>
                  <a:lnTo>
                    <a:pt x="1447" y="284"/>
                  </a:lnTo>
                  <a:cubicBezTo>
                    <a:pt x="1485" y="225"/>
                    <a:pt x="1485" y="150"/>
                    <a:pt x="1449" y="90"/>
                  </a:cubicBezTo>
                  <a:cubicBezTo>
                    <a:pt x="1416" y="34"/>
                    <a:pt x="1356" y="1"/>
                    <a:pt x="12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4"/>
            <p:cNvSpPr/>
            <p:nvPr/>
          </p:nvSpPr>
          <p:spPr>
            <a:xfrm>
              <a:off x="1533905" y="1524850"/>
              <a:ext cx="41699" cy="29417"/>
            </a:xfrm>
            <a:custGeom>
              <a:rect b="b" l="l" r="r" t="t"/>
              <a:pathLst>
                <a:path extrusionOk="0" h="903" w="1280">
                  <a:moveTo>
                    <a:pt x="211" y="0"/>
                  </a:moveTo>
                  <a:cubicBezTo>
                    <a:pt x="149" y="0"/>
                    <a:pt x="88" y="31"/>
                    <a:pt x="54" y="86"/>
                  </a:cubicBezTo>
                  <a:cubicBezTo>
                    <a:pt x="0" y="172"/>
                    <a:pt x="27" y="289"/>
                    <a:pt x="112" y="342"/>
                  </a:cubicBezTo>
                  <a:lnTo>
                    <a:pt x="969" y="875"/>
                  </a:lnTo>
                  <a:cubicBezTo>
                    <a:pt x="999" y="893"/>
                    <a:pt x="1033" y="903"/>
                    <a:pt x="1067" y="903"/>
                  </a:cubicBezTo>
                  <a:cubicBezTo>
                    <a:pt x="1129" y="903"/>
                    <a:pt x="1190" y="871"/>
                    <a:pt x="1224" y="815"/>
                  </a:cubicBezTo>
                  <a:cubicBezTo>
                    <a:pt x="1279" y="730"/>
                    <a:pt x="1253" y="614"/>
                    <a:pt x="1165" y="561"/>
                  </a:cubicBezTo>
                  <a:lnTo>
                    <a:pt x="309" y="28"/>
                  </a:lnTo>
                  <a:cubicBezTo>
                    <a:pt x="279" y="9"/>
                    <a:pt x="245" y="0"/>
                    <a:pt x="2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4"/>
            <p:cNvSpPr/>
            <p:nvPr/>
          </p:nvSpPr>
          <p:spPr>
            <a:xfrm>
              <a:off x="1345216" y="1562477"/>
              <a:ext cx="25932" cy="36291"/>
            </a:xfrm>
            <a:custGeom>
              <a:rect b="b" l="l" r="r" t="t"/>
              <a:pathLst>
                <a:path extrusionOk="0" h="1114" w="796">
                  <a:moveTo>
                    <a:pt x="582" y="0"/>
                  </a:moveTo>
                  <a:cubicBezTo>
                    <a:pt x="514" y="0"/>
                    <a:pt x="449" y="37"/>
                    <a:pt x="416" y="103"/>
                  </a:cubicBezTo>
                  <a:lnTo>
                    <a:pt x="46" y="844"/>
                  </a:lnTo>
                  <a:cubicBezTo>
                    <a:pt x="0" y="937"/>
                    <a:pt x="37" y="1048"/>
                    <a:pt x="128" y="1094"/>
                  </a:cubicBezTo>
                  <a:cubicBezTo>
                    <a:pt x="154" y="1106"/>
                    <a:pt x="184" y="1114"/>
                    <a:pt x="211" y="1114"/>
                  </a:cubicBezTo>
                  <a:cubicBezTo>
                    <a:pt x="279" y="1114"/>
                    <a:pt x="345" y="1075"/>
                    <a:pt x="377" y="1011"/>
                  </a:cubicBezTo>
                  <a:lnTo>
                    <a:pt x="748" y="268"/>
                  </a:lnTo>
                  <a:cubicBezTo>
                    <a:pt x="795" y="177"/>
                    <a:pt x="757" y="66"/>
                    <a:pt x="665" y="20"/>
                  </a:cubicBezTo>
                  <a:cubicBezTo>
                    <a:pt x="638" y="6"/>
                    <a:pt x="610" y="0"/>
                    <a:pt x="5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4"/>
            <p:cNvSpPr/>
            <p:nvPr/>
          </p:nvSpPr>
          <p:spPr>
            <a:xfrm>
              <a:off x="1531331" y="1342025"/>
              <a:ext cx="44305" cy="27267"/>
            </a:xfrm>
            <a:custGeom>
              <a:rect b="b" l="l" r="r" t="t"/>
              <a:pathLst>
                <a:path extrusionOk="0" h="837" w="1360">
                  <a:moveTo>
                    <a:pt x="1147" y="1"/>
                  </a:moveTo>
                  <a:cubicBezTo>
                    <a:pt x="1120" y="1"/>
                    <a:pt x="1092" y="7"/>
                    <a:pt x="1065" y="20"/>
                  </a:cubicBezTo>
                  <a:lnTo>
                    <a:pt x="130" y="483"/>
                  </a:lnTo>
                  <a:cubicBezTo>
                    <a:pt x="38" y="530"/>
                    <a:pt x="1" y="641"/>
                    <a:pt x="46" y="733"/>
                  </a:cubicBezTo>
                  <a:cubicBezTo>
                    <a:pt x="79" y="799"/>
                    <a:pt x="144" y="837"/>
                    <a:pt x="212" y="837"/>
                  </a:cubicBezTo>
                  <a:cubicBezTo>
                    <a:pt x="240" y="837"/>
                    <a:pt x="269" y="830"/>
                    <a:pt x="295" y="817"/>
                  </a:cubicBezTo>
                  <a:lnTo>
                    <a:pt x="1230" y="353"/>
                  </a:lnTo>
                  <a:cubicBezTo>
                    <a:pt x="1322" y="308"/>
                    <a:pt x="1360" y="195"/>
                    <a:pt x="1313" y="104"/>
                  </a:cubicBezTo>
                  <a:cubicBezTo>
                    <a:pt x="1281" y="39"/>
                    <a:pt x="1216" y="1"/>
                    <a:pt x="11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4"/>
            <p:cNvSpPr/>
            <p:nvPr/>
          </p:nvSpPr>
          <p:spPr>
            <a:xfrm>
              <a:off x="1357335" y="1289282"/>
              <a:ext cx="22935" cy="33913"/>
            </a:xfrm>
            <a:custGeom>
              <a:rect b="b" l="l" r="r" t="t"/>
              <a:pathLst>
                <a:path extrusionOk="0" h="1041" w="704">
                  <a:moveTo>
                    <a:pt x="211" y="0"/>
                  </a:moveTo>
                  <a:cubicBezTo>
                    <a:pt x="187" y="0"/>
                    <a:pt x="162" y="5"/>
                    <a:pt x="138" y="15"/>
                  </a:cubicBezTo>
                  <a:cubicBezTo>
                    <a:pt x="44" y="53"/>
                    <a:pt x="0" y="162"/>
                    <a:pt x="39" y="258"/>
                  </a:cubicBezTo>
                  <a:lnTo>
                    <a:pt x="321" y="926"/>
                  </a:lnTo>
                  <a:cubicBezTo>
                    <a:pt x="351" y="996"/>
                    <a:pt x="419" y="1040"/>
                    <a:pt x="492" y="1040"/>
                  </a:cubicBezTo>
                  <a:cubicBezTo>
                    <a:pt x="516" y="1040"/>
                    <a:pt x="541" y="1035"/>
                    <a:pt x="565" y="1026"/>
                  </a:cubicBezTo>
                  <a:cubicBezTo>
                    <a:pt x="659" y="986"/>
                    <a:pt x="703" y="878"/>
                    <a:pt x="664" y="781"/>
                  </a:cubicBezTo>
                  <a:lnTo>
                    <a:pt x="382" y="114"/>
                  </a:lnTo>
                  <a:cubicBezTo>
                    <a:pt x="353" y="43"/>
                    <a:pt x="284" y="0"/>
                    <a:pt x="2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4"/>
            <p:cNvSpPr/>
            <p:nvPr/>
          </p:nvSpPr>
          <p:spPr>
            <a:xfrm>
              <a:off x="1471356" y="1542507"/>
              <a:ext cx="12151" cy="12151"/>
            </a:xfrm>
            <a:custGeom>
              <a:rect b="b" l="l" r="r" t="t"/>
              <a:pathLst>
                <a:path extrusionOk="0" h="373" w="373">
                  <a:moveTo>
                    <a:pt x="187" y="0"/>
                  </a:moveTo>
                  <a:cubicBezTo>
                    <a:pt x="83" y="0"/>
                    <a:pt x="0" y="84"/>
                    <a:pt x="0" y="187"/>
                  </a:cubicBezTo>
                  <a:cubicBezTo>
                    <a:pt x="0" y="289"/>
                    <a:pt x="84" y="372"/>
                    <a:pt x="187" y="372"/>
                  </a:cubicBezTo>
                  <a:cubicBezTo>
                    <a:pt x="289" y="372"/>
                    <a:pt x="372" y="288"/>
                    <a:pt x="372" y="187"/>
                  </a:cubicBezTo>
                  <a:cubicBezTo>
                    <a:pt x="372" y="84"/>
                    <a:pt x="288" y="1"/>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3" name="Google Shape;7063;p64"/>
          <p:cNvGrpSpPr/>
          <p:nvPr/>
        </p:nvGrpSpPr>
        <p:grpSpPr>
          <a:xfrm>
            <a:off x="5371386" y="2740627"/>
            <a:ext cx="309584" cy="309486"/>
            <a:chOff x="2659848" y="2804852"/>
            <a:chExt cx="309584" cy="309486"/>
          </a:xfrm>
        </p:grpSpPr>
        <p:sp>
          <p:nvSpPr>
            <p:cNvPr id="7064" name="Google Shape;7064;p64"/>
            <p:cNvSpPr/>
            <p:nvPr/>
          </p:nvSpPr>
          <p:spPr>
            <a:xfrm>
              <a:off x="2659848" y="2804852"/>
              <a:ext cx="309584" cy="309486"/>
            </a:xfrm>
            <a:custGeom>
              <a:rect b="b" l="l" r="r" t="t"/>
              <a:pathLst>
                <a:path extrusionOk="0" h="9500" w="9503">
                  <a:moveTo>
                    <a:pt x="2817" y="2627"/>
                  </a:moveTo>
                  <a:cubicBezTo>
                    <a:pt x="2919" y="2627"/>
                    <a:pt x="3003" y="2711"/>
                    <a:pt x="3003" y="2815"/>
                  </a:cubicBezTo>
                  <a:cubicBezTo>
                    <a:pt x="3003" y="2918"/>
                    <a:pt x="2919" y="3002"/>
                    <a:pt x="2817" y="3002"/>
                  </a:cubicBezTo>
                  <a:cubicBezTo>
                    <a:pt x="2713" y="3002"/>
                    <a:pt x="2629" y="2918"/>
                    <a:pt x="2629" y="2815"/>
                  </a:cubicBezTo>
                  <a:cubicBezTo>
                    <a:pt x="2629" y="2711"/>
                    <a:pt x="2713" y="2627"/>
                    <a:pt x="2817" y="2627"/>
                  </a:cubicBezTo>
                  <a:close/>
                  <a:moveTo>
                    <a:pt x="9132" y="1373"/>
                  </a:moveTo>
                  <a:lnTo>
                    <a:pt x="9132" y="3113"/>
                  </a:lnTo>
                  <a:cubicBezTo>
                    <a:pt x="8899" y="3167"/>
                    <a:pt x="8663" y="3207"/>
                    <a:pt x="8428" y="3238"/>
                  </a:cubicBezTo>
                  <a:lnTo>
                    <a:pt x="8428" y="1373"/>
                  </a:lnTo>
                  <a:close/>
                  <a:moveTo>
                    <a:pt x="5281" y="4196"/>
                  </a:moveTo>
                  <a:cubicBezTo>
                    <a:pt x="5384" y="4196"/>
                    <a:pt x="5468" y="4280"/>
                    <a:pt x="5468" y="4384"/>
                  </a:cubicBezTo>
                  <a:cubicBezTo>
                    <a:pt x="5468" y="4487"/>
                    <a:pt x="5384" y="4570"/>
                    <a:pt x="5281" y="4570"/>
                  </a:cubicBezTo>
                  <a:cubicBezTo>
                    <a:pt x="5177" y="4570"/>
                    <a:pt x="5093" y="4487"/>
                    <a:pt x="5093" y="4384"/>
                  </a:cubicBezTo>
                  <a:cubicBezTo>
                    <a:pt x="5093" y="4280"/>
                    <a:pt x="5177" y="4196"/>
                    <a:pt x="5281" y="4196"/>
                  </a:cubicBezTo>
                  <a:close/>
                  <a:moveTo>
                    <a:pt x="1770" y="4276"/>
                  </a:moveTo>
                  <a:cubicBezTo>
                    <a:pt x="1874" y="4276"/>
                    <a:pt x="1958" y="4360"/>
                    <a:pt x="1958" y="4464"/>
                  </a:cubicBezTo>
                  <a:cubicBezTo>
                    <a:pt x="1958" y="4567"/>
                    <a:pt x="1874" y="4651"/>
                    <a:pt x="1770" y="4651"/>
                  </a:cubicBezTo>
                  <a:cubicBezTo>
                    <a:pt x="1667" y="4651"/>
                    <a:pt x="1583" y="4567"/>
                    <a:pt x="1583" y="4464"/>
                  </a:cubicBezTo>
                  <a:cubicBezTo>
                    <a:pt x="1583" y="4360"/>
                    <a:pt x="1666" y="4276"/>
                    <a:pt x="1770" y="4276"/>
                  </a:cubicBezTo>
                  <a:close/>
                  <a:moveTo>
                    <a:pt x="1959" y="2557"/>
                  </a:moveTo>
                  <a:cubicBezTo>
                    <a:pt x="2078" y="2557"/>
                    <a:pt x="2198" y="2560"/>
                    <a:pt x="2317" y="2566"/>
                  </a:cubicBezTo>
                  <a:cubicBezTo>
                    <a:pt x="2279" y="2641"/>
                    <a:pt x="2258" y="2726"/>
                    <a:pt x="2258" y="2815"/>
                  </a:cubicBezTo>
                  <a:cubicBezTo>
                    <a:pt x="2258" y="3123"/>
                    <a:pt x="2509" y="3373"/>
                    <a:pt x="2817" y="3373"/>
                  </a:cubicBezTo>
                  <a:cubicBezTo>
                    <a:pt x="3124" y="3373"/>
                    <a:pt x="3374" y="3123"/>
                    <a:pt x="3374" y="2815"/>
                  </a:cubicBezTo>
                  <a:cubicBezTo>
                    <a:pt x="3374" y="2774"/>
                    <a:pt x="3370" y="2734"/>
                    <a:pt x="3361" y="2695"/>
                  </a:cubicBezTo>
                  <a:lnTo>
                    <a:pt x="3361" y="2695"/>
                  </a:lnTo>
                  <a:cubicBezTo>
                    <a:pt x="3810" y="2785"/>
                    <a:pt x="4253" y="2919"/>
                    <a:pt x="4684" y="3097"/>
                  </a:cubicBezTo>
                  <a:cubicBezTo>
                    <a:pt x="5528" y="3444"/>
                    <a:pt x="6412" y="3633"/>
                    <a:pt x="7313" y="3660"/>
                  </a:cubicBezTo>
                  <a:lnTo>
                    <a:pt x="7313" y="5348"/>
                  </a:lnTo>
                  <a:cubicBezTo>
                    <a:pt x="6997" y="5261"/>
                    <a:pt x="6685" y="5149"/>
                    <a:pt x="6386" y="5010"/>
                  </a:cubicBezTo>
                  <a:cubicBezTo>
                    <a:pt x="6164" y="4909"/>
                    <a:pt x="5935" y="4820"/>
                    <a:pt x="5705" y="4745"/>
                  </a:cubicBezTo>
                  <a:cubicBezTo>
                    <a:pt x="5789" y="4648"/>
                    <a:pt x="5838" y="4521"/>
                    <a:pt x="5838" y="4382"/>
                  </a:cubicBezTo>
                  <a:cubicBezTo>
                    <a:pt x="5838" y="4075"/>
                    <a:pt x="5589" y="3824"/>
                    <a:pt x="5281" y="3824"/>
                  </a:cubicBezTo>
                  <a:cubicBezTo>
                    <a:pt x="4973" y="3824"/>
                    <a:pt x="4723" y="4075"/>
                    <a:pt x="4723" y="4382"/>
                  </a:cubicBezTo>
                  <a:cubicBezTo>
                    <a:pt x="4723" y="4427"/>
                    <a:pt x="4728" y="4470"/>
                    <a:pt x="4738" y="4511"/>
                  </a:cubicBezTo>
                  <a:cubicBezTo>
                    <a:pt x="4408" y="4458"/>
                    <a:pt x="4073" y="4431"/>
                    <a:pt x="3738" y="4431"/>
                  </a:cubicBezTo>
                  <a:cubicBezTo>
                    <a:pt x="3531" y="4431"/>
                    <a:pt x="3324" y="4442"/>
                    <a:pt x="3117" y="4462"/>
                  </a:cubicBezTo>
                  <a:cubicBezTo>
                    <a:pt x="2846" y="4490"/>
                    <a:pt x="2578" y="4533"/>
                    <a:pt x="2315" y="4594"/>
                  </a:cubicBezTo>
                  <a:cubicBezTo>
                    <a:pt x="2325" y="4553"/>
                    <a:pt x="2331" y="4508"/>
                    <a:pt x="2331" y="4462"/>
                  </a:cubicBezTo>
                  <a:cubicBezTo>
                    <a:pt x="2331" y="4154"/>
                    <a:pt x="2080" y="3904"/>
                    <a:pt x="1772" y="3904"/>
                  </a:cubicBezTo>
                  <a:cubicBezTo>
                    <a:pt x="1464" y="3904"/>
                    <a:pt x="1215" y="4154"/>
                    <a:pt x="1215" y="4462"/>
                  </a:cubicBezTo>
                  <a:cubicBezTo>
                    <a:pt x="1215" y="4627"/>
                    <a:pt x="1286" y="4777"/>
                    <a:pt x="1401" y="4878"/>
                  </a:cubicBezTo>
                  <a:cubicBezTo>
                    <a:pt x="1045" y="5020"/>
                    <a:pt x="703" y="5193"/>
                    <a:pt x="377" y="5396"/>
                  </a:cubicBezTo>
                  <a:lnTo>
                    <a:pt x="377" y="2737"/>
                  </a:lnTo>
                  <a:cubicBezTo>
                    <a:pt x="899" y="2617"/>
                    <a:pt x="1429" y="2557"/>
                    <a:pt x="1959" y="2557"/>
                  </a:cubicBezTo>
                  <a:close/>
                  <a:moveTo>
                    <a:pt x="9132" y="3493"/>
                  </a:moveTo>
                  <a:lnTo>
                    <a:pt x="9132" y="5552"/>
                  </a:lnTo>
                  <a:cubicBezTo>
                    <a:pt x="9048" y="5556"/>
                    <a:pt x="8964" y="5558"/>
                    <a:pt x="8880" y="5558"/>
                  </a:cubicBezTo>
                  <a:cubicBezTo>
                    <a:pt x="8729" y="5558"/>
                    <a:pt x="8577" y="5552"/>
                    <a:pt x="8428" y="5539"/>
                  </a:cubicBezTo>
                  <a:lnTo>
                    <a:pt x="8428" y="3611"/>
                  </a:lnTo>
                  <a:cubicBezTo>
                    <a:pt x="8663" y="3584"/>
                    <a:pt x="8900" y="3543"/>
                    <a:pt x="9132" y="3493"/>
                  </a:cubicBezTo>
                  <a:close/>
                  <a:moveTo>
                    <a:pt x="3862" y="4919"/>
                  </a:moveTo>
                  <a:lnTo>
                    <a:pt x="4119" y="5241"/>
                  </a:lnTo>
                  <a:lnTo>
                    <a:pt x="3814" y="5581"/>
                  </a:lnTo>
                  <a:lnTo>
                    <a:pt x="3493" y="5239"/>
                  </a:lnTo>
                  <a:lnTo>
                    <a:pt x="3862" y="4919"/>
                  </a:lnTo>
                  <a:close/>
                  <a:moveTo>
                    <a:pt x="8426" y="5911"/>
                  </a:moveTo>
                  <a:cubicBezTo>
                    <a:pt x="8575" y="5922"/>
                    <a:pt x="8725" y="5927"/>
                    <a:pt x="8874" y="5927"/>
                  </a:cubicBezTo>
                  <a:cubicBezTo>
                    <a:pt x="8959" y="5927"/>
                    <a:pt x="9046" y="5926"/>
                    <a:pt x="9130" y="5922"/>
                  </a:cubicBezTo>
                  <a:lnTo>
                    <a:pt x="9130" y="6757"/>
                  </a:lnTo>
                  <a:cubicBezTo>
                    <a:pt x="8899" y="6848"/>
                    <a:pt x="8663" y="6935"/>
                    <a:pt x="8426" y="7013"/>
                  </a:cubicBezTo>
                  <a:lnTo>
                    <a:pt x="8426" y="5911"/>
                  </a:lnTo>
                  <a:close/>
                  <a:moveTo>
                    <a:pt x="8056" y="372"/>
                  </a:moveTo>
                  <a:lnTo>
                    <a:pt x="8056" y="7077"/>
                  </a:lnTo>
                  <a:lnTo>
                    <a:pt x="7869" y="7435"/>
                  </a:lnTo>
                  <a:lnTo>
                    <a:pt x="7684" y="7077"/>
                  </a:lnTo>
                  <a:lnTo>
                    <a:pt x="7684" y="372"/>
                  </a:lnTo>
                  <a:close/>
                  <a:moveTo>
                    <a:pt x="3419" y="4813"/>
                  </a:moveTo>
                  <a:lnTo>
                    <a:pt x="3228" y="4977"/>
                  </a:lnTo>
                  <a:cubicBezTo>
                    <a:pt x="3158" y="5037"/>
                    <a:pt x="3116" y="5125"/>
                    <a:pt x="3111" y="5218"/>
                  </a:cubicBezTo>
                  <a:cubicBezTo>
                    <a:pt x="3106" y="5311"/>
                    <a:pt x="3139" y="5402"/>
                    <a:pt x="3202" y="5470"/>
                  </a:cubicBezTo>
                  <a:lnTo>
                    <a:pt x="3566" y="5858"/>
                  </a:lnTo>
                  <a:cubicBezTo>
                    <a:pt x="3630" y="5927"/>
                    <a:pt x="3721" y="5967"/>
                    <a:pt x="3815" y="5967"/>
                  </a:cubicBezTo>
                  <a:lnTo>
                    <a:pt x="3819" y="5967"/>
                  </a:lnTo>
                  <a:cubicBezTo>
                    <a:pt x="3914" y="5966"/>
                    <a:pt x="4007" y="5924"/>
                    <a:pt x="4071" y="5853"/>
                  </a:cubicBezTo>
                  <a:lnTo>
                    <a:pt x="4412" y="5471"/>
                  </a:lnTo>
                  <a:cubicBezTo>
                    <a:pt x="4524" y="5346"/>
                    <a:pt x="4530" y="5160"/>
                    <a:pt x="4426" y="5029"/>
                  </a:cubicBezTo>
                  <a:lnTo>
                    <a:pt x="4265" y="4827"/>
                  </a:lnTo>
                  <a:lnTo>
                    <a:pt x="4265" y="4827"/>
                  </a:lnTo>
                  <a:cubicBezTo>
                    <a:pt x="4943" y="4888"/>
                    <a:pt x="5608" y="5063"/>
                    <a:pt x="6233" y="5349"/>
                  </a:cubicBezTo>
                  <a:cubicBezTo>
                    <a:pt x="6583" y="5508"/>
                    <a:pt x="6945" y="5637"/>
                    <a:pt x="7314" y="5731"/>
                  </a:cubicBezTo>
                  <a:lnTo>
                    <a:pt x="7314" y="7121"/>
                  </a:lnTo>
                  <a:cubicBezTo>
                    <a:pt x="7314" y="7152"/>
                    <a:pt x="7321" y="7181"/>
                    <a:pt x="7335" y="7207"/>
                  </a:cubicBezTo>
                  <a:lnTo>
                    <a:pt x="7389" y="7310"/>
                  </a:lnTo>
                  <a:cubicBezTo>
                    <a:pt x="6361" y="7561"/>
                    <a:pt x="5314" y="7686"/>
                    <a:pt x="4269" y="7686"/>
                  </a:cubicBezTo>
                  <a:cubicBezTo>
                    <a:pt x="2953" y="7686"/>
                    <a:pt x="1642" y="7488"/>
                    <a:pt x="376" y="7093"/>
                  </a:cubicBezTo>
                  <a:lnTo>
                    <a:pt x="376" y="5840"/>
                  </a:lnTo>
                  <a:cubicBezTo>
                    <a:pt x="1200" y="5280"/>
                    <a:pt x="2159" y="4932"/>
                    <a:pt x="3153" y="4832"/>
                  </a:cubicBezTo>
                  <a:cubicBezTo>
                    <a:pt x="3242" y="4824"/>
                    <a:pt x="3330" y="4817"/>
                    <a:pt x="3419" y="4813"/>
                  </a:cubicBezTo>
                  <a:close/>
                  <a:moveTo>
                    <a:pt x="374" y="7482"/>
                  </a:moveTo>
                  <a:cubicBezTo>
                    <a:pt x="730" y="7590"/>
                    <a:pt x="1090" y="7682"/>
                    <a:pt x="1452" y="7759"/>
                  </a:cubicBezTo>
                  <a:lnTo>
                    <a:pt x="374" y="8837"/>
                  </a:lnTo>
                  <a:lnTo>
                    <a:pt x="374" y="7482"/>
                  </a:lnTo>
                  <a:close/>
                  <a:moveTo>
                    <a:pt x="1892" y="7846"/>
                  </a:moveTo>
                  <a:cubicBezTo>
                    <a:pt x="2274" y="7914"/>
                    <a:pt x="2657" y="7967"/>
                    <a:pt x="3044" y="8001"/>
                  </a:cubicBezTo>
                  <a:lnTo>
                    <a:pt x="1918" y="9127"/>
                  </a:lnTo>
                  <a:lnTo>
                    <a:pt x="609" y="9127"/>
                  </a:lnTo>
                  <a:lnTo>
                    <a:pt x="1892" y="7846"/>
                  </a:lnTo>
                  <a:close/>
                  <a:moveTo>
                    <a:pt x="3531" y="8038"/>
                  </a:moveTo>
                  <a:cubicBezTo>
                    <a:pt x="3776" y="8052"/>
                    <a:pt x="4021" y="8058"/>
                    <a:pt x="4265" y="8058"/>
                  </a:cubicBezTo>
                  <a:cubicBezTo>
                    <a:pt x="4454" y="8058"/>
                    <a:pt x="4643" y="8054"/>
                    <a:pt x="4831" y="8046"/>
                  </a:cubicBezTo>
                  <a:lnTo>
                    <a:pt x="4831" y="8046"/>
                  </a:lnTo>
                  <a:lnTo>
                    <a:pt x="3750" y="9127"/>
                  </a:lnTo>
                  <a:lnTo>
                    <a:pt x="2442" y="9127"/>
                  </a:lnTo>
                  <a:lnTo>
                    <a:pt x="3531" y="8038"/>
                  </a:lnTo>
                  <a:close/>
                  <a:moveTo>
                    <a:pt x="6915" y="7796"/>
                  </a:moveTo>
                  <a:lnTo>
                    <a:pt x="5583" y="9127"/>
                  </a:lnTo>
                  <a:lnTo>
                    <a:pt x="4275" y="9127"/>
                  </a:lnTo>
                  <a:lnTo>
                    <a:pt x="5392" y="8011"/>
                  </a:lnTo>
                  <a:cubicBezTo>
                    <a:pt x="5902" y="7968"/>
                    <a:pt x="6410" y="7897"/>
                    <a:pt x="6915" y="7796"/>
                  </a:cubicBezTo>
                  <a:close/>
                  <a:moveTo>
                    <a:pt x="9132" y="7936"/>
                  </a:moveTo>
                  <a:lnTo>
                    <a:pt x="9132" y="9127"/>
                  </a:lnTo>
                  <a:lnTo>
                    <a:pt x="7940" y="9127"/>
                  </a:lnTo>
                  <a:lnTo>
                    <a:pt x="9132" y="7936"/>
                  </a:lnTo>
                  <a:close/>
                  <a:moveTo>
                    <a:pt x="9132" y="7156"/>
                  </a:moveTo>
                  <a:lnTo>
                    <a:pt x="9132" y="7413"/>
                  </a:lnTo>
                  <a:lnTo>
                    <a:pt x="7416" y="9130"/>
                  </a:lnTo>
                  <a:lnTo>
                    <a:pt x="6107" y="9130"/>
                  </a:lnTo>
                  <a:lnTo>
                    <a:pt x="6107" y="9127"/>
                  </a:lnTo>
                  <a:lnTo>
                    <a:pt x="7571" y="7664"/>
                  </a:lnTo>
                  <a:lnTo>
                    <a:pt x="7705" y="7922"/>
                  </a:lnTo>
                  <a:cubicBezTo>
                    <a:pt x="7736" y="7983"/>
                    <a:pt x="7800" y="8021"/>
                    <a:pt x="7869" y="8021"/>
                  </a:cubicBezTo>
                  <a:cubicBezTo>
                    <a:pt x="7939" y="8021"/>
                    <a:pt x="8002" y="7983"/>
                    <a:pt x="8035" y="7922"/>
                  </a:cubicBezTo>
                  <a:lnTo>
                    <a:pt x="8280" y="7450"/>
                  </a:lnTo>
                  <a:cubicBezTo>
                    <a:pt x="8566" y="7361"/>
                    <a:pt x="8852" y="7263"/>
                    <a:pt x="9132" y="7156"/>
                  </a:cubicBezTo>
                  <a:close/>
                  <a:moveTo>
                    <a:pt x="7497" y="1"/>
                  </a:moveTo>
                  <a:cubicBezTo>
                    <a:pt x="7396" y="1"/>
                    <a:pt x="7312" y="84"/>
                    <a:pt x="7312" y="186"/>
                  </a:cubicBezTo>
                  <a:lnTo>
                    <a:pt x="7312" y="1002"/>
                  </a:lnTo>
                  <a:lnTo>
                    <a:pt x="5585" y="1002"/>
                  </a:lnTo>
                  <a:cubicBezTo>
                    <a:pt x="5484" y="1002"/>
                    <a:pt x="5400" y="1085"/>
                    <a:pt x="5400" y="1189"/>
                  </a:cubicBezTo>
                  <a:cubicBezTo>
                    <a:pt x="5400" y="1290"/>
                    <a:pt x="5483" y="1374"/>
                    <a:pt x="5585" y="1374"/>
                  </a:cubicBezTo>
                  <a:lnTo>
                    <a:pt x="7313" y="1374"/>
                  </a:lnTo>
                  <a:lnTo>
                    <a:pt x="7313" y="3290"/>
                  </a:lnTo>
                  <a:cubicBezTo>
                    <a:pt x="6459" y="3262"/>
                    <a:pt x="5624" y="3083"/>
                    <a:pt x="4825" y="2755"/>
                  </a:cubicBezTo>
                  <a:cubicBezTo>
                    <a:pt x="3906" y="2377"/>
                    <a:pt x="2940" y="2186"/>
                    <a:pt x="1969" y="2186"/>
                  </a:cubicBezTo>
                  <a:cubicBezTo>
                    <a:pt x="1436" y="2186"/>
                    <a:pt x="902" y="2244"/>
                    <a:pt x="373" y="2359"/>
                  </a:cubicBezTo>
                  <a:lnTo>
                    <a:pt x="373" y="1373"/>
                  </a:lnTo>
                  <a:lnTo>
                    <a:pt x="3917" y="1373"/>
                  </a:lnTo>
                  <a:cubicBezTo>
                    <a:pt x="4018" y="1373"/>
                    <a:pt x="4102" y="1290"/>
                    <a:pt x="4102" y="1187"/>
                  </a:cubicBezTo>
                  <a:cubicBezTo>
                    <a:pt x="4102" y="1085"/>
                    <a:pt x="4019" y="1001"/>
                    <a:pt x="3917" y="1001"/>
                  </a:cubicBezTo>
                  <a:lnTo>
                    <a:pt x="187" y="1001"/>
                  </a:lnTo>
                  <a:cubicBezTo>
                    <a:pt x="84" y="1001"/>
                    <a:pt x="1" y="1084"/>
                    <a:pt x="1" y="1187"/>
                  </a:cubicBezTo>
                  <a:lnTo>
                    <a:pt x="1" y="9314"/>
                  </a:lnTo>
                  <a:cubicBezTo>
                    <a:pt x="1" y="9416"/>
                    <a:pt x="83" y="9499"/>
                    <a:pt x="187" y="9499"/>
                  </a:cubicBezTo>
                  <a:lnTo>
                    <a:pt x="9317" y="9499"/>
                  </a:lnTo>
                  <a:cubicBezTo>
                    <a:pt x="9419" y="9499"/>
                    <a:pt x="9502" y="9418"/>
                    <a:pt x="9502" y="9314"/>
                  </a:cubicBezTo>
                  <a:lnTo>
                    <a:pt x="9502" y="1187"/>
                  </a:lnTo>
                  <a:cubicBezTo>
                    <a:pt x="9502" y="1085"/>
                    <a:pt x="9420" y="1002"/>
                    <a:pt x="9317" y="1002"/>
                  </a:cubicBezTo>
                  <a:lnTo>
                    <a:pt x="8426" y="1002"/>
                  </a:lnTo>
                  <a:lnTo>
                    <a:pt x="8426" y="186"/>
                  </a:lnTo>
                  <a:cubicBezTo>
                    <a:pt x="8426" y="85"/>
                    <a:pt x="8344" y="1"/>
                    <a:pt x="82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4"/>
            <p:cNvSpPr/>
            <p:nvPr/>
          </p:nvSpPr>
          <p:spPr>
            <a:xfrm>
              <a:off x="2708649" y="2993932"/>
              <a:ext cx="46488" cy="43882"/>
            </a:xfrm>
            <a:custGeom>
              <a:rect b="b" l="l" r="r" t="t"/>
              <a:pathLst>
                <a:path extrusionOk="0" h="1347" w="1427">
                  <a:moveTo>
                    <a:pt x="604" y="380"/>
                  </a:moveTo>
                  <a:lnTo>
                    <a:pt x="1033" y="614"/>
                  </a:lnTo>
                  <a:lnTo>
                    <a:pt x="821" y="968"/>
                  </a:lnTo>
                  <a:lnTo>
                    <a:pt x="395" y="801"/>
                  </a:lnTo>
                  <a:lnTo>
                    <a:pt x="604" y="380"/>
                  </a:lnTo>
                  <a:close/>
                  <a:moveTo>
                    <a:pt x="592" y="1"/>
                  </a:moveTo>
                  <a:cubicBezTo>
                    <a:pt x="557" y="1"/>
                    <a:pt x="522" y="6"/>
                    <a:pt x="489" y="16"/>
                  </a:cubicBezTo>
                  <a:cubicBezTo>
                    <a:pt x="400" y="43"/>
                    <a:pt x="327" y="107"/>
                    <a:pt x="285" y="190"/>
                  </a:cubicBezTo>
                  <a:lnTo>
                    <a:pt x="48" y="666"/>
                  </a:lnTo>
                  <a:cubicBezTo>
                    <a:pt x="5" y="752"/>
                    <a:pt x="1" y="851"/>
                    <a:pt x="35" y="942"/>
                  </a:cubicBezTo>
                  <a:cubicBezTo>
                    <a:pt x="70" y="1028"/>
                    <a:pt x="141" y="1100"/>
                    <a:pt x="230" y="1136"/>
                  </a:cubicBezTo>
                  <a:lnTo>
                    <a:pt x="707" y="1323"/>
                  </a:lnTo>
                  <a:cubicBezTo>
                    <a:pt x="749" y="1338"/>
                    <a:pt x="791" y="1347"/>
                    <a:pt x="833" y="1347"/>
                  </a:cubicBezTo>
                  <a:cubicBezTo>
                    <a:pt x="949" y="1347"/>
                    <a:pt x="1062" y="1286"/>
                    <a:pt x="1126" y="1180"/>
                  </a:cubicBezTo>
                  <a:lnTo>
                    <a:pt x="1366" y="782"/>
                  </a:lnTo>
                  <a:cubicBezTo>
                    <a:pt x="1414" y="702"/>
                    <a:pt x="1426" y="605"/>
                    <a:pt x="1402" y="516"/>
                  </a:cubicBezTo>
                  <a:cubicBezTo>
                    <a:pt x="1377" y="426"/>
                    <a:pt x="1316" y="350"/>
                    <a:pt x="1236" y="305"/>
                  </a:cubicBezTo>
                  <a:lnTo>
                    <a:pt x="756" y="42"/>
                  </a:lnTo>
                  <a:cubicBezTo>
                    <a:pt x="706" y="14"/>
                    <a:pt x="649" y="1"/>
                    <a:pt x="5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4"/>
            <p:cNvSpPr/>
            <p:nvPr/>
          </p:nvSpPr>
          <p:spPr>
            <a:xfrm>
              <a:off x="2811757" y="2991717"/>
              <a:ext cx="46456" cy="43882"/>
            </a:xfrm>
            <a:custGeom>
              <a:rect b="b" l="l" r="r" t="t"/>
              <a:pathLst>
                <a:path extrusionOk="0" h="1347" w="1426">
                  <a:moveTo>
                    <a:pt x="606" y="377"/>
                  </a:moveTo>
                  <a:lnTo>
                    <a:pt x="1031" y="542"/>
                  </a:lnTo>
                  <a:lnTo>
                    <a:pt x="823" y="964"/>
                  </a:lnTo>
                  <a:lnTo>
                    <a:pt x="393" y="731"/>
                  </a:lnTo>
                  <a:lnTo>
                    <a:pt x="606" y="377"/>
                  </a:lnTo>
                  <a:close/>
                  <a:moveTo>
                    <a:pt x="595" y="0"/>
                  </a:moveTo>
                  <a:cubicBezTo>
                    <a:pt x="477" y="0"/>
                    <a:pt x="363" y="61"/>
                    <a:pt x="299" y="168"/>
                  </a:cubicBezTo>
                  <a:lnTo>
                    <a:pt x="61" y="567"/>
                  </a:lnTo>
                  <a:cubicBezTo>
                    <a:pt x="14" y="647"/>
                    <a:pt x="1" y="744"/>
                    <a:pt x="25" y="833"/>
                  </a:cubicBezTo>
                  <a:cubicBezTo>
                    <a:pt x="50" y="922"/>
                    <a:pt x="111" y="998"/>
                    <a:pt x="192" y="1043"/>
                  </a:cubicBezTo>
                  <a:lnTo>
                    <a:pt x="673" y="1305"/>
                  </a:lnTo>
                  <a:cubicBezTo>
                    <a:pt x="723" y="1332"/>
                    <a:pt x="780" y="1347"/>
                    <a:pt x="836" y="1347"/>
                  </a:cubicBezTo>
                  <a:cubicBezTo>
                    <a:pt x="872" y="1347"/>
                    <a:pt x="906" y="1341"/>
                    <a:pt x="940" y="1331"/>
                  </a:cubicBezTo>
                  <a:cubicBezTo>
                    <a:pt x="1029" y="1303"/>
                    <a:pt x="1103" y="1239"/>
                    <a:pt x="1144" y="1155"/>
                  </a:cubicBezTo>
                  <a:lnTo>
                    <a:pt x="1378" y="680"/>
                  </a:lnTo>
                  <a:cubicBezTo>
                    <a:pt x="1420" y="593"/>
                    <a:pt x="1425" y="494"/>
                    <a:pt x="1391" y="404"/>
                  </a:cubicBezTo>
                  <a:cubicBezTo>
                    <a:pt x="1355" y="315"/>
                    <a:pt x="1284" y="242"/>
                    <a:pt x="1195" y="209"/>
                  </a:cubicBezTo>
                  <a:lnTo>
                    <a:pt x="718" y="23"/>
                  </a:lnTo>
                  <a:cubicBezTo>
                    <a:pt x="678" y="8"/>
                    <a:pt x="636" y="0"/>
                    <a:pt x="5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4"/>
            <p:cNvSpPr/>
            <p:nvPr/>
          </p:nvSpPr>
          <p:spPr>
            <a:xfrm>
              <a:off x="2772925" y="3018430"/>
              <a:ext cx="18830" cy="17690"/>
            </a:xfrm>
            <a:custGeom>
              <a:rect b="b" l="l" r="r" t="t"/>
              <a:pathLst>
                <a:path extrusionOk="0" h="543" w="578">
                  <a:moveTo>
                    <a:pt x="203" y="1"/>
                  </a:moveTo>
                  <a:cubicBezTo>
                    <a:pt x="155" y="1"/>
                    <a:pt x="108" y="19"/>
                    <a:pt x="72" y="55"/>
                  </a:cubicBezTo>
                  <a:cubicBezTo>
                    <a:pt x="0" y="127"/>
                    <a:pt x="0" y="245"/>
                    <a:pt x="72" y="317"/>
                  </a:cubicBezTo>
                  <a:lnTo>
                    <a:pt x="243" y="489"/>
                  </a:lnTo>
                  <a:cubicBezTo>
                    <a:pt x="280" y="525"/>
                    <a:pt x="327" y="542"/>
                    <a:pt x="374" y="542"/>
                  </a:cubicBezTo>
                  <a:cubicBezTo>
                    <a:pt x="421" y="542"/>
                    <a:pt x="470" y="523"/>
                    <a:pt x="505" y="489"/>
                  </a:cubicBezTo>
                  <a:cubicBezTo>
                    <a:pt x="578" y="417"/>
                    <a:pt x="578" y="298"/>
                    <a:pt x="505" y="227"/>
                  </a:cubicBezTo>
                  <a:lnTo>
                    <a:pt x="333" y="55"/>
                  </a:lnTo>
                  <a:cubicBezTo>
                    <a:pt x="298" y="19"/>
                    <a:pt x="250" y="1"/>
                    <a:pt x="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4"/>
            <p:cNvSpPr/>
            <p:nvPr/>
          </p:nvSpPr>
          <p:spPr>
            <a:xfrm>
              <a:off x="2682978" y="2997809"/>
              <a:ext cx="18862" cy="17690"/>
            </a:xfrm>
            <a:custGeom>
              <a:rect b="b" l="l" r="r" t="t"/>
              <a:pathLst>
                <a:path extrusionOk="0" h="543" w="579">
                  <a:moveTo>
                    <a:pt x="375" y="0"/>
                  </a:moveTo>
                  <a:cubicBezTo>
                    <a:pt x="328" y="0"/>
                    <a:pt x="280" y="18"/>
                    <a:pt x="244" y="54"/>
                  </a:cubicBezTo>
                  <a:lnTo>
                    <a:pt x="72" y="226"/>
                  </a:lnTo>
                  <a:cubicBezTo>
                    <a:pt x="1" y="297"/>
                    <a:pt x="1" y="416"/>
                    <a:pt x="72" y="488"/>
                  </a:cubicBezTo>
                  <a:cubicBezTo>
                    <a:pt x="109" y="525"/>
                    <a:pt x="156" y="542"/>
                    <a:pt x="203" y="542"/>
                  </a:cubicBezTo>
                  <a:cubicBezTo>
                    <a:pt x="250" y="542"/>
                    <a:pt x="299" y="525"/>
                    <a:pt x="334" y="488"/>
                  </a:cubicBezTo>
                  <a:lnTo>
                    <a:pt x="506" y="316"/>
                  </a:lnTo>
                  <a:cubicBezTo>
                    <a:pt x="578" y="244"/>
                    <a:pt x="578" y="127"/>
                    <a:pt x="506" y="54"/>
                  </a:cubicBezTo>
                  <a:cubicBezTo>
                    <a:pt x="470" y="18"/>
                    <a:pt x="422" y="0"/>
                    <a:pt x="3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4"/>
            <p:cNvSpPr/>
            <p:nvPr/>
          </p:nvSpPr>
          <p:spPr>
            <a:xfrm>
              <a:off x="2808630" y="2837462"/>
              <a:ext cx="12151" cy="12151"/>
            </a:xfrm>
            <a:custGeom>
              <a:rect b="b" l="l" r="r" t="t"/>
              <a:pathLst>
                <a:path extrusionOk="0" h="373" w="373">
                  <a:moveTo>
                    <a:pt x="186" y="0"/>
                  </a:moveTo>
                  <a:cubicBezTo>
                    <a:pt x="83" y="0"/>
                    <a:pt x="0" y="84"/>
                    <a:pt x="0" y="186"/>
                  </a:cubicBezTo>
                  <a:cubicBezTo>
                    <a:pt x="0" y="289"/>
                    <a:pt x="83" y="372"/>
                    <a:pt x="186" y="372"/>
                  </a:cubicBezTo>
                  <a:cubicBezTo>
                    <a:pt x="289" y="372"/>
                    <a:pt x="372" y="288"/>
                    <a:pt x="372" y="186"/>
                  </a:cubicBezTo>
                  <a:cubicBezTo>
                    <a:pt x="372" y="84"/>
                    <a:pt x="289"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4"/>
            <p:cNvSpPr/>
            <p:nvPr/>
          </p:nvSpPr>
          <p:spPr>
            <a:xfrm>
              <a:off x="2692556" y="2906885"/>
              <a:ext cx="12151" cy="12119"/>
            </a:xfrm>
            <a:custGeom>
              <a:rect b="b" l="l" r="r" t="t"/>
              <a:pathLst>
                <a:path extrusionOk="0" h="372" w="373">
                  <a:moveTo>
                    <a:pt x="186" y="0"/>
                  </a:moveTo>
                  <a:cubicBezTo>
                    <a:pt x="82" y="0"/>
                    <a:pt x="0" y="84"/>
                    <a:pt x="0" y="185"/>
                  </a:cubicBezTo>
                  <a:cubicBezTo>
                    <a:pt x="0" y="289"/>
                    <a:pt x="82" y="372"/>
                    <a:pt x="186" y="372"/>
                  </a:cubicBezTo>
                  <a:cubicBezTo>
                    <a:pt x="289" y="372"/>
                    <a:pt x="372" y="288"/>
                    <a:pt x="372" y="185"/>
                  </a:cubicBezTo>
                  <a:cubicBezTo>
                    <a:pt x="372" y="84"/>
                    <a:pt x="289"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4"/>
            <p:cNvSpPr/>
            <p:nvPr/>
          </p:nvSpPr>
          <p:spPr>
            <a:xfrm>
              <a:off x="2778659" y="2920633"/>
              <a:ext cx="12151" cy="12151"/>
            </a:xfrm>
            <a:custGeom>
              <a:rect b="b" l="l" r="r" t="t"/>
              <a:pathLst>
                <a:path extrusionOk="0" h="373" w="373">
                  <a:moveTo>
                    <a:pt x="187" y="0"/>
                  </a:moveTo>
                  <a:cubicBezTo>
                    <a:pt x="83" y="0"/>
                    <a:pt x="0" y="84"/>
                    <a:pt x="0" y="187"/>
                  </a:cubicBezTo>
                  <a:cubicBezTo>
                    <a:pt x="0" y="289"/>
                    <a:pt x="84" y="372"/>
                    <a:pt x="187" y="372"/>
                  </a:cubicBezTo>
                  <a:cubicBezTo>
                    <a:pt x="291" y="372"/>
                    <a:pt x="372" y="288"/>
                    <a:pt x="372" y="187"/>
                  </a:cubicBezTo>
                  <a:cubicBezTo>
                    <a:pt x="372" y="84"/>
                    <a:pt x="291"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4"/>
            <p:cNvSpPr/>
            <p:nvPr/>
          </p:nvSpPr>
          <p:spPr>
            <a:xfrm>
              <a:off x="2871211" y="2941580"/>
              <a:ext cx="12119" cy="12151"/>
            </a:xfrm>
            <a:custGeom>
              <a:rect b="b" l="l" r="r" t="t"/>
              <a:pathLst>
                <a:path extrusionOk="0" h="373" w="372">
                  <a:moveTo>
                    <a:pt x="186" y="0"/>
                  </a:moveTo>
                  <a:cubicBezTo>
                    <a:pt x="82" y="0"/>
                    <a:pt x="0" y="84"/>
                    <a:pt x="0" y="187"/>
                  </a:cubicBezTo>
                  <a:cubicBezTo>
                    <a:pt x="0" y="290"/>
                    <a:pt x="83" y="372"/>
                    <a:pt x="186" y="372"/>
                  </a:cubicBezTo>
                  <a:cubicBezTo>
                    <a:pt x="290" y="372"/>
                    <a:pt x="371" y="289"/>
                    <a:pt x="371" y="187"/>
                  </a:cubicBezTo>
                  <a:cubicBezTo>
                    <a:pt x="371" y="84"/>
                    <a:pt x="289"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3" name="Google Shape;7073;p64"/>
          <p:cNvGrpSpPr/>
          <p:nvPr/>
        </p:nvGrpSpPr>
        <p:grpSpPr>
          <a:xfrm>
            <a:off x="7286526" y="2740595"/>
            <a:ext cx="309975" cy="309519"/>
            <a:chOff x="4716401" y="2804820"/>
            <a:chExt cx="309975" cy="309519"/>
          </a:xfrm>
        </p:grpSpPr>
        <p:sp>
          <p:nvSpPr>
            <p:cNvPr id="7074" name="Google Shape;7074;p64"/>
            <p:cNvSpPr/>
            <p:nvPr/>
          </p:nvSpPr>
          <p:spPr>
            <a:xfrm>
              <a:off x="4716401" y="2804820"/>
              <a:ext cx="309975" cy="309519"/>
            </a:xfrm>
            <a:custGeom>
              <a:rect b="b" l="l" r="r" t="t"/>
              <a:pathLst>
                <a:path extrusionOk="0" h="9501" w="9515">
                  <a:moveTo>
                    <a:pt x="1237" y="7360"/>
                  </a:moveTo>
                  <a:lnTo>
                    <a:pt x="1451" y="8209"/>
                  </a:lnTo>
                  <a:lnTo>
                    <a:pt x="574" y="8198"/>
                  </a:lnTo>
                  <a:lnTo>
                    <a:pt x="1237" y="7360"/>
                  </a:lnTo>
                  <a:close/>
                  <a:moveTo>
                    <a:pt x="8879" y="8102"/>
                  </a:moveTo>
                  <a:lnTo>
                    <a:pt x="8116" y="8865"/>
                  </a:lnTo>
                  <a:lnTo>
                    <a:pt x="8116" y="8102"/>
                  </a:lnTo>
                  <a:close/>
                  <a:moveTo>
                    <a:pt x="1633" y="7408"/>
                  </a:moveTo>
                  <a:lnTo>
                    <a:pt x="2638" y="8182"/>
                  </a:lnTo>
                  <a:lnTo>
                    <a:pt x="2426" y="8939"/>
                  </a:lnTo>
                  <a:lnTo>
                    <a:pt x="1858" y="8303"/>
                  </a:lnTo>
                  <a:lnTo>
                    <a:pt x="1633" y="7408"/>
                  </a:lnTo>
                  <a:close/>
                  <a:moveTo>
                    <a:pt x="3462" y="7345"/>
                  </a:moveTo>
                  <a:lnTo>
                    <a:pt x="4414" y="8443"/>
                  </a:lnTo>
                  <a:lnTo>
                    <a:pt x="3692" y="9128"/>
                  </a:lnTo>
                  <a:lnTo>
                    <a:pt x="2757" y="9128"/>
                  </a:lnTo>
                  <a:lnTo>
                    <a:pt x="3028" y="8159"/>
                  </a:lnTo>
                  <a:cubicBezTo>
                    <a:pt x="3049" y="8086"/>
                    <a:pt x="3023" y="8010"/>
                    <a:pt x="2963" y="7962"/>
                  </a:cubicBezTo>
                  <a:lnTo>
                    <a:pt x="2804" y="7840"/>
                  </a:lnTo>
                  <a:lnTo>
                    <a:pt x="3462" y="7345"/>
                  </a:lnTo>
                  <a:close/>
                  <a:moveTo>
                    <a:pt x="595" y="8571"/>
                  </a:moveTo>
                  <a:lnTo>
                    <a:pt x="1609" y="8583"/>
                  </a:lnTo>
                  <a:lnTo>
                    <a:pt x="2097" y="9131"/>
                  </a:lnTo>
                  <a:lnTo>
                    <a:pt x="1053" y="9131"/>
                  </a:lnTo>
                  <a:lnTo>
                    <a:pt x="595" y="8571"/>
                  </a:lnTo>
                  <a:close/>
                  <a:moveTo>
                    <a:pt x="1906" y="1"/>
                  </a:moveTo>
                  <a:cubicBezTo>
                    <a:pt x="1804" y="1"/>
                    <a:pt x="1720" y="82"/>
                    <a:pt x="1720" y="186"/>
                  </a:cubicBezTo>
                  <a:lnTo>
                    <a:pt x="1720" y="4927"/>
                  </a:lnTo>
                  <a:cubicBezTo>
                    <a:pt x="1720" y="5029"/>
                    <a:pt x="1803" y="5113"/>
                    <a:pt x="1906" y="5113"/>
                  </a:cubicBezTo>
                  <a:cubicBezTo>
                    <a:pt x="2008" y="5113"/>
                    <a:pt x="2092" y="5030"/>
                    <a:pt x="2092" y="4927"/>
                  </a:cubicBezTo>
                  <a:lnTo>
                    <a:pt x="2092" y="372"/>
                  </a:lnTo>
                  <a:lnTo>
                    <a:pt x="9142" y="372"/>
                  </a:lnTo>
                  <a:lnTo>
                    <a:pt x="9142" y="7732"/>
                  </a:lnTo>
                  <a:lnTo>
                    <a:pt x="7931" y="7732"/>
                  </a:lnTo>
                  <a:cubicBezTo>
                    <a:pt x="7830" y="7732"/>
                    <a:pt x="7745" y="7814"/>
                    <a:pt x="7745" y="7917"/>
                  </a:cubicBezTo>
                  <a:lnTo>
                    <a:pt x="7745" y="9128"/>
                  </a:lnTo>
                  <a:lnTo>
                    <a:pt x="4233" y="9128"/>
                  </a:lnTo>
                  <a:lnTo>
                    <a:pt x="4800" y="8592"/>
                  </a:lnTo>
                  <a:cubicBezTo>
                    <a:pt x="4872" y="8524"/>
                    <a:pt x="4877" y="8411"/>
                    <a:pt x="4813" y="8335"/>
                  </a:cubicBezTo>
                  <a:lnTo>
                    <a:pt x="3632" y="6970"/>
                  </a:lnTo>
                  <a:cubicBezTo>
                    <a:pt x="3595" y="6928"/>
                    <a:pt x="3544" y="6907"/>
                    <a:pt x="3492" y="6907"/>
                  </a:cubicBezTo>
                  <a:cubicBezTo>
                    <a:pt x="3453" y="6907"/>
                    <a:pt x="3414" y="6919"/>
                    <a:pt x="3380" y="6944"/>
                  </a:cubicBezTo>
                  <a:lnTo>
                    <a:pt x="2501" y="7605"/>
                  </a:lnTo>
                  <a:lnTo>
                    <a:pt x="2093" y="7291"/>
                  </a:lnTo>
                  <a:lnTo>
                    <a:pt x="2093" y="6596"/>
                  </a:lnTo>
                  <a:cubicBezTo>
                    <a:pt x="2093" y="6494"/>
                    <a:pt x="2011" y="6410"/>
                    <a:pt x="1907" y="6410"/>
                  </a:cubicBezTo>
                  <a:cubicBezTo>
                    <a:pt x="1805" y="6410"/>
                    <a:pt x="1721" y="6493"/>
                    <a:pt x="1721" y="6596"/>
                  </a:cubicBezTo>
                  <a:lnTo>
                    <a:pt x="1721" y="7006"/>
                  </a:lnTo>
                  <a:lnTo>
                    <a:pt x="1447" y="6793"/>
                  </a:lnTo>
                  <a:cubicBezTo>
                    <a:pt x="1413" y="6768"/>
                    <a:pt x="1374" y="6756"/>
                    <a:pt x="1334" y="6756"/>
                  </a:cubicBezTo>
                  <a:cubicBezTo>
                    <a:pt x="1279" y="6756"/>
                    <a:pt x="1223" y="6780"/>
                    <a:pt x="1187" y="6827"/>
                  </a:cubicBezTo>
                  <a:lnTo>
                    <a:pt x="54" y="8263"/>
                  </a:lnTo>
                  <a:cubicBezTo>
                    <a:pt x="1" y="8331"/>
                    <a:pt x="2" y="8428"/>
                    <a:pt x="57" y="8495"/>
                  </a:cubicBezTo>
                  <a:lnTo>
                    <a:pt x="824" y="9432"/>
                  </a:lnTo>
                  <a:cubicBezTo>
                    <a:pt x="860" y="9475"/>
                    <a:pt x="912" y="9500"/>
                    <a:pt x="969" y="9500"/>
                  </a:cubicBezTo>
                  <a:lnTo>
                    <a:pt x="7932" y="9500"/>
                  </a:lnTo>
                  <a:cubicBezTo>
                    <a:pt x="7982" y="9500"/>
                    <a:pt x="8030" y="9480"/>
                    <a:pt x="8063" y="9446"/>
                  </a:cubicBezTo>
                  <a:lnTo>
                    <a:pt x="9461" y="8048"/>
                  </a:lnTo>
                  <a:cubicBezTo>
                    <a:pt x="9496" y="8013"/>
                    <a:pt x="9514" y="7966"/>
                    <a:pt x="9514" y="7917"/>
                  </a:cubicBezTo>
                  <a:lnTo>
                    <a:pt x="9514" y="186"/>
                  </a:lnTo>
                  <a:cubicBezTo>
                    <a:pt x="9512" y="85"/>
                    <a:pt x="9429" y="1"/>
                    <a:pt x="93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4"/>
            <p:cNvSpPr/>
            <p:nvPr/>
          </p:nvSpPr>
          <p:spPr>
            <a:xfrm>
              <a:off x="4803806" y="2880953"/>
              <a:ext cx="191132" cy="84669"/>
            </a:xfrm>
            <a:custGeom>
              <a:rect b="b" l="l" r="r" t="t"/>
              <a:pathLst>
                <a:path extrusionOk="0" h="2599" w="5867">
                  <a:moveTo>
                    <a:pt x="817" y="1824"/>
                  </a:moveTo>
                  <a:lnTo>
                    <a:pt x="817" y="2228"/>
                  </a:lnTo>
                  <a:lnTo>
                    <a:pt x="372" y="2228"/>
                  </a:lnTo>
                  <a:lnTo>
                    <a:pt x="372" y="1824"/>
                  </a:lnTo>
                  <a:close/>
                  <a:moveTo>
                    <a:pt x="2378" y="789"/>
                  </a:moveTo>
                  <a:lnTo>
                    <a:pt x="2378" y="2228"/>
                  </a:lnTo>
                  <a:lnTo>
                    <a:pt x="1932" y="2228"/>
                  </a:lnTo>
                  <a:lnTo>
                    <a:pt x="1932" y="789"/>
                  </a:lnTo>
                  <a:close/>
                  <a:moveTo>
                    <a:pt x="3935" y="1416"/>
                  </a:moveTo>
                  <a:lnTo>
                    <a:pt x="3935" y="2228"/>
                  </a:lnTo>
                  <a:lnTo>
                    <a:pt x="3490" y="2228"/>
                  </a:lnTo>
                  <a:lnTo>
                    <a:pt x="3490" y="1416"/>
                  </a:lnTo>
                  <a:close/>
                  <a:moveTo>
                    <a:pt x="5494" y="373"/>
                  </a:moveTo>
                  <a:lnTo>
                    <a:pt x="5494" y="2228"/>
                  </a:lnTo>
                  <a:lnTo>
                    <a:pt x="5049" y="2228"/>
                  </a:lnTo>
                  <a:lnTo>
                    <a:pt x="5049" y="373"/>
                  </a:lnTo>
                  <a:close/>
                  <a:moveTo>
                    <a:pt x="4865" y="1"/>
                  </a:moveTo>
                  <a:cubicBezTo>
                    <a:pt x="4762" y="1"/>
                    <a:pt x="4678" y="84"/>
                    <a:pt x="4678" y="186"/>
                  </a:cubicBezTo>
                  <a:lnTo>
                    <a:pt x="4678" y="2227"/>
                  </a:lnTo>
                  <a:lnTo>
                    <a:pt x="4308" y="2227"/>
                  </a:lnTo>
                  <a:lnTo>
                    <a:pt x="4308" y="1229"/>
                  </a:lnTo>
                  <a:cubicBezTo>
                    <a:pt x="4308" y="1127"/>
                    <a:pt x="4226" y="1043"/>
                    <a:pt x="4122" y="1043"/>
                  </a:cubicBezTo>
                  <a:lnTo>
                    <a:pt x="3306" y="1043"/>
                  </a:lnTo>
                  <a:cubicBezTo>
                    <a:pt x="3204" y="1043"/>
                    <a:pt x="3120" y="1126"/>
                    <a:pt x="3120" y="1229"/>
                  </a:cubicBezTo>
                  <a:lnTo>
                    <a:pt x="3120" y="2227"/>
                  </a:lnTo>
                  <a:lnTo>
                    <a:pt x="2750" y="2227"/>
                  </a:lnTo>
                  <a:lnTo>
                    <a:pt x="2750" y="603"/>
                  </a:lnTo>
                  <a:cubicBezTo>
                    <a:pt x="2750" y="501"/>
                    <a:pt x="2667" y="417"/>
                    <a:pt x="2564" y="417"/>
                  </a:cubicBezTo>
                  <a:lnTo>
                    <a:pt x="1748" y="417"/>
                  </a:lnTo>
                  <a:cubicBezTo>
                    <a:pt x="1645" y="417"/>
                    <a:pt x="1562" y="500"/>
                    <a:pt x="1562" y="603"/>
                  </a:cubicBezTo>
                  <a:lnTo>
                    <a:pt x="1562" y="2227"/>
                  </a:lnTo>
                  <a:lnTo>
                    <a:pt x="1189" y="2227"/>
                  </a:lnTo>
                  <a:lnTo>
                    <a:pt x="1189" y="1636"/>
                  </a:lnTo>
                  <a:cubicBezTo>
                    <a:pt x="1189" y="1534"/>
                    <a:pt x="1106" y="1450"/>
                    <a:pt x="1002" y="1450"/>
                  </a:cubicBezTo>
                  <a:lnTo>
                    <a:pt x="187" y="1450"/>
                  </a:lnTo>
                  <a:cubicBezTo>
                    <a:pt x="85" y="1450"/>
                    <a:pt x="1" y="1532"/>
                    <a:pt x="1" y="1636"/>
                  </a:cubicBezTo>
                  <a:lnTo>
                    <a:pt x="1" y="2412"/>
                  </a:lnTo>
                  <a:cubicBezTo>
                    <a:pt x="1" y="2515"/>
                    <a:pt x="83" y="2599"/>
                    <a:pt x="187" y="2599"/>
                  </a:cubicBezTo>
                  <a:lnTo>
                    <a:pt x="5681" y="2599"/>
                  </a:lnTo>
                  <a:cubicBezTo>
                    <a:pt x="5782" y="2599"/>
                    <a:pt x="5866" y="2516"/>
                    <a:pt x="5866" y="2412"/>
                  </a:cubicBezTo>
                  <a:lnTo>
                    <a:pt x="5866" y="186"/>
                  </a:lnTo>
                  <a:cubicBezTo>
                    <a:pt x="5866" y="85"/>
                    <a:pt x="5783" y="1"/>
                    <a:pt x="56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4"/>
            <p:cNvSpPr/>
            <p:nvPr/>
          </p:nvSpPr>
          <p:spPr>
            <a:xfrm>
              <a:off x="4802927" y="2837528"/>
              <a:ext cx="178883" cy="59910"/>
            </a:xfrm>
            <a:custGeom>
              <a:rect b="b" l="l" r="r" t="t"/>
              <a:pathLst>
                <a:path extrusionOk="0" h="1839" w="5491">
                  <a:moveTo>
                    <a:pt x="4786" y="0"/>
                  </a:moveTo>
                  <a:cubicBezTo>
                    <a:pt x="4683" y="0"/>
                    <a:pt x="4599" y="83"/>
                    <a:pt x="4599" y="187"/>
                  </a:cubicBezTo>
                  <a:cubicBezTo>
                    <a:pt x="4599" y="278"/>
                    <a:pt x="4665" y="353"/>
                    <a:pt x="4751" y="369"/>
                  </a:cubicBezTo>
                  <a:lnTo>
                    <a:pt x="3729" y="1147"/>
                  </a:lnTo>
                  <a:lnTo>
                    <a:pt x="2280" y="234"/>
                  </a:lnTo>
                  <a:cubicBezTo>
                    <a:pt x="2250" y="215"/>
                    <a:pt x="2216" y="206"/>
                    <a:pt x="2182" y="206"/>
                  </a:cubicBezTo>
                  <a:cubicBezTo>
                    <a:pt x="2147" y="206"/>
                    <a:pt x="2112" y="215"/>
                    <a:pt x="2081" y="235"/>
                  </a:cubicBezTo>
                  <a:lnTo>
                    <a:pt x="112" y="1497"/>
                  </a:lnTo>
                  <a:cubicBezTo>
                    <a:pt x="26" y="1552"/>
                    <a:pt x="0" y="1668"/>
                    <a:pt x="56" y="1754"/>
                  </a:cubicBezTo>
                  <a:cubicBezTo>
                    <a:pt x="91" y="1810"/>
                    <a:pt x="151" y="1839"/>
                    <a:pt x="211" y="1839"/>
                  </a:cubicBezTo>
                  <a:cubicBezTo>
                    <a:pt x="246" y="1839"/>
                    <a:pt x="280" y="1830"/>
                    <a:pt x="311" y="1811"/>
                  </a:cubicBezTo>
                  <a:lnTo>
                    <a:pt x="2181" y="611"/>
                  </a:lnTo>
                  <a:lnTo>
                    <a:pt x="3640" y="1529"/>
                  </a:lnTo>
                  <a:cubicBezTo>
                    <a:pt x="3670" y="1548"/>
                    <a:pt x="3704" y="1558"/>
                    <a:pt x="3738" y="1558"/>
                  </a:cubicBezTo>
                  <a:cubicBezTo>
                    <a:pt x="3777" y="1558"/>
                    <a:pt x="3817" y="1545"/>
                    <a:pt x="3850" y="1519"/>
                  </a:cubicBezTo>
                  <a:lnTo>
                    <a:pt x="4966" y="670"/>
                  </a:lnTo>
                  <a:lnTo>
                    <a:pt x="4966" y="670"/>
                  </a:lnTo>
                  <a:cubicBezTo>
                    <a:pt x="4954" y="760"/>
                    <a:pt x="5008" y="849"/>
                    <a:pt x="5098" y="875"/>
                  </a:cubicBezTo>
                  <a:cubicBezTo>
                    <a:pt x="5115" y="880"/>
                    <a:pt x="5133" y="883"/>
                    <a:pt x="5149" y="883"/>
                  </a:cubicBezTo>
                  <a:cubicBezTo>
                    <a:pt x="5231" y="883"/>
                    <a:pt x="5303" y="831"/>
                    <a:pt x="5328" y="748"/>
                  </a:cubicBezTo>
                  <a:lnTo>
                    <a:pt x="5475" y="236"/>
                  </a:lnTo>
                  <a:cubicBezTo>
                    <a:pt x="5491" y="180"/>
                    <a:pt x="5480" y="120"/>
                    <a:pt x="5446" y="74"/>
                  </a:cubicBezTo>
                  <a:cubicBezTo>
                    <a:pt x="5410" y="26"/>
                    <a:pt x="5355" y="0"/>
                    <a:pt x="52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4"/>
            <p:cNvSpPr/>
            <p:nvPr/>
          </p:nvSpPr>
          <p:spPr>
            <a:xfrm>
              <a:off x="4881243" y="2983735"/>
              <a:ext cx="112458" cy="12151"/>
            </a:xfrm>
            <a:custGeom>
              <a:rect b="b" l="l" r="r" t="t"/>
              <a:pathLst>
                <a:path extrusionOk="0" h="373" w="3452">
                  <a:moveTo>
                    <a:pt x="187" y="0"/>
                  </a:moveTo>
                  <a:cubicBezTo>
                    <a:pt x="85" y="0"/>
                    <a:pt x="1" y="83"/>
                    <a:pt x="1" y="187"/>
                  </a:cubicBezTo>
                  <a:cubicBezTo>
                    <a:pt x="1" y="288"/>
                    <a:pt x="83" y="372"/>
                    <a:pt x="187" y="372"/>
                  </a:cubicBezTo>
                  <a:lnTo>
                    <a:pt x="3265" y="372"/>
                  </a:lnTo>
                  <a:cubicBezTo>
                    <a:pt x="3368" y="372"/>
                    <a:pt x="3451" y="289"/>
                    <a:pt x="3451" y="187"/>
                  </a:cubicBezTo>
                  <a:cubicBezTo>
                    <a:pt x="3450" y="83"/>
                    <a:pt x="3368" y="0"/>
                    <a:pt x="32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4"/>
            <p:cNvSpPr/>
            <p:nvPr/>
          </p:nvSpPr>
          <p:spPr>
            <a:xfrm>
              <a:off x="4881243" y="3013967"/>
              <a:ext cx="112425" cy="12151"/>
            </a:xfrm>
            <a:custGeom>
              <a:rect b="b" l="l" r="r" t="t"/>
              <a:pathLst>
                <a:path extrusionOk="0" h="373" w="3451">
                  <a:moveTo>
                    <a:pt x="187" y="0"/>
                  </a:moveTo>
                  <a:cubicBezTo>
                    <a:pt x="85" y="0"/>
                    <a:pt x="1" y="83"/>
                    <a:pt x="1" y="187"/>
                  </a:cubicBezTo>
                  <a:cubicBezTo>
                    <a:pt x="1" y="288"/>
                    <a:pt x="83" y="372"/>
                    <a:pt x="187" y="372"/>
                  </a:cubicBezTo>
                  <a:lnTo>
                    <a:pt x="3265" y="372"/>
                  </a:lnTo>
                  <a:cubicBezTo>
                    <a:pt x="3368" y="372"/>
                    <a:pt x="3450" y="288"/>
                    <a:pt x="3450" y="187"/>
                  </a:cubicBezTo>
                  <a:cubicBezTo>
                    <a:pt x="3450" y="84"/>
                    <a:pt x="3368" y="0"/>
                    <a:pt x="32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4"/>
            <p:cNvSpPr/>
            <p:nvPr/>
          </p:nvSpPr>
          <p:spPr>
            <a:xfrm>
              <a:off x="4881243" y="3044232"/>
              <a:ext cx="62940" cy="12119"/>
            </a:xfrm>
            <a:custGeom>
              <a:rect b="b" l="l" r="r" t="t"/>
              <a:pathLst>
                <a:path extrusionOk="0" h="372" w="1932">
                  <a:moveTo>
                    <a:pt x="187" y="1"/>
                  </a:moveTo>
                  <a:cubicBezTo>
                    <a:pt x="85" y="1"/>
                    <a:pt x="1" y="82"/>
                    <a:pt x="1" y="186"/>
                  </a:cubicBezTo>
                  <a:cubicBezTo>
                    <a:pt x="1" y="289"/>
                    <a:pt x="83" y="371"/>
                    <a:pt x="187" y="371"/>
                  </a:cubicBezTo>
                  <a:lnTo>
                    <a:pt x="1745" y="371"/>
                  </a:lnTo>
                  <a:cubicBezTo>
                    <a:pt x="1847" y="371"/>
                    <a:pt x="1931" y="290"/>
                    <a:pt x="1931" y="186"/>
                  </a:cubicBezTo>
                  <a:cubicBezTo>
                    <a:pt x="1931" y="83"/>
                    <a:pt x="1849" y="1"/>
                    <a:pt x="17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4"/>
            <p:cNvSpPr/>
            <p:nvPr/>
          </p:nvSpPr>
          <p:spPr>
            <a:xfrm>
              <a:off x="4772369" y="2986472"/>
              <a:ext cx="12151" cy="12119"/>
            </a:xfrm>
            <a:custGeom>
              <a:rect b="b" l="l" r="r" t="t"/>
              <a:pathLst>
                <a:path extrusionOk="0" h="372" w="373">
                  <a:moveTo>
                    <a:pt x="186" y="0"/>
                  </a:moveTo>
                  <a:cubicBezTo>
                    <a:pt x="84" y="0"/>
                    <a:pt x="1" y="84"/>
                    <a:pt x="1" y="186"/>
                  </a:cubicBezTo>
                  <a:cubicBezTo>
                    <a:pt x="1" y="289"/>
                    <a:pt x="85" y="372"/>
                    <a:pt x="186" y="372"/>
                  </a:cubicBezTo>
                  <a:cubicBezTo>
                    <a:pt x="290" y="372"/>
                    <a:pt x="373" y="288"/>
                    <a:pt x="373" y="186"/>
                  </a:cubicBezTo>
                  <a:cubicBezTo>
                    <a:pt x="373" y="84"/>
                    <a:pt x="290"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7081" name="Google Shape;7081;p64"/>
          <p:cNvCxnSpPr>
            <a:stCxn id="7029" idx="2"/>
            <a:endCxn id="7037" idx="0"/>
          </p:cNvCxnSpPr>
          <p:nvPr/>
        </p:nvCxnSpPr>
        <p:spPr>
          <a:xfrm>
            <a:off x="1695875" y="2429281"/>
            <a:ext cx="0" cy="138900"/>
          </a:xfrm>
          <a:prstGeom prst="straightConnector1">
            <a:avLst/>
          </a:prstGeom>
          <a:noFill/>
          <a:ln cap="flat" cmpd="sng" w="19050">
            <a:solidFill>
              <a:schemeClr val="dk1"/>
            </a:solidFill>
            <a:prstDash val="solid"/>
            <a:round/>
            <a:headEnd len="med" w="med" type="none"/>
            <a:tailEnd len="med" w="med" type="none"/>
          </a:ln>
        </p:spPr>
      </p:cxnSp>
      <p:cxnSp>
        <p:nvCxnSpPr>
          <p:cNvPr id="7082" name="Google Shape;7082;p64"/>
          <p:cNvCxnSpPr>
            <a:stCxn id="7033" idx="2"/>
            <a:endCxn id="7049" idx="0"/>
          </p:cNvCxnSpPr>
          <p:nvPr/>
        </p:nvCxnSpPr>
        <p:spPr>
          <a:xfrm>
            <a:off x="5526192" y="2420475"/>
            <a:ext cx="0" cy="147600"/>
          </a:xfrm>
          <a:prstGeom prst="straightConnector1">
            <a:avLst/>
          </a:prstGeom>
          <a:noFill/>
          <a:ln cap="flat" cmpd="sng" w="19050">
            <a:solidFill>
              <a:schemeClr val="dk1"/>
            </a:solidFill>
            <a:prstDash val="solid"/>
            <a:round/>
            <a:headEnd len="med" w="med" type="none"/>
            <a:tailEnd len="med" w="med" type="none"/>
          </a:ln>
        </p:spPr>
      </p:cxnSp>
      <p:cxnSp>
        <p:nvCxnSpPr>
          <p:cNvPr id="7083" name="Google Shape;7083;p64"/>
          <p:cNvCxnSpPr>
            <a:stCxn id="7035" idx="2"/>
            <a:endCxn id="7050" idx="0"/>
          </p:cNvCxnSpPr>
          <p:nvPr/>
        </p:nvCxnSpPr>
        <p:spPr>
          <a:xfrm>
            <a:off x="7441350" y="2429310"/>
            <a:ext cx="0" cy="138900"/>
          </a:xfrm>
          <a:prstGeom prst="straightConnector1">
            <a:avLst/>
          </a:prstGeom>
          <a:noFill/>
          <a:ln cap="flat" cmpd="sng" w="19050">
            <a:solidFill>
              <a:schemeClr val="dk1"/>
            </a:solidFill>
            <a:prstDash val="solid"/>
            <a:round/>
            <a:headEnd len="med" w="med" type="none"/>
            <a:tailEnd len="med" w="med" type="none"/>
          </a:ln>
        </p:spPr>
      </p:cxnSp>
      <p:cxnSp>
        <p:nvCxnSpPr>
          <p:cNvPr id="7084" name="Google Shape;7084;p64"/>
          <p:cNvCxnSpPr>
            <a:stCxn id="7031" idx="2"/>
            <a:endCxn id="7038" idx="0"/>
          </p:cNvCxnSpPr>
          <p:nvPr/>
        </p:nvCxnSpPr>
        <p:spPr>
          <a:xfrm>
            <a:off x="3611033" y="2429281"/>
            <a:ext cx="0" cy="138900"/>
          </a:xfrm>
          <a:prstGeom prst="straightConnector1">
            <a:avLst/>
          </a:prstGeom>
          <a:noFill/>
          <a:ln cap="flat" cmpd="sng" w="19050">
            <a:solidFill>
              <a:schemeClr val="dk1"/>
            </a:solidFill>
            <a:prstDash val="solid"/>
            <a:round/>
            <a:headEnd len="med" w="med" type="none"/>
            <a:tailEnd len="med" w="med" type="none"/>
          </a:ln>
        </p:spPr>
      </p:cxnSp>
      <p:sp>
        <p:nvSpPr>
          <p:cNvPr id="7085" name="Google Shape;7085;p64"/>
          <p:cNvSpPr/>
          <p:nvPr/>
        </p:nvSpPr>
        <p:spPr>
          <a:xfrm>
            <a:off x="1489625" y="3823475"/>
            <a:ext cx="412500" cy="412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6" name="Google Shape;7086;p64"/>
          <p:cNvGrpSpPr/>
          <p:nvPr/>
        </p:nvGrpSpPr>
        <p:grpSpPr>
          <a:xfrm>
            <a:off x="1541150" y="3874933"/>
            <a:ext cx="309454" cy="309584"/>
            <a:chOff x="5369775" y="2001296"/>
            <a:chExt cx="309454" cy="309584"/>
          </a:xfrm>
        </p:grpSpPr>
        <p:sp>
          <p:nvSpPr>
            <p:cNvPr id="7087" name="Google Shape;7087;p64"/>
            <p:cNvSpPr/>
            <p:nvPr/>
          </p:nvSpPr>
          <p:spPr>
            <a:xfrm>
              <a:off x="5369775" y="2001296"/>
              <a:ext cx="309454" cy="309584"/>
            </a:xfrm>
            <a:custGeom>
              <a:rect b="b" l="l" r="r" t="t"/>
              <a:pathLst>
                <a:path extrusionOk="0" h="9503" w="9499">
                  <a:moveTo>
                    <a:pt x="7023" y="391"/>
                  </a:moveTo>
                  <a:lnTo>
                    <a:pt x="7983" y="647"/>
                  </a:lnTo>
                  <a:lnTo>
                    <a:pt x="8063" y="912"/>
                  </a:lnTo>
                  <a:lnTo>
                    <a:pt x="7245" y="1479"/>
                  </a:lnTo>
                  <a:lnTo>
                    <a:pt x="6820" y="578"/>
                  </a:lnTo>
                  <a:lnTo>
                    <a:pt x="7023" y="391"/>
                  </a:lnTo>
                  <a:close/>
                  <a:moveTo>
                    <a:pt x="2103" y="794"/>
                  </a:moveTo>
                  <a:lnTo>
                    <a:pt x="2243" y="868"/>
                  </a:lnTo>
                  <a:lnTo>
                    <a:pt x="2121" y="1544"/>
                  </a:lnTo>
                  <a:lnTo>
                    <a:pt x="1476" y="1313"/>
                  </a:lnTo>
                  <a:lnTo>
                    <a:pt x="1481" y="1153"/>
                  </a:lnTo>
                  <a:lnTo>
                    <a:pt x="2103" y="794"/>
                  </a:lnTo>
                  <a:close/>
                  <a:moveTo>
                    <a:pt x="3950" y="399"/>
                  </a:moveTo>
                  <a:lnTo>
                    <a:pt x="4906" y="1035"/>
                  </a:lnTo>
                  <a:lnTo>
                    <a:pt x="4491" y="1202"/>
                  </a:lnTo>
                  <a:cubicBezTo>
                    <a:pt x="4396" y="1239"/>
                    <a:pt x="4350" y="1348"/>
                    <a:pt x="4387" y="1443"/>
                  </a:cubicBezTo>
                  <a:cubicBezTo>
                    <a:pt x="4417" y="1515"/>
                    <a:pt x="4486" y="1559"/>
                    <a:pt x="4560" y="1559"/>
                  </a:cubicBezTo>
                  <a:cubicBezTo>
                    <a:pt x="4584" y="1559"/>
                    <a:pt x="4606" y="1556"/>
                    <a:pt x="4630" y="1546"/>
                  </a:cubicBezTo>
                  <a:lnTo>
                    <a:pt x="6182" y="923"/>
                  </a:lnTo>
                  <a:lnTo>
                    <a:pt x="6575" y="923"/>
                  </a:lnTo>
                  <a:lnTo>
                    <a:pt x="7006" y="1836"/>
                  </a:lnTo>
                  <a:cubicBezTo>
                    <a:pt x="7030" y="1887"/>
                    <a:pt x="7073" y="1923"/>
                    <a:pt x="7126" y="1936"/>
                  </a:cubicBezTo>
                  <a:cubicBezTo>
                    <a:pt x="7141" y="1940"/>
                    <a:pt x="7157" y="1943"/>
                    <a:pt x="7175" y="1943"/>
                  </a:cubicBezTo>
                  <a:cubicBezTo>
                    <a:pt x="7211" y="1943"/>
                    <a:pt x="7249" y="1931"/>
                    <a:pt x="7281" y="1910"/>
                  </a:cubicBezTo>
                  <a:lnTo>
                    <a:pt x="8063" y="1368"/>
                  </a:lnTo>
                  <a:lnTo>
                    <a:pt x="8509" y="1671"/>
                  </a:lnTo>
                  <a:lnTo>
                    <a:pt x="8509" y="2405"/>
                  </a:lnTo>
                  <a:lnTo>
                    <a:pt x="1185" y="2405"/>
                  </a:lnTo>
                  <a:lnTo>
                    <a:pt x="1671" y="1777"/>
                  </a:lnTo>
                  <a:lnTo>
                    <a:pt x="2204" y="1967"/>
                  </a:lnTo>
                  <a:cubicBezTo>
                    <a:pt x="2223" y="1976"/>
                    <a:pt x="2246" y="1978"/>
                    <a:pt x="2267" y="1978"/>
                  </a:cubicBezTo>
                  <a:cubicBezTo>
                    <a:pt x="2299" y="1978"/>
                    <a:pt x="2331" y="1971"/>
                    <a:pt x="2359" y="1954"/>
                  </a:cubicBezTo>
                  <a:cubicBezTo>
                    <a:pt x="2406" y="1925"/>
                    <a:pt x="2440" y="1880"/>
                    <a:pt x="2450" y="1826"/>
                  </a:cubicBezTo>
                  <a:lnTo>
                    <a:pt x="2591" y="1046"/>
                  </a:lnTo>
                  <a:lnTo>
                    <a:pt x="3950" y="399"/>
                  </a:lnTo>
                  <a:close/>
                  <a:moveTo>
                    <a:pt x="9126" y="2777"/>
                  </a:moveTo>
                  <a:lnTo>
                    <a:pt x="9126" y="3593"/>
                  </a:lnTo>
                  <a:lnTo>
                    <a:pt x="5581" y="3593"/>
                  </a:lnTo>
                  <a:cubicBezTo>
                    <a:pt x="5479" y="3593"/>
                    <a:pt x="5395" y="3675"/>
                    <a:pt x="5395" y="3779"/>
                  </a:cubicBezTo>
                  <a:cubicBezTo>
                    <a:pt x="5395" y="3881"/>
                    <a:pt x="5477" y="3964"/>
                    <a:pt x="5581" y="3964"/>
                  </a:cubicBezTo>
                  <a:lnTo>
                    <a:pt x="8665" y="3964"/>
                  </a:lnTo>
                  <a:lnTo>
                    <a:pt x="8208" y="7719"/>
                  </a:lnTo>
                  <a:lnTo>
                    <a:pt x="7609" y="7719"/>
                  </a:lnTo>
                  <a:cubicBezTo>
                    <a:pt x="7403" y="7405"/>
                    <a:pt x="7050" y="7199"/>
                    <a:pt x="6648" y="7199"/>
                  </a:cubicBezTo>
                  <a:cubicBezTo>
                    <a:pt x="6246" y="7199"/>
                    <a:pt x="5893" y="7407"/>
                    <a:pt x="5686" y="7719"/>
                  </a:cubicBezTo>
                  <a:lnTo>
                    <a:pt x="3798" y="7719"/>
                  </a:lnTo>
                  <a:cubicBezTo>
                    <a:pt x="3591" y="7405"/>
                    <a:pt x="3238" y="7199"/>
                    <a:pt x="2836" y="7199"/>
                  </a:cubicBezTo>
                  <a:cubicBezTo>
                    <a:pt x="2434" y="7199"/>
                    <a:pt x="2081" y="7407"/>
                    <a:pt x="1875" y="7719"/>
                  </a:cubicBezTo>
                  <a:lnTo>
                    <a:pt x="1285" y="7719"/>
                  </a:lnTo>
                  <a:lnTo>
                    <a:pt x="829" y="3964"/>
                  </a:lnTo>
                  <a:lnTo>
                    <a:pt x="3910" y="3964"/>
                  </a:lnTo>
                  <a:cubicBezTo>
                    <a:pt x="4012" y="3964"/>
                    <a:pt x="4096" y="3882"/>
                    <a:pt x="4096" y="3779"/>
                  </a:cubicBezTo>
                  <a:cubicBezTo>
                    <a:pt x="4096" y="3676"/>
                    <a:pt x="4013" y="3593"/>
                    <a:pt x="3910" y="3593"/>
                  </a:cubicBezTo>
                  <a:lnTo>
                    <a:pt x="368" y="3593"/>
                  </a:lnTo>
                  <a:lnTo>
                    <a:pt x="368" y="2777"/>
                  </a:lnTo>
                  <a:close/>
                  <a:moveTo>
                    <a:pt x="1717" y="8089"/>
                  </a:moveTo>
                  <a:cubicBezTo>
                    <a:pt x="1697" y="8172"/>
                    <a:pt x="1687" y="8258"/>
                    <a:pt x="1687" y="8347"/>
                  </a:cubicBezTo>
                  <a:cubicBezTo>
                    <a:pt x="1687" y="8436"/>
                    <a:pt x="1697" y="8524"/>
                    <a:pt x="1717" y="8607"/>
                  </a:cubicBezTo>
                  <a:lnTo>
                    <a:pt x="918" y="8607"/>
                  </a:lnTo>
                  <a:lnTo>
                    <a:pt x="918" y="8089"/>
                  </a:lnTo>
                  <a:close/>
                  <a:moveTo>
                    <a:pt x="5528" y="8090"/>
                  </a:moveTo>
                  <a:cubicBezTo>
                    <a:pt x="5509" y="8173"/>
                    <a:pt x="5499" y="8259"/>
                    <a:pt x="5499" y="8349"/>
                  </a:cubicBezTo>
                  <a:cubicBezTo>
                    <a:pt x="5499" y="8438"/>
                    <a:pt x="5509" y="8525"/>
                    <a:pt x="5528" y="8608"/>
                  </a:cubicBezTo>
                  <a:lnTo>
                    <a:pt x="3957" y="8608"/>
                  </a:lnTo>
                  <a:cubicBezTo>
                    <a:pt x="3977" y="8524"/>
                    <a:pt x="3987" y="8438"/>
                    <a:pt x="3987" y="8349"/>
                  </a:cubicBezTo>
                  <a:cubicBezTo>
                    <a:pt x="3987" y="8259"/>
                    <a:pt x="3977" y="8172"/>
                    <a:pt x="3957" y="8090"/>
                  </a:cubicBezTo>
                  <a:close/>
                  <a:moveTo>
                    <a:pt x="8576" y="8090"/>
                  </a:moveTo>
                  <a:lnTo>
                    <a:pt x="8576" y="8608"/>
                  </a:lnTo>
                  <a:lnTo>
                    <a:pt x="7768" y="8608"/>
                  </a:lnTo>
                  <a:cubicBezTo>
                    <a:pt x="7787" y="8524"/>
                    <a:pt x="7797" y="8438"/>
                    <a:pt x="7797" y="8349"/>
                  </a:cubicBezTo>
                  <a:cubicBezTo>
                    <a:pt x="7797" y="8259"/>
                    <a:pt x="7787" y="8172"/>
                    <a:pt x="7768" y="8090"/>
                  </a:cubicBezTo>
                  <a:close/>
                  <a:moveTo>
                    <a:pt x="2836" y="7570"/>
                  </a:moveTo>
                  <a:cubicBezTo>
                    <a:pt x="3265" y="7570"/>
                    <a:pt x="3615" y="7919"/>
                    <a:pt x="3615" y="8349"/>
                  </a:cubicBezTo>
                  <a:cubicBezTo>
                    <a:pt x="3615" y="8779"/>
                    <a:pt x="3265" y="9128"/>
                    <a:pt x="2836" y="9128"/>
                  </a:cubicBezTo>
                  <a:cubicBezTo>
                    <a:pt x="2406" y="9128"/>
                    <a:pt x="2057" y="8779"/>
                    <a:pt x="2057" y="8349"/>
                  </a:cubicBezTo>
                  <a:cubicBezTo>
                    <a:pt x="2057" y="7919"/>
                    <a:pt x="2406" y="7570"/>
                    <a:pt x="2836" y="7570"/>
                  </a:cubicBezTo>
                  <a:close/>
                  <a:moveTo>
                    <a:pt x="6648" y="7570"/>
                  </a:moveTo>
                  <a:cubicBezTo>
                    <a:pt x="7078" y="7570"/>
                    <a:pt x="7427" y="7919"/>
                    <a:pt x="7427" y="8349"/>
                  </a:cubicBezTo>
                  <a:cubicBezTo>
                    <a:pt x="7427" y="8779"/>
                    <a:pt x="7078" y="9128"/>
                    <a:pt x="6648" y="9128"/>
                  </a:cubicBezTo>
                  <a:cubicBezTo>
                    <a:pt x="6219" y="9128"/>
                    <a:pt x="5869" y="8779"/>
                    <a:pt x="5869" y="8349"/>
                  </a:cubicBezTo>
                  <a:cubicBezTo>
                    <a:pt x="5869" y="7919"/>
                    <a:pt x="6219" y="7570"/>
                    <a:pt x="6648" y="7570"/>
                  </a:cubicBezTo>
                  <a:close/>
                  <a:moveTo>
                    <a:pt x="3966" y="1"/>
                  </a:moveTo>
                  <a:cubicBezTo>
                    <a:pt x="3939" y="1"/>
                    <a:pt x="3912" y="7"/>
                    <a:pt x="3887" y="19"/>
                  </a:cubicBezTo>
                  <a:lnTo>
                    <a:pt x="2584" y="639"/>
                  </a:lnTo>
                  <a:cubicBezTo>
                    <a:pt x="2572" y="625"/>
                    <a:pt x="2557" y="615"/>
                    <a:pt x="2540" y="606"/>
                  </a:cubicBezTo>
                  <a:lnTo>
                    <a:pt x="2189" y="420"/>
                  </a:lnTo>
                  <a:cubicBezTo>
                    <a:pt x="2162" y="405"/>
                    <a:pt x="2132" y="398"/>
                    <a:pt x="2101" y="398"/>
                  </a:cubicBezTo>
                  <a:cubicBezTo>
                    <a:pt x="2070" y="398"/>
                    <a:pt x="2038" y="406"/>
                    <a:pt x="2010" y="422"/>
                  </a:cubicBezTo>
                  <a:lnTo>
                    <a:pt x="1210" y="885"/>
                  </a:lnTo>
                  <a:cubicBezTo>
                    <a:pt x="1154" y="917"/>
                    <a:pt x="1120" y="975"/>
                    <a:pt x="1117" y="1039"/>
                  </a:cubicBezTo>
                  <a:lnTo>
                    <a:pt x="1102" y="1436"/>
                  </a:lnTo>
                  <a:cubicBezTo>
                    <a:pt x="1100" y="1517"/>
                    <a:pt x="1149" y="1590"/>
                    <a:pt x="1226" y="1616"/>
                  </a:cubicBezTo>
                  <a:lnTo>
                    <a:pt x="1305" y="1646"/>
                  </a:lnTo>
                  <a:lnTo>
                    <a:pt x="714" y="2406"/>
                  </a:lnTo>
                  <a:lnTo>
                    <a:pt x="185" y="2406"/>
                  </a:lnTo>
                  <a:cubicBezTo>
                    <a:pt x="84" y="2406"/>
                    <a:pt x="0" y="2489"/>
                    <a:pt x="0" y="2593"/>
                  </a:cubicBezTo>
                  <a:lnTo>
                    <a:pt x="0" y="3780"/>
                  </a:lnTo>
                  <a:cubicBezTo>
                    <a:pt x="0" y="3882"/>
                    <a:pt x="83" y="3966"/>
                    <a:pt x="185" y="3966"/>
                  </a:cubicBezTo>
                  <a:lnTo>
                    <a:pt x="458" y="3966"/>
                  </a:lnTo>
                  <a:lnTo>
                    <a:pt x="916" y="7721"/>
                  </a:lnTo>
                  <a:lnTo>
                    <a:pt x="734" y="7721"/>
                  </a:lnTo>
                  <a:cubicBezTo>
                    <a:pt x="633" y="7721"/>
                    <a:pt x="549" y="7803"/>
                    <a:pt x="549" y="7906"/>
                  </a:cubicBezTo>
                  <a:lnTo>
                    <a:pt x="549" y="8797"/>
                  </a:lnTo>
                  <a:cubicBezTo>
                    <a:pt x="549" y="8899"/>
                    <a:pt x="631" y="8983"/>
                    <a:pt x="734" y="8983"/>
                  </a:cubicBezTo>
                  <a:lnTo>
                    <a:pt x="1877" y="8983"/>
                  </a:lnTo>
                  <a:cubicBezTo>
                    <a:pt x="2084" y="9295"/>
                    <a:pt x="2437" y="9503"/>
                    <a:pt x="2839" y="9503"/>
                  </a:cubicBezTo>
                  <a:cubicBezTo>
                    <a:pt x="3241" y="9503"/>
                    <a:pt x="3594" y="9295"/>
                    <a:pt x="3800" y="8983"/>
                  </a:cubicBezTo>
                  <a:lnTo>
                    <a:pt x="5690" y="8983"/>
                  </a:lnTo>
                  <a:cubicBezTo>
                    <a:pt x="5895" y="9295"/>
                    <a:pt x="6250" y="9503"/>
                    <a:pt x="6650" y="9503"/>
                  </a:cubicBezTo>
                  <a:cubicBezTo>
                    <a:pt x="7052" y="9503"/>
                    <a:pt x="7407" y="9295"/>
                    <a:pt x="7612" y="8983"/>
                  </a:cubicBezTo>
                  <a:lnTo>
                    <a:pt x="8764" y="8983"/>
                  </a:lnTo>
                  <a:cubicBezTo>
                    <a:pt x="8866" y="8983"/>
                    <a:pt x="8951" y="8900"/>
                    <a:pt x="8951" y="8797"/>
                  </a:cubicBezTo>
                  <a:lnTo>
                    <a:pt x="8951" y="7906"/>
                  </a:lnTo>
                  <a:cubicBezTo>
                    <a:pt x="8951" y="7805"/>
                    <a:pt x="8868" y="7721"/>
                    <a:pt x="8764" y="7721"/>
                  </a:cubicBezTo>
                  <a:lnTo>
                    <a:pt x="8584" y="7721"/>
                  </a:lnTo>
                  <a:lnTo>
                    <a:pt x="9041" y="3966"/>
                  </a:lnTo>
                  <a:lnTo>
                    <a:pt x="9313" y="3966"/>
                  </a:lnTo>
                  <a:cubicBezTo>
                    <a:pt x="9415" y="3966"/>
                    <a:pt x="9499" y="3883"/>
                    <a:pt x="9499" y="3780"/>
                  </a:cubicBezTo>
                  <a:lnTo>
                    <a:pt x="9499" y="2593"/>
                  </a:lnTo>
                  <a:cubicBezTo>
                    <a:pt x="9496" y="2489"/>
                    <a:pt x="9414" y="2405"/>
                    <a:pt x="9312" y="2405"/>
                  </a:cubicBezTo>
                  <a:lnTo>
                    <a:pt x="8877" y="2405"/>
                  </a:lnTo>
                  <a:lnTo>
                    <a:pt x="8877" y="1572"/>
                  </a:lnTo>
                  <a:cubicBezTo>
                    <a:pt x="8877" y="1511"/>
                    <a:pt x="8847" y="1453"/>
                    <a:pt x="8796" y="1420"/>
                  </a:cubicBezTo>
                  <a:lnTo>
                    <a:pt x="8387" y="1143"/>
                  </a:lnTo>
                  <a:cubicBezTo>
                    <a:pt x="8454" y="1097"/>
                    <a:pt x="8482" y="1013"/>
                    <a:pt x="8459" y="936"/>
                  </a:cubicBezTo>
                  <a:lnTo>
                    <a:pt x="8308" y="443"/>
                  </a:lnTo>
                  <a:cubicBezTo>
                    <a:pt x="8290" y="382"/>
                    <a:pt x="8240" y="335"/>
                    <a:pt x="8179" y="320"/>
                  </a:cubicBezTo>
                  <a:lnTo>
                    <a:pt x="7020" y="8"/>
                  </a:lnTo>
                  <a:cubicBezTo>
                    <a:pt x="7004" y="4"/>
                    <a:pt x="6988" y="2"/>
                    <a:pt x="6972" y="2"/>
                  </a:cubicBezTo>
                  <a:cubicBezTo>
                    <a:pt x="6925" y="2"/>
                    <a:pt x="6880" y="20"/>
                    <a:pt x="6846" y="52"/>
                  </a:cubicBezTo>
                  <a:lnTo>
                    <a:pt x="6469" y="403"/>
                  </a:lnTo>
                  <a:cubicBezTo>
                    <a:pt x="6427" y="442"/>
                    <a:pt x="6406" y="499"/>
                    <a:pt x="6411" y="553"/>
                  </a:cubicBezTo>
                  <a:lnTo>
                    <a:pt x="6145" y="553"/>
                  </a:lnTo>
                  <a:cubicBezTo>
                    <a:pt x="6122" y="553"/>
                    <a:pt x="6098" y="557"/>
                    <a:pt x="6076" y="567"/>
                  </a:cubicBezTo>
                  <a:lnTo>
                    <a:pt x="5323" y="870"/>
                  </a:lnTo>
                  <a:lnTo>
                    <a:pt x="4069" y="32"/>
                  </a:lnTo>
                  <a:cubicBezTo>
                    <a:pt x="4038" y="11"/>
                    <a:pt x="4002" y="1"/>
                    <a:pt x="39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4"/>
            <p:cNvSpPr/>
            <p:nvPr/>
          </p:nvSpPr>
          <p:spPr>
            <a:xfrm>
              <a:off x="5518296" y="2118347"/>
              <a:ext cx="12151" cy="12119"/>
            </a:xfrm>
            <a:custGeom>
              <a:rect b="b" l="l" r="r" t="t"/>
              <a:pathLst>
                <a:path extrusionOk="0" h="372" w="373">
                  <a:moveTo>
                    <a:pt x="187" y="0"/>
                  </a:moveTo>
                  <a:cubicBezTo>
                    <a:pt x="83" y="0"/>
                    <a:pt x="0" y="83"/>
                    <a:pt x="0" y="186"/>
                  </a:cubicBezTo>
                  <a:cubicBezTo>
                    <a:pt x="0" y="289"/>
                    <a:pt x="84" y="371"/>
                    <a:pt x="187" y="371"/>
                  </a:cubicBezTo>
                  <a:cubicBezTo>
                    <a:pt x="290" y="371"/>
                    <a:pt x="372" y="288"/>
                    <a:pt x="372" y="186"/>
                  </a:cubicBezTo>
                  <a:cubicBezTo>
                    <a:pt x="372" y="84"/>
                    <a:pt x="290"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4"/>
            <p:cNvSpPr/>
            <p:nvPr/>
          </p:nvSpPr>
          <p:spPr>
            <a:xfrm>
              <a:off x="5456106" y="2267193"/>
              <a:ext cx="12151" cy="12151"/>
            </a:xfrm>
            <a:custGeom>
              <a:rect b="b" l="l" r="r" t="t"/>
              <a:pathLst>
                <a:path extrusionOk="0" h="373" w="373">
                  <a:moveTo>
                    <a:pt x="186" y="1"/>
                  </a:moveTo>
                  <a:cubicBezTo>
                    <a:pt x="82" y="1"/>
                    <a:pt x="0" y="85"/>
                    <a:pt x="0" y="187"/>
                  </a:cubicBezTo>
                  <a:cubicBezTo>
                    <a:pt x="0" y="290"/>
                    <a:pt x="84" y="373"/>
                    <a:pt x="186" y="373"/>
                  </a:cubicBezTo>
                  <a:cubicBezTo>
                    <a:pt x="290" y="373"/>
                    <a:pt x="372" y="289"/>
                    <a:pt x="372" y="187"/>
                  </a:cubicBezTo>
                  <a:cubicBezTo>
                    <a:pt x="372" y="85"/>
                    <a:pt x="290"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4"/>
            <p:cNvSpPr/>
            <p:nvPr/>
          </p:nvSpPr>
          <p:spPr>
            <a:xfrm>
              <a:off x="5580258" y="2267193"/>
              <a:ext cx="12151" cy="12151"/>
            </a:xfrm>
            <a:custGeom>
              <a:rect b="b" l="l" r="r" t="t"/>
              <a:pathLst>
                <a:path extrusionOk="0" h="373" w="373">
                  <a:moveTo>
                    <a:pt x="187" y="1"/>
                  </a:moveTo>
                  <a:cubicBezTo>
                    <a:pt x="83" y="1"/>
                    <a:pt x="1" y="85"/>
                    <a:pt x="1" y="187"/>
                  </a:cubicBezTo>
                  <a:cubicBezTo>
                    <a:pt x="1" y="290"/>
                    <a:pt x="84" y="373"/>
                    <a:pt x="187" y="373"/>
                  </a:cubicBezTo>
                  <a:cubicBezTo>
                    <a:pt x="291" y="373"/>
                    <a:pt x="372" y="289"/>
                    <a:pt x="372" y="187"/>
                  </a:cubicBezTo>
                  <a:cubicBezTo>
                    <a:pt x="372" y="85"/>
                    <a:pt x="290"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4"/>
            <p:cNvSpPr/>
            <p:nvPr/>
          </p:nvSpPr>
          <p:spPr>
            <a:xfrm>
              <a:off x="5487152" y="2148611"/>
              <a:ext cx="20003" cy="75547"/>
            </a:xfrm>
            <a:custGeom>
              <a:rect b="b" l="l" r="r" t="t"/>
              <a:pathLst>
                <a:path extrusionOk="0" h="2319" w="614">
                  <a:moveTo>
                    <a:pt x="197" y="0"/>
                  </a:moveTo>
                  <a:cubicBezTo>
                    <a:pt x="190" y="0"/>
                    <a:pt x="183" y="1"/>
                    <a:pt x="176" y="2"/>
                  </a:cubicBezTo>
                  <a:cubicBezTo>
                    <a:pt x="74" y="14"/>
                    <a:pt x="1" y="105"/>
                    <a:pt x="12" y="208"/>
                  </a:cubicBezTo>
                  <a:lnTo>
                    <a:pt x="232" y="2153"/>
                  </a:lnTo>
                  <a:cubicBezTo>
                    <a:pt x="244" y="2248"/>
                    <a:pt x="323" y="2319"/>
                    <a:pt x="417" y="2319"/>
                  </a:cubicBezTo>
                  <a:cubicBezTo>
                    <a:pt x="425" y="2319"/>
                    <a:pt x="431" y="2319"/>
                    <a:pt x="438" y="2317"/>
                  </a:cubicBezTo>
                  <a:cubicBezTo>
                    <a:pt x="540" y="2305"/>
                    <a:pt x="614" y="2214"/>
                    <a:pt x="602" y="2111"/>
                  </a:cubicBezTo>
                  <a:lnTo>
                    <a:pt x="382" y="166"/>
                  </a:lnTo>
                  <a:cubicBezTo>
                    <a:pt x="370" y="70"/>
                    <a:pt x="291" y="0"/>
                    <a:pt x="1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4"/>
            <p:cNvSpPr/>
            <p:nvPr/>
          </p:nvSpPr>
          <p:spPr>
            <a:xfrm>
              <a:off x="5431575" y="2148676"/>
              <a:ext cx="22576" cy="75482"/>
            </a:xfrm>
            <a:custGeom>
              <a:rect b="b" l="l" r="r" t="t"/>
              <a:pathLst>
                <a:path extrusionOk="0" h="2317" w="693">
                  <a:moveTo>
                    <a:pt x="201" y="0"/>
                  </a:moveTo>
                  <a:cubicBezTo>
                    <a:pt x="191" y="0"/>
                    <a:pt x="182" y="1"/>
                    <a:pt x="172" y="3"/>
                  </a:cubicBezTo>
                  <a:cubicBezTo>
                    <a:pt x="69" y="17"/>
                    <a:pt x="0" y="113"/>
                    <a:pt x="16" y="213"/>
                  </a:cubicBezTo>
                  <a:lnTo>
                    <a:pt x="310" y="2160"/>
                  </a:lnTo>
                  <a:cubicBezTo>
                    <a:pt x="325" y="2251"/>
                    <a:pt x="404" y="2317"/>
                    <a:pt x="494" y="2317"/>
                  </a:cubicBezTo>
                  <a:cubicBezTo>
                    <a:pt x="503" y="2317"/>
                    <a:pt x="512" y="2317"/>
                    <a:pt x="522" y="2315"/>
                  </a:cubicBezTo>
                  <a:cubicBezTo>
                    <a:pt x="624" y="2301"/>
                    <a:pt x="693" y="2205"/>
                    <a:pt x="677" y="2104"/>
                  </a:cubicBezTo>
                  <a:lnTo>
                    <a:pt x="383" y="159"/>
                  </a:lnTo>
                  <a:cubicBezTo>
                    <a:pt x="369" y="66"/>
                    <a:pt x="290" y="0"/>
                    <a:pt x="2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4"/>
            <p:cNvSpPr/>
            <p:nvPr/>
          </p:nvSpPr>
          <p:spPr>
            <a:xfrm>
              <a:off x="5541654" y="2148611"/>
              <a:ext cx="20003" cy="75547"/>
            </a:xfrm>
            <a:custGeom>
              <a:rect b="b" l="l" r="r" t="t"/>
              <a:pathLst>
                <a:path extrusionOk="0" h="2319" w="614">
                  <a:moveTo>
                    <a:pt x="417" y="0"/>
                  </a:moveTo>
                  <a:cubicBezTo>
                    <a:pt x="324" y="0"/>
                    <a:pt x="244" y="70"/>
                    <a:pt x="232" y="166"/>
                  </a:cubicBezTo>
                  <a:lnTo>
                    <a:pt x="12" y="2111"/>
                  </a:lnTo>
                  <a:cubicBezTo>
                    <a:pt x="1" y="2214"/>
                    <a:pt x="74" y="2305"/>
                    <a:pt x="177" y="2317"/>
                  </a:cubicBezTo>
                  <a:cubicBezTo>
                    <a:pt x="183" y="2319"/>
                    <a:pt x="191" y="2319"/>
                    <a:pt x="198" y="2319"/>
                  </a:cubicBezTo>
                  <a:cubicBezTo>
                    <a:pt x="291" y="2319"/>
                    <a:pt x="371" y="2249"/>
                    <a:pt x="382" y="2153"/>
                  </a:cubicBezTo>
                  <a:lnTo>
                    <a:pt x="602" y="208"/>
                  </a:lnTo>
                  <a:cubicBezTo>
                    <a:pt x="614" y="105"/>
                    <a:pt x="540" y="14"/>
                    <a:pt x="439" y="2"/>
                  </a:cubicBezTo>
                  <a:cubicBezTo>
                    <a:pt x="432" y="1"/>
                    <a:pt x="424" y="0"/>
                    <a:pt x="4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4"/>
            <p:cNvSpPr/>
            <p:nvPr/>
          </p:nvSpPr>
          <p:spPr>
            <a:xfrm>
              <a:off x="5594690" y="2148644"/>
              <a:ext cx="22609" cy="75515"/>
            </a:xfrm>
            <a:custGeom>
              <a:rect b="b" l="l" r="r" t="t"/>
              <a:pathLst>
                <a:path extrusionOk="0" h="2318" w="694">
                  <a:moveTo>
                    <a:pt x="494" y="0"/>
                  </a:moveTo>
                  <a:cubicBezTo>
                    <a:pt x="404" y="0"/>
                    <a:pt x="325" y="67"/>
                    <a:pt x="311" y="158"/>
                  </a:cubicBezTo>
                  <a:lnTo>
                    <a:pt x="16" y="2104"/>
                  </a:lnTo>
                  <a:cubicBezTo>
                    <a:pt x="1" y="2205"/>
                    <a:pt x="71" y="2299"/>
                    <a:pt x="173" y="2315"/>
                  </a:cubicBezTo>
                  <a:cubicBezTo>
                    <a:pt x="182" y="2316"/>
                    <a:pt x="190" y="2318"/>
                    <a:pt x="200" y="2318"/>
                  </a:cubicBezTo>
                  <a:cubicBezTo>
                    <a:pt x="290" y="2318"/>
                    <a:pt x="368" y="2252"/>
                    <a:pt x="383" y="2159"/>
                  </a:cubicBezTo>
                  <a:lnTo>
                    <a:pt x="677" y="213"/>
                  </a:lnTo>
                  <a:cubicBezTo>
                    <a:pt x="693" y="113"/>
                    <a:pt x="623" y="18"/>
                    <a:pt x="522" y="3"/>
                  </a:cubicBezTo>
                  <a:cubicBezTo>
                    <a:pt x="513" y="1"/>
                    <a:pt x="503" y="0"/>
                    <a:pt x="4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5" name="Google Shape;7095;p64"/>
          <p:cNvSpPr/>
          <p:nvPr/>
        </p:nvSpPr>
        <p:spPr>
          <a:xfrm>
            <a:off x="3404788" y="3823475"/>
            <a:ext cx="412500" cy="412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96" name="Google Shape;7096;p64"/>
          <p:cNvGrpSpPr/>
          <p:nvPr/>
        </p:nvGrpSpPr>
        <p:grpSpPr>
          <a:xfrm>
            <a:off x="3456313" y="3874933"/>
            <a:ext cx="309454" cy="309584"/>
            <a:chOff x="5369775" y="2001296"/>
            <a:chExt cx="309454" cy="309584"/>
          </a:xfrm>
        </p:grpSpPr>
        <p:sp>
          <p:nvSpPr>
            <p:cNvPr id="7097" name="Google Shape;7097;p64"/>
            <p:cNvSpPr/>
            <p:nvPr/>
          </p:nvSpPr>
          <p:spPr>
            <a:xfrm>
              <a:off x="5369775" y="2001296"/>
              <a:ext cx="309454" cy="309584"/>
            </a:xfrm>
            <a:custGeom>
              <a:rect b="b" l="l" r="r" t="t"/>
              <a:pathLst>
                <a:path extrusionOk="0" h="9503" w="9499">
                  <a:moveTo>
                    <a:pt x="7023" y="391"/>
                  </a:moveTo>
                  <a:lnTo>
                    <a:pt x="7983" y="647"/>
                  </a:lnTo>
                  <a:lnTo>
                    <a:pt x="8063" y="912"/>
                  </a:lnTo>
                  <a:lnTo>
                    <a:pt x="7245" y="1479"/>
                  </a:lnTo>
                  <a:lnTo>
                    <a:pt x="6820" y="578"/>
                  </a:lnTo>
                  <a:lnTo>
                    <a:pt x="7023" y="391"/>
                  </a:lnTo>
                  <a:close/>
                  <a:moveTo>
                    <a:pt x="2103" y="794"/>
                  </a:moveTo>
                  <a:lnTo>
                    <a:pt x="2243" y="868"/>
                  </a:lnTo>
                  <a:lnTo>
                    <a:pt x="2121" y="1544"/>
                  </a:lnTo>
                  <a:lnTo>
                    <a:pt x="1476" y="1313"/>
                  </a:lnTo>
                  <a:lnTo>
                    <a:pt x="1481" y="1153"/>
                  </a:lnTo>
                  <a:lnTo>
                    <a:pt x="2103" y="794"/>
                  </a:lnTo>
                  <a:close/>
                  <a:moveTo>
                    <a:pt x="3950" y="399"/>
                  </a:moveTo>
                  <a:lnTo>
                    <a:pt x="4906" y="1035"/>
                  </a:lnTo>
                  <a:lnTo>
                    <a:pt x="4491" y="1202"/>
                  </a:lnTo>
                  <a:cubicBezTo>
                    <a:pt x="4396" y="1239"/>
                    <a:pt x="4350" y="1348"/>
                    <a:pt x="4387" y="1443"/>
                  </a:cubicBezTo>
                  <a:cubicBezTo>
                    <a:pt x="4417" y="1515"/>
                    <a:pt x="4486" y="1559"/>
                    <a:pt x="4560" y="1559"/>
                  </a:cubicBezTo>
                  <a:cubicBezTo>
                    <a:pt x="4584" y="1559"/>
                    <a:pt x="4606" y="1556"/>
                    <a:pt x="4630" y="1546"/>
                  </a:cubicBezTo>
                  <a:lnTo>
                    <a:pt x="6182" y="923"/>
                  </a:lnTo>
                  <a:lnTo>
                    <a:pt x="6575" y="923"/>
                  </a:lnTo>
                  <a:lnTo>
                    <a:pt x="7006" y="1836"/>
                  </a:lnTo>
                  <a:cubicBezTo>
                    <a:pt x="7030" y="1887"/>
                    <a:pt x="7073" y="1923"/>
                    <a:pt x="7126" y="1936"/>
                  </a:cubicBezTo>
                  <a:cubicBezTo>
                    <a:pt x="7141" y="1940"/>
                    <a:pt x="7157" y="1943"/>
                    <a:pt x="7175" y="1943"/>
                  </a:cubicBezTo>
                  <a:cubicBezTo>
                    <a:pt x="7211" y="1943"/>
                    <a:pt x="7249" y="1931"/>
                    <a:pt x="7281" y="1910"/>
                  </a:cubicBezTo>
                  <a:lnTo>
                    <a:pt x="8063" y="1368"/>
                  </a:lnTo>
                  <a:lnTo>
                    <a:pt x="8509" y="1671"/>
                  </a:lnTo>
                  <a:lnTo>
                    <a:pt x="8509" y="2405"/>
                  </a:lnTo>
                  <a:lnTo>
                    <a:pt x="1185" y="2405"/>
                  </a:lnTo>
                  <a:lnTo>
                    <a:pt x="1671" y="1777"/>
                  </a:lnTo>
                  <a:lnTo>
                    <a:pt x="2204" y="1967"/>
                  </a:lnTo>
                  <a:cubicBezTo>
                    <a:pt x="2223" y="1976"/>
                    <a:pt x="2246" y="1978"/>
                    <a:pt x="2267" y="1978"/>
                  </a:cubicBezTo>
                  <a:cubicBezTo>
                    <a:pt x="2299" y="1978"/>
                    <a:pt x="2331" y="1971"/>
                    <a:pt x="2359" y="1954"/>
                  </a:cubicBezTo>
                  <a:cubicBezTo>
                    <a:pt x="2406" y="1925"/>
                    <a:pt x="2440" y="1880"/>
                    <a:pt x="2450" y="1826"/>
                  </a:cubicBezTo>
                  <a:lnTo>
                    <a:pt x="2591" y="1046"/>
                  </a:lnTo>
                  <a:lnTo>
                    <a:pt x="3950" y="399"/>
                  </a:lnTo>
                  <a:close/>
                  <a:moveTo>
                    <a:pt x="9126" y="2777"/>
                  </a:moveTo>
                  <a:lnTo>
                    <a:pt x="9126" y="3593"/>
                  </a:lnTo>
                  <a:lnTo>
                    <a:pt x="5581" y="3593"/>
                  </a:lnTo>
                  <a:cubicBezTo>
                    <a:pt x="5479" y="3593"/>
                    <a:pt x="5395" y="3675"/>
                    <a:pt x="5395" y="3779"/>
                  </a:cubicBezTo>
                  <a:cubicBezTo>
                    <a:pt x="5395" y="3881"/>
                    <a:pt x="5477" y="3964"/>
                    <a:pt x="5581" y="3964"/>
                  </a:cubicBezTo>
                  <a:lnTo>
                    <a:pt x="8665" y="3964"/>
                  </a:lnTo>
                  <a:lnTo>
                    <a:pt x="8208" y="7719"/>
                  </a:lnTo>
                  <a:lnTo>
                    <a:pt x="7609" y="7719"/>
                  </a:lnTo>
                  <a:cubicBezTo>
                    <a:pt x="7403" y="7405"/>
                    <a:pt x="7050" y="7199"/>
                    <a:pt x="6648" y="7199"/>
                  </a:cubicBezTo>
                  <a:cubicBezTo>
                    <a:pt x="6246" y="7199"/>
                    <a:pt x="5893" y="7407"/>
                    <a:pt x="5686" y="7719"/>
                  </a:cubicBezTo>
                  <a:lnTo>
                    <a:pt x="3798" y="7719"/>
                  </a:lnTo>
                  <a:cubicBezTo>
                    <a:pt x="3591" y="7405"/>
                    <a:pt x="3238" y="7199"/>
                    <a:pt x="2836" y="7199"/>
                  </a:cubicBezTo>
                  <a:cubicBezTo>
                    <a:pt x="2434" y="7199"/>
                    <a:pt x="2081" y="7407"/>
                    <a:pt x="1875" y="7719"/>
                  </a:cubicBezTo>
                  <a:lnTo>
                    <a:pt x="1285" y="7719"/>
                  </a:lnTo>
                  <a:lnTo>
                    <a:pt x="829" y="3964"/>
                  </a:lnTo>
                  <a:lnTo>
                    <a:pt x="3910" y="3964"/>
                  </a:lnTo>
                  <a:cubicBezTo>
                    <a:pt x="4012" y="3964"/>
                    <a:pt x="4096" y="3882"/>
                    <a:pt x="4096" y="3779"/>
                  </a:cubicBezTo>
                  <a:cubicBezTo>
                    <a:pt x="4096" y="3676"/>
                    <a:pt x="4013" y="3593"/>
                    <a:pt x="3910" y="3593"/>
                  </a:cubicBezTo>
                  <a:lnTo>
                    <a:pt x="368" y="3593"/>
                  </a:lnTo>
                  <a:lnTo>
                    <a:pt x="368" y="2777"/>
                  </a:lnTo>
                  <a:close/>
                  <a:moveTo>
                    <a:pt x="1717" y="8089"/>
                  </a:moveTo>
                  <a:cubicBezTo>
                    <a:pt x="1697" y="8172"/>
                    <a:pt x="1687" y="8258"/>
                    <a:pt x="1687" y="8347"/>
                  </a:cubicBezTo>
                  <a:cubicBezTo>
                    <a:pt x="1687" y="8436"/>
                    <a:pt x="1697" y="8524"/>
                    <a:pt x="1717" y="8607"/>
                  </a:cubicBezTo>
                  <a:lnTo>
                    <a:pt x="918" y="8607"/>
                  </a:lnTo>
                  <a:lnTo>
                    <a:pt x="918" y="8089"/>
                  </a:lnTo>
                  <a:close/>
                  <a:moveTo>
                    <a:pt x="5528" y="8090"/>
                  </a:moveTo>
                  <a:cubicBezTo>
                    <a:pt x="5509" y="8173"/>
                    <a:pt x="5499" y="8259"/>
                    <a:pt x="5499" y="8349"/>
                  </a:cubicBezTo>
                  <a:cubicBezTo>
                    <a:pt x="5499" y="8438"/>
                    <a:pt x="5509" y="8525"/>
                    <a:pt x="5528" y="8608"/>
                  </a:cubicBezTo>
                  <a:lnTo>
                    <a:pt x="3957" y="8608"/>
                  </a:lnTo>
                  <a:cubicBezTo>
                    <a:pt x="3977" y="8524"/>
                    <a:pt x="3987" y="8438"/>
                    <a:pt x="3987" y="8349"/>
                  </a:cubicBezTo>
                  <a:cubicBezTo>
                    <a:pt x="3987" y="8259"/>
                    <a:pt x="3977" y="8172"/>
                    <a:pt x="3957" y="8090"/>
                  </a:cubicBezTo>
                  <a:close/>
                  <a:moveTo>
                    <a:pt x="8576" y="8090"/>
                  </a:moveTo>
                  <a:lnTo>
                    <a:pt x="8576" y="8608"/>
                  </a:lnTo>
                  <a:lnTo>
                    <a:pt x="7768" y="8608"/>
                  </a:lnTo>
                  <a:cubicBezTo>
                    <a:pt x="7787" y="8524"/>
                    <a:pt x="7797" y="8438"/>
                    <a:pt x="7797" y="8349"/>
                  </a:cubicBezTo>
                  <a:cubicBezTo>
                    <a:pt x="7797" y="8259"/>
                    <a:pt x="7787" y="8172"/>
                    <a:pt x="7768" y="8090"/>
                  </a:cubicBezTo>
                  <a:close/>
                  <a:moveTo>
                    <a:pt x="2836" y="7570"/>
                  </a:moveTo>
                  <a:cubicBezTo>
                    <a:pt x="3265" y="7570"/>
                    <a:pt x="3615" y="7919"/>
                    <a:pt x="3615" y="8349"/>
                  </a:cubicBezTo>
                  <a:cubicBezTo>
                    <a:pt x="3615" y="8779"/>
                    <a:pt x="3265" y="9128"/>
                    <a:pt x="2836" y="9128"/>
                  </a:cubicBezTo>
                  <a:cubicBezTo>
                    <a:pt x="2406" y="9128"/>
                    <a:pt x="2057" y="8779"/>
                    <a:pt x="2057" y="8349"/>
                  </a:cubicBezTo>
                  <a:cubicBezTo>
                    <a:pt x="2057" y="7919"/>
                    <a:pt x="2406" y="7570"/>
                    <a:pt x="2836" y="7570"/>
                  </a:cubicBezTo>
                  <a:close/>
                  <a:moveTo>
                    <a:pt x="6648" y="7570"/>
                  </a:moveTo>
                  <a:cubicBezTo>
                    <a:pt x="7078" y="7570"/>
                    <a:pt x="7427" y="7919"/>
                    <a:pt x="7427" y="8349"/>
                  </a:cubicBezTo>
                  <a:cubicBezTo>
                    <a:pt x="7427" y="8779"/>
                    <a:pt x="7078" y="9128"/>
                    <a:pt x="6648" y="9128"/>
                  </a:cubicBezTo>
                  <a:cubicBezTo>
                    <a:pt x="6219" y="9128"/>
                    <a:pt x="5869" y="8779"/>
                    <a:pt x="5869" y="8349"/>
                  </a:cubicBezTo>
                  <a:cubicBezTo>
                    <a:pt x="5869" y="7919"/>
                    <a:pt x="6219" y="7570"/>
                    <a:pt x="6648" y="7570"/>
                  </a:cubicBezTo>
                  <a:close/>
                  <a:moveTo>
                    <a:pt x="3966" y="1"/>
                  </a:moveTo>
                  <a:cubicBezTo>
                    <a:pt x="3939" y="1"/>
                    <a:pt x="3912" y="7"/>
                    <a:pt x="3887" y="19"/>
                  </a:cubicBezTo>
                  <a:lnTo>
                    <a:pt x="2584" y="639"/>
                  </a:lnTo>
                  <a:cubicBezTo>
                    <a:pt x="2572" y="625"/>
                    <a:pt x="2557" y="615"/>
                    <a:pt x="2540" y="606"/>
                  </a:cubicBezTo>
                  <a:lnTo>
                    <a:pt x="2189" y="420"/>
                  </a:lnTo>
                  <a:cubicBezTo>
                    <a:pt x="2162" y="405"/>
                    <a:pt x="2132" y="398"/>
                    <a:pt x="2101" y="398"/>
                  </a:cubicBezTo>
                  <a:cubicBezTo>
                    <a:pt x="2070" y="398"/>
                    <a:pt x="2038" y="406"/>
                    <a:pt x="2010" y="422"/>
                  </a:cubicBezTo>
                  <a:lnTo>
                    <a:pt x="1210" y="885"/>
                  </a:lnTo>
                  <a:cubicBezTo>
                    <a:pt x="1154" y="917"/>
                    <a:pt x="1120" y="975"/>
                    <a:pt x="1117" y="1039"/>
                  </a:cubicBezTo>
                  <a:lnTo>
                    <a:pt x="1102" y="1436"/>
                  </a:lnTo>
                  <a:cubicBezTo>
                    <a:pt x="1100" y="1517"/>
                    <a:pt x="1149" y="1590"/>
                    <a:pt x="1226" y="1616"/>
                  </a:cubicBezTo>
                  <a:lnTo>
                    <a:pt x="1305" y="1646"/>
                  </a:lnTo>
                  <a:lnTo>
                    <a:pt x="714" y="2406"/>
                  </a:lnTo>
                  <a:lnTo>
                    <a:pt x="185" y="2406"/>
                  </a:lnTo>
                  <a:cubicBezTo>
                    <a:pt x="84" y="2406"/>
                    <a:pt x="0" y="2489"/>
                    <a:pt x="0" y="2593"/>
                  </a:cubicBezTo>
                  <a:lnTo>
                    <a:pt x="0" y="3780"/>
                  </a:lnTo>
                  <a:cubicBezTo>
                    <a:pt x="0" y="3882"/>
                    <a:pt x="83" y="3966"/>
                    <a:pt x="185" y="3966"/>
                  </a:cubicBezTo>
                  <a:lnTo>
                    <a:pt x="458" y="3966"/>
                  </a:lnTo>
                  <a:lnTo>
                    <a:pt x="916" y="7721"/>
                  </a:lnTo>
                  <a:lnTo>
                    <a:pt x="734" y="7721"/>
                  </a:lnTo>
                  <a:cubicBezTo>
                    <a:pt x="633" y="7721"/>
                    <a:pt x="549" y="7803"/>
                    <a:pt x="549" y="7906"/>
                  </a:cubicBezTo>
                  <a:lnTo>
                    <a:pt x="549" y="8797"/>
                  </a:lnTo>
                  <a:cubicBezTo>
                    <a:pt x="549" y="8899"/>
                    <a:pt x="631" y="8983"/>
                    <a:pt x="734" y="8983"/>
                  </a:cubicBezTo>
                  <a:lnTo>
                    <a:pt x="1877" y="8983"/>
                  </a:lnTo>
                  <a:cubicBezTo>
                    <a:pt x="2084" y="9295"/>
                    <a:pt x="2437" y="9503"/>
                    <a:pt x="2839" y="9503"/>
                  </a:cubicBezTo>
                  <a:cubicBezTo>
                    <a:pt x="3241" y="9503"/>
                    <a:pt x="3594" y="9295"/>
                    <a:pt x="3800" y="8983"/>
                  </a:cubicBezTo>
                  <a:lnTo>
                    <a:pt x="5690" y="8983"/>
                  </a:lnTo>
                  <a:cubicBezTo>
                    <a:pt x="5895" y="9295"/>
                    <a:pt x="6250" y="9503"/>
                    <a:pt x="6650" y="9503"/>
                  </a:cubicBezTo>
                  <a:cubicBezTo>
                    <a:pt x="7052" y="9503"/>
                    <a:pt x="7407" y="9295"/>
                    <a:pt x="7612" y="8983"/>
                  </a:cubicBezTo>
                  <a:lnTo>
                    <a:pt x="8764" y="8983"/>
                  </a:lnTo>
                  <a:cubicBezTo>
                    <a:pt x="8866" y="8983"/>
                    <a:pt x="8951" y="8900"/>
                    <a:pt x="8951" y="8797"/>
                  </a:cubicBezTo>
                  <a:lnTo>
                    <a:pt x="8951" y="7906"/>
                  </a:lnTo>
                  <a:cubicBezTo>
                    <a:pt x="8951" y="7805"/>
                    <a:pt x="8868" y="7721"/>
                    <a:pt x="8764" y="7721"/>
                  </a:cubicBezTo>
                  <a:lnTo>
                    <a:pt x="8584" y="7721"/>
                  </a:lnTo>
                  <a:lnTo>
                    <a:pt x="9041" y="3966"/>
                  </a:lnTo>
                  <a:lnTo>
                    <a:pt x="9313" y="3966"/>
                  </a:lnTo>
                  <a:cubicBezTo>
                    <a:pt x="9415" y="3966"/>
                    <a:pt x="9499" y="3883"/>
                    <a:pt x="9499" y="3780"/>
                  </a:cubicBezTo>
                  <a:lnTo>
                    <a:pt x="9499" y="2593"/>
                  </a:lnTo>
                  <a:cubicBezTo>
                    <a:pt x="9496" y="2489"/>
                    <a:pt x="9414" y="2405"/>
                    <a:pt x="9312" y="2405"/>
                  </a:cubicBezTo>
                  <a:lnTo>
                    <a:pt x="8877" y="2405"/>
                  </a:lnTo>
                  <a:lnTo>
                    <a:pt x="8877" y="1572"/>
                  </a:lnTo>
                  <a:cubicBezTo>
                    <a:pt x="8877" y="1511"/>
                    <a:pt x="8847" y="1453"/>
                    <a:pt x="8796" y="1420"/>
                  </a:cubicBezTo>
                  <a:lnTo>
                    <a:pt x="8387" y="1143"/>
                  </a:lnTo>
                  <a:cubicBezTo>
                    <a:pt x="8454" y="1097"/>
                    <a:pt x="8482" y="1013"/>
                    <a:pt x="8459" y="936"/>
                  </a:cubicBezTo>
                  <a:lnTo>
                    <a:pt x="8308" y="443"/>
                  </a:lnTo>
                  <a:cubicBezTo>
                    <a:pt x="8290" y="382"/>
                    <a:pt x="8240" y="335"/>
                    <a:pt x="8179" y="320"/>
                  </a:cubicBezTo>
                  <a:lnTo>
                    <a:pt x="7020" y="8"/>
                  </a:lnTo>
                  <a:cubicBezTo>
                    <a:pt x="7004" y="4"/>
                    <a:pt x="6988" y="2"/>
                    <a:pt x="6972" y="2"/>
                  </a:cubicBezTo>
                  <a:cubicBezTo>
                    <a:pt x="6925" y="2"/>
                    <a:pt x="6880" y="20"/>
                    <a:pt x="6846" y="52"/>
                  </a:cubicBezTo>
                  <a:lnTo>
                    <a:pt x="6469" y="403"/>
                  </a:lnTo>
                  <a:cubicBezTo>
                    <a:pt x="6427" y="442"/>
                    <a:pt x="6406" y="499"/>
                    <a:pt x="6411" y="553"/>
                  </a:cubicBezTo>
                  <a:lnTo>
                    <a:pt x="6145" y="553"/>
                  </a:lnTo>
                  <a:cubicBezTo>
                    <a:pt x="6122" y="553"/>
                    <a:pt x="6098" y="557"/>
                    <a:pt x="6076" y="567"/>
                  </a:cubicBezTo>
                  <a:lnTo>
                    <a:pt x="5323" y="870"/>
                  </a:lnTo>
                  <a:lnTo>
                    <a:pt x="4069" y="32"/>
                  </a:lnTo>
                  <a:cubicBezTo>
                    <a:pt x="4038" y="11"/>
                    <a:pt x="4002" y="1"/>
                    <a:pt x="39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4"/>
            <p:cNvSpPr/>
            <p:nvPr/>
          </p:nvSpPr>
          <p:spPr>
            <a:xfrm>
              <a:off x="5518296" y="2118347"/>
              <a:ext cx="12151" cy="12119"/>
            </a:xfrm>
            <a:custGeom>
              <a:rect b="b" l="l" r="r" t="t"/>
              <a:pathLst>
                <a:path extrusionOk="0" h="372" w="373">
                  <a:moveTo>
                    <a:pt x="187" y="0"/>
                  </a:moveTo>
                  <a:cubicBezTo>
                    <a:pt x="83" y="0"/>
                    <a:pt x="0" y="83"/>
                    <a:pt x="0" y="186"/>
                  </a:cubicBezTo>
                  <a:cubicBezTo>
                    <a:pt x="0" y="289"/>
                    <a:pt x="84" y="371"/>
                    <a:pt x="187" y="371"/>
                  </a:cubicBezTo>
                  <a:cubicBezTo>
                    <a:pt x="290" y="371"/>
                    <a:pt x="372" y="288"/>
                    <a:pt x="372" y="186"/>
                  </a:cubicBezTo>
                  <a:cubicBezTo>
                    <a:pt x="372" y="84"/>
                    <a:pt x="290"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4"/>
            <p:cNvSpPr/>
            <p:nvPr/>
          </p:nvSpPr>
          <p:spPr>
            <a:xfrm>
              <a:off x="5456106" y="2267193"/>
              <a:ext cx="12151" cy="12151"/>
            </a:xfrm>
            <a:custGeom>
              <a:rect b="b" l="l" r="r" t="t"/>
              <a:pathLst>
                <a:path extrusionOk="0" h="373" w="373">
                  <a:moveTo>
                    <a:pt x="186" y="1"/>
                  </a:moveTo>
                  <a:cubicBezTo>
                    <a:pt x="82" y="1"/>
                    <a:pt x="0" y="85"/>
                    <a:pt x="0" y="187"/>
                  </a:cubicBezTo>
                  <a:cubicBezTo>
                    <a:pt x="0" y="290"/>
                    <a:pt x="84" y="373"/>
                    <a:pt x="186" y="373"/>
                  </a:cubicBezTo>
                  <a:cubicBezTo>
                    <a:pt x="290" y="373"/>
                    <a:pt x="372" y="289"/>
                    <a:pt x="372" y="187"/>
                  </a:cubicBezTo>
                  <a:cubicBezTo>
                    <a:pt x="372" y="85"/>
                    <a:pt x="290"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4"/>
            <p:cNvSpPr/>
            <p:nvPr/>
          </p:nvSpPr>
          <p:spPr>
            <a:xfrm>
              <a:off x="5580258" y="2267193"/>
              <a:ext cx="12151" cy="12151"/>
            </a:xfrm>
            <a:custGeom>
              <a:rect b="b" l="l" r="r" t="t"/>
              <a:pathLst>
                <a:path extrusionOk="0" h="373" w="373">
                  <a:moveTo>
                    <a:pt x="187" y="1"/>
                  </a:moveTo>
                  <a:cubicBezTo>
                    <a:pt x="83" y="1"/>
                    <a:pt x="1" y="85"/>
                    <a:pt x="1" y="187"/>
                  </a:cubicBezTo>
                  <a:cubicBezTo>
                    <a:pt x="1" y="290"/>
                    <a:pt x="84" y="373"/>
                    <a:pt x="187" y="373"/>
                  </a:cubicBezTo>
                  <a:cubicBezTo>
                    <a:pt x="291" y="373"/>
                    <a:pt x="372" y="289"/>
                    <a:pt x="372" y="187"/>
                  </a:cubicBezTo>
                  <a:cubicBezTo>
                    <a:pt x="372" y="85"/>
                    <a:pt x="290"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4"/>
            <p:cNvSpPr/>
            <p:nvPr/>
          </p:nvSpPr>
          <p:spPr>
            <a:xfrm>
              <a:off x="5487152" y="2148611"/>
              <a:ext cx="20003" cy="75547"/>
            </a:xfrm>
            <a:custGeom>
              <a:rect b="b" l="l" r="r" t="t"/>
              <a:pathLst>
                <a:path extrusionOk="0" h="2319" w="614">
                  <a:moveTo>
                    <a:pt x="197" y="0"/>
                  </a:moveTo>
                  <a:cubicBezTo>
                    <a:pt x="190" y="0"/>
                    <a:pt x="183" y="1"/>
                    <a:pt x="176" y="2"/>
                  </a:cubicBezTo>
                  <a:cubicBezTo>
                    <a:pt x="74" y="14"/>
                    <a:pt x="1" y="105"/>
                    <a:pt x="12" y="208"/>
                  </a:cubicBezTo>
                  <a:lnTo>
                    <a:pt x="232" y="2153"/>
                  </a:lnTo>
                  <a:cubicBezTo>
                    <a:pt x="244" y="2248"/>
                    <a:pt x="323" y="2319"/>
                    <a:pt x="417" y="2319"/>
                  </a:cubicBezTo>
                  <a:cubicBezTo>
                    <a:pt x="425" y="2319"/>
                    <a:pt x="431" y="2319"/>
                    <a:pt x="438" y="2317"/>
                  </a:cubicBezTo>
                  <a:cubicBezTo>
                    <a:pt x="540" y="2305"/>
                    <a:pt x="614" y="2214"/>
                    <a:pt x="602" y="2111"/>
                  </a:cubicBezTo>
                  <a:lnTo>
                    <a:pt x="382" y="166"/>
                  </a:lnTo>
                  <a:cubicBezTo>
                    <a:pt x="370" y="70"/>
                    <a:pt x="291" y="0"/>
                    <a:pt x="1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4"/>
            <p:cNvSpPr/>
            <p:nvPr/>
          </p:nvSpPr>
          <p:spPr>
            <a:xfrm>
              <a:off x="5431575" y="2148676"/>
              <a:ext cx="22576" cy="75482"/>
            </a:xfrm>
            <a:custGeom>
              <a:rect b="b" l="l" r="r" t="t"/>
              <a:pathLst>
                <a:path extrusionOk="0" h="2317" w="693">
                  <a:moveTo>
                    <a:pt x="201" y="0"/>
                  </a:moveTo>
                  <a:cubicBezTo>
                    <a:pt x="191" y="0"/>
                    <a:pt x="182" y="1"/>
                    <a:pt x="172" y="3"/>
                  </a:cubicBezTo>
                  <a:cubicBezTo>
                    <a:pt x="69" y="17"/>
                    <a:pt x="0" y="113"/>
                    <a:pt x="16" y="213"/>
                  </a:cubicBezTo>
                  <a:lnTo>
                    <a:pt x="310" y="2160"/>
                  </a:lnTo>
                  <a:cubicBezTo>
                    <a:pt x="325" y="2251"/>
                    <a:pt x="404" y="2317"/>
                    <a:pt x="494" y="2317"/>
                  </a:cubicBezTo>
                  <a:cubicBezTo>
                    <a:pt x="503" y="2317"/>
                    <a:pt x="512" y="2317"/>
                    <a:pt x="522" y="2315"/>
                  </a:cubicBezTo>
                  <a:cubicBezTo>
                    <a:pt x="624" y="2301"/>
                    <a:pt x="693" y="2205"/>
                    <a:pt x="677" y="2104"/>
                  </a:cubicBezTo>
                  <a:lnTo>
                    <a:pt x="383" y="159"/>
                  </a:lnTo>
                  <a:cubicBezTo>
                    <a:pt x="369" y="66"/>
                    <a:pt x="290" y="0"/>
                    <a:pt x="2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4"/>
            <p:cNvSpPr/>
            <p:nvPr/>
          </p:nvSpPr>
          <p:spPr>
            <a:xfrm>
              <a:off x="5541654" y="2148611"/>
              <a:ext cx="20003" cy="75547"/>
            </a:xfrm>
            <a:custGeom>
              <a:rect b="b" l="l" r="r" t="t"/>
              <a:pathLst>
                <a:path extrusionOk="0" h="2319" w="614">
                  <a:moveTo>
                    <a:pt x="417" y="0"/>
                  </a:moveTo>
                  <a:cubicBezTo>
                    <a:pt x="324" y="0"/>
                    <a:pt x="244" y="70"/>
                    <a:pt x="232" y="166"/>
                  </a:cubicBezTo>
                  <a:lnTo>
                    <a:pt x="12" y="2111"/>
                  </a:lnTo>
                  <a:cubicBezTo>
                    <a:pt x="1" y="2214"/>
                    <a:pt x="74" y="2305"/>
                    <a:pt x="177" y="2317"/>
                  </a:cubicBezTo>
                  <a:cubicBezTo>
                    <a:pt x="183" y="2319"/>
                    <a:pt x="191" y="2319"/>
                    <a:pt x="198" y="2319"/>
                  </a:cubicBezTo>
                  <a:cubicBezTo>
                    <a:pt x="291" y="2319"/>
                    <a:pt x="371" y="2249"/>
                    <a:pt x="382" y="2153"/>
                  </a:cubicBezTo>
                  <a:lnTo>
                    <a:pt x="602" y="208"/>
                  </a:lnTo>
                  <a:cubicBezTo>
                    <a:pt x="614" y="105"/>
                    <a:pt x="540" y="14"/>
                    <a:pt x="439" y="2"/>
                  </a:cubicBezTo>
                  <a:cubicBezTo>
                    <a:pt x="432" y="1"/>
                    <a:pt x="424" y="0"/>
                    <a:pt x="4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4"/>
            <p:cNvSpPr/>
            <p:nvPr/>
          </p:nvSpPr>
          <p:spPr>
            <a:xfrm>
              <a:off x="5594690" y="2148644"/>
              <a:ext cx="22609" cy="75515"/>
            </a:xfrm>
            <a:custGeom>
              <a:rect b="b" l="l" r="r" t="t"/>
              <a:pathLst>
                <a:path extrusionOk="0" h="2318" w="694">
                  <a:moveTo>
                    <a:pt x="494" y="0"/>
                  </a:moveTo>
                  <a:cubicBezTo>
                    <a:pt x="404" y="0"/>
                    <a:pt x="325" y="67"/>
                    <a:pt x="311" y="158"/>
                  </a:cubicBezTo>
                  <a:lnTo>
                    <a:pt x="16" y="2104"/>
                  </a:lnTo>
                  <a:cubicBezTo>
                    <a:pt x="1" y="2205"/>
                    <a:pt x="71" y="2299"/>
                    <a:pt x="173" y="2315"/>
                  </a:cubicBezTo>
                  <a:cubicBezTo>
                    <a:pt x="182" y="2316"/>
                    <a:pt x="190" y="2318"/>
                    <a:pt x="200" y="2318"/>
                  </a:cubicBezTo>
                  <a:cubicBezTo>
                    <a:pt x="290" y="2318"/>
                    <a:pt x="368" y="2252"/>
                    <a:pt x="383" y="2159"/>
                  </a:cubicBezTo>
                  <a:lnTo>
                    <a:pt x="677" y="213"/>
                  </a:lnTo>
                  <a:cubicBezTo>
                    <a:pt x="693" y="113"/>
                    <a:pt x="623" y="18"/>
                    <a:pt x="522" y="3"/>
                  </a:cubicBezTo>
                  <a:cubicBezTo>
                    <a:pt x="513" y="1"/>
                    <a:pt x="503" y="0"/>
                    <a:pt x="4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5" name="Google Shape;7105;p64"/>
          <p:cNvSpPr/>
          <p:nvPr/>
        </p:nvSpPr>
        <p:spPr>
          <a:xfrm>
            <a:off x="7235625" y="3823475"/>
            <a:ext cx="412500" cy="412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6" name="Google Shape;7106;p64"/>
          <p:cNvGrpSpPr/>
          <p:nvPr/>
        </p:nvGrpSpPr>
        <p:grpSpPr>
          <a:xfrm>
            <a:off x="7287150" y="3874933"/>
            <a:ext cx="309454" cy="309584"/>
            <a:chOff x="5369775" y="2001296"/>
            <a:chExt cx="309454" cy="309584"/>
          </a:xfrm>
        </p:grpSpPr>
        <p:sp>
          <p:nvSpPr>
            <p:cNvPr id="7107" name="Google Shape;7107;p64"/>
            <p:cNvSpPr/>
            <p:nvPr/>
          </p:nvSpPr>
          <p:spPr>
            <a:xfrm>
              <a:off x="5369775" y="2001296"/>
              <a:ext cx="309454" cy="309584"/>
            </a:xfrm>
            <a:custGeom>
              <a:rect b="b" l="l" r="r" t="t"/>
              <a:pathLst>
                <a:path extrusionOk="0" h="9503" w="9499">
                  <a:moveTo>
                    <a:pt x="7023" y="391"/>
                  </a:moveTo>
                  <a:lnTo>
                    <a:pt x="7983" y="647"/>
                  </a:lnTo>
                  <a:lnTo>
                    <a:pt x="8063" y="912"/>
                  </a:lnTo>
                  <a:lnTo>
                    <a:pt x="7245" y="1479"/>
                  </a:lnTo>
                  <a:lnTo>
                    <a:pt x="6820" y="578"/>
                  </a:lnTo>
                  <a:lnTo>
                    <a:pt x="7023" y="391"/>
                  </a:lnTo>
                  <a:close/>
                  <a:moveTo>
                    <a:pt x="2103" y="794"/>
                  </a:moveTo>
                  <a:lnTo>
                    <a:pt x="2243" y="868"/>
                  </a:lnTo>
                  <a:lnTo>
                    <a:pt x="2121" y="1544"/>
                  </a:lnTo>
                  <a:lnTo>
                    <a:pt x="1476" y="1313"/>
                  </a:lnTo>
                  <a:lnTo>
                    <a:pt x="1481" y="1153"/>
                  </a:lnTo>
                  <a:lnTo>
                    <a:pt x="2103" y="794"/>
                  </a:lnTo>
                  <a:close/>
                  <a:moveTo>
                    <a:pt x="3950" y="399"/>
                  </a:moveTo>
                  <a:lnTo>
                    <a:pt x="4906" y="1035"/>
                  </a:lnTo>
                  <a:lnTo>
                    <a:pt x="4491" y="1202"/>
                  </a:lnTo>
                  <a:cubicBezTo>
                    <a:pt x="4396" y="1239"/>
                    <a:pt x="4350" y="1348"/>
                    <a:pt x="4387" y="1443"/>
                  </a:cubicBezTo>
                  <a:cubicBezTo>
                    <a:pt x="4417" y="1515"/>
                    <a:pt x="4486" y="1559"/>
                    <a:pt x="4560" y="1559"/>
                  </a:cubicBezTo>
                  <a:cubicBezTo>
                    <a:pt x="4584" y="1559"/>
                    <a:pt x="4606" y="1556"/>
                    <a:pt x="4630" y="1546"/>
                  </a:cubicBezTo>
                  <a:lnTo>
                    <a:pt x="6182" y="923"/>
                  </a:lnTo>
                  <a:lnTo>
                    <a:pt x="6575" y="923"/>
                  </a:lnTo>
                  <a:lnTo>
                    <a:pt x="7006" y="1836"/>
                  </a:lnTo>
                  <a:cubicBezTo>
                    <a:pt x="7030" y="1887"/>
                    <a:pt x="7073" y="1923"/>
                    <a:pt x="7126" y="1936"/>
                  </a:cubicBezTo>
                  <a:cubicBezTo>
                    <a:pt x="7141" y="1940"/>
                    <a:pt x="7157" y="1943"/>
                    <a:pt x="7175" y="1943"/>
                  </a:cubicBezTo>
                  <a:cubicBezTo>
                    <a:pt x="7211" y="1943"/>
                    <a:pt x="7249" y="1931"/>
                    <a:pt x="7281" y="1910"/>
                  </a:cubicBezTo>
                  <a:lnTo>
                    <a:pt x="8063" y="1368"/>
                  </a:lnTo>
                  <a:lnTo>
                    <a:pt x="8509" y="1671"/>
                  </a:lnTo>
                  <a:lnTo>
                    <a:pt x="8509" y="2405"/>
                  </a:lnTo>
                  <a:lnTo>
                    <a:pt x="1185" y="2405"/>
                  </a:lnTo>
                  <a:lnTo>
                    <a:pt x="1671" y="1777"/>
                  </a:lnTo>
                  <a:lnTo>
                    <a:pt x="2204" y="1967"/>
                  </a:lnTo>
                  <a:cubicBezTo>
                    <a:pt x="2223" y="1976"/>
                    <a:pt x="2246" y="1978"/>
                    <a:pt x="2267" y="1978"/>
                  </a:cubicBezTo>
                  <a:cubicBezTo>
                    <a:pt x="2299" y="1978"/>
                    <a:pt x="2331" y="1971"/>
                    <a:pt x="2359" y="1954"/>
                  </a:cubicBezTo>
                  <a:cubicBezTo>
                    <a:pt x="2406" y="1925"/>
                    <a:pt x="2440" y="1880"/>
                    <a:pt x="2450" y="1826"/>
                  </a:cubicBezTo>
                  <a:lnTo>
                    <a:pt x="2591" y="1046"/>
                  </a:lnTo>
                  <a:lnTo>
                    <a:pt x="3950" y="399"/>
                  </a:lnTo>
                  <a:close/>
                  <a:moveTo>
                    <a:pt x="9126" y="2777"/>
                  </a:moveTo>
                  <a:lnTo>
                    <a:pt x="9126" y="3593"/>
                  </a:lnTo>
                  <a:lnTo>
                    <a:pt x="5581" y="3593"/>
                  </a:lnTo>
                  <a:cubicBezTo>
                    <a:pt x="5479" y="3593"/>
                    <a:pt x="5395" y="3675"/>
                    <a:pt x="5395" y="3779"/>
                  </a:cubicBezTo>
                  <a:cubicBezTo>
                    <a:pt x="5395" y="3881"/>
                    <a:pt x="5477" y="3964"/>
                    <a:pt x="5581" y="3964"/>
                  </a:cubicBezTo>
                  <a:lnTo>
                    <a:pt x="8665" y="3964"/>
                  </a:lnTo>
                  <a:lnTo>
                    <a:pt x="8208" y="7719"/>
                  </a:lnTo>
                  <a:lnTo>
                    <a:pt x="7609" y="7719"/>
                  </a:lnTo>
                  <a:cubicBezTo>
                    <a:pt x="7403" y="7405"/>
                    <a:pt x="7050" y="7199"/>
                    <a:pt x="6648" y="7199"/>
                  </a:cubicBezTo>
                  <a:cubicBezTo>
                    <a:pt x="6246" y="7199"/>
                    <a:pt x="5893" y="7407"/>
                    <a:pt x="5686" y="7719"/>
                  </a:cubicBezTo>
                  <a:lnTo>
                    <a:pt x="3798" y="7719"/>
                  </a:lnTo>
                  <a:cubicBezTo>
                    <a:pt x="3591" y="7405"/>
                    <a:pt x="3238" y="7199"/>
                    <a:pt x="2836" y="7199"/>
                  </a:cubicBezTo>
                  <a:cubicBezTo>
                    <a:pt x="2434" y="7199"/>
                    <a:pt x="2081" y="7407"/>
                    <a:pt x="1875" y="7719"/>
                  </a:cubicBezTo>
                  <a:lnTo>
                    <a:pt x="1285" y="7719"/>
                  </a:lnTo>
                  <a:lnTo>
                    <a:pt x="829" y="3964"/>
                  </a:lnTo>
                  <a:lnTo>
                    <a:pt x="3910" y="3964"/>
                  </a:lnTo>
                  <a:cubicBezTo>
                    <a:pt x="4012" y="3964"/>
                    <a:pt x="4096" y="3882"/>
                    <a:pt x="4096" y="3779"/>
                  </a:cubicBezTo>
                  <a:cubicBezTo>
                    <a:pt x="4096" y="3676"/>
                    <a:pt x="4013" y="3593"/>
                    <a:pt x="3910" y="3593"/>
                  </a:cubicBezTo>
                  <a:lnTo>
                    <a:pt x="368" y="3593"/>
                  </a:lnTo>
                  <a:lnTo>
                    <a:pt x="368" y="2777"/>
                  </a:lnTo>
                  <a:close/>
                  <a:moveTo>
                    <a:pt x="1717" y="8089"/>
                  </a:moveTo>
                  <a:cubicBezTo>
                    <a:pt x="1697" y="8172"/>
                    <a:pt x="1687" y="8258"/>
                    <a:pt x="1687" y="8347"/>
                  </a:cubicBezTo>
                  <a:cubicBezTo>
                    <a:pt x="1687" y="8436"/>
                    <a:pt x="1697" y="8524"/>
                    <a:pt x="1717" y="8607"/>
                  </a:cubicBezTo>
                  <a:lnTo>
                    <a:pt x="918" y="8607"/>
                  </a:lnTo>
                  <a:lnTo>
                    <a:pt x="918" y="8089"/>
                  </a:lnTo>
                  <a:close/>
                  <a:moveTo>
                    <a:pt x="5528" y="8090"/>
                  </a:moveTo>
                  <a:cubicBezTo>
                    <a:pt x="5509" y="8173"/>
                    <a:pt x="5499" y="8259"/>
                    <a:pt x="5499" y="8349"/>
                  </a:cubicBezTo>
                  <a:cubicBezTo>
                    <a:pt x="5499" y="8438"/>
                    <a:pt x="5509" y="8525"/>
                    <a:pt x="5528" y="8608"/>
                  </a:cubicBezTo>
                  <a:lnTo>
                    <a:pt x="3957" y="8608"/>
                  </a:lnTo>
                  <a:cubicBezTo>
                    <a:pt x="3977" y="8524"/>
                    <a:pt x="3987" y="8438"/>
                    <a:pt x="3987" y="8349"/>
                  </a:cubicBezTo>
                  <a:cubicBezTo>
                    <a:pt x="3987" y="8259"/>
                    <a:pt x="3977" y="8172"/>
                    <a:pt x="3957" y="8090"/>
                  </a:cubicBezTo>
                  <a:close/>
                  <a:moveTo>
                    <a:pt x="8576" y="8090"/>
                  </a:moveTo>
                  <a:lnTo>
                    <a:pt x="8576" y="8608"/>
                  </a:lnTo>
                  <a:lnTo>
                    <a:pt x="7768" y="8608"/>
                  </a:lnTo>
                  <a:cubicBezTo>
                    <a:pt x="7787" y="8524"/>
                    <a:pt x="7797" y="8438"/>
                    <a:pt x="7797" y="8349"/>
                  </a:cubicBezTo>
                  <a:cubicBezTo>
                    <a:pt x="7797" y="8259"/>
                    <a:pt x="7787" y="8172"/>
                    <a:pt x="7768" y="8090"/>
                  </a:cubicBezTo>
                  <a:close/>
                  <a:moveTo>
                    <a:pt x="2836" y="7570"/>
                  </a:moveTo>
                  <a:cubicBezTo>
                    <a:pt x="3265" y="7570"/>
                    <a:pt x="3615" y="7919"/>
                    <a:pt x="3615" y="8349"/>
                  </a:cubicBezTo>
                  <a:cubicBezTo>
                    <a:pt x="3615" y="8779"/>
                    <a:pt x="3265" y="9128"/>
                    <a:pt x="2836" y="9128"/>
                  </a:cubicBezTo>
                  <a:cubicBezTo>
                    <a:pt x="2406" y="9128"/>
                    <a:pt x="2057" y="8779"/>
                    <a:pt x="2057" y="8349"/>
                  </a:cubicBezTo>
                  <a:cubicBezTo>
                    <a:pt x="2057" y="7919"/>
                    <a:pt x="2406" y="7570"/>
                    <a:pt x="2836" y="7570"/>
                  </a:cubicBezTo>
                  <a:close/>
                  <a:moveTo>
                    <a:pt x="6648" y="7570"/>
                  </a:moveTo>
                  <a:cubicBezTo>
                    <a:pt x="7078" y="7570"/>
                    <a:pt x="7427" y="7919"/>
                    <a:pt x="7427" y="8349"/>
                  </a:cubicBezTo>
                  <a:cubicBezTo>
                    <a:pt x="7427" y="8779"/>
                    <a:pt x="7078" y="9128"/>
                    <a:pt x="6648" y="9128"/>
                  </a:cubicBezTo>
                  <a:cubicBezTo>
                    <a:pt x="6219" y="9128"/>
                    <a:pt x="5869" y="8779"/>
                    <a:pt x="5869" y="8349"/>
                  </a:cubicBezTo>
                  <a:cubicBezTo>
                    <a:pt x="5869" y="7919"/>
                    <a:pt x="6219" y="7570"/>
                    <a:pt x="6648" y="7570"/>
                  </a:cubicBezTo>
                  <a:close/>
                  <a:moveTo>
                    <a:pt x="3966" y="1"/>
                  </a:moveTo>
                  <a:cubicBezTo>
                    <a:pt x="3939" y="1"/>
                    <a:pt x="3912" y="7"/>
                    <a:pt x="3887" y="19"/>
                  </a:cubicBezTo>
                  <a:lnTo>
                    <a:pt x="2584" y="639"/>
                  </a:lnTo>
                  <a:cubicBezTo>
                    <a:pt x="2572" y="625"/>
                    <a:pt x="2557" y="615"/>
                    <a:pt x="2540" y="606"/>
                  </a:cubicBezTo>
                  <a:lnTo>
                    <a:pt x="2189" y="420"/>
                  </a:lnTo>
                  <a:cubicBezTo>
                    <a:pt x="2162" y="405"/>
                    <a:pt x="2132" y="398"/>
                    <a:pt x="2101" y="398"/>
                  </a:cubicBezTo>
                  <a:cubicBezTo>
                    <a:pt x="2070" y="398"/>
                    <a:pt x="2038" y="406"/>
                    <a:pt x="2010" y="422"/>
                  </a:cubicBezTo>
                  <a:lnTo>
                    <a:pt x="1210" y="885"/>
                  </a:lnTo>
                  <a:cubicBezTo>
                    <a:pt x="1154" y="917"/>
                    <a:pt x="1120" y="975"/>
                    <a:pt x="1117" y="1039"/>
                  </a:cubicBezTo>
                  <a:lnTo>
                    <a:pt x="1102" y="1436"/>
                  </a:lnTo>
                  <a:cubicBezTo>
                    <a:pt x="1100" y="1517"/>
                    <a:pt x="1149" y="1590"/>
                    <a:pt x="1226" y="1616"/>
                  </a:cubicBezTo>
                  <a:lnTo>
                    <a:pt x="1305" y="1646"/>
                  </a:lnTo>
                  <a:lnTo>
                    <a:pt x="714" y="2406"/>
                  </a:lnTo>
                  <a:lnTo>
                    <a:pt x="185" y="2406"/>
                  </a:lnTo>
                  <a:cubicBezTo>
                    <a:pt x="84" y="2406"/>
                    <a:pt x="0" y="2489"/>
                    <a:pt x="0" y="2593"/>
                  </a:cubicBezTo>
                  <a:lnTo>
                    <a:pt x="0" y="3780"/>
                  </a:lnTo>
                  <a:cubicBezTo>
                    <a:pt x="0" y="3882"/>
                    <a:pt x="83" y="3966"/>
                    <a:pt x="185" y="3966"/>
                  </a:cubicBezTo>
                  <a:lnTo>
                    <a:pt x="458" y="3966"/>
                  </a:lnTo>
                  <a:lnTo>
                    <a:pt x="916" y="7721"/>
                  </a:lnTo>
                  <a:lnTo>
                    <a:pt x="734" y="7721"/>
                  </a:lnTo>
                  <a:cubicBezTo>
                    <a:pt x="633" y="7721"/>
                    <a:pt x="549" y="7803"/>
                    <a:pt x="549" y="7906"/>
                  </a:cubicBezTo>
                  <a:lnTo>
                    <a:pt x="549" y="8797"/>
                  </a:lnTo>
                  <a:cubicBezTo>
                    <a:pt x="549" y="8899"/>
                    <a:pt x="631" y="8983"/>
                    <a:pt x="734" y="8983"/>
                  </a:cubicBezTo>
                  <a:lnTo>
                    <a:pt x="1877" y="8983"/>
                  </a:lnTo>
                  <a:cubicBezTo>
                    <a:pt x="2084" y="9295"/>
                    <a:pt x="2437" y="9503"/>
                    <a:pt x="2839" y="9503"/>
                  </a:cubicBezTo>
                  <a:cubicBezTo>
                    <a:pt x="3241" y="9503"/>
                    <a:pt x="3594" y="9295"/>
                    <a:pt x="3800" y="8983"/>
                  </a:cubicBezTo>
                  <a:lnTo>
                    <a:pt x="5690" y="8983"/>
                  </a:lnTo>
                  <a:cubicBezTo>
                    <a:pt x="5895" y="9295"/>
                    <a:pt x="6250" y="9503"/>
                    <a:pt x="6650" y="9503"/>
                  </a:cubicBezTo>
                  <a:cubicBezTo>
                    <a:pt x="7052" y="9503"/>
                    <a:pt x="7407" y="9295"/>
                    <a:pt x="7612" y="8983"/>
                  </a:cubicBezTo>
                  <a:lnTo>
                    <a:pt x="8764" y="8983"/>
                  </a:lnTo>
                  <a:cubicBezTo>
                    <a:pt x="8866" y="8983"/>
                    <a:pt x="8951" y="8900"/>
                    <a:pt x="8951" y="8797"/>
                  </a:cubicBezTo>
                  <a:lnTo>
                    <a:pt x="8951" y="7906"/>
                  </a:lnTo>
                  <a:cubicBezTo>
                    <a:pt x="8951" y="7805"/>
                    <a:pt x="8868" y="7721"/>
                    <a:pt x="8764" y="7721"/>
                  </a:cubicBezTo>
                  <a:lnTo>
                    <a:pt x="8584" y="7721"/>
                  </a:lnTo>
                  <a:lnTo>
                    <a:pt x="9041" y="3966"/>
                  </a:lnTo>
                  <a:lnTo>
                    <a:pt x="9313" y="3966"/>
                  </a:lnTo>
                  <a:cubicBezTo>
                    <a:pt x="9415" y="3966"/>
                    <a:pt x="9499" y="3883"/>
                    <a:pt x="9499" y="3780"/>
                  </a:cubicBezTo>
                  <a:lnTo>
                    <a:pt x="9499" y="2593"/>
                  </a:lnTo>
                  <a:cubicBezTo>
                    <a:pt x="9496" y="2489"/>
                    <a:pt x="9414" y="2405"/>
                    <a:pt x="9312" y="2405"/>
                  </a:cubicBezTo>
                  <a:lnTo>
                    <a:pt x="8877" y="2405"/>
                  </a:lnTo>
                  <a:lnTo>
                    <a:pt x="8877" y="1572"/>
                  </a:lnTo>
                  <a:cubicBezTo>
                    <a:pt x="8877" y="1511"/>
                    <a:pt x="8847" y="1453"/>
                    <a:pt x="8796" y="1420"/>
                  </a:cubicBezTo>
                  <a:lnTo>
                    <a:pt x="8387" y="1143"/>
                  </a:lnTo>
                  <a:cubicBezTo>
                    <a:pt x="8454" y="1097"/>
                    <a:pt x="8482" y="1013"/>
                    <a:pt x="8459" y="936"/>
                  </a:cubicBezTo>
                  <a:lnTo>
                    <a:pt x="8308" y="443"/>
                  </a:lnTo>
                  <a:cubicBezTo>
                    <a:pt x="8290" y="382"/>
                    <a:pt x="8240" y="335"/>
                    <a:pt x="8179" y="320"/>
                  </a:cubicBezTo>
                  <a:lnTo>
                    <a:pt x="7020" y="8"/>
                  </a:lnTo>
                  <a:cubicBezTo>
                    <a:pt x="7004" y="4"/>
                    <a:pt x="6988" y="2"/>
                    <a:pt x="6972" y="2"/>
                  </a:cubicBezTo>
                  <a:cubicBezTo>
                    <a:pt x="6925" y="2"/>
                    <a:pt x="6880" y="20"/>
                    <a:pt x="6846" y="52"/>
                  </a:cubicBezTo>
                  <a:lnTo>
                    <a:pt x="6469" y="403"/>
                  </a:lnTo>
                  <a:cubicBezTo>
                    <a:pt x="6427" y="442"/>
                    <a:pt x="6406" y="499"/>
                    <a:pt x="6411" y="553"/>
                  </a:cubicBezTo>
                  <a:lnTo>
                    <a:pt x="6145" y="553"/>
                  </a:lnTo>
                  <a:cubicBezTo>
                    <a:pt x="6122" y="553"/>
                    <a:pt x="6098" y="557"/>
                    <a:pt x="6076" y="567"/>
                  </a:cubicBezTo>
                  <a:lnTo>
                    <a:pt x="5323" y="870"/>
                  </a:lnTo>
                  <a:lnTo>
                    <a:pt x="4069" y="32"/>
                  </a:lnTo>
                  <a:cubicBezTo>
                    <a:pt x="4038" y="11"/>
                    <a:pt x="4002" y="1"/>
                    <a:pt x="39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4"/>
            <p:cNvSpPr/>
            <p:nvPr/>
          </p:nvSpPr>
          <p:spPr>
            <a:xfrm>
              <a:off x="5518296" y="2118347"/>
              <a:ext cx="12151" cy="12119"/>
            </a:xfrm>
            <a:custGeom>
              <a:rect b="b" l="l" r="r" t="t"/>
              <a:pathLst>
                <a:path extrusionOk="0" h="372" w="373">
                  <a:moveTo>
                    <a:pt x="187" y="0"/>
                  </a:moveTo>
                  <a:cubicBezTo>
                    <a:pt x="83" y="0"/>
                    <a:pt x="0" y="83"/>
                    <a:pt x="0" y="186"/>
                  </a:cubicBezTo>
                  <a:cubicBezTo>
                    <a:pt x="0" y="289"/>
                    <a:pt x="84" y="371"/>
                    <a:pt x="187" y="371"/>
                  </a:cubicBezTo>
                  <a:cubicBezTo>
                    <a:pt x="290" y="371"/>
                    <a:pt x="372" y="288"/>
                    <a:pt x="372" y="186"/>
                  </a:cubicBezTo>
                  <a:cubicBezTo>
                    <a:pt x="372" y="84"/>
                    <a:pt x="290"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4"/>
            <p:cNvSpPr/>
            <p:nvPr/>
          </p:nvSpPr>
          <p:spPr>
            <a:xfrm>
              <a:off x="5456106" y="2267193"/>
              <a:ext cx="12151" cy="12151"/>
            </a:xfrm>
            <a:custGeom>
              <a:rect b="b" l="l" r="r" t="t"/>
              <a:pathLst>
                <a:path extrusionOk="0" h="373" w="373">
                  <a:moveTo>
                    <a:pt x="186" y="1"/>
                  </a:moveTo>
                  <a:cubicBezTo>
                    <a:pt x="82" y="1"/>
                    <a:pt x="0" y="85"/>
                    <a:pt x="0" y="187"/>
                  </a:cubicBezTo>
                  <a:cubicBezTo>
                    <a:pt x="0" y="290"/>
                    <a:pt x="84" y="373"/>
                    <a:pt x="186" y="373"/>
                  </a:cubicBezTo>
                  <a:cubicBezTo>
                    <a:pt x="290" y="373"/>
                    <a:pt x="372" y="289"/>
                    <a:pt x="372" y="187"/>
                  </a:cubicBezTo>
                  <a:cubicBezTo>
                    <a:pt x="372" y="85"/>
                    <a:pt x="290"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4"/>
            <p:cNvSpPr/>
            <p:nvPr/>
          </p:nvSpPr>
          <p:spPr>
            <a:xfrm>
              <a:off x="5580258" y="2267193"/>
              <a:ext cx="12151" cy="12151"/>
            </a:xfrm>
            <a:custGeom>
              <a:rect b="b" l="l" r="r" t="t"/>
              <a:pathLst>
                <a:path extrusionOk="0" h="373" w="373">
                  <a:moveTo>
                    <a:pt x="187" y="1"/>
                  </a:moveTo>
                  <a:cubicBezTo>
                    <a:pt x="83" y="1"/>
                    <a:pt x="1" y="85"/>
                    <a:pt x="1" y="187"/>
                  </a:cubicBezTo>
                  <a:cubicBezTo>
                    <a:pt x="1" y="290"/>
                    <a:pt x="84" y="373"/>
                    <a:pt x="187" y="373"/>
                  </a:cubicBezTo>
                  <a:cubicBezTo>
                    <a:pt x="291" y="373"/>
                    <a:pt x="372" y="289"/>
                    <a:pt x="372" y="187"/>
                  </a:cubicBezTo>
                  <a:cubicBezTo>
                    <a:pt x="372" y="85"/>
                    <a:pt x="290"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4"/>
            <p:cNvSpPr/>
            <p:nvPr/>
          </p:nvSpPr>
          <p:spPr>
            <a:xfrm>
              <a:off x="5487152" y="2148611"/>
              <a:ext cx="20003" cy="75547"/>
            </a:xfrm>
            <a:custGeom>
              <a:rect b="b" l="l" r="r" t="t"/>
              <a:pathLst>
                <a:path extrusionOk="0" h="2319" w="614">
                  <a:moveTo>
                    <a:pt x="197" y="0"/>
                  </a:moveTo>
                  <a:cubicBezTo>
                    <a:pt x="190" y="0"/>
                    <a:pt x="183" y="1"/>
                    <a:pt x="176" y="2"/>
                  </a:cubicBezTo>
                  <a:cubicBezTo>
                    <a:pt x="74" y="14"/>
                    <a:pt x="1" y="105"/>
                    <a:pt x="12" y="208"/>
                  </a:cubicBezTo>
                  <a:lnTo>
                    <a:pt x="232" y="2153"/>
                  </a:lnTo>
                  <a:cubicBezTo>
                    <a:pt x="244" y="2248"/>
                    <a:pt x="323" y="2319"/>
                    <a:pt x="417" y="2319"/>
                  </a:cubicBezTo>
                  <a:cubicBezTo>
                    <a:pt x="425" y="2319"/>
                    <a:pt x="431" y="2319"/>
                    <a:pt x="438" y="2317"/>
                  </a:cubicBezTo>
                  <a:cubicBezTo>
                    <a:pt x="540" y="2305"/>
                    <a:pt x="614" y="2214"/>
                    <a:pt x="602" y="2111"/>
                  </a:cubicBezTo>
                  <a:lnTo>
                    <a:pt x="382" y="166"/>
                  </a:lnTo>
                  <a:cubicBezTo>
                    <a:pt x="370" y="70"/>
                    <a:pt x="291" y="0"/>
                    <a:pt x="1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4"/>
            <p:cNvSpPr/>
            <p:nvPr/>
          </p:nvSpPr>
          <p:spPr>
            <a:xfrm>
              <a:off x="5431575" y="2148676"/>
              <a:ext cx="22576" cy="75482"/>
            </a:xfrm>
            <a:custGeom>
              <a:rect b="b" l="l" r="r" t="t"/>
              <a:pathLst>
                <a:path extrusionOk="0" h="2317" w="693">
                  <a:moveTo>
                    <a:pt x="201" y="0"/>
                  </a:moveTo>
                  <a:cubicBezTo>
                    <a:pt x="191" y="0"/>
                    <a:pt x="182" y="1"/>
                    <a:pt x="172" y="3"/>
                  </a:cubicBezTo>
                  <a:cubicBezTo>
                    <a:pt x="69" y="17"/>
                    <a:pt x="0" y="113"/>
                    <a:pt x="16" y="213"/>
                  </a:cubicBezTo>
                  <a:lnTo>
                    <a:pt x="310" y="2160"/>
                  </a:lnTo>
                  <a:cubicBezTo>
                    <a:pt x="325" y="2251"/>
                    <a:pt x="404" y="2317"/>
                    <a:pt x="494" y="2317"/>
                  </a:cubicBezTo>
                  <a:cubicBezTo>
                    <a:pt x="503" y="2317"/>
                    <a:pt x="512" y="2317"/>
                    <a:pt x="522" y="2315"/>
                  </a:cubicBezTo>
                  <a:cubicBezTo>
                    <a:pt x="624" y="2301"/>
                    <a:pt x="693" y="2205"/>
                    <a:pt x="677" y="2104"/>
                  </a:cubicBezTo>
                  <a:lnTo>
                    <a:pt x="383" y="159"/>
                  </a:lnTo>
                  <a:cubicBezTo>
                    <a:pt x="369" y="66"/>
                    <a:pt x="290" y="0"/>
                    <a:pt x="2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4"/>
            <p:cNvSpPr/>
            <p:nvPr/>
          </p:nvSpPr>
          <p:spPr>
            <a:xfrm>
              <a:off x="5541654" y="2148611"/>
              <a:ext cx="20003" cy="75547"/>
            </a:xfrm>
            <a:custGeom>
              <a:rect b="b" l="l" r="r" t="t"/>
              <a:pathLst>
                <a:path extrusionOk="0" h="2319" w="614">
                  <a:moveTo>
                    <a:pt x="417" y="0"/>
                  </a:moveTo>
                  <a:cubicBezTo>
                    <a:pt x="324" y="0"/>
                    <a:pt x="244" y="70"/>
                    <a:pt x="232" y="166"/>
                  </a:cubicBezTo>
                  <a:lnTo>
                    <a:pt x="12" y="2111"/>
                  </a:lnTo>
                  <a:cubicBezTo>
                    <a:pt x="1" y="2214"/>
                    <a:pt x="74" y="2305"/>
                    <a:pt x="177" y="2317"/>
                  </a:cubicBezTo>
                  <a:cubicBezTo>
                    <a:pt x="183" y="2319"/>
                    <a:pt x="191" y="2319"/>
                    <a:pt x="198" y="2319"/>
                  </a:cubicBezTo>
                  <a:cubicBezTo>
                    <a:pt x="291" y="2319"/>
                    <a:pt x="371" y="2249"/>
                    <a:pt x="382" y="2153"/>
                  </a:cubicBezTo>
                  <a:lnTo>
                    <a:pt x="602" y="208"/>
                  </a:lnTo>
                  <a:cubicBezTo>
                    <a:pt x="614" y="105"/>
                    <a:pt x="540" y="14"/>
                    <a:pt x="439" y="2"/>
                  </a:cubicBezTo>
                  <a:cubicBezTo>
                    <a:pt x="432" y="1"/>
                    <a:pt x="424" y="0"/>
                    <a:pt x="4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4"/>
            <p:cNvSpPr/>
            <p:nvPr/>
          </p:nvSpPr>
          <p:spPr>
            <a:xfrm>
              <a:off x="5594690" y="2148644"/>
              <a:ext cx="22609" cy="75515"/>
            </a:xfrm>
            <a:custGeom>
              <a:rect b="b" l="l" r="r" t="t"/>
              <a:pathLst>
                <a:path extrusionOk="0" h="2318" w="694">
                  <a:moveTo>
                    <a:pt x="494" y="0"/>
                  </a:moveTo>
                  <a:cubicBezTo>
                    <a:pt x="404" y="0"/>
                    <a:pt x="325" y="67"/>
                    <a:pt x="311" y="158"/>
                  </a:cubicBezTo>
                  <a:lnTo>
                    <a:pt x="16" y="2104"/>
                  </a:lnTo>
                  <a:cubicBezTo>
                    <a:pt x="1" y="2205"/>
                    <a:pt x="71" y="2299"/>
                    <a:pt x="173" y="2315"/>
                  </a:cubicBezTo>
                  <a:cubicBezTo>
                    <a:pt x="182" y="2316"/>
                    <a:pt x="190" y="2318"/>
                    <a:pt x="200" y="2318"/>
                  </a:cubicBezTo>
                  <a:cubicBezTo>
                    <a:pt x="290" y="2318"/>
                    <a:pt x="368" y="2252"/>
                    <a:pt x="383" y="2159"/>
                  </a:cubicBezTo>
                  <a:lnTo>
                    <a:pt x="677" y="213"/>
                  </a:lnTo>
                  <a:cubicBezTo>
                    <a:pt x="693" y="113"/>
                    <a:pt x="623" y="18"/>
                    <a:pt x="522" y="3"/>
                  </a:cubicBezTo>
                  <a:cubicBezTo>
                    <a:pt x="513" y="1"/>
                    <a:pt x="503" y="0"/>
                    <a:pt x="4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5" name="Google Shape;7115;p64"/>
          <p:cNvSpPr/>
          <p:nvPr/>
        </p:nvSpPr>
        <p:spPr>
          <a:xfrm>
            <a:off x="5319950" y="3823475"/>
            <a:ext cx="412500" cy="412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6" name="Google Shape;7116;p64"/>
          <p:cNvGrpSpPr/>
          <p:nvPr/>
        </p:nvGrpSpPr>
        <p:grpSpPr>
          <a:xfrm>
            <a:off x="5371475" y="3874933"/>
            <a:ext cx="309454" cy="309584"/>
            <a:chOff x="5369775" y="2001296"/>
            <a:chExt cx="309454" cy="309584"/>
          </a:xfrm>
        </p:grpSpPr>
        <p:sp>
          <p:nvSpPr>
            <p:cNvPr id="7117" name="Google Shape;7117;p64"/>
            <p:cNvSpPr/>
            <p:nvPr/>
          </p:nvSpPr>
          <p:spPr>
            <a:xfrm>
              <a:off x="5369775" y="2001296"/>
              <a:ext cx="309454" cy="309584"/>
            </a:xfrm>
            <a:custGeom>
              <a:rect b="b" l="l" r="r" t="t"/>
              <a:pathLst>
                <a:path extrusionOk="0" h="9503" w="9499">
                  <a:moveTo>
                    <a:pt x="7023" y="391"/>
                  </a:moveTo>
                  <a:lnTo>
                    <a:pt x="7983" y="647"/>
                  </a:lnTo>
                  <a:lnTo>
                    <a:pt x="8063" y="912"/>
                  </a:lnTo>
                  <a:lnTo>
                    <a:pt x="7245" y="1479"/>
                  </a:lnTo>
                  <a:lnTo>
                    <a:pt x="6820" y="578"/>
                  </a:lnTo>
                  <a:lnTo>
                    <a:pt x="7023" y="391"/>
                  </a:lnTo>
                  <a:close/>
                  <a:moveTo>
                    <a:pt x="2103" y="794"/>
                  </a:moveTo>
                  <a:lnTo>
                    <a:pt x="2243" y="868"/>
                  </a:lnTo>
                  <a:lnTo>
                    <a:pt x="2121" y="1544"/>
                  </a:lnTo>
                  <a:lnTo>
                    <a:pt x="1476" y="1313"/>
                  </a:lnTo>
                  <a:lnTo>
                    <a:pt x="1481" y="1153"/>
                  </a:lnTo>
                  <a:lnTo>
                    <a:pt x="2103" y="794"/>
                  </a:lnTo>
                  <a:close/>
                  <a:moveTo>
                    <a:pt x="3950" y="399"/>
                  </a:moveTo>
                  <a:lnTo>
                    <a:pt x="4906" y="1035"/>
                  </a:lnTo>
                  <a:lnTo>
                    <a:pt x="4491" y="1202"/>
                  </a:lnTo>
                  <a:cubicBezTo>
                    <a:pt x="4396" y="1239"/>
                    <a:pt x="4350" y="1348"/>
                    <a:pt x="4387" y="1443"/>
                  </a:cubicBezTo>
                  <a:cubicBezTo>
                    <a:pt x="4417" y="1515"/>
                    <a:pt x="4486" y="1559"/>
                    <a:pt x="4560" y="1559"/>
                  </a:cubicBezTo>
                  <a:cubicBezTo>
                    <a:pt x="4584" y="1559"/>
                    <a:pt x="4606" y="1556"/>
                    <a:pt x="4630" y="1546"/>
                  </a:cubicBezTo>
                  <a:lnTo>
                    <a:pt x="6182" y="923"/>
                  </a:lnTo>
                  <a:lnTo>
                    <a:pt x="6575" y="923"/>
                  </a:lnTo>
                  <a:lnTo>
                    <a:pt x="7006" y="1836"/>
                  </a:lnTo>
                  <a:cubicBezTo>
                    <a:pt x="7030" y="1887"/>
                    <a:pt x="7073" y="1923"/>
                    <a:pt x="7126" y="1936"/>
                  </a:cubicBezTo>
                  <a:cubicBezTo>
                    <a:pt x="7141" y="1940"/>
                    <a:pt x="7157" y="1943"/>
                    <a:pt x="7175" y="1943"/>
                  </a:cubicBezTo>
                  <a:cubicBezTo>
                    <a:pt x="7211" y="1943"/>
                    <a:pt x="7249" y="1931"/>
                    <a:pt x="7281" y="1910"/>
                  </a:cubicBezTo>
                  <a:lnTo>
                    <a:pt x="8063" y="1368"/>
                  </a:lnTo>
                  <a:lnTo>
                    <a:pt x="8509" y="1671"/>
                  </a:lnTo>
                  <a:lnTo>
                    <a:pt x="8509" y="2405"/>
                  </a:lnTo>
                  <a:lnTo>
                    <a:pt x="1185" y="2405"/>
                  </a:lnTo>
                  <a:lnTo>
                    <a:pt x="1671" y="1777"/>
                  </a:lnTo>
                  <a:lnTo>
                    <a:pt x="2204" y="1967"/>
                  </a:lnTo>
                  <a:cubicBezTo>
                    <a:pt x="2223" y="1976"/>
                    <a:pt x="2246" y="1978"/>
                    <a:pt x="2267" y="1978"/>
                  </a:cubicBezTo>
                  <a:cubicBezTo>
                    <a:pt x="2299" y="1978"/>
                    <a:pt x="2331" y="1971"/>
                    <a:pt x="2359" y="1954"/>
                  </a:cubicBezTo>
                  <a:cubicBezTo>
                    <a:pt x="2406" y="1925"/>
                    <a:pt x="2440" y="1880"/>
                    <a:pt x="2450" y="1826"/>
                  </a:cubicBezTo>
                  <a:lnTo>
                    <a:pt x="2591" y="1046"/>
                  </a:lnTo>
                  <a:lnTo>
                    <a:pt x="3950" y="399"/>
                  </a:lnTo>
                  <a:close/>
                  <a:moveTo>
                    <a:pt x="9126" y="2777"/>
                  </a:moveTo>
                  <a:lnTo>
                    <a:pt x="9126" y="3593"/>
                  </a:lnTo>
                  <a:lnTo>
                    <a:pt x="5581" y="3593"/>
                  </a:lnTo>
                  <a:cubicBezTo>
                    <a:pt x="5479" y="3593"/>
                    <a:pt x="5395" y="3675"/>
                    <a:pt x="5395" y="3779"/>
                  </a:cubicBezTo>
                  <a:cubicBezTo>
                    <a:pt x="5395" y="3881"/>
                    <a:pt x="5477" y="3964"/>
                    <a:pt x="5581" y="3964"/>
                  </a:cubicBezTo>
                  <a:lnTo>
                    <a:pt x="8665" y="3964"/>
                  </a:lnTo>
                  <a:lnTo>
                    <a:pt x="8208" y="7719"/>
                  </a:lnTo>
                  <a:lnTo>
                    <a:pt x="7609" y="7719"/>
                  </a:lnTo>
                  <a:cubicBezTo>
                    <a:pt x="7403" y="7405"/>
                    <a:pt x="7050" y="7199"/>
                    <a:pt x="6648" y="7199"/>
                  </a:cubicBezTo>
                  <a:cubicBezTo>
                    <a:pt x="6246" y="7199"/>
                    <a:pt x="5893" y="7407"/>
                    <a:pt x="5686" y="7719"/>
                  </a:cubicBezTo>
                  <a:lnTo>
                    <a:pt x="3798" y="7719"/>
                  </a:lnTo>
                  <a:cubicBezTo>
                    <a:pt x="3591" y="7405"/>
                    <a:pt x="3238" y="7199"/>
                    <a:pt x="2836" y="7199"/>
                  </a:cubicBezTo>
                  <a:cubicBezTo>
                    <a:pt x="2434" y="7199"/>
                    <a:pt x="2081" y="7407"/>
                    <a:pt x="1875" y="7719"/>
                  </a:cubicBezTo>
                  <a:lnTo>
                    <a:pt x="1285" y="7719"/>
                  </a:lnTo>
                  <a:lnTo>
                    <a:pt x="829" y="3964"/>
                  </a:lnTo>
                  <a:lnTo>
                    <a:pt x="3910" y="3964"/>
                  </a:lnTo>
                  <a:cubicBezTo>
                    <a:pt x="4012" y="3964"/>
                    <a:pt x="4096" y="3882"/>
                    <a:pt x="4096" y="3779"/>
                  </a:cubicBezTo>
                  <a:cubicBezTo>
                    <a:pt x="4096" y="3676"/>
                    <a:pt x="4013" y="3593"/>
                    <a:pt x="3910" y="3593"/>
                  </a:cubicBezTo>
                  <a:lnTo>
                    <a:pt x="368" y="3593"/>
                  </a:lnTo>
                  <a:lnTo>
                    <a:pt x="368" y="2777"/>
                  </a:lnTo>
                  <a:close/>
                  <a:moveTo>
                    <a:pt x="1717" y="8089"/>
                  </a:moveTo>
                  <a:cubicBezTo>
                    <a:pt x="1697" y="8172"/>
                    <a:pt x="1687" y="8258"/>
                    <a:pt x="1687" y="8347"/>
                  </a:cubicBezTo>
                  <a:cubicBezTo>
                    <a:pt x="1687" y="8436"/>
                    <a:pt x="1697" y="8524"/>
                    <a:pt x="1717" y="8607"/>
                  </a:cubicBezTo>
                  <a:lnTo>
                    <a:pt x="918" y="8607"/>
                  </a:lnTo>
                  <a:lnTo>
                    <a:pt x="918" y="8089"/>
                  </a:lnTo>
                  <a:close/>
                  <a:moveTo>
                    <a:pt x="5528" y="8090"/>
                  </a:moveTo>
                  <a:cubicBezTo>
                    <a:pt x="5509" y="8173"/>
                    <a:pt x="5499" y="8259"/>
                    <a:pt x="5499" y="8349"/>
                  </a:cubicBezTo>
                  <a:cubicBezTo>
                    <a:pt x="5499" y="8438"/>
                    <a:pt x="5509" y="8525"/>
                    <a:pt x="5528" y="8608"/>
                  </a:cubicBezTo>
                  <a:lnTo>
                    <a:pt x="3957" y="8608"/>
                  </a:lnTo>
                  <a:cubicBezTo>
                    <a:pt x="3977" y="8524"/>
                    <a:pt x="3987" y="8438"/>
                    <a:pt x="3987" y="8349"/>
                  </a:cubicBezTo>
                  <a:cubicBezTo>
                    <a:pt x="3987" y="8259"/>
                    <a:pt x="3977" y="8172"/>
                    <a:pt x="3957" y="8090"/>
                  </a:cubicBezTo>
                  <a:close/>
                  <a:moveTo>
                    <a:pt x="8576" y="8090"/>
                  </a:moveTo>
                  <a:lnTo>
                    <a:pt x="8576" y="8608"/>
                  </a:lnTo>
                  <a:lnTo>
                    <a:pt x="7768" y="8608"/>
                  </a:lnTo>
                  <a:cubicBezTo>
                    <a:pt x="7787" y="8524"/>
                    <a:pt x="7797" y="8438"/>
                    <a:pt x="7797" y="8349"/>
                  </a:cubicBezTo>
                  <a:cubicBezTo>
                    <a:pt x="7797" y="8259"/>
                    <a:pt x="7787" y="8172"/>
                    <a:pt x="7768" y="8090"/>
                  </a:cubicBezTo>
                  <a:close/>
                  <a:moveTo>
                    <a:pt x="2836" y="7570"/>
                  </a:moveTo>
                  <a:cubicBezTo>
                    <a:pt x="3265" y="7570"/>
                    <a:pt x="3615" y="7919"/>
                    <a:pt x="3615" y="8349"/>
                  </a:cubicBezTo>
                  <a:cubicBezTo>
                    <a:pt x="3615" y="8779"/>
                    <a:pt x="3265" y="9128"/>
                    <a:pt x="2836" y="9128"/>
                  </a:cubicBezTo>
                  <a:cubicBezTo>
                    <a:pt x="2406" y="9128"/>
                    <a:pt x="2057" y="8779"/>
                    <a:pt x="2057" y="8349"/>
                  </a:cubicBezTo>
                  <a:cubicBezTo>
                    <a:pt x="2057" y="7919"/>
                    <a:pt x="2406" y="7570"/>
                    <a:pt x="2836" y="7570"/>
                  </a:cubicBezTo>
                  <a:close/>
                  <a:moveTo>
                    <a:pt x="6648" y="7570"/>
                  </a:moveTo>
                  <a:cubicBezTo>
                    <a:pt x="7078" y="7570"/>
                    <a:pt x="7427" y="7919"/>
                    <a:pt x="7427" y="8349"/>
                  </a:cubicBezTo>
                  <a:cubicBezTo>
                    <a:pt x="7427" y="8779"/>
                    <a:pt x="7078" y="9128"/>
                    <a:pt x="6648" y="9128"/>
                  </a:cubicBezTo>
                  <a:cubicBezTo>
                    <a:pt x="6219" y="9128"/>
                    <a:pt x="5869" y="8779"/>
                    <a:pt x="5869" y="8349"/>
                  </a:cubicBezTo>
                  <a:cubicBezTo>
                    <a:pt x="5869" y="7919"/>
                    <a:pt x="6219" y="7570"/>
                    <a:pt x="6648" y="7570"/>
                  </a:cubicBezTo>
                  <a:close/>
                  <a:moveTo>
                    <a:pt x="3966" y="1"/>
                  </a:moveTo>
                  <a:cubicBezTo>
                    <a:pt x="3939" y="1"/>
                    <a:pt x="3912" y="7"/>
                    <a:pt x="3887" y="19"/>
                  </a:cubicBezTo>
                  <a:lnTo>
                    <a:pt x="2584" y="639"/>
                  </a:lnTo>
                  <a:cubicBezTo>
                    <a:pt x="2572" y="625"/>
                    <a:pt x="2557" y="615"/>
                    <a:pt x="2540" y="606"/>
                  </a:cubicBezTo>
                  <a:lnTo>
                    <a:pt x="2189" y="420"/>
                  </a:lnTo>
                  <a:cubicBezTo>
                    <a:pt x="2162" y="405"/>
                    <a:pt x="2132" y="398"/>
                    <a:pt x="2101" y="398"/>
                  </a:cubicBezTo>
                  <a:cubicBezTo>
                    <a:pt x="2070" y="398"/>
                    <a:pt x="2038" y="406"/>
                    <a:pt x="2010" y="422"/>
                  </a:cubicBezTo>
                  <a:lnTo>
                    <a:pt x="1210" y="885"/>
                  </a:lnTo>
                  <a:cubicBezTo>
                    <a:pt x="1154" y="917"/>
                    <a:pt x="1120" y="975"/>
                    <a:pt x="1117" y="1039"/>
                  </a:cubicBezTo>
                  <a:lnTo>
                    <a:pt x="1102" y="1436"/>
                  </a:lnTo>
                  <a:cubicBezTo>
                    <a:pt x="1100" y="1517"/>
                    <a:pt x="1149" y="1590"/>
                    <a:pt x="1226" y="1616"/>
                  </a:cubicBezTo>
                  <a:lnTo>
                    <a:pt x="1305" y="1646"/>
                  </a:lnTo>
                  <a:lnTo>
                    <a:pt x="714" y="2406"/>
                  </a:lnTo>
                  <a:lnTo>
                    <a:pt x="185" y="2406"/>
                  </a:lnTo>
                  <a:cubicBezTo>
                    <a:pt x="84" y="2406"/>
                    <a:pt x="0" y="2489"/>
                    <a:pt x="0" y="2593"/>
                  </a:cubicBezTo>
                  <a:lnTo>
                    <a:pt x="0" y="3780"/>
                  </a:lnTo>
                  <a:cubicBezTo>
                    <a:pt x="0" y="3882"/>
                    <a:pt x="83" y="3966"/>
                    <a:pt x="185" y="3966"/>
                  </a:cubicBezTo>
                  <a:lnTo>
                    <a:pt x="458" y="3966"/>
                  </a:lnTo>
                  <a:lnTo>
                    <a:pt x="916" y="7721"/>
                  </a:lnTo>
                  <a:lnTo>
                    <a:pt x="734" y="7721"/>
                  </a:lnTo>
                  <a:cubicBezTo>
                    <a:pt x="633" y="7721"/>
                    <a:pt x="549" y="7803"/>
                    <a:pt x="549" y="7906"/>
                  </a:cubicBezTo>
                  <a:lnTo>
                    <a:pt x="549" y="8797"/>
                  </a:lnTo>
                  <a:cubicBezTo>
                    <a:pt x="549" y="8899"/>
                    <a:pt x="631" y="8983"/>
                    <a:pt x="734" y="8983"/>
                  </a:cubicBezTo>
                  <a:lnTo>
                    <a:pt x="1877" y="8983"/>
                  </a:lnTo>
                  <a:cubicBezTo>
                    <a:pt x="2084" y="9295"/>
                    <a:pt x="2437" y="9503"/>
                    <a:pt x="2839" y="9503"/>
                  </a:cubicBezTo>
                  <a:cubicBezTo>
                    <a:pt x="3241" y="9503"/>
                    <a:pt x="3594" y="9295"/>
                    <a:pt x="3800" y="8983"/>
                  </a:cubicBezTo>
                  <a:lnTo>
                    <a:pt x="5690" y="8983"/>
                  </a:lnTo>
                  <a:cubicBezTo>
                    <a:pt x="5895" y="9295"/>
                    <a:pt x="6250" y="9503"/>
                    <a:pt x="6650" y="9503"/>
                  </a:cubicBezTo>
                  <a:cubicBezTo>
                    <a:pt x="7052" y="9503"/>
                    <a:pt x="7407" y="9295"/>
                    <a:pt x="7612" y="8983"/>
                  </a:cubicBezTo>
                  <a:lnTo>
                    <a:pt x="8764" y="8983"/>
                  </a:lnTo>
                  <a:cubicBezTo>
                    <a:pt x="8866" y="8983"/>
                    <a:pt x="8951" y="8900"/>
                    <a:pt x="8951" y="8797"/>
                  </a:cubicBezTo>
                  <a:lnTo>
                    <a:pt x="8951" y="7906"/>
                  </a:lnTo>
                  <a:cubicBezTo>
                    <a:pt x="8951" y="7805"/>
                    <a:pt x="8868" y="7721"/>
                    <a:pt x="8764" y="7721"/>
                  </a:cubicBezTo>
                  <a:lnTo>
                    <a:pt x="8584" y="7721"/>
                  </a:lnTo>
                  <a:lnTo>
                    <a:pt x="9041" y="3966"/>
                  </a:lnTo>
                  <a:lnTo>
                    <a:pt x="9313" y="3966"/>
                  </a:lnTo>
                  <a:cubicBezTo>
                    <a:pt x="9415" y="3966"/>
                    <a:pt x="9499" y="3883"/>
                    <a:pt x="9499" y="3780"/>
                  </a:cubicBezTo>
                  <a:lnTo>
                    <a:pt x="9499" y="2593"/>
                  </a:lnTo>
                  <a:cubicBezTo>
                    <a:pt x="9496" y="2489"/>
                    <a:pt x="9414" y="2405"/>
                    <a:pt x="9312" y="2405"/>
                  </a:cubicBezTo>
                  <a:lnTo>
                    <a:pt x="8877" y="2405"/>
                  </a:lnTo>
                  <a:lnTo>
                    <a:pt x="8877" y="1572"/>
                  </a:lnTo>
                  <a:cubicBezTo>
                    <a:pt x="8877" y="1511"/>
                    <a:pt x="8847" y="1453"/>
                    <a:pt x="8796" y="1420"/>
                  </a:cubicBezTo>
                  <a:lnTo>
                    <a:pt x="8387" y="1143"/>
                  </a:lnTo>
                  <a:cubicBezTo>
                    <a:pt x="8454" y="1097"/>
                    <a:pt x="8482" y="1013"/>
                    <a:pt x="8459" y="936"/>
                  </a:cubicBezTo>
                  <a:lnTo>
                    <a:pt x="8308" y="443"/>
                  </a:lnTo>
                  <a:cubicBezTo>
                    <a:pt x="8290" y="382"/>
                    <a:pt x="8240" y="335"/>
                    <a:pt x="8179" y="320"/>
                  </a:cubicBezTo>
                  <a:lnTo>
                    <a:pt x="7020" y="8"/>
                  </a:lnTo>
                  <a:cubicBezTo>
                    <a:pt x="7004" y="4"/>
                    <a:pt x="6988" y="2"/>
                    <a:pt x="6972" y="2"/>
                  </a:cubicBezTo>
                  <a:cubicBezTo>
                    <a:pt x="6925" y="2"/>
                    <a:pt x="6880" y="20"/>
                    <a:pt x="6846" y="52"/>
                  </a:cubicBezTo>
                  <a:lnTo>
                    <a:pt x="6469" y="403"/>
                  </a:lnTo>
                  <a:cubicBezTo>
                    <a:pt x="6427" y="442"/>
                    <a:pt x="6406" y="499"/>
                    <a:pt x="6411" y="553"/>
                  </a:cubicBezTo>
                  <a:lnTo>
                    <a:pt x="6145" y="553"/>
                  </a:lnTo>
                  <a:cubicBezTo>
                    <a:pt x="6122" y="553"/>
                    <a:pt x="6098" y="557"/>
                    <a:pt x="6076" y="567"/>
                  </a:cubicBezTo>
                  <a:lnTo>
                    <a:pt x="5323" y="870"/>
                  </a:lnTo>
                  <a:lnTo>
                    <a:pt x="4069" y="32"/>
                  </a:lnTo>
                  <a:cubicBezTo>
                    <a:pt x="4038" y="11"/>
                    <a:pt x="4002" y="1"/>
                    <a:pt x="39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4"/>
            <p:cNvSpPr/>
            <p:nvPr/>
          </p:nvSpPr>
          <p:spPr>
            <a:xfrm>
              <a:off x="5518296" y="2118347"/>
              <a:ext cx="12151" cy="12119"/>
            </a:xfrm>
            <a:custGeom>
              <a:rect b="b" l="l" r="r" t="t"/>
              <a:pathLst>
                <a:path extrusionOk="0" h="372" w="373">
                  <a:moveTo>
                    <a:pt x="187" y="0"/>
                  </a:moveTo>
                  <a:cubicBezTo>
                    <a:pt x="83" y="0"/>
                    <a:pt x="0" y="83"/>
                    <a:pt x="0" y="186"/>
                  </a:cubicBezTo>
                  <a:cubicBezTo>
                    <a:pt x="0" y="289"/>
                    <a:pt x="84" y="371"/>
                    <a:pt x="187" y="371"/>
                  </a:cubicBezTo>
                  <a:cubicBezTo>
                    <a:pt x="290" y="371"/>
                    <a:pt x="372" y="288"/>
                    <a:pt x="372" y="186"/>
                  </a:cubicBezTo>
                  <a:cubicBezTo>
                    <a:pt x="372" y="84"/>
                    <a:pt x="290"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4"/>
            <p:cNvSpPr/>
            <p:nvPr/>
          </p:nvSpPr>
          <p:spPr>
            <a:xfrm>
              <a:off x="5456106" y="2267193"/>
              <a:ext cx="12151" cy="12151"/>
            </a:xfrm>
            <a:custGeom>
              <a:rect b="b" l="l" r="r" t="t"/>
              <a:pathLst>
                <a:path extrusionOk="0" h="373" w="373">
                  <a:moveTo>
                    <a:pt x="186" y="1"/>
                  </a:moveTo>
                  <a:cubicBezTo>
                    <a:pt x="82" y="1"/>
                    <a:pt x="0" y="85"/>
                    <a:pt x="0" y="187"/>
                  </a:cubicBezTo>
                  <a:cubicBezTo>
                    <a:pt x="0" y="290"/>
                    <a:pt x="84" y="373"/>
                    <a:pt x="186" y="373"/>
                  </a:cubicBezTo>
                  <a:cubicBezTo>
                    <a:pt x="290" y="373"/>
                    <a:pt x="372" y="289"/>
                    <a:pt x="372" y="187"/>
                  </a:cubicBezTo>
                  <a:cubicBezTo>
                    <a:pt x="372" y="85"/>
                    <a:pt x="290"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4"/>
            <p:cNvSpPr/>
            <p:nvPr/>
          </p:nvSpPr>
          <p:spPr>
            <a:xfrm>
              <a:off x="5580258" y="2267193"/>
              <a:ext cx="12151" cy="12151"/>
            </a:xfrm>
            <a:custGeom>
              <a:rect b="b" l="l" r="r" t="t"/>
              <a:pathLst>
                <a:path extrusionOk="0" h="373" w="373">
                  <a:moveTo>
                    <a:pt x="187" y="1"/>
                  </a:moveTo>
                  <a:cubicBezTo>
                    <a:pt x="83" y="1"/>
                    <a:pt x="1" y="85"/>
                    <a:pt x="1" y="187"/>
                  </a:cubicBezTo>
                  <a:cubicBezTo>
                    <a:pt x="1" y="290"/>
                    <a:pt x="84" y="373"/>
                    <a:pt x="187" y="373"/>
                  </a:cubicBezTo>
                  <a:cubicBezTo>
                    <a:pt x="291" y="373"/>
                    <a:pt x="372" y="289"/>
                    <a:pt x="372" y="187"/>
                  </a:cubicBezTo>
                  <a:cubicBezTo>
                    <a:pt x="372" y="85"/>
                    <a:pt x="290"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4"/>
            <p:cNvSpPr/>
            <p:nvPr/>
          </p:nvSpPr>
          <p:spPr>
            <a:xfrm>
              <a:off x="5487152" y="2148611"/>
              <a:ext cx="20003" cy="75547"/>
            </a:xfrm>
            <a:custGeom>
              <a:rect b="b" l="l" r="r" t="t"/>
              <a:pathLst>
                <a:path extrusionOk="0" h="2319" w="614">
                  <a:moveTo>
                    <a:pt x="197" y="0"/>
                  </a:moveTo>
                  <a:cubicBezTo>
                    <a:pt x="190" y="0"/>
                    <a:pt x="183" y="1"/>
                    <a:pt x="176" y="2"/>
                  </a:cubicBezTo>
                  <a:cubicBezTo>
                    <a:pt x="74" y="14"/>
                    <a:pt x="1" y="105"/>
                    <a:pt x="12" y="208"/>
                  </a:cubicBezTo>
                  <a:lnTo>
                    <a:pt x="232" y="2153"/>
                  </a:lnTo>
                  <a:cubicBezTo>
                    <a:pt x="244" y="2248"/>
                    <a:pt x="323" y="2319"/>
                    <a:pt x="417" y="2319"/>
                  </a:cubicBezTo>
                  <a:cubicBezTo>
                    <a:pt x="425" y="2319"/>
                    <a:pt x="431" y="2319"/>
                    <a:pt x="438" y="2317"/>
                  </a:cubicBezTo>
                  <a:cubicBezTo>
                    <a:pt x="540" y="2305"/>
                    <a:pt x="614" y="2214"/>
                    <a:pt x="602" y="2111"/>
                  </a:cubicBezTo>
                  <a:lnTo>
                    <a:pt x="382" y="166"/>
                  </a:lnTo>
                  <a:cubicBezTo>
                    <a:pt x="370" y="70"/>
                    <a:pt x="291" y="0"/>
                    <a:pt x="1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4"/>
            <p:cNvSpPr/>
            <p:nvPr/>
          </p:nvSpPr>
          <p:spPr>
            <a:xfrm>
              <a:off x="5431575" y="2148676"/>
              <a:ext cx="22576" cy="75482"/>
            </a:xfrm>
            <a:custGeom>
              <a:rect b="b" l="l" r="r" t="t"/>
              <a:pathLst>
                <a:path extrusionOk="0" h="2317" w="693">
                  <a:moveTo>
                    <a:pt x="201" y="0"/>
                  </a:moveTo>
                  <a:cubicBezTo>
                    <a:pt x="191" y="0"/>
                    <a:pt x="182" y="1"/>
                    <a:pt x="172" y="3"/>
                  </a:cubicBezTo>
                  <a:cubicBezTo>
                    <a:pt x="69" y="17"/>
                    <a:pt x="0" y="113"/>
                    <a:pt x="16" y="213"/>
                  </a:cubicBezTo>
                  <a:lnTo>
                    <a:pt x="310" y="2160"/>
                  </a:lnTo>
                  <a:cubicBezTo>
                    <a:pt x="325" y="2251"/>
                    <a:pt x="404" y="2317"/>
                    <a:pt x="494" y="2317"/>
                  </a:cubicBezTo>
                  <a:cubicBezTo>
                    <a:pt x="503" y="2317"/>
                    <a:pt x="512" y="2317"/>
                    <a:pt x="522" y="2315"/>
                  </a:cubicBezTo>
                  <a:cubicBezTo>
                    <a:pt x="624" y="2301"/>
                    <a:pt x="693" y="2205"/>
                    <a:pt x="677" y="2104"/>
                  </a:cubicBezTo>
                  <a:lnTo>
                    <a:pt x="383" y="159"/>
                  </a:lnTo>
                  <a:cubicBezTo>
                    <a:pt x="369" y="66"/>
                    <a:pt x="290" y="0"/>
                    <a:pt x="2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4"/>
            <p:cNvSpPr/>
            <p:nvPr/>
          </p:nvSpPr>
          <p:spPr>
            <a:xfrm>
              <a:off x="5541654" y="2148611"/>
              <a:ext cx="20003" cy="75547"/>
            </a:xfrm>
            <a:custGeom>
              <a:rect b="b" l="l" r="r" t="t"/>
              <a:pathLst>
                <a:path extrusionOk="0" h="2319" w="614">
                  <a:moveTo>
                    <a:pt x="417" y="0"/>
                  </a:moveTo>
                  <a:cubicBezTo>
                    <a:pt x="324" y="0"/>
                    <a:pt x="244" y="70"/>
                    <a:pt x="232" y="166"/>
                  </a:cubicBezTo>
                  <a:lnTo>
                    <a:pt x="12" y="2111"/>
                  </a:lnTo>
                  <a:cubicBezTo>
                    <a:pt x="1" y="2214"/>
                    <a:pt x="74" y="2305"/>
                    <a:pt x="177" y="2317"/>
                  </a:cubicBezTo>
                  <a:cubicBezTo>
                    <a:pt x="183" y="2319"/>
                    <a:pt x="191" y="2319"/>
                    <a:pt x="198" y="2319"/>
                  </a:cubicBezTo>
                  <a:cubicBezTo>
                    <a:pt x="291" y="2319"/>
                    <a:pt x="371" y="2249"/>
                    <a:pt x="382" y="2153"/>
                  </a:cubicBezTo>
                  <a:lnTo>
                    <a:pt x="602" y="208"/>
                  </a:lnTo>
                  <a:cubicBezTo>
                    <a:pt x="614" y="105"/>
                    <a:pt x="540" y="14"/>
                    <a:pt x="439" y="2"/>
                  </a:cubicBezTo>
                  <a:cubicBezTo>
                    <a:pt x="432" y="1"/>
                    <a:pt x="424" y="0"/>
                    <a:pt x="4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4"/>
            <p:cNvSpPr/>
            <p:nvPr/>
          </p:nvSpPr>
          <p:spPr>
            <a:xfrm>
              <a:off x="5594690" y="2148644"/>
              <a:ext cx="22609" cy="75515"/>
            </a:xfrm>
            <a:custGeom>
              <a:rect b="b" l="l" r="r" t="t"/>
              <a:pathLst>
                <a:path extrusionOk="0" h="2318" w="694">
                  <a:moveTo>
                    <a:pt x="494" y="0"/>
                  </a:moveTo>
                  <a:cubicBezTo>
                    <a:pt x="404" y="0"/>
                    <a:pt x="325" y="67"/>
                    <a:pt x="311" y="158"/>
                  </a:cubicBezTo>
                  <a:lnTo>
                    <a:pt x="16" y="2104"/>
                  </a:lnTo>
                  <a:cubicBezTo>
                    <a:pt x="1" y="2205"/>
                    <a:pt x="71" y="2299"/>
                    <a:pt x="173" y="2315"/>
                  </a:cubicBezTo>
                  <a:cubicBezTo>
                    <a:pt x="182" y="2316"/>
                    <a:pt x="190" y="2318"/>
                    <a:pt x="200" y="2318"/>
                  </a:cubicBezTo>
                  <a:cubicBezTo>
                    <a:pt x="290" y="2318"/>
                    <a:pt x="368" y="2252"/>
                    <a:pt x="383" y="2159"/>
                  </a:cubicBezTo>
                  <a:lnTo>
                    <a:pt x="677" y="213"/>
                  </a:lnTo>
                  <a:cubicBezTo>
                    <a:pt x="693" y="113"/>
                    <a:pt x="623" y="18"/>
                    <a:pt x="522" y="3"/>
                  </a:cubicBezTo>
                  <a:cubicBezTo>
                    <a:pt x="513" y="1"/>
                    <a:pt x="503" y="0"/>
                    <a:pt x="4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7125" name="Google Shape;7125;p64"/>
          <p:cNvCxnSpPr>
            <a:stCxn id="7037" idx="2"/>
            <a:endCxn id="7085" idx="0"/>
          </p:cNvCxnSpPr>
          <p:nvPr/>
        </p:nvCxnSpPr>
        <p:spPr>
          <a:xfrm>
            <a:off x="1695875" y="3222675"/>
            <a:ext cx="0" cy="600900"/>
          </a:xfrm>
          <a:prstGeom prst="straightConnector1">
            <a:avLst/>
          </a:prstGeom>
          <a:noFill/>
          <a:ln cap="flat" cmpd="sng" w="19050">
            <a:solidFill>
              <a:schemeClr val="dk1"/>
            </a:solidFill>
            <a:prstDash val="solid"/>
            <a:round/>
            <a:headEnd len="med" w="med" type="none"/>
            <a:tailEnd len="med" w="med" type="none"/>
          </a:ln>
        </p:spPr>
      </p:cxnSp>
      <p:cxnSp>
        <p:nvCxnSpPr>
          <p:cNvPr id="7126" name="Google Shape;7126;p64"/>
          <p:cNvCxnSpPr>
            <a:stCxn id="7038" idx="2"/>
            <a:endCxn id="7095" idx="0"/>
          </p:cNvCxnSpPr>
          <p:nvPr/>
        </p:nvCxnSpPr>
        <p:spPr>
          <a:xfrm>
            <a:off x="3611025" y="3222675"/>
            <a:ext cx="0" cy="600900"/>
          </a:xfrm>
          <a:prstGeom prst="straightConnector1">
            <a:avLst/>
          </a:prstGeom>
          <a:noFill/>
          <a:ln cap="flat" cmpd="sng" w="19050">
            <a:solidFill>
              <a:schemeClr val="dk1"/>
            </a:solidFill>
            <a:prstDash val="solid"/>
            <a:round/>
            <a:headEnd len="med" w="med" type="none"/>
            <a:tailEnd len="med" w="med" type="none"/>
          </a:ln>
        </p:spPr>
      </p:cxnSp>
      <p:cxnSp>
        <p:nvCxnSpPr>
          <p:cNvPr id="7127" name="Google Shape;7127;p64"/>
          <p:cNvCxnSpPr>
            <a:stCxn id="7049" idx="2"/>
            <a:endCxn id="7115" idx="0"/>
          </p:cNvCxnSpPr>
          <p:nvPr/>
        </p:nvCxnSpPr>
        <p:spPr>
          <a:xfrm>
            <a:off x="5526175" y="3222675"/>
            <a:ext cx="0" cy="600900"/>
          </a:xfrm>
          <a:prstGeom prst="straightConnector1">
            <a:avLst/>
          </a:prstGeom>
          <a:noFill/>
          <a:ln cap="flat" cmpd="sng" w="19050">
            <a:solidFill>
              <a:schemeClr val="dk1"/>
            </a:solidFill>
            <a:prstDash val="solid"/>
            <a:round/>
            <a:headEnd len="med" w="med" type="none"/>
            <a:tailEnd len="med" w="med" type="none"/>
          </a:ln>
        </p:spPr>
      </p:cxnSp>
      <p:cxnSp>
        <p:nvCxnSpPr>
          <p:cNvPr id="7128" name="Google Shape;7128;p64"/>
          <p:cNvCxnSpPr>
            <a:stCxn id="7050" idx="2"/>
            <a:endCxn id="7105" idx="0"/>
          </p:cNvCxnSpPr>
          <p:nvPr/>
        </p:nvCxnSpPr>
        <p:spPr>
          <a:xfrm>
            <a:off x="7441325" y="3222675"/>
            <a:ext cx="600" cy="600900"/>
          </a:xfrm>
          <a:prstGeom prst="straightConnector1">
            <a:avLst/>
          </a:prstGeom>
          <a:noFill/>
          <a:ln cap="flat" cmpd="sng" w="19050">
            <a:solidFill>
              <a:schemeClr val="dk1"/>
            </a:solidFill>
            <a:prstDash val="solid"/>
            <a:round/>
            <a:headEnd len="med" w="med" type="none"/>
            <a:tailEnd len="med" w="med" type="none"/>
          </a:ln>
        </p:spPr>
      </p:cxnSp>
      <p:cxnSp>
        <p:nvCxnSpPr>
          <p:cNvPr id="7129" name="Google Shape;7129;p64"/>
          <p:cNvCxnSpPr>
            <a:stCxn id="7037" idx="3"/>
            <a:endCxn id="7038" idx="1"/>
          </p:cNvCxnSpPr>
          <p:nvPr/>
        </p:nvCxnSpPr>
        <p:spPr>
          <a:xfrm>
            <a:off x="2023175" y="2895375"/>
            <a:ext cx="1260600" cy="0"/>
          </a:xfrm>
          <a:prstGeom prst="straightConnector1">
            <a:avLst/>
          </a:prstGeom>
          <a:noFill/>
          <a:ln cap="flat" cmpd="sng" w="19050">
            <a:solidFill>
              <a:schemeClr val="dk1"/>
            </a:solidFill>
            <a:prstDash val="solid"/>
            <a:round/>
            <a:headEnd len="med" w="med" type="none"/>
            <a:tailEnd len="med" w="med" type="oval"/>
          </a:ln>
        </p:spPr>
      </p:cxnSp>
      <p:cxnSp>
        <p:nvCxnSpPr>
          <p:cNvPr id="7130" name="Google Shape;7130;p64"/>
          <p:cNvCxnSpPr>
            <a:stCxn id="7038" idx="3"/>
            <a:endCxn id="7049" idx="1"/>
          </p:cNvCxnSpPr>
          <p:nvPr/>
        </p:nvCxnSpPr>
        <p:spPr>
          <a:xfrm>
            <a:off x="3938325" y="2895375"/>
            <a:ext cx="1260600" cy="0"/>
          </a:xfrm>
          <a:prstGeom prst="straightConnector1">
            <a:avLst/>
          </a:prstGeom>
          <a:noFill/>
          <a:ln cap="flat" cmpd="sng" w="19050">
            <a:solidFill>
              <a:schemeClr val="dk1"/>
            </a:solidFill>
            <a:prstDash val="solid"/>
            <a:round/>
            <a:headEnd len="med" w="med" type="none"/>
            <a:tailEnd len="med" w="med" type="oval"/>
          </a:ln>
        </p:spPr>
      </p:cxnSp>
      <p:cxnSp>
        <p:nvCxnSpPr>
          <p:cNvPr id="7131" name="Google Shape;7131;p64"/>
          <p:cNvCxnSpPr>
            <a:stCxn id="7049" idx="3"/>
            <a:endCxn id="7050" idx="1"/>
          </p:cNvCxnSpPr>
          <p:nvPr/>
        </p:nvCxnSpPr>
        <p:spPr>
          <a:xfrm>
            <a:off x="5853475" y="2895375"/>
            <a:ext cx="1260600" cy="0"/>
          </a:xfrm>
          <a:prstGeom prst="straightConnector1">
            <a:avLst/>
          </a:prstGeom>
          <a:noFill/>
          <a:ln cap="flat" cmpd="sng" w="19050">
            <a:solidFill>
              <a:schemeClr val="dk1"/>
            </a:solidFill>
            <a:prstDash val="solid"/>
            <a:round/>
            <a:headEnd len="med" w="med" type="none"/>
            <a:tailEnd len="med" w="med" type="oval"/>
          </a:ln>
        </p:spPr>
      </p:cxn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sp>
        <p:nvSpPr>
          <p:cNvPr id="7136" name="Google Shape;7136;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Parts of a mine</a:t>
            </a:r>
            <a:endParaRPr/>
          </a:p>
        </p:txBody>
      </p:sp>
      <p:grpSp>
        <p:nvGrpSpPr>
          <p:cNvPr id="7137" name="Google Shape;7137;p65"/>
          <p:cNvGrpSpPr/>
          <p:nvPr/>
        </p:nvGrpSpPr>
        <p:grpSpPr>
          <a:xfrm>
            <a:off x="2766542" y="1429335"/>
            <a:ext cx="3611239" cy="2894149"/>
            <a:chOff x="1367275" y="1222675"/>
            <a:chExt cx="3851577" cy="3086763"/>
          </a:xfrm>
        </p:grpSpPr>
        <p:sp>
          <p:nvSpPr>
            <p:cNvPr id="7138" name="Google Shape;7138;p65"/>
            <p:cNvSpPr/>
            <p:nvPr/>
          </p:nvSpPr>
          <p:spPr>
            <a:xfrm>
              <a:off x="1367275" y="2353649"/>
              <a:ext cx="1925767" cy="1955789"/>
            </a:xfrm>
            <a:custGeom>
              <a:rect b="b" l="l" r="r" t="t"/>
              <a:pathLst>
                <a:path extrusionOk="0" h="45015" w="44324">
                  <a:moveTo>
                    <a:pt x="1" y="0"/>
                  </a:moveTo>
                  <a:lnTo>
                    <a:pt x="44324" y="25343"/>
                  </a:lnTo>
                  <a:lnTo>
                    <a:pt x="44324" y="45015"/>
                  </a:lnTo>
                  <a:lnTo>
                    <a:pt x="1" y="1967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5"/>
            <p:cNvSpPr/>
            <p:nvPr/>
          </p:nvSpPr>
          <p:spPr>
            <a:xfrm>
              <a:off x="1367275" y="1222675"/>
              <a:ext cx="3851577" cy="2232115"/>
            </a:xfrm>
            <a:custGeom>
              <a:rect b="b" l="l" r="r" t="t"/>
              <a:pathLst>
                <a:path extrusionOk="0" h="51375" w="88649">
                  <a:moveTo>
                    <a:pt x="44080" y="1"/>
                  </a:moveTo>
                  <a:lnTo>
                    <a:pt x="1" y="26031"/>
                  </a:lnTo>
                  <a:lnTo>
                    <a:pt x="44324" y="51374"/>
                  </a:lnTo>
                  <a:lnTo>
                    <a:pt x="88649" y="2603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5"/>
            <p:cNvSpPr/>
            <p:nvPr/>
          </p:nvSpPr>
          <p:spPr>
            <a:xfrm>
              <a:off x="1367275" y="2645354"/>
              <a:ext cx="1925767" cy="1294736"/>
            </a:xfrm>
            <a:custGeom>
              <a:rect b="b" l="l" r="r" t="t"/>
              <a:pathLst>
                <a:path extrusionOk="0" h="29800" w="44324">
                  <a:moveTo>
                    <a:pt x="1" y="1"/>
                  </a:moveTo>
                  <a:lnTo>
                    <a:pt x="44324" y="25342"/>
                  </a:lnTo>
                  <a:lnTo>
                    <a:pt x="44324" y="29800"/>
                  </a:lnTo>
                  <a:lnTo>
                    <a:pt x="1" y="4457"/>
                  </a:ln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5"/>
            <p:cNvSpPr/>
            <p:nvPr/>
          </p:nvSpPr>
          <p:spPr>
            <a:xfrm>
              <a:off x="1367275" y="3012917"/>
              <a:ext cx="1925767" cy="1197848"/>
            </a:xfrm>
            <a:custGeom>
              <a:rect b="b" l="l" r="r" t="t"/>
              <a:pathLst>
                <a:path extrusionOk="0" h="27570" w="44324">
                  <a:moveTo>
                    <a:pt x="1" y="1"/>
                  </a:moveTo>
                  <a:lnTo>
                    <a:pt x="44324" y="25342"/>
                  </a:lnTo>
                  <a:lnTo>
                    <a:pt x="44324" y="27570"/>
                  </a:lnTo>
                  <a:lnTo>
                    <a:pt x="1" y="2231"/>
                  </a:ln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5"/>
            <p:cNvSpPr/>
            <p:nvPr/>
          </p:nvSpPr>
          <p:spPr>
            <a:xfrm>
              <a:off x="1367275" y="1899322"/>
              <a:ext cx="769586" cy="882636"/>
            </a:xfrm>
            <a:custGeom>
              <a:rect b="b" l="l" r="r" t="t"/>
              <a:pathLst>
                <a:path extrusionOk="0" h="20315" w="17713">
                  <a:moveTo>
                    <a:pt x="17712" y="0"/>
                  </a:moveTo>
                  <a:cubicBezTo>
                    <a:pt x="17590" y="377"/>
                    <a:pt x="17399" y="868"/>
                    <a:pt x="17176" y="1604"/>
                  </a:cubicBezTo>
                  <a:cubicBezTo>
                    <a:pt x="16828" y="2771"/>
                    <a:pt x="17252" y="3256"/>
                    <a:pt x="17252" y="4604"/>
                  </a:cubicBezTo>
                  <a:cubicBezTo>
                    <a:pt x="17252" y="5790"/>
                    <a:pt x="14648" y="6957"/>
                    <a:pt x="13653" y="7454"/>
                  </a:cubicBezTo>
                  <a:cubicBezTo>
                    <a:pt x="12495" y="8031"/>
                    <a:pt x="11077" y="9391"/>
                    <a:pt x="10128" y="9629"/>
                  </a:cubicBezTo>
                  <a:cubicBezTo>
                    <a:pt x="9105" y="9796"/>
                    <a:pt x="9479" y="9792"/>
                    <a:pt x="8855" y="9479"/>
                  </a:cubicBezTo>
                  <a:cubicBezTo>
                    <a:pt x="8551" y="9328"/>
                    <a:pt x="8434" y="9383"/>
                    <a:pt x="8256" y="9029"/>
                  </a:cubicBezTo>
                  <a:cubicBezTo>
                    <a:pt x="8178" y="8868"/>
                    <a:pt x="8101" y="8851"/>
                    <a:pt x="8031" y="8728"/>
                  </a:cubicBezTo>
                  <a:cubicBezTo>
                    <a:pt x="7886" y="8471"/>
                    <a:pt x="7812" y="8436"/>
                    <a:pt x="7589" y="8207"/>
                  </a:cubicBezTo>
                  <a:cubicBezTo>
                    <a:pt x="7342" y="8115"/>
                    <a:pt x="7472" y="8121"/>
                    <a:pt x="7206" y="8131"/>
                  </a:cubicBezTo>
                  <a:cubicBezTo>
                    <a:pt x="7118" y="8133"/>
                    <a:pt x="6895" y="8057"/>
                    <a:pt x="6756" y="8057"/>
                  </a:cubicBezTo>
                  <a:cubicBezTo>
                    <a:pt x="6480" y="8057"/>
                    <a:pt x="6231" y="7949"/>
                    <a:pt x="6231" y="8207"/>
                  </a:cubicBezTo>
                  <a:lnTo>
                    <a:pt x="6231" y="8282"/>
                  </a:lnTo>
                  <a:lnTo>
                    <a:pt x="6081" y="8282"/>
                  </a:lnTo>
                  <a:lnTo>
                    <a:pt x="6081" y="8356"/>
                  </a:lnTo>
                  <a:cubicBezTo>
                    <a:pt x="6081" y="8573"/>
                    <a:pt x="5930" y="8653"/>
                    <a:pt x="5930" y="8953"/>
                  </a:cubicBezTo>
                  <a:cubicBezTo>
                    <a:pt x="5930" y="9142"/>
                    <a:pt x="5981" y="9064"/>
                    <a:pt x="6003" y="9252"/>
                  </a:cubicBezTo>
                  <a:cubicBezTo>
                    <a:pt x="6036" y="9504"/>
                    <a:pt x="8334" y="9700"/>
                    <a:pt x="7581" y="10077"/>
                  </a:cubicBezTo>
                  <a:cubicBezTo>
                    <a:pt x="9351" y="11008"/>
                    <a:pt x="7867" y="11427"/>
                    <a:pt x="10204" y="12325"/>
                  </a:cubicBezTo>
                  <a:cubicBezTo>
                    <a:pt x="11826" y="12949"/>
                    <a:pt x="12536" y="12082"/>
                    <a:pt x="13580" y="13749"/>
                  </a:cubicBezTo>
                  <a:cubicBezTo>
                    <a:pt x="14019" y="14449"/>
                    <a:pt x="15556" y="14193"/>
                    <a:pt x="16202" y="15247"/>
                  </a:cubicBezTo>
                  <a:cubicBezTo>
                    <a:pt x="16753" y="16143"/>
                    <a:pt x="17430" y="18888"/>
                    <a:pt x="17244" y="20315"/>
                  </a:cubicBezTo>
                  <a:lnTo>
                    <a:pt x="1" y="10455"/>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5"/>
            <p:cNvSpPr/>
            <p:nvPr/>
          </p:nvSpPr>
          <p:spPr>
            <a:xfrm>
              <a:off x="3293072" y="2353649"/>
              <a:ext cx="1925767" cy="1955789"/>
            </a:xfrm>
            <a:custGeom>
              <a:rect b="b" l="l" r="r" t="t"/>
              <a:pathLst>
                <a:path extrusionOk="0" h="45015" w="44324">
                  <a:moveTo>
                    <a:pt x="44324" y="0"/>
                  </a:moveTo>
                  <a:lnTo>
                    <a:pt x="1" y="25343"/>
                  </a:lnTo>
                  <a:lnTo>
                    <a:pt x="1" y="45015"/>
                  </a:lnTo>
                  <a:lnTo>
                    <a:pt x="44324" y="19672"/>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5"/>
            <p:cNvSpPr/>
            <p:nvPr/>
          </p:nvSpPr>
          <p:spPr>
            <a:xfrm>
              <a:off x="2137159" y="1576987"/>
              <a:ext cx="2261660" cy="1536260"/>
            </a:xfrm>
            <a:custGeom>
              <a:rect b="b" l="l" r="r" t="t"/>
              <a:pathLst>
                <a:path extrusionOk="0" h="35359" w="52055">
                  <a:moveTo>
                    <a:pt x="26029" y="1"/>
                  </a:moveTo>
                  <a:cubicBezTo>
                    <a:pt x="19126" y="1"/>
                    <a:pt x="12505" y="1863"/>
                    <a:pt x="7624" y="5179"/>
                  </a:cubicBezTo>
                  <a:cubicBezTo>
                    <a:pt x="2744" y="8494"/>
                    <a:pt x="0" y="12991"/>
                    <a:pt x="0" y="17680"/>
                  </a:cubicBezTo>
                  <a:cubicBezTo>
                    <a:pt x="0" y="22369"/>
                    <a:pt x="2744" y="26866"/>
                    <a:pt x="7624" y="30180"/>
                  </a:cubicBezTo>
                  <a:cubicBezTo>
                    <a:pt x="12505" y="33497"/>
                    <a:pt x="19126" y="35359"/>
                    <a:pt x="26029" y="35359"/>
                  </a:cubicBezTo>
                  <a:cubicBezTo>
                    <a:pt x="32932" y="35359"/>
                    <a:pt x="39550" y="33497"/>
                    <a:pt x="44432" y="30180"/>
                  </a:cubicBezTo>
                  <a:cubicBezTo>
                    <a:pt x="49313" y="26866"/>
                    <a:pt x="52055" y="22369"/>
                    <a:pt x="52055" y="17680"/>
                  </a:cubicBezTo>
                  <a:cubicBezTo>
                    <a:pt x="52055" y="12991"/>
                    <a:pt x="49313" y="8494"/>
                    <a:pt x="44432" y="5179"/>
                  </a:cubicBezTo>
                  <a:cubicBezTo>
                    <a:pt x="39550" y="1863"/>
                    <a:pt x="32932" y="1"/>
                    <a:pt x="260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5"/>
            <p:cNvSpPr/>
            <p:nvPr/>
          </p:nvSpPr>
          <p:spPr>
            <a:xfrm>
              <a:off x="3369191" y="1954065"/>
              <a:ext cx="1034181" cy="1156529"/>
            </a:xfrm>
            <a:custGeom>
              <a:rect b="b" l="l" r="r" t="t"/>
              <a:pathLst>
                <a:path extrusionOk="0" h="26619" w="23803">
                  <a:moveTo>
                    <a:pt x="20185" y="1"/>
                  </a:moveTo>
                  <a:cubicBezTo>
                    <a:pt x="22483" y="2638"/>
                    <a:pt x="23802" y="3465"/>
                    <a:pt x="23802" y="8999"/>
                  </a:cubicBezTo>
                  <a:cubicBezTo>
                    <a:pt x="23802" y="14533"/>
                    <a:pt x="18876" y="25084"/>
                    <a:pt x="0" y="26618"/>
                  </a:cubicBezTo>
                  <a:lnTo>
                    <a:pt x="6662" y="24742"/>
                  </a:lnTo>
                  <a:lnTo>
                    <a:pt x="17734" y="4195"/>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5"/>
            <p:cNvSpPr/>
            <p:nvPr/>
          </p:nvSpPr>
          <p:spPr>
            <a:xfrm>
              <a:off x="2326415" y="1796830"/>
              <a:ext cx="1924333" cy="1307726"/>
            </a:xfrm>
            <a:custGeom>
              <a:rect b="b" l="l" r="r" t="t"/>
              <a:pathLst>
                <a:path extrusionOk="0" h="30099" w="44291">
                  <a:moveTo>
                    <a:pt x="44290" y="15050"/>
                  </a:moveTo>
                  <a:cubicBezTo>
                    <a:pt x="44290" y="19040"/>
                    <a:pt x="41956" y="22868"/>
                    <a:pt x="37805" y="25689"/>
                  </a:cubicBezTo>
                  <a:cubicBezTo>
                    <a:pt x="33652" y="28513"/>
                    <a:pt x="28019" y="30098"/>
                    <a:pt x="22145" y="30098"/>
                  </a:cubicBezTo>
                  <a:cubicBezTo>
                    <a:pt x="16272" y="30098"/>
                    <a:pt x="10639" y="28513"/>
                    <a:pt x="6486" y="25689"/>
                  </a:cubicBezTo>
                  <a:cubicBezTo>
                    <a:pt x="2335" y="22868"/>
                    <a:pt x="0" y="19040"/>
                    <a:pt x="0" y="15050"/>
                  </a:cubicBezTo>
                  <a:cubicBezTo>
                    <a:pt x="0" y="11059"/>
                    <a:pt x="2335" y="7231"/>
                    <a:pt x="6486" y="4410"/>
                  </a:cubicBezTo>
                  <a:cubicBezTo>
                    <a:pt x="10639" y="1586"/>
                    <a:pt x="16272" y="1"/>
                    <a:pt x="22145" y="1"/>
                  </a:cubicBezTo>
                  <a:cubicBezTo>
                    <a:pt x="28019" y="1"/>
                    <a:pt x="33652" y="1586"/>
                    <a:pt x="37805" y="4410"/>
                  </a:cubicBezTo>
                  <a:cubicBezTo>
                    <a:pt x="41956" y="7231"/>
                    <a:pt x="44290" y="11059"/>
                    <a:pt x="44290" y="15050"/>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5"/>
            <p:cNvSpPr/>
            <p:nvPr/>
          </p:nvSpPr>
          <p:spPr>
            <a:xfrm>
              <a:off x="2326415" y="1796917"/>
              <a:ext cx="1852515" cy="1287349"/>
            </a:xfrm>
            <a:custGeom>
              <a:rect b="b" l="l" r="r" t="t"/>
              <a:pathLst>
                <a:path extrusionOk="0" h="29630" w="42638">
                  <a:moveTo>
                    <a:pt x="22145" y="1"/>
                  </a:moveTo>
                  <a:cubicBezTo>
                    <a:pt x="30996" y="1"/>
                    <a:pt x="38633" y="3530"/>
                    <a:pt x="42177" y="8628"/>
                  </a:cubicBezTo>
                  <a:cubicBezTo>
                    <a:pt x="42476" y="9702"/>
                    <a:pt x="42637" y="10811"/>
                    <a:pt x="42637" y="11945"/>
                  </a:cubicBezTo>
                  <a:cubicBezTo>
                    <a:pt x="42637" y="21694"/>
                    <a:pt x="31025" y="29599"/>
                    <a:pt x="16687" y="29630"/>
                  </a:cubicBezTo>
                  <a:cubicBezTo>
                    <a:pt x="7098" y="27977"/>
                    <a:pt x="0" y="22076"/>
                    <a:pt x="0" y="15044"/>
                  </a:cubicBezTo>
                  <a:cubicBezTo>
                    <a:pt x="4" y="6738"/>
                    <a:pt x="9919" y="1"/>
                    <a:pt x="221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5"/>
            <p:cNvSpPr/>
            <p:nvPr/>
          </p:nvSpPr>
          <p:spPr>
            <a:xfrm>
              <a:off x="2464447" y="1982871"/>
              <a:ext cx="1649832" cy="1121945"/>
            </a:xfrm>
            <a:custGeom>
              <a:rect b="b" l="l" r="r" t="t"/>
              <a:pathLst>
                <a:path extrusionOk="0" h="25823" w="37973">
                  <a:moveTo>
                    <a:pt x="18987" y="1"/>
                  </a:moveTo>
                  <a:cubicBezTo>
                    <a:pt x="18829" y="1"/>
                    <a:pt x="18672" y="3"/>
                    <a:pt x="18516" y="7"/>
                  </a:cubicBezTo>
                  <a:cubicBezTo>
                    <a:pt x="18357" y="9"/>
                    <a:pt x="18201" y="13"/>
                    <a:pt x="18046" y="19"/>
                  </a:cubicBezTo>
                  <a:cubicBezTo>
                    <a:pt x="17886" y="23"/>
                    <a:pt x="17731" y="31"/>
                    <a:pt x="17575" y="40"/>
                  </a:cubicBezTo>
                  <a:cubicBezTo>
                    <a:pt x="17415" y="48"/>
                    <a:pt x="17260" y="58"/>
                    <a:pt x="17105" y="68"/>
                  </a:cubicBezTo>
                  <a:cubicBezTo>
                    <a:pt x="16945" y="78"/>
                    <a:pt x="16789" y="91"/>
                    <a:pt x="16634" y="103"/>
                  </a:cubicBezTo>
                  <a:cubicBezTo>
                    <a:pt x="16474" y="115"/>
                    <a:pt x="16319" y="132"/>
                    <a:pt x="16163" y="146"/>
                  </a:cubicBezTo>
                  <a:cubicBezTo>
                    <a:pt x="16004" y="162"/>
                    <a:pt x="15848" y="181"/>
                    <a:pt x="15693" y="197"/>
                  </a:cubicBezTo>
                  <a:cubicBezTo>
                    <a:pt x="15533" y="215"/>
                    <a:pt x="15378" y="236"/>
                    <a:pt x="15222" y="258"/>
                  </a:cubicBezTo>
                  <a:cubicBezTo>
                    <a:pt x="15063" y="279"/>
                    <a:pt x="14907" y="303"/>
                    <a:pt x="14752" y="328"/>
                  </a:cubicBezTo>
                  <a:cubicBezTo>
                    <a:pt x="14592" y="355"/>
                    <a:pt x="14437" y="379"/>
                    <a:pt x="14281" y="406"/>
                  </a:cubicBezTo>
                  <a:cubicBezTo>
                    <a:pt x="14122" y="432"/>
                    <a:pt x="13966" y="461"/>
                    <a:pt x="13811" y="492"/>
                  </a:cubicBezTo>
                  <a:cubicBezTo>
                    <a:pt x="13651" y="522"/>
                    <a:pt x="13496" y="553"/>
                    <a:pt x="13340" y="586"/>
                  </a:cubicBezTo>
                  <a:cubicBezTo>
                    <a:pt x="13180" y="621"/>
                    <a:pt x="13025" y="655"/>
                    <a:pt x="12869" y="692"/>
                  </a:cubicBezTo>
                  <a:cubicBezTo>
                    <a:pt x="12710" y="727"/>
                    <a:pt x="12554" y="766"/>
                    <a:pt x="12399" y="807"/>
                  </a:cubicBezTo>
                  <a:cubicBezTo>
                    <a:pt x="12239" y="848"/>
                    <a:pt x="12084" y="889"/>
                    <a:pt x="11928" y="930"/>
                  </a:cubicBezTo>
                  <a:cubicBezTo>
                    <a:pt x="11769" y="972"/>
                    <a:pt x="11613" y="1015"/>
                    <a:pt x="11458" y="1062"/>
                  </a:cubicBezTo>
                  <a:cubicBezTo>
                    <a:pt x="11298" y="1108"/>
                    <a:pt x="11143" y="1157"/>
                    <a:pt x="10987" y="1206"/>
                  </a:cubicBezTo>
                  <a:cubicBezTo>
                    <a:pt x="10828" y="1257"/>
                    <a:pt x="10672" y="1308"/>
                    <a:pt x="10517" y="1359"/>
                  </a:cubicBezTo>
                  <a:cubicBezTo>
                    <a:pt x="10357" y="1412"/>
                    <a:pt x="10202" y="1470"/>
                    <a:pt x="10046" y="1525"/>
                  </a:cubicBezTo>
                  <a:cubicBezTo>
                    <a:pt x="9886" y="1582"/>
                    <a:pt x="9731" y="1644"/>
                    <a:pt x="9576" y="1701"/>
                  </a:cubicBezTo>
                  <a:cubicBezTo>
                    <a:pt x="9416" y="1762"/>
                    <a:pt x="9258" y="1828"/>
                    <a:pt x="9105" y="1891"/>
                  </a:cubicBezTo>
                  <a:cubicBezTo>
                    <a:pt x="8945" y="1957"/>
                    <a:pt x="8788" y="2024"/>
                    <a:pt x="8634" y="2094"/>
                  </a:cubicBezTo>
                  <a:cubicBezTo>
                    <a:pt x="8475" y="2161"/>
                    <a:pt x="8319" y="2233"/>
                    <a:pt x="8164" y="2308"/>
                  </a:cubicBezTo>
                  <a:cubicBezTo>
                    <a:pt x="8004" y="2382"/>
                    <a:pt x="7847" y="2458"/>
                    <a:pt x="7693" y="2538"/>
                  </a:cubicBezTo>
                  <a:cubicBezTo>
                    <a:pt x="7534" y="2617"/>
                    <a:pt x="7376" y="2699"/>
                    <a:pt x="7223" y="2783"/>
                  </a:cubicBezTo>
                  <a:cubicBezTo>
                    <a:pt x="2824" y="5148"/>
                    <a:pt x="1" y="8806"/>
                    <a:pt x="1" y="12913"/>
                  </a:cubicBezTo>
                  <a:cubicBezTo>
                    <a:pt x="1" y="17021"/>
                    <a:pt x="2824" y="20681"/>
                    <a:pt x="7223" y="23044"/>
                  </a:cubicBezTo>
                  <a:cubicBezTo>
                    <a:pt x="7378" y="23128"/>
                    <a:pt x="7534" y="23210"/>
                    <a:pt x="7693" y="23289"/>
                  </a:cubicBezTo>
                  <a:cubicBezTo>
                    <a:pt x="7849" y="23367"/>
                    <a:pt x="8004" y="23445"/>
                    <a:pt x="8164" y="23519"/>
                  </a:cubicBezTo>
                  <a:cubicBezTo>
                    <a:pt x="8319" y="23592"/>
                    <a:pt x="8475" y="23664"/>
                    <a:pt x="8634" y="23733"/>
                  </a:cubicBezTo>
                  <a:cubicBezTo>
                    <a:pt x="8790" y="23803"/>
                    <a:pt x="8945" y="23868"/>
                    <a:pt x="9105" y="23936"/>
                  </a:cubicBezTo>
                  <a:cubicBezTo>
                    <a:pt x="9260" y="23999"/>
                    <a:pt x="9416" y="24063"/>
                    <a:pt x="9576" y="24124"/>
                  </a:cubicBezTo>
                  <a:cubicBezTo>
                    <a:pt x="9731" y="24186"/>
                    <a:pt x="9886" y="24245"/>
                    <a:pt x="10046" y="24302"/>
                  </a:cubicBezTo>
                  <a:cubicBezTo>
                    <a:pt x="10202" y="24357"/>
                    <a:pt x="10357" y="24413"/>
                    <a:pt x="10517" y="24468"/>
                  </a:cubicBezTo>
                  <a:cubicBezTo>
                    <a:pt x="10672" y="24521"/>
                    <a:pt x="10828" y="24572"/>
                    <a:pt x="10987" y="24621"/>
                  </a:cubicBezTo>
                  <a:cubicBezTo>
                    <a:pt x="11143" y="24668"/>
                    <a:pt x="11300" y="24718"/>
                    <a:pt x="11458" y="24765"/>
                  </a:cubicBezTo>
                  <a:cubicBezTo>
                    <a:pt x="11613" y="24810"/>
                    <a:pt x="11771" y="24855"/>
                    <a:pt x="11928" y="24898"/>
                  </a:cubicBezTo>
                  <a:cubicBezTo>
                    <a:pt x="12084" y="24941"/>
                    <a:pt x="12239" y="24981"/>
                    <a:pt x="12399" y="25020"/>
                  </a:cubicBezTo>
                  <a:cubicBezTo>
                    <a:pt x="12554" y="25059"/>
                    <a:pt x="12712" y="25096"/>
                    <a:pt x="12869" y="25135"/>
                  </a:cubicBezTo>
                  <a:cubicBezTo>
                    <a:pt x="13025" y="25172"/>
                    <a:pt x="13182" y="25206"/>
                    <a:pt x="13340" y="25239"/>
                  </a:cubicBezTo>
                  <a:cubicBezTo>
                    <a:pt x="13496" y="25274"/>
                    <a:pt x="13651" y="25305"/>
                    <a:pt x="13811" y="25335"/>
                  </a:cubicBezTo>
                  <a:cubicBezTo>
                    <a:pt x="13966" y="25366"/>
                    <a:pt x="14124" y="25393"/>
                    <a:pt x="14281" y="25421"/>
                  </a:cubicBezTo>
                  <a:cubicBezTo>
                    <a:pt x="14437" y="25450"/>
                    <a:pt x="14592" y="25475"/>
                    <a:pt x="14752" y="25499"/>
                  </a:cubicBezTo>
                  <a:cubicBezTo>
                    <a:pt x="14907" y="25522"/>
                    <a:pt x="15065" y="25544"/>
                    <a:pt x="15222" y="25567"/>
                  </a:cubicBezTo>
                  <a:cubicBezTo>
                    <a:pt x="15378" y="25587"/>
                    <a:pt x="15535" y="25607"/>
                    <a:pt x="15693" y="25628"/>
                  </a:cubicBezTo>
                  <a:cubicBezTo>
                    <a:pt x="15848" y="25646"/>
                    <a:pt x="16004" y="25665"/>
                    <a:pt x="16163" y="25679"/>
                  </a:cubicBezTo>
                  <a:cubicBezTo>
                    <a:pt x="16319" y="25695"/>
                    <a:pt x="16476" y="25710"/>
                    <a:pt x="16634" y="25722"/>
                  </a:cubicBezTo>
                  <a:cubicBezTo>
                    <a:pt x="16789" y="25736"/>
                    <a:pt x="16947" y="25749"/>
                    <a:pt x="17105" y="25759"/>
                  </a:cubicBezTo>
                  <a:cubicBezTo>
                    <a:pt x="17260" y="25769"/>
                    <a:pt x="17415" y="25779"/>
                    <a:pt x="17575" y="25788"/>
                  </a:cubicBezTo>
                  <a:cubicBezTo>
                    <a:pt x="17731" y="25796"/>
                    <a:pt x="17888" y="25802"/>
                    <a:pt x="18046" y="25808"/>
                  </a:cubicBezTo>
                  <a:cubicBezTo>
                    <a:pt x="18201" y="25812"/>
                    <a:pt x="18357" y="25818"/>
                    <a:pt x="18516" y="25820"/>
                  </a:cubicBezTo>
                  <a:cubicBezTo>
                    <a:pt x="18584" y="25820"/>
                    <a:pt x="18653" y="25822"/>
                    <a:pt x="18723" y="25822"/>
                  </a:cubicBezTo>
                  <a:lnTo>
                    <a:pt x="19249" y="25822"/>
                  </a:lnTo>
                  <a:cubicBezTo>
                    <a:pt x="19318" y="25822"/>
                    <a:pt x="19388" y="25820"/>
                    <a:pt x="19457" y="25820"/>
                  </a:cubicBezTo>
                  <a:cubicBezTo>
                    <a:pt x="19615" y="25818"/>
                    <a:pt x="19770" y="25812"/>
                    <a:pt x="19928" y="25808"/>
                  </a:cubicBezTo>
                  <a:cubicBezTo>
                    <a:pt x="20085" y="25802"/>
                    <a:pt x="20241" y="25796"/>
                    <a:pt x="20398" y="25788"/>
                  </a:cubicBezTo>
                  <a:cubicBezTo>
                    <a:pt x="20556" y="25779"/>
                    <a:pt x="20711" y="25769"/>
                    <a:pt x="20869" y="25759"/>
                  </a:cubicBezTo>
                  <a:cubicBezTo>
                    <a:pt x="21027" y="25749"/>
                    <a:pt x="21182" y="25736"/>
                    <a:pt x="21340" y="25722"/>
                  </a:cubicBezTo>
                  <a:cubicBezTo>
                    <a:pt x="21497" y="25710"/>
                    <a:pt x="21653" y="25695"/>
                    <a:pt x="21810" y="25679"/>
                  </a:cubicBezTo>
                  <a:cubicBezTo>
                    <a:pt x="21968" y="25665"/>
                    <a:pt x="22123" y="25646"/>
                    <a:pt x="22281" y="25628"/>
                  </a:cubicBezTo>
                  <a:cubicBezTo>
                    <a:pt x="22438" y="25612"/>
                    <a:pt x="22594" y="25591"/>
                    <a:pt x="22751" y="25567"/>
                  </a:cubicBezTo>
                  <a:cubicBezTo>
                    <a:pt x="22909" y="25546"/>
                    <a:pt x="23064" y="25524"/>
                    <a:pt x="23222" y="25499"/>
                  </a:cubicBezTo>
                  <a:cubicBezTo>
                    <a:pt x="23379" y="25472"/>
                    <a:pt x="23535" y="25448"/>
                    <a:pt x="23692" y="25421"/>
                  </a:cubicBezTo>
                  <a:cubicBezTo>
                    <a:pt x="23850" y="25393"/>
                    <a:pt x="24005" y="25366"/>
                    <a:pt x="24163" y="25335"/>
                  </a:cubicBezTo>
                  <a:cubicBezTo>
                    <a:pt x="24320" y="25305"/>
                    <a:pt x="24476" y="25274"/>
                    <a:pt x="24634" y="25239"/>
                  </a:cubicBezTo>
                  <a:cubicBezTo>
                    <a:pt x="24791" y="25206"/>
                    <a:pt x="24947" y="25172"/>
                    <a:pt x="25104" y="25135"/>
                  </a:cubicBezTo>
                  <a:cubicBezTo>
                    <a:pt x="25262" y="25100"/>
                    <a:pt x="25417" y="25061"/>
                    <a:pt x="25575" y="25020"/>
                  </a:cubicBezTo>
                  <a:cubicBezTo>
                    <a:pt x="25732" y="24979"/>
                    <a:pt x="25888" y="24938"/>
                    <a:pt x="26045" y="24898"/>
                  </a:cubicBezTo>
                  <a:cubicBezTo>
                    <a:pt x="26203" y="24855"/>
                    <a:pt x="26358" y="24810"/>
                    <a:pt x="26516" y="24765"/>
                  </a:cubicBezTo>
                  <a:cubicBezTo>
                    <a:pt x="26673" y="24718"/>
                    <a:pt x="26829" y="24670"/>
                    <a:pt x="26986" y="24621"/>
                  </a:cubicBezTo>
                  <a:cubicBezTo>
                    <a:pt x="27144" y="24570"/>
                    <a:pt x="27299" y="24519"/>
                    <a:pt x="27457" y="24468"/>
                  </a:cubicBezTo>
                  <a:cubicBezTo>
                    <a:pt x="27614" y="24413"/>
                    <a:pt x="27770" y="24357"/>
                    <a:pt x="27927" y="24302"/>
                  </a:cubicBezTo>
                  <a:cubicBezTo>
                    <a:pt x="28085" y="24243"/>
                    <a:pt x="28245" y="24184"/>
                    <a:pt x="28398" y="24124"/>
                  </a:cubicBezTo>
                  <a:cubicBezTo>
                    <a:pt x="28556" y="24063"/>
                    <a:pt x="28711" y="23999"/>
                    <a:pt x="28869" y="23936"/>
                  </a:cubicBezTo>
                  <a:cubicBezTo>
                    <a:pt x="29026" y="23868"/>
                    <a:pt x="29186" y="23803"/>
                    <a:pt x="29339" y="23733"/>
                  </a:cubicBezTo>
                  <a:cubicBezTo>
                    <a:pt x="29497" y="23662"/>
                    <a:pt x="29656" y="23590"/>
                    <a:pt x="29810" y="23519"/>
                  </a:cubicBezTo>
                  <a:cubicBezTo>
                    <a:pt x="29967" y="23445"/>
                    <a:pt x="30123" y="23367"/>
                    <a:pt x="30280" y="23289"/>
                  </a:cubicBezTo>
                  <a:cubicBezTo>
                    <a:pt x="30438" y="23210"/>
                    <a:pt x="30597" y="23128"/>
                    <a:pt x="30751" y="23044"/>
                  </a:cubicBezTo>
                  <a:cubicBezTo>
                    <a:pt x="35150" y="20677"/>
                    <a:pt x="37973" y="17021"/>
                    <a:pt x="37973" y="12913"/>
                  </a:cubicBezTo>
                  <a:cubicBezTo>
                    <a:pt x="37973" y="8806"/>
                    <a:pt x="35150" y="5148"/>
                    <a:pt x="30751" y="2783"/>
                  </a:cubicBezTo>
                  <a:cubicBezTo>
                    <a:pt x="30595" y="2699"/>
                    <a:pt x="30438" y="2617"/>
                    <a:pt x="30280" y="2538"/>
                  </a:cubicBezTo>
                  <a:cubicBezTo>
                    <a:pt x="30125" y="2458"/>
                    <a:pt x="29967" y="2382"/>
                    <a:pt x="29810" y="2308"/>
                  </a:cubicBezTo>
                  <a:cubicBezTo>
                    <a:pt x="29654" y="2233"/>
                    <a:pt x="29497" y="2161"/>
                    <a:pt x="29339" y="2094"/>
                  </a:cubicBezTo>
                  <a:cubicBezTo>
                    <a:pt x="29184" y="2024"/>
                    <a:pt x="29026" y="1957"/>
                    <a:pt x="28869" y="1891"/>
                  </a:cubicBezTo>
                  <a:cubicBezTo>
                    <a:pt x="28713" y="1828"/>
                    <a:pt x="28556" y="1762"/>
                    <a:pt x="28398" y="1701"/>
                  </a:cubicBezTo>
                  <a:cubicBezTo>
                    <a:pt x="28240" y="1639"/>
                    <a:pt x="28085" y="1582"/>
                    <a:pt x="27927" y="1525"/>
                  </a:cubicBezTo>
                  <a:cubicBezTo>
                    <a:pt x="27770" y="1470"/>
                    <a:pt x="27614" y="1412"/>
                    <a:pt x="27457" y="1359"/>
                  </a:cubicBezTo>
                  <a:cubicBezTo>
                    <a:pt x="27299" y="1306"/>
                    <a:pt x="27144" y="1255"/>
                    <a:pt x="26986" y="1206"/>
                  </a:cubicBezTo>
                  <a:cubicBezTo>
                    <a:pt x="26829" y="1157"/>
                    <a:pt x="26671" y="1108"/>
                    <a:pt x="26516" y="1062"/>
                  </a:cubicBezTo>
                  <a:cubicBezTo>
                    <a:pt x="26358" y="1015"/>
                    <a:pt x="26201" y="972"/>
                    <a:pt x="26045" y="930"/>
                  </a:cubicBezTo>
                  <a:cubicBezTo>
                    <a:pt x="25888" y="887"/>
                    <a:pt x="25732" y="846"/>
                    <a:pt x="25575" y="807"/>
                  </a:cubicBezTo>
                  <a:cubicBezTo>
                    <a:pt x="25417" y="768"/>
                    <a:pt x="25260" y="729"/>
                    <a:pt x="25104" y="692"/>
                  </a:cubicBezTo>
                  <a:cubicBezTo>
                    <a:pt x="24947" y="655"/>
                    <a:pt x="24791" y="621"/>
                    <a:pt x="24634" y="586"/>
                  </a:cubicBezTo>
                  <a:cubicBezTo>
                    <a:pt x="24476" y="553"/>
                    <a:pt x="24318" y="522"/>
                    <a:pt x="24163" y="492"/>
                  </a:cubicBezTo>
                  <a:cubicBezTo>
                    <a:pt x="24005" y="461"/>
                    <a:pt x="23848" y="432"/>
                    <a:pt x="23692" y="406"/>
                  </a:cubicBezTo>
                  <a:cubicBezTo>
                    <a:pt x="23535" y="377"/>
                    <a:pt x="23379" y="351"/>
                    <a:pt x="23222" y="328"/>
                  </a:cubicBezTo>
                  <a:cubicBezTo>
                    <a:pt x="23064" y="306"/>
                    <a:pt x="22907" y="283"/>
                    <a:pt x="22751" y="258"/>
                  </a:cubicBezTo>
                  <a:cubicBezTo>
                    <a:pt x="22594" y="238"/>
                    <a:pt x="22436" y="218"/>
                    <a:pt x="22281" y="197"/>
                  </a:cubicBezTo>
                  <a:cubicBezTo>
                    <a:pt x="22123" y="181"/>
                    <a:pt x="21968" y="162"/>
                    <a:pt x="21810" y="146"/>
                  </a:cubicBezTo>
                  <a:cubicBezTo>
                    <a:pt x="21653" y="132"/>
                    <a:pt x="21495" y="115"/>
                    <a:pt x="21340" y="103"/>
                  </a:cubicBezTo>
                  <a:cubicBezTo>
                    <a:pt x="21182" y="91"/>
                    <a:pt x="21027" y="78"/>
                    <a:pt x="20869" y="68"/>
                  </a:cubicBezTo>
                  <a:cubicBezTo>
                    <a:pt x="20711" y="58"/>
                    <a:pt x="20554" y="48"/>
                    <a:pt x="20398" y="40"/>
                  </a:cubicBezTo>
                  <a:cubicBezTo>
                    <a:pt x="20241" y="31"/>
                    <a:pt x="20083" y="23"/>
                    <a:pt x="19928" y="19"/>
                  </a:cubicBezTo>
                  <a:cubicBezTo>
                    <a:pt x="19770" y="13"/>
                    <a:pt x="19615" y="9"/>
                    <a:pt x="19457" y="7"/>
                  </a:cubicBezTo>
                  <a:cubicBezTo>
                    <a:pt x="19300" y="3"/>
                    <a:pt x="19142" y="1"/>
                    <a:pt x="189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5"/>
            <p:cNvSpPr/>
            <p:nvPr/>
          </p:nvSpPr>
          <p:spPr>
            <a:xfrm>
              <a:off x="3349075" y="2400572"/>
              <a:ext cx="765110" cy="711149"/>
            </a:xfrm>
            <a:custGeom>
              <a:rect b="b" l="l" r="r" t="t"/>
              <a:pathLst>
                <a:path extrusionOk="0" h="16368" w="17610">
                  <a:moveTo>
                    <a:pt x="16982" y="0"/>
                  </a:moveTo>
                  <a:cubicBezTo>
                    <a:pt x="17391" y="1054"/>
                    <a:pt x="17610" y="2159"/>
                    <a:pt x="17610" y="3299"/>
                  </a:cubicBezTo>
                  <a:cubicBezTo>
                    <a:pt x="17610" y="7769"/>
                    <a:pt x="14263" y="11707"/>
                    <a:pt x="9183" y="14027"/>
                  </a:cubicBezTo>
                  <a:cubicBezTo>
                    <a:pt x="6916" y="15365"/>
                    <a:pt x="3679" y="16020"/>
                    <a:pt x="1" y="16368"/>
                  </a:cubicBezTo>
                  <a:cubicBezTo>
                    <a:pt x="7773" y="14066"/>
                    <a:pt x="11333" y="9919"/>
                    <a:pt x="13872" y="5324"/>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5"/>
            <p:cNvSpPr/>
            <p:nvPr/>
          </p:nvSpPr>
          <p:spPr>
            <a:xfrm>
              <a:off x="2601870" y="2163611"/>
              <a:ext cx="1385410" cy="941377"/>
            </a:xfrm>
            <a:custGeom>
              <a:rect b="b" l="l" r="r" t="t"/>
              <a:pathLst>
                <a:path extrusionOk="0" h="21667" w="31887">
                  <a:moveTo>
                    <a:pt x="31886" y="10833"/>
                  </a:moveTo>
                  <a:cubicBezTo>
                    <a:pt x="31886" y="13706"/>
                    <a:pt x="30207" y="16462"/>
                    <a:pt x="27218" y="18493"/>
                  </a:cubicBezTo>
                  <a:cubicBezTo>
                    <a:pt x="24226" y="20525"/>
                    <a:pt x="20171" y="21666"/>
                    <a:pt x="15944" y="21666"/>
                  </a:cubicBezTo>
                  <a:cubicBezTo>
                    <a:pt x="11716" y="21666"/>
                    <a:pt x="7661" y="20525"/>
                    <a:pt x="4669" y="18493"/>
                  </a:cubicBezTo>
                  <a:cubicBezTo>
                    <a:pt x="1680" y="16462"/>
                    <a:pt x="1" y="13706"/>
                    <a:pt x="1" y="10833"/>
                  </a:cubicBezTo>
                  <a:cubicBezTo>
                    <a:pt x="1" y="7959"/>
                    <a:pt x="1680" y="5203"/>
                    <a:pt x="4669" y="3171"/>
                  </a:cubicBezTo>
                  <a:cubicBezTo>
                    <a:pt x="7661" y="1140"/>
                    <a:pt x="11716" y="0"/>
                    <a:pt x="15944" y="0"/>
                  </a:cubicBezTo>
                  <a:cubicBezTo>
                    <a:pt x="20171" y="0"/>
                    <a:pt x="24226" y="1140"/>
                    <a:pt x="27218" y="3171"/>
                  </a:cubicBezTo>
                  <a:cubicBezTo>
                    <a:pt x="30207" y="5203"/>
                    <a:pt x="31886" y="7959"/>
                    <a:pt x="31886" y="10833"/>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5"/>
            <p:cNvSpPr/>
            <p:nvPr/>
          </p:nvSpPr>
          <p:spPr>
            <a:xfrm>
              <a:off x="2601783" y="2163611"/>
              <a:ext cx="1381935" cy="907879"/>
            </a:xfrm>
            <a:custGeom>
              <a:rect b="b" l="l" r="r" t="t"/>
              <a:pathLst>
                <a:path extrusionOk="0" h="20896" w="31807">
                  <a:moveTo>
                    <a:pt x="15946" y="0"/>
                  </a:moveTo>
                  <a:cubicBezTo>
                    <a:pt x="24206" y="0"/>
                    <a:pt x="31000" y="4270"/>
                    <a:pt x="31806" y="9741"/>
                  </a:cubicBezTo>
                  <a:cubicBezTo>
                    <a:pt x="28300" y="15819"/>
                    <a:pt x="19981" y="20261"/>
                    <a:pt x="10036" y="20895"/>
                  </a:cubicBezTo>
                  <a:cubicBezTo>
                    <a:pt x="4156" y="19299"/>
                    <a:pt x="1" y="15394"/>
                    <a:pt x="1" y="10833"/>
                  </a:cubicBezTo>
                  <a:cubicBezTo>
                    <a:pt x="5" y="4851"/>
                    <a:pt x="7143" y="0"/>
                    <a:pt x="1594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5"/>
            <p:cNvSpPr/>
            <p:nvPr/>
          </p:nvSpPr>
          <p:spPr>
            <a:xfrm>
              <a:off x="2737773" y="2349391"/>
              <a:ext cx="1101568" cy="749817"/>
            </a:xfrm>
            <a:custGeom>
              <a:rect b="b" l="l" r="r" t="t"/>
              <a:pathLst>
                <a:path extrusionOk="0" h="17258" w="25354">
                  <a:moveTo>
                    <a:pt x="12677" y="0"/>
                  </a:moveTo>
                  <a:cubicBezTo>
                    <a:pt x="9316" y="0"/>
                    <a:pt x="6092" y="908"/>
                    <a:pt x="3714" y="2527"/>
                  </a:cubicBezTo>
                  <a:cubicBezTo>
                    <a:pt x="1337" y="4145"/>
                    <a:pt x="1" y="6338"/>
                    <a:pt x="1" y="8628"/>
                  </a:cubicBezTo>
                  <a:cubicBezTo>
                    <a:pt x="1" y="10917"/>
                    <a:pt x="1337" y="13110"/>
                    <a:pt x="3714" y="14729"/>
                  </a:cubicBezTo>
                  <a:cubicBezTo>
                    <a:pt x="6092" y="16347"/>
                    <a:pt x="9316" y="17257"/>
                    <a:pt x="12677" y="17257"/>
                  </a:cubicBezTo>
                  <a:cubicBezTo>
                    <a:pt x="16039" y="17257"/>
                    <a:pt x="19263" y="16347"/>
                    <a:pt x="21641" y="14729"/>
                  </a:cubicBezTo>
                  <a:cubicBezTo>
                    <a:pt x="24018" y="13110"/>
                    <a:pt x="25354" y="10917"/>
                    <a:pt x="25354" y="8628"/>
                  </a:cubicBezTo>
                  <a:cubicBezTo>
                    <a:pt x="25354" y="6338"/>
                    <a:pt x="24018" y="4145"/>
                    <a:pt x="21641" y="2527"/>
                  </a:cubicBezTo>
                  <a:cubicBezTo>
                    <a:pt x="19263" y="908"/>
                    <a:pt x="16039" y="0"/>
                    <a:pt x="126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5"/>
            <p:cNvSpPr/>
            <p:nvPr/>
          </p:nvSpPr>
          <p:spPr>
            <a:xfrm>
              <a:off x="3074836" y="2479429"/>
              <a:ext cx="766284" cy="652842"/>
            </a:xfrm>
            <a:custGeom>
              <a:rect b="b" l="l" r="r" t="t"/>
              <a:pathLst>
                <a:path extrusionOk="0" h="15026" w="17637">
                  <a:moveTo>
                    <a:pt x="14550" y="0"/>
                  </a:moveTo>
                  <a:cubicBezTo>
                    <a:pt x="16473" y="1512"/>
                    <a:pt x="17637" y="3478"/>
                    <a:pt x="17637" y="5635"/>
                  </a:cubicBezTo>
                  <a:cubicBezTo>
                    <a:pt x="17637" y="8049"/>
                    <a:pt x="16174" y="10230"/>
                    <a:pt x="13821" y="11793"/>
                  </a:cubicBezTo>
                  <a:cubicBezTo>
                    <a:pt x="9602" y="14195"/>
                    <a:pt x="5048" y="15026"/>
                    <a:pt x="1" y="13563"/>
                  </a:cubicBezTo>
                  <a:lnTo>
                    <a:pt x="3131" y="13329"/>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5"/>
            <p:cNvSpPr/>
            <p:nvPr/>
          </p:nvSpPr>
          <p:spPr>
            <a:xfrm>
              <a:off x="2895313" y="2503846"/>
              <a:ext cx="828327" cy="562732"/>
            </a:xfrm>
            <a:custGeom>
              <a:rect b="b" l="l" r="r" t="t"/>
              <a:pathLst>
                <a:path extrusionOk="0" h="12952" w="19065">
                  <a:moveTo>
                    <a:pt x="19064" y="6476"/>
                  </a:moveTo>
                  <a:cubicBezTo>
                    <a:pt x="19064" y="8195"/>
                    <a:pt x="18060" y="9842"/>
                    <a:pt x="16271" y="11055"/>
                  </a:cubicBezTo>
                  <a:cubicBezTo>
                    <a:pt x="14485" y="12270"/>
                    <a:pt x="12061" y="12952"/>
                    <a:pt x="9532" y="12952"/>
                  </a:cubicBezTo>
                  <a:cubicBezTo>
                    <a:pt x="4268" y="12952"/>
                    <a:pt x="0" y="10052"/>
                    <a:pt x="0" y="6476"/>
                  </a:cubicBezTo>
                  <a:cubicBezTo>
                    <a:pt x="0" y="2900"/>
                    <a:pt x="4268" y="1"/>
                    <a:pt x="9532" y="1"/>
                  </a:cubicBezTo>
                  <a:cubicBezTo>
                    <a:pt x="12061" y="1"/>
                    <a:pt x="14485" y="684"/>
                    <a:pt x="16271" y="1897"/>
                  </a:cubicBezTo>
                  <a:cubicBezTo>
                    <a:pt x="18060" y="3113"/>
                    <a:pt x="19064" y="4760"/>
                    <a:pt x="19064" y="6476"/>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5"/>
            <p:cNvSpPr/>
            <p:nvPr/>
          </p:nvSpPr>
          <p:spPr>
            <a:xfrm>
              <a:off x="2895313" y="2503846"/>
              <a:ext cx="804952" cy="554825"/>
            </a:xfrm>
            <a:custGeom>
              <a:rect b="b" l="l" r="r" t="t"/>
              <a:pathLst>
                <a:path extrusionOk="0" h="12770" w="18527">
                  <a:moveTo>
                    <a:pt x="9532" y="1"/>
                  </a:moveTo>
                  <a:cubicBezTo>
                    <a:pt x="13692" y="1"/>
                    <a:pt x="17225" y="1811"/>
                    <a:pt x="18526" y="4334"/>
                  </a:cubicBezTo>
                  <a:cubicBezTo>
                    <a:pt x="16239" y="7917"/>
                    <a:pt x="12253" y="10883"/>
                    <a:pt x="7263" y="12769"/>
                  </a:cubicBezTo>
                  <a:cubicBezTo>
                    <a:pt x="3096" y="12080"/>
                    <a:pt x="0" y="9523"/>
                    <a:pt x="0" y="6478"/>
                  </a:cubicBezTo>
                  <a:cubicBezTo>
                    <a:pt x="0" y="2902"/>
                    <a:pt x="4266" y="1"/>
                    <a:pt x="9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5"/>
            <p:cNvSpPr/>
            <p:nvPr/>
          </p:nvSpPr>
          <p:spPr>
            <a:xfrm>
              <a:off x="3005234" y="1537189"/>
              <a:ext cx="1147622" cy="643153"/>
            </a:xfrm>
            <a:custGeom>
              <a:rect b="b" l="l" r="r" t="t"/>
              <a:pathLst>
                <a:path extrusionOk="0" h="14803" w="26414">
                  <a:moveTo>
                    <a:pt x="1" y="1410"/>
                  </a:moveTo>
                  <a:cubicBezTo>
                    <a:pt x="8148" y="2975"/>
                    <a:pt x="15186" y="7173"/>
                    <a:pt x="19421" y="10613"/>
                  </a:cubicBezTo>
                  <a:cubicBezTo>
                    <a:pt x="20227" y="10214"/>
                    <a:pt x="25608" y="14803"/>
                    <a:pt x="26414" y="14404"/>
                  </a:cubicBezTo>
                  <a:cubicBezTo>
                    <a:pt x="25270" y="11212"/>
                    <a:pt x="14247" y="3012"/>
                    <a:pt x="3463" y="0"/>
                  </a:cubicBezTo>
                  <a:cubicBezTo>
                    <a:pt x="2630" y="387"/>
                    <a:pt x="832" y="1027"/>
                    <a:pt x="1" y="141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5"/>
            <p:cNvSpPr/>
            <p:nvPr/>
          </p:nvSpPr>
          <p:spPr>
            <a:xfrm>
              <a:off x="3005234" y="1598450"/>
              <a:ext cx="826024" cy="385640"/>
            </a:xfrm>
            <a:custGeom>
              <a:rect b="b" l="l" r="r" t="t"/>
              <a:pathLst>
                <a:path extrusionOk="0" h="8876" w="19012">
                  <a:moveTo>
                    <a:pt x="1" y="0"/>
                  </a:moveTo>
                  <a:lnTo>
                    <a:pt x="2616" y="4841"/>
                  </a:lnTo>
                  <a:cubicBezTo>
                    <a:pt x="10615" y="4033"/>
                    <a:pt x="15503" y="7040"/>
                    <a:pt x="19012" y="8875"/>
                  </a:cubicBezTo>
                  <a:cubicBezTo>
                    <a:pt x="14255" y="5391"/>
                    <a:pt x="9028" y="1798"/>
                    <a:pt x="1" y="0"/>
                  </a:cubicBez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5"/>
            <p:cNvSpPr/>
            <p:nvPr/>
          </p:nvSpPr>
          <p:spPr>
            <a:xfrm>
              <a:off x="2777875" y="1968750"/>
              <a:ext cx="1091879" cy="426611"/>
            </a:xfrm>
            <a:custGeom>
              <a:rect b="b" l="l" r="r" t="t"/>
              <a:pathLst>
                <a:path extrusionOk="0" h="9819" w="25131">
                  <a:moveTo>
                    <a:pt x="1" y="3096"/>
                  </a:moveTo>
                  <a:cubicBezTo>
                    <a:pt x="9747" y="3063"/>
                    <a:pt x="14310" y="4066"/>
                    <a:pt x="22565" y="9819"/>
                  </a:cubicBezTo>
                  <a:cubicBezTo>
                    <a:pt x="22037" y="7589"/>
                    <a:pt x="24322" y="9674"/>
                    <a:pt x="25131" y="9277"/>
                  </a:cubicBezTo>
                  <a:cubicBezTo>
                    <a:pt x="20953" y="4551"/>
                    <a:pt x="10238" y="0"/>
                    <a:pt x="2566" y="1320"/>
                  </a:cubicBezTo>
                  <a:cubicBezTo>
                    <a:pt x="1731" y="1703"/>
                    <a:pt x="483" y="2552"/>
                    <a:pt x="1" y="309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5"/>
            <p:cNvSpPr/>
            <p:nvPr/>
          </p:nvSpPr>
          <p:spPr>
            <a:xfrm>
              <a:off x="2777875" y="2083755"/>
              <a:ext cx="980436" cy="311692"/>
            </a:xfrm>
            <a:custGeom>
              <a:rect b="b" l="l" r="r" t="t"/>
              <a:pathLst>
                <a:path extrusionOk="0" h="7174" w="22566">
                  <a:moveTo>
                    <a:pt x="1" y="449"/>
                  </a:moveTo>
                  <a:lnTo>
                    <a:pt x="3035" y="3665"/>
                  </a:lnTo>
                  <a:cubicBezTo>
                    <a:pt x="11947" y="1267"/>
                    <a:pt x="17827" y="3528"/>
                    <a:pt x="22565" y="7174"/>
                  </a:cubicBezTo>
                  <a:cubicBezTo>
                    <a:pt x="18250" y="2427"/>
                    <a:pt x="10926" y="1"/>
                    <a:pt x="1" y="449"/>
                  </a:cubicBez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5"/>
            <p:cNvSpPr/>
            <p:nvPr/>
          </p:nvSpPr>
          <p:spPr>
            <a:xfrm>
              <a:off x="3427584" y="2342700"/>
              <a:ext cx="388855" cy="522804"/>
            </a:xfrm>
            <a:custGeom>
              <a:rect b="b" l="l" r="r" t="t"/>
              <a:pathLst>
                <a:path extrusionOk="0" h="12033" w="8950">
                  <a:moveTo>
                    <a:pt x="0" y="436"/>
                  </a:moveTo>
                  <a:cubicBezTo>
                    <a:pt x="3513" y="2836"/>
                    <a:pt x="6500" y="6200"/>
                    <a:pt x="2766" y="12012"/>
                  </a:cubicBezTo>
                  <a:lnTo>
                    <a:pt x="6420" y="12033"/>
                  </a:lnTo>
                  <a:cubicBezTo>
                    <a:pt x="8949" y="9064"/>
                    <a:pt x="7791" y="2646"/>
                    <a:pt x="3759" y="559"/>
                  </a:cubicBezTo>
                  <a:cubicBezTo>
                    <a:pt x="3390" y="762"/>
                    <a:pt x="215" y="1"/>
                    <a:pt x="0" y="43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5"/>
            <p:cNvSpPr/>
            <p:nvPr/>
          </p:nvSpPr>
          <p:spPr>
            <a:xfrm>
              <a:off x="3293072" y="2645354"/>
              <a:ext cx="1925767" cy="1294736"/>
            </a:xfrm>
            <a:custGeom>
              <a:rect b="b" l="l" r="r" t="t"/>
              <a:pathLst>
                <a:path extrusionOk="0" h="29800" w="44324">
                  <a:moveTo>
                    <a:pt x="44324" y="1"/>
                  </a:moveTo>
                  <a:lnTo>
                    <a:pt x="1" y="25342"/>
                  </a:lnTo>
                  <a:lnTo>
                    <a:pt x="1" y="29800"/>
                  </a:lnTo>
                  <a:lnTo>
                    <a:pt x="44324" y="4457"/>
                  </a:lnTo>
                  <a:close/>
                </a:path>
              </a:pathLst>
            </a:custGeom>
            <a:solidFill>
              <a:srgbClr val="D45943">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5"/>
            <p:cNvSpPr/>
            <p:nvPr/>
          </p:nvSpPr>
          <p:spPr>
            <a:xfrm>
              <a:off x="3293072" y="3012917"/>
              <a:ext cx="1925767" cy="1197848"/>
            </a:xfrm>
            <a:custGeom>
              <a:rect b="b" l="l" r="r" t="t"/>
              <a:pathLst>
                <a:path extrusionOk="0" h="27570" w="44324">
                  <a:moveTo>
                    <a:pt x="44324" y="1"/>
                  </a:moveTo>
                  <a:lnTo>
                    <a:pt x="1" y="25342"/>
                  </a:lnTo>
                  <a:lnTo>
                    <a:pt x="1" y="27570"/>
                  </a:lnTo>
                  <a:lnTo>
                    <a:pt x="44324" y="2231"/>
                  </a:ln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5"/>
            <p:cNvSpPr/>
            <p:nvPr/>
          </p:nvSpPr>
          <p:spPr>
            <a:xfrm>
              <a:off x="3510221" y="2539169"/>
              <a:ext cx="183348" cy="325465"/>
            </a:xfrm>
            <a:custGeom>
              <a:rect b="b" l="l" r="r" t="t"/>
              <a:pathLst>
                <a:path extrusionOk="0" h="7491" w="4220">
                  <a:moveTo>
                    <a:pt x="1" y="0"/>
                  </a:moveTo>
                  <a:cubicBezTo>
                    <a:pt x="1527" y="2496"/>
                    <a:pt x="1895" y="4994"/>
                    <a:pt x="864" y="7490"/>
                  </a:cubicBezTo>
                  <a:lnTo>
                    <a:pt x="4220" y="3756"/>
                  </a:lnTo>
                  <a:lnTo>
                    <a:pt x="3164" y="426"/>
                  </a:ln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5"/>
            <p:cNvSpPr/>
            <p:nvPr/>
          </p:nvSpPr>
          <p:spPr>
            <a:xfrm>
              <a:off x="3427584" y="2361643"/>
              <a:ext cx="187606" cy="233748"/>
            </a:xfrm>
            <a:custGeom>
              <a:rect b="b" l="l" r="r" t="t"/>
              <a:pathLst>
                <a:path extrusionOk="0" h="5380" w="4318">
                  <a:moveTo>
                    <a:pt x="0" y="0"/>
                  </a:moveTo>
                  <a:cubicBezTo>
                    <a:pt x="634" y="1361"/>
                    <a:pt x="1269" y="2723"/>
                    <a:pt x="1903" y="4084"/>
                  </a:cubicBezTo>
                  <a:cubicBezTo>
                    <a:pt x="2654" y="4334"/>
                    <a:pt x="3756" y="4999"/>
                    <a:pt x="4317" y="5379"/>
                  </a:cubicBezTo>
                  <a:cubicBezTo>
                    <a:pt x="3509" y="3241"/>
                    <a:pt x="2251" y="1351"/>
                    <a:pt x="0" y="0"/>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5"/>
            <p:cNvSpPr/>
            <p:nvPr/>
          </p:nvSpPr>
          <p:spPr>
            <a:xfrm>
              <a:off x="3427584" y="2314807"/>
              <a:ext cx="320382" cy="541443"/>
            </a:xfrm>
            <a:custGeom>
              <a:rect b="b" l="l" r="r" t="t"/>
              <a:pathLst>
                <a:path extrusionOk="0" h="12462" w="7374">
                  <a:moveTo>
                    <a:pt x="0" y="1078"/>
                  </a:moveTo>
                  <a:cubicBezTo>
                    <a:pt x="3562" y="2885"/>
                    <a:pt x="5987" y="8493"/>
                    <a:pt x="2987" y="12462"/>
                  </a:cubicBezTo>
                  <a:cubicBezTo>
                    <a:pt x="4565" y="10246"/>
                    <a:pt x="6813" y="10827"/>
                    <a:pt x="7374" y="6623"/>
                  </a:cubicBezTo>
                  <a:cubicBezTo>
                    <a:pt x="6999" y="4391"/>
                    <a:pt x="5825" y="2077"/>
                    <a:pt x="3564" y="0"/>
                  </a:cubicBezTo>
                  <a:cubicBezTo>
                    <a:pt x="3196" y="199"/>
                    <a:pt x="215" y="643"/>
                    <a:pt x="0" y="107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5"/>
            <p:cNvSpPr/>
            <p:nvPr/>
          </p:nvSpPr>
          <p:spPr>
            <a:xfrm>
              <a:off x="4241698" y="1797612"/>
              <a:ext cx="977047" cy="917698"/>
            </a:xfrm>
            <a:custGeom>
              <a:rect b="b" l="l" r="r" t="t"/>
              <a:pathLst>
                <a:path extrusionOk="0" h="21122" w="22488">
                  <a:moveTo>
                    <a:pt x="580" y="1"/>
                  </a:moveTo>
                  <a:cubicBezTo>
                    <a:pt x="1" y="2116"/>
                    <a:pt x="2368" y="3397"/>
                    <a:pt x="3624" y="4655"/>
                  </a:cubicBezTo>
                  <a:cubicBezTo>
                    <a:pt x="4330" y="5361"/>
                    <a:pt x="3849" y="6536"/>
                    <a:pt x="3925" y="7579"/>
                  </a:cubicBezTo>
                  <a:cubicBezTo>
                    <a:pt x="4013" y="8788"/>
                    <a:pt x="6887" y="9740"/>
                    <a:pt x="7749" y="10030"/>
                  </a:cubicBezTo>
                  <a:cubicBezTo>
                    <a:pt x="9396" y="11188"/>
                    <a:pt x="8737" y="12242"/>
                    <a:pt x="7448" y="13252"/>
                  </a:cubicBezTo>
                  <a:cubicBezTo>
                    <a:pt x="5167" y="15045"/>
                    <a:pt x="8637" y="14638"/>
                    <a:pt x="8823" y="16863"/>
                  </a:cubicBezTo>
                  <a:cubicBezTo>
                    <a:pt x="8901" y="17774"/>
                    <a:pt x="8078" y="18879"/>
                    <a:pt x="7833" y="19742"/>
                  </a:cubicBezTo>
                  <a:cubicBezTo>
                    <a:pt x="7675" y="20305"/>
                    <a:pt x="7788" y="20730"/>
                    <a:pt x="7933" y="21121"/>
                  </a:cubicBezTo>
                  <a:lnTo>
                    <a:pt x="22488" y="12798"/>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7" name="Google Shape;7167;p65"/>
          <p:cNvSpPr txBox="1"/>
          <p:nvPr/>
        </p:nvSpPr>
        <p:spPr>
          <a:xfrm>
            <a:off x="6438000" y="2281126"/>
            <a:ext cx="1986000" cy="49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Venus has extremely high temperatures</a:t>
            </a:r>
            <a:endParaRPr>
              <a:solidFill>
                <a:schemeClr val="dk1"/>
              </a:solidFill>
              <a:latin typeface="Lato"/>
              <a:ea typeface="Lato"/>
              <a:cs typeface="Lato"/>
              <a:sym typeface="Lato"/>
            </a:endParaRPr>
          </a:p>
        </p:txBody>
      </p:sp>
      <p:sp>
        <p:nvSpPr>
          <p:cNvPr id="7168" name="Google Shape;7168;p65"/>
          <p:cNvSpPr txBox="1"/>
          <p:nvPr/>
        </p:nvSpPr>
        <p:spPr>
          <a:xfrm>
            <a:off x="720000" y="2281126"/>
            <a:ext cx="1986000" cy="49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Mars is actually a very cold place</a:t>
            </a:r>
            <a:endParaRPr>
              <a:solidFill>
                <a:schemeClr val="dk1"/>
              </a:solidFill>
              <a:latin typeface="Lato"/>
              <a:ea typeface="Lato"/>
              <a:cs typeface="Lato"/>
              <a:sym typeface="Lato"/>
            </a:endParaRPr>
          </a:p>
        </p:txBody>
      </p:sp>
      <p:sp>
        <p:nvSpPr>
          <p:cNvPr id="7169" name="Google Shape;7169;p65"/>
          <p:cNvSpPr txBox="1"/>
          <p:nvPr/>
        </p:nvSpPr>
        <p:spPr>
          <a:xfrm>
            <a:off x="720000" y="4016151"/>
            <a:ext cx="1986000" cy="49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Mercury is the closest planet to the Sun</a:t>
            </a:r>
            <a:endParaRPr>
              <a:solidFill>
                <a:schemeClr val="dk1"/>
              </a:solidFill>
              <a:latin typeface="Lato"/>
              <a:ea typeface="Lato"/>
              <a:cs typeface="Lato"/>
              <a:sym typeface="Lato"/>
            </a:endParaRPr>
          </a:p>
        </p:txBody>
      </p:sp>
      <p:sp>
        <p:nvSpPr>
          <p:cNvPr id="7170" name="Google Shape;7170;p65"/>
          <p:cNvSpPr txBox="1"/>
          <p:nvPr/>
        </p:nvSpPr>
        <p:spPr>
          <a:xfrm>
            <a:off x="6438000" y="4016151"/>
            <a:ext cx="1986000" cy="49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Saturn is a gas giant with several rings</a:t>
            </a:r>
            <a:endParaRPr>
              <a:solidFill>
                <a:schemeClr val="dk1"/>
              </a:solidFill>
              <a:latin typeface="Lato"/>
              <a:ea typeface="Lato"/>
              <a:cs typeface="Lato"/>
              <a:sym typeface="Lato"/>
            </a:endParaRPr>
          </a:p>
        </p:txBody>
      </p:sp>
      <p:sp>
        <p:nvSpPr>
          <p:cNvPr id="7171" name="Google Shape;7171;p65"/>
          <p:cNvSpPr txBox="1"/>
          <p:nvPr/>
        </p:nvSpPr>
        <p:spPr>
          <a:xfrm>
            <a:off x="723900" y="2026725"/>
            <a:ext cx="1978200" cy="4023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400">
                <a:solidFill>
                  <a:schemeClr val="dk1"/>
                </a:solidFill>
                <a:latin typeface="Lilita One"/>
                <a:ea typeface="Lilita One"/>
                <a:cs typeface="Lilita One"/>
                <a:sym typeface="Lilita One"/>
              </a:rPr>
              <a:t>Surface</a:t>
            </a:r>
            <a:endParaRPr b="1" sz="2400">
              <a:solidFill>
                <a:schemeClr val="dk1"/>
              </a:solidFill>
              <a:latin typeface="Lilita One"/>
              <a:ea typeface="Lilita One"/>
              <a:cs typeface="Lilita One"/>
              <a:sym typeface="Lilita One"/>
            </a:endParaRPr>
          </a:p>
        </p:txBody>
      </p:sp>
      <p:sp>
        <p:nvSpPr>
          <p:cNvPr id="7172" name="Google Shape;7172;p65"/>
          <p:cNvSpPr txBox="1"/>
          <p:nvPr/>
        </p:nvSpPr>
        <p:spPr>
          <a:xfrm>
            <a:off x="6441900" y="2026725"/>
            <a:ext cx="1978200" cy="4023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400">
                <a:solidFill>
                  <a:schemeClr val="dk1"/>
                </a:solidFill>
                <a:latin typeface="Lilita One"/>
                <a:ea typeface="Lilita One"/>
                <a:cs typeface="Lilita One"/>
                <a:sym typeface="Lilita One"/>
              </a:rPr>
              <a:t>Bench</a:t>
            </a:r>
            <a:endParaRPr b="1" sz="2400">
              <a:solidFill>
                <a:schemeClr val="dk1"/>
              </a:solidFill>
              <a:latin typeface="Lilita One"/>
              <a:ea typeface="Lilita One"/>
              <a:cs typeface="Lilita One"/>
              <a:sym typeface="Lilita One"/>
            </a:endParaRPr>
          </a:p>
        </p:txBody>
      </p:sp>
      <p:sp>
        <p:nvSpPr>
          <p:cNvPr id="7173" name="Google Shape;7173;p65"/>
          <p:cNvSpPr txBox="1"/>
          <p:nvPr/>
        </p:nvSpPr>
        <p:spPr>
          <a:xfrm>
            <a:off x="723900" y="3761726"/>
            <a:ext cx="1978200" cy="4023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400">
                <a:solidFill>
                  <a:schemeClr val="dk1"/>
                </a:solidFill>
                <a:latin typeface="Lilita One"/>
                <a:ea typeface="Lilita One"/>
                <a:cs typeface="Lilita One"/>
                <a:sym typeface="Lilita One"/>
              </a:rPr>
              <a:t>Face</a:t>
            </a:r>
            <a:endParaRPr b="1" sz="2400">
              <a:solidFill>
                <a:schemeClr val="dk1"/>
              </a:solidFill>
              <a:latin typeface="Lilita One"/>
              <a:ea typeface="Lilita One"/>
              <a:cs typeface="Lilita One"/>
              <a:sym typeface="Lilita One"/>
            </a:endParaRPr>
          </a:p>
        </p:txBody>
      </p:sp>
      <p:sp>
        <p:nvSpPr>
          <p:cNvPr id="7174" name="Google Shape;7174;p65"/>
          <p:cNvSpPr txBox="1"/>
          <p:nvPr/>
        </p:nvSpPr>
        <p:spPr>
          <a:xfrm>
            <a:off x="6441900" y="3761726"/>
            <a:ext cx="1978200" cy="4023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400">
                <a:solidFill>
                  <a:schemeClr val="dk1"/>
                </a:solidFill>
                <a:latin typeface="Lilita One"/>
                <a:ea typeface="Lilita One"/>
                <a:cs typeface="Lilita One"/>
                <a:sym typeface="Lilita One"/>
              </a:rPr>
              <a:t>Pit floor</a:t>
            </a:r>
            <a:endParaRPr b="1" sz="2400">
              <a:solidFill>
                <a:schemeClr val="dk1"/>
              </a:solidFill>
              <a:latin typeface="Lilita One"/>
              <a:ea typeface="Lilita One"/>
              <a:cs typeface="Lilita One"/>
              <a:sym typeface="Lilita One"/>
            </a:endParaRPr>
          </a:p>
        </p:txBody>
      </p:sp>
      <p:sp>
        <p:nvSpPr>
          <p:cNvPr id="7175" name="Google Shape;7175;p65"/>
          <p:cNvSpPr/>
          <p:nvPr/>
        </p:nvSpPr>
        <p:spPr>
          <a:xfrm>
            <a:off x="1385700" y="1230600"/>
            <a:ext cx="654600" cy="654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5"/>
          <p:cNvSpPr/>
          <p:nvPr/>
        </p:nvSpPr>
        <p:spPr>
          <a:xfrm>
            <a:off x="7103700" y="1230600"/>
            <a:ext cx="654600" cy="6546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5"/>
          <p:cNvSpPr/>
          <p:nvPr/>
        </p:nvSpPr>
        <p:spPr>
          <a:xfrm>
            <a:off x="1385700" y="2951300"/>
            <a:ext cx="654600" cy="654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5"/>
          <p:cNvSpPr/>
          <p:nvPr/>
        </p:nvSpPr>
        <p:spPr>
          <a:xfrm>
            <a:off x="7103700" y="2951300"/>
            <a:ext cx="654600" cy="654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5"/>
          <p:cNvSpPr/>
          <p:nvPr/>
        </p:nvSpPr>
        <p:spPr>
          <a:xfrm>
            <a:off x="2986900" y="2375200"/>
            <a:ext cx="275700" cy="2757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80" name="Google Shape;7180;p65"/>
          <p:cNvCxnSpPr/>
          <p:nvPr/>
        </p:nvCxnSpPr>
        <p:spPr>
          <a:xfrm>
            <a:off x="2040250" y="1558000"/>
            <a:ext cx="1084500" cy="817200"/>
          </a:xfrm>
          <a:prstGeom prst="bentConnector3">
            <a:avLst>
              <a:gd fmla="val 50000" name="adj1"/>
            </a:avLst>
          </a:prstGeom>
          <a:noFill/>
          <a:ln cap="flat" cmpd="sng" w="19050">
            <a:solidFill>
              <a:schemeClr val="dk1"/>
            </a:solidFill>
            <a:prstDash val="solid"/>
            <a:round/>
            <a:headEnd len="med" w="med" type="none"/>
            <a:tailEnd len="med" w="med" type="oval"/>
          </a:ln>
        </p:spPr>
      </p:cxnSp>
      <p:sp>
        <p:nvSpPr>
          <p:cNvPr id="7181" name="Google Shape;7181;p65"/>
          <p:cNvSpPr/>
          <p:nvPr/>
        </p:nvSpPr>
        <p:spPr>
          <a:xfrm>
            <a:off x="4057800" y="1993650"/>
            <a:ext cx="275700" cy="2757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5"/>
          <p:cNvSpPr/>
          <p:nvPr/>
        </p:nvSpPr>
        <p:spPr>
          <a:xfrm>
            <a:off x="4972500" y="2251900"/>
            <a:ext cx="275700" cy="2757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5"/>
          <p:cNvSpPr/>
          <p:nvPr/>
        </p:nvSpPr>
        <p:spPr>
          <a:xfrm>
            <a:off x="4434150" y="2738550"/>
            <a:ext cx="275700" cy="2757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84" name="Google Shape;7184;p65"/>
          <p:cNvCxnSpPr>
            <a:stCxn id="7177" idx="3"/>
            <a:endCxn id="7181" idx="4"/>
          </p:cNvCxnSpPr>
          <p:nvPr/>
        </p:nvCxnSpPr>
        <p:spPr>
          <a:xfrm flipH="1" rot="10800000">
            <a:off x="2040300" y="2269400"/>
            <a:ext cx="2155500" cy="1009200"/>
          </a:xfrm>
          <a:prstGeom prst="bentConnector2">
            <a:avLst/>
          </a:prstGeom>
          <a:noFill/>
          <a:ln cap="flat" cmpd="sng" w="19050">
            <a:solidFill>
              <a:schemeClr val="dk1"/>
            </a:solidFill>
            <a:prstDash val="solid"/>
            <a:round/>
            <a:headEnd len="med" w="med" type="none"/>
            <a:tailEnd len="med" w="med" type="oval"/>
          </a:ln>
        </p:spPr>
      </p:cxnSp>
      <p:cxnSp>
        <p:nvCxnSpPr>
          <p:cNvPr id="7185" name="Google Shape;7185;p65"/>
          <p:cNvCxnSpPr/>
          <p:nvPr/>
        </p:nvCxnSpPr>
        <p:spPr>
          <a:xfrm flipH="1">
            <a:off x="5248200" y="1557850"/>
            <a:ext cx="1855500" cy="831900"/>
          </a:xfrm>
          <a:prstGeom prst="bentConnector3">
            <a:avLst>
              <a:gd fmla="val 50000" name="adj1"/>
            </a:avLst>
          </a:prstGeom>
          <a:noFill/>
          <a:ln cap="flat" cmpd="sng" w="19050">
            <a:solidFill>
              <a:schemeClr val="dk1"/>
            </a:solidFill>
            <a:prstDash val="solid"/>
            <a:round/>
            <a:headEnd len="med" w="med" type="none"/>
            <a:tailEnd len="med" w="med" type="oval"/>
          </a:ln>
        </p:spPr>
      </p:cxnSp>
      <p:cxnSp>
        <p:nvCxnSpPr>
          <p:cNvPr id="7186" name="Google Shape;7186;p65"/>
          <p:cNvCxnSpPr>
            <a:stCxn id="7178" idx="1"/>
            <a:endCxn id="7183" idx="6"/>
          </p:cNvCxnSpPr>
          <p:nvPr/>
        </p:nvCxnSpPr>
        <p:spPr>
          <a:xfrm rot="10800000">
            <a:off x="4709700" y="2876300"/>
            <a:ext cx="2394000" cy="402300"/>
          </a:xfrm>
          <a:prstGeom prst="bentConnector3">
            <a:avLst>
              <a:gd fmla="val 49997" name="adj1"/>
            </a:avLst>
          </a:prstGeom>
          <a:noFill/>
          <a:ln cap="flat" cmpd="sng" w="19050">
            <a:solidFill>
              <a:schemeClr val="dk1"/>
            </a:solidFill>
            <a:prstDash val="solid"/>
            <a:round/>
            <a:headEnd len="med" w="med" type="none"/>
            <a:tailEnd len="med" w="med" type="oval"/>
          </a:ln>
        </p:spPr>
      </p:cxnSp>
      <p:grpSp>
        <p:nvGrpSpPr>
          <p:cNvPr id="7187" name="Google Shape;7187;p65"/>
          <p:cNvGrpSpPr/>
          <p:nvPr/>
        </p:nvGrpSpPr>
        <p:grpSpPr>
          <a:xfrm>
            <a:off x="1558207" y="3123872"/>
            <a:ext cx="310007" cy="309454"/>
            <a:chOff x="1970932" y="1289347"/>
            <a:chExt cx="310007" cy="309454"/>
          </a:xfrm>
        </p:grpSpPr>
        <p:sp>
          <p:nvSpPr>
            <p:cNvPr id="7188" name="Google Shape;7188;p65"/>
            <p:cNvSpPr/>
            <p:nvPr/>
          </p:nvSpPr>
          <p:spPr>
            <a:xfrm>
              <a:off x="2049998" y="1368152"/>
              <a:ext cx="230942" cy="230649"/>
            </a:xfrm>
            <a:custGeom>
              <a:rect b="b" l="l" r="r" t="t"/>
              <a:pathLst>
                <a:path extrusionOk="0" h="7080" w="7089">
                  <a:moveTo>
                    <a:pt x="6901" y="0"/>
                  </a:moveTo>
                  <a:cubicBezTo>
                    <a:pt x="6881" y="0"/>
                    <a:pt x="6860" y="4"/>
                    <a:pt x="6840" y="10"/>
                  </a:cubicBezTo>
                  <a:lnTo>
                    <a:pt x="5512" y="484"/>
                  </a:lnTo>
                  <a:cubicBezTo>
                    <a:pt x="5458" y="503"/>
                    <a:pt x="5416" y="546"/>
                    <a:pt x="5397" y="600"/>
                  </a:cubicBezTo>
                  <a:lnTo>
                    <a:pt x="4998" y="1815"/>
                  </a:lnTo>
                  <a:lnTo>
                    <a:pt x="4204" y="2804"/>
                  </a:lnTo>
                  <a:cubicBezTo>
                    <a:pt x="4185" y="2826"/>
                    <a:pt x="4174" y="2853"/>
                    <a:pt x="4166" y="2881"/>
                  </a:cubicBezTo>
                  <a:lnTo>
                    <a:pt x="3929" y="3974"/>
                  </a:lnTo>
                  <a:lnTo>
                    <a:pt x="2905" y="3974"/>
                  </a:lnTo>
                  <a:cubicBezTo>
                    <a:pt x="2837" y="3974"/>
                    <a:pt x="2774" y="4011"/>
                    <a:pt x="2741" y="4072"/>
                  </a:cubicBezTo>
                  <a:lnTo>
                    <a:pt x="2115" y="5240"/>
                  </a:lnTo>
                  <a:lnTo>
                    <a:pt x="1143" y="5240"/>
                  </a:lnTo>
                  <a:cubicBezTo>
                    <a:pt x="1080" y="5240"/>
                    <a:pt x="1022" y="5271"/>
                    <a:pt x="988" y="5325"/>
                  </a:cubicBezTo>
                  <a:lnTo>
                    <a:pt x="40" y="6793"/>
                  </a:lnTo>
                  <a:cubicBezTo>
                    <a:pt x="2" y="6850"/>
                    <a:pt x="0" y="6922"/>
                    <a:pt x="33" y="6982"/>
                  </a:cubicBezTo>
                  <a:cubicBezTo>
                    <a:pt x="66" y="7043"/>
                    <a:pt x="129" y="7080"/>
                    <a:pt x="195" y="7080"/>
                  </a:cubicBezTo>
                  <a:lnTo>
                    <a:pt x="6903" y="7080"/>
                  </a:lnTo>
                  <a:cubicBezTo>
                    <a:pt x="7004" y="7080"/>
                    <a:pt x="7088" y="6997"/>
                    <a:pt x="7088" y="6893"/>
                  </a:cubicBezTo>
                  <a:lnTo>
                    <a:pt x="7088" y="4214"/>
                  </a:lnTo>
                  <a:cubicBezTo>
                    <a:pt x="7088" y="4112"/>
                    <a:pt x="7006" y="4028"/>
                    <a:pt x="6903" y="4028"/>
                  </a:cubicBezTo>
                  <a:cubicBezTo>
                    <a:pt x="6799" y="4028"/>
                    <a:pt x="6716" y="4111"/>
                    <a:pt x="6716" y="4214"/>
                  </a:cubicBezTo>
                  <a:lnTo>
                    <a:pt x="6716" y="6708"/>
                  </a:lnTo>
                  <a:lnTo>
                    <a:pt x="535" y="6708"/>
                  </a:lnTo>
                  <a:lnTo>
                    <a:pt x="1245" y="5610"/>
                  </a:lnTo>
                  <a:lnTo>
                    <a:pt x="2226" y="5610"/>
                  </a:lnTo>
                  <a:cubicBezTo>
                    <a:pt x="2294" y="5610"/>
                    <a:pt x="2357" y="5572"/>
                    <a:pt x="2390" y="5512"/>
                  </a:cubicBezTo>
                  <a:lnTo>
                    <a:pt x="3016" y="4344"/>
                  </a:lnTo>
                  <a:lnTo>
                    <a:pt x="4078" y="4344"/>
                  </a:lnTo>
                  <a:cubicBezTo>
                    <a:pt x="4165" y="4344"/>
                    <a:pt x="4241" y="4284"/>
                    <a:pt x="4259" y="4199"/>
                  </a:cubicBezTo>
                  <a:lnTo>
                    <a:pt x="4520" y="3003"/>
                  </a:lnTo>
                  <a:lnTo>
                    <a:pt x="5309" y="2022"/>
                  </a:lnTo>
                  <a:cubicBezTo>
                    <a:pt x="5323" y="2005"/>
                    <a:pt x="5333" y="1985"/>
                    <a:pt x="5341" y="1964"/>
                  </a:cubicBezTo>
                  <a:lnTo>
                    <a:pt x="5721" y="805"/>
                  </a:lnTo>
                  <a:lnTo>
                    <a:pt x="6716" y="449"/>
                  </a:lnTo>
                  <a:lnTo>
                    <a:pt x="6716" y="2545"/>
                  </a:lnTo>
                  <a:cubicBezTo>
                    <a:pt x="6716" y="2647"/>
                    <a:pt x="6799" y="2731"/>
                    <a:pt x="6903" y="2731"/>
                  </a:cubicBezTo>
                  <a:cubicBezTo>
                    <a:pt x="7006" y="2731"/>
                    <a:pt x="7088" y="2648"/>
                    <a:pt x="7088" y="2545"/>
                  </a:cubicBezTo>
                  <a:lnTo>
                    <a:pt x="7088" y="186"/>
                  </a:lnTo>
                  <a:cubicBezTo>
                    <a:pt x="7087" y="125"/>
                    <a:pt x="7059" y="68"/>
                    <a:pt x="7009" y="35"/>
                  </a:cubicBezTo>
                  <a:cubicBezTo>
                    <a:pt x="6976" y="12"/>
                    <a:pt x="6939" y="0"/>
                    <a:pt x="69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5"/>
            <p:cNvSpPr/>
            <p:nvPr/>
          </p:nvSpPr>
          <p:spPr>
            <a:xfrm>
              <a:off x="1970932" y="1289347"/>
              <a:ext cx="209082" cy="234167"/>
            </a:xfrm>
            <a:custGeom>
              <a:rect b="b" l="l" r="r" t="t"/>
              <a:pathLst>
                <a:path extrusionOk="0" h="7188" w="6418">
                  <a:moveTo>
                    <a:pt x="3920" y="386"/>
                  </a:moveTo>
                  <a:lnTo>
                    <a:pt x="4476" y="708"/>
                  </a:lnTo>
                  <a:lnTo>
                    <a:pt x="4281" y="1046"/>
                  </a:lnTo>
                  <a:lnTo>
                    <a:pt x="3725" y="724"/>
                  </a:lnTo>
                  <a:lnTo>
                    <a:pt x="3920" y="386"/>
                  </a:lnTo>
                  <a:close/>
                  <a:moveTo>
                    <a:pt x="1582" y="591"/>
                  </a:moveTo>
                  <a:cubicBezTo>
                    <a:pt x="2049" y="647"/>
                    <a:pt x="2507" y="762"/>
                    <a:pt x="2947" y="930"/>
                  </a:cubicBezTo>
                  <a:lnTo>
                    <a:pt x="2601" y="1529"/>
                  </a:lnTo>
                  <a:cubicBezTo>
                    <a:pt x="2236" y="1349"/>
                    <a:pt x="1860" y="1187"/>
                    <a:pt x="1480" y="1043"/>
                  </a:cubicBezTo>
                  <a:lnTo>
                    <a:pt x="1582" y="591"/>
                  </a:lnTo>
                  <a:close/>
                  <a:moveTo>
                    <a:pt x="3368" y="946"/>
                  </a:moveTo>
                  <a:lnTo>
                    <a:pt x="4269" y="1466"/>
                  </a:lnTo>
                  <a:lnTo>
                    <a:pt x="3772" y="2325"/>
                  </a:lnTo>
                  <a:lnTo>
                    <a:pt x="2871" y="1805"/>
                  </a:lnTo>
                  <a:lnTo>
                    <a:pt x="3368" y="946"/>
                  </a:lnTo>
                  <a:close/>
                  <a:moveTo>
                    <a:pt x="4491" y="1822"/>
                  </a:moveTo>
                  <a:cubicBezTo>
                    <a:pt x="5115" y="2325"/>
                    <a:pt x="5617" y="2945"/>
                    <a:pt x="5984" y="3664"/>
                  </a:cubicBezTo>
                  <a:cubicBezTo>
                    <a:pt x="6015" y="3723"/>
                    <a:pt x="5980" y="3763"/>
                    <a:pt x="5956" y="3780"/>
                  </a:cubicBezTo>
                  <a:cubicBezTo>
                    <a:pt x="5943" y="3789"/>
                    <a:pt x="5922" y="3801"/>
                    <a:pt x="5897" y="3801"/>
                  </a:cubicBezTo>
                  <a:cubicBezTo>
                    <a:pt x="5878" y="3801"/>
                    <a:pt x="5857" y="3794"/>
                    <a:pt x="5836" y="3774"/>
                  </a:cubicBezTo>
                  <a:cubicBezTo>
                    <a:pt x="5314" y="3278"/>
                    <a:pt x="4746" y="2824"/>
                    <a:pt x="4145" y="2421"/>
                  </a:cubicBezTo>
                  <a:lnTo>
                    <a:pt x="4491" y="1822"/>
                  </a:lnTo>
                  <a:close/>
                  <a:moveTo>
                    <a:pt x="2857" y="2224"/>
                  </a:moveTo>
                  <a:lnTo>
                    <a:pt x="3413" y="2547"/>
                  </a:lnTo>
                  <a:lnTo>
                    <a:pt x="959" y="6798"/>
                  </a:lnTo>
                  <a:lnTo>
                    <a:pt x="403" y="6476"/>
                  </a:lnTo>
                  <a:lnTo>
                    <a:pt x="2857" y="2224"/>
                  </a:lnTo>
                  <a:close/>
                  <a:moveTo>
                    <a:pt x="3902" y="0"/>
                  </a:moveTo>
                  <a:cubicBezTo>
                    <a:pt x="3789" y="0"/>
                    <a:pt x="3679" y="59"/>
                    <a:pt x="3619" y="163"/>
                  </a:cubicBezTo>
                  <a:lnTo>
                    <a:pt x="3389" y="563"/>
                  </a:lnTo>
                  <a:cubicBezTo>
                    <a:pt x="3375" y="561"/>
                    <a:pt x="3361" y="560"/>
                    <a:pt x="3348" y="560"/>
                  </a:cubicBezTo>
                  <a:cubicBezTo>
                    <a:pt x="3320" y="560"/>
                    <a:pt x="3292" y="564"/>
                    <a:pt x="3264" y="572"/>
                  </a:cubicBezTo>
                  <a:cubicBezTo>
                    <a:pt x="3227" y="583"/>
                    <a:pt x="3193" y="598"/>
                    <a:pt x="3161" y="619"/>
                  </a:cubicBezTo>
                  <a:cubicBezTo>
                    <a:pt x="2614" y="397"/>
                    <a:pt x="2038" y="259"/>
                    <a:pt x="1451" y="206"/>
                  </a:cubicBezTo>
                  <a:cubicBezTo>
                    <a:pt x="1445" y="206"/>
                    <a:pt x="1438" y="206"/>
                    <a:pt x="1432" y="206"/>
                  </a:cubicBezTo>
                  <a:cubicBezTo>
                    <a:pt x="1346" y="206"/>
                    <a:pt x="1271" y="266"/>
                    <a:pt x="1253" y="350"/>
                  </a:cubicBezTo>
                  <a:lnTo>
                    <a:pt x="1081" y="1123"/>
                  </a:lnTo>
                  <a:cubicBezTo>
                    <a:pt x="1061" y="1213"/>
                    <a:pt x="1111" y="1305"/>
                    <a:pt x="1199" y="1338"/>
                  </a:cubicBezTo>
                  <a:cubicBezTo>
                    <a:pt x="1636" y="1496"/>
                    <a:pt x="2070" y="1684"/>
                    <a:pt x="2489" y="1890"/>
                  </a:cubicBezTo>
                  <a:cubicBezTo>
                    <a:pt x="2499" y="1936"/>
                    <a:pt x="2517" y="1981"/>
                    <a:pt x="2547" y="2019"/>
                  </a:cubicBezTo>
                  <a:lnTo>
                    <a:pt x="55" y="6332"/>
                  </a:lnTo>
                  <a:cubicBezTo>
                    <a:pt x="12" y="6408"/>
                    <a:pt x="1" y="6496"/>
                    <a:pt x="23" y="6580"/>
                  </a:cubicBezTo>
                  <a:cubicBezTo>
                    <a:pt x="45" y="6664"/>
                    <a:pt x="99" y="6734"/>
                    <a:pt x="175" y="6777"/>
                  </a:cubicBezTo>
                  <a:lnTo>
                    <a:pt x="810" y="7144"/>
                  </a:lnTo>
                  <a:cubicBezTo>
                    <a:pt x="860" y="7173"/>
                    <a:pt x="916" y="7188"/>
                    <a:pt x="972" y="7188"/>
                  </a:cubicBezTo>
                  <a:cubicBezTo>
                    <a:pt x="1001" y="7188"/>
                    <a:pt x="1029" y="7183"/>
                    <a:pt x="1058" y="7175"/>
                  </a:cubicBezTo>
                  <a:cubicBezTo>
                    <a:pt x="1142" y="7153"/>
                    <a:pt x="1212" y="7100"/>
                    <a:pt x="1255" y="7023"/>
                  </a:cubicBezTo>
                  <a:lnTo>
                    <a:pt x="3746" y="2710"/>
                  </a:lnTo>
                  <a:cubicBezTo>
                    <a:pt x="3762" y="2711"/>
                    <a:pt x="3774" y="2712"/>
                    <a:pt x="3787" y="2712"/>
                  </a:cubicBezTo>
                  <a:cubicBezTo>
                    <a:pt x="3815" y="2712"/>
                    <a:pt x="3845" y="2709"/>
                    <a:pt x="3872" y="2701"/>
                  </a:cubicBezTo>
                  <a:cubicBezTo>
                    <a:pt x="3877" y="2700"/>
                    <a:pt x="3883" y="2697"/>
                    <a:pt x="3889" y="2696"/>
                  </a:cubicBezTo>
                  <a:cubicBezTo>
                    <a:pt x="4490" y="3096"/>
                    <a:pt x="5060" y="3548"/>
                    <a:pt x="5579" y="4043"/>
                  </a:cubicBezTo>
                  <a:cubicBezTo>
                    <a:pt x="5669" y="4130"/>
                    <a:pt x="5784" y="4173"/>
                    <a:pt x="5898" y="4173"/>
                  </a:cubicBezTo>
                  <a:cubicBezTo>
                    <a:pt x="5994" y="4173"/>
                    <a:pt x="6092" y="4141"/>
                    <a:pt x="6176" y="4078"/>
                  </a:cubicBezTo>
                  <a:cubicBezTo>
                    <a:pt x="6361" y="3941"/>
                    <a:pt x="6417" y="3701"/>
                    <a:pt x="6313" y="3496"/>
                  </a:cubicBezTo>
                  <a:cubicBezTo>
                    <a:pt x="5908" y="2702"/>
                    <a:pt x="5350" y="2025"/>
                    <a:pt x="4652" y="1479"/>
                  </a:cubicBezTo>
                  <a:cubicBezTo>
                    <a:pt x="4654" y="1443"/>
                    <a:pt x="4652" y="1405"/>
                    <a:pt x="4642" y="1366"/>
                  </a:cubicBezTo>
                  <a:cubicBezTo>
                    <a:pt x="4631" y="1326"/>
                    <a:pt x="4612" y="1288"/>
                    <a:pt x="4588" y="1255"/>
                  </a:cubicBezTo>
                  <a:lnTo>
                    <a:pt x="4819" y="856"/>
                  </a:lnTo>
                  <a:cubicBezTo>
                    <a:pt x="4862" y="779"/>
                    <a:pt x="4873" y="693"/>
                    <a:pt x="4851" y="609"/>
                  </a:cubicBezTo>
                  <a:cubicBezTo>
                    <a:pt x="4829" y="525"/>
                    <a:pt x="4775" y="454"/>
                    <a:pt x="4699" y="411"/>
                  </a:cubicBezTo>
                  <a:lnTo>
                    <a:pt x="4065" y="44"/>
                  </a:lnTo>
                  <a:cubicBezTo>
                    <a:pt x="4013" y="14"/>
                    <a:pt x="3957" y="0"/>
                    <a:pt x="39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5"/>
            <p:cNvSpPr/>
            <p:nvPr/>
          </p:nvSpPr>
          <p:spPr>
            <a:xfrm>
              <a:off x="2119355" y="1436597"/>
              <a:ext cx="46423" cy="46684"/>
            </a:xfrm>
            <a:custGeom>
              <a:rect b="b" l="l" r="r" t="t"/>
              <a:pathLst>
                <a:path extrusionOk="0" h="1433" w="1425">
                  <a:moveTo>
                    <a:pt x="757" y="383"/>
                  </a:moveTo>
                  <a:lnTo>
                    <a:pt x="1014" y="705"/>
                  </a:lnTo>
                  <a:lnTo>
                    <a:pt x="709" y="1046"/>
                  </a:lnTo>
                  <a:lnTo>
                    <a:pt x="387" y="703"/>
                  </a:lnTo>
                  <a:lnTo>
                    <a:pt x="757" y="383"/>
                  </a:lnTo>
                  <a:close/>
                  <a:moveTo>
                    <a:pt x="760" y="1"/>
                  </a:moveTo>
                  <a:cubicBezTo>
                    <a:pt x="678" y="1"/>
                    <a:pt x="598" y="31"/>
                    <a:pt x="537" y="85"/>
                  </a:cubicBezTo>
                  <a:lnTo>
                    <a:pt x="123" y="443"/>
                  </a:lnTo>
                  <a:cubicBezTo>
                    <a:pt x="53" y="502"/>
                    <a:pt x="11" y="591"/>
                    <a:pt x="6" y="683"/>
                  </a:cubicBezTo>
                  <a:cubicBezTo>
                    <a:pt x="1" y="776"/>
                    <a:pt x="34" y="868"/>
                    <a:pt x="97" y="936"/>
                  </a:cubicBezTo>
                  <a:lnTo>
                    <a:pt x="460" y="1324"/>
                  </a:lnTo>
                  <a:cubicBezTo>
                    <a:pt x="525" y="1393"/>
                    <a:pt x="616" y="1433"/>
                    <a:pt x="710" y="1433"/>
                  </a:cubicBezTo>
                  <a:lnTo>
                    <a:pt x="714" y="1433"/>
                  </a:lnTo>
                  <a:cubicBezTo>
                    <a:pt x="810" y="1430"/>
                    <a:pt x="902" y="1389"/>
                    <a:pt x="966" y="1318"/>
                  </a:cubicBezTo>
                  <a:lnTo>
                    <a:pt x="1307" y="937"/>
                  </a:lnTo>
                  <a:cubicBezTo>
                    <a:pt x="1418" y="812"/>
                    <a:pt x="1425" y="626"/>
                    <a:pt x="1320" y="495"/>
                  </a:cubicBezTo>
                  <a:lnTo>
                    <a:pt x="1030" y="129"/>
                  </a:lnTo>
                  <a:cubicBezTo>
                    <a:pt x="972" y="57"/>
                    <a:pt x="885" y="10"/>
                    <a:pt x="793" y="3"/>
                  </a:cubicBezTo>
                  <a:cubicBezTo>
                    <a:pt x="782" y="1"/>
                    <a:pt x="771" y="1"/>
                    <a:pt x="7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5"/>
            <p:cNvSpPr/>
            <p:nvPr/>
          </p:nvSpPr>
          <p:spPr>
            <a:xfrm>
              <a:off x="2072672" y="1475397"/>
              <a:ext cx="46488" cy="43947"/>
            </a:xfrm>
            <a:custGeom>
              <a:rect b="b" l="l" r="r" t="t"/>
              <a:pathLst>
                <a:path extrusionOk="0" h="1349" w="1427">
                  <a:moveTo>
                    <a:pt x="604" y="383"/>
                  </a:moveTo>
                  <a:lnTo>
                    <a:pt x="1033" y="618"/>
                  </a:lnTo>
                  <a:lnTo>
                    <a:pt x="821" y="971"/>
                  </a:lnTo>
                  <a:lnTo>
                    <a:pt x="395" y="803"/>
                  </a:lnTo>
                  <a:lnTo>
                    <a:pt x="604" y="383"/>
                  </a:lnTo>
                  <a:close/>
                  <a:moveTo>
                    <a:pt x="592" y="1"/>
                  </a:moveTo>
                  <a:cubicBezTo>
                    <a:pt x="557" y="1"/>
                    <a:pt x="522" y="6"/>
                    <a:pt x="489" y="16"/>
                  </a:cubicBezTo>
                  <a:cubicBezTo>
                    <a:pt x="400" y="44"/>
                    <a:pt x="327" y="107"/>
                    <a:pt x="285" y="190"/>
                  </a:cubicBezTo>
                  <a:lnTo>
                    <a:pt x="48" y="666"/>
                  </a:lnTo>
                  <a:cubicBezTo>
                    <a:pt x="5" y="752"/>
                    <a:pt x="1" y="851"/>
                    <a:pt x="35" y="941"/>
                  </a:cubicBezTo>
                  <a:cubicBezTo>
                    <a:pt x="69" y="1030"/>
                    <a:pt x="141" y="1103"/>
                    <a:pt x="230" y="1138"/>
                  </a:cubicBezTo>
                  <a:lnTo>
                    <a:pt x="707" y="1326"/>
                  </a:lnTo>
                  <a:cubicBezTo>
                    <a:pt x="749" y="1341"/>
                    <a:pt x="791" y="1349"/>
                    <a:pt x="833" y="1349"/>
                  </a:cubicBezTo>
                  <a:cubicBezTo>
                    <a:pt x="949" y="1349"/>
                    <a:pt x="1062" y="1289"/>
                    <a:pt x="1126" y="1182"/>
                  </a:cubicBezTo>
                  <a:lnTo>
                    <a:pt x="1366" y="784"/>
                  </a:lnTo>
                  <a:cubicBezTo>
                    <a:pt x="1414" y="705"/>
                    <a:pt x="1427" y="608"/>
                    <a:pt x="1402" y="519"/>
                  </a:cubicBezTo>
                  <a:cubicBezTo>
                    <a:pt x="1377" y="430"/>
                    <a:pt x="1317" y="353"/>
                    <a:pt x="1236" y="308"/>
                  </a:cubicBezTo>
                  <a:lnTo>
                    <a:pt x="756" y="45"/>
                  </a:lnTo>
                  <a:cubicBezTo>
                    <a:pt x="706" y="15"/>
                    <a:pt x="649" y="1"/>
                    <a:pt x="5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5"/>
            <p:cNvSpPr/>
            <p:nvPr/>
          </p:nvSpPr>
          <p:spPr>
            <a:xfrm>
              <a:off x="2206435" y="1338963"/>
              <a:ext cx="17071" cy="34728"/>
            </a:xfrm>
            <a:custGeom>
              <a:rect b="b" l="l" r="r" t="t"/>
              <a:pathLst>
                <a:path extrusionOk="0" h="1066" w="524">
                  <a:moveTo>
                    <a:pt x="320" y="0"/>
                  </a:moveTo>
                  <a:cubicBezTo>
                    <a:pt x="232" y="0"/>
                    <a:pt x="155" y="64"/>
                    <a:pt x="139" y="154"/>
                  </a:cubicBezTo>
                  <a:lnTo>
                    <a:pt x="16" y="848"/>
                  </a:lnTo>
                  <a:cubicBezTo>
                    <a:pt x="0" y="948"/>
                    <a:pt x="67" y="1045"/>
                    <a:pt x="168" y="1063"/>
                  </a:cubicBezTo>
                  <a:cubicBezTo>
                    <a:pt x="178" y="1064"/>
                    <a:pt x="190" y="1066"/>
                    <a:pt x="200" y="1066"/>
                  </a:cubicBezTo>
                  <a:cubicBezTo>
                    <a:pt x="288" y="1066"/>
                    <a:pt x="367" y="1003"/>
                    <a:pt x="383" y="912"/>
                  </a:cubicBezTo>
                  <a:lnTo>
                    <a:pt x="504" y="218"/>
                  </a:lnTo>
                  <a:cubicBezTo>
                    <a:pt x="523" y="118"/>
                    <a:pt x="455" y="20"/>
                    <a:pt x="353" y="3"/>
                  </a:cubicBezTo>
                  <a:cubicBezTo>
                    <a:pt x="342" y="1"/>
                    <a:pt x="331" y="0"/>
                    <a:pt x="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5"/>
            <p:cNvSpPr/>
            <p:nvPr/>
          </p:nvSpPr>
          <p:spPr>
            <a:xfrm>
              <a:off x="2168580" y="1346944"/>
              <a:ext cx="24531" cy="30623"/>
            </a:xfrm>
            <a:custGeom>
              <a:rect b="b" l="l" r="r" t="t"/>
              <a:pathLst>
                <a:path extrusionOk="0" h="940" w="753">
                  <a:moveTo>
                    <a:pt x="213" y="1"/>
                  </a:moveTo>
                  <a:cubicBezTo>
                    <a:pt x="181" y="1"/>
                    <a:pt x="149" y="9"/>
                    <a:pt x="120" y="26"/>
                  </a:cubicBezTo>
                  <a:cubicBezTo>
                    <a:pt x="31" y="77"/>
                    <a:pt x="1" y="190"/>
                    <a:pt x="52" y="279"/>
                  </a:cubicBezTo>
                  <a:lnTo>
                    <a:pt x="379" y="847"/>
                  </a:lnTo>
                  <a:cubicBezTo>
                    <a:pt x="413" y="906"/>
                    <a:pt x="476" y="939"/>
                    <a:pt x="540" y="939"/>
                  </a:cubicBezTo>
                  <a:cubicBezTo>
                    <a:pt x="571" y="939"/>
                    <a:pt x="603" y="932"/>
                    <a:pt x="633" y="915"/>
                  </a:cubicBezTo>
                  <a:cubicBezTo>
                    <a:pt x="722" y="864"/>
                    <a:pt x="753" y="749"/>
                    <a:pt x="701" y="660"/>
                  </a:cubicBezTo>
                  <a:lnTo>
                    <a:pt x="373" y="94"/>
                  </a:lnTo>
                  <a:cubicBezTo>
                    <a:pt x="340" y="34"/>
                    <a:pt x="277" y="1"/>
                    <a:pt x="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5"/>
            <p:cNvSpPr/>
            <p:nvPr/>
          </p:nvSpPr>
          <p:spPr>
            <a:xfrm>
              <a:off x="2098766" y="1431711"/>
              <a:ext cx="12151" cy="12151"/>
            </a:xfrm>
            <a:custGeom>
              <a:rect b="b" l="l" r="r" t="t"/>
              <a:pathLst>
                <a:path extrusionOk="0" h="373" w="373">
                  <a:moveTo>
                    <a:pt x="186" y="1"/>
                  </a:moveTo>
                  <a:cubicBezTo>
                    <a:pt x="83" y="1"/>
                    <a:pt x="0" y="84"/>
                    <a:pt x="0" y="186"/>
                  </a:cubicBezTo>
                  <a:cubicBezTo>
                    <a:pt x="0" y="290"/>
                    <a:pt x="84" y="373"/>
                    <a:pt x="186" y="373"/>
                  </a:cubicBezTo>
                  <a:cubicBezTo>
                    <a:pt x="289" y="373"/>
                    <a:pt x="372" y="289"/>
                    <a:pt x="372" y="186"/>
                  </a:cubicBezTo>
                  <a:cubicBezTo>
                    <a:pt x="372" y="84"/>
                    <a:pt x="289" y="2"/>
                    <a:pt x="1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5"/>
            <p:cNvSpPr/>
            <p:nvPr/>
          </p:nvSpPr>
          <p:spPr>
            <a:xfrm>
              <a:off x="2191123" y="1406496"/>
              <a:ext cx="12151" cy="12151"/>
            </a:xfrm>
            <a:custGeom>
              <a:rect b="b" l="l" r="r" t="t"/>
              <a:pathLst>
                <a:path extrusionOk="0" h="373" w="373">
                  <a:moveTo>
                    <a:pt x="187" y="0"/>
                  </a:moveTo>
                  <a:cubicBezTo>
                    <a:pt x="84" y="0"/>
                    <a:pt x="1" y="84"/>
                    <a:pt x="1" y="187"/>
                  </a:cubicBezTo>
                  <a:cubicBezTo>
                    <a:pt x="1" y="290"/>
                    <a:pt x="85" y="372"/>
                    <a:pt x="187" y="372"/>
                  </a:cubicBezTo>
                  <a:cubicBezTo>
                    <a:pt x="291" y="372"/>
                    <a:pt x="373" y="289"/>
                    <a:pt x="373" y="187"/>
                  </a:cubicBezTo>
                  <a:cubicBezTo>
                    <a:pt x="373" y="84"/>
                    <a:pt x="291" y="2"/>
                    <a:pt x="1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5"/>
            <p:cNvSpPr/>
            <p:nvPr/>
          </p:nvSpPr>
          <p:spPr>
            <a:xfrm>
              <a:off x="2268755" y="1472172"/>
              <a:ext cx="12151" cy="12119"/>
            </a:xfrm>
            <a:custGeom>
              <a:rect b="b" l="l" r="r" t="t"/>
              <a:pathLst>
                <a:path extrusionOk="0" h="372" w="373">
                  <a:moveTo>
                    <a:pt x="187" y="0"/>
                  </a:moveTo>
                  <a:cubicBezTo>
                    <a:pt x="83" y="0"/>
                    <a:pt x="0" y="84"/>
                    <a:pt x="0" y="185"/>
                  </a:cubicBezTo>
                  <a:cubicBezTo>
                    <a:pt x="0" y="289"/>
                    <a:pt x="83" y="372"/>
                    <a:pt x="187" y="372"/>
                  </a:cubicBezTo>
                  <a:cubicBezTo>
                    <a:pt x="289" y="372"/>
                    <a:pt x="372" y="288"/>
                    <a:pt x="372" y="185"/>
                  </a:cubicBezTo>
                  <a:cubicBezTo>
                    <a:pt x="372" y="84"/>
                    <a:pt x="289" y="0"/>
                    <a:pt x="1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7" name="Google Shape;7197;p65"/>
          <p:cNvGrpSpPr/>
          <p:nvPr/>
        </p:nvGrpSpPr>
        <p:grpSpPr>
          <a:xfrm>
            <a:off x="1558171" y="1415309"/>
            <a:ext cx="309649" cy="285183"/>
            <a:chOff x="6049146" y="2816971"/>
            <a:chExt cx="309649" cy="285183"/>
          </a:xfrm>
        </p:grpSpPr>
        <p:sp>
          <p:nvSpPr>
            <p:cNvPr id="7198" name="Google Shape;7198;p65"/>
            <p:cNvSpPr/>
            <p:nvPr/>
          </p:nvSpPr>
          <p:spPr>
            <a:xfrm>
              <a:off x="6090096" y="3010025"/>
              <a:ext cx="51342" cy="51342"/>
            </a:xfrm>
            <a:custGeom>
              <a:rect b="b" l="l" r="r" t="t"/>
              <a:pathLst>
                <a:path extrusionOk="0" h="1576" w="1576">
                  <a:moveTo>
                    <a:pt x="788" y="372"/>
                  </a:moveTo>
                  <a:cubicBezTo>
                    <a:pt x="1017" y="372"/>
                    <a:pt x="1204" y="557"/>
                    <a:pt x="1204" y="789"/>
                  </a:cubicBezTo>
                  <a:cubicBezTo>
                    <a:pt x="1204" y="1017"/>
                    <a:pt x="1017" y="1205"/>
                    <a:pt x="788" y="1205"/>
                  </a:cubicBezTo>
                  <a:cubicBezTo>
                    <a:pt x="559" y="1205"/>
                    <a:pt x="371" y="1017"/>
                    <a:pt x="371" y="789"/>
                  </a:cubicBezTo>
                  <a:cubicBezTo>
                    <a:pt x="371" y="559"/>
                    <a:pt x="558" y="372"/>
                    <a:pt x="788" y="372"/>
                  </a:cubicBezTo>
                  <a:close/>
                  <a:moveTo>
                    <a:pt x="788" y="1"/>
                  </a:moveTo>
                  <a:cubicBezTo>
                    <a:pt x="355" y="1"/>
                    <a:pt x="1" y="355"/>
                    <a:pt x="1" y="789"/>
                  </a:cubicBezTo>
                  <a:cubicBezTo>
                    <a:pt x="1" y="1221"/>
                    <a:pt x="355" y="1575"/>
                    <a:pt x="788" y="1575"/>
                  </a:cubicBezTo>
                  <a:cubicBezTo>
                    <a:pt x="1221" y="1575"/>
                    <a:pt x="1575" y="1221"/>
                    <a:pt x="1575" y="789"/>
                  </a:cubicBezTo>
                  <a:cubicBezTo>
                    <a:pt x="1575" y="355"/>
                    <a:pt x="1221" y="1"/>
                    <a:pt x="7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5"/>
            <p:cNvSpPr/>
            <p:nvPr/>
          </p:nvSpPr>
          <p:spPr>
            <a:xfrm>
              <a:off x="6049146" y="2816971"/>
              <a:ext cx="309649" cy="285183"/>
            </a:xfrm>
            <a:custGeom>
              <a:rect b="b" l="l" r="r" t="t"/>
              <a:pathLst>
                <a:path extrusionOk="0" h="8754" w="9505">
                  <a:moveTo>
                    <a:pt x="5984" y="373"/>
                  </a:moveTo>
                  <a:lnTo>
                    <a:pt x="6517" y="864"/>
                  </a:lnTo>
                  <a:cubicBezTo>
                    <a:pt x="6551" y="895"/>
                    <a:pt x="6595" y="913"/>
                    <a:pt x="6642" y="913"/>
                  </a:cubicBezTo>
                  <a:lnTo>
                    <a:pt x="7379" y="913"/>
                  </a:lnTo>
                  <a:lnTo>
                    <a:pt x="7778" y="1257"/>
                  </a:lnTo>
                  <a:cubicBezTo>
                    <a:pt x="7812" y="1285"/>
                    <a:pt x="7854" y="1301"/>
                    <a:pt x="7898" y="1301"/>
                  </a:cubicBezTo>
                  <a:lnTo>
                    <a:pt x="8460" y="1301"/>
                  </a:lnTo>
                  <a:lnTo>
                    <a:pt x="8709" y="1590"/>
                  </a:lnTo>
                  <a:lnTo>
                    <a:pt x="4175" y="1590"/>
                  </a:lnTo>
                  <a:lnTo>
                    <a:pt x="3774" y="1268"/>
                  </a:lnTo>
                  <a:lnTo>
                    <a:pt x="4866" y="373"/>
                  </a:lnTo>
                  <a:close/>
                  <a:moveTo>
                    <a:pt x="2854" y="2116"/>
                  </a:moveTo>
                  <a:lnTo>
                    <a:pt x="2854" y="3753"/>
                  </a:lnTo>
                  <a:lnTo>
                    <a:pt x="710" y="3753"/>
                  </a:lnTo>
                  <a:lnTo>
                    <a:pt x="1246" y="2116"/>
                  </a:lnTo>
                  <a:close/>
                  <a:moveTo>
                    <a:pt x="2969" y="4125"/>
                  </a:moveTo>
                  <a:lnTo>
                    <a:pt x="4672" y="5613"/>
                  </a:lnTo>
                  <a:cubicBezTo>
                    <a:pt x="4706" y="5643"/>
                    <a:pt x="4750" y="5659"/>
                    <a:pt x="4794" y="5659"/>
                  </a:cubicBezTo>
                  <a:cubicBezTo>
                    <a:pt x="4810" y="5659"/>
                    <a:pt x="4827" y="5657"/>
                    <a:pt x="4842" y="5652"/>
                  </a:cubicBezTo>
                  <a:lnTo>
                    <a:pt x="5940" y="5353"/>
                  </a:lnTo>
                  <a:lnTo>
                    <a:pt x="5725" y="5569"/>
                  </a:lnTo>
                  <a:cubicBezTo>
                    <a:pt x="5652" y="5641"/>
                    <a:pt x="5652" y="5758"/>
                    <a:pt x="5725" y="5831"/>
                  </a:cubicBezTo>
                  <a:lnTo>
                    <a:pt x="5735" y="5841"/>
                  </a:lnTo>
                  <a:cubicBezTo>
                    <a:pt x="5692" y="5927"/>
                    <a:pt x="5654" y="6016"/>
                    <a:pt x="5624" y="6108"/>
                  </a:cubicBezTo>
                  <a:lnTo>
                    <a:pt x="5609" y="6108"/>
                  </a:lnTo>
                  <a:cubicBezTo>
                    <a:pt x="5508" y="6108"/>
                    <a:pt x="5423" y="6191"/>
                    <a:pt x="5423" y="6294"/>
                  </a:cubicBezTo>
                  <a:lnTo>
                    <a:pt x="5423" y="6528"/>
                  </a:lnTo>
                  <a:lnTo>
                    <a:pt x="4084" y="6528"/>
                  </a:lnTo>
                  <a:lnTo>
                    <a:pt x="4084" y="6294"/>
                  </a:lnTo>
                  <a:cubicBezTo>
                    <a:pt x="4084" y="6192"/>
                    <a:pt x="4001" y="6108"/>
                    <a:pt x="3898" y="6108"/>
                  </a:cubicBezTo>
                  <a:lnTo>
                    <a:pt x="3883" y="6108"/>
                  </a:lnTo>
                  <a:cubicBezTo>
                    <a:pt x="3854" y="6016"/>
                    <a:pt x="3817" y="5927"/>
                    <a:pt x="3772" y="5841"/>
                  </a:cubicBezTo>
                  <a:lnTo>
                    <a:pt x="3782" y="5831"/>
                  </a:lnTo>
                  <a:cubicBezTo>
                    <a:pt x="3855" y="5758"/>
                    <a:pt x="3855" y="5641"/>
                    <a:pt x="3782" y="5569"/>
                  </a:cubicBezTo>
                  <a:lnTo>
                    <a:pt x="3189" y="4976"/>
                  </a:lnTo>
                  <a:cubicBezTo>
                    <a:pt x="3154" y="4940"/>
                    <a:pt x="3107" y="4921"/>
                    <a:pt x="3058" y="4921"/>
                  </a:cubicBezTo>
                  <a:cubicBezTo>
                    <a:pt x="3010" y="4921"/>
                    <a:pt x="2961" y="4941"/>
                    <a:pt x="2927" y="4976"/>
                  </a:cubicBezTo>
                  <a:lnTo>
                    <a:pt x="2917" y="4986"/>
                  </a:lnTo>
                  <a:cubicBezTo>
                    <a:pt x="2830" y="4942"/>
                    <a:pt x="2742" y="4904"/>
                    <a:pt x="2650" y="4874"/>
                  </a:cubicBezTo>
                  <a:lnTo>
                    <a:pt x="2650" y="4859"/>
                  </a:lnTo>
                  <a:cubicBezTo>
                    <a:pt x="2650" y="4758"/>
                    <a:pt x="2567" y="4674"/>
                    <a:pt x="2463" y="4674"/>
                  </a:cubicBezTo>
                  <a:lnTo>
                    <a:pt x="1624" y="4674"/>
                  </a:lnTo>
                  <a:cubicBezTo>
                    <a:pt x="1523" y="4674"/>
                    <a:pt x="1439" y="4757"/>
                    <a:pt x="1439" y="4859"/>
                  </a:cubicBezTo>
                  <a:lnTo>
                    <a:pt x="1439" y="4874"/>
                  </a:lnTo>
                  <a:cubicBezTo>
                    <a:pt x="1347" y="4904"/>
                    <a:pt x="1258" y="4941"/>
                    <a:pt x="1172" y="4986"/>
                  </a:cubicBezTo>
                  <a:lnTo>
                    <a:pt x="1161" y="4976"/>
                  </a:lnTo>
                  <a:cubicBezTo>
                    <a:pt x="1126" y="4940"/>
                    <a:pt x="1078" y="4921"/>
                    <a:pt x="1030" y="4921"/>
                  </a:cubicBezTo>
                  <a:cubicBezTo>
                    <a:pt x="981" y="4921"/>
                    <a:pt x="933" y="4941"/>
                    <a:pt x="899" y="4976"/>
                  </a:cubicBezTo>
                  <a:lnTo>
                    <a:pt x="376" y="5499"/>
                  </a:lnTo>
                  <a:lnTo>
                    <a:pt x="376" y="4125"/>
                  </a:lnTo>
                  <a:close/>
                  <a:moveTo>
                    <a:pt x="7703" y="5046"/>
                  </a:moveTo>
                  <a:cubicBezTo>
                    <a:pt x="7715" y="5118"/>
                    <a:pt x="7768" y="5177"/>
                    <a:pt x="7842" y="5194"/>
                  </a:cubicBezTo>
                  <a:cubicBezTo>
                    <a:pt x="7993" y="5232"/>
                    <a:pt x="8139" y="5292"/>
                    <a:pt x="8274" y="5374"/>
                  </a:cubicBezTo>
                  <a:cubicBezTo>
                    <a:pt x="8304" y="5392"/>
                    <a:pt x="8337" y="5400"/>
                    <a:pt x="8369" y="5400"/>
                  </a:cubicBezTo>
                  <a:cubicBezTo>
                    <a:pt x="8408" y="5400"/>
                    <a:pt x="8446" y="5389"/>
                    <a:pt x="8478" y="5365"/>
                  </a:cubicBezTo>
                  <a:lnTo>
                    <a:pt x="8813" y="5701"/>
                  </a:lnTo>
                  <a:cubicBezTo>
                    <a:pt x="8771" y="5759"/>
                    <a:pt x="8767" y="5840"/>
                    <a:pt x="8805" y="5904"/>
                  </a:cubicBezTo>
                  <a:cubicBezTo>
                    <a:pt x="8886" y="6039"/>
                    <a:pt x="8947" y="6184"/>
                    <a:pt x="8984" y="6338"/>
                  </a:cubicBezTo>
                  <a:cubicBezTo>
                    <a:pt x="9003" y="6409"/>
                    <a:pt x="9061" y="6463"/>
                    <a:pt x="9133" y="6476"/>
                  </a:cubicBezTo>
                  <a:lnTo>
                    <a:pt x="9133" y="6950"/>
                  </a:lnTo>
                  <a:cubicBezTo>
                    <a:pt x="9061" y="6962"/>
                    <a:pt x="9003" y="7015"/>
                    <a:pt x="8984" y="7089"/>
                  </a:cubicBezTo>
                  <a:cubicBezTo>
                    <a:pt x="8946" y="7242"/>
                    <a:pt x="8886" y="7387"/>
                    <a:pt x="8805" y="7522"/>
                  </a:cubicBezTo>
                  <a:cubicBezTo>
                    <a:pt x="8766" y="7586"/>
                    <a:pt x="8769" y="7666"/>
                    <a:pt x="8813" y="7726"/>
                  </a:cubicBezTo>
                  <a:lnTo>
                    <a:pt x="8478" y="8061"/>
                  </a:lnTo>
                  <a:cubicBezTo>
                    <a:pt x="8445" y="8038"/>
                    <a:pt x="8407" y="8027"/>
                    <a:pt x="8369" y="8027"/>
                  </a:cubicBezTo>
                  <a:cubicBezTo>
                    <a:pt x="8337" y="8027"/>
                    <a:pt x="8304" y="8035"/>
                    <a:pt x="8274" y="8052"/>
                  </a:cubicBezTo>
                  <a:cubicBezTo>
                    <a:pt x="8139" y="8134"/>
                    <a:pt x="7993" y="8195"/>
                    <a:pt x="7841" y="8232"/>
                  </a:cubicBezTo>
                  <a:cubicBezTo>
                    <a:pt x="7768" y="8250"/>
                    <a:pt x="7715" y="8309"/>
                    <a:pt x="7701" y="8381"/>
                  </a:cubicBezTo>
                  <a:lnTo>
                    <a:pt x="7228" y="8381"/>
                  </a:lnTo>
                  <a:cubicBezTo>
                    <a:pt x="7216" y="8309"/>
                    <a:pt x="7162" y="8250"/>
                    <a:pt x="7089" y="8232"/>
                  </a:cubicBezTo>
                  <a:cubicBezTo>
                    <a:pt x="6936" y="8194"/>
                    <a:pt x="6790" y="8134"/>
                    <a:pt x="6656" y="8052"/>
                  </a:cubicBezTo>
                  <a:cubicBezTo>
                    <a:pt x="6626" y="8034"/>
                    <a:pt x="6592" y="8025"/>
                    <a:pt x="6559" y="8025"/>
                  </a:cubicBezTo>
                  <a:cubicBezTo>
                    <a:pt x="6521" y="8025"/>
                    <a:pt x="6484" y="8037"/>
                    <a:pt x="6453" y="8061"/>
                  </a:cubicBezTo>
                  <a:lnTo>
                    <a:pt x="6117" y="7726"/>
                  </a:lnTo>
                  <a:cubicBezTo>
                    <a:pt x="6159" y="7666"/>
                    <a:pt x="6164" y="7586"/>
                    <a:pt x="6125" y="7522"/>
                  </a:cubicBezTo>
                  <a:cubicBezTo>
                    <a:pt x="6044" y="7387"/>
                    <a:pt x="5982" y="7241"/>
                    <a:pt x="5946" y="7089"/>
                  </a:cubicBezTo>
                  <a:cubicBezTo>
                    <a:pt x="5928" y="7016"/>
                    <a:pt x="5868" y="6963"/>
                    <a:pt x="5798" y="6950"/>
                  </a:cubicBezTo>
                  <a:lnTo>
                    <a:pt x="5798" y="6476"/>
                  </a:lnTo>
                  <a:cubicBezTo>
                    <a:pt x="5870" y="6464"/>
                    <a:pt x="5929" y="6411"/>
                    <a:pt x="5946" y="6338"/>
                  </a:cubicBezTo>
                  <a:cubicBezTo>
                    <a:pt x="5983" y="6184"/>
                    <a:pt x="6044" y="6039"/>
                    <a:pt x="6125" y="5904"/>
                  </a:cubicBezTo>
                  <a:cubicBezTo>
                    <a:pt x="6165" y="5840"/>
                    <a:pt x="6160" y="5759"/>
                    <a:pt x="6118" y="5701"/>
                  </a:cubicBezTo>
                  <a:lnTo>
                    <a:pt x="6454" y="5365"/>
                  </a:lnTo>
                  <a:cubicBezTo>
                    <a:pt x="6485" y="5388"/>
                    <a:pt x="6523" y="5400"/>
                    <a:pt x="6562" y="5400"/>
                  </a:cubicBezTo>
                  <a:cubicBezTo>
                    <a:pt x="6595" y="5400"/>
                    <a:pt x="6628" y="5391"/>
                    <a:pt x="6657" y="5374"/>
                  </a:cubicBezTo>
                  <a:cubicBezTo>
                    <a:pt x="6792" y="5292"/>
                    <a:pt x="6937" y="5232"/>
                    <a:pt x="7091" y="5194"/>
                  </a:cubicBezTo>
                  <a:cubicBezTo>
                    <a:pt x="7162" y="5176"/>
                    <a:pt x="7216" y="5117"/>
                    <a:pt x="7229" y="5046"/>
                  </a:cubicBezTo>
                  <a:close/>
                  <a:moveTo>
                    <a:pt x="2282" y="5046"/>
                  </a:moveTo>
                  <a:cubicBezTo>
                    <a:pt x="2294" y="5118"/>
                    <a:pt x="2347" y="5177"/>
                    <a:pt x="2420" y="5194"/>
                  </a:cubicBezTo>
                  <a:cubicBezTo>
                    <a:pt x="2574" y="5231"/>
                    <a:pt x="2719" y="5292"/>
                    <a:pt x="2854" y="5373"/>
                  </a:cubicBezTo>
                  <a:cubicBezTo>
                    <a:pt x="2884" y="5391"/>
                    <a:pt x="2918" y="5400"/>
                    <a:pt x="2951" y="5400"/>
                  </a:cubicBezTo>
                  <a:cubicBezTo>
                    <a:pt x="2989" y="5400"/>
                    <a:pt x="3026" y="5389"/>
                    <a:pt x="3057" y="5366"/>
                  </a:cubicBezTo>
                  <a:lnTo>
                    <a:pt x="3393" y="5702"/>
                  </a:lnTo>
                  <a:cubicBezTo>
                    <a:pt x="3351" y="5761"/>
                    <a:pt x="3347" y="5841"/>
                    <a:pt x="3384" y="5905"/>
                  </a:cubicBezTo>
                  <a:cubicBezTo>
                    <a:pt x="3466" y="6040"/>
                    <a:pt x="3528" y="6185"/>
                    <a:pt x="3564" y="6339"/>
                  </a:cubicBezTo>
                  <a:cubicBezTo>
                    <a:pt x="3582" y="6411"/>
                    <a:pt x="3641" y="6464"/>
                    <a:pt x="3712" y="6477"/>
                  </a:cubicBezTo>
                  <a:lnTo>
                    <a:pt x="3712" y="6951"/>
                  </a:lnTo>
                  <a:lnTo>
                    <a:pt x="3713" y="6951"/>
                  </a:lnTo>
                  <a:cubicBezTo>
                    <a:pt x="3641" y="6963"/>
                    <a:pt x="3582" y="7016"/>
                    <a:pt x="3565" y="7090"/>
                  </a:cubicBezTo>
                  <a:cubicBezTo>
                    <a:pt x="3528" y="7244"/>
                    <a:pt x="3467" y="7388"/>
                    <a:pt x="3386" y="7523"/>
                  </a:cubicBezTo>
                  <a:cubicBezTo>
                    <a:pt x="3347" y="7587"/>
                    <a:pt x="3351" y="7668"/>
                    <a:pt x="3393" y="7727"/>
                  </a:cubicBezTo>
                  <a:lnTo>
                    <a:pt x="3057" y="8062"/>
                  </a:lnTo>
                  <a:cubicBezTo>
                    <a:pt x="3026" y="8039"/>
                    <a:pt x="2988" y="8028"/>
                    <a:pt x="2949" y="8028"/>
                  </a:cubicBezTo>
                  <a:cubicBezTo>
                    <a:pt x="2917" y="8028"/>
                    <a:pt x="2884" y="8036"/>
                    <a:pt x="2854" y="8054"/>
                  </a:cubicBezTo>
                  <a:cubicBezTo>
                    <a:pt x="2719" y="8135"/>
                    <a:pt x="2574" y="8197"/>
                    <a:pt x="2420" y="8234"/>
                  </a:cubicBezTo>
                  <a:cubicBezTo>
                    <a:pt x="2349" y="8252"/>
                    <a:pt x="2295" y="8310"/>
                    <a:pt x="2282" y="8382"/>
                  </a:cubicBezTo>
                  <a:lnTo>
                    <a:pt x="1808" y="8382"/>
                  </a:lnTo>
                  <a:cubicBezTo>
                    <a:pt x="1796" y="8310"/>
                    <a:pt x="1743" y="8252"/>
                    <a:pt x="1669" y="8234"/>
                  </a:cubicBezTo>
                  <a:cubicBezTo>
                    <a:pt x="1515" y="8195"/>
                    <a:pt x="1371" y="8135"/>
                    <a:pt x="1236" y="8054"/>
                  </a:cubicBezTo>
                  <a:cubicBezTo>
                    <a:pt x="1206" y="8036"/>
                    <a:pt x="1173" y="8027"/>
                    <a:pt x="1140" y="8027"/>
                  </a:cubicBezTo>
                  <a:cubicBezTo>
                    <a:pt x="1102" y="8027"/>
                    <a:pt x="1064" y="8039"/>
                    <a:pt x="1032" y="8062"/>
                  </a:cubicBezTo>
                  <a:lnTo>
                    <a:pt x="697" y="7727"/>
                  </a:lnTo>
                  <a:cubicBezTo>
                    <a:pt x="739" y="7668"/>
                    <a:pt x="743" y="7587"/>
                    <a:pt x="706" y="7523"/>
                  </a:cubicBezTo>
                  <a:cubicBezTo>
                    <a:pt x="624" y="7388"/>
                    <a:pt x="562" y="7242"/>
                    <a:pt x="525" y="7090"/>
                  </a:cubicBezTo>
                  <a:cubicBezTo>
                    <a:pt x="508" y="7019"/>
                    <a:pt x="449" y="6964"/>
                    <a:pt x="378" y="6951"/>
                  </a:cubicBezTo>
                  <a:lnTo>
                    <a:pt x="378" y="6477"/>
                  </a:lnTo>
                  <a:cubicBezTo>
                    <a:pt x="450" y="6465"/>
                    <a:pt x="509" y="6412"/>
                    <a:pt x="525" y="6339"/>
                  </a:cubicBezTo>
                  <a:cubicBezTo>
                    <a:pt x="564" y="6186"/>
                    <a:pt x="624" y="6040"/>
                    <a:pt x="706" y="5905"/>
                  </a:cubicBezTo>
                  <a:cubicBezTo>
                    <a:pt x="744" y="5841"/>
                    <a:pt x="740" y="5761"/>
                    <a:pt x="697" y="5702"/>
                  </a:cubicBezTo>
                  <a:lnTo>
                    <a:pt x="1032" y="5366"/>
                  </a:lnTo>
                  <a:cubicBezTo>
                    <a:pt x="1064" y="5389"/>
                    <a:pt x="1101" y="5400"/>
                    <a:pt x="1139" y="5400"/>
                  </a:cubicBezTo>
                  <a:cubicBezTo>
                    <a:pt x="1172" y="5400"/>
                    <a:pt x="1206" y="5391"/>
                    <a:pt x="1236" y="5373"/>
                  </a:cubicBezTo>
                  <a:cubicBezTo>
                    <a:pt x="1371" y="5292"/>
                    <a:pt x="1517" y="5231"/>
                    <a:pt x="1669" y="5194"/>
                  </a:cubicBezTo>
                  <a:cubicBezTo>
                    <a:pt x="1741" y="5176"/>
                    <a:pt x="1795" y="5117"/>
                    <a:pt x="1808" y="5046"/>
                  </a:cubicBezTo>
                  <a:close/>
                  <a:moveTo>
                    <a:pt x="4799" y="1"/>
                  </a:moveTo>
                  <a:cubicBezTo>
                    <a:pt x="4756" y="1"/>
                    <a:pt x="4715" y="15"/>
                    <a:pt x="4681" y="43"/>
                  </a:cubicBezTo>
                  <a:lnTo>
                    <a:pt x="3460" y="1044"/>
                  </a:lnTo>
                  <a:cubicBezTo>
                    <a:pt x="3393" y="1017"/>
                    <a:pt x="3319" y="1001"/>
                    <a:pt x="3246" y="1001"/>
                  </a:cubicBezTo>
                  <a:lnTo>
                    <a:pt x="2580" y="1001"/>
                  </a:lnTo>
                  <a:cubicBezTo>
                    <a:pt x="2477" y="1001"/>
                    <a:pt x="2393" y="1084"/>
                    <a:pt x="2393" y="1187"/>
                  </a:cubicBezTo>
                  <a:cubicBezTo>
                    <a:pt x="2393" y="1289"/>
                    <a:pt x="2476" y="1373"/>
                    <a:pt x="2580" y="1373"/>
                  </a:cubicBezTo>
                  <a:lnTo>
                    <a:pt x="3246" y="1373"/>
                  </a:lnTo>
                  <a:cubicBezTo>
                    <a:pt x="3288" y="1373"/>
                    <a:pt x="3330" y="1388"/>
                    <a:pt x="3362" y="1414"/>
                  </a:cubicBezTo>
                  <a:lnTo>
                    <a:pt x="3991" y="1919"/>
                  </a:lnTo>
                  <a:cubicBezTo>
                    <a:pt x="4023" y="1945"/>
                    <a:pt x="4064" y="1960"/>
                    <a:pt x="4107" y="1960"/>
                  </a:cubicBezTo>
                  <a:lnTo>
                    <a:pt x="9132" y="1960"/>
                  </a:lnTo>
                  <a:lnTo>
                    <a:pt x="9132" y="4097"/>
                  </a:lnTo>
                  <a:lnTo>
                    <a:pt x="4839" y="5266"/>
                  </a:lnTo>
                  <a:lnTo>
                    <a:pt x="3224" y="3853"/>
                  </a:lnTo>
                  <a:lnTo>
                    <a:pt x="3224" y="1928"/>
                  </a:lnTo>
                  <a:cubicBezTo>
                    <a:pt x="3224" y="1826"/>
                    <a:pt x="3141" y="1742"/>
                    <a:pt x="3037" y="1742"/>
                  </a:cubicBezTo>
                  <a:lnTo>
                    <a:pt x="372" y="1742"/>
                  </a:lnTo>
                  <a:lnTo>
                    <a:pt x="372" y="1372"/>
                  </a:lnTo>
                  <a:lnTo>
                    <a:pt x="910" y="1372"/>
                  </a:lnTo>
                  <a:cubicBezTo>
                    <a:pt x="1011" y="1372"/>
                    <a:pt x="1095" y="1289"/>
                    <a:pt x="1095" y="1185"/>
                  </a:cubicBezTo>
                  <a:cubicBezTo>
                    <a:pt x="1095" y="1084"/>
                    <a:pt x="1014" y="1000"/>
                    <a:pt x="910" y="1000"/>
                  </a:cubicBezTo>
                  <a:lnTo>
                    <a:pt x="187" y="1000"/>
                  </a:lnTo>
                  <a:cubicBezTo>
                    <a:pt x="84" y="1000"/>
                    <a:pt x="1" y="1082"/>
                    <a:pt x="1" y="1185"/>
                  </a:cubicBezTo>
                  <a:lnTo>
                    <a:pt x="1" y="1927"/>
                  </a:lnTo>
                  <a:cubicBezTo>
                    <a:pt x="1" y="2029"/>
                    <a:pt x="83" y="2113"/>
                    <a:pt x="187" y="2113"/>
                  </a:cubicBezTo>
                  <a:lnTo>
                    <a:pt x="853" y="2113"/>
                  </a:lnTo>
                  <a:lnTo>
                    <a:pt x="317" y="3751"/>
                  </a:lnTo>
                  <a:lnTo>
                    <a:pt x="187" y="3751"/>
                  </a:lnTo>
                  <a:cubicBezTo>
                    <a:pt x="84" y="3751"/>
                    <a:pt x="1" y="3834"/>
                    <a:pt x="1" y="3936"/>
                  </a:cubicBezTo>
                  <a:lnTo>
                    <a:pt x="1" y="5699"/>
                  </a:lnTo>
                  <a:cubicBezTo>
                    <a:pt x="1" y="5800"/>
                    <a:pt x="83" y="5884"/>
                    <a:pt x="187" y="5884"/>
                  </a:cubicBezTo>
                  <a:lnTo>
                    <a:pt x="291" y="5884"/>
                  </a:lnTo>
                  <a:cubicBezTo>
                    <a:pt x="256" y="5957"/>
                    <a:pt x="226" y="6031"/>
                    <a:pt x="202" y="6108"/>
                  </a:cubicBezTo>
                  <a:lnTo>
                    <a:pt x="187" y="6108"/>
                  </a:lnTo>
                  <a:cubicBezTo>
                    <a:pt x="84" y="6108"/>
                    <a:pt x="1" y="6191"/>
                    <a:pt x="1" y="6294"/>
                  </a:cubicBezTo>
                  <a:lnTo>
                    <a:pt x="1" y="7134"/>
                  </a:lnTo>
                  <a:cubicBezTo>
                    <a:pt x="1" y="7235"/>
                    <a:pt x="83" y="7319"/>
                    <a:pt x="187" y="7319"/>
                  </a:cubicBezTo>
                  <a:lnTo>
                    <a:pt x="202" y="7319"/>
                  </a:lnTo>
                  <a:cubicBezTo>
                    <a:pt x="231" y="7411"/>
                    <a:pt x="268" y="7501"/>
                    <a:pt x="313" y="7586"/>
                  </a:cubicBezTo>
                  <a:lnTo>
                    <a:pt x="302" y="7597"/>
                  </a:lnTo>
                  <a:cubicBezTo>
                    <a:pt x="267" y="7632"/>
                    <a:pt x="249" y="7680"/>
                    <a:pt x="249" y="7728"/>
                  </a:cubicBezTo>
                  <a:cubicBezTo>
                    <a:pt x="249" y="7778"/>
                    <a:pt x="268" y="7825"/>
                    <a:pt x="302" y="7859"/>
                  </a:cubicBezTo>
                  <a:lnTo>
                    <a:pt x="895" y="8452"/>
                  </a:lnTo>
                  <a:cubicBezTo>
                    <a:pt x="931" y="8488"/>
                    <a:pt x="979" y="8506"/>
                    <a:pt x="1026" y="8506"/>
                  </a:cubicBezTo>
                  <a:cubicBezTo>
                    <a:pt x="1074" y="8506"/>
                    <a:pt x="1121" y="8488"/>
                    <a:pt x="1157" y="8452"/>
                  </a:cubicBezTo>
                  <a:lnTo>
                    <a:pt x="1168" y="8441"/>
                  </a:lnTo>
                  <a:cubicBezTo>
                    <a:pt x="1254" y="8485"/>
                    <a:pt x="1344" y="8523"/>
                    <a:pt x="1435" y="8553"/>
                  </a:cubicBezTo>
                  <a:lnTo>
                    <a:pt x="1435" y="8567"/>
                  </a:lnTo>
                  <a:cubicBezTo>
                    <a:pt x="1435" y="8670"/>
                    <a:pt x="1517" y="8753"/>
                    <a:pt x="1621" y="8753"/>
                  </a:cubicBezTo>
                  <a:lnTo>
                    <a:pt x="2460" y="8753"/>
                  </a:lnTo>
                  <a:cubicBezTo>
                    <a:pt x="2562" y="8753"/>
                    <a:pt x="2646" y="8671"/>
                    <a:pt x="2646" y="8567"/>
                  </a:cubicBezTo>
                  <a:lnTo>
                    <a:pt x="2646" y="8553"/>
                  </a:lnTo>
                  <a:cubicBezTo>
                    <a:pt x="2738" y="8523"/>
                    <a:pt x="2828" y="8486"/>
                    <a:pt x="2913" y="8441"/>
                  </a:cubicBezTo>
                  <a:lnTo>
                    <a:pt x="2923" y="8452"/>
                  </a:lnTo>
                  <a:cubicBezTo>
                    <a:pt x="2959" y="8488"/>
                    <a:pt x="3007" y="8506"/>
                    <a:pt x="3055" y="8506"/>
                  </a:cubicBezTo>
                  <a:cubicBezTo>
                    <a:pt x="3102" y="8506"/>
                    <a:pt x="3150" y="8488"/>
                    <a:pt x="3185" y="8452"/>
                  </a:cubicBezTo>
                  <a:lnTo>
                    <a:pt x="3779" y="7859"/>
                  </a:lnTo>
                  <a:cubicBezTo>
                    <a:pt x="3850" y="7786"/>
                    <a:pt x="3850" y="7669"/>
                    <a:pt x="3779" y="7597"/>
                  </a:cubicBezTo>
                  <a:lnTo>
                    <a:pt x="3769" y="7586"/>
                  </a:lnTo>
                  <a:cubicBezTo>
                    <a:pt x="3812" y="7500"/>
                    <a:pt x="3849" y="7411"/>
                    <a:pt x="3880" y="7319"/>
                  </a:cubicBezTo>
                  <a:lnTo>
                    <a:pt x="3894" y="7319"/>
                  </a:lnTo>
                  <a:cubicBezTo>
                    <a:pt x="3996" y="7319"/>
                    <a:pt x="4080" y="7236"/>
                    <a:pt x="4080" y="7134"/>
                  </a:cubicBezTo>
                  <a:lnTo>
                    <a:pt x="4080" y="6899"/>
                  </a:lnTo>
                  <a:lnTo>
                    <a:pt x="5420" y="6899"/>
                  </a:lnTo>
                  <a:lnTo>
                    <a:pt x="5420" y="7134"/>
                  </a:lnTo>
                  <a:cubicBezTo>
                    <a:pt x="5420" y="7235"/>
                    <a:pt x="5502" y="7319"/>
                    <a:pt x="5605" y="7319"/>
                  </a:cubicBezTo>
                  <a:lnTo>
                    <a:pt x="5620" y="7319"/>
                  </a:lnTo>
                  <a:cubicBezTo>
                    <a:pt x="5650" y="7411"/>
                    <a:pt x="5687" y="7501"/>
                    <a:pt x="5731" y="7586"/>
                  </a:cubicBezTo>
                  <a:lnTo>
                    <a:pt x="5720" y="7597"/>
                  </a:lnTo>
                  <a:cubicBezTo>
                    <a:pt x="5649" y="7669"/>
                    <a:pt x="5649" y="7786"/>
                    <a:pt x="5720" y="7859"/>
                  </a:cubicBezTo>
                  <a:lnTo>
                    <a:pt x="6314" y="8452"/>
                  </a:lnTo>
                  <a:cubicBezTo>
                    <a:pt x="6350" y="8488"/>
                    <a:pt x="6397" y="8506"/>
                    <a:pt x="6445" y="8506"/>
                  </a:cubicBezTo>
                  <a:cubicBezTo>
                    <a:pt x="6492" y="8506"/>
                    <a:pt x="6540" y="8488"/>
                    <a:pt x="6576" y="8452"/>
                  </a:cubicBezTo>
                  <a:lnTo>
                    <a:pt x="6587" y="8441"/>
                  </a:lnTo>
                  <a:cubicBezTo>
                    <a:pt x="6673" y="8485"/>
                    <a:pt x="6762" y="8523"/>
                    <a:pt x="6854" y="8553"/>
                  </a:cubicBezTo>
                  <a:lnTo>
                    <a:pt x="6854" y="8567"/>
                  </a:lnTo>
                  <a:cubicBezTo>
                    <a:pt x="6854" y="8670"/>
                    <a:pt x="6936" y="8753"/>
                    <a:pt x="7039" y="8753"/>
                  </a:cubicBezTo>
                  <a:lnTo>
                    <a:pt x="7878" y="8753"/>
                  </a:lnTo>
                  <a:cubicBezTo>
                    <a:pt x="7981" y="8753"/>
                    <a:pt x="8065" y="8671"/>
                    <a:pt x="8065" y="8567"/>
                  </a:cubicBezTo>
                  <a:lnTo>
                    <a:pt x="8065" y="8553"/>
                  </a:lnTo>
                  <a:cubicBezTo>
                    <a:pt x="8156" y="8523"/>
                    <a:pt x="8245" y="8486"/>
                    <a:pt x="8332" y="8441"/>
                  </a:cubicBezTo>
                  <a:lnTo>
                    <a:pt x="8343" y="8452"/>
                  </a:lnTo>
                  <a:cubicBezTo>
                    <a:pt x="8379" y="8488"/>
                    <a:pt x="8426" y="8506"/>
                    <a:pt x="8473" y="8506"/>
                  </a:cubicBezTo>
                  <a:cubicBezTo>
                    <a:pt x="8521" y="8506"/>
                    <a:pt x="8568" y="8488"/>
                    <a:pt x="8604" y="8452"/>
                  </a:cubicBezTo>
                  <a:lnTo>
                    <a:pt x="9197" y="7859"/>
                  </a:lnTo>
                  <a:cubicBezTo>
                    <a:pt x="9233" y="7823"/>
                    <a:pt x="9251" y="7776"/>
                    <a:pt x="9251" y="7728"/>
                  </a:cubicBezTo>
                  <a:cubicBezTo>
                    <a:pt x="9251" y="7679"/>
                    <a:pt x="9232" y="7631"/>
                    <a:pt x="9197" y="7597"/>
                  </a:cubicBezTo>
                  <a:lnTo>
                    <a:pt x="9187" y="7586"/>
                  </a:lnTo>
                  <a:cubicBezTo>
                    <a:pt x="9230" y="7500"/>
                    <a:pt x="9269" y="7411"/>
                    <a:pt x="9298" y="7319"/>
                  </a:cubicBezTo>
                  <a:lnTo>
                    <a:pt x="9313" y="7319"/>
                  </a:lnTo>
                  <a:cubicBezTo>
                    <a:pt x="9415" y="7319"/>
                    <a:pt x="9499" y="7236"/>
                    <a:pt x="9499" y="7134"/>
                  </a:cubicBezTo>
                  <a:lnTo>
                    <a:pt x="9499" y="6294"/>
                  </a:lnTo>
                  <a:cubicBezTo>
                    <a:pt x="9499" y="6192"/>
                    <a:pt x="9416" y="6108"/>
                    <a:pt x="9313" y="6108"/>
                  </a:cubicBezTo>
                  <a:lnTo>
                    <a:pt x="9298" y="6108"/>
                  </a:lnTo>
                  <a:cubicBezTo>
                    <a:pt x="9269" y="6016"/>
                    <a:pt x="9232" y="5926"/>
                    <a:pt x="9187" y="5841"/>
                  </a:cubicBezTo>
                  <a:lnTo>
                    <a:pt x="9197" y="5831"/>
                  </a:lnTo>
                  <a:cubicBezTo>
                    <a:pt x="9270" y="5758"/>
                    <a:pt x="9270" y="5641"/>
                    <a:pt x="9197" y="5569"/>
                  </a:cubicBezTo>
                  <a:lnTo>
                    <a:pt x="8604" y="4976"/>
                  </a:lnTo>
                  <a:cubicBezTo>
                    <a:pt x="8569" y="4940"/>
                    <a:pt x="8522" y="4921"/>
                    <a:pt x="8473" y="4921"/>
                  </a:cubicBezTo>
                  <a:cubicBezTo>
                    <a:pt x="8425" y="4921"/>
                    <a:pt x="8376" y="4941"/>
                    <a:pt x="8343" y="4976"/>
                  </a:cubicBezTo>
                  <a:lnTo>
                    <a:pt x="8332" y="4986"/>
                  </a:lnTo>
                  <a:cubicBezTo>
                    <a:pt x="8245" y="4942"/>
                    <a:pt x="8156" y="4904"/>
                    <a:pt x="8065" y="4874"/>
                  </a:cubicBezTo>
                  <a:lnTo>
                    <a:pt x="8065" y="4860"/>
                  </a:lnTo>
                  <a:cubicBezTo>
                    <a:pt x="8065" y="4830"/>
                    <a:pt x="8059" y="4803"/>
                    <a:pt x="8045" y="4778"/>
                  </a:cubicBezTo>
                  <a:lnTo>
                    <a:pt x="9363" y="4418"/>
                  </a:lnTo>
                  <a:cubicBezTo>
                    <a:pt x="9444" y="4396"/>
                    <a:pt x="9499" y="4323"/>
                    <a:pt x="9499" y="4239"/>
                  </a:cubicBezTo>
                  <a:lnTo>
                    <a:pt x="9499" y="1775"/>
                  </a:lnTo>
                  <a:cubicBezTo>
                    <a:pt x="9504" y="1673"/>
                    <a:pt x="9422" y="1590"/>
                    <a:pt x="9319" y="1590"/>
                  </a:cubicBezTo>
                  <a:lnTo>
                    <a:pt x="9197" y="1590"/>
                  </a:lnTo>
                  <a:lnTo>
                    <a:pt x="8687" y="995"/>
                  </a:lnTo>
                  <a:cubicBezTo>
                    <a:pt x="8652" y="954"/>
                    <a:pt x="8600" y="929"/>
                    <a:pt x="8546" y="929"/>
                  </a:cubicBezTo>
                  <a:lnTo>
                    <a:pt x="7967" y="929"/>
                  </a:lnTo>
                  <a:lnTo>
                    <a:pt x="7568" y="586"/>
                  </a:lnTo>
                  <a:cubicBezTo>
                    <a:pt x="7535" y="557"/>
                    <a:pt x="7493" y="541"/>
                    <a:pt x="7448" y="541"/>
                  </a:cubicBezTo>
                  <a:lnTo>
                    <a:pt x="6715" y="541"/>
                  </a:lnTo>
                  <a:lnTo>
                    <a:pt x="6181" y="50"/>
                  </a:lnTo>
                  <a:cubicBezTo>
                    <a:pt x="6148" y="18"/>
                    <a:pt x="6103" y="1"/>
                    <a:pt x="60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5"/>
            <p:cNvSpPr/>
            <p:nvPr/>
          </p:nvSpPr>
          <p:spPr>
            <a:xfrm>
              <a:off x="6183007" y="2892909"/>
              <a:ext cx="12151" cy="54176"/>
            </a:xfrm>
            <a:custGeom>
              <a:rect b="b" l="l" r="r" t="t"/>
              <a:pathLst>
                <a:path extrusionOk="0" h="1663" w="373">
                  <a:moveTo>
                    <a:pt x="186" y="1"/>
                  </a:moveTo>
                  <a:cubicBezTo>
                    <a:pt x="82" y="1"/>
                    <a:pt x="0" y="83"/>
                    <a:pt x="0" y="186"/>
                  </a:cubicBezTo>
                  <a:lnTo>
                    <a:pt x="0" y="1477"/>
                  </a:lnTo>
                  <a:cubicBezTo>
                    <a:pt x="0" y="1578"/>
                    <a:pt x="82" y="1662"/>
                    <a:pt x="186" y="1662"/>
                  </a:cubicBezTo>
                  <a:cubicBezTo>
                    <a:pt x="289" y="1662"/>
                    <a:pt x="372" y="1578"/>
                    <a:pt x="372" y="1477"/>
                  </a:cubicBezTo>
                  <a:lnTo>
                    <a:pt x="372" y="186"/>
                  </a:lnTo>
                  <a:cubicBezTo>
                    <a:pt x="372" y="84"/>
                    <a:pt x="289"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5"/>
            <p:cNvSpPr/>
            <p:nvPr/>
          </p:nvSpPr>
          <p:spPr>
            <a:xfrm>
              <a:off x="6223892" y="2892909"/>
              <a:ext cx="12151" cy="54176"/>
            </a:xfrm>
            <a:custGeom>
              <a:rect b="b" l="l" r="r" t="t"/>
              <a:pathLst>
                <a:path extrusionOk="0" h="1663" w="373">
                  <a:moveTo>
                    <a:pt x="187" y="1"/>
                  </a:moveTo>
                  <a:cubicBezTo>
                    <a:pt x="84" y="1"/>
                    <a:pt x="0" y="83"/>
                    <a:pt x="0" y="186"/>
                  </a:cubicBezTo>
                  <a:lnTo>
                    <a:pt x="0" y="1477"/>
                  </a:lnTo>
                  <a:cubicBezTo>
                    <a:pt x="0" y="1578"/>
                    <a:pt x="83" y="1662"/>
                    <a:pt x="187" y="1662"/>
                  </a:cubicBezTo>
                  <a:cubicBezTo>
                    <a:pt x="290" y="1661"/>
                    <a:pt x="372" y="1578"/>
                    <a:pt x="372" y="1477"/>
                  </a:cubicBezTo>
                  <a:lnTo>
                    <a:pt x="372" y="186"/>
                  </a:lnTo>
                  <a:cubicBezTo>
                    <a:pt x="372" y="84"/>
                    <a:pt x="290"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5"/>
            <p:cNvSpPr/>
            <p:nvPr/>
          </p:nvSpPr>
          <p:spPr>
            <a:xfrm>
              <a:off x="6264809" y="2892909"/>
              <a:ext cx="12151" cy="54176"/>
            </a:xfrm>
            <a:custGeom>
              <a:rect b="b" l="l" r="r" t="t"/>
              <a:pathLst>
                <a:path extrusionOk="0" h="1663" w="373">
                  <a:moveTo>
                    <a:pt x="187" y="1"/>
                  </a:moveTo>
                  <a:cubicBezTo>
                    <a:pt x="84" y="1"/>
                    <a:pt x="0" y="83"/>
                    <a:pt x="0" y="186"/>
                  </a:cubicBezTo>
                  <a:lnTo>
                    <a:pt x="0" y="1477"/>
                  </a:lnTo>
                  <a:cubicBezTo>
                    <a:pt x="0" y="1578"/>
                    <a:pt x="83" y="1662"/>
                    <a:pt x="187" y="1662"/>
                  </a:cubicBezTo>
                  <a:cubicBezTo>
                    <a:pt x="289" y="1661"/>
                    <a:pt x="372" y="1578"/>
                    <a:pt x="372" y="1477"/>
                  </a:cubicBezTo>
                  <a:lnTo>
                    <a:pt x="372" y="186"/>
                  </a:lnTo>
                  <a:cubicBezTo>
                    <a:pt x="372" y="84"/>
                    <a:pt x="289"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5"/>
            <p:cNvSpPr/>
            <p:nvPr/>
          </p:nvSpPr>
          <p:spPr>
            <a:xfrm>
              <a:off x="6305727" y="2892909"/>
              <a:ext cx="12151" cy="54176"/>
            </a:xfrm>
            <a:custGeom>
              <a:rect b="b" l="l" r="r" t="t"/>
              <a:pathLst>
                <a:path extrusionOk="0" h="1663" w="373">
                  <a:moveTo>
                    <a:pt x="186" y="1"/>
                  </a:moveTo>
                  <a:cubicBezTo>
                    <a:pt x="84" y="1"/>
                    <a:pt x="0" y="83"/>
                    <a:pt x="0" y="186"/>
                  </a:cubicBezTo>
                  <a:lnTo>
                    <a:pt x="0" y="1477"/>
                  </a:lnTo>
                  <a:cubicBezTo>
                    <a:pt x="0" y="1578"/>
                    <a:pt x="82" y="1662"/>
                    <a:pt x="186" y="1662"/>
                  </a:cubicBezTo>
                  <a:cubicBezTo>
                    <a:pt x="289" y="1661"/>
                    <a:pt x="372" y="1578"/>
                    <a:pt x="372" y="1477"/>
                  </a:cubicBezTo>
                  <a:lnTo>
                    <a:pt x="372" y="186"/>
                  </a:lnTo>
                  <a:cubicBezTo>
                    <a:pt x="372" y="84"/>
                    <a:pt x="289"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5"/>
            <p:cNvSpPr/>
            <p:nvPr/>
          </p:nvSpPr>
          <p:spPr>
            <a:xfrm>
              <a:off x="6266666" y="3010025"/>
              <a:ext cx="51342" cy="51342"/>
            </a:xfrm>
            <a:custGeom>
              <a:rect b="b" l="l" r="r" t="t"/>
              <a:pathLst>
                <a:path extrusionOk="0" h="1576" w="1576">
                  <a:moveTo>
                    <a:pt x="787" y="372"/>
                  </a:moveTo>
                  <a:cubicBezTo>
                    <a:pt x="1017" y="372"/>
                    <a:pt x="1204" y="559"/>
                    <a:pt x="1204" y="789"/>
                  </a:cubicBezTo>
                  <a:cubicBezTo>
                    <a:pt x="1204" y="1017"/>
                    <a:pt x="1017" y="1205"/>
                    <a:pt x="787" y="1205"/>
                  </a:cubicBezTo>
                  <a:cubicBezTo>
                    <a:pt x="557" y="1205"/>
                    <a:pt x="371" y="1017"/>
                    <a:pt x="371" y="789"/>
                  </a:cubicBezTo>
                  <a:cubicBezTo>
                    <a:pt x="371" y="559"/>
                    <a:pt x="556" y="372"/>
                    <a:pt x="787" y="372"/>
                  </a:cubicBezTo>
                  <a:close/>
                  <a:moveTo>
                    <a:pt x="788" y="1"/>
                  </a:moveTo>
                  <a:cubicBezTo>
                    <a:pt x="353" y="1"/>
                    <a:pt x="1" y="355"/>
                    <a:pt x="1" y="789"/>
                  </a:cubicBezTo>
                  <a:cubicBezTo>
                    <a:pt x="1" y="1221"/>
                    <a:pt x="355" y="1575"/>
                    <a:pt x="788" y="1575"/>
                  </a:cubicBezTo>
                  <a:cubicBezTo>
                    <a:pt x="1221" y="1575"/>
                    <a:pt x="1575" y="1221"/>
                    <a:pt x="1575" y="789"/>
                  </a:cubicBezTo>
                  <a:cubicBezTo>
                    <a:pt x="1575" y="355"/>
                    <a:pt x="1221" y="1"/>
                    <a:pt x="7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5"/>
            <p:cNvSpPr/>
            <p:nvPr/>
          </p:nvSpPr>
          <p:spPr>
            <a:xfrm>
              <a:off x="6099967" y="2849614"/>
              <a:ext cx="12151" cy="12151"/>
            </a:xfrm>
            <a:custGeom>
              <a:rect b="b" l="l" r="r" t="t"/>
              <a:pathLst>
                <a:path extrusionOk="0" h="373" w="373">
                  <a:moveTo>
                    <a:pt x="187" y="0"/>
                  </a:moveTo>
                  <a:cubicBezTo>
                    <a:pt x="83" y="0"/>
                    <a:pt x="0" y="84"/>
                    <a:pt x="0" y="186"/>
                  </a:cubicBezTo>
                  <a:cubicBezTo>
                    <a:pt x="0" y="289"/>
                    <a:pt x="84" y="372"/>
                    <a:pt x="187" y="372"/>
                  </a:cubicBezTo>
                  <a:cubicBezTo>
                    <a:pt x="290" y="372"/>
                    <a:pt x="372" y="288"/>
                    <a:pt x="372" y="186"/>
                  </a:cubicBezTo>
                  <a:cubicBezTo>
                    <a:pt x="372" y="84"/>
                    <a:pt x="290"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65"/>
          <p:cNvGrpSpPr/>
          <p:nvPr/>
        </p:nvGrpSpPr>
        <p:grpSpPr>
          <a:xfrm>
            <a:off x="7276090" y="3200996"/>
            <a:ext cx="309812" cy="227391"/>
            <a:chOff x="6844265" y="3592446"/>
            <a:chExt cx="309812" cy="227391"/>
          </a:xfrm>
        </p:grpSpPr>
        <p:sp>
          <p:nvSpPr>
            <p:cNvPr id="7207" name="Google Shape;7207;p65"/>
            <p:cNvSpPr/>
            <p:nvPr/>
          </p:nvSpPr>
          <p:spPr>
            <a:xfrm>
              <a:off x="6844265" y="3592446"/>
              <a:ext cx="309812" cy="227293"/>
            </a:xfrm>
            <a:custGeom>
              <a:rect b="b" l="l" r="r" t="t"/>
              <a:pathLst>
                <a:path extrusionOk="0" h="6977" w="9510">
                  <a:moveTo>
                    <a:pt x="5176" y="1336"/>
                  </a:moveTo>
                  <a:lnTo>
                    <a:pt x="5176" y="2005"/>
                  </a:lnTo>
                  <a:lnTo>
                    <a:pt x="4805" y="2005"/>
                  </a:lnTo>
                  <a:lnTo>
                    <a:pt x="4805" y="1336"/>
                  </a:lnTo>
                  <a:close/>
                  <a:moveTo>
                    <a:pt x="3672" y="1896"/>
                  </a:moveTo>
                  <a:lnTo>
                    <a:pt x="4031" y="2126"/>
                  </a:lnTo>
                  <a:lnTo>
                    <a:pt x="3142" y="3517"/>
                  </a:lnTo>
                  <a:lnTo>
                    <a:pt x="2783" y="3288"/>
                  </a:lnTo>
                  <a:lnTo>
                    <a:pt x="3672" y="1896"/>
                  </a:lnTo>
                  <a:close/>
                  <a:moveTo>
                    <a:pt x="8403" y="372"/>
                  </a:moveTo>
                  <a:cubicBezTo>
                    <a:pt x="8584" y="372"/>
                    <a:pt x="8732" y="521"/>
                    <a:pt x="8732" y="701"/>
                  </a:cubicBezTo>
                  <a:lnTo>
                    <a:pt x="8732" y="3905"/>
                  </a:lnTo>
                  <a:cubicBezTo>
                    <a:pt x="8732" y="4085"/>
                    <a:pt x="8584" y="4232"/>
                    <a:pt x="8403" y="4232"/>
                  </a:cubicBezTo>
                  <a:lnTo>
                    <a:pt x="3925" y="4231"/>
                  </a:lnTo>
                  <a:cubicBezTo>
                    <a:pt x="3713" y="4231"/>
                    <a:pt x="3540" y="4059"/>
                    <a:pt x="3540" y="3847"/>
                  </a:cubicBezTo>
                  <a:lnTo>
                    <a:pt x="3540" y="3585"/>
                  </a:lnTo>
                  <a:lnTo>
                    <a:pt x="4312" y="2376"/>
                  </a:lnTo>
                  <a:lnTo>
                    <a:pt x="5422" y="2376"/>
                  </a:lnTo>
                  <a:cubicBezTo>
                    <a:pt x="5500" y="2376"/>
                    <a:pt x="5570" y="2326"/>
                    <a:pt x="5597" y="2251"/>
                  </a:cubicBezTo>
                  <a:lnTo>
                    <a:pt x="6176" y="592"/>
                  </a:lnTo>
                  <a:cubicBezTo>
                    <a:pt x="6222" y="460"/>
                    <a:pt x="6346" y="372"/>
                    <a:pt x="6486" y="372"/>
                  </a:cubicBezTo>
                  <a:close/>
                  <a:moveTo>
                    <a:pt x="2906" y="3807"/>
                  </a:moveTo>
                  <a:lnTo>
                    <a:pt x="2957" y="3840"/>
                  </a:lnTo>
                  <a:cubicBezTo>
                    <a:pt x="3016" y="3878"/>
                    <a:pt x="3081" y="3895"/>
                    <a:pt x="3147" y="3895"/>
                  </a:cubicBezTo>
                  <a:cubicBezTo>
                    <a:pt x="3155" y="3895"/>
                    <a:pt x="3163" y="3895"/>
                    <a:pt x="3170" y="3893"/>
                  </a:cubicBezTo>
                  <a:cubicBezTo>
                    <a:pt x="3180" y="4046"/>
                    <a:pt x="3234" y="4185"/>
                    <a:pt x="3321" y="4300"/>
                  </a:cubicBezTo>
                  <a:cubicBezTo>
                    <a:pt x="2983" y="4411"/>
                    <a:pt x="2698" y="4649"/>
                    <a:pt x="2530" y="4972"/>
                  </a:cubicBezTo>
                  <a:lnTo>
                    <a:pt x="2160" y="4972"/>
                  </a:lnTo>
                  <a:lnTo>
                    <a:pt x="2906" y="3807"/>
                  </a:lnTo>
                  <a:close/>
                  <a:moveTo>
                    <a:pt x="3750" y="4603"/>
                  </a:moveTo>
                  <a:cubicBezTo>
                    <a:pt x="4057" y="4603"/>
                    <a:pt x="4342" y="4744"/>
                    <a:pt x="4528" y="4974"/>
                  </a:cubicBezTo>
                  <a:lnTo>
                    <a:pt x="2970" y="4974"/>
                  </a:lnTo>
                  <a:cubicBezTo>
                    <a:pt x="3159" y="4743"/>
                    <a:pt x="3442" y="4603"/>
                    <a:pt x="3750" y="4603"/>
                  </a:cubicBezTo>
                  <a:close/>
                  <a:moveTo>
                    <a:pt x="5496" y="5343"/>
                  </a:moveTo>
                  <a:lnTo>
                    <a:pt x="5496" y="5345"/>
                  </a:lnTo>
                  <a:cubicBezTo>
                    <a:pt x="5639" y="5345"/>
                    <a:pt x="5756" y="5461"/>
                    <a:pt x="5756" y="5604"/>
                  </a:cubicBezTo>
                  <a:cubicBezTo>
                    <a:pt x="5756" y="5746"/>
                    <a:pt x="5639" y="5864"/>
                    <a:pt x="5496" y="5864"/>
                  </a:cubicBezTo>
                  <a:lnTo>
                    <a:pt x="2006" y="5864"/>
                  </a:lnTo>
                  <a:lnTo>
                    <a:pt x="2006" y="5343"/>
                  </a:lnTo>
                  <a:close/>
                  <a:moveTo>
                    <a:pt x="1370" y="3613"/>
                  </a:moveTo>
                  <a:cubicBezTo>
                    <a:pt x="1515" y="3613"/>
                    <a:pt x="1635" y="3732"/>
                    <a:pt x="1635" y="3878"/>
                  </a:cubicBezTo>
                  <a:lnTo>
                    <a:pt x="1635" y="6337"/>
                  </a:lnTo>
                  <a:cubicBezTo>
                    <a:pt x="1635" y="6409"/>
                    <a:pt x="1607" y="6477"/>
                    <a:pt x="1556" y="6529"/>
                  </a:cubicBezTo>
                  <a:cubicBezTo>
                    <a:pt x="1505" y="6579"/>
                    <a:pt x="1437" y="6607"/>
                    <a:pt x="1364" y="6607"/>
                  </a:cubicBezTo>
                  <a:lnTo>
                    <a:pt x="536" y="6607"/>
                  </a:lnTo>
                  <a:lnTo>
                    <a:pt x="961" y="5954"/>
                  </a:lnTo>
                  <a:cubicBezTo>
                    <a:pt x="980" y="5926"/>
                    <a:pt x="989" y="5895"/>
                    <a:pt x="991" y="5864"/>
                  </a:cubicBezTo>
                  <a:lnTo>
                    <a:pt x="1107" y="3863"/>
                  </a:lnTo>
                  <a:cubicBezTo>
                    <a:pt x="1115" y="3722"/>
                    <a:pt x="1231" y="3613"/>
                    <a:pt x="1370" y="3613"/>
                  </a:cubicBezTo>
                  <a:close/>
                  <a:moveTo>
                    <a:pt x="4527" y="6237"/>
                  </a:moveTo>
                  <a:cubicBezTo>
                    <a:pt x="4342" y="6467"/>
                    <a:pt x="4059" y="6607"/>
                    <a:pt x="3750" y="6607"/>
                  </a:cubicBezTo>
                  <a:cubicBezTo>
                    <a:pt x="3443" y="6607"/>
                    <a:pt x="3159" y="6467"/>
                    <a:pt x="2970" y="6237"/>
                  </a:cubicBezTo>
                  <a:close/>
                  <a:moveTo>
                    <a:pt x="8135" y="4603"/>
                  </a:moveTo>
                  <a:cubicBezTo>
                    <a:pt x="8687" y="4603"/>
                    <a:pt x="9136" y="5053"/>
                    <a:pt x="9136" y="5605"/>
                  </a:cubicBezTo>
                  <a:cubicBezTo>
                    <a:pt x="9136" y="6158"/>
                    <a:pt x="8687" y="6607"/>
                    <a:pt x="8135" y="6607"/>
                  </a:cubicBezTo>
                  <a:cubicBezTo>
                    <a:pt x="7582" y="6607"/>
                    <a:pt x="7133" y="6158"/>
                    <a:pt x="7133" y="5605"/>
                  </a:cubicBezTo>
                  <a:cubicBezTo>
                    <a:pt x="7133" y="5053"/>
                    <a:pt x="7582" y="4603"/>
                    <a:pt x="8135" y="4603"/>
                  </a:cubicBezTo>
                  <a:close/>
                  <a:moveTo>
                    <a:pt x="4621" y="0"/>
                  </a:moveTo>
                  <a:cubicBezTo>
                    <a:pt x="4520" y="0"/>
                    <a:pt x="4436" y="83"/>
                    <a:pt x="4436" y="187"/>
                  </a:cubicBezTo>
                  <a:cubicBezTo>
                    <a:pt x="4436" y="288"/>
                    <a:pt x="4518" y="372"/>
                    <a:pt x="4621" y="372"/>
                  </a:cubicBezTo>
                  <a:cubicBezTo>
                    <a:pt x="4724" y="372"/>
                    <a:pt x="4808" y="456"/>
                    <a:pt x="4808" y="559"/>
                  </a:cubicBezTo>
                  <a:lnTo>
                    <a:pt x="4808" y="966"/>
                  </a:lnTo>
                  <a:lnTo>
                    <a:pt x="4763" y="966"/>
                  </a:lnTo>
                  <a:cubicBezTo>
                    <a:pt x="4584" y="966"/>
                    <a:pt x="4437" y="1113"/>
                    <a:pt x="4437" y="1292"/>
                  </a:cubicBezTo>
                  <a:lnTo>
                    <a:pt x="4437" y="2005"/>
                  </a:lnTo>
                  <a:lnTo>
                    <a:pt x="4392" y="2005"/>
                  </a:lnTo>
                  <a:cubicBezTo>
                    <a:pt x="4368" y="1933"/>
                    <a:pt x="4319" y="1868"/>
                    <a:pt x="4249" y="1823"/>
                  </a:cubicBezTo>
                  <a:lnTo>
                    <a:pt x="3861" y="1575"/>
                  </a:lnTo>
                  <a:cubicBezTo>
                    <a:pt x="3802" y="1537"/>
                    <a:pt x="3736" y="1519"/>
                    <a:pt x="3671" y="1519"/>
                  </a:cubicBezTo>
                  <a:cubicBezTo>
                    <a:pt x="3555" y="1519"/>
                    <a:pt x="3440" y="1577"/>
                    <a:pt x="3373" y="1682"/>
                  </a:cubicBezTo>
                  <a:lnTo>
                    <a:pt x="2463" y="3103"/>
                  </a:lnTo>
                  <a:cubicBezTo>
                    <a:pt x="2412" y="3183"/>
                    <a:pt x="2395" y="3277"/>
                    <a:pt x="2416" y="3368"/>
                  </a:cubicBezTo>
                  <a:cubicBezTo>
                    <a:pt x="2437" y="3460"/>
                    <a:pt x="2491" y="3540"/>
                    <a:pt x="2571" y="3590"/>
                  </a:cubicBezTo>
                  <a:lnTo>
                    <a:pt x="2595" y="3605"/>
                  </a:lnTo>
                  <a:lnTo>
                    <a:pt x="2008" y="4524"/>
                  </a:lnTo>
                  <a:lnTo>
                    <a:pt x="2008" y="3875"/>
                  </a:lnTo>
                  <a:cubicBezTo>
                    <a:pt x="2008" y="3524"/>
                    <a:pt x="1723" y="3240"/>
                    <a:pt x="1373" y="3240"/>
                  </a:cubicBezTo>
                  <a:cubicBezTo>
                    <a:pt x="1036" y="3240"/>
                    <a:pt x="757" y="3503"/>
                    <a:pt x="739" y="3839"/>
                  </a:cubicBezTo>
                  <a:lnTo>
                    <a:pt x="626" y="5790"/>
                  </a:lnTo>
                  <a:lnTo>
                    <a:pt x="41" y="6689"/>
                  </a:lnTo>
                  <a:cubicBezTo>
                    <a:pt x="5" y="6747"/>
                    <a:pt x="0" y="6819"/>
                    <a:pt x="33" y="6879"/>
                  </a:cubicBezTo>
                  <a:cubicBezTo>
                    <a:pt x="65" y="6939"/>
                    <a:pt x="128" y="6976"/>
                    <a:pt x="196" y="6976"/>
                  </a:cubicBezTo>
                  <a:lnTo>
                    <a:pt x="1368" y="6976"/>
                  </a:lnTo>
                  <a:cubicBezTo>
                    <a:pt x="1539" y="6976"/>
                    <a:pt x="1700" y="6909"/>
                    <a:pt x="1820" y="6789"/>
                  </a:cubicBezTo>
                  <a:cubicBezTo>
                    <a:pt x="1941" y="6668"/>
                    <a:pt x="2008" y="6507"/>
                    <a:pt x="2008" y="6336"/>
                  </a:cubicBezTo>
                  <a:lnTo>
                    <a:pt x="2008" y="6233"/>
                  </a:lnTo>
                  <a:lnTo>
                    <a:pt x="2532" y="6233"/>
                  </a:lnTo>
                  <a:cubicBezTo>
                    <a:pt x="2767" y="6687"/>
                    <a:pt x="3237" y="6976"/>
                    <a:pt x="3752" y="6976"/>
                  </a:cubicBezTo>
                  <a:lnTo>
                    <a:pt x="5156" y="6976"/>
                  </a:lnTo>
                  <a:cubicBezTo>
                    <a:pt x="5258" y="6976"/>
                    <a:pt x="5342" y="6893"/>
                    <a:pt x="5342" y="6790"/>
                  </a:cubicBezTo>
                  <a:cubicBezTo>
                    <a:pt x="5342" y="6688"/>
                    <a:pt x="5259" y="6604"/>
                    <a:pt x="5156" y="6604"/>
                  </a:cubicBezTo>
                  <a:lnTo>
                    <a:pt x="4690" y="6604"/>
                  </a:lnTo>
                  <a:cubicBezTo>
                    <a:pt x="4804" y="6499"/>
                    <a:pt x="4899" y="6374"/>
                    <a:pt x="4971" y="6233"/>
                  </a:cubicBezTo>
                  <a:lnTo>
                    <a:pt x="5497" y="6233"/>
                  </a:lnTo>
                  <a:cubicBezTo>
                    <a:pt x="5846" y="6233"/>
                    <a:pt x="6129" y="5951"/>
                    <a:pt x="6129" y="5603"/>
                  </a:cubicBezTo>
                  <a:cubicBezTo>
                    <a:pt x="6129" y="5254"/>
                    <a:pt x="5846" y="4971"/>
                    <a:pt x="5497" y="4971"/>
                  </a:cubicBezTo>
                  <a:lnTo>
                    <a:pt x="4971" y="4971"/>
                  </a:lnTo>
                  <a:cubicBezTo>
                    <a:pt x="4898" y="4830"/>
                    <a:pt x="4804" y="4705"/>
                    <a:pt x="4690" y="4600"/>
                  </a:cubicBezTo>
                  <a:lnTo>
                    <a:pt x="7198" y="4600"/>
                  </a:lnTo>
                  <a:cubicBezTo>
                    <a:pt x="6930" y="4852"/>
                    <a:pt x="6763" y="5208"/>
                    <a:pt x="6763" y="5603"/>
                  </a:cubicBezTo>
                  <a:cubicBezTo>
                    <a:pt x="6763" y="5998"/>
                    <a:pt x="6930" y="6354"/>
                    <a:pt x="7198" y="6604"/>
                  </a:cubicBezTo>
                  <a:lnTo>
                    <a:pt x="6826" y="6604"/>
                  </a:lnTo>
                  <a:cubicBezTo>
                    <a:pt x="6723" y="6604"/>
                    <a:pt x="6639" y="6687"/>
                    <a:pt x="6639" y="6790"/>
                  </a:cubicBezTo>
                  <a:cubicBezTo>
                    <a:pt x="6639" y="6892"/>
                    <a:pt x="6722" y="6976"/>
                    <a:pt x="6826" y="6976"/>
                  </a:cubicBezTo>
                  <a:lnTo>
                    <a:pt x="8136" y="6976"/>
                  </a:lnTo>
                  <a:cubicBezTo>
                    <a:pt x="8893" y="6976"/>
                    <a:pt x="9509" y="6360"/>
                    <a:pt x="9509" y="5603"/>
                  </a:cubicBezTo>
                  <a:cubicBezTo>
                    <a:pt x="9507" y="5111"/>
                    <a:pt x="9246" y="4680"/>
                    <a:pt x="8855" y="4437"/>
                  </a:cubicBezTo>
                  <a:cubicBezTo>
                    <a:pt x="9007" y="4309"/>
                    <a:pt x="9103" y="4117"/>
                    <a:pt x="9103" y="3905"/>
                  </a:cubicBezTo>
                  <a:lnTo>
                    <a:pt x="9103" y="701"/>
                  </a:lnTo>
                  <a:cubicBezTo>
                    <a:pt x="9103" y="314"/>
                    <a:pt x="8789" y="2"/>
                    <a:pt x="8403" y="2"/>
                  </a:cubicBezTo>
                  <a:lnTo>
                    <a:pt x="6486" y="2"/>
                  </a:lnTo>
                  <a:cubicBezTo>
                    <a:pt x="6189" y="2"/>
                    <a:pt x="5924" y="191"/>
                    <a:pt x="5826" y="471"/>
                  </a:cubicBezTo>
                  <a:lnTo>
                    <a:pt x="5547" y="1271"/>
                  </a:lnTo>
                  <a:cubicBezTo>
                    <a:pt x="5537" y="1100"/>
                    <a:pt x="5394" y="966"/>
                    <a:pt x="5223" y="966"/>
                  </a:cubicBezTo>
                  <a:lnTo>
                    <a:pt x="5178" y="966"/>
                  </a:lnTo>
                  <a:lnTo>
                    <a:pt x="5178" y="558"/>
                  </a:lnTo>
                  <a:cubicBezTo>
                    <a:pt x="5178" y="251"/>
                    <a:pt x="4928" y="0"/>
                    <a:pt x="46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5"/>
            <p:cNvSpPr/>
            <p:nvPr/>
          </p:nvSpPr>
          <p:spPr>
            <a:xfrm>
              <a:off x="7036635" y="3616618"/>
              <a:ext cx="80010" cy="63168"/>
            </a:xfrm>
            <a:custGeom>
              <a:rect b="b" l="l" r="r" t="t"/>
              <a:pathLst>
                <a:path extrusionOk="0" h="1939" w="2456">
                  <a:moveTo>
                    <a:pt x="2084" y="372"/>
                  </a:moveTo>
                  <a:lnTo>
                    <a:pt x="2084" y="1567"/>
                  </a:lnTo>
                  <a:lnTo>
                    <a:pt x="459" y="1567"/>
                  </a:lnTo>
                  <a:lnTo>
                    <a:pt x="874" y="372"/>
                  </a:lnTo>
                  <a:close/>
                  <a:moveTo>
                    <a:pt x="742" y="1"/>
                  </a:moveTo>
                  <a:cubicBezTo>
                    <a:pt x="664" y="1"/>
                    <a:pt x="593" y="51"/>
                    <a:pt x="566" y="126"/>
                  </a:cubicBezTo>
                  <a:lnTo>
                    <a:pt x="21" y="1692"/>
                  </a:lnTo>
                  <a:cubicBezTo>
                    <a:pt x="1" y="1748"/>
                    <a:pt x="10" y="1811"/>
                    <a:pt x="44" y="1860"/>
                  </a:cubicBezTo>
                  <a:cubicBezTo>
                    <a:pt x="79" y="1909"/>
                    <a:pt x="136" y="1939"/>
                    <a:pt x="195" y="1939"/>
                  </a:cubicBezTo>
                  <a:lnTo>
                    <a:pt x="2268" y="1939"/>
                  </a:lnTo>
                  <a:cubicBezTo>
                    <a:pt x="2372" y="1938"/>
                    <a:pt x="2455" y="1855"/>
                    <a:pt x="2455" y="1754"/>
                  </a:cubicBezTo>
                  <a:lnTo>
                    <a:pt x="2455" y="187"/>
                  </a:lnTo>
                  <a:cubicBezTo>
                    <a:pt x="2455" y="85"/>
                    <a:pt x="2372" y="1"/>
                    <a:pt x="22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5"/>
            <p:cNvSpPr/>
            <p:nvPr/>
          </p:nvSpPr>
          <p:spPr>
            <a:xfrm>
              <a:off x="6995132" y="3682881"/>
              <a:ext cx="29874" cy="12151"/>
            </a:xfrm>
            <a:custGeom>
              <a:rect b="b" l="l" r="r" t="t"/>
              <a:pathLst>
                <a:path extrusionOk="0" h="373" w="917">
                  <a:moveTo>
                    <a:pt x="187" y="0"/>
                  </a:moveTo>
                  <a:cubicBezTo>
                    <a:pt x="85" y="0"/>
                    <a:pt x="1" y="83"/>
                    <a:pt x="1" y="187"/>
                  </a:cubicBezTo>
                  <a:cubicBezTo>
                    <a:pt x="1" y="288"/>
                    <a:pt x="84" y="372"/>
                    <a:pt x="187" y="372"/>
                  </a:cubicBezTo>
                  <a:lnTo>
                    <a:pt x="730" y="372"/>
                  </a:lnTo>
                  <a:cubicBezTo>
                    <a:pt x="833" y="372"/>
                    <a:pt x="916" y="290"/>
                    <a:pt x="916" y="187"/>
                  </a:cubicBezTo>
                  <a:cubicBezTo>
                    <a:pt x="916" y="84"/>
                    <a:pt x="834" y="0"/>
                    <a:pt x="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5"/>
            <p:cNvSpPr/>
            <p:nvPr/>
          </p:nvSpPr>
          <p:spPr>
            <a:xfrm>
              <a:off x="6995132" y="3707086"/>
              <a:ext cx="29874" cy="12119"/>
            </a:xfrm>
            <a:custGeom>
              <a:rect b="b" l="l" r="r" t="t"/>
              <a:pathLst>
                <a:path extrusionOk="0" h="372" w="917">
                  <a:moveTo>
                    <a:pt x="187" y="0"/>
                  </a:moveTo>
                  <a:cubicBezTo>
                    <a:pt x="85" y="0"/>
                    <a:pt x="1" y="83"/>
                    <a:pt x="1" y="187"/>
                  </a:cubicBezTo>
                  <a:cubicBezTo>
                    <a:pt x="1" y="288"/>
                    <a:pt x="84" y="372"/>
                    <a:pt x="187" y="372"/>
                  </a:cubicBezTo>
                  <a:lnTo>
                    <a:pt x="730" y="372"/>
                  </a:lnTo>
                  <a:cubicBezTo>
                    <a:pt x="833" y="372"/>
                    <a:pt x="916" y="289"/>
                    <a:pt x="916" y="187"/>
                  </a:cubicBezTo>
                  <a:cubicBezTo>
                    <a:pt x="916" y="84"/>
                    <a:pt x="834" y="0"/>
                    <a:pt x="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5"/>
            <p:cNvSpPr/>
            <p:nvPr/>
          </p:nvSpPr>
          <p:spPr>
            <a:xfrm>
              <a:off x="7033247" y="3807685"/>
              <a:ext cx="12184" cy="12151"/>
            </a:xfrm>
            <a:custGeom>
              <a:rect b="b" l="l" r="r" t="t"/>
              <a:pathLst>
                <a:path extrusionOk="0" h="373" w="374">
                  <a:moveTo>
                    <a:pt x="187" y="0"/>
                  </a:moveTo>
                  <a:cubicBezTo>
                    <a:pt x="84" y="0"/>
                    <a:pt x="1" y="84"/>
                    <a:pt x="1" y="186"/>
                  </a:cubicBezTo>
                  <a:cubicBezTo>
                    <a:pt x="1" y="290"/>
                    <a:pt x="86" y="372"/>
                    <a:pt x="187" y="372"/>
                  </a:cubicBezTo>
                  <a:cubicBezTo>
                    <a:pt x="291" y="372"/>
                    <a:pt x="374" y="288"/>
                    <a:pt x="374" y="186"/>
                  </a:cubicBezTo>
                  <a:cubicBezTo>
                    <a:pt x="374" y="82"/>
                    <a:pt x="290"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5"/>
            <p:cNvSpPr/>
            <p:nvPr/>
          </p:nvSpPr>
          <p:spPr>
            <a:xfrm>
              <a:off x="7088694" y="3754486"/>
              <a:ext cx="41145" cy="41145"/>
            </a:xfrm>
            <a:custGeom>
              <a:rect b="b" l="l" r="r" t="t"/>
              <a:pathLst>
                <a:path extrusionOk="0" h="1263" w="1263">
                  <a:moveTo>
                    <a:pt x="632" y="372"/>
                  </a:moveTo>
                  <a:cubicBezTo>
                    <a:pt x="774" y="372"/>
                    <a:pt x="891" y="488"/>
                    <a:pt x="891" y="631"/>
                  </a:cubicBezTo>
                  <a:cubicBezTo>
                    <a:pt x="891" y="774"/>
                    <a:pt x="774" y="891"/>
                    <a:pt x="632" y="891"/>
                  </a:cubicBezTo>
                  <a:cubicBezTo>
                    <a:pt x="490" y="891"/>
                    <a:pt x="372" y="774"/>
                    <a:pt x="372" y="631"/>
                  </a:cubicBezTo>
                  <a:cubicBezTo>
                    <a:pt x="372" y="488"/>
                    <a:pt x="490" y="372"/>
                    <a:pt x="632" y="372"/>
                  </a:cubicBezTo>
                  <a:close/>
                  <a:moveTo>
                    <a:pt x="632" y="0"/>
                  </a:moveTo>
                  <a:cubicBezTo>
                    <a:pt x="283" y="0"/>
                    <a:pt x="0" y="283"/>
                    <a:pt x="0" y="631"/>
                  </a:cubicBezTo>
                  <a:cubicBezTo>
                    <a:pt x="0" y="980"/>
                    <a:pt x="283" y="1263"/>
                    <a:pt x="632" y="1263"/>
                  </a:cubicBezTo>
                  <a:cubicBezTo>
                    <a:pt x="980" y="1263"/>
                    <a:pt x="1263" y="980"/>
                    <a:pt x="1263" y="631"/>
                  </a:cubicBezTo>
                  <a:cubicBezTo>
                    <a:pt x="1263" y="283"/>
                    <a:pt x="979" y="0"/>
                    <a:pt x="6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3" name="Google Shape;7213;p65"/>
          <p:cNvGrpSpPr/>
          <p:nvPr/>
        </p:nvGrpSpPr>
        <p:grpSpPr>
          <a:xfrm>
            <a:off x="7276492" y="1403143"/>
            <a:ext cx="309519" cy="309519"/>
            <a:chOff x="4716792" y="4294393"/>
            <a:chExt cx="309519" cy="309519"/>
          </a:xfrm>
        </p:grpSpPr>
        <p:sp>
          <p:nvSpPr>
            <p:cNvPr id="7214" name="Google Shape;7214;p65"/>
            <p:cNvSpPr/>
            <p:nvPr/>
          </p:nvSpPr>
          <p:spPr>
            <a:xfrm>
              <a:off x="4716792" y="4294393"/>
              <a:ext cx="309519" cy="309519"/>
            </a:xfrm>
            <a:custGeom>
              <a:rect b="b" l="l" r="r" t="t"/>
              <a:pathLst>
                <a:path extrusionOk="0" h="9501" w="9501">
                  <a:moveTo>
                    <a:pt x="1151" y="369"/>
                  </a:moveTo>
                  <a:cubicBezTo>
                    <a:pt x="1211" y="369"/>
                    <a:pt x="1271" y="393"/>
                    <a:pt x="1314" y="437"/>
                  </a:cubicBezTo>
                  <a:lnTo>
                    <a:pt x="1479" y="603"/>
                  </a:lnTo>
                  <a:lnTo>
                    <a:pt x="606" y="1476"/>
                  </a:lnTo>
                  <a:lnTo>
                    <a:pt x="439" y="1312"/>
                  </a:lnTo>
                  <a:cubicBezTo>
                    <a:pt x="396" y="1269"/>
                    <a:pt x="371" y="1210"/>
                    <a:pt x="371" y="1148"/>
                  </a:cubicBezTo>
                  <a:cubicBezTo>
                    <a:pt x="371" y="1087"/>
                    <a:pt x="394" y="1028"/>
                    <a:pt x="439" y="985"/>
                  </a:cubicBezTo>
                  <a:lnTo>
                    <a:pt x="986" y="437"/>
                  </a:lnTo>
                  <a:cubicBezTo>
                    <a:pt x="1030" y="394"/>
                    <a:pt x="1089" y="369"/>
                    <a:pt x="1151" y="369"/>
                  </a:cubicBezTo>
                  <a:close/>
                  <a:moveTo>
                    <a:pt x="1539" y="1065"/>
                  </a:moveTo>
                  <a:lnTo>
                    <a:pt x="2431" y="1956"/>
                  </a:lnTo>
                  <a:lnTo>
                    <a:pt x="1958" y="2430"/>
                  </a:lnTo>
                  <a:lnTo>
                    <a:pt x="1067" y="1537"/>
                  </a:lnTo>
                  <a:lnTo>
                    <a:pt x="1539" y="1065"/>
                  </a:lnTo>
                  <a:close/>
                  <a:moveTo>
                    <a:pt x="2116" y="487"/>
                  </a:moveTo>
                  <a:lnTo>
                    <a:pt x="3743" y="2113"/>
                  </a:lnTo>
                  <a:lnTo>
                    <a:pt x="2116" y="3740"/>
                  </a:lnTo>
                  <a:lnTo>
                    <a:pt x="491" y="2115"/>
                  </a:lnTo>
                  <a:lnTo>
                    <a:pt x="806" y="1799"/>
                  </a:lnTo>
                  <a:lnTo>
                    <a:pt x="1828" y="2822"/>
                  </a:lnTo>
                  <a:cubicBezTo>
                    <a:pt x="1865" y="2858"/>
                    <a:pt x="1912" y="2876"/>
                    <a:pt x="1959" y="2876"/>
                  </a:cubicBezTo>
                  <a:cubicBezTo>
                    <a:pt x="2006" y="2876"/>
                    <a:pt x="2056" y="2857"/>
                    <a:pt x="2090" y="2822"/>
                  </a:cubicBezTo>
                  <a:lnTo>
                    <a:pt x="2826" y="2087"/>
                  </a:lnTo>
                  <a:cubicBezTo>
                    <a:pt x="2860" y="2051"/>
                    <a:pt x="2879" y="2005"/>
                    <a:pt x="2879" y="1956"/>
                  </a:cubicBezTo>
                  <a:cubicBezTo>
                    <a:pt x="2879" y="1907"/>
                    <a:pt x="2859" y="1860"/>
                    <a:pt x="2826" y="1825"/>
                  </a:cubicBezTo>
                  <a:lnTo>
                    <a:pt x="1802" y="802"/>
                  </a:lnTo>
                  <a:lnTo>
                    <a:pt x="2116" y="487"/>
                  </a:lnTo>
                  <a:close/>
                  <a:moveTo>
                    <a:pt x="3748" y="2636"/>
                  </a:moveTo>
                  <a:lnTo>
                    <a:pt x="4062" y="2950"/>
                  </a:lnTo>
                  <a:lnTo>
                    <a:pt x="2951" y="4061"/>
                  </a:lnTo>
                  <a:lnTo>
                    <a:pt x="2637" y="3746"/>
                  </a:lnTo>
                  <a:lnTo>
                    <a:pt x="3748" y="2636"/>
                  </a:lnTo>
                  <a:close/>
                  <a:moveTo>
                    <a:pt x="4038" y="3500"/>
                  </a:moveTo>
                  <a:lnTo>
                    <a:pt x="5709" y="5171"/>
                  </a:lnTo>
                  <a:lnTo>
                    <a:pt x="5173" y="5706"/>
                  </a:lnTo>
                  <a:lnTo>
                    <a:pt x="3502" y="4036"/>
                  </a:lnTo>
                  <a:lnTo>
                    <a:pt x="4038" y="3500"/>
                  </a:lnTo>
                  <a:close/>
                  <a:moveTo>
                    <a:pt x="5834" y="5570"/>
                  </a:moveTo>
                  <a:lnTo>
                    <a:pt x="6631" y="6366"/>
                  </a:lnTo>
                  <a:lnTo>
                    <a:pt x="6752" y="6751"/>
                  </a:lnTo>
                  <a:lnTo>
                    <a:pt x="6752" y="6751"/>
                  </a:lnTo>
                  <a:lnTo>
                    <a:pt x="6369" y="6628"/>
                  </a:lnTo>
                  <a:lnTo>
                    <a:pt x="5573" y="5832"/>
                  </a:lnTo>
                  <a:lnTo>
                    <a:pt x="5834" y="5570"/>
                  </a:lnTo>
                  <a:close/>
                  <a:moveTo>
                    <a:pt x="1151" y="0"/>
                  </a:moveTo>
                  <a:cubicBezTo>
                    <a:pt x="989" y="0"/>
                    <a:pt x="838" y="63"/>
                    <a:pt x="724" y="176"/>
                  </a:cubicBezTo>
                  <a:lnTo>
                    <a:pt x="177" y="724"/>
                  </a:lnTo>
                  <a:cubicBezTo>
                    <a:pt x="63" y="838"/>
                    <a:pt x="0" y="988"/>
                    <a:pt x="0" y="1149"/>
                  </a:cubicBezTo>
                  <a:cubicBezTo>
                    <a:pt x="0" y="1311"/>
                    <a:pt x="63" y="1462"/>
                    <a:pt x="177" y="1575"/>
                  </a:cubicBezTo>
                  <a:lnTo>
                    <a:pt x="343" y="1740"/>
                  </a:lnTo>
                  <a:lnTo>
                    <a:pt x="98" y="1985"/>
                  </a:lnTo>
                  <a:cubicBezTo>
                    <a:pt x="25" y="2057"/>
                    <a:pt x="25" y="2175"/>
                    <a:pt x="98" y="2247"/>
                  </a:cubicBezTo>
                  <a:lnTo>
                    <a:pt x="1987" y="4136"/>
                  </a:lnTo>
                  <a:cubicBezTo>
                    <a:pt x="2023" y="4173"/>
                    <a:pt x="2070" y="4191"/>
                    <a:pt x="2118" y="4191"/>
                  </a:cubicBezTo>
                  <a:cubicBezTo>
                    <a:pt x="2165" y="4191"/>
                    <a:pt x="2212" y="4172"/>
                    <a:pt x="2248" y="4136"/>
                  </a:cubicBezTo>
                  <a:lnTo>
                    <a:pt x="2376" y="4009"/>
                  </a:lnTo>
                  <a:lnTo>
                    <a:pt x="2823" y="4456"/>
                  </a:lnTo>
                  <a:cubicBezTo>
                    <a:pt x="2859" y="4492"/>
                    <a:pt x="2906" y="4510"/>
                    <a:pt x="2954" y="4510"/>
                  </a:cubicBezTo>
                  <a:cubicBezTo>
                    <a:pt x="3001" y="4510"/>
                    <a:pt x="3049" y="4491"/>
                    <a:pt x="3084" y="4456"/>
                  </a:cubicBezTo>
                  <a:lnTo>
                    <a:pt x="3241" y="4301"/>
                  </a:lnTo>
                  <a:lnTo>
                    <a:pt x="5042" y="6102"/>
                  </a:lnTo>
                  <a:cubicBezTo>
                    <a:pt x="5079" y="6139"/>
                    <a:pt x="5126" y="6157"/>
                    <a:pt x="5173" y="6157"/>
                  </a:cubicBezTo>
                  <a:cubicBezTo>
                    <a:pt x="5221" y="6157"/>
                    <a:pt x="5269" y="6139"/>
                    <a:pt x="5304" y="6102"/>
                  </a:cubicBezTo>
                  <a:lnTo>
                    <a:pt x="5310" y="6097"/>
                  </a:lnTo>
                  <a:lnTo>
                    <a:pt x="5607" y="6394"/>
                  </a:lnTo>
                  <a:lnTo>
                    <a:pt x="5317" y="6394"/>
                  </a:lnTo>
                  <a:cubicBezTo>
                    <a:pt x="5249" y="6394"/>
                    <a:pt x="5186" y="6432"/>
                    <a:pt x="5153" y="6492"/>
                  </a:cubicBezTo>
                  <a:lnTo>
                    <a:pt x="4528" y="7660"/>
                  </a:lnTo>
                  <a:lnTo>
                    <a:pt x="3556" y="7660"/>
                  </a:lnTo>
                  <a:cubicBezTo>
                    <a:pt x="3493" y="7660"/>
                    <a:pt x="3434" y="7692"/>
                    <a:pt x="3400" y="7746"/>
                  </a:cubicBezTo>
                  <a:lnTo>
                    <a:pt x="2452" y="9214"/>
                  </a:lnTo>
                  <a:cubicBezTo>
                    <a:pt x="2415" y="9271"/>
                    <a:pt x="2413" y="9344"/>
                    <a:pt x="2445" y="9403"/>
                  </a:cubicBezTo>
                  <a:cubicBezTo>
                    <a:pt x="2478" y="9464"/>
                    <a:pt x="2541" y="9501"/>
                    <a:pt x="2608" y="9501"/>
                  </a:cubicBezTo>
                  <a:lnTo>
                    <a:pt x="9316" y="9501"/>
                  </a:lnTo>
                  <a:cubicBezTo>
                    <a:pt x="9417" y="9501"/>
                    <a:pt x="9501" y="9418"/>
                    <a:pt x="9501" y="9314"/>
                  </a:cubicBezTo>
                  <a:lnTo>
                    <a:pt x="9501" y="6635"/>
                  </a:lnTo>
                  <a:cubicBezTo>
                    <a:pt x="9501" y="6533"/>
                    <a:pt x="9418" y="6449"/>
                    <a:pt x="9316" y="6449"/>
                  </a:cubicBezTo>
                  <a:cubicBezTo>
                    <a:pt x="9213" y="6449"/>
                    <a:pt x="9129" y="6532"/>
                    <a:pt x="9129" y="6635"/>
                  </a:cubicBezTo>
                  <a:lnTo>
                    <a:pt x="9129" y="9128"/>
                  </a:lnTo>
                  <a:lnTo>
                    <a:pt x="2948" y="9128"/>
                  </a:lnTo>
                  <a:lnTo>
                    <a:pt x="3656" y="8031"/>
                  </a:lnTo>
                  <a:lnTo>
                    <a:pt x="4639" y="8031"/>
                  </a:lnTo>
                  <a:cubicBezTo>
                    <a:pt x="4707" y="8031"/>
                    <a:pt x="4770" y="7993"/>
                    <a:pt x="4803" y="7933"/>
                  </a:cubicBezTo>
                  <a:lnTo>
                    <a:pt x="5428" y="6763"/>
                  </a:lnTo>
                  <a:lnTo>
                    <a:pt x="5978" y="6763"/>
                  </a:lnTo>
                  <a:lnTo>
                    <a:pt x="6138" y="6925"/>
                  </a:lnTo>
                  <a:cubicBezTo>
                    <a:pt x="6159" y="6946"/>
                    <a:pt x="6185" y="6961"/>
                    <a:pt x="6213" y="6970"/>
                  </a:cubicBezTo>
                  <a:lnTo>
                    <a:pt x="6980" y="7213"/>
                  </a:lnTo>
                  <a:cubicBezTo>
                    <a:pt x="6998" y="7218"/>
                    <a:pt x="7017" y="7222"/>
                    <a:pt x="7037" y="7222"/>
                  </a:cubicBezTo>
                  <a:cubicBezTo>
                    <a:pt x="7085" y="7222"/>
                    <a:pt x="7132" y="7203"/>
                    <a:pt x="7168" y="7168"/>
                  </a:cubicBezTo>
                  <a:cubicBezTo>
                    <a:pt x="7216" y="7120"/>
                    <a:pt x="7234" y="7047"/>
                    <a:pt x="7213" y="6981"/>
                  </a:cubicBezTo>
                  <a:lnTo>
                    <a:pt x="6971" y="6213"/>
                  </a:lnTo>
                  <a:cubicBezTo>
                    <a:pt x="6962" y="6184"/>
                    <a:pt x="6946" y="6160"/>
                    <a:pt x="6925" y="6139"/>
                  </a:cubicBezTo>
                  <a:lnTo>
                    <a:pt x="6803" y="6018"/>
                  </a:lnTo>
                  <a:lnTo>
                    <a:pt x="6933" y="5425"/>
                  </a:lnTo>
                  <a:lnTo>
                    <a:pt x="7721" y="4444"/>
                  </a:lnTo>
                  <a:cubicBezTo>
                    <a:pt x="7736" y="4427"/>
                    <a:pt x="7746" y="4407"/>
                    <a:pt x="7753" y="4386"/>
                  </a:cubicBezTo>
                  <a:lnTo>
                    <a:pt x="8134" y="3227"/>
                  </a:lnTo>
                  <a:lnTo>
                    <a:pt x="9129" y="2872"/>
                  </a:lnTo>
                  <a:lnTo>
                    <a:pt x="9129" y="4967"/>
                  </a:lnTo>
                  <a:cubicBezTo>
                    <a:pt x="9129" y="5068"/>
                    <a:pt x="9212" y="5153"/>
                    <a:pt x="9316" y="5153"/>
                  </a:cubicBezTo>
                  <a:cubicBezTo>
                    <a:pt x="9417" y="5153"/>
                    <a:pt x="9501" y="5071"/>
                    <a:pt x="9501" y="4967"/>
                  </a:cubicBezTo>
                  <a:lnTo>
                    <a:pt x="9501" y="2605"/>
                  </a:lnTo>
                  <a:lnTo>
                    <a:pt x="9500" y="2605"/>
                  </a:lnTo>
                  <a:cubicBezTo>
                    <a:pt x="9500" y="2544"/>
                    <a:pt x="9471" y="2488"/>
                    <a:pt x="9421" y="2453"/>
                  </a:cubicBezTo>
                  <a:cubicBezTo>
                    <a:pt x="9389" y="2430"/>
                    <a:pt x="9352" y="2419"/>
                    <a:pt x="9315" y="2419"/>
                  </a:cubicBezTo>
                  <a:cubicBezTo>
                    <a:pt x="9294" y="2419"/>
                    <a:pt x="9273" y="2422"/>
                    <a:pt x="9253" y="2430"/>
                  </a:cubicBezTo>
                  <a:lnTo>
                    <a:pt x="7924" y="2902"/>
                  </a:lnTo>
                  <a:cubicBezTo>
                    <a:pt x="7871" y="2922"/>
                    <a:pt x="7829" y="2965"/>
                    <a:pt x="7810" y="3018"/>
                  </a:cubicBezTo>
                  <a:lnTo>
                    <a:pt x="7411" y="4234"/>
                  </a:lnTo>
                  <a:lnTo>
                    <a:pt x="6616" y="5222"/>
                  </a:lnTo>
                  <a:cubicBezTo>
                    <a:pt x="6598" y="5244"/>
                    <a:pt x="6587" y="5271"/>
                    <a:pt x="6579" y="5299"/>
                  </a:cubicBezTo>
                  <a:lnTo>
                    <a:pt x="6492" y="5702"/>
                  </a:lnTo>
                  <a:lnTo>
                    <a:pt x="6097" y="5308"/>
                  </a:lnTo>
                  <a:lnTo>
                    <a:pt x="6103" y="5303"/>
                  </a:lnTo>
                  <a:cubicBezTo>
                    <a:pt x="6175" y="5231"/>
                    <a:pt x="6175" y="5114"/>
                    <a:pt x="6103" y="5041"/>
                  </a:cubicBezTo>
                  <a:lnTo>
                    <a:pt x="4301" y="3239"/>
                  </a:lnTo>
                  <a:lnTo>
                    <a:pt x="4457" y="3083"/>
                  </a:lnTo>
                  <a:cubicBezTo>
                    <a:pt x="4492" y="3049"/>
                    <a:pt x="4510" y="3002"/>
                    <a:pt x="4510" y="2952"/>
                  </a:cubicBezTo>
                  <a:cubicBezTo>
                    <a:pt x="4510" y="2903"/>
                    <a:pt x="4490" y="2856"/>
                    <a:pt x="4457" y="2821"/>
                  </a:cubicBezTo>
                  <a:lnTo>
                    <a:pt x="4011" y="2375"/>
                  </a:lnTo>
                  <a:lnTo>
                    <a:pt x="4137" y="2248"/>
                  </a:lnTo>
                  <a:cubicBezTo>
                    <a:pt x="4210" y="2176"/>
                    <a:pt x="4210" y="2059"/>
                    <a:pt x="4137" y="1986"/>
                  </a:cubicBezTo>
                  <a:lnTo>
                    <a:pt x="2247" y="97"/>
                  </a:lnTo>
                  <a:cubicBezTo>
                    <a:pt x="2212" y="60"/>
                    <a:pt x="2164" y="42"/>
                    <a:pt x="2117" y="42"/>
                  </a:cubicBezTo>
                  <a:cubicBezTo>
                    <a:pt x="2069" y="42"/>
                    <a:pt x="2022" y="60"/>
                    <a:pt x="1986" y="97"/>
                  </a:cubicBezTo>
                  <a:lnTo>
                    <a:pt x="1740" y="342"/>
                  </a:lnTo>
                  <a:lnTo>
                    <a:pt x="1576" y="176"/>
                  </a:lnTo>
                  <a:cubicBezTo>
                    <a:pt x="1462" y="63"/>
                    <a:pt x="1311" y="0"/>
                    <a:pt x="11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5"/>
            <p:cNvSpPr/>
            <p:nvPr/>
          </p:nvSpPr>
          <p:spPr>
            <a:xfrm>
              <a:off x="4932813" y="4376065"/>
              <a:ext cx="17071" cy="34728"/>
            </a:xfrm>
            <a:custGeom>
              <a:rect b="b" l="l" r="r" t="t"/>
              <a:pathLst>
                <a:path extrusionOk="0" h="1066" w="524">
                  <a:moveTo>
                    <a:pt x="322" y="0"/>
                  </a:moveTo>
                  <a:cubicBezTo>
                    <a:pt x="233" y="0"/>
                    <a:pt x="155" y="64"/>
                    <a:pt x="140" y="154"/>
                  </a:cubicBezTo>
                  <a:lnTo>
                    <a:pt x="18" y="848"/>
                  </a:lnTo>
                  <a:cubicBezTo>
                    <a:pt x="1" y="947"/>
                    <a:pt x="68" y="1045"/>
                    <a:pt x="168" y="1062"/>
                  </a:cubicBezTo>
                  <a:cubicBezTo>
                    <a:pt x="179" y="1064"/>
                    <a:pt x="191" y="1065"/>
                    <a:pt x="202" y="1065"/>
                  </a:cubicBezTo>
                  <a:cubicBezTo>
                    <a:pt x="289" y="1065"/>
                    <a:pt x="367" y="1003"/>
                    <a:pt x="383" y="913"/>
                  </a:cubicBezTo>
                  <a:lnTo>
                    <a:pt x="505" y="218"/>
                  </a:lnTo>
                  <a:cubicBezTo>
                    <a:pt x="523" y="117"/>
                    <a:pt x="455" y="20"/>
                    <a:pt x="355" y="3"/>
                  </a:cubicBezTo>
                  <a:cubicBezTo>
                    <a:pt x="344" y="1"/>
                    <a:pt x="333" y="0"/>
                    <a:pt x="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5"/>
            <p:cNvSpPr/>
            <p:nvPr/>
          </p:nvSpPr>
          <p:spPr>
            <a:xfrm>
              <a:off x="4894991" y="4384079"/>
              <a:ext cx="24531" cy="30590"/>
            </a:xfrm>
            <a:custGeom>
              <a:rect b="b" l="l" r="r" t="t"/>
              <a:pathLst>
                <a:path extrusionOk="0" h="939" w="753">
                  <a:moveTo>
                    <a:pt x="212" y="1"/>
                  </a:moveTo>
                  <a:cubicBezTo>
                    <a:pt x="181" y="1"/>
                    <a:pt x="149" y="9"/>
                    <a:pt x="119" y="25"/>
                  </a:cubicBezTo>
                  <a:cubicBezTo>
                    <a:pt x="30" y="77"/>
                    <a:pt x="1" y="191"/>
                    <a:pt x="51" y="280"/>
                  </a:cubicBezTo>
                  <a:lnTo>
                    <a:pt x="379" y="846"/>
                  </a:lnTo>
                  <a:cubicBezTo>
                    <a:pt x="413" y="904"/>
                    <a:pt x="475" y="939"/>
                    <a:pt x="539" y="939"/>
                  </a:cubicBezTo>
                  <a:cubicBezTo>
                    <a:pt x="571" y="939"/>
                    <a:pt x="602" y="931"/>
                    <a:pt x="633" y="914"/>
                  </a:cubicBezTo>
                  <a:cubicBezTo>
                    <a:pt x="722" y="862"/>
                    <a:pt x="752" y="748"/>
                    <a:pt x="701" y="661"/>
                  </a:cubicBezTo>
                  <a:lnTo>
                    <a:pt x="374" y="93"/>
                  </a:lnTo>
                  <a:cubicBezTo>
                    <a:pt x="339" y="34"/>
                    <a:pt x="277" y="1"/>
                    <a:pt x="2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5"/>
            <p:cNvSpPr/>
            <p:nvPr/>
          </p:nvSpPr>
          <p:spPr>
            <a:xfrm>
              <a:off x="4798105" y="4509209"/>
              <a:ext cx="35738" cy="15768"/>
            </a:xfrm>
            <a:custGeom>
              <a:rect b="b" l="l" r="r" t="t"/>
              <a:pathLst>
                <a:path extrusionOk="0" h="484" w="1097">
                  <a:moveTo>
                    <a:pt x="898" y="0"/>
                  </a:moveTo>
                  <a:cubicBezTo>
                    <a:pt x="888" y="0"/>
                    <a:pt x="877" y="1"/>
                    <a:pt x="867" y="3"/>
                  </a:cubicBezTo>
                  <a:lnTo>
                    <a:pt x="170" y="116"/>
                  </a:lnTo>
                  <a:cubicBezTo>
                    <a:pt x="69" y="132"/>
                    <a:pt x="1" y="227"/>
                    <a:pt x="16" y="328"/>
                  </a:cubicBezTo>
                  <a:cubicBezTo>
                    <a:pt x="31" y="420"/>
                    <a:pt x="110" y="484"/>
                    <a:pt x="200" y="484"/>
                  </a:cubicBezTo>
                  <a:cubicBezTo>
                    <a:pt x="210" y="484"/>
                    <a:pt x="220" y="483"/>
                    <a:pt x="230" y="481"/>
                  </a:cubicBezTo>
                  <a:lnTo>
                    <a:pt x="927" y="369"/>
                  </a:lnTo>
                  <a:cubicBezTo>
                    <a:pt x="1027" y="352"/>
                    <a:pt x="1097" y="257"/>
                    <a:pt x="1080" y="156"/>
                  </a:cubicBezTo>
                  <a:cubicBezTo>
                    <a:pt x="1065" y="65"/>
                    <a:pt x="987" y="0"/>
                    <a:pt x="8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5"/>
            <p:cNvSpPr/>
            <p:nvPr/>
          </p:nvSpPr>
          <p:spPr>
            <a:xfrm>
              <a:off x="4806347" y="4471550"/>
              <a:ext cx="32089" cy="23032"/>
            </a:xfrm>
            <a:custGeom>
              <a:rect b="b" l="l" r="r" t="t"/>
              <a:pathLst>
                <a:path extrusionOk="0" h="707" w="985">
                  <a:moveTo>
                    <a:pt x="213" y="0"/>
                  </a:moveTo>
                  <a:cubicBezTo>
                    <a:pt x="149" y="0"/>
                    <a:pt x="87" y="33"/>
                    <a:pt x="53" y="90"/>
                  </a:cubicBezTo>
                  <a:cubicBezTo>
                    <a:pt x="0" y="178"/>
                    <a:pt x="30" y="293"/>
                    <a:pt x="117" y="345"/>
                  </a:cubicBezTo>
                  <a:lnTo>
                    <a:pt x="679" y="680"/>
                  </a:lnTo>
                  <a:cubicBezTo>
                    <a:pt x="708" y="698"/>
                    <a:pt x="741" y="706"/>
                    <a:pt x="773" y="706"/>
                  </a:cubicBezTo>
                  <a:cubicBezTo>
                    <a:pt x="836" y="706"/>
                    <a:pt x="897" y="674"/>
                    <a:pt x="933" y="616"/>
                  </a:cubicBezTo>
                  <a:cubicBezTo>
                    <a:pt x="985" y="528"/>
                    <a:pt x="957" y="414"/>
                    <a:pt x="869" y="362"/>
                  </a:cubicBezTo>
                  <a:lnTo>
                    <a:pt x="307" y="26"/>
                  </a:lnTo>
                  <a:cubicBezTo>
                    <a:pt x="278" y="9"/>
                    <a:pt x="245" y="0"/>
                    <a:pt x="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5"/>
            <p:cNvSpPr/>
            <p:nvPr/>
          </p:nvSpPr>
          <p:spPr>
            <a:xfrm>
              <a:off x="4851597" y="4499632"/>
              <a:ext cx="12151" cy="12151"/>
            </a:xfrm>
            <a:custGeom>
              <a:rect b="b" l="l" r="r" t="t"/>
              <a:pathLst>
                <a:path extrusionOk="0" h="373" w="373">
                  <a:moveTo>
                    <a:pt x="187" y="0"/>
                  </a:moveTo>
                  <a:cubicBezTo>
                    <a:pt x="83" y="0"/>
                    <a:pt x="0" y="84"/>
                    <a:pt x="0" y="186"/>
                  </a:cubicBezTo>
                  <a:cubicBezTo>
                    <a:pt x="0" y="290"/>
                    <a:pt x="84" y="372"/>
                    <a:pt x="187" y="372"/>
                  </a:cubicBezTo>
                  <a:cubicBezTo>
                    <a:pt x="291" y="372"/>
                    <a:pt x="372" y="289"/>
                    <a:pt x="372" y="186"/>
                  </a:cubicBezTo>
                  <a:cubicBezTo>
                    <a:pt x="372" y="82"/>
                    <a:pt x="291"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5"/>
            <p:cNvSpPr/>
            <p:nvPr/>
          </p:nvSpPr>
          <p:spPr>
            <a:xfrm>
              <a:off x="4911801" y="4348472"/>
              <a:ext cx="12151" cy="12151"/>
            </a:xfrm>
            <a:custGeom>
              <a:rect b="b" l="l" r="r" t="t"/>
              <a:pathLst>
                <a:path extrusionOk="0" h="373" w="373">
                  <a:moveTo>
                    <a:pt x="186" y="1"/>
                  </a:moveTo>
                  <a:cubicBezTo>
                    <a:pt x="83" y="1"/>
                    <a:pt x="0" y="82"/>
                    <a:pt x="0" y="186"/>
                  </a:cubicBezTo>
                  <a:cubicBezTo>
                    <a:pt x="0" y="290"/>
                    <a:pt x="84" y="373"/>
                    <a:pt x="186" y="373"/>
                  </a:cubicBezTo>
                  <a:cubicBezTo>
                    <a:pt x="289" y="373"/>
                    <a:pt x="372" y="289"/>
                    <a:pt x="372" y="186"/>
                  </a:cubicBezTo>
                  <a:cubicBezTo>
                    <a:pt x="372" y="84"/>
                    <a:pt x="289"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5"/>
            <p:cNvSpPr/>
            <p:nvPr/>
          </p:nvSpPr>
          <p:spPr>
            <a:xfrm>
              <a:off x="5014159" y="4477186"/>
              <a:ext cx="12119" cy="12151"/>
            </a:xfrm>
            <a:custGeom>
              <a:rect b="b" l="l" r="r" t="t"/>
              <a:pathLst>
                <a:path extrusionOk="0" h="373" w="372">
                  <a:moveTo>
                    <a:pt x="185" y="0"/>
                  </a:moveTo>
                  <a:cubicBezTo>
                    <a:pt x="82" y="0"/>
                    <a:pt x="0" y="84"/>
                    <a:pt x="0" y="187"/>
                  </a:cubicBezTo>
                  <a:cubicBezTo>
                    <a:pt x="0" y="289"/>
                    <a:pt x="82" y="372"/>
                    <a:pt x="185" y="372"/>
                  </a:cubicBezTo>
                  <a:cubicBezTo>
                    <a:pt x="289" y="372"/>
                    <a:pt x="372" y="288"/>
                    <a:pt x="372" y="187"/>
                  </a:cubicBezTo>
                  <a:cubicBezTo>
                    <a:pt x="372" y="84"/>
                    <a:pt x="289" y="0"/>
                    <a:pt x="1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25" name="Shape 7225"/>
        <p:cNvGrpSpPr/>
        <p:nvPr/>
      </p:nvGrpSpPr>
      <p:grpSpPr>
        <a:xfrm>
          <a:off x="0" y="0"/>
          <a:ext cx="0" cy="0"/>
          <a:chOff x="0" y="0"/>
          <a:chExt cx="0" cy="0"/>
        </a:xfrm>
      </p:grpSpPr>
      <p:sp>
        <p:nvSpPr>
          <p:cNvPr id="7226" name="Google Shape;7226;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Test your knowledge on minerals</a:t>
            </a:r>
            <a:endParaRPr/>
          </a:p>
        </p:txBody>
      </p:sp>
      <p:sp>
        <p:nvSpPr>
          <p:cNvPr id="7227" name="Google Shape;7227;p66"/>
          <p:cNvSpPr txBox="1"/>
          <p:nvPr>
            <p:ph idx="4294967295" type="subTitle"/>
          </p:nvPr>
        </p:nvSpPr>
        <p:spPr>
          <a:xfrm>
            <a:off x="669300" y="1189475"/>
            <a:ext cx="7704000" cy="6255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t>Answer the questions related to minerals </a:t>
            </a:r>
            <a:r>
              <a:rPr lang="en"/>
              <a:t>by dragging the correct answer to the rectangle below each question. Good luck!</a:t>
            </a:r>
            <a:endParaRPr/>
          </a:p>
        </p:txBody>
      </p:sp>
      <p:sp>
        <p:nvSpPr>
          <p:cNvPr id="7228" name="Google Shape;7228;p66"/>
          <p:cNvSpPr txBox="1"/>
          <p:nvPr/>
        </p:nvSpPr>
        <p:spPr>
          <a:xfrm flipH="1">
            <a:off x="1136501" y="2873488"/>
            <a:ext cx="2143800" cy="3108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b="1">
              <a:solidFill>
                <a:schemeClr val="dk1"/>
              </a:solidFill>
              <a:latin typeface="Calibri"/>
              <a:ea typeface="Calibri"/>
              <a:cs typeface="Calibri"/>
              <a:sym typeface="Calibri"/>
            </a:endParaRPr>
          </a:p>
        </p:txBody>
      </p:sp>
      <p:sp>
        <p:nvSpPr>
          <p:cNvPr id="7229" name="Google Shape;7229;p66"/>
          <p:cNvSpPr txBox="1"/>
          <p:nvPr/>
        </p:nvSpPr>
        <p:spPr>
          <a:xfrm flipH="1">
            <a:off x="3504309" y="2873487"/>
            <a:ext cx="2139600" cy="3108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b="1">
              <a:solidFill>
                <a:schemeClr val="dk1"/>
              </a:solidFill>
              <a:latin typeface="Calibri"/>
              <a:ea typeface="Calibri"/>
              <a:cs typeface="Calibri"/>
              <a:sym typeface="Calibri"/>
            </a:endParaRPr>
          </a:p>
        </p:txBody>
      </p:sp>
      <p:sp>
        <p:nvSpPr>
          <p:cNvPr id="7230" name="Google Shape;7230;p66"/>
          <p:cNvSpPr txBox="1"/>
          <p:nvPr/>
        </p:nvSpPr>
        <p:spPr>
          <a:xfrm flipH="1">
            <a:off x="5867899" y="2873475"/>
            <a:ext cx="2139600" cy="3108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b="1">
              <a:solidFill>
                <a:schemeClr val="dk1"/>
              </a:solidFill>
              <a:latin typeface="Calibri"/>
              <a:ea typeface="Calibri"/>
              <a:cs typeface="Calibri"/>
              <a:sym typeface="Calibri"/>
            </a:endParaRPr>
          </a:p>
        </p:txBody>
      </p:sp>
      <p:sp>
        <p:nvSpPr>
          <p:cNvPr id="7231" name="Google Shape;7231;p66"/>
          <p:cNvSpPr txBox="1"/>
          <p:nvPr/>
        </p:nvSpPr>
        <p:spPr>
          <a:xfrm flipH="1">
            <a:off x="3504312" y="3560001"/>
            <a:ext cx="2139600" cy="365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1"/>
                </a:solidFill>
                <a:latin typeface="Lato"/>
                <a:ea typeface="Lato"/>
                <a:cs typeface="Lato"/>
                <a:sym typeface="Lato"/>
              </a:rPr>
              <a:t>Gold panning</a:t>
            </a:r>
            <a:endParaRPr b="1">
              <a:solidFill>
                <a:schemeClr val="dk1"/>
              </a:solidFill>
              <a:latin typeface="Lato"/>
              <a:ea typeface="Lato"/>
              <a:cs typeface="Lato"/>
              <a:sym typeface="Lato"/>
            </a:endParaRPr>
          </a:p>
        </p:txBody>
      </p:sp>
      <p:sp>
        <p:nvSpPr>
          <p:cNvPr id="7232" name="Google Shape;7232;p66"/>
          <p:cNvSpPr txBox="1"/>
          <p:nvPr/>
        </p:nvSpPr>
        <p:spPr>
          <a:xfrm flipH="1">
            <a:off x="1136508" y="3560001"/>
            <a:ext cx="2143800" cy="365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1"/>
                </a:solidFill>
                <a:latin typeface="Lato"/>
                <a:ea typeface="Lato"/>
                <a:cs typeface="Lato"/>
                <a:sym typeface="Lato"/>
              </a:rPr>
              <a:t>Gold and copper</a:t>
            </a:r>
            <a:endParaRPr b="1">
              <a:solidFill>
                <a:schemeClr val="dk1"/>
              </a:solidFill>
              <a:latin typeface="Lato"/>
              <a:ea typeface="Lato"/>
              <a:cs typeface="Lato"/>
              <a:sym typeface="Lato"/>
            </a:endParaRPr>
          </a:p>
        </p:txBody>
      </p:sp>
      <p:sp>
        <p:nvSpPr>
          <p:cNvPr id="7233" name="Google Shape;7233;p66"/>
          <p:cNvSpPr txBox="1"/>
          <p:nvPr/>
        </p:nvSpPr>
        <p:spPr>
          <a:xfrm flipH="1">
            <a:off x="5867899" y="3559988"/>
            <a:ext cx="2139600" cy="365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1"/>
                </a:solidFill>
                <a:latin typeface="Lato"/>
                <a:ea typeface="Lato"/>
                <a:cs typeface="Lato"/>
                <a:sym typeface="Lato"/>
              </a:rPr>
              <a:t>Bronze, iron or steel</a:t>
            </a:r>
            <a:endParaRPr b="1">
              <a:solidFill>
                <a:schemeClr val="dk1"/>
              </a:solidFill>
              <a:latin typeface="Lato"/>
              <a:ea typeface="Lato"/>
              <a:cs typeface="Lato"/>
              <a:sym typeface="Lato"/>
            </a:endParaRPr>
          </a:p>
        </p:txBody>
      </p:sp>
      <p:sp>
        <p:nvSpPr>
          <p:cNvPr id="7234" name="Google Shape;7234;p66"/>
          <p:cNvSpPr txBox="1"/>
          <p:nvPr/>
        </p:nvSpPr>
        <p:spPr>
          <a:xfrm flipH="1">
            <a:off x="1136501" y="2270500"/>
            <a:ext cx="2143800" cy="6030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What is the simplest type of mining?</a:t>
            </a:r>
            <a:endParaRPr>
              <a:solidFill>
                <a:schemeClr val="dk1"/>
              </a:solidFill>
              <a:latin typeface="Lato"/>
              <a:ea typeface="Lato"/>
              <a:cs typeface="Lato"/>
              <a:sym typeface="Lato"/>
            </a:endParaRPr>
          </a:p>
        </p:txBody>
      </p:sp>
      <p:sp>
        <p:nvSpPr>
          <p:cNvPr id="7235" name="Google Shape;7235;p66"/>
          <p:cNvSpPr txBox="1"/>
          <p:nvPr/>
        </p:nvSpPr>
        <p:spPr>
          <a:xfrm flipH="1">
            <a:off x="3504309" y="2270498"/>
            <a:ext cx="2139600" cy="6030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What metals were first unearthed by humans?</a:t>
            </a:r>
            <a:endParaRPr>
              <a:solidFill>
                <a:schemeClr val="dk1"/>
              </a:solidFill>
              <a:latin typeface="Lato"/>
              <a:ea typeface="Lato"/>
              <a:cs typeface="Lato"/>
              <a:sym typeface="Lato"/>
            </a:endParaRPr>
          </a:p>
        </p:txBody>
      </p:sp>
      <p:sp>
        <p:nvSpPr>
          <p:cNvPr id="7236" name="Google Shape;7236;p66"/>
          <p:cNvSpPr txBox="1"/>
          <p:nvPr/>
        </p:nvSpPr>
        <p:spPr>
          <a:xfrm flipH="1">
            <a:off x="5867899" y="2270475"/>
            <a:ext cx="2139600" cy="6030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What do tin, copper and iron make?</a:t>
            </a:r>
            <a:endParaRPr>
              <a:solidFill>
                <a:schemeClr val="dk1"/>
              </a:solidFill>
              <a:latin typeface="Lato"/>
              <a:ea typeface="Lato"/>
              <a:cs typeface="Lato"/>
              <a:sym typeface="Lato"/>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0" name="Shape 7240"/>
        <p:cNvGrpSpPr/>
        <p:nvPr/>
      </p:nvGrpSpPr>
      <p:grpSpPr>
        <a:xfrm>
          <a:off x="0" y="0"/>
          <a:ext cx="0" cy="0"/>
          <a:chOff x="0" y="0"/>
          <a:chExt cx="0" cy="0"/>
        </a:xfrm>
      </p:grpSpPr>
      <p:sp>
        <p:nvSpPr>
          <p:cNvPr id="7241" name="Google Shape;7241;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Unscramble the words</a:t>
            </a:r>
            <a:endParaRPr/>
          </a:p>
        </p:txBody>
      </p:sp>
      <p:sp>
        <p:nvSpPr>
          <p:cNvPr id="7242" name="Google Shape;7242;p67"/>
          <p:cNvSpPr txBox="1"/>
          <p:nvPr>
            <p:ph idx="4294967295" type="subTitle"/>
          </p:nvPr>
        </p:nvSpPr>
        <p:spPr>
          <a:xfrm>
            <a:off x="669300" y="1189475"/>
            <a:ext cx="7704000" cy="6255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t>Test your knowledge of mining by answering the questions.</a:t>
            </a:r>
            <a:r>
              <a:rPr lang="en"/>
              <a:t> Each question has a hidden word that you have to discover. Click and drag the letters to place them in the order to find the words</a:t>
            </a:r>
            <a:endParaRPr/>
          </a:p>
        </p:txBody>
      </p:sp>
      <p:sp>
        <p:nvSpPr>
          <p:cNvPr id="7243" name="Google Shape;7243;p67"/>
          <p:cNvSpPr txBox="1"/>
          <p:nvPr/>
        </p:nvSpPr>
        <p:spPr>
          <a:xfrm flipH="1">
            <a:off x="2411025" y="2308600"/>
            <a:ext cx="4548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M</a:t>
            </a:r>
            <a:endParaRPr>
              <a:solidFill>
                <a:schemeClr val="dk1"/>
              </a:solidFill>
              <a:latin typeface="Lato"/>
              <a:ea typeface="Lato"/>
              <a:cs typeface="Lato"/>
              <a:sym typeface="Lato"/>
            </a:endParaRPr>
          </a:p>
        </p:txBody>
      </p:sp>
      <p:sp>
        <p:nvSpPr>
          <p:cNvPr id="7244" name="Google Shape;7244;p67"/>
          <p:cNvSpPr txBox="1"/>
          <p:nvPr/>
        </p:nvSpPr>
        <p:spPr>
          <a:xfrm flipH="1">
            <a:off x="1316450" y="1889500"/>
            <a:ext cx="6511200" cy="329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1"/>
                </a:solidFill>
                <a:latin typeface="Lato"/>
                <a:ea typeface="Lato"/>
                <a:cs typeface="Lato"/>
                <a:sym typeface="Lato"/>
              </a:rPr>
              <a:t>What is the name of the process of extracting minerals from the earth?</a:t>
            </a:r>
            <a:endParaRPr b="1">
              <a:solidFill>
                <a:schemeClr val="dk1"/>
              </a:solidFill>
              <a:latin typeface="Lato"/>
              <a:ea typeface="Lato"/>
              <a:cs typeface="Lato"/>
              <a:sym typeface="Lato"/>
            </a:endParaRPr>
          </a:p>
        </p:txBody>
      </p:sp>
      <p:sp>
        <p:nvSpPr>
          <p:cNvPr id="7245" name="Google Shape;7245;p67"/>
          <p:cNvSpPr txBox="1"/>
          <p:nvPr/>
        </p:nvSpPr>
        <p:spPr>
          <a:xfrm flipH="1">
            <a:off x="1316450" y="3432550"/>
            <a:ext cx="6511200" cy="329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1"/>
                </a:solidFill>
                <a:latin typeface="Lato"/>
                <a:ea typeface="Lato"/>
                <a:cs typeface="Lato"/>
                <a:sym typeface="Lato"/>
              </a:rPr>
              <a:t>What is the name of the mineral that is used to make copper?</a:t>
            </a:r>
            <a:endParaRPr b="1">
              <a:solidFill>
                <a:schemeClr val="dk1"/>
              </a:solidFill>
              <a:latin typeface="Lato"/>
              <a:ea typeface="Lato"/>
              <a:cs typeface="Lato"/>
              <a:sym typeface="Lato"/>
            </a:endParaRPr>
          </a:p>
        </p:txBody>
      </p:sp>
      <p:sp>
        <p:nvSpPr>
          <p:cNvPr id="7246" name="Google Shape;7246;p67"/>
          <p:cNvSpPr txBox="1"/>
          <p:nvPr/>
        </p:nvSpPr>
        <p:spPr>
          <a:xfrm flipH="1">
            <a:off x="2963475" y="2308600"/>
            <a:ext cx="454800" cy="3297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a:solidFill>
                <a:schemeClr val="dk1"/>
              </a:solidFill>
              <a:latin typeface="Calibri"/>
              <a:ea typeface="Calibri"/>
              <a:cs typeface="Calibri"/>
              <a:sym typeface="Calibri"/>
            </a:endParaRPr>
          </a:p>
        </p:txBody>
      </p:sp>
      <p:sp>
        <p:nvSpPr>
          <p:cNvPr id="7247" name="Google Shape;7247;p67"/>
          <p:cNvSpPr txBox="1"/>
          <p:nvPr/>
        </p:nvSpPr>
        <p:spPr>
          <a:xfrm flipH="1">
            <a:off x="3515925" y="2308600"/>
            <a:ext cx="454800" cy="3297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a:solidFill>
                <a:schemeClr val="dk1"/>
              </a:solidFill>
              <a:latin typeface="Calibri"/>
              <a:ea typeface="Calibri"/>
              <a:cs typeface="Calibri"/>
              <a:sym typeface="Calibri"/>
            </a:endParaRPr>
          </a:p>
        </p:txBody>
      </p:sp>
      <p:sp>
        <p:nvSpPr>
          <p:cNvPr id="7248" name="Google Shape;7248;p67"/>
          <p:cNvSpPr txBox="1"/>
          <p:nvPr/>
        </p:nvSpPr>
        <p:spPr>
          <a:xfrm flipH="1">
            <a:off x="4068375" y="2308600"/>
            <a:ext cx="454800" cy="3297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a:solidFill>
                <a:schemeClr val="dk1"/>
              </a:solidFill>
              <a:latin typeface="Calibri"/>
              <a:ea typeface="Calibri"/>
              <a:cs typeface="Calibri"/>
              <a:sym typeface="Calibri"/>
            </a:endParaRPr>
          </a:p>
        </p:txBody>
      </p:sp>
      <p:sp>
        <p:nvSpPr>
          <p:cNvPr id="7249" name="Google Shape;7249;p67"/>
          <p:cNvSpPr txBox="1"/>
          <p:nvPr/>
        </p:nvSpPr>
        <p:spPr>
          <a:xfrm flipH="1">
            <a:off x="4620825" y="2308600"/>
            <a:ext cx="454800" cy="3297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a:solidFill>
                <a:schemeClr val="dk1"/>
              </a:solidFill>
              <a:latin typeface="Calibri"/>
              <a:ea typeface="Calibri"/>
              <a:cs typeface="Calibri"/>
              <a:sym typeface="Calibri"/>
            </a:endParaRPr>
          </a:p>
        </p:txBody>
      </p:sp>
      <p:sp>
        <p:nvSpPr>
          <p:cNvPr id="7250" name="Google Shape;7250;p67"/>
          <p:cNvSpPr txBox="1"/>
          <p:nvPr/>
        </p:nvSpPr>
        <p:spPr>
          <a:xfrm flipH="1">
            <a:off x="5173275" y="2308600"/>
            <a:ext cx="454800" cy="3297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a:solidFill>
                <a:schemeClr val="dk1"/>
              </a:solidFill>
              <a:latin typeface="Calibri"/>
              <a:ea typeface="Calibri"/>
              <a:cs typeface="Calibri"/>
              <a:sym typeface="Calibri"/>
            </a:endParaRPr>
          </a:p>
        </p:txBody>
      </p:sp>
      <p:sp>
        <p:nvSpPr>
          <p:cNvPr id="7251" name="Google Shape;7251;p67"/>
          <p:cNvSpPr txBox="1"/>
          <p:nvPr/>
        </p:nvSpPr>
        <p:spPr>
          <a:xfrm flipH="1">
            <a:off x="2963475" y="2718175"/>
            <a:ext cx="4548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N</a:t>
            </a:r>
            <a:endParaRPr>
              <a:solidFill>
                <a:schemeClr val="dk1"/>
              </a:solidFill>
              <a:latin typeface="Lato"/>
              <a:ea typeface="Lato"/>
              <a:cs typeface="Lato"/>
              <a:sym typeface="Lato"/>
            </a:endParaRPr>
          </a:p>
        </p:txBody>
      </p:sp>
      <p:sp>
        <p:nvSpPr>
          <p:cNvPr id="7252" name="Google Shape;7252;p67"/>
          <p:cNvSpPr txBox="1"/>
          <p:nvPr/>
        </p:nvSpPr>
        <p:spPr>
          <a:xfrm flipH="1">
            <a:off x="3515925" y="2718175"/>
            <a:ext cx="4548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I</a:t>
            </a:r>
            <a:endParaRPr>
              <a:solidFill>
                <a:schemeClr val="dk1"/>
              </a:solidFill>
              <a:latin typeface="Lato"/>
              <a:ea typeface="Lato"/>
              <a:cs typeface="Lato"/>
              <a:sym typeface="Lato"/>
            </a:endParaRPr>
          </a:p>
        </p:txBody>
      </p:sp>
      <p:sp>
        <p:nvSpPr>
          <p:cNvPr id="7253" name="Google Shape;7253;p67"/>
          <p:cNvSpPr txBox="1"/>
          <p:nvPr/>
        </p:nvSpPr>
        <p:spPr>
          <a:xfrm flipH="1">
            <a:off x="4068375" y="2718175"/>
            <a:ext cx="4548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G</a:t>
            </a:r>
            <a:endParaRPr>
              <a:solidFill>
                <a:schemeClr val="dk1"/>
              </a:solidFill>
              <a:latin typeface="Lato"/>
              <a:ea typeface="Lato"/>
              <a:cs typeface="Lato"/>
              <a:sym typeface="Lato"/>
            </a:endParaRPr>
          </a:p>
        </p:txBody>
      </p:sp>
      <p:sp>
        <p:nvSpPr>
          <p:cNvPr id="7254" name="Google Shape;7254;p67"/>
          <p:cNvSpPr txBox="1"/>
          <p:nvPr/>
        </p:nvSpPr>
        <p:spPr>
          <a:xfrm flipH="1">
            <a:off x="4620825" y="2718175"/>
            <a:ext cx="4548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I</a:t>
            </a:r>
            <a:endParaRPr>
              <a:solidFill>
                <a:schemeClr val="dk1"/>
              </a:solidFill>
              <a:latin typeface="Lato"/>
              <a:ea typeface="Lato"/>
              <a:cs typeface="Lato"/>
              <a:sym typeface="Lato"/>
            </a:endParaRPr>
          </a:p>
        </p:txBody>
      </p:sp>
      <p:sp>
        <p:nvSpPr>
          <p:cNvPr id="7255" name="Google Shape;7255;p67"/>
          <p:cNvSpPr txBox="1"/>
          <p:nvPr/>
        </p:nvSpPr>
        <p:spPr>
          <a:xfrm flipH="1">
            <a:off x="5173275" y="2718175"/>
            <a:ext cx="4548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G</a:t>
            </a:r>
            <a:endParaRPr>
              <a:solidFill>
                <a:schemeClr val="dk1"/>
              </a:solidFill>
              <a:latin typeface="Lato"/>
              <a:ea typeface="Lato"/>
              <a:cs typeface="Lato"/>
              <a:sym typeface="Lato"/>
            </a:endParaRPr>
          </a:p>
        </p:txBody>
      </p:sp>
      <p:sp>
        <p:nvSpPr>
          <p:cNvPr id="7256" name="Google Shape;7256;p67"/>
          <p:cNvSpPr txBox="1"/>
          <p:nvPr/>
        </p:nvSpPr>
        <p:spPr>
          <a:xfrm flipH="1">
            <a:off x="1306125" y="3842125"/>
            <a:ext cx="4548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C</a:t>
            </a:r>
            <a:endParaRPr>
              <a:solidFill>
                <a:schemeClr val="dk1"/>
              </a:solidFill>
              <a:latin typeface="Lato"/>
              <a:ea typeface="Lato"/>
              <a:cs typeface="Lato"/>
              <a:sym typeface="Lato"/>
            </a:endParaRPr>
          </a:p>
        </p:txBody>
      </p:sp>
      <p:sp>
        <p:nvSpPr>
          <p:cNvPr id="7257" name="Google Shape;7257;p67"/>
          <p:cNvSpPr txBox="1"/>
          <p:nvPr/>
        </p:nvSpPr>
        <p:spPr>
          <a:xfrm flipH="1">
            <a:off x="1858575" y="3842125"/>
            <a:ext cx="454800" cy="3297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a:solidFill>
                <a:schemeClr val="dk1"/>
              </a:solidFill>
              <a:latin typeface="Calibri"/>
              <a:ea typeface="Calibri"/>
              <a:cs typeface="Calibri"/>
              <a:sym typeface="Calibri"/>
            </a:endParaRPr>
          </a:p>
        </p:txBody>
      </p:sp>
      <p:sp>
        <p:nvSpPr>
          <p:cNvPr id="7258" name="Google Shape;7258;p67"/>
          <p:cNvSpPr txBox="1"/>
          <p:nvPr/>
        </p:nvSpPr>
        <p:spPr>
          <a:xfrm flipH="1">
            <a:off x="2411025" y="3842125"/>
            <a:ext cx="454800" cy="3297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a:solidFill>
                <a:schemeClr val="dk1"/>
              </a:solidFill>
              <a:latin typeface="Calibri"/>
              <a:ea typeface="Calibri"/>
              <a:cs typeface="Calibri"/>
              <a:sym typeface="Calibri"/>
            </a:endParaRPr>
          </a:p>
        </p:txBody>
      </p:sp>
      <p:sp>
        <p:nvSpPr>
          <p:cNvPr id="7259" name="Google Shape;7259;p67"/>
          <p:cNvSpPr txBox="1"/>
          <p:nvPr/>
        </p:nvSpPr>
        <p:spPr>
          <a:xfrm flipH="1">
            <a:off x="2963475" y="3842125"/>
            <a:ext cx="454800" cy="3297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a:solidFill>
                <a:schemeClr val="dk1"/>
              </a:solidFill>
              <a:latin typeface="Calibri"/>
              <a:ea typeface="Calibri"/>
              <a:cs typeface="Calibri"/>
              <a:sym typeface="Calibri"/>
            </a:endParaRPr>
          </a:p>
        </p:txBody>
      </p:sp>
      <p:sp>
        <p:nvSpPr>
          <p:cNvPr id="7260" name="Google Shape;7260;p67"/>
          <p:cNvSpPr txBox="1"/>
          <p:nvPr/>
        </p:nvSpPr>
        <p:spPr>
          <a:xfrm flipH="1">
            <a:off x="3515925" y="3842125"/>
            <a:ext cx="454800" cy="3297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a:solidFill>
                <a:schemeClr val="dk1"/>
              </a:solidFill>
              <a:latin typeface="Calibri"/>
              <a:ea typeface="Calibri"/>
              <a:cs typeface="Calibri"/>
              <a:sym typeface="Calibri"/>
            </a:endParaRPr>
          </a:p>
        </p:txBody>
      </p:sp>
      <p:sp>
        <p:nvSpPr>
          <p:cNvPr id="7261" name="Google Shape;7261;p67"/>
          <p:cNvSpPr txBox="1"/>
          <p:nvPr/>
        </p:nvSpPr>
        <p:spPr>
          <a:xfrm flipH="1">
            <a:off x="1858575" y="4251700"/>
            <a:ext cx="4548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H</a:t>
            </a:r>
            <a:endParaRPr>
              <a:solidFill>
                <a:schemeClr val="dk1"/>
              </a:solidFill>
              <a:latin typeface="Lato"/>
              <a:ea typeface="Lato"/>
              <a:cs typeface="Lato"/>
              <a:sym typeface="Lato"/>
            </a:endParaRPr>
          </a:p>
        </p:txBody>
      </p:sp>
      <p:sp>
        <p:nvSpPr>
          <p:cNvPr id="7262" name="Google Shape;7262;p67"/>
          <p:cNvSpPr txBox="1"/>
          <p:nvPr/>
        </p:nvSpPr>
        <p:spPr>
          <a:xfrm flipH="1">
            <a:off x="2411025" y="4251700"/>
            <a:ext cx="4548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Y</a:t>
            </a:r>
            <a:endParaRPr>
              <a:solidFill>
                <a:schemeClr val="dk1"/>
              </a:solidFill>
              <a:latin typeface="Lato"/>
              <a:ea typeface="Lato"/>
              <a:cs typeface="Lato"/>
              <a:sym typeface="Lato"/>
            </a:endParaRPr>
          </a:p>
        </p:txBody>
      </p:sp>
      <p:sp>
        <p:nvSpPr>
          <p:cNvPr id="7263" name="Google Shape;7263;p67"/>
          <p:cNvSpPr txBox="1"/>
          <p:nvPr/>
        </p:nvSpPr>
        <p:spPr>
          <a:xfrm flipH="1">
            <a:off x="2963475" y="4251700"/>
            <a:ext cx="4548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A</a:t>
            </a:r>
            <a:endParaRPr>
              <a:solidFill>
                <a:schemeClr val="dk1"/>
              </a:solidFill>
              <a:latin typeface="Lato"/>
              <a:ea typeface="Lato"/>
              <a:cs typeface="Lato"/>
              <a:sym typeface="Lato"/>
            </a:endParaRPr>
          </a:p>
        </p:txBody>
      </p:sp>
      <p:sp>
        <p:nvSpPr>
          <p:cNvPr id="7264" name="Google Shape;7264;p67"/>
          <p:cNvSpPr txBox="1"/>
          <p:nvPr/>
        </p:nvSpPr>
        <p:spPr>
          <a:xfrm flipH="1">
            <a:off x="3515925" y="4251700"/>
            <a:ext cx="4548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R</a:t>
            </a:r>
            <a:endParaRPr>
              <a:solidFill>
                <a:schemeClr val="dk1"/>
              </a:solidFill>
              <a:latin typeface="Lato"/>
              <a:ea typeface="Lato"/>
              <a:cs typeface="Lato"/>
              <a:sym typeface="Lato"/>
            </a:endParaRPr>
          </a:p>
        </p:txBody>
      </p:sp>
      <p:sp>
        <p:nvSpPr>
          <p:cNvPr id="7265" name="Google Shape;7265;p67"/>
          <p:cNvSpPr txBox="1"/>
          <p:nvPr/>
        </p:nvSpPr>
        <p:spPr>
          <a:xfrm flipH="1">
            <a:off x="4068375" y="3842125"/>
            <a:ext cx="454800" cy="3297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a:solidFill>
                <a:schemeClr val="dk1"/>
              </a:solidFill>
              <a:latin typeface="Calibri"/>
              <a:ea typeface="Calibri"/>
              <a:cs typeface="Calibri"/>
              <a:sym typeface="Calibri"/>
            </a:endParaRPr>
          </a:p>
        </p:txBody>
      </p:sp>
      <p:sp>
        <p:nvSpPr>
          <p:cNvPr id="7266" name="Google Shape;7266;p67"/>
          <p:cNvSpPr txBox="1"/>
          <p:nvPr/>
        </p:nvSpPr>
        <p:spPr>
          <a:xfrm flipH="1">
            <a:off x="4620825" y="3842125"/>
            <a:ext cx="454800" cy="3297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a:solidFill>
                <a:schemeClr val="dk1"/>
              </a:solidFill>
              <a:latin typeface="Calibri"/>
              <a:ea typeface="Calibri"/>
              <a:cs typeface="Calibri"/>
              <a:sym typeface="Calibri"/>
            </a:endParaRPr>
          </a:p>
        </p:txBody>
      </p:sp>
      <p:sp>
        <p:nvSpPr>
          <p:cNvPr id="7267" name="Google Shape;7267;p67"/>
          <p:cNvSpPr txBox="1"/>
          <p:nvPr/>
        </p:nvSpPr>
        <p:spPr>
          <a:xfrm flipH="1">
            <a:off x="5173275" y="3842125"/>
            <a:ext cx="454800" cy="3297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a:solidFill>
                <a:schemeClr val="dk1"/>
              </a:solidFill>
              <a:latin typeface="Calibri"/>
              <a:ea typeface="Calibri"/>
              <a:cs typeface="Calibri"/>
              <a:sym typeface="Calibri"/>
            </a:endParaRPr>
          </a:p>
        </p:txBody>
      </p:sp>
      <p:sp>
        <p:nvSpPr>
          <p:cNvPr id="7268" name="Google Shape;7268;p67"/>
          <p:cNvSpPr txBox="1"/>
          <p:nvPr/>
        </p:nvSpPr>
        <p:spPr>
          <a:xfrm flipH="1">
            <a:off x="5725725" y="3842125"/>
            <a:ext cx="454800" cy="3297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a:solidFill>
                <a:schemeClr val="dk1"/>
              </a:solidFill>
              <a:latin typeface="Calibri"/>
              <a:ea typeface="Calibri"/>
              <a:cs typeface="Calibri"/>
              <a:sym typeface="Calibri"/>
            </a:endParaRPr>
          </a:p>
        </p:txBody>
      </p:sp>
      <p:sp>
        <p:nvSpPr>
          <p:cNvPr id="7269" name="Google Shape;7269;p67"/>
          <p:cNvSpPr txBox="1"/>
          <p:nvPr/>
        </p:nvSpPr>
        <p:spPr>
          <a:xfrm flipH="1">
            <a:off x="4068375" y="4251700"/>
            <a:ext cx="4548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L</a:t>
            </a:r>
            <a:endParaRPr>
              <a:solidFill>
                <a:schemeClr val="dk1"/>
              </a:solidFill>
              <a:latin typeface="Lato"/>
              <a:ea typeface="Lato"/>
              <a:cs typeface="Lato"/>
              <a:sym typeface="Lato"/>
            </a:endParaRPr>
          </a:p>
        </p:txBody>
      </p:sp>
      <p:sp>
        <p:nvSpPr>
          <p:cNvPr id="7270" name="Google Shape;7270;p67"/>
          <p:cNvSpPr txBox="1"/>
          <p:nvPr/>
        </p:nvSpPr>
        <p:spPr>
          <a:xfrm flipH="1">
            <a:off x="4620825" y="4251700"/>
            <a:ext cx="4548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I</a:t>
            </a:r>
            <a:endParaRPr>
              <a:solidFill>
                <a:schemeClr val="dk1"/>
              </a:solidFill>
              <a:latin typeface="Lato"/>
              <a:ea typeface="Lato"/>
              <a:cs typeface="Lato"/>
              <a:sym typeface="Lato"/>
            </a:endParaRPr>
          </a:p>
        </p:txBody>
      </p:sp>
      <p:sp>
        <p:nvSpPr>
          <p:cNvPr id="7271" name="Google Shape;7271;p67"/>
          <p:cNvSpPr txBox="1"/>
          <p:nvPr/>
        </p:nvSpPr>
        <p:spPr>
          <a:xfrm flipH="1">
            <a:off x="5173275" y="4251700"/>
            <a:ext cx="4548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C</a:t>
            </a:r>
            <a:endParaRPr>
              <a:solidFill>
                <a:schemeClr val="dk1"/>
              </a:solidFill>
              <a:latin typeface="Lato"/>
              <a:ea typeface="Lato"/>
              <a:cs typeface="Lato"/>
              <a:sym typeface="Lato"/>
            </a:endParaRPr>
          </a:p>
        </p:txBody>
      </p:sp>
      <p:sp>
        <p:nvSpPr>
          <p:cNvPr id="7272" name="Google Shape;7272;p67"/>
          <p:cNvSpPr txBox="1"/>
          <p:nvPr/>
        </p:nvSpPr>
        <p:spPr>
          <a:xfrm flipH="1">
            <a:off x="5725725" y="4251700"/>
            <a:ext cx="4548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T</a:t>
            </a:r>
            <a:endParaRPr>
              <a:solidFill>
                <a:schemeClr val="dk1"/>
              </a:solidFill>
              <a:latin typeface="Lato"/>
              <a:ea typeface="Lato"/>
              <a:cs typeface="Lato"/>
              <a:sym typeface="Lato"/>
            </a:endParaRPr>
          </a:p>
        </p:txBody>
      </p:sp>
      <p:sp>
        <p:nvSpPr>
          <p:cNvPr id="7273" name="Google Shape;7273;p67"/>
          <p:cNvSpPr txBox="1"/>
          <p:nvPr/>
        </p:nvSpPr>
        <p:spPr>
          <a:xfrm flipH="1">
            <a:off x="6278175" y="3842125"/>
            <a:ext cx="454800" cy="3297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a:solidFill>
                <a:schemeClr val="dk1"/>
              </a:solidFill>
              <a:latin typeface="Calibri"/>
              <a:ea typeface="Calibri"/>
              <a:cs typeface="Calibri"/>
              <a:sym typeface="Calibri"/>
            </a:endParaRPr>
          </a:p>
        </p:txBody>
      </p:sp>
      <p:sp>
        <p:nvSpPr>
          <p:cNvPr id="7274" name="Google Shape;7274;p67"/>
          <p:cNvSpPr txBox="1"/>
          <p:nvPr/>
        </p:nvSpPr>
        <p:spPr>
          <a:xfrm flipH="1">
            <a:off x="6830625" y="3842125"/>
            <a:ext cx="454800" cy="3297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a:solidFill>
                <a:schemeClr val="dk1"/>
              </a:solidFill>
              <a:latin typeface="Calibri"/>
              <a:ea typeface="Calibri"/>
              <a:cs typeface="Calibri"/>
              <a:sym typeface="Calibri"/>
            </a:endParaRPr>
          </a:p>
        </p:txBody>
      </p:sp>
      <p:sp>
        <p:nvSpPr>
          <p:cNvPr id="7275" name="Google Shape;7275;p67"/>
          <p:cNvSpPr txBox="1"/>
          <p:nvPr/>
        </p:nvSpPr>
        <p:spPr>
          <a:xfrm flipH="1">
            <a:off x="7383075" y="3842125"/>
            <a:ext cx="454800" cy="3297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a:solidFill>
                <a:schemeClr val="dk1"/>
              </a:solidFill>
              <a:latin typeface="Calibri"/>
              <a:ea typeface="Calibri"/>
              <a:cs typeface="Calibri"/>
              <a:sym typeface="Calibri"/>
            </a:endParaRPr>
          </a:p>
        </p:txBody>
      </p:sp>
      <p:sp>
        <p:nvSpPr>
          <p:cNvPr id="7276" name="Google Shape;7276;p67"/>
          <p:cNvSpPr txBox="1"/>
          <p:nvPr/>
        </p:nvSpPr>
        <p:spPr>
          <a:xfrm flipH="1">
            <a:off x="6278175" y="4251700"/>
            <a:ext cx="4548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O</a:t>
            </a:r>
            <a:endParaRPr>
              <a:solidFill>
                <a:schemeClr val="dk1"/>
              </a:solidFill>
              <a:latin typeface="Lato"/>
              <a:ea typeface="Lato"/>
              <a:cs typeface="Lato"/>
              <a:sym typeface="Lato"/>
            </a:endParaRPr>
          </a:p>
        </p:txBody>
      </p:sp>
      <p:sp>
        <p:nvSpPr>
          <p:cNvPr id="7277" name="Google Shape;7277;p67"/>
          <p:cNvSpPr txBox="1"/>
          <p:nvPr/>
        </p:nvSpPr>
        <p:spPr>
          <a:xfrm flipH="1">
            <a:off x="6830625" y="4251700"/>
            <a:ext cx="4548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E</a:t>
            </a:r>
            <a:endParaRPr>
              <a:solidFill>
                <a:schemeClr val="dk1"/>
              </a:solidFill>
              <a:latin typeface="Lato"/>
              <a:ea typeface="Lato"/>
              <a:cs typeface="Lato"/>
              <a:sym typeface="Lato"/>
            </a:endParaRPr>
          </a:p>
        </p:txBody>
      </p:sp>
      <p:sp>
        <p:nvSpPr>
          <p:cNvPr id="7278" name="Google Shape;7278;p67"/>
          <p:cNvSpPr txBox="1"/>
          <p:nvPr/>
        </p:nvSpPr>
        <p:spPr>
          <a:xfrm flipH="1">
            <a:off x="7383075" y="4251700"/>
            <a:ext cx="454800" cy="329700"/>
          </a:xfrm>
          <a:prstGeom prst="rect">
            <a:avLst/>
          </a:pr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P</a:t>
            </a:r>
            <a:endParaRPr>
              <a:solidFill>
                <a:schemeClr val="dk1"/>
              </a:solidFill>
              <a:latin typeface="Lato"/>
              <a:ea typeface="Lato"/>
              <a:cs typeface="Lato"/>
              <a:sym typeface="Lato"/>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2" name="Shape 7282"/>
        <p:cNvGrpSpPr/>
        <p:nvPr/>
      </p:nvGrpSpPr>
      <p:grpSpPr>
        <a:xfrm>
          <a:off x="0" y="0"/>
          <a:ext cx="0" cy="0"/>
          <a:chOff x="0" y="0"/>
          <a:chExt cx="0" cy="0"/>
        </a:xfrm>
      </p:grpSpPr>
      <p:sp>
        <p:nvSpPr>
          <p:cNvPr id="7283" name="Google Shape;7283;p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t>
            </a:r>
            <a:r>
              <a:rPr lang="en"/>
              <a:t>roduction of metals and minerals</a:t>
            </a:r>
            <a:endParaRPr/>
          </a:p>
        </p:txBody>
      </p:sp>
      <p:sp>
        <p:nvSpPr>
          <p:cNvPr id="7284" name="Google Shape;7284;p68"/>
          <p:cNvSpPr txBox="1"/>
          <p:nvPr/>
        </p:nvSpPr>
        <p:spPr>
          <a:xfrm>
            <a:off x="948600" y="4270575"/>
            <a:ext cx="7285500" cy="307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Lato"/>
                <a:ea typeface="Lato"/>
                <a:cs typeface="Lato"/>
                <a:sym typeface="Lato"/>
              </a:rPr>
              <a:t>Follow the link in the graph to modify its data and then paste the new one here. </a:t>
            </a:r>
            <a:r>
              <a:rPr b="1" lang="en" sz="1200">
                <a:solidFill>
                  <a:schemeClr val="dk1"/>
                </a:solidFill>
                <a:uFill>
                  <a:noFill/>
                </a:uFill>
                <a:latin typeface="Lato"/>
                <a:ea typeface="Lato"/>
                <a:cs typeface="Lato"/>
                <a:sym typeface="Lato"/>
                <a:hlinkClick r:id="rId3">
                  <a:extLst>
                    <a:ext uri="{A12FA001-AC4F-418D-AE19-62706E023703}">
                      <ahyp:hlinkClr val="tx"/>
                    </a:ext>
                  </a:extLst>
                </a:hlinkClick>
              </a:rPr>
              <a:t>For more info, click here</a:t>
            </a:r>
            <a:endParaRPr b="1" sz="1200">
              <a:solidFill>
                <a:schemeClr val="dk1"/>
              </a:solidFill>
              <a:latin typeface="Lato"/>
              <a:ea typeface="Lato"/>
              <a:cs typeface="Lato"/>
              <a:sym typeface="Lato"/>
            </a:endParaRPr>
          </a:p>
        </p:txBody>
      </p:sp>
      <p:sp>
        <p:nvSpPr>
          <p:cNvPr id="7285" name="Google Shape;7285;p68"/>
          <p:cNvSpPr txBox="1"/>
          <p:nvPr>
            <p:ph idx="4294967295" type="title"/>
          </p:nvPr>
        </p:nvSpPr>
        <p:spPr>
          <a:xfrm>
            <a:off x="1079575" y="1565800"/>
            <a:ext cx="2368500" cy="473700"/>
          </a:xfrm>
          <a:prstGeom prst="rect">
            <a:avLst/>
          </a:prstGeom>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400"/>
              <a:t>Metallic</a:t>
            </a:r>
            <a:endParaRPr sz="2400"/>
          </a:p>
        </p:txBody>
      </p:sp>
      <p:sp>
        <p:nvSpPr>
          <p:cNvPr id="7286" name="Google Shape;7286;p68"/>
          <p:cNvSpPr txBox="1"/>
          <p:nvPr>
            <p:ph idx="4294967295" type="subTitle"/>
          </p:nvPr>
        </p:nvSpPr>
        <p:spPr>
          <a:xfrm>
            <a:off x="1079575" y="1887001"/>
            <a:ext cx="2368500" cy="339300"/>
          </a:xfrm>
          <a:prstGeom prst="rect">
            <a:avLst/>
          </a:prstGeom>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t>Mars is made of basalt</a:t>
            </a:r>
            <a:endParaRPr/>
          </a:p>
        </p:txBody>
      </p:sp>
      <p:sp>
        <p:nvSpPr>
          <p:cNvPr id="7287" name="Google Shape;7287;p68"/>
          <p:cNvSpPr txBox="1"/>
          <p:nvPr>
            <p:ph idx="4294967295" type="title"/>
          </p:nvPr>
        </p:nvSpPr>
        <p:spPr>
          <a:xfrm>
            <a:off x="1079575" y="2540385"/>
            <a:ext cx="2368500" cy="473700"/>
          </a:xfrm>
          <a:prstGeom prst="rect">
            <a:avLst/>
          </a:prstGeom>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400"/>
              <a:t>Non-metallic</a:t>
            </a:r>
            <a:endParaRPr sz="2400"/>
          </a:p>
        </p:txBody>
      </p:sp>
      <p:sp>
        <p:nvSpPr>
          <p:cNvPr id="7288" name="Google Shape;7288;p68"/>
          <p:cNvSpPr txBox="1"/>
          <p:nvPr>
            <p:ph idx="4294967295" type="subTitle"/>
          </p:nvPr>
        </p:nvSpPr>
        <p:spPr>
          <a:xfrm>
            <a:off x="1079575" y="2861513"/>
            <a:ext cx="2368500" cy="339300"/>
          </a:xfrm>
          <a:prstGeom prst="rect">
            <a:avLst/>
          </a:prstGeom>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t>Jupiter is a big planet</a:t>
            </a:r>
            <a:endParaRPr/>
          </a:p>
        </p:txBody>
      </p:sp>
      <p:sp>
        <p:nvSpPr>
          <p:cNvPr id="7289" name="Google Shape;7289;p68"/>
          <p:cNvSpPr txBox="1"/>
          <p:nvPr>
            <p:ph idx="4294967295" type="title"/>
          </p:nvPr>
        </p:nvSpPr>
        <p:spPr>
          <a:xfrm>
            <a:off x="1079575" y="3514970"/>
            <a:ext cx="2368500" cy="473700"/>
          </a:xfrm>
          <a:prstGeom prst="rect">
            <a:avLst/>
          </a:prstGeom>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400"/>
              <a:t>Coal</a:t>
            </a:r>
            <a:endParaRPr sz="2400"/>
          </a:p>
        </p:txBody>
      </p:sp>
      <p:sp>
        <p:nvSpPr>
          <p:cNvPr id="7290" name="Google Shape;7290;p68"/>
          <p:cNvSpPr txBox="1"/>
          <p:nvPr>
            <p:ph idx="4294967295" type="subTitle"/>
          </p:nvPr>
        </p:nvSpPr>
        <p:spPr>
          <a:xfrm>
            <a:off x="1079575" y="3836025"/>
            <a:ext cx="2368500" cy="339300"/>
          </a:xfrm>
          <a:prstGeom prst="rect">
            <a:avLst/>
          </a:prstGeom>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t>Saturn has beautiful rings</a:t>
            </a:r>
            <a:endParaRPr/>
          </a:p>
        </p:txBody>
      </p:sp>
      <p:sp>
        <p:nvSpPr>
          <p:cNvPr id="7291" name="Google Shape;7291;p68"/>
          <p:cNvSpPr txBox="1"/>
          <p:nvPr>
            <p:ph type="title"/>
          </p:nvPr>
        </p:nvSpPr>
        <p:spPr>
          <a:xfrm>
            <a:off x="3448050" y="1565800"/>
            <a:ext cx="1748100" cy="660600"/>
          </a:xfrm>
          <a:prstGeom prst="rect">
            <a:avLst/>
          </a:prstGeom>
          <a:noFill/>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6000">
                <a:solidFill>
                  <a:schemeClr val="accent6"/>
                </a:solidFill>
              </a:rPr>
              <a:t>60</a:t>
            </a:r>
            <a:r>
              <a:rPr lang="en" sz="6000">
                <a:solidFill>
                  <a:schemeClr val="accent6"/>
                </a:solidFill>
              </a:rPr>
              <a:t>%</a:t>
            </a:r>
            <a:endParaRPr sz="6000">
              <a:solidFill>
                <a:schemeClr val="accent6"/>
              </a:solidFill>
            </a:endParaRPr>
          </a:p>
        </p:txBody>
      </p:sp>
      <p:sp>
        <p:nvSpPr>
          <p:cNvPr id="7292" name="Google Shape;7292;p68"/>
          <p:cNvSpPr txBox="1"/>
          <p:nvPr>
            <p:ph type="title"/>
          </p:nvPr>
        </p:nvSpPr>
        <p:spPr>
          <a:xfrm>
            <a:off x="3448050" y="2540375"/>
            <a:ext cx="1748100" cy="660600"/>
          </a:xfrm>
          <a:prstGeom prst="rect">
            <a:avLst/>
          </a:prstGeom>
          <a:noFill/>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6000">
                <a:solidFill>
                  <a:schemeClr val="lt2"/>
                </a:solidFill>
              </a:rPr>
              <a:t>3</a:t>
            </a:r>
            <a:r>
              <a:rPr lang="en" sz="6000">
                <a:solidFill>
                  <a:schemeClr val="lt2"/>
                </a:solidFill>
              </a:rPr>
              <a:t>5%</a:t>
            </a:r>
            <a:endParaRPr sz="6000">
              <a:solidFill>
                <a:schemeClr val="lt2"/>
              </a:solidFill>
            </a:endParaRPr>
          </a:p>
        </p:txBody>
      </p:sp>
      <p:sp>
        <p:nvSpPr>
          <p:cNvPr id="7293" name="Google Shape;7293;p68"/>
          <p:cNvSpPr txBox="1"/>
          <p:nvPr>
            <p:ph type="title"/>
          </p:nvPr>
        </p:nvSpPr>
        <p:spPr>
          <a:xfrm>
            <a:off x="3448050" y="3514975"/>
            <a:ext cx="1748100" cy="660600"/>
          </a:xfrm>
          <a:prstGeom prst="rect">
            <a:avLst/>
          </a:prstGeom>
          <a:noFill/>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6000">
                <a:solidFill>
                  <a:schemeClr val="accent2"/>
                </a:solidFill>
              </a:rPr>
              <a:t>5%</a:t>
            </a:r>
            <a:endParaRPr sz="6000">
              <a:solidFill>
                <a:schemeClr val="accent2"/>
              </a:solidFill>
            </a:endParaRPr>
          </a:p>
        </p:txBody>
      </p:sp>
      <p:pic>
        <p:nvPicPr>
          <p:cNvPr id="7294" name="Google Shape;7294;p68" title="Gráfico">
            <a:hlinkClick r:id="rId4"/>
          </p:cNvPr>
          <p:cNvPicPr preferRelativeResize="0"/>
          <p:nvPr/>
        </p:nvPicPr>
        <p:blipFill>
          <a:blip r:embed="rId5">
            <a:alphaModFix/>
          </a:blip>
          <a:stretch>
            <a:fillRect/>
          </a:stretch>
        </p:blipFill>
        <p:spPr>
          <a:xfrm>
            <a:off x="5141692" y="1227525"/>
            <a:ext cx="3236582" cy="2948049"/>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98" name="Shape 7298"/>
        <p:cNvGrpSpPr/>
        <p:nvPr/>
      </p:nvGrpSpPr>
      <p:grpSpPr>
        <a:xfrm>
          <a:off x="0" y="0"/>
          <a:ext cx="0" cy="0"/>
          <a:chOff x="0" y="0"/>
          <a:chExt cx="0" cy="0"/>
        </a:xfrm>
      </p:grpSpPr>
      <p:sp>
        <p:nvSpPr>
          <p:cNvPr id="7299" name="Google Shape;7299;p6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True or false: Mine facts</a:t>
            </a:r>
            <a:endParaRPr/>
          </a:p>
        </p:txBody>
      </p:sp>
      <p:sp>
        <p:nvSpPr>
          <p:cNvPr id="7300" name="Google Shape;7300;p69"/>
          <p:cNvSpPr txBox="1"/>
          <p:nvPr>
            <p:ph idx="4294967295" type="subTitle"/>
          </p:nvPr>
        </p:nvSpPr>
        <p:spPr>
          <a:xfrm>
            <a:off x="669300" y="1189475"/>
            <a:ext cx="7704000" cy="6255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t>Test your knowledge of minerals </a:t>
            </a:r>
            <a:r>
              <a:rPr lang="en"/>
              <a:t>by answering true or false to these 6 questions. Mark an X in the green column if the statement is true, or in the red column if it is false.</a:t>
            </a:r>
            <a:endParaRPr/>
          </a:p>
        </p:txBody>
      </p:sp>
      <p:sp>
        <p:nvSpPr>
          <p:cNvPr id="7301" name="Google Shape;7301;p69"/>
          <p:cNvSpPr txBox="1"/>
          <p:nvPr/>
        </p:nvSpPr>
        <p:spPr>
          <a:xfrm flipH="1">
            <a:off x="1744975" y="2274050"/>
            <a:ext cx="6609600" cy="3297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200">
                <a:solidFill>
                  <a:schemeClr val="dk1"/>
                </a:solidFill>
                <a:latin typeface="Lato"/>
                <a:ea typeface="Lato"/>
                <a:cs typeface="Lato"/>
                <a:sym typeface="Lato"/>
              </a:rPr>
              <a:t>Gold panning is one of the simplest types of mining</a:t>
            </a:r>
            <a:endParaRPr sz="1200">
              <a:solidFill>
                <a:schemeClr val="dk1"/>
              </a:solidFill>
              <a:latin typeface="Lato"/>
              <a:ea typeface="Lato"/>
              <a:cs typeface="Lato"/>
              <a:sym typeface="Lato"/>
            </a:endParaRPr>
          </a:p>
        </p:txBody>
      </p:sp>
      <p:sp>
        <p:nvSpPr>
          <p:cNvPr id="7302" name="Google Shape;7302;p69"/>
          <p:cNvSpPr txBox="1"/>
          <p:nvPr/>
        </p:nvSpPr>
        <p:spPr>
          <a:xfrm flipH="1">
            <a:off x="1744975" y="2674100"/>
            <a:ext cx="6609600" cy="3297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200">
                <a:solidFill>
                  <a:schemeClr val="dk1"/>
                </a:solidFill>
                <a:latin typeface="Lato"/>
                <a:ea typeface="Lato"/>
                <a:cs typeface="Lato"/>
                <a:sym typeface="Lato"/>
              </a:rPr>
              <a:t>Copper was the first metal to be discovered by man around 5,000 BC</a:t>
            </a:r>
            <a:endParaRPr sz="1200">
              <a:solidFill>
                <a:schemeClr val="dk1"/>
              </a:solidFill>
              <a:latin typeface="Lato"/>
              <a:ea typeface="Lato"/>
              <a:cs typeface="Lato"/>
              <a:sym typeface="Lato"/>
            </a:endParaRPr>
          </a:p>
        </p:txBody>
      </p:sp>
      <p:sp>
        <p:nvSpPr>
          <p:cNvPr id="7303" name="Google Shape;7303;p69"/>
          <p:cNvSpPr txBox="1"/>
          <p:nvPr/>
        </p:nvSpPr>
        <p:spPr>
          <a:xfrm flipH="1">
            <a:off x="1744975" y="3074150"/>
            <a:ext cx="6609600" cy="3297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200">
                <a:solidFill>
                  <a:schemeClr val="dk1"/>
                </a:solidFill>
                <a:latin typeface="Lato"/>
                <a:ea typeface="Lato"/>
                <a:cs typeface="Lato"/>
                <a:sym typeface="Lato"/>
              </a:rPr>
              <a:t>Petroleum is used to make over 6,000 items including lipstick and hair coloring products</a:t>
            </a:r>
            <a:endParaRPr sz="1200">
              <a:solidFill>
                <a:schemeClr val="dk1"/>
              </a:solidFill>
              <a:latin typeface="Lato"/>
              <a:ea typeface="Lato"/>
              <a:cs typeface="Lato"/>
              <a:sym typeface="Lato"/>
            </a:endParaRPr>
          </a:p>
        </p:txBody>
      </p:sp>
      <p:sp>
        <p:nvSpPr>
          <p:cNvPr id="7304" name="Google Shape;7304;p69"/>
          <p:cNvSpPr txBox="1"/>
          <p:nvPr/>
        </p:nvSpPr>
        <p:spPr>
          <a:xfrm flipH="1">
            <a:off x="1744975" y="3474200"/>
            <a:ext cx="6609600" cy="3297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200">
                <a:solidFill>
                  <a:schemeClr val="dk1"/>
                </a:solidFill>
                <a:latin typeface="Lato"/>
                <a:ea typeface="Lato"/>
                <a:cs typeface="Lato"/>
                <a:sym typeface="Lato"/>
              </a:rPr>
              <a:t>Most modern electronic devices contain over 35 minerals all together</a:t>
            </a:r>
            <a:endParaRPr sz="1200">
              <a:solidFill>
                <a:schemeClr val="dk1"/>
              </a:solidFill>
              <a:latin typeface="Lato"/>
              <a:ea typeface="Lato"/>
              <a:cs typeface="Lato"/>
              <a:sym typeface="Lato"/>
            </a:endParaRPr>
          </a:p>
        </p:txBody>
      </p:sp>
      <p:sp>
        <p:nvSpPr>
          <p:cNvPr id="7305" name="Google Shape;7305;p69"/>
          <p:cNvSpPr txBox="1"/>
          <p:nvPr/>
        </p:nvSpPr>
        <p:spPr>
          <a:xfrm flipH="1">
            <a:off x="1744975" y="3874250"/>
            <a:ext cx="6609600" cy="3297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200">
                <a:solidFill>
                  <a:schemeClr val="dk1"/>
                </a:solidFill>
                <a:latin typeface="Lato"/>
                <a:ea typeface="Lato"/>
                <a:cs typeface="Lato"/>
                <a:sym typeface="Lato"/>
              </a:rPr>
              <a:t>Coal is an organic substance that can be mined</a:t>
            </a:r>
            <a:endParaRPr sz="1200">
              <a:solidFill>
                <a:schemeClr val="dk1"/>
              </a:solidFill>
              <a:latin typeface="Lato"/>
              <a:ea typeface="Lato"/>
              <a:cs typeface="Lato"/>
              <a:sym typeface="Lato"/>
            </a:endParaRPr>
          </a:p>
        </p:txBody>
      </p:sp>
      <p:sp>
        <p:nvSpPr>
          <p:cNvPr id="7306" name="Google Shape;7306;p69"/>
          <p:cNvSpPr txBox="1"/>
          <p:nvPr/>
        </p:nvSpPr>
        <p:spPr>
          <a:xfrm flipH="1">
            <a:off x="1744975" y="4274300"/>
            <a:ext cx="6609600" cy="3297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200">
                <a:solidFill>
                  <a:schemeClr val="dk1"/>
                </a:solidFill>
                <a:latin typeface="Lato"/>
                <a:ea typeface="Lato"/>
                <a:cs typeface="Lato"/>
                <a:sym typeface="Lato"/>
              </a:rPr>
              <a:t>Surface mining is more cost-effective and safer than underground mining</a:t>
            </a:r>
            <a:endParaRPr sz="1200">
              <a:solidFill>
                <a:schemeClr val="dk1"/>
              </a:solidFill>
              <a:latin typeface="Lato"/>
              <a:ea typeface="Lato"/>
              <a:cs typeface="Lato"/>
              <a:sym typeface="Lato"/>
            </a:endParaRPr>
          </a:p>
        </p:txBody>
      </p:sp>
      <p:sp>
        <p:nvSpPr>
          <p:cNvPr id="7307" name="Google Shape;7307;p69"/>
          <p:cNvSpPr txBox="1"/>
          <p:nvPr/>
        </p:nvSpPr>
        <p:spPr>
          <a:xfrm flipH="1">
            <a:off x="1377775" y="1874000"/>
            <a:ext cx="367200" cy="329700"/>
          </a:xfrm>
          <a:prstGeom prst="rect">
            <a:avLst/>
          </a:prstGeom>
          <a:solidFill>
            <a:schemeClr val="accent3"/>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lt1"/>
                </a:solidFill>
                <a:latin typeface="Lato"/>
                <a:ea typeface="Lato"/>
                <a:cs typeface="Lato"/>
                <a:sym typeface="Lato"/>
              </a:rPr>
              <a:t>F</a:t>
            </a:r>
            <a:endParaRPr b="1" sz="1200">
              <a:solidFill>
                <a:schemeClr val="lt1"/>
              </a:solidFill>
              <a:latin typeface="Lato"/>
              <a:ea typeface="Lato"/>
              <a:cs typeface="Lato"/>
              <a:sym typeface="Lato"/>
            </a:endParaRPr>
          </a:p>
        </p:txBody>
      </p:sp>
      <p:sp>
        <p:nvSpPr>
          <p:cNvPr id="7308" name="Google Shape;7308;p69"/>
          <p:cNvSpPr txBox="1"/>
          <p:nvPr/>
        </p:nvSpPr>
        <p:spPr>
          <a:xfrm flipH="1">
            <a:off x="1377775" y="2274050"/>
            <a:ext cx="367200" cy="329700"/>
          </a:xfrm>
          <a:prstGeom prst="rect">
            <a:avLst/>
          </a:prstGeom>
          <a:solidFill>
            <a:schemeClr val="accent3"/>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t/>
            </a:r>
            <a:endParaRPr b="1">
              <a:solidFill>
                <a:schemeClr val="dk1"/>
              </a:solidFill>
              <a:latin typeface="Calibri"/>
              <a:ea typeface="Calibri"/>
              <a:cs typeface="Calibri"/>
              <a:sym typeface="Calibri"/>
            </a:endParaRPr>
          </a:p>
        </p:txBody>
      </p:sp>
      <p:sp>
        <p:nvSpPr>
          <p:cNvPr id="7309" name="Google Shape;7309;p69"/>
          <p:cNvSpPr txBox="1"/>
          <p:nvPr/>
        </p:nvSpPr>
        <p:spPr>
          <a:xfrm flipH="1">
            <a:off x="1377775" y="2674100"/>
            <a:ext cx="367200" cy="329700"/>
          </a:xfrm>
          <a:prstGeom prst="rect">
            <a:avLst/>
          </a:prstGeom>
          <a:solidFill>
            <a:schemeClr val="accent3"/>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t/>
            </a:r>
            <a:endParaRPr b="1">
              <a:solidFill>
                <a:schemeClr val="dk1"/>
              </a:solidFill>
              <a:latin typeface="Calibri"/>
              <a:ea typeface="Calibri"/>
              <a:cs typeface="Calibri"/>
              <a:sym typeface="Calibri"/>
            </a:endParaRPr>
          </a:p>
        </p:txBody>
      </p:sp>
      <p:sp>
        <p:nvSpPr>
          <p:cNvPr id="7310" name="Google Shape;7310;p69"/>
          <p:cNvSpPr txBox="1"/>
          <p:nvPr/>
        </p:nvSpPr>
        <p:spPr>
          <a:xfrm flipH="1">
            <a:off x="1377775" y="3074150"/>
            <a:ext cx="367200" cy="329700"/>
          </a:xfrm>
          <a:prstGeom prst="rect">
            <a:avLst/>
          </a:prstGeom>
          <a:solidFill>
            <a:schemeClr val="accent3"/>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t/>
            </a:r>
            <a:endParaRPr b="1">
              <a:solidFill>
                <a:schemeClr val="dk1"/>
              </a:solidFill>
              <a:latin typeface="Calibri"/>
              <a:ea typeface="Calibri"/>
              <a:cs typeface="Calibri"/>
              <a:sym typeface="Calibri"/>
            </a:endParaRPr>
          </a:p>
        </p:txBody>
      </p:sp>
      <p:sp>
        <p:nvSpPr>
          <p:cNvPr id="7311" name="Google Shape;7311;p69"/>
          <p:cNvSpPr txBox="1"/>
          <p:nvPr/>
        </p:nvSpPr>
        <p:spPr>
          <a:xfrm flipH="1">
            <a:off x="1377775" y="3474200"/>
            <a:ext cx="367200" cy="329700"/>
          </a:xfrm>
          <a:prstGeom prst="rect">
            <a:avLst/>
          </a:prstGeom>
          <a:solidFill>
            <a:schemeClr val="accent3"/>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t/>
            </a:r>
            <a:endParaRPr b="1">
              <a:solidFill>
                <a:schemeClr val="dk1"/>
              </a:solidFill>
              <a:latin typeface="Calibri"/>
              <a:ea typeface="Calibri"/>
              <a:cs typeface="Calibri"/>
              <a:sym typeface="Calibri"/>
            </a:endParaRPr>
          </a:p>
        </p:txBody>
      </p:sp>
      <p:sp>
        <p:nvSpPr>
          <p:cNvPr id="7312" name="Google Shape;7312;p69"/>
          <p:cNvSpPr txBox="1"/>
          <p:nvPr/>
        </p:nvSpPr>
        <p:spPr>
          <a:xfrm flipH="1">
            <a:off x="1377775" y="3874250"/>
            <a:ext cx="367200" cy="329700"/>
          </a:xfrm>
          <a:prstGeom prst="rect">
            <a:avLst/>
          </a:prstGeom>
          <a:solidFill>
            <a:schemeClr val="accent3"/>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t/>
            </a:r>
            <a:endParaRPr b="1">
              <a:solidFill>
                <a:schemeClr val="dk1"/>
              </a:solidFill>
              <a:latin typeface="Calibri"/>
              <a:ea typeface="Calibri"/>
              <a:cs typeface="Calibri"/>
              <a:sym typeface="Calibri"/>
            </a:endParaRPr>
          </a:p>
        </p:txBody>
      </p:sp>
      <p:sp>
        <p:nvSpPr>
          <p:cNvPr id="7313" name="Google Shape;7313;p69"/>
          <p:cNvSpPr txBox="1"/>
          <p:nvPr/>
        </p:nvSpPr>
        <p:spPr>
          <a:xfrm flipH="1">
            <a:off x="1377775" y="4274300"/>
            <a:ext cx="367200" cy="329700"/>
          </a:xfrm>
          <a:prstGeom prst="rect">
            <a:avLst/>
          </a:prstGeom>
          <a:solidFill>
            <a:schemeClr val="accent3"/>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t/>
            </a:r>
            <a:endParaRPr b="1">
              <a:solidFill>
                <a:schemeClr val="dk1"/>
              </a:solidFill>
              <a:latin typeface="Calibri"/>
              <a:ea typeface="Calibri"/>
              <a:cs typeface="Calibri"/>
              <a:sym typeface="Calibri"/>
            </a:endParaRPr>
          </a:p>
        </p:txBody>
      </p:sp>
      <p:sp>
        <p:nvSpPr>
          <p:cNvPr id="7314" name="Google Shape;7314;p69"/>
          <p:cNvSpPr txBox="1"/>
          <p:nvPr/>
        </p:nvSpPr>
        <p:spPr>
          <a:xfrm flipH="1">
            <a:off x="1010575" y="1874000"/>
            <a:ext cx="367200" cy="329700"/>
          </a:xfrm>
          <a:prstGeom prst="rect">
            <a:avLst/>
          </a:prstGeom>
          <a:solidFill>
            <a:schemeClr val="accent4"/>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lt1"/>
                </a:solidFill>
                <a:latin typeface="Lato"/>
                <a:ea typeface="Lato"/>
                <a:cs typeface="Lato"/>
                <a:sym typeface="Lato"/>
              </a:rPr>
              <a:t>T</a:t>
            </a:r>
            <a:endParaRPr b="1" sz="1200">
              <a:solidFill>
                <a:schemeClr val="lt1"/>
              </a:solidFill>
              <a:latin typeface="Lato"/>
              <a:ea typeface="Lato"/>
              <a:cs typeface="Lato"/>
              <a:sym typeface="Lato"/>
            </a:endParaRPr>
          </a:p>
        </p:txBody>
      </p:sp>
      <p:sp>
        <p:nvSpPr>
          <p:cNvPr id="7315" name="Google Shape;7315;p69"/>
          <p:cNvSpPr txBox="1"/>
          <p:nvPr/>
        </p:nvSpPr>
        <p:spPr>
          <a:xfrm flipH="1">
            <a:off x="1010575" y="2274050"/>
            <a:ext cx="367200" cy="329700"/>
          </a:xfrm>
          <a:prstGeom prst="rect">
            <a:avLst/>
          </a:prstGeom>
          <a:solidFill>
            <a:schemeClr val="accent4"/>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a:solidFill>
                  <a:schemeClr val="dk1"/>
                </a:solidFill>
                <a:latin typeface="Calibri"/>
                <a:ea typeface="Calibri"/>
                <a:cs typeface="Calibri"/>
                <a:sym typeface="Calibri"/>
              </a:rPr>
              <a:t>X</a:t>
            </a:r>
            <a:endParaRPr b="1">
              <a:solidFill>
                <a:schemeClr val="dk1"/>
              </a:solidFill>
              <a:latin typeface="Calibri"/>
              <a:ea typeface="Calibri"/>
              <a:cs typeface="Calibri"/>
              <a:sym typeface="Calibri"/>
            </a:endParaRPr>
          </a:p>
        </p:txBody>
      </p:sp>
      <p:sp>
        <p:nvSpPr>
          <p:cNvPr id="7316" name="Google Shape;7316;p69"/>
          <p:cNvSpPr txBox="1"/>
          <p:nvPr/>
        </p:nvSpPr>
        <p:spPr>
          <a:xfrm flipH="1">
            <a:off x="1010575" y="2674100"/>
            <a:ext cx="367200" cy="329700"/>
          </a:xfrm>
          <a:prstGeom prst="rect">
            <a:avLst/>
          </a:prstGeom>
          <a:solidFill>
            <a:schemeClr val="accent4"/>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t/>
            </a:r>
            <a:endParaRPr b="1">
              <a:solidFill>
                <a:schemeClr val="dk1"/>
              </a:solidFill>
              <a:latin typeface="Calibri"/>
              <a:ea typeface="Calibri"/>
              <a:cs typeface="Calibri"/>
              <a:sym typeface="Calibri"/>
            </a:endParaRPr>
          </a:p>
        </p:txBody>
      </p:sp>
      <p:sp>
        <p:nvSpPr>
          <p:cNvPr id="7317" name="Google Shape;7317;p69"/>
          <p:cNvSpPr txBox="1"/>
          <p:nvPr/>
        </p:nvSpPr>
        <p:spPr>
          <a:xfrm flipH="1">
            <a:off x="1010575" y="3074150"/>
            <a:ext cx="367200" cy="329700"/>
          </a:xfrm>
          <a:prstGeom prst="rect">
            <a:avLst/>
          </a:prstGeom>
          <a:solidFill>
            <a:schemeClr val="accent4"/>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t/>
            </a:r>
            <a:endParaRPr b="1">
              <a:solidFill>
                <a:schemeClr val="dk1"/>
              </a:solidFill>
              <a:latin typeface="Calibri"/>
              <a:ea typeface="Calibri"/>
              <a:cs typeface="Calibri"/>
              <a:sym typeface="Calibri"/>
            </a:endParaRPr>
          </a:p>
        </p:txBody>
      </p:sp>
      <p:sp>
        <p:nvSpPr>
          <p:cNvPr id="7318" name="Google Shape;7318;p69"/>
          <p:cNvSpPr txBox="1"/>
          <p:nvPr/>
        </p:nvSpPr>
        <p:spPr>
          <a:xfrm flipH="1">
            <a:off x="1010575" y="3474200"/>
            <a:ext cx="367200" cy="329700"/>
          </a:xfrm>
          <a:prstGeom prst="rect">
            <a:avLst/>
          </a:prstGeom>
          <a:solidFill>
            <a:schemeClr val="accent4"/>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t/>
            </a:r>
            <a:endParaRPr b="1">
              <a:solidFill>
                <a:schemeClr val="dk1"/>
              </a:solidFill>
              <a:latin typeface="Calibri"/>
              <a:ea typeface="Calibri"/>
              <a:cs typeface="Calibri"/>
              <a:sym typeface="Calibri"/>
            </a:endParaRPr>
          </a:p>
        </p:txBody>
      </p:sp>
      <p:sp>
        <p:nvSpPr>
          <p:cNvPr id="7319" name="Google Shape;7319;p69"/>
          <p:cNvSpPr txBox="1"/>
          <p:nvPr/>
        </p:nvSpPr>
        <p:spPr>
          <a:xfrm flipH="1">
            <a:off x="1010575" y="3874250"/>
            <a:ext cx="367200" cy="329700"/>
          </a:xfrm>
          <a:prstGeom prst="rect">
            <a:avLst/>
          </a:prstGeom>
          <a:solidFill>
            <a:schemeClr val="accent4"/>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t/>
            </a:r>
            <a:endParaRPr b="1">
              <a:solidFill>
                <a:schemeClr val="dk1"/>
              </a:solidFill>
              <a:latin typeface="Calibri"/>
              <a:ea typeface="Calibri"/>
              <a:cs typeface="Calibri"/>
              <a:sym typeface="Calibri"/>
            </a:endParaRPr>
          </a:p>
        </p:txBody>
      </p:sp>
      <p:sp>
        <p:nvSpPr>
          <p:cNvPr id="7320" name="Google Shape;7320;p69"/>
          <p:cNvSpPr txBox="1"/>
          <p:nvPr/>
        </p:nvSpPr>
        <p:spPr>
          <a:xfrm flipH="1">
            <a:off x="1010575" y="4274300"/>
            <a:ext cx="367200" cy="329700"/>
          </a:xfrm>
          <a:prstGeom prst="rect">
            <a:avLst/>
          </a:prstGeom>
          <a:solidFill>
            <a:schemeClr val="accent4"/>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t/>
            </a:r>
            <a:endParaRPr b="1">
              <a:solidFill>
                <a:schemeClr val="dk1"/>
              </a:solidFill>
              <a:latin typeface="Calibri"/>
              <a:ea typeface="Calibri"/>
              <a:cs typeface="Calibri"/>
              <a:sym typeface="Calibri"/>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4" name="Shape 7324"/>
        <p:cNvGrpSpPr/>
        <p:nvPr/>
      </p:nvGrpSpPr>
      <p:grpSpPr>
        <a:xfrm>
          <a:off x="0" y="0"/>
          <a:ext cx="0" cy="0"/>
          <a:chOff x="0" y="0"/>
          <a:chExt cx="0" cy="0"/>
        </a:xfrm>
      </p:grpSpPr>
      <p:sp>
        <p:nvSpPr>
          <p:cNvPr id="7325" name="Google Shape;7325;p70"/>
          <p:cNvSpPr txBox="1"/>
          <p:nvPr>
            <p:ph idx="3" type="subTitle"/>
          </p:nvPr>
        </p:nvSpPr>
        <p:spPr>
          <a:xfrm>
            <a:off x="5055275" y="3351125"/>
            <a:ext cx="2505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Pete Harris</a:t>
            </a:r>
            <a:endParaRPr/>
          </a:p>
        </p:txBody>
      </p:sp>
      <p:sp>
        <p:nvSpPr>
          <p:cNvPr id="7326" name="Google Shape;7326;p70"/>
          <p:cNvSpPr txBox="1"/>
          <p:nvPr>
            <p:ph idx="4" type="subTitle"/>
          </p:nvPr>
        </p:nvSpPr>
        <p:spPr>
          <a:xfrm>
            <a:off x="1583075" y="3351125"/>
            <a:ext cx="2505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Sofia Hill</a:t>
            </a:r>
            <a:endParaRPr/>
          </a:p>
        </p:txBody>
      </p:sp>
      <p:sp>
        <p:nvSpPr>
          <p:cNvPr id="7327" name="Google Shape;7327;p7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7328" name="Google Shape;7328;p70"/>
          <p:cNvSpPr txBox="1"/>
          <p:nvPr>
            <p:ph idx="1" type="subTitle"/>
          </p:nvPr>
        </p:nvSpPr>
        <p:spPr>
          <a:xfrm>
            <a:off x="5055284" y="3771424"/>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7329" name="Google Shape;7329;p70"/>
          <p:cNvSpPr txBox="1"/>
          <p:nvPr>
            <p:ph idx="2" type="subTitle"/>
          </p:nvPr>
        </p:nvSpPr>
        <p:spPr>
          <a:xfrm>
            <a:off x="1583300" y="3771424"/>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pic>
        <p:nvPicPr>
          <p:cNvPr id="7330" name="Google Shape;7330;p70"/>
          <p:cNvPicPr preferRelativeResize="0"/>
          <p:nvPr>
            <p:ph idx="2" type="pic"/>
          </p:nvPr>
        </p:nvPicPr>
        <p:blipFill rotWithShape="1">
          <a:blip r:embed="rId3">
            <a:alphaModFix/>
          </a:blip>
          <a:srcRect b="15187" l="0" r="0" t="2678"/>
          <a:stretch/>
        </p:blipFill>
        <p:spPr>
          <a:xfrm>
            <a:off x="2023775" y="1349575"/>
            <a:ext cx="1624201" cy="2001550"/>
          </a:xfrm>
          <a:prstGeom prst="rect">
            <a:avLst/>
          </a:prstGeom>
          <a:noFill/>
          <a:ln cap="flat" cmpd="sng" w="19050">
            <a:solidFill>
              <a:schemeClr val="dk1"/>
            </a:solidFill>
            <a:prstDash val="solid"/>
            <a:round/>
            <a:headEnd len="sm" w="sm" type="none"/>
            <a:tailEnd len="sm" w="sm" type="none"/>
          </a:ln>
        </p:spPr>
      </p:pic>
      <p:pic>
        <p:nvPicPr>
          <p:cNvPr id="7331" name="Google Shape;7331;p70"/>
          <p:cNvPicPr preferRelativeResize="0"/>
          <p:nvPr>
            <p:ph idx="3" type="pic"/>
          </p:nvPr>
        </p:nvPicPr>
        <p:blipFill rotWithShape="1">
          <a:blip r:embed="rId4">
            <a:alphaModFix/>
          </a:blip>
          <a:srcRect b="0" l="9430" r="9421" t="0"/>
          <a:stretch/>
        </p:blipFill>
        <p:spPr>
          <a:xfrm>
            <a:off x="5495975" y="1349575"/>
            <a:ext cx="1624200" cy="2001550"/>
          </a:xfrm>
          <a:prstGeom prst="rect">
            <a:avLst/>
          </a:prstGeom>
          <a:noFill/>
          <a:ln cap="flat" cmpd="sng" w="19050">
            <a:solidFill>
              <a:schemeClr val="dk1"/>
            </a:solidFill>
            <a:prstDash val="solid"/>
            <a:round/>
            <a:headEnd len="sm" w="sm" type="none"/>
            <a:tailEnd len="sm" w="sm" type="none"/>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35" name="Shape 7335"/>
        <p:cNvGrpSpPr/>
        <p:nvPr/>
      </p:nvGrpSpPr>
      <p:grpSpPr>
        <a:xfrm>
          <a:off x="0" y="0"/>
          <a:ext cx="0" cy="0"/>
          <a:chOff x="0" y="0"/>
          <a:chExt cx="0" cy="0"/>
        </a:xfrm>
      </p:grpSpPr>
      <p:sp>
        <p:nvSpPr>
          <p:cNvPr id="7336" name="Google Shape;7336;p71"/>
          <p:cNvSpPr txBox="1"/>
          <p:nvPr>
            <p:ph type="title"/>
          </p:nvPr>
        </p:nvSpPr>
        <p:spPr>
          <a:xfrm>
            <a:off x="1726098" y="677525"/>
            <a:ext cx="56919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7337" name="Google Shape;7337;p71"/>
          <p:cNvSpPr txBox="1"/>
          <p:nvPr>
            <p:ph idx="1" type="subTitle"/>
          </p:nvPr>
        </p:nvSpPr>
        <p:spPr>
          <a:xfrm>
            <a:off x="1726050" y="1841450"/>
            <a:ext cx="56919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latin typeface="Lilita One"/>
                <a:ea typeface="Lilita One"/>
                <a:cs typeface="Lilita One"/>
                <a:sym typeface="Lilita One"/>
              </a:rPr>
              <a:t>D</a:t>
            </a:r>
            <a:r>
              <a:rPr lang="en" sz="2400">
                <a:latin typeface="Lilita One"/>
                <a:ea typeface="Lilita One"/>
                <a:cs typeface="Lilita One"/>
                <a:sym typeface="Lilita One"/>
              </a:rPr>
              <a:t>o you have any questions?</a:t>
            </a:r>
            <a:endParaRPr sz="2400">
              <a:latin typeface="Lilita One"/>
              <a:ea typeface="Lilita One"/>
              <a:cs typeface="Lilita One"/>
              <a:sym typeface="Lilita One"/>
            </a:endParaRPr>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7338" name="Google Shape;7338;p71"/>
          <p:cNvSpPr/>
          <p:nvPr/>
        </p:nvSpPr>
        <p:spPr>
          <a:xfrm>
            <a:off x="3485375" y="3170712"/>
            <a:ext cx="437400" cy="437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1"/>
          <p:cNvSpPr/>
          <p:nvPr/>
        </p:nvSpPr>
        <p:spPr>
          <a:xfrm>
            <a:off x="4353250" y="3170712"/>
            <a:ext cx="437400" cy="437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1"/>
          <p:cNvSpPr/>
          <p:nvPr/>
        </p:nvSpPr>
        <p:spPr>
          <a:xfrm>
            <a:off x="5221125" y="3170712"/>
            <a:ext cx="437400" cy="437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1" name="Google Shape;7341;p71"/>
          <p:cNvGrpSpPr/>
          <p:nvPr/>
        </p:nvGrpSpPr>
        <p:grpSpPr>
          <a:xfrm>
            <a:off x="3566069" y="3250210"/>
            <a:ext cx="276012" cy="275991"/>
            <a:chOff x="3368074" y="3882537"/>
            <a:chExt cx="215298" cy="215298"/>
          </a:xfrm>
        </p:grpSpPr>
        <p:sp>
          <p:nvSpPr>
            <p:cNvPr id="7342" name="Google Shape;7342;p71"/>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1"/>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1"/>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71"/>
          <p:cNvGrpSpPr/>
          <p:nvPr/>
        </p:nvGrpSpPr>
        <p:grpSpPr>
          <a:xfrm>
            <a:off x="4438556" y="3268918"/>
            <a:ext cx="266790" cy="238574"/>
            <a:chOff x="3824739" y="3890112"/>
            <a:chExt cx="208105" cy="186110"/>
          </a:xfrm>
        </p:grpSpPr>
        <p:sp>
          <p:nvSpPr>
            <p:cNvPr id="7346" name="Google Shape;7346;p71"/>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1"/>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1"/>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9" name="Google Shape;7349;p71"/>
          <p:cNvSpPr/>
          <p:nvPr/>
        </p:nvSpPr>
        <p:spPr>
          <a:xfrm>
            <a:off x="5302440" y="3269157"/>
            <a:ext cx="291511" cy="238097"/>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1"/>
          <p:cNvSpPr txBox="1"/>
          <p:nvPr/>
        </p:nvSpPr>
        <p:spPr>
          <a:xfrm>
            <a:off x="1726100" y="4327975"/>
            <a:ext cx="5691900" cy="276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Calibri"/>
                <a:ea typeface="Calibri"/>
                <a:cs typeface="Calibri"/>
                <a:sym typeface="Calibri"/>
              </a:rPr>
              <a:t>Please keep this slide for attribution</a:t>
            </a:r>
            <a:endParaRPr>
              <a:solidFill>
                <a:schemeClr val="dk1"/>
              </a:solidFill>
              <a:latin typeface="Calibri"/>
              <a:ea typeface="Calibri"/>
              <a:cs typeface="Calibri"/>
              <a:sym typeface="Calibri"/>
            </a:endParaRPr>
          </a:p>
        </p:txBody>
      </p:sp>
      <p:grpSp>
        <p:nvGrpSpPr>
          <p:cNvPr id="7351" name="Google Shape;7351;p71"/>
          <p:cNvGrpSpPr/>
          <p:nvPr/>
        </p:nvGrpSpPr>
        <p:grpSpPr>
          <a:xfrm>
            <a:off x="6744037" y="1010489"/>
            <a:ext cx="2255925" cy="1846910"/>
            <a:chOff x="4728200" y="2170675"/>
            <a:chExt cx="3135842" cy="2567292"/>
          </a:xfrm>
        </p:grpSpPr>
        <p:sp>
          <p:nvSpPr>
            <p:cNvPr id="7352" name="Google Shape;7352;p71"/>
            <p:cNvSpPr/>
            <p:nvPr/>
          </p:nvSpPr>
          <p:spPr>
            <a:xfrm>
              <a:off x="4728200" y="3354600"/>
              <a:ext cx="2872254" cy="1383367"/>
            </a:xfrm>
            <a:custGeom>
              <a:rect b="b" l="l" r="r" t="t"/>
              <a:pathLst>
                <a:path extrusionOk="0" h="10134" w="21041">
                  <a:moveTo>
                    <a:pt x="7176" y="0"/>
                  </a:moveTo>
                  <a:cubicBezTo>
                    <a:pt x="7168" y="0"/>
                    <a:pt x="7134" y="18"/>
                    <a:pt x="7067" y="56"/>
                  </a:cubicBezTo>
                  <a:lnTo>
                    <a:pt x="7103" y="66"/>
                  </a:lnTo>
                  <a:lnTo>
                    <a:pt x="7103" y="66"/>
                  </a:lnTo>
                  <a:cubicBezTo>
                    <a:pt x="7158" y="23"/>
                    <a:pt x="7184" y="0"/>
                    <a:pt x="7176" y="0"/>
                  </a:cubicBezTo>
                  <a:close/>
                  <a:moveTo>
                    <a:pt x="7103" y="66"/>
                  </a:moveTo>
                  <a:cubicBezTo>
                    <a:pt x="6340" y="676"/>
                    <a:pt x="0" y="5374"/>
                    <a:pt x="4532" y="8807"/>
                  </a:cubicBezTo>
                  <a:cubicBezTo>
                    <a:pt x="5798" y="9764"/>
                    <a:pt x="7233" y="10133"/>
                    <a:pt x="8694" y="10133"/>
                  </a:cubicBezTo>
                  <a:cubicBezTo>
                    <a:pt x="13624" y="10133"/>
                    <a:pt x="18847" y="5927"/>
                    <a:pt x="18847" y="5927"/>
                  </a:cubicBezTo>
                  <a:lnTo>
                    <a:pt x="21040" y="4017"/>
                  </a:lnTo>
                  <a:lnTo>
                    <a:pt x="7103" y="66"/>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1"/>
            <p:cNvSpPr/>
            <p:nvPr/>
          </p:nvSpPr>
          <p:spPr>
            <a:xfrm>
              <a:off x="4729702" y="3312965"/>
              <a:ext cx="2571392" cy="1383230"/>
            </a:xfrm>
            <a:custGeom>
              <a:rect b="b" l="l" r="r" t="t"/>
              <a:pathLst>
                <a:path extrusionOk="0" h="10133" w="18837">
                  <a:moveTo>
                    <a:pt x="7165" y="0"/>
                  </a:moveTo>
                  <a:cubicBezTo>
                    <a:pt x="7157" y="0"/>
                    <a:pt x="7123" y="18"/>
                    <a:pt x="7056" y="56"/>
                  </a:cubicBezTo>
                  <a:lnTo>
                    <a:pt x="7086" y="71"/>
                  </a:lnTo>
                  <a:lnTo>
                    <a:pt x="7086" y="71"/>
                  </a:lnTo>
                  <a:cubicBezTo>
                    <a:pt x="7145" y="25"/>
                    <a:pt x="7173" y="0"/>
                    <a:pt x="7165" y="0"/>
                  </a:cubicBezTo>
                  <a:close/>
                  <a:moveTo>
                    <a:pt x="7086" y="71"/>
                  </a:moveTo>
                  <a:cubicBezTo>
                    <a:pt x="6296" y="700"/>
                    <a:pt x="1" y="5383"/>
                    <a:pt x="4521" y="8806"/>
                  </a:cubicBezTo>
                  <a:cubicBezTo>
                    <a:pt x="5787" y="9763"/>
                    <a:pt x="7223" y="10133"/>
                    <a:pt x="8684" y="10133"/>
                  </a:cubicBezTo>
                  <a:cubicBezTo>
                    <a:pt x="13614" y="10133"/>
                    <a:pt x="18836" y="5927"/>
                    <a:pt x="18836" y="5927"/>
                  </a:cubicBezTo>
                  <a:lnTo>
                    <a:pt x="7086" y="7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1"/>
            <p:cNvSpPr/>
            <p:nvPr/>
          </p:nvSpPr>
          <p:spPr>
            <a:xfrm>
              <a:off x="5296069" y="2170675"/>
              <a:ext cx="2299605" cy="2302609"/>
            </a:xfrm>
            <a:custGeom>
              <a:rect b="b" l="l" r="r" t="t"/>
              <a:pathLst>
                <a:path extrusionOk="0" h="16868" w="16846">
                  <a:moveTo>
                    <a:pt x="9339" y="0"/>
                  </a:moveTo>
                  <a:cubicBezTo>
                    <a:pt x="9179" y="0"/>
                    <a:pt x="9013" y="6"/>
                    <a:pt x="8851" y="11"/>
                  </a:cubicBezTo>
                  <a:cubicBezTo>
                    <a:pt x="8829" y="11"/>
                    <a:pt x="8813" y="16"/>
                    <a:pt x="8790" y="16"/>
                  </a:cubicBezTo>
                  <a:cubicBezTo>
                    <a:pt x="8624" y="25"/>
                    <a:pt x="8452" y="43"/>
                    <a:pt x="8285" y="60"/>
                  </a:cubicBezTo>
                  <a:cubicBezTo>
                    <a:pt x="8274" y="60"/>
                    <a:pt x="8263" y="65"/>
                    <a:pt x="8256" y="65"/>
                  </a:cubicBezTo>
                  <a:cubicBezTo>
                    <a:pt x="8240" y="76"/>
                    <a:pt x="8218" y="82"/>
                    <a:pt x="8202" y="93"/>
                  </a:cubicBezTo>
                  <a:cubicBezTo>
                    <a:pt x="7714" y="242"/>
                    <a:pt x="6598" y="553"/>
                    <a:pt x="5367" y="1269"/>
                  </a:cubicBezTo>
                  <a:cubicBezTo>
                    <a:pt x="2925" y="2691"/>
                    <a:pt x="0" y="5716"/>
                    <a:pt x="501" y="12247"/>
                  </a:cubicBezTo>
                  <a:cubicBezTo>
                    <a:pt x="590" y="12447"/>
                    <a:pt x="684" y="12646"/>
                    <a:pt x="789" y="12851"/>
                  </a:cubicBezTo>
                  <a:cubicBezTo>
                    <a:pt x="873" y="13013"/>
                    <a:pt x="956" y="13179"/>
                    <a:pt x="1049" y="13345"/>
                  </a:cubicBezTo>
                  <a:cubicBezTo>
                    <a:pt x="1077" y="13406"/>
                    <a:pt x="1111" y="13462"/>
                    <a:pt x="1143" y="13523"/>
                  </a:cubicBezTo>
                  <a:cubicBezTo>
                    <a:pt x="2064" y="14371"/>
                    <a:pt x="3085" y="15231"/>
                    <a:pt x="4217" y="15864"/>
                  </a:cubicBezTo>
                  <a:cubicBezTo>
                    <a:pt x="4289" y="15909"/>
                    <a:pt x="4361" y="15942"/>
                    <a:pt x="4433" y="15981"/>
                  </a:cubicBezTo>
                  <a:cubicBezTo>
                    <a:pt x="4545" y="16036"/>
                    <a:pt x="4655" y="16092"/>
                    <a:pt x="4766" y="16142"/>
                  </a:cubicBezTo>
                  <a:cubicBezTo>
                    <a:pt x="4838" y="16175"/>
                    <a:pt x="4904" y="16209"/>
                    <a:pt x="4976" y="16241"/>
                  </a:cubicBezTo>
                  <a:cubicBezTo>
                    <a:pt x="5060" y="16281"/>
                    <a:pt x="5143" y="16314"/>
                    <a:pt x="5227" y="16348"/>
                  </a:cubicBezTo>
                  <a:cubicBezTo>
                    <a:pt x="5310" y="16381"/>
                    <a:pt x="5398" y="16414"/>
                    <a:pt x="5482" y="16442"/>
                  </a:cubicBezTo>
                  <a:cubicBezTo>
                    <a:pt x="5549" y="16470"/>
                    <a:pt x="5615" y="16492"/>
                    <a:pt x="5682" y="16508"/>
                  </a:cubicBezTo>
                  <a:cubicBezTo>
                    <a:pt x="5688" y="16514"/>
                    <a:pt x="5693" y="16514"/>
                    <a:pt x="5693" y="16514"/>
                  </a:cubicBezTo>
                  <a:cubicBezTo>
                    <a:pt x="5725" y="16524"/>
                    <a:pt x="5760" y="16536"/>
                    <a:pt x="5787" y="16541"/>
                  </a:cubicBezTo>
                  <a:cubicBezTo>
                    <a:pt x="5827" y="16552"/>
                    <a:pt x="5865" y="16569"/>
                    <a:pt x="5903" y="16574"/>
                  </a:cubicBezTo>
                  <a:cubicBezTo>
                    <a:pt x="5992" y="16602"/>
                    <a:pt x="6075" y="16624"/>
                    <a:pt x="6164" y="16646"/>
                  </a:cubicBezTo>
                  <a:cubicBezTo>
                    <a:pt x="6270" y="16674"/>
                    <a:pt x="6370" y="16696"/>
                    <a:pt x="6481" y="16718"/>
                  </a:cubicBezTo>
                  <a:cubicBezTo>
                    <a:pt x="6652" y="16750"/>
                    <a:pt x="6831" y="16795"/>
                    <a:pt x="7009" y="16835"/>
                  </a:cubicBezTo>
                  <a:cubicBezTo>
                    <a:pt x="7100" y="16857"/>
                    <a:pt x="7228" y="16867"/>
                    <a:pt x="7380" y="16867"/>
                  </a:cubicBezTo>
                  <a:cubicBezTo>
                    <a:pt x="7679" y="16867"/>
                    <a:pt x="8072" y="16829"/>
                    <a:pt x="8463" y="16773"/>
                  </a:cubicBezTo>
                  <a:cubicBezTo>
                    <a:pt x="9018" y="12840"/>
                    <a:pt x="11193" y="6764"/>
                    <a:pt x="13755" y="4482"/>
                  </a:cubicBezTo>
                  <a:cubicBezTo>
                    <a:pt x="14623" y="3711"/>
                    <a:pt x="15341" y="3427"/>
                    <a:pt x="15928" y="3427"/>
                  </a:cubicBezTo>
                  <a:cubicBezTo>
                    <a:pt x="16279" y="3427"/>
                    <a:pt x="16584" y="3529"/>
                    <a:pt x="16846" y="3689"/>
                  </a:cubicBezTo>
                  <a:cubicBezTo>
                    <a:pt x="16818" y="3649"/>
                    <a:pt x="16791" y="3611"/>
                    <a:pt x="16756" y="3578"/>
                  </a:cubicBezTo>
                  <a:cubicBezTo>
                    <a:pt x="16734" y="3550"/>
                    <a:pt x="16707" y="3516"/>
                    <a:pt x="16684" y="3489"/>
                  </a:cubicBezTo>
                  <a:cubicBezTo>
                    <a:pt x="16667" y="3466"/>
                    <a:pt x="16657" y="3449"/>
                    <a:pt x="16635" y="3433"/>
                  </a:cubicBezTo>
                  <a:cubicBezTo>
                    <a:pt x="16602" y="3389"/>
                    <a:pt x="16563" y="3350"/>
                    <a:pt x="16529" y="3307"/>
                  </a:cubicBezTo>
                  <a:cubicBezTo>
                    <a:pt x="16496" y="3274"/>
                    <a:pt x="16467" y="3240"/>
                    <a:pt x="16435" y="3201"/>
                  </a:cubicBezTo>
                  <a:cubicBezTo>
                    <a:pt x="16279" y="3023"/>
                    <a:pt x="16117" y="2856"/>
                    <a:pt x="15951" y="2695"/>
                  </a:cubicBezTo>
                  <a:cubicBezTo>
                    <a:pt x="15840" y="2600"/>
                    <a:pt x="15730" y="2495"/>
                    <a:pt x="15624" y="2390"/>
                  </a:cubicBezTo>
                  <a:cubicBezTo>
                    <a:pt x="15619" y="2385"/>
                    <a:pt x="15614" y="2385"/>
                    <a:pt x="15614" y="2385"/>
                  </a:cubicBezTo>
                  <a:cubicBezTo>
                    <a:pt x="13946" y="904"/>
                    <a:pt x="11748" y="0"/>
                    <a:pt x="933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1"/>
            <p:cNvSpPr/>
            <p:nvPr/>
          </p:nvSpPr>
          <p:spPr>
            <a:xfrm>
              <a:off x="6072520" y="4424678"/>
              <a:ext cx="64568" cy="18292"/>
            </a:xfrm>
            <a:custGeom>
              <a:rect b="b" l="l" r="r" t="t"/>
              <a:pathLst>
                <a:path extrusionOk="0" h="134" w="473">
                  <a:moveTo>
                    <a:pt x="1" y="1"/>
                  </a:moveTo>
                  <a:lnTo>
                    <a:pt x="1" y="1"/>
                  </a:lnTo>
                  <a:cubicBezTo>
                    <a:pt x="161" y="52"/>
                    <a:pt x="317" y="101"/>
                    <a:pt x="472" y="134"/>
                  </a:cubicBezTo>
                  <a:cubicBezTo>
                    <a:pt x="312" y="95"/>
                    <a:pt x="156" y="50"/>
                    <a:pt x="1" y="1"/>
                  </a:cubicBezTo>
                  <a:close/>
                </a:path>
              </a:pathLst>
            </a:custGeom>
            <a:solidFill>
              <a:srgbClr val="E3AD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1"/>
            <p:cNvSpPr/>
            <p:nvPr/>
          </p:nvSpPr>
          <p:spPr>
            <a:xfrm>
              <a:off x="6008771" y="4402017"/>
              <a:ext cx="63749" cy="22797"/>
            </a:xfrm>
            <a:custGeom>
              <a:rect b="b" l="l" r="r" t="t"/>
              <a:pathLst>
                <a:path extrusionOk="0" h="167" w="467">
                  <a:moveTo>
                    <a:pt x="0" y="0"/>
                  </a:moveTo>
                  <a:cubicBezTo>
                    <a:pt x="150" y="62"/>
                    <a:pt x="310" y="117"/>
                    <a:pt x="467" y="167"/>
                  </a:cubicBezTo>
                  <a:cubicBezTo>
                    <a:pt x="313" y="116"/>
                    <a:pt x="156" y="62"/>
                    <a:pt x="0" y="0"/>
                  </a:cubicBezTo>
                  <a:close/>
                </a:path>
              </a:pathLst>
            </a:custGeom>
            <a:solidFill>
              <a:srgbClr val="E3AD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1"/>
            <p:cNvSpPr/>
            <p:nvPr/>
          </p:nvSpPr>
          <p:spPr>
            <a:xfrm>
              <a:off x="6450507" y="2640122"/>
              <a:ext cx="1413535" cy="1821147"/>
            </a:xfrm>
            <a:custGeom>
              <a:rect b="b" l="l" r="r" t="t"/>
              <a:pathLst>
                <a:path extrusionOk="0" h="13341" w="10355">
                  <a:moveTo>
                    <a:pt x="7465" y="0"/>
                  </a:moveTo>
                  <a:cubicBezTo>
                    <a:pt x="6878" y="0"/>
                    <a:pt x="6159" y="284"/>
                    <a:pt x="5292" y="1054"/>
                  </a:cubicBezTo>
                  <a:cubicBezTo>
                    <a:pt x="3006" y="3091"/>
                    <a:pt x="1024" y="8146"/>
                    <a:pt x="232" y="12009"/>
                  </a:cubicBezTo>
                  <a:cubicBezTo>
                    <a:pt x="160" y="12363"/>
                    <a:pt x="94" y="12703"/>
                    <a:pt x="43" y="13031"/>
                  </a:cubicBezTo>
                  <a:cubicBezTo>
                    <a:pt x="28" y="13130"/>
                    <a:pt x="17" y="13241"/>
                    <a:pt x="0" y="13341"/>
                  </a:cubicBezTo>
                  <a:cubicBezTo>
                    <a:pt x="394" y="13291"/>
                    <a:pt x="788" y="13224"/>
                    <a:pt x="1089" y="13163"/>
                  </a:cubicBezTo>
                  <a:cubicBezTo>
                    <a:pt x="1244" y="13130"/>
                    <a:pt x="1372" y="13101"/>
                    <a:pt x="1466" y="13074"/>
                  </a:cubicBezTo>
                  <a:cubicBezTo>
                    <a:pt x="4656" y="12176"/>
                    <a:pt x="6515" y="11187"/>
                    <a:pt x="8723" y="9007"/>
                  </a:cubicBezTo>
                  <a:cubicBezTo>
                    <a:pt x="8956" y="8773"/>
                    <a:pt x="9199" y="8530"/>
                    <a:pt x="9445" y="8268"/>
                  </a:cubicBezTo>
                  <a:cubicBezTo>
                    <a:pt x="9878" y="7807"/>
                    <a:pt x="10177" y="7242"/>
                    <a:pt x="10299" y="6626"/>
                  </a:cubicBezTo>
                  <a:cubicBezTo>
                    <a:pt x="10339" y="6437"/>
                    <a:pt x="10355" y="6237"/>
                    <a:pt x="10355" y="6038"/>
                  </a:cubicBezTo>
                  <a:lnTo>
                    <a:pt x="10355" y="6027"/>
                  </a:lnTo>
                  <a:cubicBezTo>
                    <a:pt x="10355" y="5656"/>
                    <a:pt x="10332" y="5289"/>
                    <a:pt x="10288" y="4929"/>
                  </a:cubicBezTo>
                  <a:cubicBezTo>
                    <a:pt x="10126" y="3519"/>
                    <a:pt x="9655" y="2210"/>
                    <a:pt x="8939" y="1054"/>
                  </a:cubicBezTo>
                  <a:cubicBezTo>
                    <a:pt x="8911" y="1010"/>
                    <a:pt x="8884" y="965"/>
                    <a:pt x="8855" y="928"/>
                  </a:cubicBezTo>
                  <a:cubicBezTo>
                    <a:pt x="8755" y="766"/>
                    <a:pt x="8649" y="611"/>
                    <a:pt x="8538" y="462"/>
                  </a:cubicBezTo>
                  <a:cubicBezTo>
                    <a:pt x="8488" y="396"/>
                    <a:pt x="8439" y="323"/>
                    <a:pt x="8382" y="261"/>
                  </a:cubicBezTo>
                  <a:cubicBezTo>
                    <a:pt x="8121" y="102"/>
                    <a:pt x="7816" y="0"/>
                    <a:pt x="7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1"/>
            <p:cNvSpPr/>
            <p:nvPr/>
          </p:nvSpPr>
          <p:spPr>
            <a:xfrm>
              <a:off x="5296069" y="2344175"/>
              <a:ext cx="734137" cy="1580893"/>
            </a:xfrm>
            <a:custGeom>
              <a:rect b="b" l="l" r="r" t="t"/>
              <a:pathLst>
                <a:path extrusionOk="0" h="11581" w="5378">
                  <a:moveTo>
                    <a:pt x="5377" y="0"/>
                  </a:moveTo>
                  <a:cubicBezTo>
                    <a:pt x="2925" y="1420"/>
                    <a:pt x="0" y="4445"/>
                    <a:pt x="501" y="10976"/>
                  </a:cubicBezTo>
                  <a:cubicBezTo>
                    <a:pt x="590" y="11176"/>
                    <a:pt x="684" y="11375"/>
                    <a:pt x="789" y="11580"/>
                  </a:cubicBezTo>
                  <a:cubicBezTo>
                    <a:pt x="873" y="4938"/>
                    <a:pt x="4750" y="649"/>
                    <a:pt x="53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1"/>
            <p:cNvSpPr/>
            <p:nvPr/>
          </p:nvSpPr>
          <p:spPr>
            <a:xfrm>
              <a:off x="5877042" y="2317420"/>
              <a:ext cx="1436195" cy="2092660"/>
            </a:xfrm>
            <a:custGeom>
              <a:rect b="b" l="l" r="r" t="t"/>
              <a:pathLst>
                <a:path extrusionOk="0" h="15330" w="10521">
                  <a:moveTo>
                    <a:pt x="8968" y="0"/>
                  </a:moveTo>
                  <a:lnTo>
                    <a:pt x="5277" y="1471"/>
                  </a:lnTo>
                  <a:lnTo>
                    <a:pt x="1377" y="6426"/>
                  </a:lnTo>
                  <a:cubicBezTo>
                    <a:pt x="1377" y="6426"/>
                    <a:pt x="1" y="15081"/>
                    <a:pt x="194" y="15270"/>
                  </a:cubicBezTo>
                  <a:cubicBezTo>
                    <a:pt x="237" y="15313"/>
                    <a:pt x="282" y="15330"/>
                    <a:pt x="325" y="15330"/>
                  </a:cubicBezTo>
                  <a:cubicBezTo>
                    <a:pt x="476" y="15330"/>
                    <a:pt x="610" y="15121"/>
                    <a:pt x="610" y="15121"/>
                  </a:cubicBezTo>
                  <a:cubicBezTo>
                    <a:pt x="733" y="13628"/>
                    <a:pt x="1432" y="7364"/>
                    <a:pt x="4839" y="3519"/>
                  </a:cubicBezTo>
                  <a:cubicBezTo>
                    <a:pt x="7101" y="957"/>
                    <a:pt x="8929" y="555"/>
                    <a:pt x="9857" y="555"/>
                  </a:cubicBezTo>
                  <a:cubicBezTo>
                    <a:pt x="10282" y="555"/>
                    <a:pt x="10518" y="639"/>
                    <a:pt x="10521" y="639"/>
                  </a:cubicBezTo>
                  <a:cubicBezTo>
                    <a:pt x="10521" y="639"/>
                    <a:pt x="10521" y="639"/>
                    <a:pt x="10521" y="639"/>
                  </a:cubicBezTo>
                  <a:cubicBezTo>
                    <a:pt x="10394" y="296"/>
                    <a:pt x="10072" y="58"/>
                    <a:pt x="9707" y="39"/>
                  </a:cubicBezTo>
                  <a:lnTo>
                    <a:pt x="89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1"/>
            <p:cNvSpPr/>
            <p:nvPr/>
          </p:nvSpPr>
          <p:spPr>
            <a:xfrm>
              <a:off x="5468750" y="2178592"/>
              <a:ext cx="1813502" cy="2223025"/>
            </a:xfrm>
            <a:custGeom>
              <a:rect b="b" l="l" r="r" t="t"/>
              <a:pathLst>
                <a:path extrusionOk="0" h="16285" w="13285">
                  <a:moveTo>
                    <a:pt x="9613" y="0"/>
                  </a:moveTo>
                  <a:cubicBezTo>
                    <a:pt x="2999" y="0"/>
                    <a:pt x="88" y="12456"/>
                    <a:pt x="45" y="13931"/>
                  </a:cubicBezTo>
                  <a:cubicBezTo>
                    <a:pt x="1" y="15480"/>
                    <a:pt x="3185" y="16285"/>
                    <a:pt x="3185" y="16285"/>
                  </a:cubicBezTo>
                  <a:cubicBezTo>
                    <a:pt x="5003" y="1844"/>
                    <a:pt x="12101" y="1304"/>
                    <a:pt x="13153" y="1304"/>
                  </a:cubicBezTo>
                  <a:cubicBezTo>
                    <a:pt x="13239" y="1304"/>
                    <a:pt x="13284" y="1307"/>
                    <a:pt x="13284" y="1307"/>
                  </a:cubicBezTo>
                  <a:cubicBezTo>
                    <a:pt x="13284" y="1307"/>
                    <a:pt x="12619" y="463"/>
                    <a:pt x="10610" y="92"/>
                  </a:cubicBezTo>
                  <a:cubicBezTo>
                    <a:pt x="10268" y="30"/>
                    <a:pt x="9936" y="0"/>
                    <a:pt x="96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1"/>
            <p:cNvSpPr/>
            <p:nvPr/>
          </p:nvSpPr>
          <p:spPr>
            <a:xfrm>
              <a:off x="7485912" y="3424901"/>
              <a:ext cx="130228" cy="167358"/>
            </a:xfrm>
            <a:custGeom>
              <a:rect b="b" l="l" r="r" t="t"/>
              <a:pathLst>
                <a:path extrusionOk="0" h="1226" w="954">
                  <a:moveTo>
                    <a:pt x="694" y="0"/>
                  </a:moveTo>
                  <a:cubicBezTo>
                    <a:pt x="630" y="0"/>
                    <a:pt x="558" y="24"/>
                    <a:pt x="476" y="67"/>
                  </a:cubicBezTo>
                  <a:cubicBezTo>
                    <a:pt x="211" y="217"/>
                    <a:pt x="0" y="583"/>
                    <a:pt x="0" y="888"/>
                  </a:cubicBezTo>
                  <a:cubicBezTo>
                    <a:pt x="0" y="995"/>
                    <a:pt x="27" y="1077"/>
                    <a:pt x="72" y="1132"/>
                  </a:cubicBezTo>
                  <a:cubicBezTo>
                    <a:pt x="118" y="1193"/>
                    <a:pt x="184" y="1226"/>
                    <a:pt x="263" y="1226"/>
                  </a:cubicBezTo>
                  <a:cubicBezTo>
                    <a:pt x="327" y="1226"/>
                    <a:pt x="399" y="1204"/>
                    <a:pt x="477" y="1159"/>
                  </a:cubicBezTo>
                  <a:cubicBezTo>
                    <a:pt x="743" y="1010"/>
                    <a:pt x="953" y="643"/>
                    <a:pt x="953" y="338"/>
                  </a:cubicBezTo>
                  <a:cubicBezTo>
                    <a:pt x="953" y="155"/>
                    <a:pt x="870" y="33"/>
                    <a:pt x="748" y="6"/>
                  </a:cubicBezTo>
                  <a:cubicBezTo>
                    <a:pt x="731" y="2"/>
                    <a:pt x="713" y="0"/>
                    <a:pt x="694" y="0"/>
                  </a:cubicBez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1"/>
            <p:cNvSpPr/>
            <p:nvPr/>
          </p:nvSpPr>
          <p:spPr>
            <a:xfrm>
              <a:off x="7485912" y="3424901"/>
              <a:ext cx="112209" cy="155346"/>
            </a:xfrm>
            <a:custGeom>
              <a:rect b="b" l="l" r="r" t="t"/>
              <a:pathLst>
                <a:path extrusionOk="0" h="1138" w="822">
                  <a:moveTo>
                    <a:pt x="696" y="1"/>
                  </a:moveTo>
                  <a:cubicBezTo>
                    <a:pt x="632" y="1"/>
                    <a:pt x="559" y="24"/>
                    <a:pt x="477" y="68"/>
                  </a:cubicBezTo>
                  <a:cubicBezTo>
                    <a:pt x="211" y="217"/>
                    <a:pt x="0" y="583"/>
                    <a:pt x="0" y="888"/>
                  </a:cubicBezTo>
                  <a:cubicBezTo>
                    <a:pt x="0" y="995"/>
                    <a:pt x="27" y="1077"/>
                    <a:pt x="72" y="1132"/>
                  </a:cubicBezTo>
                  <a:cubicBezTo>
                    <a:pt x="89" y="1136"/>
                    <a:pt x="107" y="1138"/>
                    <a:pt x="125" y="1138"/>
                  </a:cubicBezTo>
                  <a:cubicBezTo>
                    <a:pt x="190" y="1138"/>
                    <a:pt x="265" y="1115"/>
                    <a:pt x="345" y="1070"/>
                  </a:cubicBezTo>
                  <a:cubicBezTo>
                    <a:pt x="610" y="921"/>
                    <a:pt x="821" y="554"/>
                    <a:pt x="821" y="249"/>
                  </a:cubicBezTo>
                  <a:cubicBezTo>
                    <a:pt x="821" y="143"/>
                    <a:pt x="793" y="61"/>
                    <a:pt x="749" y="6"/>
                  </a:cubicBezTo>
                  <a:cubicBezTo>
                    <a:pt x="732" y="2"/>
                    <a:pt x="715" y="1"/>
                    <a:pt x="6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1"/>
            <p:cNvSpPr/>
            <p:nvPr/>
          </p:nvSpPr>
          <p:spPr>
            <a:xfrm>
              <a:off x="7309408" y="3593760"/>
              <a:ext cx="130228" cy="167358"/>
            </a:xfrm>
            <a:custGeom>
              <a:rect b="b" l="l" r="r" t="t"/>
              <a:pathLst>
                <a:path extrusionOk="0" h="1226" w="954">
                  <a:moveTo>
                    <a:pt x="696" y="1"/>
                  </a:moveTo>
                  <a:cubicBezTo>
                    <a:pt x="631" y="1"/>
                    <a:pt x="559" y="24"/>
                    <a:pt x="476" y="68"/>
                  </a:cubicBezTo>
                  <a:cubicBezTo>
                    <a:pt x="216" y="217"/>
                    <a:pt x="0" y="589"/>
                    <a:pt x="0" y="889"/>
                  </a:cubicBezTo>
                  <a:cubicBezTo>
                    <a:pt x="0" y="995"/>
                    <a:pt x="28" y="1078"/>
                    <a:pt x="73" y="1132"/>
                  </a:cubicBezTo>
                  <a:cubicBezTo>
                    <a:pt x="119" y="1194"/>
                    <a:pt x="185" y="1226"/>
                    <a:pt x="263" y="1226"/>
                  </a:cubicBezTo>
                  <a:cubicBezTo>
                    <a:pt x="327" y="1226"/>
                    <a:pt x="400" y="1204"/>
                    <a:pt x="477" y="1160"/>
                  </a:cubicBezTo>
                  <a:cubicBezTo>
                    <a:pt x="743" y="1011"/>
                    <a:pt x="954" y="644"/>
                    <a:pt x="954" y="338"/>
                  </a:cubicBezTo>
                  <a:cubicBezTo>
                    <a:pt x="954" y="155"/>
                    <a:pt x="870" y="34"/>
                    <a:pt x="748" y="6"/>
                  </a:cubicBezTo>
                  <a:cubicBezTo>
                    <a:pt x="731" y="3"/>
                    <a:pt x="714" y="1"/>
                    <a:pt x="696" y="1"/>
                  </a:cubicBez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1"/>
            <p:cNvSpPr/>
            <p:nvPr/>
          </p:nvSpPr>
          <p:spPr>
            <a:xfrm>
              <a:off x="7309408" y="3593760"/>
              <a:ext cx="112209" cy="155346"/>
            </a:xfrm>
            <a:custGeom>
              <a:rect b="b" l="l" r="r" t="t"/>
              <a:pathLst>
                <a:path extrusionOk="0" h="1138" w="822">
                  <a:moveTo>
                    <a:pt x="697" y="1"/>
                  </a:moveTo>
                  <a:cubicBezTo>
                    <a:pt x="632" y="1"/>
                    <a:pt x="560" y="24"/>
                    <a:pt x="477" y="68"/>
                  </a:cubicBezTo>
                  <a:cubicBezTo>
                    <a:pt x="216" y="217"/>
                    <a:pt x="0" y="589"/>
                    <a:pt x="0" y="889"/>
                  </a:cubicBezTo>
                  <a:cubicBezTo>
                    <a:pt x="0" y="995"/>
                    <a:pt x="28" y="1078"/>
                    <a:pt x="73" y="1132"/>
                  </a:cubicBezTo>
                  <a:cubicBezTo>
                    <a:pt x="90" y="1136"/>
                    <a:pt x="107" y="1138"/>
                    <a:pt x="126" y="1138"/>
                  </a:cubicBezTo>
                  <a:cubicBezTo>
                    <a:pt x="192" y="1138"/>
                    <a:pt x="266" y="1115"/>
                    <a:pt x="345" y="1071"/>
                  </a:cubicBezTo>
                  <a:cubicBezTo>
                    <a:pt x="611" y="922"/>
                    <a:pt x="822" y="555"/>
                    <a:pt x="822" y="249"/>
                  </a:cubicBezTo>
                  <a:cubicBezTo>
                    <a:pt x="822" y="144"/>
                    <a:pt x="794" y="61"/>
                    <a:pt x="749" y="6"/>
                  </a:cubicBezTo>
                  <a:cubicBezTo>
                    <a:pt x="732" y="3"/>
                    <a:pt x="715" y="1"/>
                    <a:pt x="6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1"/>
            <p:cNvSpPr/>
            <p:nvPr/>
          </p:nvSpPr>
          <p:spPr>
            <a:xfrm>
              <a:off x="7132905" y="3755111"/>
              <a:ext cx="130228" cy="167495"/>
            </a:xfrm>
            <a:custGeom>
              <a:rect b="b" l="l" r="r" t="t"/>
              <a:pathLst>
                <a:path extrusionOk="0" h="1227" w="954">
                  <a:moveTo>
                    <a:pt x="690" y="0"/>
                  </a:moveTo>
                  <a:cubicBezTo>
                    <a:pt x="627" y="0"/>
                    <a:pt x="556" y="22"/>
                    <a:pt x="476" y="68"/>
                  </a:cubicBezTo>
                  <a:cubicBezTo>
                    <a:pt x="212" y="218"/>
                    <a:pt x="1" y="584"/>
                    <a:pt x="1" y="889"/>
                  </a:cubicBezTo>
                  <a:cubicBezTo>
                    <a:pt x="1" y="996"/>
                    <a:pt x="29" y="1078"/>
                    <a:pt x="73" y="1133"/>
                  </a:cubicBezTo>
                  <a:cubicBezTo>
                    <a:pt x="119" y="1194"/>
                    <a:pt x="185" y="1227"/>
                    <a:pt x="264" y="1227"/>
                  </a:cubicBezTo>
                  <a:cubicBezTo>
                    <a:pt x="328" y="1227"/>
                    <a:pt x="400" y="1205"/>
                    <a:pt x="477" y="1160"/>
                  </a:cubicBezTo>
                  <a:cubicBezTo>
                    <a:pt x="743" y="1011"/>
                    <a:pt x="954" y="644"/>
                    <a:pt x="954" y="339"/>
                  </a:cubicBezTo>
                  <a:cubicBezTo>
                    <a:pt x="954" y="151"/>
                    <a:pt x="870" y="34"/>
                    <a:pt x="749" y="7"/>
                  </a:cubicBezTo>
                  <a:cubicBezTo>
                    <a:pt x="730" y="3"/>
                    <a:pt x="710" y="0"/>
                    <a:pt x="690" y="0"/>
                  </a:cubicBezTo>
                  <a:close/>
                </a:path>
              </a:pathLst>
            </a:custGeom>
            <a:solidFill>
              <a:srgbClr val="333233">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1"/>
            <p:cNvSpPr/>
            <p:nvPr/>
          </p:nvSpPr>
          <p:spPr>
            <a:xfrm>
              <a:off x="7132905" y="3755111"/>
              <a:ext cx="112209" cy="155482"/>
            </a:xfrm>
            <a:custGeom>
              <a:rect b="b" l="l" r="r" t="t"/>
              <a:pathLst>
                <a:path extrusionOk="0" h="1139" w="822">
                  <a:moveTo>
                    <a:pt x="692" y="1"/>
                  </a:moveTo>
                  <a:cubicBezTo>
                    <a:pt x="629" y="1"/>
                    <a:pt x="558" y="22"/>
                    <a:pt x="477" y="69"/>
                  </a:cubicBezTo>
                  <a:cubicBezTo>
                    <a:pt x="212" y="218"/>
                    <a:pt x="1" y="584"/>
                    <a:pt x="1" y="889"/>
                  </a:cubicBezTo>
                  <a:cubicBezTo>
                    <a:pt x="1" y="996"/>
                    <a:pt x="29" y="1078"/>
                    <a:pt x="73" y="1133"/>
                  </a:cubicBezTo>
                  <a:cubicBezTo>
                    <a:pt x="90" y="1137"/>
                    <a:pt x="108" y="1139"/>
                    <a:pt x="126" y="1139"/>
                  </a:cubicBezTo>
                  <a:cubicBezTo>
                    <a:pt x="192" y="1139"/>
                    <a:pt x="267" y="1116"/>
                    <a:pt x="345" y="1071"/>
                  </a:cubicBezTo>
                  <a:cubicBezTo>
                    <a:pt x="611" y="922"/>
                    <a:pt x="822" y="555"/>
                    <a:pt x="822" y="250"/>
                  </a:cubicBezTo>
                  <a:cubicBezTo>
                    <a:pt x="822" y="144"/>
                    <a:pt x="795" y="67"/>
                    <a:pt x="750" y="7"/>
                  </a:cubicBezTo>
                  <a:cubicBezTo>
                    <a:pt x="731" y="3"/>
                    <a:pt x="712" y="1"/>
                    <a:pt x="6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1"/>
            <p:cNvSpPr/>
            <p:nvPr/>
          </p:nvSpPr>
          <p:spPr>
            <a:xfrm>
              <a:off x="5820118" y="3313511"/>
              <a:ext cx="2042835" cy="1125777"/>
            </a:xfrm>
            <a:custGeom>
              <a:rect b="b" l="l" r="r" t="t"/>
              <a:pathLst>
                <a:path extrusionOk="0" h="8247" w="14965">
                  <a:moveTo>
                    <a:pt x="14897" y="1"/>
                  </a:moveTo>
                  <a:cubicBezTo>
                    <a:pt x="12450" y="3780"/>
                    <a:pt x="9293" y="6109"/>
                    <a:pt x="5498" y="6947"/>
                  </a:cubicBezTo>
                  <a:cubicBezTo>
                    <a:pt x="5277" y="6998"/>
                    <a:pt x="5059" y="7036"/>
                    <a:pt x="4844" y="7074"/>
                  </a:cubicBezTo>
                  <a:cubicBezTo>
                    <a:pt x="4006" y="7217"/>
                    <a:pt x="3237" y="7266"/>
                    <a:pt x="2578" y="7266"/>
                  </a:cubicBezTo>
                  <a:cubicBezTo>
                    <a:pt x="1160" y="7266"/>
                    <a:pt x="248" y="7040"/>
                    <a:pt x="232" y="7035"/>
                  </a:cubicBezTo>
                  <a:lnTo>
                    <a:pt x="1" y="7986"/>
                  </a:lnTo>
                  <a:cubicBezTo>
                    <a:pt x="68" y="8003"/>
                    <a:pt x="1050" y="8246"/>
                    <a:pt x="2570" y="8246"/>
                  </a:cubicBezTo>
                  <a:cubicBezTo>
                    <a:pt x="3185" y="8246"/>
                    <a:pt x="3890" y="8208"/>
                    <a:pt x="4661" y="8090"/>
                  </a:cubicBezTo>
                  <a:cubicBezTo>
                    <a:pt x="4989" y="8046"/>
                    <a:pt x="5327" y="7984"/>
                    <a:pt x="5671" y="7913"/>
                  </a:cubicBezTo>
                  <a:cubicBezTo>
                    <a:pt x="8263" y="7348"/>
                    <a:pt x="11842" y="5799"/>
                    <a:pt x="14910" y="1698"/>
                  </a:cubicBezTo>
                  <a:cubicBezTo>
                    <a:pt x="14949" y="1509"/>
                    <a:pt x="14964" y="1309"/>
                    <a:pt x="14964" y="1110"/>
                  </a:cubicBezTo>
                  <a:lnTo>
                    <a:pt x="14964" y="1100"/>
                  </a:lnTo>
                  <a:cubicBezTo>
                    <a:pt x="14964" y="728"/>
                    <a:pt x="14942" y="361"/>
                    <a:pt x="148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1"/>
            <p:cNvSpPr/>
            <p:nvPr/>
          </p:nvSpPr>
          <p:spPr>
            <a:xfrm>
              <a:off x="5245288" y="3491789"/>
              <a:ext cx="307551" cy="685541"/>
            </a:xfrm>
            <a:custGeom>
              <a:rect b="b" l="l" r="r" t="t"/>
              <a:pathLst>
                <a:path extrusionOk="0" h="5022" w="2253">
                  <a:moveTo>
                    <a:pt x="854" y="0"/>
                  </a:moveTo>
                  <a:lnTo>
                    <a:pt x="571" y="988"/>
                  </a:lnTo>
                  <a:cubicBezTo>
                    <a:pt x="0" y="2912"/>
                    <a:pt x="1471" y="4927"/>
                    <a:pt x="1549" y="5021"/>
                  </a:cubicBezTo>
                  <a:lnTo>
                    <a:pt x="2253" y="4450"/>
                  </a:lnTo>
                  <a:cubicBezTo>
                    <a:pt x="2187" y="4366"/>
                    <a:pt x="671" y="2831"/>
                    <a:pt x="8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1"/>
            <p:cNvSpPr/>
            <p:nvPr/>
          </p:nvSpPr>
          <p:spPr>
            <a:xfrm>
              <a:off x="5379338" y="4205857"/>
              <a:ext cx="191111" cy="111527"/>
            </a:xfrm>
            <a:custGeom>
              <a:rect b="b" l="l" r="r" t="t"/>
              <a:pathLst>
                <a:path extrusionOk="0" h="817" w="1400">
                  <a:moveTo>
                    <a:pt x="1399" y="1"/>
                  </a:moveTo>
                  <a:lnTo>
                    <a:pt x="1" y="817"/>
                  </a:lnTo>
                  <a:cubicBezTo>
                    <a:pt x="1" y="817"/>
                    <a:pt x="1394" y="6"/>
                    <a:pt x="13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1"/>
            <p:cNvSpPr/>
            <p:nvPr/>
          </p:nvSpPr>
          <p:spPr>
            <a:xfrm>
              <a:off x="5379338" y="4205857"/>
              <a:ext cx="191111" cy="111527"/>
            </a:xfrm>
            <a:custGeom>
              <a:rect b="b" l="l" r="r" t="t"/>
              <a:pathLst>
                <a:path extrusionOk="0" h="817" w="1400">
                  <a:moveTo>
                    <a:pt x="1399" y="1"/>
                  </a:moveTo>
                  <a:lnTo>
                    <a:pt x="1" y="817"/>
                  </a:lnTo>
                  <a:cubicBezTo>
                    <a:pt x="1" y="817"/>
                    <a:pt x="1394" y="6"/>
                    <a:pt x="13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1"/>
            <p:cNvSpPr/>
            <p:nvPr/>
          </p:nvSpPr>
          <p:spPr>
            <a:xfrm>
              <a:off x="5379338" y="4202171"/>
              <a:ext cx="199437" cy="115212"/>
            </a:xfrm>
            <a:custGeom>
              <a:rect b="b" l="l" r="r" t="t"/>
              <a:pathLst>
                <a:path extrusionOk="0" h="844" w="1461">
                  <a:moveTo>
                    <a:pt x="1460" y="1"/>
                  </a:moveTo>
                  <a:lnTo>
                    <a:pt x="1399" y="33"/>
                  </a:lnTo>
                  <a:lnTo>
                    <a:pt x="1" y="844"/>
                  </a:lnTo>
                  <a:lnTo>
                    <a:pt x="63" y="817"/>
                  </a:lnTo>
                  <a:lnTo>
                    <a:pt x="14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1"/>
            <p:cNvSpPr/>
            <p:nvPr/>
          </p:nvSpPr>
          <p:spPr>
            <a:xfrm>
              <a:off x="5430118" y="4274656"/>
              <a:ext cx="199301" cy="124495"/>
            </a:xfrm>
            <a:custGeom>
              <a:rect b="b" l="l" r="r" t="t"/>
              <a:pathLst>
                <a:path extrusionOk="0" h="912" w="1460">
                  <a:moveTo>
                    <a:pt x="1459" y="1"/>
                  </a:moveTo>
                  <a:lnTo>
                    <a:pt x="61" y="817"/>
                  </a:lnTo>
                  <a:lnTo>
                    <a:pt x="28" y="879"/>
                  </a:lnTo>
                  <a:cubicBezTo>
                    <a:pt x="23" y="889"/>
                    <a:pt x="12" y="901"/>
                    <a:pt x="1" y="911"/>
                  </a:cubicBezTo>
                  <a:lnTo>
                    <a:pt x="1399" y="95"/>
                  </a:lnTo>
                  <a:cubicBezTo>
                    <a:pt x="1410" y="90"/>
                    <a:pt x="1416" y="79"/>
                    <a:pt x="1427" y="62"/>
                  </a:cubicBezTo>
                  <a:lnTo>
                    <a:pt x="14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1"/>
            <p:cNvSpPr/>
            <p:nvPr/>
          </p:nvSpPr>
          <p:spPr>
            <a:xfrm>
              <a:off x="5319411" y="4058975"/>
              <a:ext cx="213907" cy="118352"/>
            </a:xfrm>
            <a:custGeom>
              <a:rect b="b" l="l" r="r" t="t"/>
              <a:pathLst>
                <a:path extrusionOk="0" h="867" w="1567">
                  <a:moveTo>
                    <a:pt x="1454" y="1"/>
                  </a:moveTo>
                  <a:cubicBezTo>
                    <a:pt x="1454" y="1"/>
                    <a:pt x="1450" y="1"/>
                    <a:pt x="1410" y="6"/>
                  </a:cubicBezTo>
                  <a:cubicBezTo>
                    <a:pt x="1405" y="6"/>
                    <a:pt x="1405" y="6"/>
                    <a:pt x="1400" y="11"/>
                  </a:cubicBezTo>
                  <a:lnTo>
                    <a:pt x="1" y="826"/>
                  </a:lnTo>
                  <a:cubicBezTo>
                    <a:pt x="13" y="821"/>
                    <a:pt x="23" y="816"/>
                    <a:pt x="40" y="816"/>
                  </a:cubicBezTo>
                  <a:cubicBezTo>
                    <a:pt x="58" y="816"/>
                    <a:pt x="74" y="821"/>
                    <a:pt x="90" y="834"/>
                  </a:cubicBezTo>
                  <a:lnTo>
                    <a:pt x="168" y="866"/>
                  </a:lnTo>
                  <a:lnTo>
                    <a:pt x="1566" y="50"/>
                  </a:lnTo>
                  <a:cubicBezTo>
                    <a:pt x="1566" y="50"/>
                    <a:pt x="1488" y="17"/>
                    <a:pt x="1482" y="11"/>
                  </a:cubicBezTo>
                  <a:cubicBezTo>
                    <a:pt x="1476" y="11"/>
                    <a:pt x="1470" y="11"/>
                    <a:pt x="1466" y="6"/>
                  </a:cubicBezTo>
                  <a:cubicBezTo>
                    <a:pt x="1466" y="6"/>
                    <a:pt x="1459" y="1"/>
                    <a:pt x="14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1"/>
            <p:cNvSpPr/>
            <p:nvPr/>
          </p:nvSpPr>
          <p:spPr>
            <a:xfrm>
              <a:off x="5540825" y="4350691"/>
              <a:ext cx="198482" cy="143196"/>
            </a:xfrm>
            <a:custGeom>
              <a:rect b="b" l="l" r="r" t="t"/>
              <a:pathLst>
                <a:path extrusionOk="0" h="1049" w="1454">
                  <a:moveTo>
                    <a:pt x="1432" y="1"/>
                  </a:moveTo>
                  <a:lnTo>
                    <a:pt x="33" y="816"/>
                  </a:lnTo>
                  <a:lnTo>
                    <a:pt x="50" y="916"/>
                  </a:lnTo>
                  <a:cubicBezTo>
                    <a:pt x="50" y="939"/>
                    <a:pt x="50" y="954"/>
                    <a:pt x="45" y="971"/>
                  </a:cubicBezTo>
                  <a:cubicBezTo>
                    <a:pt x="39" y="982"/>
                    <a:pt x="45" y="993"/>
                    <a:pt x="39" y="998"/>
                  </a:cubicBezTo>
                  <a:cubicBezTo>
                    <a:pt x="28" y="1020"/>
                    <a:pt x="17" y="1038"/>
                    <a:pt x="1" y="1049"/>
                  </a:cubicBezTo>
                  <a:lnTo>
                    <a:pt x="1399" y="232"/>
                  </a:lnTo>
                  <a:cubicBezTo>
                    <a:pt x="1415" y="222"/>
                    <a:pt x="1426" y="204"/>
                    <a:pt x="1438" y="182"/>
                  </a:cubicBezTo>
                  <a:cubicBezTo>
                    <a:pt x="1443" y="172"/>
                    <a:pt x="1443" y="165"/>
                    <a:pt x="1443" y="155"/>
                  </a:cubicBezTo>
                  <a:cubicBezTo>
                    <a:pt x="1448" y="139"/>
                    <a:pt x="1454" y="128"/>
                    <a:pt x="1448" y="100"/>
                  </a:cubicBezTo>
                  <a:lnTo>
                    <a:pt x="14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1"/>
            <p:cNvSpPr/>
            <p:nvPr/>
          </p:nvSpPr>
          <p:spPr>
            <a:xfrm>
              <a:off x="5630237" y="4281618"/>
              <a:ext cx="53784" cy="149339"/>
            </a:xfrm>
            <a:custGeom>
              <a:rect b="b" l="l" r="r" t="t"/>
              <a:pathLst>
                <a:path extrusionOk="0" h="1094" w="394">
                  <a:moveTo>
                    <a:pt x="216" y="1"/>
                  </a:moveTo>
                  <a:lnTo>
                    <a:pt x="216" y="1"/>
                  </a:lnTo>
                  <a:cubicBezTo>
                    <a:pt x="227" y="51"/>
                    <a:pt x="233" y="95"/>
                    <a:pt x="243" y="135"/>
                  </a:cubicBezTo>
                  <a:cubicBezTo>
                    <a:pt x="254" y="184"/>
                    <a:pt x="260" y="235"/>
                    <a:pt x="260" y="273"/>
                  </a:cubicBezTo>
                  <a:cubicBezTo>
                    <a:pt x="265" y="351"/>
                    <a:pt x="265" y="400"/>
                    <a:pt x="265" y="400"/>
                  </a:cubicBezTo>
                  <a:cubicBezTo>
                    <a:pt x="265" y="400"/>
                    <a:pt x="260" y="450"/>
                    <a:pt x="260" y="527"/>
                  </a:cubicBezTo>
                  <a:cubicBezTo>
                    <a:pt x="255" y="560"/>
                    <a:pt x="250" y="604"/>
                    <a:pt x="243" y="644"/>
                  </a:cubicBezTo>
                  <a:cubicBezTo>
                    <a:pt x="233" y="683"/>
                    <a:pt x="221" y="728"/>
                    <a:pt x="211" y="771"/>
                  </a:cubicBezTo>
                  <a:cubicBezTo>
                    <a:pt x="178" y="848"/>
                    <a:pt x="144" y="927"/>
                    <a:pt x="111" y="965"/>
                  </a:cubicBezTo>
                  <a:cubicBezTo>
                    <a:pt x="79" y="1015"/>
                    <a:pt x="50" y="1037"/>
                    <a:pt x="50" y="1037"/>
                  </a:cubicBezTo>
                  <a:cubicBezTo>
                    <a:pt x="50" y="1055"/>
                    <a:pt x="28" y="1071"/>
                    <a:pt x="0" y="1094"/>
                  </a:cubicBezTo>
                  <a:cubicBezTo>
                    <a:pt x="106" y="1049"/>
                    <a:pt x="166" y="976"/>
                    <a:pt x="171" y="976"/>
                  </a:cubicBezTo>
                  <a:cubicBezTo>
                    <a:pt x="176" y="976"/>
                    <a:pt x="199" y="954"/>
                    <a:pt x="233" y="905"/>
                  </a:cubicBezTo>
                  <a:cubicBezTo>
                    <a:pt x="273" y="860"/>
                    <a:pt x="305" y="788"/>
                    <a:pt x="332" y="710"/>
                  </a:cubicBezTo>
                  <a:cubicBezTo>
                    <a:pt x="349" y="671"/>
                    <a:pt x="354" y="626"/>
                    <a:pt x="365" y="583"/>
                  </a:cubicBezTo>
                  <a:cubicBezTo>
                    <a:pt x="370" y="545"/>
                    <a:pt x="375" y="507"/>
                    <a:pt x="383" y="478"/>
                  </a:cubicBezTo>
                  <a:cubicBezTo>
                    <a:pt x="383" y="472"/>
                    <a:pt x="388" y="467"/>
                    <a:pt x="388" y="461"/>
                  </a:cubicBezTo>
                  <a:cubicBezTo>
                    <a:pt x="393" y="383"/>
                    <a:pt x="393" y="338"/>
                    <a:pt x="393" y="334"/>
                  </a:cubicBezTo>
                  <a:cubicBezTo>
                    <a:pt x="393" y="329"/>
                    <a:pt x="388" y="284"/>
                    <a:pt x="388" y="206"/>
                  </a:cubicBezTo>
                  <a:cubicBezTo>
                    <a:pt x="383" y="184"/>
                    <a:pt x="383" y="162"/>
                    <a:pt x="378" y="135"/>
                  </a:cubicBezTo>
                  <a:cubicBezTo>
                    <a:pt x="305" y="85"/>
                    <a:pt x="250" y="36"/>
                    <a:pt x="2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1"/>
            <p:cNvSpPr/>
            <p:nvPr/>
          </p:nvSpPr>
          <p:spPr>
            <a:xfrm>
              <a:off x="5512022" y="4049147"/>
              <a:ext cx="44774" cy="55286"/>
            </a:xfrm>
            <a:custGeom>
              <a:rect b="b" l="l" r="r" t="t"/>
              <a:pathLst>
                <a:path extrusionOk="0" h="405" w="328">
                  <a:moveTo>
                    <a:pt x="269" y="1"/>
                  </a:moveTo>
                  <a:lnTo>
                    <a:pt x="246" y="17"/>
                  </a:lnTo>
                  <a:lnTo>
                    <a:pt x="113" y="95"/>
                  </a:lnTo>
                  <a:lnTo>
                    <a:pt x="0" y="167"/>
                  </a:lnTo>
                  <a:cubicBezTo>
                    <a:pt x="5" y="172"/>
                    <a:pt x="11" y="172"/>
                    <a:pt x="11" y="172"/>
                  </a:cubicBezTo>
                  <a:cubicBezTo>
                    <a:pt x="150" y="256"/>
                    <a:pt x="271" y="356"/>
                    <a:pt x="328" y="405"/>
                  </a:cubicBezTo>
                  <a:cubicBezTo>
                    <a:pt x="317" y="361"/>
                    <a:pt x="311" y="316"/>
                    <a:pt x="301" y="272"/>
                  </a:cubicBezTo>
                  <a:cubicBezTo>
                    <a:pt x="295" y="249"/>
                    <a:pt x="295" y="232"/>
                    <a:pt x="290" y="216"/>
                  </a:cubicBezTo>
                  <a:cubicBezTo>
                    <a:pt x="290" y="211"/>
                    <a:pt x="285" y="206"/>
                    <a:pt x="285" y="200"/>
                  </a:cubicBezTo>
                  <a:cubicBezTo>
                    <a:pt x="280" y="172"/>
                    <a:pt x="280" y="149"/>
                    <a:pt x="275" y="127"/>
                  </a:cubicBezTo>
                  <a:cubicBezTo>
                    <a:pt x="269" y="50"/>
                    <a:pt x="269" y="1"/>
                    <a:pt x="2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1"/>
            <p:cNvSpPr/>
            <p:nvPr/>
          </p:nvSpPr>
          <p:spPr>
            <a:xfrm>
              <a:off x="5637609" y="4346732"/>
              <a:ext cx="199574" cy="124358"/>
            </a:xfrm>
            <a:custGeom>
              <a:rect b="b" l="l" r="r" t="t"/>
              <a:pathLst>
                <a:path extrusionOk="0" h="911" w="1462">
                  <a:moveTo>
                    <a:pt x="1399" y="1"/>
                  </a:moveTo>
                  <a:lnTo>
                    <a:pt x="1" y="817"/>
                  </a:lnTo>
                  <a:lnTo>
                    <a:pt x="63" y="911"/>
                  </a:lnTo>
                  <a:lnTo>
                    <a:pt x="1461" y="95"/>
                  </a:lnTo>
                  <a:lnTo>
                    <a:pt x="13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1"/>
            <p:cNvSpPr/>
            <p:nvPr/>
          </p:nvSpPr>
          <p:spPr>
            <a:xfrm>
              <a:off x="5644571" y="4359700"/>
              <a:ext cx="199028" cy="146336"/>
            </a:xfrm>
            <a:custGeom>
              <a:rect b="b" l="l" r="r" t="t"/>
              <a:pathLst>
                <a:path extrusionOk="0" h="1072" w="1458">
                  <a:moveTo>
                    <a:pt x="1405" y="1"/>
                  </a:moveTo>
                  <a:lnTo>
                    <a:pt x="6" y="817"/>
                  </a:lnTo>
                  <a:cubicBezTo>
                    <a:pt x="17" y="839"/>
                    <a:pt x="28" y="867"/>
                    <a:pt x="39" y="895"/>
                  </a:cubicBezTo>
                  <a:cubicBezTo>
                    <a:pt x="44" y="917"/>
                    <a:pt x="49" y="932"/>
                    <a:pt x="49" y="949"/>
                  </a:cubicBezTo>
                  <a:cubicBezTo>
                    <a:pt x="49" y="967"/>
                    <a:pt x="49" y="983"/>
                    <a:pt x="44" y="999"/>
                  </a:cubicBezTo>
                  <a:cubicBezTo>
                    <a:pt x="44" y="1005"/>
                    <a:pt x="44" y="1016"/>
                    <a:pt x="39" y="1021"/>
                  </a:cubicBezTo>
                  <a:cubicBezTo>
                    <a:pt x="34" y="1040"/>
                    <a:pt x="26" y="1055"/>
                    <a:pt x="11" y="1066"/>
                  </a:cubicBezTo>
                  <a:lnTo>
                    <a:pt x="11" y="1066"/>
                  </a:lnTo>
                  <a:lnTo>
                    <a:pt x="1399" y="256"/>
                  </a:lnTo>
                  <a:cubicBezTo>
                    <a:pt x="1421" y="245"/>
                    <a:pt x="1432" y="228"/>
                    <a:pt x="1442" y="210"/>
                  </a:cubicBezTo>
                  <a:cubicBezTo>
                    <a:pt x="1442" y="205"/>
                    <a:pt x="1442" y="199"/>
                    <a:pt x="1447" y="188"/>
                  </a:cubicBezTo>
                  <a:cubicBezTo>
                    <a:pt x="1452" y="172"/>
                    <a:pt x="1457" y="156"/>
                    <a:pt x="1452" y="139"/>
                  </a:cubicBezTo>
                  <a:lnTo>
                    <a:pt x="1452" y="129"/>
                  </a:lnTo>
                  <a:cubicBezTo>
                    <a:pt x="1452" y="124"/>
                    <a:pt x="1452" y="116"/>
                    <a:pt x="1447" y="106"/>
                  </a:cubicBezTo>
                  <a:cubicBezTo>
                    <a:pt x="1447" y="100"/>
                    <a:pt x="1447" y="94"/>
                    <a:pt x="1442" y="84"/>
                  </a:cubicBezTo>
                  <a:cubicBezTo>
                    <a:pt x="1442" y="78"/>
                    <a:pt x="1436" y="78"/>
                    <a:pt x="1436" y="73"/>
                  </a:cubicBezTo>
                  <a:cubicBezTo>
                    <a:pt x="1436" y="67"/>
                    <a:pt x="1436" y="62"/>
                    <a:pt x="1431" y="56"/>
                  </a:cubicBezTo>
                  <a:cubicBezTo>
                    <a:pt x="1431" y="50"/>
                    <a:pt x="1431" y="45"/>
                    <a:pt x="1426" y="40"/>
                  </a:cubicBezTo>
                  <a:cubicBezTo>
                    <a:pt x="1426" y="40"/>
                    <a:pt x="1426" y="34"/>
                    <a:pt x="1421" y="29"/>
                  </a:cubicBezTo>
                  <a:cubicBezTo>
                    <a:pt x="1421" y="29"/>
                    <a:pt x="1421" y="24"/>
                    <a:pt x="1415" y="19"/>
                  </a:cubicBezTo>
                  <a:cubicBezTo>
                    <a:pt x="1415" y="19"/>
                    <a:pt x="1410" y="11"/>
                    <a:pt x="1405" y="1"/>
                  </a:cubicBezTo>
                  <a:close/>
                  <a:moveTo>
                    <a:pt x="11" y="1066"/>
                  </a:moveTo>
                  <a:lnTo>
                    <a:pt x="0" y="1072"/>
                  </a:lnTo>
                  <a:cubicBezTo>
                    <a:pt x="4" y="1070"/>
                    <a:pt x="7" y="1068"/>
                    <a:pt x="11" y="10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1"/>
            <p:cNvSpPr/>
            <p:nvPr/>
          </p:nvSpPr>
          <p:spPr>
            <a:xfrm>
              <a:off x="5637609" y="4341272"/>
              <a:ext cx="198618" cy="116987"/>
            </a:xfrm>
            <a:custGeom>
              <a:rect b="b" l="l" r="r" t="t"/>
              <a:pathLst>
                <a:path extrusionOk="0" h="857" w="1455">
                  <a:moveTo>
                    <a:pt x="1455" y="1"/>
                  </a:moveTo>
                  <a:lnTo>
                    <a:pt x="55" y="817"/>
                  </a:lnTo>
                  <a:cubicBezTo>
                    <a:pt x="28" y="835"/>
                    <a:pt x="1" y="851"/>
                    <a:pt x="1" y="857"/>
                  </a:cubicBezTo>
                  <a:lnTo>
                    <a:pt x="1399" y="41"/>
                  </a:lnTo>
                  <a:cubicBezTo>
                    <a:pt x="1405" y="41"/>
                    <a:pt x="1427" y="19"/>
                    <a:pt x="14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1"/>
            <p:cNvSpPr/>
            <p:nvPr/>
          </p:nvSpPr>
          <p:spPr>
            <a:xfrm>
              <a:off x="5645117" y="4321069"/>
              <a:ext cx="210085" cy="132822"/>
            </a:xfrm>
            <a:custGeom>
              <a:rect b="b" l="l" r="r" t="t"/>
              <a:pathLst>
                <a:path extrusionOk="0" h="973" w="1539">
                  <a:moveTo>
                    <a:pt x="1538" y="0"/>
                  </a:moveTo>
                  <a:lnTo>
                    <a:pt x="141" y="815"/>
                  </a:lnTo>
                  <a:lnTo>
                    <a:pt x="52" y="921"/>
                  </a:lnTo>
                  <a:cubicBezTo>
                    <a:pt x="45" y="921"/>
                    <a:pt x="24" y="943"/>
                    <a:pt x="0" y="972"/>
                  </a:cubicBezTo>
                  <a:lnTo>
                    <a:pt x="1400" y="156"/>
                  </a:lnTo>
                  <a:cubicBezTo>
                    <a:pt x="1422" y="133"/>
                    <a:pt x="1449" y="111"/>
                    <a:pt x="1449" y="106"/>
                  </a:cubicBezTo>
                  <a:lnTo>
                    <a:pt x="153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1"/>
            <p:cNvSpPr/>
            <p:nvPr/>
          </p:nvSpPr>
          <p:spPr>
            <a:xfrm>
              <a:off x="5697535" y="4310285"/>
              <a:ext cx="204625" cy="142514"/>
            </a:xfrm>
            <a:custGeom>
              <a:rect b="b" l="l" r="r" t="t"/>
              <a:pathLst>
                <a:path extrusionOk="0" h="1044" w="1499">
                  <a:moveTo>
                    <a:pt x="1499" y="1"/>
                  </a:moveTo>
                  <a:lnTo>
                    <a:pt x="100" y="817"/>
                  </a:lnTo>
                  <a:cubicBezTo>
                    <a:pt x="100" y="817"/>
                    <a:pt x="90" y="866"/>
                    <a:pt x="72" y="911"/>
                  </a:cubicBezTo>
                  <a:cubicBezTo>
                    <a:pt x="57" y="955"/>
                    <a:pt x="40" y="995"/>
                    <a:pt x="40" y="1000"/>
                  </a:cubicBezTo>
                  <a:cubicBezTo>
                    <a:pt x="33" y="1022"/>
                    <a:pt x="18" y="1033"/>
                    <a:pt x="1" y="1044"/>
                  </a:cubicBezTo>
                  <a:lnTo>
                    <a:pt x="1399" y="229"/>
                  </a:lnTo>
                  <a:cubicBezTo>
                    <a:pt x="1416" y="216"/>
                    <a:pt x="1428" y="206"/>
                    <a:pt x="1438" y="184"/>
                  </a:cubicBezTo>
                  <a:cubicBezTo>
                    <a:pt x="1438" y="184"/>
                    <a:pt x="1454" y="140"/>
                    <a:pt x="1472" y="95"/>
                  </a:cubicBezTo>
                  <a:cubicBezTo>
                    <a:pt x="1488" y="51"/>
                    <a:pt x="1499" y="6"/>
                    <a:pt x="14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1"/>
            <p:cNvSpPr/>
            <p:nvPr/>
          </p:nvSpPr>
          <p:spPr>
            <a:xfrm>
              <a:off x="5684021" y="4262780"/>
              <a:ext cx="201622" cy="119035"/>
            </a:xfrm>
            <a:custGeom>
              <a:rect b="b" l="l" r="r" t="t"/>
              <a:pathLst>
                <a:path extrusionOk="0" h="872" w="1477">
                  <a:moveTo>
                    <a:pt x="1398" y="1"/>
                  </a:moveTo>
                  <a:lnTo>
                    <a:pt x="0" y="816"/>
                  </a:lnTo>
                  <a:lnTo>
                    <a:pt x="78" y="871"/>
                  </a:lnTo>
                  <a:lnTo>
                    <a:pt x="1476" y="55"/>
                  </a:lnTo>
                  <a:lnTo>
                    <a:pt x="13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1"/>
            <p:cNvSpPr/>
            <p:nvPr/>
          </p:nvSpPr>
          <p:spPr>
            <a:xfrm>
              <a:off x="5693577" y="4269333"/>
              <a:ext cx="210768" cy="156847"/>
            </a:xfrm>
            <a:custGeom>
              <a:rect b="b" l="l" r="r" t="t"/>
              <a:pathLst>
                <a:path extrusionOk="0" h="1149" w="1544">
                  <a:moveTo>
                    <a:pt x="1399" y="1"/>
                  </a:moveTo>
                  <a:lnTo>
                    <a:pt x="0" y="817"/>
                  </a:lnTo>
                  <a:cubicBezTo>
                    <a:pt x="22" y="834"/>
                    <a:pt x="46" y="856"/>
                    <a:pt x="62" y="878"/>
                  </a:cubicBezTo>
                  <a:cubicBezTo>
                    <a:pt x="79" y="901"/>
                    <a:pt x="96" y="928"/>
                    <a:pt x="106" y="955"/>
                  </a:cubicBezTo>
                  <a:cubicBezTo>
                    <a:pt x="124" y="985"/>
                    <a:pt x="129" y="1012"/>
                    <a:pt x="135" y="1039"/>
                  </a:cubicBezTo>
                  <a:cubicBezTo>
                    <a:pt x="141" y="1066"/>
                    <a:pt x="135" y="1096"/>
                    <a:pt x="135" y="1148"/>
                  </a:cubicBezTo>
                  <a:lnTo>
                    <a:pt x="1533" y="332"/>
                  </a:lnTo>
                  <a:cubicBezTo>
                    <a:pt x="1544" y="310"/>
                    <a:pt x="1544" y="283"/>
                    <a:pt x="1538" y="254"/>
                  </a:cubicBezTo>
                  <a:cubicBezTo>
                    <a:pt x="1538" y="249"/>
                    <a:pt x="1538" y="243"/>
                    <a:pt x="1533" y="232"/>
                  </a:cubicBezTo>
                  <a:cubicBezTo>
                    <a:pt x="1533" y="226"/>
                    <a:pt x="1533" y="221"/>
                    <a:pt x="1528" y="216"/>
                  </a:cubicBezTo>
                  <a:cubicBezTo>
                    <a:pt x="1528" y="209"/>
                    <a:pt x="1528" y="204"/>
                    <a:pt x="1523" y="199"/>
                  </a:cubicBezTo>
                  <a:cubicBezTo>
                    <a:pt x="1523" y="192"/>
                    <a:pt x="1523" y="186"/>
                    <a:pt x="1517" y="181"/>
                  </a:cubicBezTo>
                  <a:cubicBezTo>
                    <a:pt x="1517" y="175"/>
                    <a:pt x="1512" y="170"/>
                    <a:pt x="1512" y="164"/>
                  </a:cubicBezTo>
                  <a:cubicBezTo>
                    <a:pt x="1512" y="158"/>
                    <a:pt x="1512" y="153"/>
                    <a:pt x="1507" y="148"/>
                  </a:cubicBezTo>
                  <a:cubicBezTo>
                    <a:pt x="1507" y="141"/>
                    <a:pt x="1507" y="136"/>
                    <a:pt x="1502" y="131"/>
                  </a:cubicBezTo>
                  <a:cubicBezTo>
                    <a:pt x="1496" y="123"/>
                    <a:pt x="1496" y="118"/>
                    <a:pt x="1491" y="113"/>
                  </a:cubicBezTo>
                  <a:cubicBezTo>
                    <a:pt x="1486" y="107"/>
                    <a:pt x="1486" y="101"/>
                    <a:pt x="1481" y="96"/>
                  </a:cubicBezTo>
                  <a:cubicBezTo>
                    <a:pt x="1476" y="90"/>
                    <a:pt x="1476" y="85"/>
                    <a:pt x="1470" y="79"/>
                  </a:cubicBezTo>
                  <a:cubicBezTo>
                    <a:pt x="1470" y="73"/>
                    <a:pt x="1465" y="68"/>
                    <a:pt x="1460" y="63"/>
                  </a:cubicBezTo>
                  <a:cubicBezTo>
                    <a:pt x="1460" y="55"/>
                    <a:pt x="1455" y="50"/>
                    <a:pt x="1449" y="45"/>
                  </a:cubicBezTo>
                  <a:lnTo>
                    <a:pt x="1433" y="28"/>
                  </a:lnTo>
                  <a:cubicBezTo>
                    <a:pt x="1422" y="18"/>
                    <a:pt x="1410" y="11"/>
                    <a:pt x="13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1"/>
            <p:cNvSpPr/>
            <p:nvPr/>
          </p:nvSpPr>
          <p:spPr>
            <a:xfrm>
              <a:off x="5311630" y="4146340"/>
              <a:ext cx="403243" cy="366659"/>
            </a:xfrm>
            <a:custGeom>
              <a:rect b="b" l="l" r="r" t="t"/>
              <a:pathLst>
                <a:path extrusionOk="0" h="2686" w="2954">
                  <a:moveTo>
                    <a:pt x="169" y="1"/>
                  </a:moveTo>
                  <a:lnTo>
                    <a:pt x="180" y="195"/>
                  </a:lnTo>
                  <a:lnTo>
                    <a:pt x="103" y="161"/>
                  </a:lnTo>
                  <a:cubicBezTo>
                    <a:pt x="100" y="160"/>
                    <a:pt x="97" y="160"/>
                    <a:pt x="93" y="160"/>
                  </a:cubicBezTo>
                  <a:cubicBezTo>
                    <a:pt x="54" y="160"/>
                    <a:pt x="0" y="225"/>
                    <a:pt x="20" y="342"/>
                  </a:cubicBezTo>
                  <a:cubicBezTo>
                    <a:pt x="26" y="348"/>
                    <a:pt x="31" y="410"/>
                    <a:pt x="48" y="469"/>
                  </a:cubicBezTo>
                  <a:cubicBezTo>
                    <a:pt x="64" y="536"/>
                    <a:pt x="80" y="592"/>
                    <a:pt x="80" y="597"/>
                  </a:cubicBezTo>
                  <a:cubicBezTo>
                    <a:pt x="108" y="691"/>
                    <a:pt x="164" y="763"/>
                    <a:pt x="225" y="797"/>
                  </a:cubicBezTo>
                  <a:cubicBezTo>
                    <a:pt x="247" y="814"/>
                    <a:pt x="274" y="819"/>
                    <a:pt x="297" y="819"/>
                  </a:cubicBezTo>
                  <a:lnTo>
                    <a:pt x="368" y="814"/>
                  </a:lnTo>
                  <a:lnTo>
                    <a:pt x="457" y="1019"/>
                  </a:lnTo>
                  <a:cubicBezTo>
                    <a:pt x="462" y="1024"/>
                    <a:pt x="485" y="1070"/>
                    <a:pt x="507" y="1125"/>
                  </a:cubicBezTo>
                  <a:lnTo>
                    <a:pt x="562" y="1225"/>
                  </a:lnTo>
                  <a:lnTo>
                    <a:pt x="507" y="1253"/>
                  </a:lnTo>
                  <a:cubicBezTo>
                    <a:pt x="440" y="1285"/>
                    <a:pt x="446" y="1408"/>
                    <a:pt x="518" y="1530"/>
                  </a:cubicBezTo>
                  <a:cubicBezTo>
                    <a:pt x="523" y="1536"/>
                    <a:pt x="557" y="1585"/>
                    <a:pt x="602" y="1641"/>
                  </a:cubicBezTo>
                  <a:cubicBezTo>
                    <a:pt x="640" y="1703"/>
                    <a:pt x="679" y="1753"/>
                    <a:pt x="679" y="1753"/>
                  </a:cubicBezTo>
                  <a:cubicBezTo>
                    <a:pt x="712" y="1792"/>
                    <a:pt x="740" y="1820"/>
                    <a:pt x="773" y="1836"/>
                  </a:cubicBezTo>
                  <a:cubicBezTo>
                    <a:pt x="797" y="1850"/>
                    <a:pt x="821" y="1857"/>
                    <a:pt x="842" y="1857"/>
                  </a:cubicBezTo>
                  <a:cubicBezTo>
                    <a:pt x="870" y="1857"/>
                    <a:pt x="894" y="1845"/>
                    <a:pt x="907" y="1820"/>
                  </a:cubicBezTo>
                  <a:lnTo>
                    <a:pt x="939" y="1753"/>
                  </a:lnTo>
                  <a:cubicBezTo>
                    <a:pt x="944" y="1758"/>
                    <a:pt x="979" y="1798"/>
                    <a:pt x="1011" y="1836"/>
                  </a:cubicBezTo>
                  <a:cubicBezTo>
                    <a:pt x="1051" y="1876"/>
                    <a:pt x="1089" y="1909"/>
                    <a:pt x="1089" y="1914"/>
                  </a:cubicBezTo>
                  <a:cubicBezTo>
                    <a:pt x="1094" y="1919"/>
                    <a:pt x="1128" y="1953"/>
                    <a:pt x="1165" y="1986"/>
                  </a:cubicBezTo>
                  <a:cubicBezTo>
                    <a:pt x="1188" y="2003"/>
                    <a:pt x="1205" y="2019"/>
                    <a:pt x="1221" y="2035"/>
                  </a:cubicBezTo>
                  <a:cubicBezTo>
                    <a:pt x="1238" y="2046"/>
                    <a:pt x="1243" y="2053"/>
                    <a:pt x="1243" y="2053"/>
                  </a:cubicBezTo>
                  <a:lnTo>
                    <a:pt x="1226" y="2137"/>
                  </a:lnTo>
                  <a:cubicBezTo>
                    <a:pt x="1209" y="2226"/>
                    <a:pt x="1275" y="2364"/>
                    <a:pt x="1370" y="2425"/>
                  </a:cubicBezTo>
                  <a:cubicBezTo>
                    <a:pt x="1375" y="2430"/>
                    <a:pt x="1420" y="2458"/>
                    <a:pt x="1469" y="2491"/>
                  </a:cubicBezTo>
                  <a:cubicBezTo>
                    <a:pt x="1519" y="2519"/>
                    <a:pt x="1569" y="2541"/>
                    <a:pt x="1569" y="2541"/>
                  </a:cubicBezTo>
                  <a:cubicBezTo>
                    <a:pt x="1593" y="2553"/>
                    <a:pt x="1615" y="2559"/>
                    <a:pt x="1635" y="2559"/>
                  </a:cubicBezTo>
                  <a:cubicBezTo>
                    <a:pt x="1696" y="2559"/>
                    <a:pt x="1731" y="2505"/>
                    <a:pt x="1718" y="2425"/>
                  </a:cubicBezTo>
                  <a:lnTo>
                    <a:pt x="1702" y="2327"/>
                  </a:lnTo>
                  <a:lnTo>
                    <a:pt x="1702" y="2327"/>
                  </a:lnTo>
                  <a:cubicBezTo>
                    <a:pt x="1703" y="2331"/>
                    <a:pt x="1713" y="2331"/>
                    <a:pt x="1729" y="2336"/>
                  </a:cubicBezTo>
                  <a:cubicBezTo>
                    <a:pt x="1746" y="2341"/>
                    <a:pt x="1761" y="2347"/>
                    <a:pt x="1783" y="2353"/>
                  </a:cubicBezTo>
                  <a:cubicBezTo>
                    <a:pt x="1823" y="2363"/>
                    <a:pt x="1861" y="2375"/>
                    <a:pt x="1861" y="2375"/>
                  </a:cubicBezTo>
                  <a:cubicBezTo>
                    <a:pt x="1866" y="2375"/>
                    <a:pt x="1901" y="2380"/>
                    <a:pt x="1938" y="2385"/>
                  </a:cubicBezTo>
                  <a:cubicBezTo>
                    <a:pt x="1977" y="2391"/>
                    <a:pt x="2011" y="2391"/>
                    <a:pt x="2016" y="2391"/>
                  </a:cubicBezTo>
                  <a:lnTo>
                    <a:pt x="2048" y="2490"/>
                  </a:lnTo>
                  <a:cubicBezTo>
                    <a:pt x="2076" y="2562"/>
                    <a:pt x="2126" y="2635"/>
                    <a:pt x="2181" y="2662"/>
                  </a:cubicBezTo>
                  <a:cubicBezTo>
                    <a:pt x="2209" y="2676"/>
                    <a:pt x="2233" y="2685"/>
                    <a:pt x="2256" y="2685"/>
                  </a:cubicBezTo>
                  <a:cubicBezTo>
                    <a:pt x="2261" y="2685"/>
                    <a:pt x="2266" y="2685"/>
                    <a:pt x="2271" y="2684"/>
                  </a:cubicBezTo>
                  <a:cubicBezTo>
                    <a:pt x="2276" y="2684"/>
                    <a:pt x="2316" y="2679"/>
                    <a:pt x="2354" y="2667"/>
                  </a:cubicBezTo>
                  <a:cubicBezTo>
                    <a:pt x="2394" y="2657"/>
                    <a:pt x="2432" y="2645"/>
                    <a:pt x="2432" y="2645"/>
                  </a:cubicBezTo>
                  <a:cubicBezTo>
                    <a:pt x="2509" y="2612"/>
                    <a:pt x="2516" y="2495"/>
                    <a:pt x="2449" y="2389"/>
                  </a:cubicBezTo>
                  <a:lnTo>
                    <a:pt x="2394" y="2290"/>
                  </a:lnTo>
                  <a:cubicBezTo>
                    <a:pt x="2399" y="2290"/>
                    <a:pt x="2421" y="2273"/>
                    <a:pt x="2449" y="2250"/>
                  </a:cubicBezTo>
                  <a:cubicBezTo>
                    <a:pt x="2477" y="2228"/>
                    <a:pt x="2499" y="2201"/>
                    <a:pt x="2499" y="2201"/>
                  </a:cubicBezTo>
                  <a:lnTo>
                    <a:pt x="2588" y="2095"/>
                  </a:lnTo>
                  <a:lnTo>
                    <a:pt x="2660" y="2184"/>
                  </a:lnTo>
                  <a:cubicBezTo>
                    <a:pt x="2682" y="2211"/>
                    <a:pt x="2704" y="2228"/>
                    <a:pt x="2726" y="2245"/>
                  </a:cubicBezTo>
                  <a:cubicBezTo>
                    <a:pt x="2751" y="2258"/>
                    <a:pt x="2774" y="2265"/>
                    <a:pt x="2796" y="2265"/>
                  </a:cubicBezTo>
                  <a:cubicBezTo>
                    <a:pt x="2828" y="2265"/>
                    <a:pt x="2854" y="2249"/>
                    <a:pt x="2871" y="2212"/>
                  </a:cubicBezTo>
                  <a:cubicBezTo>
                    <a:pt x="2871" y="2207"/>
                    <a:pt x="2888" y="2168"/>
                    <a:pt x="2903" y="2123"/>
                  </a:cubicBezTo>
                  <a:cubicBezTo>
                    <a:pt x="2920" y="2079"/>
                    <a:pt x="2930" y="2029"/>
                    <a:pt x="2930" y="2029"/>
                  </a:cubicBezTo>
                  <a:cubicBezTo>
                    <a:pt x="2954" y="1962"/>
                    <a:pt x="2920" y="1868"/>
                    <a:pt x="2864" y="1797"/>
                  </a:cubicBezTo>
                  <a:cubicBezTo>
                    <a:pt x="2847" y="1768"/>
                    <a:pt x="2825" y="1746"/>
                    <a:pt x="2803" y="1729"/>
                  </a:cubicBezTo>
                  <a:lnTo>
                    <a:pt x="2725" y="1668"/>
                  </a:lnTo>
                  <a:lnTo>
                    <a:pt x="2742" y="1490"/>
                  </a:lnTo>
                  <a:lnTo>
                    <a:pt x="2720" y="1473"/>
                  </a:lnTo>
                  <a:lnTo>
                    <a:pt x="2604" y="1406"/>
                  </a:lnTo>
                  <a:cubicBezTo>
                    <a:pt x="2604" y="1411"/>
                    <a:pt x="2598" y="1456"/>
                    <a:pt x="2598" y="1533"/>
                  </a:cubicBezTo>
                  <a:cubicBezTo>
                    <a:pt x="2593" y="1566"/>
                    <a:pt x="2588" y="1610"/>
                    <a:pt x="2582" y="1650"/>
                  </a:cubicBezTo>
                  <a:cubicBezTo>
                    <a:pt x="2571" y="1689"/>
                    <a:pt x="2559" y="1734"/>
                    <a:pt x="2548" y="1777"/>
                  </a:cubicBezTo>
                  <a:cubicBezTo>
                    <a:pt x="2516" y="1854"/>
                    <a:pt x="2482" y="1933"/>
                    <a:pt x="2449" y="1970"/>
                  </a:cubicBezTo>
                  <a:cubicBezTo>
                    <a:pt x="2416" y="2020"/>
                    <a:pt x="2388" y="2043"/>
                    <a:pt x="2388" y="2043"/>
                  </a:cubicBezTo>
                  <a:cubicBezTo>
                    <a:pt x="2383" y="2048"/>
                    <a:pt x="2365" y="2065"/>
                    <a:pt x="2338" y="2087"/>
                  </a:cubicBezTo>
                  <a:cubicBezTo>
                    <a:pt x="2321" y="2097"/>
                    <a:pt x="2299" y="2114"/>
                    <a:pt x="2283" y="2127"/>
                  </a:cubicBezTo>
                  <a:lnTo>
                    <a:pt x="2273" y="2132"/>
                  </a:lnTo>
                  <a:cubicBezTo>
                    <a:pt x="2244" y="2142"/>
                    <a:pt x="2228" y="2154"/>
                    <a:pt x="2211" y="2164"/>
                  </a:cubicBezTo>
                  <a:cubicBezTo>
                    <a:pt x="2194" y="2169"/>
                    <a:pt x="2178" y="2175"/>
                    <a:pt x="2166" y="2181"/>
                  </a:cubicBezTo>
                  <a:cubicBezTo>
                    <a:pt x="2149" y="2186"/>
                    <a:pt x="2144" y="2186"/>
                    <a:pt x="2133" y="2191"/>
                  </a:cubicBezTo>
                  <a:cubicBezTo>
                    <a:pt x="2117" y="2197"/>
                    <a:pt x="2106" y="2197"/>
                    <a:pt x="2089" y="2202"/>
                  </a:cubicBezTo>
                  <a:cubicBezTo>
                    <a:pt x="2067" y="2207"/>
                    <a:pt x="2044" y="2207"/>
                    <a:pt x="2022" y="2207"/>
                  </a:cubicBezTo>
                  <a:cubicBezTo>
                    <a:pt x="2000" y="2212"/>
                    <a:pt x="1982" y="2212"/>
                    <a:pt x="1968" y="2212"/>
                  </a:cubicBezTo>
                  <a:lnTo>
                    <a:pt x="1923" y="2212"/>
                  </a:lnTo>
                  <a:cubicBezTo>
                    <a:pt x="1895" y="2207"/>
                    <a:pt x="1873" y="2207"/>
                    <a:pt x="1856" y="2202"/>
                  </a:cubicBezTo>
                  <a:cubicBezTo>
                    <a:pt x="1845" y="2197"/>
                    <a:pt x="1839" y="2197"/>
                    <a:pt x="1834" y="2197"/>
                  </a:cubicBezTo>
                  <a:cubicBezTo>
                    <a:pt x="1817" y="2191"/>
                    <a:pt x="1812" y="2191"/>
                    <a:pt x="1806" y="2191"/>
                  </a:cubicBezTo>
                  <a:cubicBezTo>
                    <a:pt x="1789" y="2186"/>
                    <a:pt x="1778" y="2186"/>
                    <a:pt x="1761" y="2181"/>
                  </a:cubicBezTo>
                  <a:cubicBezTo>
                    <a:pt x="1745" y="2176"/>
                    <a:pt x="1729" y="2171"/>
                    <a:pt x="1707" y="2164"/>
                  </a:cubicBezTo>
                  <a:cubicBezTo>
                    <a:pt x="1702" y="2164"/>
                    <a:pt x="1702" y="2159"/>
                    <a:pt x="1696" y="2159"/>
                  </a:cubicBezTo>
                  <a:cubicBezTo>
                    <a:pt x="1680" y="2149"/>
                    <a:pt x="1657" y="2142"/>
                    <a:pt x="1635" y="2132"/>
                  </a:cubicBezTo>
                  <a:cubicBezTo>
                    <a:pt x="1629" y="2127"/>
                    <a:pt x="1629" y="2127"/>
                    <a:pt x="1624" y="2127"/>
                  </a:cubicBezTo>
                  <a:cubicBezTo>
                    <a:pt x="1614" y="2121"/>
                    <a:pt x="1607" y="2121"/>
                    <a:pt x="1602" y="2116"/>
                  </a:cubicBezTo>
                  <a:cubicBezTo>
                    <a:pt x="1562" y="2098"/>
                    <a:pt x="1525" y="2076"/>
                    <a:pt x="1481" y="2054"/>
                  </a:cubicBezTo>
                  <a:cubicBezTo>
                    <a:pt x="1475" y="2049"/>
                    <a:pt x="1470" y="2049"/>
                    <a:pt x="1470" y="2049"/>
                  </a:cubicBezTo>
                  <a:lnTo>
                    <a:pt x="1459" y="2039"/>
                  </a:lnTo>
                  <a:cubicBezTo>
                    <a:pt x="1288" y="1939"/>
                    <a:pt x="1132" y="1794"/>
                    <a:pt x="1121" y="1783"/>
                  </a:cubicBezTo>
                  <a:cubicBezTo>
                    <a:pt x="1116" y="1783"/>
                    <a:pt x="1116" y="1778"/>
                    <a:pt x="1105" y="1766"/>
                  </a:cubicBezTo>
                  <a:lnTo>
                    <a:pt x="1071" y="1734"/>
                  </a:lnTo>
                  <a:cubicBezTo>
                    <a:pt x="1066" y="1727"/>
                    <a:pt x="1066" y="1722"/>
                    <a:pt x="1061" y="1722"/>
                  </a:cubicBezTo>
                  <a:cubicBezTo>
                    <a:pt x="1050" y="1717"/>
                    <a:pt x="1044" y="1705"/>
                    <a:pt x="1039" y="1700"/>
                  </a:cubicBezTo>
                  <a:cubicBezTo>
                    <a:pt x="1028" y="1690"/>
                    <a:pt x="1017" y="1683"/>
                    <a:pt x="1011" y="1673"/>
                  </a:cubicBezTo>
                  <a:cubicBezTo>
                    <a:pt x="1001" y="1656"/>
                    <a:pt x="984" y="1640"/>
                    <a:pt x="971" y="1629"/>
                  </a:cubicBezTo>
                  <a:cubicBezTo>
                    <a:pt x="966" y="1623"/>
                    <a:pt x="961" y="1617"/>
                    <a:pt x="961" y="1611"/>
                  </a:cubicBezTo>
                  <a:cubicBezTo>
                    <a:pt x="939" y="1584"/>
                    <a:pt x="917" y="1562"/>
                    <a:pt x="895" y="1534"/>
                  </a:cubicBezTo>
                  <a:cubicBezTo>
                    <a:pt x="885" y="1523"/>
                    <a:pt x="877" y="1512"/>
                    <a:pt x="867" y="1501"/>
                  </a:cubicBezTo>
                  <a:cubicBezTo>
                    <a:pt x="845" y="1474"/>
                    <a:pt x="823" y="1447"/>
                    <a:pt x="806" y="1417"/>
                  </a:cubicBezTo>
                  <a:cubicBezTo>
                    <a:pt x="801" y="1412"/>
                    <a:pt x="801" y="1412"/>
                    <a:pt x="801" y="1407"/>
                  </a:cubicBezTo>
                  <a:lnTo>
                    <a:pt x="783" y="1390"/>
                  </a:lnTo>
                  <a:cubicBezTo>
                    <a:pt x="772" y="1380"/>
                    <a:pt x="766" y="1368"/>
                    <a:pt x="761" y="1363"/>
                  </a:cubicBezTo>
                  <a:cubicBezTo>
                    <a:pt x="750" y="1345"/>
                    <a:pt x="744" y="1335"/>
                    <a:pt x="734" y="1318"/>
                  </a:cubicBezTo>
                  <a:cubicBezTo>
                    <a:pt x="728" y="1313"/>
                    <a:pt x="728" y="1307"/>
                    <a:pt x="728" y="1307"/>
                  </a:cubicBezTo>
                  <a:cubicBezTo>
                    <a:pt x="723" y="1297"/>
                    <a:pt x="718" y="1291"/>
                    <a:pt x="712" y="1285"/>
                  </a:cubicBezTo>
                  <a:cubicBezTo>
                    <a:pt x="701" y="1263"/>
                    <a:pt x="689" y="1246"/>
                    <a:pt x="678" y="1230"/>
                  </a:cubicBezTo>
                  <a:cubicBezTo>
                    <a:pt x="673" y="1225"/>
                    <a:pt x="673" y="1219"/>
                    <a:pt x="668" y="1213"/>
                  </a:cubicBezTo>
                  <a:cubicBezTo>
                    <a:pt x="662" y="1208"/>
                    <a:pt x="662" y="1203"/>
                    <a:pt x="662" y="1203"/>
                  </a:cubicBezTo>
                  <a:cubicBezTo>
                    <a:pt x="646" y="1170"/>
                    <a:pt x="624" y="1141"/>
                    <a:pt x="613" y="1114"/>
                  </a:cubicBezTo>
                  <a:cubicBezTo>
                    <a:pt x="608" y="1103"/>
                    <a:pt x="603" y="1097"/>
                    <a:pt x="596" y="1086"/>
                  </a:cubicBezTo>
                  <a:cubicBezTo>
                    <a:pt x="586" y="1064"/>
                    <a:pt x="573" y="1041"/>
                    <a:pt x="563" y="1024"/>
                  </a:cubicBezTo>
                  <a:cubicBezTo>
                    <a:pt x="558" y="1019"/>
                    <a:pt x="558" y="1014"/>
                    <a:pt x="558" y="1014"/>
                  </a:cubicBezTo>
                  <a:cubicBezTo>
                    <a:pt x="552" y="1004"/>
                    <a:pt x="552" y="997"/>
                    <a:pt x="547" y="992"/>
                  </a:cubicBezTo>
                  <a:cubicBezTo>
                    <a:pt x="542" y="982"/>
                    <a:pt x="542" y="975"/>
                    <a:pt x="537" y="975"/>
                  </a:cubicBezTo>
                  <a:cubicBezTo>
                    <a:pt x="531" y="970"/>
                    <a:pt x="531" y="965"/>
                    <a:pt x="531" y="965"/>
                  </a:cubicBezTo>
                  <a:cubicBezTo>
                    <a:pt x="526" y="960"/>
                    <a:pt x="526" y="960"/>
                    <a:pt x="526" y="954"/>
                  </a:cubicBezTo>
                  <a:cubicBezTo>
                    <a:pt x="521" y="949"/>
                    <a:pt x="521" y="944"/>
                    <a:pt x="516" y="936"/>
                  </a:cubicBezTo>
                  <a:cubicBezTo>
                    <a:pt x="511" y="931"/>
                    <a:pt x="511" y="926"/>
                    <a:pt x="511" y="926"/>
                  </a:cubicBezTo>
                  <a:cubicBezTo>
                    <a:pt x="505" y="921"/>
                    <a:pt x="505" y="916"/>
                    <a:pt x="505" y="916"/>
                  </a:cubicBezTo>
                  <a:cubicBezTo>
                    <a:pt x="501" y="899"/>
                    <a:pt x="495" y="894"/>
                    <a:pt x="495" y="888"/>
                  </a:cubicBezTo>
                  <a:cubicBezTo>
                    <a:pt x="490" y="872"/>
                    <a:pt x="484" y="861"/>
                    <a:pt x="478" y="844"/>
                  </a:cubicBezTo>
                  <a:cubicBezTo>
                    <a:pt x="473" y="839"/>
                    <a:pt x="473" y="839"/>
                    <a:pt x="473" y="834"/>
                  </a:cubicBezTo>
                  <a:cubicBezTo>
                    <a:pt x="462" y="816"/>
                    <a:pt x="456" y="800"/>
                    <a:pt x="456" y="789"/>
                  </a:cubicBezTo>
                  <a:cubicBezTo>
                    <a:pt x="446" y="762"/>
                    <a:pt x="434" y="740"/>
                    <a:pt x="424" y="705"/>
                  </a:cubicBezTo>
                  <a:cubicBezTo>
                    <a:pt x="424" y="700"/>
                    <a:pt x="418" y="694"/>
                    <a:pt x="418" y="688"/>
                  </a:cubicBezTo>
                  <a:cubicBezTo>
                    <a:pt x="413" y="671"/>
                    <a:pt x="408" y="661"/>
                    <a:pt x="408" y="648"/>
                  </a:cubicBezTo>
                  <a:cubicBezTo>
                    <a:pt x="403" y="626"/>
                    <a:pt x="390" y="604"/>
                    <a:pt x="385" y="582"/>
                  </a:cubicBezTo>
                  <a:cubicBezTo>
                    <a:pt x="381" y="554"/>
                    <a:pt x="368" y="532"/>
                    <a:pt x="363" y="510"/>
                  </a:cubicBezTo>
                  <a:cubicBezTo>
                    <a:pt x="358" y="500"/>
                    <a:pt x="358" y="483"/>
                    <a:pt x="352" y="470"/>
                  </a:cubicBezTo>
                  <a:cubicBezTo>
                    <a:pt x="342" y="426"/>
                    <a:pt x="336" y="381"/>
                    <a:pt x="330" y="344"/>
                  </a:cubicBezTo>
                  <a:cubicBezTo>
                    <a:pt x="325" y="294"/>
                    <a:pt x="320" y="244"/>
                    <a:pt x="314" y="205"/>
                  </a:cubicBezTo>
                  <a:cubicBezTo>
                    <a:pt x="308" y="128"/>
                    <a:pt x="308" y="77"/>
                    <a:pt x="308" y="77"/>
                  </a:cubicBezTo>
                  <a:lnTo>
                    <a:pt x="1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1"/>
            <p:cNvSpPr/>
            <p:nvPr/>
          </p:nvSpPr>
          <p:spPr>
            <a:xfrm>
              <a:off x="5684021" y="4238482"/>
              <a:ext cx="192476" cy="135688"/>
            </a:xfrm>
            <a:custGeom>
              <a:rect b="b" l="l" r="r" t="t"/>
              <a:pathLst>
                <a:path extrusionOk="0" h="994" w="1410">
                  <a:moveTo>
                    <a:pt x="1409" y="1"/>
                  </a:moveTo>
                  <a:lnTo>
                    <a:pt x="11" y="810"/>
                  </a:lnTo>
                  <a:lnTo>
                    <a:pt x="0" y="994"/>
                  </a:lnTo>
                  <a:lnTo>
                    <a:pt x="0" y="994"/>
                  </a:lnTo>
                  <a:lnTo>
                    <a:pt x="1398" y="179"/>
                  </a:lnTo>
                  <a:lnTo>
                    <a:pt x="14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1"/>
            <p:cNvSpPr/>
            <p:nvPr/>
          </p:nvSpPr>
          <p:spPr>
            <a:xfrm>
              <a:off x="5327875" y="3934072"/>
              <a:ext cx="216637" cy="122584"/>
            </a:xfrm>
            <a:custGeom>
              <a:rect b="b" l="l" r="r" t="t"/>
              <a:pathLst>
                <a:path extrusionOk="0" h="898" w="1587">
                  <a:moveTo>
                    <a:pt x="1427" y="0"/>
                  </a:moveTo>
                  <a:cubicBezTo>
                    <a:pt x="1427" y="0"/>
                    <a:pt x="1420" y="0"/>
                    <a:pt x="1410" y="6"/>
                  </a:cubicBezTo>
                  <a:cubicBezTo>
                    <a:pt x="1405" y="6"/>
                    <a:pt x="1405" y="6"/>
                    <a:pt x="1399" y="11"/>
                  </a:cubicBezTo>
                  <a:lnTo>
                    <a:pt x="1" y="827"/>
                  </a:lnTo>
                  <a:cubicBezTo>
                    <a:pt x="11" y="822"/>
                    <a:pt x="28" y="816"/>
                    <a:pt x="50" y="816"/>
                  </a:cubicBezTo>
                  <a:cubicBezTo>
                    <a:pt x="73" y="816"/>
                    <a:pt x="95" y="822"/>
                    <a:pt x="116" y="835"/>
                  </a:cubicBezTo>
                  <a:cubicBezTo>
                    <a:pt x="143" y="847"/>
                    <a:pt x="165" y="870"/>
                    <a:pt x="188" y="897"/>
                  </a:cubicBezTo>
                  <a:lnTo>
                    <a:pt x="1587" y="81"/>
                  </a:lnTo>
                  <a:lnTo>
                    <a:pt x="1576" y="70"/>
                  </a:lnTo>
                  <a:lnTo>
                    <a:pt x="1559" y="54"/>
                  </a:lnTo>
                  <a:cubicBezTo>
                    <a:pt x="1547" y="43"/>
                    <a:pt x="1531" y="32"/>
                    <a:pt x="1515" y="21"/>
                  </a:cubicBezTo>
                  <a:cubicBezTo>
                    <a:pt x="1509" y="16"/>
                    <a:pt x="1498" y="16"/>
                    <a:pt x="1493" y="11"/>
                  </a:cubicBezTo>
                  <a:cubicBezTo>
                    <a:pt x="1485" y="11"/>
                    <a:pt x="1480" y="11"/>
                    <a:pt x="1475" y="6"/>
                  </a:cubicBezTo>
                  <a:cubicBezTo>
                    <a:pt x="1468" y="6"/>
                    <a:pt x="1463" y="0"/>
                    <a:pt x="14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1"/>
            <p:cNvSpPr/>
            <p:nvPr/>
          </p:nvSpPr>
          <p:spPr>
            <a:xfrm>
              <a:off x="5352173" y="3945402"/>
              <a:ext cx="200939" cy="121901"/>
            </a:xfrm>
            <a:custGeom>
              <a:rect b="b" l="l" r="r" t="t"/>
              <a:pathLst>
                <a:path extrusionOk="0" h="893" w="1472">
                  <a:moveTo>
                    <a:pt x="1399" y="0"/>
                  </a:moveTo>
                  <a:lnTo>
                    <a:pt x="1" y="810"/>
                  </a:lnTo>
                  <a:lnTo>
                    <a:pt x="73" y="893"/>
                  </a:lnTo>
                  <a:lnTo>
                    <a:pt x="1472" y="84"/>
                  </a:lnTo>
                  <a:lnTo>
                    <a:pt x="13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1"/>
            <p:cNvSpPr/>
            <p:nvPr/>
          </p:nvSpPr>
          <p:spPr>
            <a:xfrm>
              <a:off x="5352309" y="4049830"/>
              <a:ext cx="272742" cy="399011"/>
            </a:xfrm>
            <a:custGeom>
              <a:rect b="b" l="l" r="r" t="t"/>
              <a:pathLst>
                <a:path extrusionOk="0" h="2923" w="1998">
                  <a:moveTo>
                    <a:pt x="422" y="1"/>
                  </a:moveTo>
                  <a:lnTo>
                    <a:pt x="383" y="23"/>
                  </a:lnTo>
                  <a:cubicBezTo>
                    <a:pt x="367" y="28"/>
                    <a:pt x="354" y="34"/>
                    <a:pt x="343" y="45"/>
                  </a:cubicBezTo>
                  <a:cubicBezTo>
                    <a:pt x="327" y="55"/>
                    <a:pt x="316" y="62"/>
                    <a:pt x="299" y="72"/>
                  </a:cubicBezTo>
                  <a:cubicBezTo>
                    <a:pt x="255" y="101"/>
                    <a:pt x="232" y="129"/>
                    <a:pt x="227" y="134"/>
                  </a:cubicBezTo>
                  <a:cubicBezTo>
                    <a:pt x="227" y="134"/>
                    <a:pt x="221" y="145"/>
                    <a:pt x="210" y="156"/>
                  </a:cubicBezTo>
                  <a:lnTo>
                    <a:pt x="188" y="179"/>
                  </a:lnTo>
                  <a:cubicBezTo>
                    <a:pt x="178" y="184"/>
                    <a:pt x="171" y="201"/>
                    <a:pt x="160" y="211"/>
                  </a:cubicBezTo>
                  <a:cubicBezTo>
                    <a:pt x="128" y="255"/>
                    <a:pt x="94" y="328"/>
                    <a:pt x="61" y="405"/>
                  </a:cubicBezTo>
                  <a:cubicBezTo>
                    <a:pt x="45" y="448"/>
                    <a:pt x="39" y="493"/>
                    <a:pt x="28" y="532"/>
                  </a:cubicBezTo>
                  <a:cubicBezTo>
                    <a:pt x="17" y="572"/>
                    <a:pt x="11" y="616"/>
                    <a:pt x="6" y="648"/>
                  </a:cubicBezTo>
                  <a:cubicBezTo>
                    <a:pt x="6" y="726"/>
                    <a:pt x="1" y="776"/>
                    <a:pt x="1" y="776"/>
                  </a:cubicBezTo>
                  <a:cubicBezTo>
                    <a:pt x="1" y="776"/>
                    <a:pt x="1" y="825"/>
                    <a:pt x="6" y="903"/>
                  </a:cubicBezTo>
                  <a:cubicBezTo>
                    <a:pt x="12" y="942"/>
                    <a:pt x="18" y="992"/>
                    <a:pt x="23" y="1041"/>
                  </a:cubicBezTo>
                  <a:cubicBezTo>
                    <a:pt x="28" y="1080"/>
                    <a:pt x="34" y="1124"/>
                    <a:pt x="45" y="1169"/>
                  </a:cubicBezTo>
                  <a:cubicBezTo>
                    <a:pt x="50" y="1180"/>
                    <a:pt x="50" y="1197"/>
                    <a:pt x="55" y="1208"/>
                  </a:cubicBezTo>
                  <a:cubicBezTo>
                    <a:pt x="61" y="1230"/>
                    <a:pt x="73" y="1253"/>
                    <a:pt x="78" y="1280"/>
                  </a:cubicBezTo>
                  <a:cubicBezTo>
                    <a:pt x="84" y="1302"/>
                    <a:pt x="95" y="1324"/>
                    <a:pt x="100" y="1347"/>
                  </a:cubicBezTo>
                  <a:cubicBezTo>
                    <a:pt x="100" y="1359"/>
                    <a:pt x="106" y="1369"/>
                    <a:pt x="111" y="1386"/>
                  </a:cubicBezTo>
                  <a:cubicBezTo>
                    <a:pt x="111" y="1392"/>
                    <a:pt x="116" y="1397"/>
                    <a:pt x="116" y="1403"/>
                  </a:cubicBezTo>
                  <a:cubicBezTo>
                    <a:pt x="127" y="1437"/>
                    <a:pt x="138" y="1459"/>
                    <a:pt x="149" y="1486"/>
                  </a:cubicBezTo>
                  <a:cubicBezTo>
                    <a:pt x="149" y="1499"/>
                    <a:pt x="155" y="1515"/>
                    <a:pt x="165" y="1531"/>
                  </a:cubicBezTo>
                  <a:cubicBezTo>
                    <a:pt x="165" y="1537"/>
                    <a:pt x="165" y="1537"/>
                    <a:pt x="171" y="1542"/>
                  </a:cubicBezTo>
                  <a:cubicBezTo>
                    <a:pt x="178" y="1559"/>
                    <a:pt x="183" y="1569"/>
                    <a:pt x="188" y="1586"/>
                  </a:cubicBezTo>
                  <a:cubicBezTo>
                    <a:pt x="188" y="1591"/>
                    <a:pt x="194" y="1596"/>
                    <a:pt x="199" y="1614"/>
                  </a:cubicBezTo>
                  <a:cubicBezTo>
                    <a:pt x="199" y="1614"/>
                    <a:pt x="199" y="1619"/>
                    <a:pt x="204" y="1625"/>
                  </a:cubicBezTo>
                  <a:cubicBezTo>
                    <a:pt x="204" y="1625"/>
                    <a:pt x="204" y="1630"/>
                    <a:pt x="209" y="1635"/>
                  </a:cubicBezTo>
                  <a:cubicBezTo>
                    <a:pt x="215" y="1641"/>
                    <a:pt x="215" y="1647"/>
                    <a:pt x="220" y="1652"/>
                  </a:cubicBezTo>
                  <a:cubicBezTo>
                    <a:pt x="220" y="1657"/>
                    <a:pt x="220" y="1657"/>
                    <a:pt x="225" y="1662"/>
                  </a:cubicBezTo>
                  <a:cubicBezTo>
                    <a:pt x="225" y="1662"/>
                    <a:pt x="225" y="1668"/>
                    <a:pt x="230" y="1673"/>
                  </a:cubicBezTo>
                  <a:cubicBezTo>
                    <a:pt x="236" y="1673"/>
                    <a:pt x="236" y="1679"/>
                    <a:pt x="241" y="1690"/>
                  </a:cubicBezTo>
                  <a:cubicBezTo>
                    <a:pt x="246" y="1695"/>
                    <a:pt x="246" y="1701"/>
                    <a:pt x="251" y="1712"/>
                  </a:cubicBezTo>
                  <a:cubicBezTo>
                    <a:pt x="251" y="1712"/>
                    <a:pt x="251" y="1717"/>
                    <a:pt x="257" y="1722"/>
                  </a:cubicBezTo>
                  <a:cubicBezTo>
                    <a:pt x="267" y="1740"/>
                    <a:pt x="279" y="1762"/>
                    <a:pt x="289" y="1784"/>
                  </a:cubicBezTo>
                  <a:cubicBezTo>
                    <a:pt x="295" y="1794"/>
                    <a:pt x="301" y="1801"/>
                    <a:pt x="306" y="1811"/>
                  </a:cubicBezTo>
                  <a:cubicBezTo>
                    <a:pt x="316" y="1839"/>
                    <a:pt x="338" y="1868"/>
                    <a:pt x="356" y="1900"/>
                  </a:cubicBezTo>
                  <a:cubicBezTo>
                    <a:pt x="356" y="1900"/>
                    <a:pt x="356" y="1905"/>
                    <a:pt x="361" y="1911"/>
                  </a:cubicBezTo>
                  <a:cubicBezTo>
                    <a:pt x="367" y="1918"/>
                    <a:pt x="367" y="1923"/>
                    <a:pt x="372" y="1928"/>
                  </a:cubicBezTo>
                  <a:cubicBezTo>
                    <a:pt x="382" y="1944"/>
                    <a:pt x="394" y="1966"/>
                    <a:pt x="404" y="1983"/>
                  </a:cubicBezTo>
                  <a:cubicBezTo>
                    <a:pt x="411" y="1994"/>
                    <a:pt x="416" y="2000"/>
                    <a:pt x="421" y="2005"/>
                  </a:cubicBezTo>
                  <a:cubicBezTo>
                    <a:pt x="421" y="2005"/>
                    <a:pt x="421" y="2010"/>
                    <a:pt x="426" y="2015"/>
                  </a:cubicBezTo>
                  <a:cubicBezTo>
                    <a:pt x="437" y="2033"/>
                    <a:pt x="443" y="2044"/>
                    <a:pt x="453" y="2060"/>
                  </a:cubicBezTo>
                  <a:cubicBezTo>
                    <a:pt x="459" y="2066"/>
                    <a:pt x="466" y="2077"/>
                    <a:pt x="477" y="2088"/>
                  </a:cubicBezTo>
                  <a:lnTo>
                    <a:pt x="493" y="2104"/>
                  </a:lnTo>
                  <a:cubicBezTo>
                    <a:pt x="493" y="2110"/>
                    <a:pt x="493" y="2110"/>
                    <a:pt x="499" y="2115"/>
                  </a:cubicBezTo>
                  <a:cubicBezTo>
                    <a:pt x="515" y="2144"/>
                    <a:pt x="537" y="2171"/>
                    <a:pt x="560" y="2199"/>
                  </a:cubicBezTo>
                  <a:cubicBezTo>
                    <a:pt x="571" y="2210"/>
                    <a:pt x="577" y="2222"/>
                    <a:pt x="588" y="2232"/>
                  </a:cubicBezTo>
                  <a:cubicBezTo>
                    <a:pt x="603" y="2254"/>
                    <a:pt x="625" y="2276"/>
                    <a:pt x="642" y="2298"/>
                  </a:cubicBezTo>
                  <a:cubicBezTo>
                    <a:pt x="642" y="2306"/>
                    <a:pt x="647" y="2311"/>
                    <a:pt x="653" y="2316"/>
                  </a:cubicBezTo>
                  <a:cubicBezTo>
                    <a:pt x="653" y="2322"/>
                    <a:pt x="658" y="2328"/>
                    <a:pt x="663" y="2333"/>
                  </a:cubicBezTo>
                  <a:cubicBezTo>
                    <a:pt x="676" y="2344"/>
                    <a:pt x="692" y="2360"/>
                    <a:pt x="703" y="2378"/>
                  </a:cubicBezTo>
                  <a:cubicBezTo>
                    <a:pt x="708" y="2388"/>
                    <a:pt x="720" y="2395"/>
                    <a:pt x="730" y="2405"/>
                  </a:cubicBezTo>
                  <a:cubicBezTo>
                    <a:pt x="735" y="2410"/>
                    <a:pt x="742" y="2422"/>
                    <a:pt x="752" y="2427"/>
                  </a:cubicBezTo>
                  <a:cubicBezTo>
                    <a:pt x="757" y="2427"/>
                    <a:pt x="757" y="2432"/>
                    <a:pt x="763" y="2438"/>
                  </a:cubicBezTo>
                  <a:lnTo>
                    <a:pt x="796" y="2470"/>
                  </a:lnTo>
                  <a:cubicBezTo>
                    <a:pt x="808" y="2483"/>
                    <a:pt x="808" y="2488"/>
                    <a:pt x="813" y="2488"/>
                  </a:cubicBezTo>
                  <a:cubicBezTo>
                    <a:pt x="823" y="2499"/>
                    <a:pt x="979" y="2643"/>
                    <a:pt x="1150" y="2742"/>
                  </a:cubicBezTo>
                  <a:lnTo>
                    <a:pt x="1161" y="2753"/>
                  </a:lnTo>
                  <a:cubicBezTo>
                    <a:pt x="1161" y="2753"/>
                    <a:pt x="1166" y="2753"/>
                    <a:pt x="1171" y="2758"/>
                  </a:cubicBezTo>
                  <a:cubicBezTo>
                    <a:pt x="1216" y="2781"/>
                    <a:pt x="1254" y="2803"/>
                    <a:pt x="1294" y="2820"/>
                  </a:cubicBezTo>
                  <a:cubicBezTo>
                    <a:pt x="1299" y="2825"/>
                    <a:pt x="1305" y="2825"/>
                    <a:pt x="1316" y="2830"/>
                  </a:cubicBezTo>
                  <a:cubicBezTo>
                    <a:pt x="1321" y="2830"/>
                    <a:pt x="1321" y="2830"/>
                    <a:pt x="1326" y="2836"/>
                  </a:cubicBezTo>
                  <a:cubicBezTo>
                    <a:pt x="1348" y="2846"/>
                    <a:pt x="1370" y="2852"/>
                    <a:pt x="1388" y="2863"/>
                  </a:cubicBezTo>
                  <a:cubicBezTo>
                    <a:pt x="1393" y="2863"/>
                    <a:pt x="1393" y="2868"/>
                    <a:pt x="1398" y="2868"/>
                  </a:cubicBezTo>
                  <a:cubicBezTo>
                    <a:pt x="1420" y="2881"/>
                    <a:pt x="1437" y="2886"/>
                    <a:pt x="1464" y="2891"/>
                  </a:cubicBezTo>
                  <a:cubicBezTo>
                    <a:pt x="1475" y="2896"/>
                    <a:pt x="1480" y="2896"/>
                    <a:pt x="1498" y="2902"/>
                  </a:cubicBezTo>
                  <a:cubicBezTo>
                    <a:pt x="1503" y="2902"/>
                    <a:pt x="1508" y="2902"/>
                    <a:pt x="1525" y="2907"/>
                  </a:cubicBezTo>
                  <a:cubicBezTo>
                    <a:pt x="1530" y="2907"/>
                    <a:pt x="1537" y="2907"/>
                    <a:pt x="1547" y="2912"/>
                  </a:cubicBezTo>
                  <a:cubicBezTo>
                    <a:pt x="1565" y="2917"/>
                    <a:pt x="1587" y="2917"/>
                    <a:pt x="1614" y="2923"/>
                  </a:cubicBezTo>
                  <a:cubicBezTo>
                    <a:pt x="1614" y="2923"/>
                    <a:pt x="1709" y="2923"/>
                    <a:pt x="1714" y="2917"/>
                  </a:cubicBezTo>
                  <a:cubicBezTo>
                    <a:pt x="1736" y="2917"/>
                    <a:pt x="1759" y="2917"/>
                    <a:pt x="1781" y="2912"/>
                  </a:cubicBezTo>
                  <a:cubicBezTo>
                    <a:pt x="1798" y="2907"/>
                    <a:pt x="1808" y="2907"/>
                    <a:pt x="1825" y="2902"/>
                  </a:cubicBezTo>
                  <a:cubicBezTo>
                    <a:pt x="1835" y="2896"/>
                    <a:pt x="1841" y="2896"/>
                    <a:pt x="1858" y="2891"/>
                  </a:cubicBezTo>
                  <a:cubicBezTo>
                    <a:pt x="1870" y="2884"/>
                    <a:pt x="1886" y="2879"/>
                    <a:pt x="1902" y="2873"/>
                  </a:cubicBezTo>
                  <a:cubicBezTo>
                    <a:pt x="1919" y="2863"/>
                    <a:pt x="1936" y="2851"/>
                    <a:pt x="1964" y="2841"/>
                  </a:cubicBezTo>
                  <a:lnTo>
                    <a:pt x="1975" y="2836"/>
                  </a:lnTo>
                  <a:lnTo>
                    <a:pt x="1998" y="2754"/>
                  </a:lnTo>
                  <a:lnTo>
                    <a:pt x="1998" y="2754"/>
                  </a:lnTo>
                  <a:cubicBezTo>
                    <a:pt x="1976" y="2764"/>
                    <a:pt x="1948" y="2777"/>
                    <a:pt x="1921" y="2782"/>
                  </a:cubicBezTo>
                  <a:cubicBezTo>
                    <a:pt x="1873" y="2797"/>
                    <a:pt x="1822" y="2802"/>
                    <a:pt x="1775" y="2802"/>
                  </a:cubicBezTo>
                  <a:cubicBezTo>
                    <a:pt x="1752" y="2802"/>
                    <a:pt x="1730" y="2801"/>
                    <a:pt x="1710" y="2799"/>
                  </a:cubicBezTo>
                  <a:cubicBezTo>
                    <a:pt x="1649" y="2793"/>
                    <a:pt x="1609" y="2787"/>
                    <a:pt x="1604" y="2782"/>
                  </a:cubicBezTo>
                  <a:cubicBezTo>
                    <a:pt x="1593" y="2782"/>
                    <a:pt x="1445" y="2748"/>
                    <a:pt x="1266" y="2648"/>
                  </a:cubicBezTo>
                  <a:cubicBezTo>
                    <a:pt x="1266" y="2648"/>
                    <a:pt x="1261" y="2648"/>
                    <a:pt x="1256" y="2643"/>
                  </a:cubicBezTo>
                  <a:cubicBezTo>
                    <a:pt x="1256" y="2638"/>
                    <a:pt x="1251" y="2638"/>
                    <a:pt x="1245" y="2632"/>
                  </a:cubicBezTo>
                  <a:cubicBezTo>
                    <a:pt x="1068" y="2533"/>
                    <a:pt x="918" y="2387"/>
                    <a:pt x="907" y="2377"/>
                  </a:cubicBezTo>
                  <a:lnTo>
                    <a:pt x="801" y="2271"/>
                  </a:lnTo>
                  <a:cubicBezTo>
                    <a:pt x="745" y="2204"/>
                    <a:pt x="667" y="2117"/>
                    <a:pt x="596" y="2010"/>
                  </a:cubicBezTo>
                  <a:cubicBezTo>
                    <a:pt x="445" y="1811"/>
                    <a:pt x="351" y="1594"/>
                    <a:pt x="346" y="1584"/>
                  </a:cubicBezTo>
                  <a:cubicBezTo>
                    <a:pt x="346" y="1579"/>
                    <a:pt x="316" y="1528"/>
                    <a:pt x="284" y="1439"/>
                  </a:cubicBezTo>
                  <a:cubicBezTo>
                    <a:pt x="251" y="1357"/>
                    <a:pt x="211" y="1240"/>
                    <a:pt x="184" y="1129"/>
                  </a:cubicBezTo>
                  <a:cubicBezTo>
                    <a:pt x="169" y="1069"/>
                    <a:pt x="162" y="1013"/>
                    <a:pt x="152" y="963"/>
                  </a:cubicBezTo>
                  <a:cubicBezTo>
                    <a:pt x="144" y="913"/>
                    <a:pt x="139" y="868"/>
                    <a:pt x="134" y="824"/>
                  </a:cubicBezTo>
                  <a:cubicBezTo>
                    <a:pt x="134" y="758"/>
                    <a:pt x="129" y="714"/>
                    <a:pt x="129" y="697"/>
                  </a:cubicBezTo>
                  <a:cubicBezTo>
                    <a:pt x="129" y="692"/>
                    <a:pt x="129" y="647"/>
                    <a:pt x="134" y="570"/>
                  </a:cubicBezTo>
                  <a:cubicBezTo>
                    <a:pt x="139" y="542"/>
                    <a:pt x="147" y="498"/>
                    <a:pt x="157" y="453"/>
                  </a:cubicBezTo>
                  <a:cubicBezTo>
                    <a:pt x="167" y="416"/>
                    <a:pt x="173" y="365"/>
                    <a:pt x="189" y="327"/>
                  </a:cubicBezTo>
                  <a:cubicBezTo>
                    <a:pt x="217" y="249"/>
                    <a:pt x="249" y="177"/>
                    <a:pt x="289" y="133"/>
                  </a:cubicBezTo>
                  <a:cubicBezTo>
                    <a:pt x="323" y="83"/>
                    <a:pt x="346" y="61"/>
                    <a:pt x="351" y="61"/>
                  </a:cubicBezTo>
                  <a:cubicBezTo>
                    <a:pt x="356" y="55"/>
                    <a:pt x="373" y="39"/>
                    <a:pt x="405" y="11"/>
                  </a:cubicBezTo>
                  <a:cubicBezTo>
                    <a:pt x="412" y="11"/>
                    <a:pt x="417" y="6"/>
                    <a:pt x="4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1"/>
            <p:cNvSpPr/>
            <p:nvPr/>
          </p:nvSpPr>
          <p:spPr>
            <a:xfrm>
              <a:off x="5413601" y="3950043"/>
              <a:ext cx="183330" cy="122038"/>
            </a:xfrm>
            <a:custGeom>
              <a:rect b="b" l="l" r="r" t="t"/>
              <a:pathLst>
                <a:path extrusionOk="0" h="894" w="1343">
                  <a:moveTo>
                    <a:pt x="12" y="781"/>
                  </a:moveTo>
                  <a:cubicBezTo>
                    <a:pt x="8" y="783"/>
                    <a:pt x="4" y="785"/>
                    <a:pt x="0" y="786"/>
                  </a:cubicBezTo>
                  <a:cubicBezTo>
                    <a:pt x="3" y="786"/>
                    <a:pt x="6" y="784"/>
                    <a:pt x="12" y="781"/>
                  </a:cubicBezTo>
                  <a:close/>
                  <a:moveTo>
                    <a:pt x="1342" y="1"/>
                  </a:moveTo>
                  <a:lnTo>
                    <a:pt x="642" y="412"/>
                  </a:lnTo>
                  <a:lnTo>
                    <a:pt x="494" y="501"/>
                  </a:lnTo>
                  <a:lnTo>
                    <a:pt x="349" y="585"/>
                  </a:lnTo>
                  <a:lnTo>
                    <a:pt x="122" y="718"/>
                  </a:lnTo>
                  <a:lnTo>
                    <a:pt x="28" y="774"/>
                  </a:lnTo>
                  <a:cubicBezTo>
                    <a:pt x="21" y="777"/>
                    <a:pt x="16" y="779"/>
                    <a:pt x="12" y="781"/>
                  </a:cubicBezTo>
                  <a:lnTo>
                    <a:pt x="12" y="781"/>
                  </a:lnTo>
                  <a:cubicBezTo>
                    <a:pt x="31" y="774"/>
                    <a:pt x="53" y="769"/>
                    <a:pt x="72" y="764"/>
                  </a:cubicBezTo>
                  <a:cubicBezTo>
                    <a:pt x="144" y="742"/>
                    <a:pt x="221" y="742"/>
                    <a:pt x="283" y="742"/>
                  </a:cubicBezTo>
                  <a:cubicBezTo>
                    <a:pt x="344" y="753"/>
                    <a:pt x="383" y="759"/>
                    <a:pt x="389" y="759"/>
                  </a:cubicBezTo>
                  <a:cubicBezTo>
                    <a:pt x="399" y="759"/>
                    <a:pt x="550" y="792"/>
                    <a:pt x="726" y="893"/>
                  </a:cubicBezTo>
                  <a:lnTo>
                    <a:pt x="854" y="821"/>
                  </a:lnTo>
                  <a:lnTo>
                    <a:pt x="987" y="743"/>
                  </a:lnTo>
                  <a:lnTo>
                    <a:pt x="1009" y="727"/>
                  </a:lnTo>
                  <a:cubicBezTo>
                    <a:pt x="1009" y="721"/>
                    <a:pt x="1014" y="676"/>
                    <a:pt x="1014" y="605"/>
                  </a:cubicBezTo>
                  <a:cubicBezTo>
                    <a:pt x="1020" y="565"/>
                    <a:pt x="1025" y="528"/>
                    <a:pt x="1032" y="488"/>
                  </a:cubicBezTo>
                  <a:cubicBezTo>
                    <a:pt x="1043" y="449"/>
                    <a:pt x="1054" y="404"/>
                    <a:pt x="1065" y="361"/>
                  </a:cubicBezTo>
                  <a:cubicBezTo>
                    <a:pt x="1092" y="277"/>
                    <a:pt x="1132" y="205"/>
                    <a:pt x="1164" y="167"/>
                  </a:cubicBezTo>
                  <a:cubicBezTo>
                    <a:pt x="1197" y="118"/>
                    <a:pt x="1226" y="95"/>
                    <a:pt x="1226" y="95"/>
                  </a:cubicBezTo>
                  <a:cubicBezTo>
                    <a:pt x="1231" y="90"/>
                    <a:pt x="1253" y="68"/>
                    <a:pt x="1297" y="33"/>
                  </a:cubicBezTo>
                  <a:cubicBezTo>
                    <a:pt x="1315" y="23"/>
                    <a:pt x="1331" y="11"/>
                    <a:pt x="13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1"/>
            <p:cNvSpPr/>
            <p:nvPr/>
          </p:nvSpPr>
          <p:spPr>
            <a:xfrm>
              <a:off x="5380976" y="3875783"/>
              <a:ext cx="227695" cy="118079"/>
            </a:xfrm>
            <a:custGeom>
              <a:rect b="b" l="l" r="r" t="t"/>
              <a:pathLst>
                <a:path extrusionOk="0" h="865" w="1668">
                  <a:moveTo>
                    <a:pt x="1581" y="1"/>
                  </a:moveTo>
                  <a:cubicBezTo>
                    <a:pt x="1581" y="1"/>
                    <a:pt x="1575" y="6"/>
                    <a:pt x="1565" y="6"/>
                  </a:cubicBezTo>
                  <a:cubicBezTo>
                    <a:pt x="1559" y="6"/>
                    <a:pt x="1554" y="6"/>
                    <a:pt x="1536" y="11"/>
                  </a:cubicBezTo>
                  <a:cubicBezTo>
                    <a:pt x="1526" y="11"/>
                    <a:pt x="1521" y="11"/>
                    <a:pt x="1504" y="17"/>
                  </a:cubicBezTo>
                  <a:cubicBezTo>
                    <a:pt x="1504" y="17"/>
                    <a:pt x="1499" y="23"/>
                    <a:pt x="1493" y="23"/>
                  </a:cubicBezTo>
                  <a:cubicBezTo>
                    <a:pt x="1488" y="23"/>
                    <a:pt x="1482" y="23"/>
                    <a:pt x="1471" y="28"/>
                  </a:cubicBezTo>
                  <a:cubicBezTo>
                    <a:pt x="1455" y="28"/>
                    <a:pt x="1444" y="33"/>
                    <a:pt x="1426" y="39"/>
                  </a:cubicBezTo>
                  <a:cubicBezTo>
                    <a:pt x="1420" y="39"/>
                    <a:pt x="1409" y="44"/>
                    <a:pt x="1409" y="44"/>
                  </a:cubicBezTo>
                  <a:cubicBezTo>
                    <a:pt x="1404" y="44"/>
                    <a:pt x="1404" y="44"/>
                    <a:pt x="1399" y="49"/>
                  </a:cubicBezTo>
                  <a:lnTo>
                    <a:pt x="25" y="850"/>
                  </a:lnTo>
                  <a:lnTo>
                    <a:pt x="25" y="850"/>
                  </a:lnTo>
                  <a:cubicBezTo>
                    <a:pt x="27" y="849"/>
                    <a:pt x="29" y="848"/>
                    <a:pt x="31" y="847"/>
                  </a:cubicBezTo>
                  <a:cubicBezTo>
                    <a:pt x="42" y="847"/>
                    <a:pt x="53" y="842"/>
                    <a:pt x="70" y="837"/>
                  </a:cubicBezTo>
                  <a:cubicBezTo>
                    <a:pt x="75" y="837"/>
                    <a:pt x="82" y="837"/>
                    <a:pt x="93" y="832"/>
                  </a:cubicBezTo>
                  <a:cubicBezTo>
                    <a:pt x="104" y="832"/>
                    <a:pt x="109" y="832"/>
                    <a:pt x="115" y="826"/>
                  </a:cubicBezTo>
                  <a:cubicBezTo>
                    <a:pt x="120" y="826"/>
                    <a:pt x="126" y="821"/>
                    <a:pt x="137" y="821"/>
                  </a:cubicBezTo>
                  <a:cubicBezTo>
                    <a:pt x="142" y="816"/>
                    <a:pt x="142" y="816"/>
                    <a:pt x="147" y="816"/>
                  </a:cubicBezTo>
                  <a:cubicBezTo>
                    <a:pt x="152" y="816"/>
                    <a:pt x="159" y="811"/>
                    <a:pt x="169" y="811"/>
                  </a:cubicBezTo>
                  <a:lnTo>
                    <a:pt x="180" y="811"/>
                  </a:lnTo>
                  <a:cubicBezTo>
                    <a:pt x="192" y="811"/>
                    <a:pt x="208" y="811"/>
                    <a:pt x="225" y="816"/>
                  </a:cubicBezTo>
                  <a:cubicBezTo>
                    <a:pt x="236" y="821"/>
                    <a:pt x="252" y="827"/>
                    <a:pt x="269" y="838"/>
                  </a:cubicBezTo>
                  <a:lnTo>
                    <a:pt x="1667" y="22"/>
                  </a:lnTo>
                  <a:cubicBezTo>
                    <a:pt x="1662" y="17"/>
                    <a:pt x="1656" y="17"/>
                    <a:pt x="1645" y="11"/>
                  </a:cubicBezTo>
                  <a:cubicBezTo>
                    <a:pt x="1640" y="6"/>
                    <a:pt x="1635" y="6"/>
                    <a:pt x="1613" y="1"/>
                  </a:cubicBezTo>
                  <a:close/>
                  <a:moveTo>
                    <a:pt x="25" y="850"/>
                  </a:moveTo>
                  <a:cubicBezTo>
                    <a:pt x="17" y="853"/>
                    <a:pt x="9" y="853"/>
                    <a:pt x="9" y="853"/>
                  </a:cubicBezTo>
                  <a:cubicBezTo>
                    <a:pt x="7" y="856"/>
                    <a:pt x="6" y="859"/>
                    <a:pt x="5" y="861"/>
                  </a:cubicBezTo>
                  <a:lnTo>
                    <a:pt x="5" y="861"/>
                  </a:lnTo>
                  <a:lnTo>
                    <a:pt x="25" y="850"/>
                  </a:lnTo>
                  <a:close/>
                  <a:moveTo>
                    <a:pt x="5" y="861"/>
                  </a:moveTo>
                  <a:lnTo>
                    <a:pt x="0" y="864"/>
                  </a:lnTo>
                  <a:cubicBezTo>
                    <a:pt x="3" y="864"/>
                    <a:pt x="4" y="863"/>
                    <a:pt x="5" y="8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1"/>
            <p:cNvSpPr/>
            <p:nvPr/>
          </p:nvSpPr>
          <p:spPr>
            <a:xfrm>
              <a:off x="5435442" y="3903631"/>
              <a:ext cx="195615" cy="124358"/>
            </a:xfrm>
            <a:custGeom>
              <a:rect b="b" l="l" r="r" t="t"/>
              <a:pathLst>
                <a:path extrusionOk="0" h="911" w="1433">
                  <a:moveTo>
                    <a:pt x="1399" y="0"/>
                  </a:moveTo>
                  <a:lnTo>
                    <a:pt x="1" y="811"/>
                  </a:lnTo>
                  <a:lnTo>
                    <a:pt x="28" y="910"/>
                  </a:lnTo>
                  <a:lnTo>
                    <a:pt x="1433" y="100"/>
                  </a:lnTo>
                  <a:lnTo>
                    <a:pt x="13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1"/>
            <p:cNvSpPr/>
            <p:nvPr/>
          </p:nvSpPr>
          <p:spPr>
            <a:xfrm>
              <a:off x="5416058" y="3877694"/>
              <a:ext cx="210222" cy="137327"/>
            </a:xfrm>
            <a:custGeom>
              <a:rect b="b" l="l" r="r" t="t"/>
              <a:pathLst>
                <a:path extrusionOk="0" h="1006" w="1540">
                  <a:moveTo>
                    <a:pt x="1399" y="1"/>
                  </a:moveTo>
                  <a:lnTo>
                    <a:pt x="0" y="817"/>
                  </a:lnTo>
                  <a:cubicBezTo>
                    <a:pt x="17" y="828"/>
                    <a:pt x="33" y="839"/>
                    <a:pt x="50" y="855"/>
                  </a:cubicBezTo>
                  <a:cubicBezTo>
                    <a:pt x="61" y="868"/>
                    <a:pt x="72" y="878"/>
                    <a:pt x="83" y="895"/>
                  </a:cubicBezTo>
                  <a:cubicBezTo>
                    <a:pt x="93" y="912"/>
                    <a:pt x="105" y="928"/>
                    <a:pt x="115" y="944"/>
                  </a:cubicBezTo>
                  <a:cubicBezTo>
                    <a:pt x="126" y="967"/>
                    <a:pt x="131" y="984"/>
                    <a:pt x="140" y="1005"/>
                  </a:cubicBezTo>
                  <a:cubicBezTo>
                    <a:pt x="140" y="1005"/>
                    <a:pt x="1539" y="194"/>
                    <a:pt x="1539" y="189"/>
                  </a:cubicBezTo>
                  <a:cubicBezTo>
                    <a:pt x="1539" y="183"/>
                    <a:pt x="1539" y="178"/>
                    <a:pt x="1534" y="172"/>
                  </a:cubicBezTo>
                  <a:cubicBezTo>
                    <a:pt x="1534" y="172"/>
                    <a:pt x="1534" y="167"/>
                    <a:pt x="1529" y="162"/>
                  </a:cubicBezTo>
                  <a:cubicBezTo>
                    <a:pt x="1529" y="155"/>
                    <a:pt x="1529" y="150"/>
                    <a:pt x="1523" y="144"/>
                  </a:cubicBezTo>
                  <a:cubicBezTo>
                    <a:pt x="1523" y="144"/>
                    <a:pt x="1523" y="140"/>
                    <a:pt x="1518" y="134"/>
                  </a:cubicBezTo>
                  <a:cubicBezTo>
                    <a:pt x="1518" y="134"/>
                    <a:pt x="1518" y="129"/>
                    <a:pt x="1513" y="124"/>
                  </a:cubicBezTo>
                  <a:cubicBezTo>
                    <a:pt x="1508" y="124"/>
                    <a:pt x="1508" y="119"/>
                    <a:pt x="1502" y="114"/>
                  </a:cubicBezTo>
                  <a:cubicBezTo>
                    <a:pt x="1497" y="106"/>
                    <a:pt x="1497" y="101"/>
                    <a:pt x="1492" y="96"/>
                  </a:cubicBezTo>
                  <a:cubicBezTo>
                    <a:pt x="1487" y="90"/>
                    <a:pt x="1487" y="84"/>
                    <a:pt x="1481" y="79"/>
                  </a:cubicBezTo>
                  <a:cubicBezTo>
                    <a:pt x="1481" y="73"/>
                    <a:pt x="1476" y="68"/>
                    <a:pt x="1471" y="62"/>
                  </a:cubicBezTo>
                  <a:lnTo>
                    <a:pt x="1449" y="40"/>
                  </a:lnTo>
                  <a:cubicBezTo>
                    <a:pt x="1431" y="23"/>
                    <a:pt x="1415" y="11"/>
                    <a:pt x="13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1"/>
            <p:cNvSpPr/>
            <p:nvPr/>
          </p:nvSpPr>
          <p:spPr>
            <a:xfrm>
              <a:off x="5439128" y="3916462"/>
              <a:ext cx="234793" cy="121628"/>
            </a:xfrm>
            <a:custGeom>
              <a:rect b="b" l="l" r="r" t="t"/>
              <a:pathLst>
                <a:path extrusionOk="0" h="891" w="1720">
                  <a:moveTo>
                    <a:pt x="1400" y="0"/>
                  </a:moveTo>
                  <a:lnTo>
                    <a:pt x="1" y="816"/>
                  </a:lnTo>
                  <a:lnTo>
                    <a:pt x="34" y="816"/>
                  </a:lnTo>
                  <a:cubicBezTo>
                    <a:pt x="45" y="816"/>
                    <a:pt x="51" y="822"/>
                    <a:pt x="62" y="822"/>
                  </a:cubicBezTo>
                  <a:cubicBezTo>
                    <a:pt x="68" y="822"/>
                    <a:pt x="73" y="827"/>
                    <a:pt x="78" y="827"/>
                  </a:cubicBezTo>
                  <a:cubicBezTo>
                    <a:pt x="117" y="832"/>
                    <a:pt x="151" y="837"/>
                    <a:pt x="156" y="837"/>
                  </a:cubicBezTo>
                  <a:cubicBezTo>
                    <a:pt x="156" y="837"/>
                    <a:pt x="162" y="837"/>
                    <a:pt x="173" y="843"/>
                  </a:cubicBezTo>
                  <a:cubicBezTo>
                    <a:pt x="178" y="848"/>
                    <a:pt x="188" y="848"/>
                    <a:pt x="206" y="853"/>
                  </a:cubicBezTo>
                  <a:cubicBezTo>
                    <a:pt x="217" y="858"/>
                    <a:pt x="228" y="858"/>
                    <a:pt x="239" y="864"/>
                  </a:cubicBezTo>
                  <a:cubicBezTo>
                    <a:pt x="261" y="870"/>
                    <a:pt x="276" y="875"/>
                    <a:pt x="293" y="880"/>
                  </a:cubicBezTo>
                  <a:cubicBezTo>
                    <a:pt x="311" y="886"/>
                    <a:pt x="321" y="891"/>
                    <a:pt x="321" y="891"/>
                  </a:cubicBezTo>
                  <a:lnTo>
                    <a:pt x="1720" y="76"/>
                  </a:lnTo>
                  <a:cubicBezTo>
                    <a:pt x="1720" y="76"/>
                    <a:pt x="1709" y="71"/>
                    <a:pt x="1692" y="65"/>
                  </a:cubicBezTo>
                  <a:cubicBezTo>
                    <a:pt x="1676" y="58"/>
                    <a:pt x="1659" y="53"/>
                    <a:pt x="1637" y="48"/>
                  </a:cubicBezTo>
                  <a:cubicBezTo>
                    <a:pt x="1626" y="48"/>
                    <a:pt x="1615" y="42"/>
                    <a:pt x="1597" y="37"/>
                  </a:cubicBezTo>
                  <a:cubicBezTo>
                    <a:pt x="1587" y="32"/>
                    <a:pt x="1582" y="32"/>
                    <a:pt x="1565" y="27"/>
                  </a:cubicBezTo>
                  <a:cubicBezTo>
                    <a:pt x="1560" y="21"/>
                    <a:pt x="1554" y="21"/>
                    <a:pt x="1554" y="21"/>
                  </a:cubicBezTo>
                  <a:cubicBezTo>
                    <a:pt x="1549" y="21"/>
                    <a:pt x="1517" y="16"/>
                    <a:pt x="1477" y="11"/>
                  </a:cubicBezTo>
                  <a:cubicBezTo>
                    <a:pt x="1477" y="11"/>
                    <a:pt x="1471" y="6"/>
                    <a:pt x="1460" y="6"/>
                  </a:cubicBezTo>
                  <a:cubicBezTo>
                    <a:pt x="1450" y="6"/>
                    <a:pt x="1444" y="0"/>
                    <a:pt x="14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1"/>
            <p:cNvSpPr/>
            <p:nvPr/>
          </p:nvSpPr>
          <p:spPr>
            <a:xfrm>
              <a:off x="5684021" y="4212000"/>
              <a:ext cx="192476" cy="137190"/>
            </a:xfrm>
            <a:custGeom>
              <a:rect b="b" l="l" r="r" t="t"/>
              <a:pathLst>
                <a:path extrusionOk="0" h="1005" w="1410">
                  <a:moveTo>
                    <a:pt x="1398" y="1"/>
                  </a:moveTo>
                  <a:lnTo>
                    <a:pt x="0" y="810"/>
                  </a:lnTo>
                  <a:lnTo>
                    <a:pt x="11" y="1004"/>
                  </a:lnTo>
                  <a:lnTo>
                    <a:pt x="1409" y="195"/>
                  </a:lnTo>
                  <a:lnTo>
                    <a:pt x="13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1"/>
            <p:cNvSpPr/>
            <p:nvPr/>
          </p:nvSpPr>
          <p:spPr>
            <a:xfrm>
              <a:off x="5485540" y="3893120"/>
              <a:ext cx="220323" cy="120400"/>
            </a:xfrm>
            <a:custGeom>
              <a:rect b="b" l="l" r="r" t="t"/>
              <a:pathLst>
                <a:path extrusionOk="0" h="882" w="1614">
                  <a:moveTo>
                    <a:pt x="1438" y="1"/>
                  </a:moveTo>
                  <a:cubicBezTo>
                    <a:pt x="1432" y="1"/>
                    <a:pt x="1432" y="1"/>
                    <a:pt x="1409" y="6"/>
                  </a:cubicBezTo>
                  <a:cubicBezTo>
                    <a:pt x="1404" y="6"/>
                    <a:pt x="1404" y="6"/>
                    <a:pt x="1399" y="11"/>
                  </a:cubicBezTo>
                  <a:lnTo>
                    <a:pt x="0" y="826"/>
                  </a:lnTo>
                  <a:cubicBezTo>
                    <a:pt x="18" y="821"/>
                    <a:pt x="34" y="816"/>
                    <a:pt x="51" y="816"/>
                  </a:cubicBezTo>
                  <a:cubicBezTo>
                    <a:pt x="66" y="816"/>
                    <a:pt x="83" y="821"/>
                    <a:pt x="115" y="831"/>
                  </a:cubicBezTo>
                  <a:cubicBezTo>
                    <a:pt x="121" y="831"/>
                    <a:pt x="166" y="854"/>
                    <a:pt x="215" y="882"/>
                  </a:cubicBezTo>
                  <a:lnTo>
                    <a:pt x="1614" y="66"/>
                  </a:lnTo>
                  <a:cubicBezTo>
                    <a:pt x="1564" y="44"/>
                    <a:pt x="1519" y="16"/>
                    <a:pt x="1514" y="16"/>
                  </a:cubicBezTo>
                  <a:cubicBezTo>
                    <a:pt x="1508" y="16"/>
                    <a:pt x="1502" y="16"/>
                    <a:pt x="1497" y="11"/>
                  </a:cubicBezTo>
                  <a:cubicBezTo>
                    <a:pt x="1492" y="11"/>
                    <a:pt x="1480" y="11"/>
                    <a:pt x="1475" y="6"/>
                  </a:cubicBezTo>
                  <a:cubicBezTo>
                    <a:pt x="1469" y="6"/>
                    <a:pt x="1464" y="1"/>
                    <a:pt x="14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1"/>
            <p:cNvSpPr/>
            <p:nvPr/>
          </p:nvSpPr>
          <p:spPr>
            <a:xfrm>
              <a:off x="5545330" y="3951408"/>
              <a:ext cx="193295" cy="122038"/>
            </a:xfrm>
            <a:custGeom>
              <a:rect b="b" l="l" r="r" t="t"/>
              <a:pathLst>
                <a:path extrusionOk="0" h="894" w="1416">
                  <a:moveTo>
                    <a:pt x="1415" y="0"/>
                  </a:moveTo>
                  <a:lnTo>
                    <a:pt x="12" y="811"/>
                  </a:lnTo>
                  <a:lnTo>
                    <a:pt x="0" y="894"/>
                  </a:lnTo>
                  <a:lnTo>
                    <a:pt x="1399" y="78"/>
                  </a:lnTo>
                  <a:lnTo>
                    <a:pt x="14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1"/>
            <p:cNvSpPr/>
            <p:nvPr/>
          </p:nvSpPr>
          <p:spPr>
            <a:xfrm>
              <a:off x="5545330" y="3961919"/>
              <a:ext cx="233837" cy="153025"/>
            </a:xfrm>
            <a:custGeom>
              <a:rect b="b" l="l" r="r" t="t"/>
              <a:pathLst>
                <a:path extrusionOk="0" h="1121" w="1713">
                  <a:moveTo>
                    <a:pt x="1399" y="1"/>
                  </a:moveTo>
                  <a:lnTo>
                    <a:pt x="0" y="817"/>
                  </a:lnTo>
                  <a:cubicBezTo>
                    <a:pt x="0" y="817"/>
                    <a:pt x="12" y="823"/>
                    <a:pt x="34" y="839"/>
                  </a:cubicBezTo>
                  <a:cubicBezTo>
                    <a:pt x="49" y="855"/>
                    <a:pt x="66" y="871"/>
                    <a:pt x="89" y="888"/>
                  </a:cubicBezTo>
                  <a:cubicBezTo>
                    <a:pt x="127" y="921"/>
                    <a:pt x="160" y="955"/>
                    <a:pt x="166" y="960"/>
                  </a:cubicBezTo>
                  <a:lnTo>
                    <a:pt x="176" y="971"/>
                  </a:lnTo>
                  <a:lnTo>
                    <a:pt x="243" y="1038"/>
                  </a:lnTo>
                  <a:lnTo>
                    <a:pt x="254" y="1048"/>
                  </a:lnTo>
                  <a:cubicBezTo>
                    <a:pt x="270" y="1064"/>
                    <a:pt x="286" y="1081"/>
                    <a:pt x="304" y="1103"/>
                  </a:cubicBezTo>
                  <a:cubicBezTo>
                    <a:pt x="309" y="1115"/>
                    <a:pt x="314" y="1120"/>
                    <a:pt x="314" y="1120"/>
                  </a:cubicBezTo>
                  <a:lnTo>
                    <a:pt x="1713" y="304"/>
                  </a:lnTo>
                  <a:cubicBezTo>
                    <a:pt x="1713" y="304"/>
                    <a:pt x="1707" y="299"/>
                    <a:pt x="1696" y="282"/>
                  </a:cubicBezTo>
                  <a:cubicBezTo>
                    <a:pt x="1685" y="272"/>
                    <a:pt x="1668" y="249"/>
                    <a:pt x="1646" y="227"/>
                  </a:cubicBezTo>
                  <a:cubicBezTo>
                    <a:pt x="1641" y="227"/>
                    <a:pt x="1641" y="227"/>
                    <a:pt x="1635" y="222"/>
                  </a:cubicBezTo>
                  <a:lnTo>
                    <a:pt x="1558" y="144"/>
                  </a:lnTo>
                  <a:cubicBezTo>
                    <a:pt x="1558" y="139"/>
                    <a:pt x="1520" y="105"/>
                    <a:pt x="1481" y="73"/>
                  </a:cubicBezTo>
                  <a:cubicBezTo>
                    <a:pt x="1458" y="55"/>
                    <a:pt x="1443" y="39"/>
                    <a:pt x="1426" y="23"/>
                  </a:cubicBezTo>
                  <a:cubicBezTo>
                    <a:pt x="1409" y="11"/>
                    <a:pt x="1399" y="1"/>
                    <a:pt x="13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1"/>
            <p:cNvSpPr/>
            <p:nvPr/>
          </p:nvSpPr>
          <p:spPr>
            <a:xfrm>
              <a:off x="5513524" y="3901993"/>
              <a:ext cx="228241" cy="161079"/>
            </a:xfrm>
            <a:custGeom>
              <a:rect b="b" l="l" r="r" t="t"/>
              <a:pathLst>
                <a:path extrusionOk="0" h="1180" w="1672">
                  <a:moveTo>
                    <a:pt x="1399" y="1"/>
                  </a:moveTo>
                  <a:lnTo>
                    <a:pt x="1" y="817"/>
                  </a:lnTo>
                  <a:cubicBezTo>
                    <a:pt x="51" y="850"/>
                    <a:pt x="96" y="883"/>
                    <a:pt x="100" y="883"/>
                  </a:cubicBezTo>
                  <a:cubicBezTo>
                    <a:pt x="123" y="900"/>
                    <a:pt x="145" y="917"/>
                    <a:pt x="167" y="944"/>
                  </a:cubicBezTo>
                  <a:cubicBezTo>
                    <a:pt x="189" y="968"/>
                    <a:pt x="201" y="995"/>
                    <a:pt x="217" y="1022"/>
                  </a:cubicBezTo>
                  <a:cubicBezTo>
                    <a:pt x="233" y="1051"/>
                    <a:pt x="238" y="1079"/>
                    <a:pt x="251" y="1107"/>
                  </a:cubicBezTo>
                  <a:cubicBezTo>
                    <a:pt x="256" y="1134"/>
                    <a:pt x="256" y="1157"/>
                    <a:pt x="251" y="1179"/>
                  </a:cubicBezTo>
                  <a:lnTo>
                    <a:pt x="1666" y="380"/>
                  </a:lnTo>
                  <a:cubicBezTo>
                    <a:pt x="1671" y="364"/>
                    <a:pt x="1671" y="347"/>
                    <a:pt x="1666" y="325"/>
                  </a:cubicBezTo>
                  <a:cubicBezTo>
                    <a:pt x="1666" y="320"/>
                    <a:pt x="1666" y="314"/>
                    <a:pt x="1661" y="303"/>
                  </a:cubicBezTo>
                  <a:cubicBezTo>
                    <a:pt x="1661" y="296"/>
                    <a:pt x="1656" y="291"/>
                    <a:pt x="1656" y="286"/>
                  </a:cubicBezTo>
                  <a:cubicBezTo>
                    <a:pt x="1656" y="279"/>
                    <a:pt x="1656" y="274"/>
                    <a:pt x="1652" y="269"/>
                  </a:cubicBezTo>
                  <a:cubicBezTo>
                    <a:pt x="1652" y="263"/>
                    <a:pt x="1652" y="257"/>
                    <a:pt x="1646" y="252"/>
                  </a:cubicBezTo>
                  <a:cubicBezTo>
                    <a:pt x="1646" y="246"/>
                    <a:pt x="1646" y="241"/>
                    <a:pt x="1641" y="235"/>
                  </a:cubicBezTo>
                  <a:cubicBezTo>
                    <a:pt x="1636" y="228"/>
                    <a:pt x="1636" y="228"/>
                    <a:pt x="1631" y="217"/>
                  </a:cubicBezTo>
                  <a:cubicBezTo>
                    <a:pt x="1631" y="212"/>
                    <a:pt x="1631" y="212"/>
                    <a:pt x="1625" y="207"/>
                  </a:cubicBezTo>
                  <a:cubicBezTo>
                    <a:pt x="1620" y="207"/>
                    <a:pt x="1620" y="202"/>
                    <a:pt x="1615" y="197"/>
                  </a:cubicBezTo>
                  <a:cubicBezTo>
                    <a:pt x="1610" y="190"/>
                    <a:pt x="1610" y="185"/>
                    <a:pt x="1604" y="180"/>
                  </a:cubicBezTo>
                  <a:cubicBezTo>
                    <a:pt x="1599" y="173"/>
                    <a:pt x="1599" y="168"/>
                    <a:pt x="1594" y="163"/>
                  </a:cubicBezTo>
                  <a:cubicBezTo>
                    <a:pt x="1594" y="157"/>
                    <a:pt x="1589" y="151"/>
                    <a:pt x="1583" y="146"/>
                  </a:cubicBezTo>
                  <a:lnTo>
                    <a:pt x="1566" y="129"/>
                  </a:lnTo>
                  <a:cubicBezTo>
                    <a:pt x="1559" y="117"/>
                    <a:pt x="1554" y="112"/>
                    <a:pt x="1549" y="106"/>
                  </a:cubicBezTo>
                  <a:cubicBezTo>
                    <a:pt x="1532" y="90"/>
                    <a:pt x="1516" y="78"/>
                    <a:pt x="1499" y="68"/>
                  </a:cubicBezTo>
                  <a:cubicBezTo>
                    <a:pt x="1499" y="62"/>
                    <a:pt x="1449" y="33"/>
                    <a:pt x="13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1"/>
            <p:cNvSpPr/>
            <p:nvPr/>
          </p:nvSpPr>
          <p:spPr>
            <a:xfrm>
              <a:off x="5638428" y="4074947"/>
              <a:ext cx="217456" cy="167495"/>
            </a:xfrm>
            <a:custGeom>
              <a:rect b="b" l="l" r="r" t="t"/>
              <a:pathLst>
                <a:path extrusionOk="0" h="1227" w="1593">
                  <a:moveTo>
                    <a:pt x="1399" y="0"/>
                  </a:moveTo>
                  <a:lnTo>
                    <a:pt x="0" y="816"/>
                  </a:lnTo>
                  <a:lnTo>
                    <a:pt x="56" y="916"/>
                  </a:lnTo>
                  <a:cubicBezTo>
                    <a:pt x="78" y="971"/>
                    <a:pt x="105" y="1016"/>
                    <a:pt x="105" y="1022"/>
                  </a:cubicBezTo>
                  <a:lnTo>
                    <a:pt x="194" y="1227"/>
                  </a:lnTo>
                  <a:lnTo>
                    <a:pt x="1592" y="411"/>
                  </a:lnTo>
                  <a:lnTo>
                    <a:pt x="1503" y="205"/>
                  </a:lnTo>
                  <a:cubicBezTo>
                    <a:pt x="1503" y="199"/>
                    <a:pt x="1476" y="149"/>
                    <a:pt x="1454" y="100"/>
                  </a:cubicBezTo>
                  <a:cubicBezTo>
                    <a:pt x="1426" y="49"/>
                    <a:pt x="1404" y="5"/>
                    <a:pt x="13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1"/>
            <p:cNvSpPr/>
            <p:nvPr/>
          </p:nvSpPr>
          <p:spPr>
            <a:xfrm>
              <a:off x="5706408" y="4195346"/>
              <a:ext cx="197936" cy="132685"/>
            </a:xfrm>
            <a:custGeom>
              <a:rect b="b" l="l" r="r" t="t"/>
              <a:pathLst>
                <a:path extrusionOk="0" h="972" w="1450">
                  <a:moveTo>
                    <a:pt x="1439" y="0"/>
                  </a:moveTo>
                  <a:lnTo>
                    <a:pt x="41" y="816"/>
                  </a:lnTo>
                  <a:cubicBezTo>
                    <a:pt x="46" y="827"/>
                    <a:pt x="46" y="838"/>
                    <a:pt x="46" y="849"/>
                  </a:cubicBezTo>
                  <a:cubicBezTo>
                    <a:pt x="46" y="877"/>
                    <a:pt x="46" y="899"/>
                    <a:pt x="35" y="926"/>
                  </a:cubicBezTo>
                  <a:cubicBezTo>
                    <a:pt x="25" y="943"/>
                    <a:pt x="13" y="961"/>
                    <a:pt x="1" y="971"/>
                  </a:cubicBezTo>
                  <a:lnTo>
                    <a:pt x="1399" y="155"/>
                  </a:lnTo>
                  <a:cubicBezTo>
                    <a:pt x="1417" y="150"/>
                    <a:pt x="1429" y="133"/>
                    <a:pt x="1439" y="105"/>
                  </a:cubicBezTo>
                  <a:cubicBezTo>
                    <a:pt x="1444" y="89"/>
                    <a:pt x="1450" y="67"/>
                    <a:pt x="1444" y="29"/>
                  </a:cubicBezTo>
                  <a:cubicBezTo>
                    <a:pt x="1444" y="18"/>
                    <a:pt x="1444" y="11"/>
                    <a:pt x="14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1"/>
            <p:cNvSpPr/>
            <p:nvPr/>
          </p:nvSpPr>
          <p:spPr>
            <a:xfrm>
              <a:off x="5664910" y="4130778"/>
              <a:ext cx="200120" cy="111527"/>
            </a:xfrm>
            <a:custGeom>
              <a:rect b="b" l="l" r="r" t="t"/>
              <a:pathLst>
                <a:path extrusionOk="0" h="817" w="1466">
                  <a:moveTo>
                    <a:pt x="1466" y="1"/>
                  </a:moveTo>
                  <a:lnTo>
                    <a:pt x="1400" y="7"/>
                  </a:lnTo>
                  <a:lnTo>
                    <a:pt x="1" y="817"/>
                  </a:lnTo>
                  <a:lnTo>
                    <a:pt x="68" y="812"/>
                  </a:lnTo>
                  <a:lnTo>
                    <a:pt x="14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1"/>
            <p:cNvSpPr/>
            <p:nvPr/>
          </p:nvSpPr>
          <p:spPr>
            <a:xfrm>
              <a:off x="5703815" y="4160537"/>
              <a:ext cx="199847" cy="145244"/>
            </a:xfrm>
            <a:custGeom>
              <a:rect b="b" l="l" r="r" t="t"/>
              <a:pathLst>
                <a:path extrusionOk="0" h="1064" w="1464">
                  <a:moveTo>
                    <a:pt x="1399" y="1"/>
                  </a:moveTo>
                  <a:lnTo>
                    <a:pt x="1" y="816"/>
                  </a:lnTo>
                  <a:cubicBezTo>
                    <a:pt x="1" y="821"/>
                    <a:pt x="17" y="876"/>
                    <a:pt x="33" y="942"/>
                  </a:cubicBezTo>
                  <a:cubicBezTo>
                    <a:pt x="39" y="960"/>
                    <a:pt x="39" y="976"/>
                    <a:pt x="44" y="993"/>
                  </a:cubicBezTo>
                  <a:cubicBezTo>
                    <a:pt x="44" y="999"/>
                    <a:pt x="49" y="1004"/>
                    <a:pt x="49" y="1010"/>
                  </a:cubicBezTo>
                  <a:cubicBezTo>
                    <a:pt x="49" y="1020"/>
                    <a:pt x="49" y="1033"/>
                    <a:pt x="54" y="1036"/>
                  </a:cubicBezTo>
                  <a:cubicBezTo>
                    <a:pt x="60" y="1036"/>
                    <a:pt x="60" y="1041"/>
                    <a:pt x="60" y="1046"/>
                  </a:cubicBezTo>
                  <a:cubicBezTo>
                    <a:pt x="60" y="1054"/>
                    <a:pt x="65" y="1064"/>
                    <a:pt x="65" y="1064"/>
                  </a:cubicBezTo>
                  <a:lnTo>
                    <a:pt x="1463" y="248"/>
                  </a:lnTo>
                  <a:cubicBezTo>
                    <a:pt x="1463" y="248"/>
                    <a:pt x="1463" y="242"/>
                    <a:pt x="1458" y="231"/>
                  </a:cubicBezTo>
                  <a:cubicBezTo>
                    <a:pt x="1458" y="231"/>
                    <a:pt x="1453" y="226"/>
                    <a:pt x="1453" y="221"/>
                  </a:cubicBezTo>
                  <a:cubicBezTo>
                    <a:pt x="1453" y="215"/>
                    <a:pt x="1453" y="205"/>
                    <a:pt x="1448" y="187"/>
                  </a:cubicBezTo>
                  <a:cubicBezTo>
                    <a:pt x="1448" y="187"/>
                    <a:pt x="1448" y="182"/>
                    <a:pt x="1442" y="177"/>
                  </a:cubicBezTo>
                  <a:cubicBezTo>
                    <a:pt x="1442" y="166"/>
                    <a:pt x="1437" y="144"/>
                    <a:pt x="1432" y="127"/>
                  </a:cubicBezTo>
                  <a:cubicBezTo>
                    <a:pt x="1416" y="67"/>
                    <a:pt x="1399" y="6"/>
                    <a:pt x="13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1"/>
            <p:cNvSpPr/>
            <p:nvPr/>
          </p:nvSpPr>
          <p:spPr>
            <a:xfrm>
              <a:off x="5673920" y="4129277"/>
              <a:ext cx="222371" cy="145517"/>
            </a:xfrm>
            <a:custGeom>
              <a:rect b="b" l="l" r="r" t="t"/>
              <a:pathLst>
                <a:path extrusionOk="0" h="1066" w="1629">
                  <a:moveTo>
                    <a:pt x="1400" y="0"/>
                  </a:moveTo>
                  <a:lnTo>
                    <a:pt x="1" y="815"/>
                  </a:lnTo>
                  <a:cubicBezTo>
                    <a:pt x="11" y="815"/>
                    <a:pt x="23" y="815"/>
                    <a:pt x="33" y="821"/>
                  </a:cubicBezTo>
                  <a:cubicBezTo>
                    <a:pt x="50" y="828"/>
                    <a:pt x="63" y="833"/>
                    <a:pt x="73" y="838"/>
                  </a:cubicBezTo>
                  <a:cubicBezTo>
                    <a:pt x="85" y="850"/>
                    <a:pt x="100" y="860"/>
                    <a:pt x="117" y="877"/>
                  </a:cubicBezTo>
                  <a:cubicBezTo>
                    <a:pt x="129" y="890"/>
                    <a:pt x="139" y="904"/>
                    <a:pt x="157" y="922"/>
                  </a:cubicBezTo>
                  <a:cubicBezTo>
                    <a:pt x="169" y="944"/>
                    <a:pt x="179" y="961"/>
                    <a:pt x="202" y="999"/>
                  </a:cubicBezTo>
                  <a:cubicBezTo>
                    <a:pt x="213" y="1022"/>
                    <a:pt x="225" y="1044"/>
                    <a:pt x="230" y="1066"/>
                  </a:cubicBezTo>
                  <a:lnTo>
                    <a:pt x="1629" y="250"/>
                  </a:lnTo>
                  <a:cubicBezTo>
                    <a:pt x="1629" y="243"/>
                    <a:pt x="1629" y="238"/>
                    <a:pt x="1624" y="233"/>
                  </a:cubicBezTo>
                  <a:cubicBezTo>
                    <a:pt x="1624" y="227"/>
                    <a:pt x="1624" y="221"/>
                    <a:pt x="1618" y="216"/>
                  </a:cubicBezTo>
                  <a:cubicBezTo>
                    <a:pt x="1618" y="210"/>
                    <a:pt x="1618" y="205"/>
                    <a:pt x="1613" y="199"/>
                  </a:cubicBezTo>
                  <a:cubicBezTo>
                    <a:pt x="1608" y="194"/>
                    <a:pt x="1608" y="187"/>
                    <a:pt x="1603" y="176"/>
                  </a:cubicBezTo>
                  <a:cubicBezTo>
                    <a:pt x="1603" y="171"/>
                    <a:pt x="1603" y="171"/>
                    <a:pt x="1598" y="166"/>
                  </a:cubicBezTo>
                  <a:cubicBezTo>
                    <a:pt x="1592" y="159"/>
                    <a:pt x="1592" y="154"/>
                    <a:pt x="1587" y="149"/>
                  </a:cubicBezTo>
                  <a:cubicBezTo>
                    <a:pt x="1582" y="143"/>
                    <a:pt x="1582" y="137"/>
                    <a:pt x="1577" y="132"/>
                  </a:cubicBezTo>
                  <a:cubicBezTo>
                    <a:pt x="1569" y="127"/>
                    <a:pt x="1569" y="121"/>
                    <a:pt x="1559" y="110"/>
                  </a:cubicBezTo>
                  <a:cubicBezTo>
                    <a:pt x="1559" y="105"/>
                    <a:pt x="1559" y="105"/>
                    <a:pt x="1554" y="100"/>
                  </a:cubicBezTo>
                  <a:lnTo>
                    <a:pt x="1537" y="82"/>
                  </a:lnTo>
                  <a:lnTo>
                    <a:pt x="1515" y="60"/>
                  </a:lnTo>
                  <a:cubicBezTo>
                    <a:pt x="1503" y="43"/>
                    <a:pt x="1488" y="32"/>
                    <a:pt x="1470" y="21"/>
                  </a:cubicBezTo>
                  <a:cubicBezTo>
                    <a:pt x="1464" y="16"/>
                    <a:pt x="1453" y="16"/>
                    <a:pt x="1448" y="11"/>
                  </a:cubicBezTo>
                  <a:cubicBezTo>
                    <a:pt x="1441" y="11"/>
                    <a:pt x="1436" y="11"/>
                    <a:pt x="1431" y="5"/>
                  </a:cubicBezTo>
                  <a:cubicBezTo>
                    <a:pt x="1431" y="0"/>
                    <a:pt x="1426" y="0"/>
                    <a:pt x="14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1"/>
            <p:cNvSpPr/>
            <p:nvPr/>
          </p:nvSpPr>
          <p:spPr>
            <a:xfrm>
              <a:off x="5595292" y="3988538"/>
              <a:ext cx="206263" cy="114393"/>
            </a:xfrm>
            <a:custGeom>
              <a:rect b="b" l="l" r="r" t="t"/>
              <a:pathLst>
                <a:path extrusionOk="0" h="838" w="1511">
                  <a:moveTo>
                    <a:pt x="8" y="823"/>
                  </a:moveTo>
                  <a:lnTo>
                    <a:pt x="8" y="823"/>
                  </a:lnTo>
                  <a:cubicBezTo>
                    <a:pt x="6" y="824"/>
                    <a:pt x="3" y="825"/>
                    <a:pt x="1" y="827"/>
                  </a:cubicBezTo>
                  <a:lnTo>
                    <a:pt x="8" y="823"/>
                  </a:lnTo>
                  <a:close/>
                  <a:moveTo>
                    <a:pt x="1443" y="0"/>
                  </a:moveTo>
                  <a:cubicBezTo>
                    <a:pt x="1438" y="0"/>
                    <a:pt x="1438" y="0"/>
                    <a:pt x="1399" y="11"/>
                  </a:cubicBezTo>
                  <a:lnTo>
                    <a:pt x="8" y="823"/>
                  </a:lnTo>
                  <a:lnTo>
                    <a:pt x="8" y="823"/>
                  </a:lnTo>
                  <a:cubicBezTo>
                    <a:pt x="18" y="818"/>
                    <a:pt x="27" y="814"/>
                    <a:pt x="37" y="814"/>
                  </a:cubicBezTo>
                  <a:cubicBezTo>
                    <a:pt x="41" y="814"/>
                    <a:pt x="46" y="815"/>
                    <a:pt x="50" y="816"/>
                  </a:cubicBezTo>
                  <a:cubicBezTo>
                    <a:pt x="73" y="816"/>
                    <a:pt x="90" y="822"/>
                    <a:pt x="112" y="837"/>
                  </a:cubicBezTo>
                  <a:lnTo>
                    <a:pt x="1510" y="21"/>
                  </a:lnTo>
                  <a:cubicBezTo>
                    <a:pt x="1505" y="16"/>
                    <a:pt x="1499" y="16"/>
                    <a:pt x="1488" y="11"/>
                  </a:cubicBezTo>
                  <a:cubicBezTo>
                    <a:pt x="1482" y="11"/>
                    <a:pt x="1476" y="11"/>
                    <a:pt x="1472" y="6"/>
                  </a:cubicBezTo>
                  <a:cubicBezTo>
                    <a:pt x="1465" y="6"/>
                    <a:pt x="1461" y="6"/>
                    <a:pt x="14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1"/>
            <p:cNvSpPr/>
            <p:nvPr/>
          </p:nvSpPr>
          <p:spPr>
            <a:xfrm>
              <a:off x="5610444" y="3990722"/>
              <a:ext cx="225920" cy="154663"/>
            </a:xfrm>
            <a:custGeom>
              <a:rect b="b" l="l" r="r" t="t"/>
              <a:pathLst>
                <a:path extrusionOk="0" h="1133" w="1655">
                  <a:moveTo>
                    <a:pt x="1399" y="0"/>
                  </a:moveTo>
                  <a:lnTo>
                    <a:pt x="1" y="816"/>
                  </a:lnTo>
                  <a:cubicBezTo>
                    <a:pt x="18" y="828"/>
                    <a:pt x="33" y="838"/>
                    <a:pt x="51" y="855"/>
                  </a:cubicBezTo>
                  <a:cubicBezTo>
                    <a:pt x="68" y="868"/>
                    <a:pt x="78" y="883"/>
                    <a:pt x="95" y="900"/>
                  </a:cubicBezTo>
                  <a:cubicBezTo>
                    <a:pt x="95" y="900"/>
                    <a:pt x="95" y="906"/>
                    <a:pt x="106" y="917"/>
                  </a:cubicBezTo>
                  <a:cubicBezTo>
                    <a:pt x="106" y="922"/>
                    <a:pt x="111" y="927"/>
                    <a:pt x="117" y="934"/>
                  </a:cubicBezTo>
                  <a:cubicBezTo>
                    <a:pt x="130" y="944"/>
                    <a:pt x="140" y="962"/>
                    <a:pt x="157" y="984"/>
                  </a:cubicBezTo>
                  <a:cubicBezTo>
                    <a:pt x="162" y="994"/>
                    <a:pt x="168" y="1006"/>
                    <a:pt x="179" y="1016"/>
                  </a:cubicBezTo>
                  <a:cubicBezTo>
                    <a:pt x="217" y="1078"/>
                    <a:pt x="251" y="1127"/>
                    <a:pt x="256" y="1133"/>
                  </a:cubicBezTo>
                  <a:lnTo>
                    <a:pt x="1655" y="318"/>
                  </a:lnTo>
                  <a:cubicBezTo>
                    <a:pt x="1655" y="312"/>
                    <a:pt x="1623" y="262"/>
                    <a:pt x="1577" y="200"/>
                  </a:cubicBezTo>
                  <a:cubicBezTo>
                    <a:pt x="1572" y="190"/>
                    <a:pt x="1566" y="184"/>
                    <a:pt x="1555" y="168"/>
                  </a:cubicBezTo>
                  <a:cubicBezTo>
                    <a:pt x="1544" y="146"/>
                    <a:pt x="1526" y="130"/>
                    <a:pt x="1516" y="113"/>
                  </a:cubicBezTo>
                  <a:lnTo>
                    <a:pt x="1499" y="95"/>
                  </a:lnTo>
                  <a:cubicBezTo>
                    <a:pt x="1499" y="89"/>
                    <a:pt x="1494" y="84"/>
                    <a:pt x="1488" y="79"/>
                  </a:cubicBezTo>
                  <a:lnTo>
                    <a:pt x="1472" y="62"/>
                  </a:lnTo>
                  <a:lnTo>
                    <a:pt x="1450" y="40"/>
                  </a:lnTo>
                  <a:cubicBezTo>
                    <a:pt x="1432" y="22"/>
                    <a:pt x="1416" y="11"/>
                    <a:pt x="13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1"/>
            <p:cNvSpPr/>
            <p:nvPr/>
          </p:nvSpPr>
          <p:spPr>
            <a:xfrm>
              <a:off x="5644571" y="4032220"/>
              <a:ext cx="200120" cy="150295"/>
            </a:xfrm>
            <a:custGeom>
              <a:rect b="b" l="l" r="r" t="t"/>
              <a:pathLst>
                <a:path extrusionOk="0" h="1101" w="1466">
                  <a:moveTo>
                    <a:pt x="1399" y="1"/>
                  </a:moveTo>
                  <a:lnTo>
                    <a:pt x="0" y="817"/>
                  </a:lnTo>
                  <a:cubicBezTo>
                    <a:pt x="17" y="844"/>
                    <a:pt x="34" y="879"/>
                    <a:pt x="44" y="906"/>
                  </a:cubicBezTo>
                  <a:cubicBezTo>
                    <a:pt x="56" y="933"/>
                    <a:pt x="56" y="956"/>
                    <a:pt x="61" y="978"/>
                  </a:cubicBezTo>
                  <a:cubicBezTo>
                    <a:pt x="61" y="1000"/>
                    <a:pt x="61" y="1011"/>
                    <a:pt x="56" y="1028"/>
                  </a:cubicBezTo>
                  <a:cubicBezTo>
                    <a:pt x="56" y="1035"/>
                    <a:pt x="56" y="1045"/>
                    <a:pt x="57" y="1057"/>
                  </a:cubicBezTo>
                  <a:cubicBezTo>
                    <a:pt x="53" y="1074"/>
                    <a:pt x="41" y="1090"/>
                    <a:pt x="24" y="1101"/>
                  </a:cubicBezTo>
                  <a:lnTo>
                    <a:pt x="1423" y="286"/>
                  </a:lnTo>
                  <a:cubicBezTo>
                    <a:pt x="1439" y="281"/>
                    <a:pt x="1451" y="263"/>
                    <a:pt x="1456" y="241"/>
                  </a:cubicBezTo>
                  <a:cubicBezTo>
                    <a:pt x="1461" y="236"/>
                    <a:pt x="1461" y="229"/>
                    <a:pt x="1461" y="219"/>
                  </a:cubicBezTo>
                  <a:cubicBezTo>
                    <a:pt x="1466" y="203"/>
                    <a:pt x="1466" y="192"/>
                    <a:pt x="1466" y="163"/>
                  </a:cubicBezTo>
                  <a:cubicBezTo>
                    <a:pt x="1466" y="158"/>
                    <a:pt x="1466" y="152"/>
                    <a:pt x="1461" y="141"/>
                  </a:cubicBezTo>
                  <a:cubicBezTo>
                    <a:pt x="1461" y="136"/>
                    <a:pt x="1461" y="125"/>
                    <a:pt x="1456" y="119"/>
                  </a:cubicBezTo>
                  <a:cubicBezTo>
                    <a:pt x="1450" y="114"/>
                    <a:pt x="1450" y="108"/>
                    <a:pt x="1446" y="97"/>
                  </a:cubicBezTo>
                  <a:cubicBezTo>
                    <a:pt x="1446" y="92"/>
                    <a:pt x="1441" y="92"/>
                    <a:pt x="1441" y="87"/>
                  </a:cubicBezTo>
                  <a:cubicBezTo>
                    <a:pt x="1441" y="80"/>
                    <a:pt x="1441" y="74"/>
                    <a:pt x="1435" y="69"/>
                  </a:cubicBezTo>
                  <a:cubicBezTo>
                    <a:pt x="1435" y="63"/>
                    <a:pt x="1435" y="58"/>
                    <a:pt x="1430" y="52"/>
                  </a:cubicBezTo>
                  <a:cubicBezTo>
                    <a:pt x="1425" y="46"/>
                    <a:pt x="1425" y="41"/>
                    <a:pt x="1420" y="36"/>
                  </a:cubicBezTo>
                  <a:cubicBezTo>
                    <a:pt x="1414" y="29"/>
                    <a:pt x="1414" y="24"/>
                    <a:pt x="1409" y="19"/>
                  </a:cubicBezTo>
                  <a:cubicBezTo>
                    <a:pt x="1404" y="11"/>
                    <a:pt x="1404" y="6"/>
                    <a:pt x="13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1"/>
            <p:cNvSpPr/>
            <p:nvPr/>
          </p:nvSpPr>
          <p:spPr>
            <a:xfrm>
              <a:off x="5376335" y="4051741"/>
              <a:ext cx="291444" cy="386999"/>
            </a:xfrm>
            <a:custGeom>
              <a:rect b="b" l="l" r="r" t="t"/>
              <a:pathLst>
                <a:path extrusionOk="0" h="2835" w="2135">
                  <a:moveTo>
                    <a:pt x="494" y="1"/>
                  </a:moveTo>
                  <a:cubicBezTo>
                    <a:pt x="447" y="1"/>
                    <a:pt x="394" y="7"/>
                    <a:pt x="343" y="26"/>
                  </a:cubicBezTo>
                  <a:cubicBezTo>
                    <a:pt x="316" y="31"/>
                    <a:pt x="293" y="43"/>
                    <a:pt x="271" y="49"/>
                  </a:cubicBezTo>
                  <a:cubicBezTo>
                    <a:pt x="239" y="76"/>
                    <a:pt x="222" y="93"/>
                    <a:pt x="217" y="98"/>
                  </a:cubicBezTo>
                  <a:cubicBezTo>
                    <a:pt x="211" y="98"/>
                    <a:pt x="188" y="120"/>
                    <a:pt x="155" y="170"/>
                  </a:cubicBezTo>
                  <a:cubicBezTo>
                    <a:pt x="116" y="214"/>
                    <a:pt x="83" y="286"/>
                    <a:pt x="55" y="364"/>
                  </a:cubicBezTo>
                  <a:cubicBezTo>
                    <a:pt x="50" y="374"/>
                    <a:pt x="45" y="386"/>
                    <a:pt x="45" y="396"/>
                  </a:cubicBezTo>
                  <a:cubicBezTo>
                    <a:pt x="34" y="429"/>
                    <a:pt x="28" y="458"/>
                    <a:pt x="23" y="491"/>
                  </a:cubicBezTo>
                  <a:cubicBezTo>
                    <a:pt x="12" y="536"/>
                    <a:pt x="5" y="580"/>
                    <a:pt x="1" y="607"/>
                  </a:cubicBezTo>
                  <a:lnTo>
                    <a:pt x="1" y="731"/>
                  </a:lnTo>
                  <a:cubicBezTo>
                    <a:pt x="1" y="747"/>
                    <a:pt x="5" y="792"/>
                    <a:pt x="5" y="857"/>
                  </a:cubicBezTo>
                  <a:cubicBezTo>
                    <a:pt x="10" y="902"/>
                    <a:pt x="16" y="946"/>
                    <a:pt x="23" y="997"/>
                  </a:cubicBezTo>
                  <a:cubicBezTo>
                    <a:pt x="33" y="1046"/>
                    <a:pt x="40" y="1103"/>
                    <a:pt x="55" y="1162"/>
                  </a:cubicBezTo>
                  <a:cubicBezTo>
                    <a:pt x="83" y="1274"/>
                    <a:pt x="122" y="1391"/>
                    <a:pt x="155" y="1472"/>
                  </a:cubicBezTo>
                  <a:cubicBezTo>
                    <a:pt x="187" y="1562"/>
                    <a:pt x="217" y="1612"/>
                    <a:pt x="217" y="1617"/>
                  </a:cubicBezTo>
                  <a:cubicBezTo>
                    <a:pt x="222" y="1627"/>
                    <a:pt x="316" y="1844"/>
                    <a:pt x="467" y="2043"/>
                  </a:cubicBezTo>
                  <a:cubicBezTo>
                    <a:pt x="538" y="2150"/>
                    <a:pt x="616" y="2237"/>
                    <a:pt x="672" y="2304"/>
                  </a:cubicBezTo>
                  <a:lnTo>
                    <a:pt x="778" y="2410"/>
                  </a:lnTo>
                  <a:cubicBezTo>
                    <a:pt x="789" y="2420"/>
                    <a:pt x="940" y="2566"/>
                    <a:pt x="1117" y="2666"/>
                  </a:cubicBezTo>
                  <a:cubicBezTo>
                    <a:pt x="1122" y="2671"/>
                    <a:pt x="1127" y="2671"/>
                    <a:pt x="1127" y="2676"/>
                  </a:cubicBezTo>
                  <a:cubicBezTo>
                    <a:pt x="1132" y="2681"/>
                    <a:pt x="1138" y="2681"/>
                    <a:pt x="1138" y="2681"/>
                  </a:cubicBezTo>
                  <a:cubicBezTo>
                    <a:pt x="1316" y="2781"/>
                    <a:pt x="1464" y="2815"/>
                    <a:pt x="1475" y="2815"/>
                  </a:cubicBezTo>
                  <a:cubicBezTo>
                    <a:pt x="1480" y="2821"/>
                    <a:pt x="1520" y="2826"/>
                    <a:pt x="1581" y="2832"/>
                  </a:cubicBezTo>
                  <a:cubicBezTo>
                    <a:pt x="1601" y="2834"/>
                    <a:pt x="1623" y="2835"/>
                    <a:pt x="1646" y="2835"/>
                  </a:cubicBezTo>
                  <a:cubicBezTo>
                    <a:pt x="1693" y="2835"/>
                    <a:pt x="1744" y="2830"/>
                    <a:pt x="1792" y="2815"/>
                  </a:cubicBezTo>
                  <a:cubicBezTo>
                    <a:pt x="1820" y="2810"/>
                    <a:pt x="1847" y="2798"/>
                    <a:pt x="1869" y="2787"/>
                  </a:cubicBezTo>
                  <a:cubicBezTo>
                    <a:pt x="1902" y="2765"/>
                    <a:pt x="1919" y="2743"/>
                    <a:pt x="1919" y="2743"/>
                  </a:cubicBezTo>
                  <a:cubicBezTo>
                    <a:pt x="1919" y="2743"/>
                    <a:pt x="1946" y="2721"/>
                    <a:pt x="1981" y="2671"/>
                  </a:cubicBezTo>
                  <a:cubicBezTo>
                    <a:pt x="2020" y="2627"/>
                    <a:pt x="2052" y="2554"/>
                    <a:pt x="2080" y="2477"/>
                  </a:cubicBezTo>
                  <a:cubicBezTo>
                    <a:pt x="2097" y="2438"/>
                    <a:pt x="2102" y="2393"/>
                    <a:pt x="2113" y="2350"/>
                  </a:cubicBezTo>
                  <a:cubicBezTo>
                    <a:pt x="2118" y="2305"/>
                    <a:pt x="2123" y="2266"/>
                    <a:pt x="2130" y="2234"/>
                  </a:cubicBezTo>
                  <a:cubicBezTo>
                    <a:pt x="2135" y="2184"/>
                    <a:pt x="2135" y="2145"/>
                    <a:pt x="2135" y="2122"/>
                  </a:cubicBezTo>
                  <a:lnTo>
                    <a:pt x="2135" y="2105"/>
                  </a:lnTo>
                  <a:cubicBezTo>
                    <a:pt x="2135" y="2100"/>
                    <a:pt x="2130" y="2056"/>
                    <a:pt x="2130" y="1978"/>
                  </a:cubicBezTo>
                  <a:cubicBezTo>
                    <a:pt x="2124" y="1939"/>
                    <a:pt x="2119" y="1889"/>
                    <a:pt x="2113" y="1839"/>
                  </a:cubicBezTo>
                  <a:cubicBezTo>
                    <a:pt x="2102" y="1795"/>
                    <a:pt x="2096" y="1750"/>
                    <a:pt x="2086" y="1706"/>
                  </a:cubicBezTo>
                  <a:cubicBezTo>
                    <a:pt x="2080" y="1695"/>
                    <a:pt x="2080" y="1684"/>
                    <a:pt x="2080" y="1673"/>
                  </a:cubicBezTo>
                  <a:cubicBezTo>
                    <a:pt x="2047" y="1562"/>
                    <a:pt x="2013" y="1445"/>
                    <a:pt x="1981" y="1363"/>
                  </a:cubicBezTo>
                  <a:cubicBezTo>
                    <a:pt x="1947" y="1274"/>
                    <a:pt x="1919" y="1224"/>
                    <a:pt x="1919" y="1219"/>
                  </a:cubicBezTo>
                  <a:cubicBezTo>
                    <a:pt x="1914" y="1208"/>
                    <a:pt x="1820" y="991"/>
                    <a:pt x="1675" y="792"/>
                  </a:cubicBezTo>
                  <a:cubicBezTo>
                    <a:pt x="1604" y="686"/>
                    <a:pt x="1526" y="599"/>
                    <a:pt x="1464" y="532"/>
                  </a:cubicBezTo>
                  <a:cubicBezTo>
                    <a:pt x="1403" y="465"/>
                    <a:pt x="1365" y="426"/>
                    <a:pt x="1359" y="426"/>
                  </a:cubicBezTo>
                  <a:cubicBezTo>
                    <a:pt x="1353" y="421"/>
                    <a:pt x="1342" y="415"/>
                    <a:pt x="1326" y="392"/>
                  </a:cubicBezTo>
                  <a:cubicBezTo>
                    <a:pt x="1271" y="343"/>
                    <a:pt x="1148" y="237"/>
                    <a:pt x="1015" y="160"/>
                  </a:cubicBezTo>
                  <a:cubicBezTo>
                    <a:pt x="826" y="49"/>
                    <a:pt x="671" y="20"/>
                    <a:pt x="661" y="20"/>
                  </a:cubicBezTo>
                  <a:cubicBezTo>
                    <a:pt x="656" y="20"/>
                    <a:pt x="616" y="10"/>
                    <a:pt x="554" y="4"/>
                  </a:cubicBezTo>
                  <a:cubicBezTo>
                    <a:pt x="536" y="2"/>
                    <a:pt x="515" y="1"/>
                    <a:pt x="4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1"/>
            <p:cNvSpPr/>
            <p:nvPr/>
          </p:nvSpPr>
          <p:spPr>
            <a:xfrm>
              <a:off x="5413601" y="4039182"/>
              <a:ext cx="271786" cy="392050"/>
            </a:xfrm>
            <a:custGeom>
              <a:rect b="b" l="l" r="r" t="t"/>
              <a:pathLst>
                <a:path extrusionOk="0" h="2872" w="1991">
                  <a:moveTo>
                    <a:pt x="5" y="131"/>
                  </a:moveTo>
                  <a:cubicBezTo>
                    <a:pt x="3" y="132"/>
                    <a:pt x="2" y="133"/>
                    <a:pt x="0" y="133"/>
                  </a:cubicBezTo>
                  <a:cubicBezTo>
                    <a:pt x="2" y="133"/>
                    <a:pt x="3" y="133"/>
                    <a:pt x="5" y="131"/>
                  </a:cubicBezTo>
                  <a:close/>
                  <a:moveTo>
                    <a:pt x="338" y="1"/>
                  </a:moveTo>
                  <a:cubicBezTo>
                    <a:pt x="291" y="1"/>
                    <a:pt x="240" y="6"/>
                    <a:pt x="191" y="21"/>
                  </a:cubicBezTo>
                  <a:cubicBezTo>
                    <a:pt x="158" y="32"/>
                    <a:pt x="129" y="38"/>
                    <a:pt x="107" y="54"/>
                  </a:cubicBezTo>
                  <a:lnTo>
                    <a:pt x="13" y="108"/>
                  </a:lnTo>
                  <a:cubicBezTo>
                    <a:pt x="11" y="121"/>
                    <a:pt x="8" y="128"/>
                    <a:pt x="5" y="131"/>
                  </a:cubicBezTo>
                  <a:lnTo>
                    <a:pt x="5" y="131"/>
                  </a:lnTo>
                  <a:cubicBezTo>
                    <a:pt x="26" y="122"/>
                    <a:pt x="51" y="116"/>
                    <a:pt x="72" y="111"/>
                  </a:cubicBezTo>
                  <a:cubicBezTo>
                    <a:pt x="144" y="89"/>
                    <a:pt x="221" y="89"/>
                    <a:pt x="283" y="89"/>
                  </a:cubicBezTo>
                  <a:cubicBezTo>
                    <a:pt x="344" y="100"/>
                    <a:pt x="383" y="106"/>
                    <a:pt x="389" y="106"/>
                  </a:cubicBezTo>
                  <a:cubicBezTo>
                    <a:pt x="399" y="106"/>
                    <a:pt x="550" y="139"/>
                    <a:pt x="726" y="240"/>
                  </a:cubicBezTo>
                  <a:cubicBezTo>
                    <a:pt x="732" y="245"/>
                    <a:pt x="737" y="245"/>
                    <a:pt x="737" y="245"/>
                  </a:cubicBezTo>
                  <a:cubicBezTo>
                    <a:pt x="876" y="329"/>
                    <a:pt x="998" y="429"/>
                    <a:pt x="1054" y="478"/>
                  </a:cubicBezTo>
                  <a:cubicBezTo>
                    <a:pt x="1071" y="500"/>
                    <a:pt x="1087" y="505"/>
                    <a:pt x="1087" y="510"/>
                  </a:cubicBezTo>
                  <a:cubicBezTo>
                    <a:pt x="1092" y="516"/>
                    <a:pt x="1132" y="550"/>
                    <a:pt x="1192" y="617"/>
                  </a:cubicBezTo>
                  <a:cubicBezTo>
                    <a:pt x="1254" y="683"/>
                    <a:pt x="1332" y="778"/>
                    <a:pt x="1404" y="877"/>
                  </a:cubicBezTo>
                  <a:cubicBezTo>
                    <a:pt x="1548" y="1078"/>
                    <a:pt x="1642" y="1294"/>
                    <a:pt x="1647" y="1305"/>
                  </a:cubicBezTo>
                  <a:cubicBezTo>
                    <a:pt x="1652" y="1310"/>
                    <a:pt x="1674" y="1359"/>
                    <a:pt x="1709" y="1448"/>
                  </a:cubicBezTo>
                  <a:cubicBezTo>
                    <a:pt x="1748" y="1532"/>
                    <a:pt x="1781" y="1648"/>
                    <a:pt x="1808" y="1758"/>
                  </a:cubicBezTo>
                  <a:cubicBezTo>
                    <a:pt x="1814" y="1769"/>
                    <a:pt x="1814" y="1781"/>
                    <a:pt x="1814" y="1792"/>
                  </a:cubicBezTo>
                  <a:cubicBezTo>
                    <a:pt x="1824" y="1841"/>
                    <a:pt x="1830" y="1886"/>
                    <a:pt x="1841" y="1925"/>
                  </a:cubicBezTo>
                  <a:cubicBezTo>
                    <a:pt x="1851" y="1975"/>
                    <a:pt x="1858" y="2024"/>
                    <a:pt x="1858" y="2064"/>
                  </a:cubicBezTo>
                  <a:cubicBezTo>
                    <a:pt x="1863" y="2140"/>
                    <a:pt x="1863" y="2191"/>
                    <a:pt x="1863" y="2191"/>
                  </a:cubicBezTo>
                  <a:cubicBezTo>
                    <a:pt x="1863" y="2191"/>
                    <a:pt x="1858" y="2240"/>
                    <a:pt x="1858" y="2318"/>
                  </a:cubicBezTo>
                  <a:cubicBezTo>
                    <a:pt x="1852" y="2350"/>
                    <a:pt x="1847" y="2395"/>
                    <a:pt x="1841" y="2434"/>
                  </a:cubicBezTo>
                  <a:cubicBezTo>
                    <a:pt x="1830" y="2474"/>
                    <a:pt x="1819" y="2518"/>
                    <a:pt x="1808" y="2562"/>
                  </a:cubicBezTo>
                  <a:cubicBezTo>
                    <a:pt x="1776" y="2638"/>
                    <a:pt x="1741" y="2717"/>
                    <a:pt x="1709" y="2755"/>
                  </a:cubicBezTo>
                  <a:cubicBezTo>
                    <a:pt x="1676" y="2805"/>
                    <a:pt x="1647" y="2827"/>
                    <a:pt x="1647" y="2827"/>
                  </a:cubicBezTo>
                  <a:cubicBezTo>
                    <a:pt x="1642" y="2832"/>
                    <a:pt x="1625" y="2850"/>
                    <a:pt x="1598" y="2872"/>
                  </a:cubicBezTo>
                  <a:cubicBezTo>
                    <a:pt x="1704" y="2827"/>
                    <a:pt x="1763" y="2755"/>
                    <a:pt x="1769" y="2755"/>
                  </a:cubicBezTo>
                  <a:cubicBezTo>
                    <a:pt x="1774" y="2755"/>
                    <a:pt x="1797" y="2732"/>
                    <a:pt x="1830" y="2683"/>
                  </a:cubicBezTo>
                  <a:cubicBezTo>
                    <a:pt x="1870" y="2638"/>
                    <a:pt x="1903" y="2567"/>
                    <a:pt x="1930" y="2489"/>
                  </a:cubicBezTo>
                  <a:cubicBezTo>
                    <a:pt x="1947" y="2450"/>
                    <a:pt x="1952" y="2406"/>
                    <a:pt x="1962" y="2363"/>
                  </a:cubicBezTo>
                  <a:cubicBezTo>
                    <a:pt x="1968" y="2323"/>
                    <a:pt x="1973" y="2285"/>
                    <a:pt x="1980" y="2256"/>
                  </a:cubicBezTo>
                  <a:cubicBezTo>
                    <a:pt x="1980" y="2250"/>
                    <a:pt x="1985" y="2245"/>
                    <a:pt x="1985" y="2239"/>
                  </a:cubicBezTo>
                  <a:cubicBezTo>
                    <a:pt x="1991" y="2161"/>
                    <a:pt x="1991" y="2117"/>
                    <a:pt x="1991" y="2112"/>
                  </a:cubicBezTo>
                  <a:cubicBezTo>
                    <a:pt x="1991" y="2107"/>
                    <a:pt x="1985" y="2062"/>
                    <a:pt x="1985" y="1985"/>
                  </a:cubicBezTo>
                  <a:cubicBezTo>
                    <a:pt x="1980" y="1962"/>
                    <a:pt x="1980" y="1940"/>
                    <a:pt x="1975" y="1913"/>
                  </a:cubicBezTo>
                  <a:cubicBezTo>
                    <a:pt x="1970" y="1891"/>
                    <a:pt x="1970" y="1868"/>
                    <a:pt x="1965" y="1841"/>
                  </a:cubicBezTo>
                  <a:cubicBezTo>
                    <a:pt x="1954" y="1792"/>
                    <a:pt x="1947" y="1735"/>
                    <a:pt x="1931" y="1674"/>
                  </a:cubicBezTo>
                  <a:cubicBezTo>
                    <a:pt x="1914" y="1608"/>
                    <a:pt x="1892" y="1536"/>
                    <a:pt x="1870" y="1474"/>
                  </a:cubicBezTo>
                  <a:cubicBezTo>
                    <a:pt x="1860" y="1430"/>
                    <a:pt x="1842" y="1397"/>
                    <a:pt x="1830" y="1363"/>
                  </a:cubicBezTo>
                  <a:cubicBezTo>
                    <a:pt x="1798" y="1274"/>
                    <a:pt x="1769" y="1224"/>
                    <a:pt x="1769" y="1219"/>
                  </a:cubicBezTo>
                  <a:cubicBezTo>
                    <a:pt x="1763" y="1213"/>
                    <a:pt x="1736" y="1142"/>
                    <a:pt x="1685" y="1048"/>
                  </a:cubicBezTo>
                  <a:cubicBezTo>
                    <a:pt x="1641" y="970"/>
                    <a:pt x="1591" y="881"/>
                    <a:pt x="1525" y="792"/>
                  </a:cubicBezTo>
                  <a:cubicBezTo>
                    <a:pt x="1452" y="686"/>
                    <a:pt x="1375" y="598"/>
                    <a:pt x="1313" y="531"/>
                  </a:cubicBezTo>
                  <a:lnTo>
                    <a:pt x="1291" y="509"/>
                  </a:lnTo>
                  <a:cubicBezTo>
                    <a:pt x="1242" y="459"/>
                    <a:pt x="1213" y="426"/>
                    <a:pt x="1207" y="426"/>
                  </a:cubicBezTo>
                  <a:cubicBezTo>
                    <a:pt x="1202" y="420"/>
                    <a:pt x="1123" y="342"/>
                    <a:pt x="1019" y="264"/>
                  </a:cubicBezTo>
                  <a:cubicBezTo>
                    <a:pt x="1002" y="254"/>
                    <a:pt x="991" y="237"/>
                    <a:pt x="969" y="232"/>
                  </a:cubicBezTo>
                  <a:cubicBezTo>
                    <a:pt x="936" y="205"/>
                    <a:pt x="897" y="181"/>
                    <a:pt x="862" y="159"/>
                  </a:cubicBezTo>
                  <a:cubicBezTo>
                    <a:pt x="674" y="48"/>
                    <a:pt x="519" y="21"/>
                    <a:pt x="508" y="21"/>
                  </a:cubicBezTo>
                  <a:cubicBezTo>
                    <a:pt x="503" y="21"/>
                    <a:pt x="463" y="11"/>
                    <a:pt x="402" y="3"/>
                  </a:cubicBezTo>
                  <a:cubicBezTo>
                    <a:pt x="382" y="2"/>
                    <a:pt x="361" y="1"/>
                    <a:pt x="3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1"/>
            <p:cNvSpPr/>
            <p:nvPr/>
          </p:nvSpPr>
          <p:spPr>
            <a:xfrm>
              <a:off x="5311357" y="3986354"/>
              <a:ext cx="404062" cy="362973"/>
            </a:xfrm>
            <a:custGeom>
              <a:rect b="b" l="l" r="r" t="t"/>
              <a:pathLst>
                <a:path extrusionOk="0" h="2659" w="2960">
                  <a:moveTo>
                    <a:pt x="723" y="0"/>
                  </a:moveTo>
                  <a:cubicBezTo>
                    <a:pt x="718" y="0"/>
                    <a:pt x="713" y="1"/>
                    <a:pt x="708" y="2"/>
                  </a:cubicBezTo>
                  <a:cubicBezTo>
                    <a:pt x="703" y="2"/>
                    <a:pt x="663" y="7"/>
                    <a:pt x="625" y="19"/>
                  </a:cubicBezTo>
                  <a:cubicBezTo>
                    <a:pt x="580" y="29"/>
                    <a:pt x="547" y="42"/>
                    <a:pt x="541" y="42"/>
                  </a:cubicBezTo>
                  <a:cubicBezTo>
                    <a:pt x="463" y="74"/>
                    <a:pt x="463" y="190"/>
                    <a:pt x="524" y="301"/>
                  </a:cubicBezTo>
                  <a:lnTo>
                    <a:pt x="585" y="396"/>
                  </a:lnTo>
                  <a:cubicBezTo>
                    <a:pt x="580" y="396"/>
                    <a:pt x="558" y="413"/>
                    <a:pt x="530" y="435"/>
                  </a:cubicBezTo>
                  <a:cubicBezTo>
                    <a:pt x="508" y="463"/>
                    <a:pt x="480" y="485"/>
                    <a:pt x="480" y="485"/>
                  </a:cubicBezTo>
                  <a:lnTo>
                    <a:pt x="391" y="592"/>
                  </a:lnTo>
                  <a:lnTo>
                    <a:pt x="320" y="508"/>
                  </a:lnTo>
                  <a:cubicBezTo>
                    <a:pt x="297" y="479"/>
                    <a:pt x="275" y="457"/>
                    <a:pt x="248" y="446"/>
                  </a:cubicBezTo>
                  <a:cubicBezTo>
                    <a:pt x="223" y="433"/>
                    <a:pt x="200" y="426"/>
                    <a:pt x="179" y="426"/>
                  </a:cubicBezTo>
                  <a:cubicBezTo>
                    <a:pt x="147" y="426"/>
                    <a:pt x="120" y="442"/>
                    <a:pt x="103" y="478"/>
                  </a:cubicBezTo>
                  <a:cubicBezTo>
                    <a:pt x="98" y="484"/>
                    <a:pt x="86" y="523"/>
                    <a:pt x="64" y="567"/>
                  </a:cubicBezTo>
                  <a:cubicBezTo>
                    <a:pt x="47" y="612"/>
                    <a:pt x="37" y="662"/>
                    <a:pt x="37" y="662"/>
                  </a:cubicBezTo>
                  <a:cubicBezTo>
                    <a:pt x="0" y="760"/>
                    <a:pt x="66" y="905"/>
                    <a:pt x="149" y="964"/>
                  </a:cubicBezTo>
                  <a:lnTo>
                    <a:pt x="227" y="1026"/>
                  </a:lnTo>
                  <a:lnTo>
                    <a:pt x="216" y="1204"/>
                  </a:lnTo>
                  <a:lnTo>
                    <a:pt x="354" y="1282"/>
                  </a:lnTo>
                  <a:cubicBezTo>
                    <a:pt x="354" y="1277"/>
                    <a:pt x="360" y="1232"/>
                    <a:pt x="360" y="1154"/>
                  </a:cubicBezTo>
                  <a:cubicBezTo>
                    <a:pt x="365" y="1122"/>
                    <a:pt x="370" y="1078"/>
                    <a:pt x="382" y="1038"/>
                  </a:cubicBezTo>
                  <a:cubicBezTo>
                    <a:pt x="392" y="999"/>
                    <a:pt x="399" y="954"/>
                    <a:pt x="415" y="911"/>
                  </a:cubicBezTo>
                  <a:cubicBezTo>
                    <a:pt x="448" y="834"/>
                    <a:pt x="481" y="761"/>
                    <a:pt x="515" y="717"/>
                  </a:cubicBezTo>
                  <a:cubicBezTo>
                    <a:pt x="525" y="707"/>
                    <a:pt x="531" y="690"/>
                    <a:pt x="542" y="685"/>
                  </a:cubicBezTo>
                  <a:lnTo>
                    <a:pt x="564" y="662"/>
                  </a:lnTo>
                  <a:cubicBezTo>
                    <a:pt x="574" y="651"/>
                    <a:pt x="582" y="640"/>
                    <a:pt x="582" y="640"/>
                  </a:cubicBezTo>
                  <a:cubicBezTo>
                    <a:pt x="586" y="634"/>
                    <a:pt x="609" y="607"/>
                    <a:pt x="653" y="578"/>
                  </a:cubicBezTo>
                  <a:cubicBezTo>
                    <a:pt x="671" y="567"/>
                    <a:pt x="686" y="556"/>
                    <a:pt x="698" y="551"/>
                  </a:cubicBezTo>
                  <a:cubicBezTo>
                    <a:pt x="708" y="540"/>
                    <a:pt x="720" y="534"/>
                    <a:pt x="737" y="529"/>
                  </a:cubicBezTo>
                  <a:cubicBezTo>
                    <a:pt x="747" y="523"/>
                    <a:pt x="753" y="518"/>
                    <a:pt x="759" y="518"/>
                  </a:cubicBezTo>
                  <a:cubicBezTo>
                    <a:pt x="782" y="508"/>
                    <a:pt x="809" y="501"/>
                    <a:pt x="831" y="496"/>
                  </a:cubicBezTo>
                  <a:cubicBezTo>
                    <a:pt x="903" y="473"/>
                    <a:pt x="981" y="473"/>
                    <a:pt x="1042" y="473"/>
                  </a:cubicBezTo>
                  <a:cubicBezTo>
                    <a:pt x="1103" y="484"/>
                    <a:pt x="1142" y="490"/>
                    <a:pt x="1148" y="490"/>
                  </a:cubicBezTo>
                  <a:cubicBezTo>
                    <a:pt x="1159" y="490"/>
                    <a:pt x="1310" y="523"/>
                    <a:pt x="1486" y="624"/>
                  </a:cubicBezTo>
                  <a:cubicBezTo>
                    <a:pt x="1491" y="629"/>
                    <a:pt x="1496" y="629"/>
                    <a:pt x="1496" y="629"/>
                  </a:cubicBezTo>
                  <a:cubicBezTo>
                    <a:pt x="1636" y="713"/>
                    <a:pt x="1757" y="813"/>
                    <a:pt x="1814" y="863"/>
                  </a:cubicBezTo>
                  <a:cubicBezTo>
                    <a:pt x="1830" y="885"/>
                    <a:pt x="1846" y="890"/>
                    <a:pt x="1846" y="895"/>
                  </a:cubicBezTo>
                  <a:cubicBezTo>
                    <a:pt x="1851" y="901"/>
                    <a:pt x="1891" y="934"/>
                    <a:pt x="1952" y="1001"/>
                  </a:cubicBezTo>
                  <a:cubicBezTo>
                    <a:pt x="2014" y="1068"/>
                    <a:pt x="2091" y="1162"/>
                    <a:pt x="2164" y="1262"/>
                  </a:cubicBezTo>
                  <a:cubicBezTo>
                    <a:pt x="2307" y="1462"/>
                    <a:pt x="2401" y="1678"/>
                    <a:pt x="2407" y="1688"/>
                  </a:cubicBezTo>
                  <a:cubicBezTo>
                    <a:pt x="2412" y="1694"/>
                    <a:pt x="2434" y="1744"/>
                    <a:pt x="2468" y="1833"/>
                  </a:cubicBezTo>
                  <a:cubicBezTo>
                    <a:pt x="2507" y="1917"/>
                    <a:pt x="2541" y="2033"/>
                    <a:pt x="2568" y="2143"/>
                  </a:cubicBezTo>
                  <a:cubicBezTo>
                    <a:pt x="2573" y="2154"/>
                    <a:pt x="2573" y="2165"/>
                    <a:pt x="2573" y="2176"/>
                  </a:cubicBezTo>
                  <a:cubicBezTo>
                    <a:pt x="2584" y="2226"/>
                    <a:pt x="2590" y="2270"/>
                    <a:pt x="2600" y="2310"/>
                  </a:cubicBezTo>
                  <a:cubicBezTo>
                    <a:pt x="2611" y="2359"/>
                    <a:pt x="2617" y="2409"/>
                    <a:pt x="2617" y="2448"/>
                  </a:cubicBezTo>
                  <a:cubicBezTo>
                    <a:pt x="2622" y="2525"/>
                    <a:pt x="2622" y="2575"/>
                    <a:pt x="2622" y="2575"/>
                  </a:cubicBezTo>
                  <a:lnTo>
                    <a:pt x="2740" y="2642"/>
                  </a:lnTo>
                  <a:lnTo>
                    <a:pt x="2762" y="2658"/>
                  </a:lnTo>
                  <a:lnTo>
                    <a:pt x="2745" y="2465"/>
                  </a:lnTo>
                  <a:lnTo>
                    <a:pt x="2821" y="2498"/>
                  </a:lnTo>
                  <a:cubicBezTo>
                    <a:pt x="2839" y="2506"/>
                    <a:pt x="2856" y="2510"/>
                    <a:pt x="2871" y="2510"/>
                  </a:cubicBezTo>
                  <a:cubicBezTo>
                    <a:pt x="2909" y="2510"/>
                    <a:pt x="2938" y="2486"/>
                    <a:pt x="2949" y="2443"/>
                  </a:cubicBezTo>
                  <a:cubicBezTo>
                    <a:pt x="2960" y="2415"/>
                    <a:pt x="2960" y="2381"/>
                    <a:pt x="2949" y="2343"/>
                  </a:cubicBezTo>
                  <a:cubicBezTo>
                    <a:pt x="2949" y="2338"/>
                    <a:pt x="2939" y="2281"/>
                    <a:pt x="2921" y="2216"/>
                  </a:cubicBezTo>
                  <a:cubicBezTo>
                    <a:pt x="2904" y="2149"/>
                    <a:pt x="2888" y="2095"/>
                    <a:pt x="2888" y="2090"/>
                  </a:cubicBezTo>
                  <a:cubicBezTo>
                    <a:pt x="2861" y="1995"/>
                    <a:pt x="2799" y="1923"/>
                    <a:pt x="2744" y="1888"/>
                  </a:cubicBezTo>
                  <a:cubicBezTo>
                    <a:pt x="2727" y="1876"/>
                    <a:pt x="2711" y="1870"/>
                    <a:pt x="2694" y="1870"/>
                  </a:cubicBezTo>
                  <a:cubicBezTo>
                    <a:pt x="2689" y="1870"/>
                    <a:pt x="2683" y="1870"/>
                    <a:pt x="2678" y="1872"/>
                  </a:cubicBezTo>
                  <a:lnTo>
                    <a:pt x="2633" y="1877"/>
                  </a:lnTo>
                  <a:lnTo>
                    <a:pt x="2606" y="1877"/>
                  </a:lnTo>
                  <a:lnTo>
                    <a:pt x="2517" y="1672"/>
                  </a:lnTo>
                  <a:cubicBezTo>
                    <a:pt x="2517" y="1666"/>
                    <a:pt x="2495" y="1621"/>
                    <a:pt x="2466" y="1566"/>
                  </a:cubicBezTo>
                  <a:lnTo>
                    <a:pt x="2412" y="1466"/>
                  </a:lnTo>
                  <a:lnTo>
                    <a:pt x="2444" y="1448"/>
                  </a:lnTo>
                  <a:lnTo>
                    <a:pt x="2472" y="1432"/>
                  </a:lnTo>
                  <a:cubicBezTo>
                    <a:pt x="2539" y="1399"/>
                    <a:pt x="2533" y="1276"/>
                    <a:pt x="2461" y="1154"/>
                  </a:cubicBezTo>
                  <a:cubicBezTo>
                    <a:pt x="2456" y="1149"/>
                    <a:pt x="2422" y="1092"/>
                    <a:pt x="2385" y="1038"/>
                  </a:cubicBezTo>
                  <a:cubicBezTo>
                    <a:pt x="2345" y="982"/>
                    <a:pt x="2307" y="932"/>
                    <a:pt x="2301" y="927"/>
                  </a:cubicBezTo>
                  <a:cubicBezTo>
                    <a:pt x="2268" y="887"/>
                    <a:pt x="2239" y="860"/>
                    <a:pt x="2207" y="843"/>
                  </a:cubicBezTo>
                  <a:cubicBezTo>
                    <a:pt x="2180" y="829"/>
                    <a:pt x="2156" y="821"/>
                    <a:pt x="2135" y="821"/>
                  </a:cubicBezTo>
                  <a:cubicBezTo>
                    <a:pt x="2107" y="821"/>
                    <a:pt x="2086" y="834"/>
                    <a:pt x="2072" y="860"/>
                  </a:cubicBezTo>
                  <a:lnTo>
                    <a:pt x="2050" y="898"/>
                  </a:lnTo>
                  <a:lnTo>
                    <a:pt x="2040" y="927"/>
                  </a:lnTo>
                  <a:cubicBezTo>
                    <a:pt x="2040" y="922"/>
                    <a:pt x="2001" y="882"/>
                    <a:pt x="1968" y="843"/>
                  </a:cubicBezTo>
                  <a:lnTo>
                    <a:pt x="1891" y="765"/>
                  </a:lnTo>
                  <a:cubicBezTo>
                    <a:pt x="1886" y="760"/>
                    <a:pt x="1851" y="726"/>
                    <a:pt x="1814" y="693"/>
                  </a:cubicBezTo>
                  <a:cubicBezTo>
                    <a:pt x="1803" y="683"/>
                    <a:pt x="1792" y="676"/>
                    <a:pt x="1781" y="666"/>
                  </a:cubicBezTo>
                  <a:lnTo>
                    <a:pt x="1758" y="644"/>
                  </a:lnTo>
                  <a:cubicBezTo>
                    <a:pt x="1741" y="633"/>
                    <a:pt x="1731" y="621"/>
                    <a:pt x="1731" y="621"/>
                  </a:cubicBezTo>
                  <a:cubicBezTo>
                    <a:pt x="1731" y="616"/>
                    <a:pt x="1748" y="544"/>
                    <a:pt x="1748" y="544"/>
                  </a:cubicBezTo>
                  <a:cubicBezTo>
                    <a:pt x="1753" y="521"/>
                    <a:pt x="1753" y="494"/>
                    <a:pt x="1742" y="467"/>
                  </a:cubicBezTo>
                  <a:cubicBezTo>
                    <a:pt x="1726" y="389"/>
                    <a:pt x="1671" y="300"/>
                    <a:pt x="1599" y="256"/>
                  </a:cubicBezTo>
                  <a:cubicBezTo>
                    <a:pt x="1594" y="251"/>
                    <a:pt x="1549" y="223"/>
                    <a:pt x="1499" y="189"/>
                  </a:cubicBezTo>
                  <a:cubicBezTo>
                    <a:pt x="1449" y="162"/>
                    <a:pt x="1400" y="139"/>
                    <a:pt x="1400" y="139"/>
                  </a:cubicBezTo>
                  <a:cubicBezTo>
                    <a:pt x="1376" y="127"/>
                    <a:pt x="1354" y="122"/>
                    <a:pt x="1335" y="122"/>
                  </a:cubicBezTo>
                  <a:cubicBezTo>
                    <a:pt x="1283" y="122"/>
                    <a:pt x="1250" y="163"/>
                    <a:pt x="1250" y="228"/>
                  </a:cubicBezTo>
                  <a:cubicBezTo>
                    <a:pt x="1250" y="238"/>
                    <a:pt x="1250" y="251"/>
                    <a:pt x="1255" y="262"/>
                  </a:cubicBezTo>
                  <a:lnTo>
                    <a:pt x="1273" y="361"/>
                  </a:lnTo>
                  <a:cubicBezTo>
                    <a:pt x="1268" y="361"/>
                    <a:pt x="1263" y="356"/>
                    <a:pt x="1245" y="351"/>
                  </a:cubicBezTo>
                  <a:cubicBezTo>
                    <a:pt x="1228" y="345"/>
                    <a:pt x="1212" y="340"/>
                    <a:pt x="1190" y="333"/>
                  </a:cubicBezTo>
                  <a:cubicBezTo>
                    <a:pt x="1151" y="316"/>
                    <a:pt x="1113" y="311"/>
                    <a:pt x="1113" y="311"/>
                  </a:cubicBezTo>
                  <a:cubicBezTo>
                    <a:pt x="1096" y="306"/>
                    <a:pt x="1069" y="300"/>
                    <a:pt x="1035" y="300"/>
                  </a:cubicBezTo>
                  <a:cubicBezTo>
                    <a:pt x="997" y="295"/>
                    <a:pt x="964" y="295"/>
                    <a:pt x="964" y="295"/>
                  </a:cubicBezTo>
                  <a:lnTo>
                    <a:pt x="931" y="196"/>
                  </a:lnTo>
                  <a:cubicBezTo>
                    <a:pt x="909" y="123"/>
                    <a:pt x="854" y="52"/>
                    <a:pt x="797" y="24"/>
                  </a:cubicBezTo>
                  <a:cubicBezTo>
                    <a:pt x="771" y="10"/>
                    <a:pt x="746" y="0"/>
                    <a:pt x="7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0" name="Google Shape;7410;p71"/>
          <p:cNvGrpSpPr/>
          <p:nvPr/>
        </p:nvGrpSpPr>
        <p:grpSpPr>
          <a:xfrm>
            <a:off x="418948" y="3942050"/>
            <a:ext cx="830805" cy="753025"/>
            <a:chOff x="5255839" y="-1347627"/>
            <a:chExt cx="1366681" cy="1238732"/>
          </a:xfrm>
        </p:grpSpPr>
        <p:sp>
          <p:nvSpPr>
            <p:cNvPr id="7411" name="Google Shape;7411;p71"/>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1"/>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1"/>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1"/>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1"/>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1"/>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1"/>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1"/>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1"/>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1"/>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1"/>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1"/>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1"/>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1"/>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71"/>
          <p:cNvGrpSpPr/>
          <p:nvPr/>
        </p:nvGrpSpPr>
        <p:grpSpPr>
          <a:xfrm>
            <a:off x="1726110" y="132350"/>
            <a:ext cx="830805" cy="753025"/>
            <a:chOff x="5255839" y="-1347627"/>
            <a:chExt cx="1366681" cy="1238732"/>
          </a:xfrm>
        </p:grpSpPr>
        <p:sp>
          <p:nvSpPr>
            <p:cNvPr id="7426" name="Google Shape;7426;p71"/>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1"/>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1"/>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1"/>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1"/>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1"/>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1"/>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1"/>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1"/>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1"/>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1"/>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1"/>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1"/>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1"/>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0" name="Google Shape;7440;p71"/>
          <p:cNvGrpSpPr/>
          <p:nvPr/>
        </p:nvGrpSpPr>
        <p:grpSpPr>
          <a:xfrm>
            <a:off x="355685" y="828648"/>
            <a:ext cx="830894" cy="591536"/>
            <a:chOff x="7088023" y="1297048"/>
            <a:chExt cx="830894" cy="591536"/>
          </a:xfrm>
        </p:grpSpPr>
        <p:sp>
          <p:nvSpPr>
            <p:cNvPr id="7441" name="Google Shape;7441;p71"/>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1"/>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1"/>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1"/>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1"/>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1"/>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1"/>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1"/>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1"/>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1"/>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1"/>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1"/>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1"/>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1"/>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1"/>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1"/>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1"/>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1"/>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1"/>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1"/>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1"/>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1"/>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1"/>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1"/>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1"/>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1"/>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1"/>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1"/>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1"/>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1"/>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1"/>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1"/>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1"/>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71"/>
          <p:cNvGrpSpPr/>
          <p:nvPr/>
        </p:nvGrpSpPr>
        <p:grpSpPr>
          <a:xfrm>
            <a:off x="7976173" y="3581623"/>
            <a:ext cx="830894" cy="591536"/>
            <a:chOff x="7088023" y="1297048"/>
            <a:chExt cx="830894" cy="591536"/>
          </a:xfrm>
        </p:grpSpPr>
        <p:sp>
          <p:nvSpPr>
            <p:cNvPr id="7475" name="Google Shape;7475;p71"/>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1"/>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1"/>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1"/>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1"/>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1"/>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1"/>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1"/>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1"/>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1"/>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1"/>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1"/>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1"/>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1"/>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1"/>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1"/>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1"/>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1"/>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1"/>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1"/>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1"/>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1"/>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1"/>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1"/>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1"/>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1"/>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1"/>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1"/>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1"/>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1"/>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1"/>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1"/>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1"/>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71"/>
          <p:cNvGrpSpPr/>
          <p:nvPr/>
        </p:nvGrpSpPr>
        <p:grpSpPr>
          <a:xfrm>
            <a:off x="1281898" y="2449073"/>
            <a:ext cx="830894" cy="591536"/>
            <a:chOff x="7088023" y="1297048"/>
            <a:chExt cx="830894" cy="591536"/>
          </a:xfrm>
        </p:grpSpPr>
        <p:sp>
          <p:nvSpPr>
            <p:cNvPr id="7509" name="Google Shape;7509;p71"/>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1"/>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1"/>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1"/>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1"/>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1"/>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1"/>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1"/>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1"/>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1"/>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1"/>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1"/>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1"/>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1"/>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1"/>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1"/>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1"/>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1"/>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1"/>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1"/>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1"/>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1"/>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1"/>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1"/>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1"/>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1"/>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1"/>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1"/>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1"/>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1"/>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1"/>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1"/>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1"/>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2" name="Google Shape;7542;p71"/>
          <p:cNvGrpSpPr/>
          <p:nvPr/>
        </p:nvGrpSpPr>
        <p:grpSpPr>
          <a:xfrm>
            <a:off x="4710273" y="132350"/>
            <a:ext cx="830805" cy="753025"/>
            <a:chOff x="5255839" y="-1347627"/>
            <a:chExt cx="1366681" cy="1238732"/>
          </a:xfrm>
        </p:grpSpPr>
        <p:sp>
          <p:nvSpPr>
            <p:cNvPr id="7543" name="Google Shape;7543;p71"/>
            <p:cNvSpPr/>
            <p:nvPr/>
          </p:nvSpPr>
          <p:spPr>
            <a:xfrm>
              <a:off x="5507227" y="-413232"/>
              <a:ext cx="1115293" cy="304338"/>
            </a:xfrm>
            <a:custGeom>
              <a:rect b="b" l="l" r="r" t="t"/>
              <a:pathLst>
                <a:path extrusionOk="0" h="1822" w="6677">
                  <a:moveTo>
                    <a:pt x="2446" y="0"/>
                  </a:moveTo>
                  <a:lnTo>
                    <a:pt x="1216" y="714"/>
                  </a:lnTo>
                  <a:lnTo>
                    <a:pt x="1" y="714"/>
                  </a:lnTo>
                  <a:lnTo>
                    <a:pt x="1" y="1109"/>
                  </a:lnTo>
                  <a:lnTo>
                    <a:pt x="1163" y="1109"/>
                  </a:lnTo>
                  <a:lnTo>
                    <a:pt x="2401" y="1821"/>
                  </a:lnTo>
                  <a:lnTo>
                    <a:pt x="5122" y="1821"/>
                  </a:lnTo>
                  <a:lnTo>
                    <a:pt x="6677" y="921"/>
                  </a:lnTo>
                  <a:lnTo>
                    <a:pt x="5171"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1"/>
            <p:cNvSpPr/>
            <p:nvPr/>
          </p:nvSpPr>
          <p:spPr>
            <a:xfrm>
              <a:off x="5507227" y="-831655"/>
              <a:ext cx="49776" cy="603832"/>
            </a:xfrm>
            <a:custGeom>
              <a:rect b="b" l="l" r="r" t="t"/>
              <a:pathLst>
                <a:path extrusionOk="0" h="3615" w="298">
                  <a:moveTo>
                    <a:pt x="297" y="1"/>
                  </a:moveTo>
                  <a:lnTo>
                    <a:pt x="1" y="173"/>
                  </a:lnTo>
                  <a:lnTo>
                    <a:pt x="1" y="3614"/>
                  </a:lnTo>
                  <a:lnTo>
                    <a:pt x="297" y="3440"/>
                  </a:lnTo>
                  <a:lnTo>
                    <a:pt x="2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1"/>
            <p:cNvSpPr/>
            <p:nvPr/>
          </p:nvSpPr>
          <p:spPr>
            <a:xfrm>
              <a:off x="5457785" y="-860553"/>
              <a:ext cx="99219" cy="57794"/>
            </a:xfrm>
            <a:custGeom>
              <a:rect b="b" l="l" r="r" t="t"/>
              <a:pathLst>
                <a:path extrusionOk="0" h="346" w="594">
                  <a:moveTo>
                    <a:pt x="297" y="0"/>
                  </a:moveTo>
                  <a:lnTo>
                    <a:pt x="0" y="174"/>
                  </a:lnTo>
                  <a:lnTo>
                    <a:pt x="297" y="346"/>
                  </a:lnTo>
                  <a:lnTo>
                    <a:pt x="593" y="174"/>
                  </a:lnTo>
                  <a:lnTo>
                    <a:pt x="297" y="0"/>
                  </a:lnTo>
                  <a:close/>
                </a:path>
              </a:pathLst>
            </a:custGeom>
            <a:solidFill>
              <a:srgbClr val="4E4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1"/>
            <p:cNvSpPr/>
            <p:nvPr/>
          </p:nvSpPr>
          <p:spPr>
            <a:xfrm>
              <a:off x="5457785" y="-831655"/>
              <a:ext cx="49609" cy="603832"/>
            </a:xfrm>
            <a:custGeom>
              <a:rect b="b" l="l" r="r" t="t"/>
              <a:pathLst>
                <a:path extrusionOk="0" h="3615" w="297">
                  <a:moveTo>
                    <a:pt x="0" y="1"/>
                  </a:moveTo>
                  <a:lnTo>
                    <a:pt x="0" y="3440"/>
                  </a:lnTo>
                  <a:lnTo>
                    <a:pt x="297" y="3614"/>
                  </a:lnTo>
                  <a:lnTo>
                    <a:pt x="297" y="17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1"/>
            <p:cNvSpPr/>
            <p:nvPr/>
          </p:nvSpPr>
          <p:spPr>
            <a:xfrm>
              <a:off x="5515078" y="-1137163"/>
              <a:ext cx="259572" cy="757170"/>
            </a:xfrm>
            <a:custGeom>
              <a:rect b="b" l="l" r="r" t="t"/>
              <a:pathLst>
                <a:path extrusionOk="0" h="4533" w="1554">
                  <a:moveTo>
                    <a:pt x="1554" y="1"/>
                  </a:moveTo>
                  <a:lnTo>
                    <a:pt x="347" y="701"/>
                  </a:lnTo>
                  <a:lnTo>
                    <a:pt x="1" y="901"/>
                  </a:lnTo>
                  <a:lnTo>
                    <a:pt x="1" y="1003"/>
                  </a:lnTo>
                  <a:lnTo>
                    <a:pt x="1" y="4533"/>
                  </a:lnTo>
                  <a:lnTo>
                    <a:pt x="1554" y="3632"/>
                  </a:lnTo>
                  <a:lnTo>
                    <a:pt x="1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1"/>
            <p:cNvSpPr/>
            <p:nvPr/>
          </p:nvSpPr>
          <p:spPr>
            <a:xfrm>
              <a:off x="5255839" y="-1253586"/>
              <a:ext cx="518811" cy="267089"/>
            </a:xfrm>
            <a:custGeom>
              <a:rect b="b" l="l" r="r" t="t"/>
              <a:pathLst>
                <a:path extrusionOk="0" h="1599" w="3106">
                  <a:moveTo>
                    <a:pt x="1899" y="0"/>
                  </a:moveTo>
                  <a:lnTo>
                    <a:pt x="1899" y="645"/>
                  </a:lnTo>
                  <a:lnTo>
                    <a:pt x="1148" y="1040"/>
                  </a:lnTo>
                  <a:lnTo>
                    <a:pt x="262" y="544"/>
                  </a:lnTo>
                  <a:lnTo>
                    <a:pt x="0" y="698"/>
                  </a:lnTo>
                  <a:lnTo>
                    <a:pt x="262" y="851"/>
                  </a:lnTo>
                  <a:lnTo>
                    <a:pt x="1148" y="1367"/>
                  </a:lnTo>
                  <a:lnTo>
                    <a:pt x="1553" y="1598"/>
                  </a:lnTo>
                  <a:lnTo>
                    <a:pt x="1899" y="1398"/>
                  </a:lnTo>
                  <a:lnTo>
                    <a:pt x="3106" y="698"/>
                  </a:lnTo>
                  <a:lnTo>
                    <a:pt x="18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1"/>
            <p:cNvSpPr/>
            <p:nvPr/>
          </p:nvSpPr>
          <p:spPr>
            <a:xfrm>
              <a:off x="5450268" y="-1253586"/>
              <a:ext cx="229673" cy="172380"/>
            </a:xfrm>
            <a:custGeom>
              <a:rect b="b" l="l" r="r" t="t"/>
              <a:pathLst>
                <a:path extrusionOk="0" h="1032" w="1375">
                  <a:moveTo>
                    <a:pt x="413" y="0"/>
                  </a:moveTo>
                  <a:lnTo>
                    <a:pt x="0" y="1031"/>
                  </a:lnTo>
                  <a:lnTo>
                    <a:pt x="638" y="1031"/>
                  </a:lnTo>
                  <a:lnTo>
                    <a:pt x="1375" y="594"/>
                  </a:lnTo>
                  <a:lnTo>
                    <a:pt x="413"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1"/>
            <p:cNvSpPr/>
            <p:nvPr/>
          </p:nvSpPr>
          <p:spPr>
            <a:xfrm>
              <a:off x="5447429" y="-1262105"/>
              <a:ext cx="125610" cy="182235"/>
            </a:xfrm>
            <a:custGeom>
              <a:rect b="b" l="l" r="r" t="t"/>
              <a:pathLst>
                <a:path extrusionOk="0" h="1091" w="752">
                  <a:moveTo>
                    <a:pt x="752" y="0"/>
                  </a:moveTo>
                  <a:lnTo>
                    <a:pt x="1" y="438"/>
                  </a:lnTo>
                  <a:lnTo>
                    <a:pt x="1" y="1091"/>
                  </a:lnTo>
                  <a:lnTo>
                    <a:pt x="752" y="696"/>
                  </a:lnTo>
                  <a:lnTo>
                    <a:pt x="752" y="51"/>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1"/>
            <p:cNvSpPr/>
            <p:nvPr/>
          </p:nvSpPr>
          <p:spPr>
            <a:xfrm>
              <a:off x="5255839" y="-1137163"/>
              <a:ext cx="259405" cy="757170"/>
            </a:xfrm>
            <a:custGeom>
              <a:rect b="b" l="l" r="r" t="t"/>
              <a:pathLst>
                <a:path extrusionOk="0" h="4533" w="1553">
                  <a:moveTo>
                    <a:pt x="0" y="1"/>
                  </a:moveTo>
                  <a:lnTo>
                    <a:pt x="0" y="3632"/>
                  </a:lnTo>
                  <a:lnTo>
                    <a:pt x="1553" y="4533"/>
                  </a:lnTo>
                  <a:lnTo>
                    <a:pt x="1553" y="1003"/>
                  </a:lnTo>
                  <a:lnTo>
                    <a:pt x="1553" y="901"/>
                  </a:lnTo>
                  <a:lnTo>
                    <a:pt x="1148" y="670"/>
                  </a:lnTo>
                  <a:lnTo>
                    <a:pt x="262" y="154"/>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1"/>
            <p:cNvSpPr/>
            <p:nvPr/>
          </p:nvSpPr>
          <p:spPr>
            <a:xfrm>
              <a:off x="5299435" y="-1274800"/>
              <a:ext cx="148160" cy="194930"/>
            </a:xfrm>
            <a:custGeom>
              <a:rect b="b" l="l" r="r" t="t"/>
              <a:pathLst>
                <a:path extrusionOk="0" h="1167" w="887">
                  <a:moveTo>
                    <a:pt x="1" y="0"/>
                  </a:moveTo>
                  <a:lnTo>
                    <a:pt x="1" y="671"/>
                  </a:lnTo>
                  <a:lnTo>
                    <a:pt x="887" y="1167"/>
                  </a:lnTo>
                  <a:lnTo>
                    <a:pt x="887" y="514"/>
                  </a:lnTo>
                  <a:lnTo>
                    <a:pt x="584" y="33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1"/>
            <p:cNvSpPr/>
            <p:nvPr/>
          </p:nvSpPr>
          <p:spPr>
            <a:xfrm>
              <a:off x="5299435" y="-1347627"/>
              <a:ext cx="273603" cy="158683"/>
            </a:xfrm>
            <a:custGeom>
              <a:rect b="b" l="l" r="r" t="t"/>
              <a:pathLst>
                <a:path extrusionOk="0" h="950" w="1638">
                  <a:moveTo>
                    <a:pt x="752" y="1"/>
                  </a:moveTo>
                  <a:lnTo>
                    <a:pt x="1" y="436"/>
                  </a:lnTo>
                  <a:lnTo>
                    <a:pt x="584" y="770"/>
                  </a:lnTo>
                  <a:lnTo>
                    <a:pt x="887" y="950"/>
                  </a:lnTo>
                  <a:lnTo>
                    <a:pt x="1599" y="539"/>
                  </a:lnTo>
                  <a:lnTo>
                    <a:pt x="1638" y="512"/>
                  </a:lnTo>
                  <a:lnTo>
                    <a:pt x="7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1"/>
            <p:cNvSpPr/>
            <p:nvPr/>
          </p:nvSpPr>
          <p:spPr>
            <a:xfrm>
              <a:off x="5645031" y="-939226"/>
              <a:ext cx="54787" cy="257568"/>
            </a:xfrm>
            <a:custGeom>
              <a:rect b="b" l="l" r="r" t="t"/>
              <a:pathLst>
                <a:path extrusionOk="0" h="1542" w="328">
                  <a:moveTo>
                    <a:pt x="0" y="0"/>
                  </a:moveTo>
                  <a:lnTo>
                    <a:pt x="0" y="1351"/>
                  </a:lnTo>
                  <a:lnTo>
                    <a:pt x="328" y="1541"/>
                  </a:lnTo>
                  <a:lnTo>
                    <a:pt x="328" y="1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1"/>
            <p:cNvSpPr/>
            <p:nvPr/>
          </p:nvSpPr>
          <p:spPr>
            <a:xfrm>
              <a:off x="5645031" y="-1014392"/>
              <a:ext cx="186077" cy="107069"/>
            </a:xfrm>
            <a:custGeom>
              <a:rect b="b" l="l" r="r" t="t"/>
              <a:pathLst>
                <a:path extrusionOk="0" h="641" w="1114">
                  <a:moveTo>
                    <a:pt x="776" y="0"/>
                  </a:moveTo>
                  <a:cubicBezTo>
                    <a:pt x="776" y="0"/>
                    <a:pt x="776" y="0"/>
                    <a:pt x="776" y="0"/>
                  </a:cubicBezTo>
                  <a:lnTo>
                    <a:pt x="0" y="450"/>
                  </a:lnTo>
                  <a:lnTo>
                    <a:pt x="328" y="641"/>
                  </a:lnTo>
                  <a:lnTo>
                    <a:pt x="1113" y="191"/>
                  </a:lnTo>
                  <a:cubicBezTo>
                    <a:pt x="1113" y="191"/>
                    <a:pt x="779"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1"/>
            <p:cNvSpPr/>
            <p:nvPr/>
          </p:nvSpPr>
          <p:spPr>
            <a:xfrm>
              <a:off x="5699652" y="-982655"/>
              <a:ext cx="131457" cy="300997"/>
            </a:xfrm>
            <a:custGeom>
              <a:rect b="b" l="l" r="r" t="t"/>
              <a:pathLst>
                <a:path extrusionOk="0" h="1802" w="787">
                  <a:moveTo>
                    <a:pt x="786" y="1"/>
                  </a:moveTo>
                  <a:lnTo>
                    <a:pt x="1" y="451"/>
                  </a:lnTo>
                  <a:lnTo>
                    <a:pt x="1" y="1801"/>
                  </a:lnTo>
                  <a:lnTo>
                    <a:pt x="786" y="1351"/>
                  </a:lnTo>
                  <a:lnTo>
                    <a:pt x="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0" name="Shape 7560"/>
        <p:cNvGrpSpPr/>
        <p:nvPr/>
      </p:nvGrpSpPr>
      <p:grpSpPr>
        <a:xfrm>
          <a:off x="0" y="0"/>
          <a:ext cx="0" cy="0"/>
          <a:chOff x="0" y="0"/>
          <a:chExt cx="0" cy="0"/>
        </a:xfrm>
      </p:grpSpPr>
      <p:sp>
        <p:nvSpPr>
          <p:cNvPr id="7561" name="Google Shape;7561;p7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grpSp>
        <p:nvGrpSpPr>
          <p:cNvPr id="7562" name="Google Shape;7562;p72"/>
          <p:cNvGrpSpPr/>
          <p:nvPr/>
        </p:nvGrpSpPr>
        <p:grpSpPr>
          <a:xfrm>
            <a:off x="1970932" y="1289347"/>
            <a:ext cx="310007" cy="309454"/>
            <a:chOff x="1970932" y="1289347"/>
            <a:chExt cx="310007" cy="309454"/>
          </a:xfrm>
        </p:grpSpPr>
        <p:sp>
          <p:nvSpPr>
            <p:cNvPr id="7563" name="Google Shape;7563;p72"/>
            <p:cNvSpPr/>
            <p:nvPr/>
          </p:nvSpPr>
          <p:spPr>
            <a:xfrm>
              <a:off x="2049998" y="1368152"/>
              <a:ext cx="230942" cy="230649"/>
            </a:xfrm>
            <a:custGeom>
              <a:rect b="b" l="l" r="r" t="t"/>
              <a:pathLst>
                <a:path extrusionOk="0" h="7080" w="7089">
                  <a:moveTo>
                    <a:pt x="6901" y="0"/>
                  </a:moveTo>
                  <a:cubicBezTo>
                    <a:pt x="6881" y="0"/>
                    <a:pt x="6860" y="4"/>
                    <a:pt x="6840" y="10"/>
                  </a:cubicBezTo>
                  <a:lnTo>
                    <a:pt x="5512" y="484"/>
                  </a:lnTo>
                  <a:cubicBezTo>
                    <a:pt x="5458" y="503"/>
                    <a:pt x="5416" y="546"/>
                    <a:pt x="5397" y="600"/>
                  </a:cubicBezTo>
                  <a:lnTo>
                    <a:pt x="4998" y="1815"/>
                  </a:lnTo>
                  <a:lnTo>
                    <a:pt x="4204" y="2804"/>
                  </a:lnTo>
                  <a:cubicBezTo>
                    <a:pt x="4185" y="2826"/>
                    <a:pt x="4174" y="2853"/>
                    <a:pt x="4166" y="2881"/>
                  </a:cubicBezTo>
                  <a:lnTo>
                    <a:pt x="3929" y="3974"/>
                  </a:lnTo>
                  <a:lnTo>
                    <a:pt x="2905" y="3974"/>
                  </a:lnTo>
                  <a:cubicBezTo>
                    <a:pt x="2837" y="3974"/>
                    <a:pt x="2774" y="4011"/>
                    <a:pt x="2741" y="4072"/>
                  </a:cubicBezTo>
                  <a:lnTo>
                    <a:pt x="2115" y="5240"/>
                  </a:lnTo>
                  <a:lnTo>
                    <a:pt x="1143" y="5240"/>
                  </a:lnTo>
                  <a:cubicBezTo>
                    <a:pt x="1080" y="5240"/>
                    <a:pt x="1022" y="5271"/>
                    <a:pt x="988" y="5325"/>
                  </a:cubicBezTo>
                  <a:lnTo>
                    <a:pt x="40" y="6793"/>
                  </a:lnTo>
                  <a:cubicBezTo>
                    <a:pt x="2" y="6850"/>
                    <a:pt x="0" y="6922"/>
                    <a:pt x="33" y="6982"/>
                  </a:cubicBezTo>
                  <a:cubicBezTo>
                    <a:pt x="66" y="7043"/>
                    <a:pt x="129" y="7080"/>
                    <a:pt x="195" y="7080"/>
                  </a:cubicBezTo>
                  <a:lnTo>
                    <a:pt x="6903" y="7080"/>
                  </a:lnTo>
                  <a:cubicBezTo>
                    <a:pt x="7004" y="7080"/>
                    <a:pt x="7088" y="6997"/>
                    <a:pt x="7088" y="6893"/>
                  </a:cubicBezTo>
                  <a:lnTo>
                    <a:pt x="7088" y="4214"/>
                  </a:lnTo>
                  <a:cubicBezTo>
                    <a:pt x="7088" y="4112"/>
                    <a:pt x="7006" y="4028"/>
                    <a:pt x="6903" y="4028"/>
                  </a:cubicBezTo>
                  <a:cubicBezTo>
                    <a:pt x="6799" y="4028"/>
                    <a:pt x="6716" y="4111"/>
                    <a:pt x="6716" y="4214"/>
                  </a:cubicBezTo>
                  <a:lnTo>
                    <a:pt x="6716" y="6708"/>
                  </a:lnTo>
                  <a:lnTo>
                    <a:pt x="535" y="6708"/>
                  </a:lnTo>
                  <a:lnTo>
                    <a:pt x="1245" y="5610"/>
                  </a:lnTo>
                  <a:lnTo>
                    <a:pt x="2226" y="5610"/>
                  </a:lnTo>
                  <a:cubicBezTo>
                    <a:pt x="2294" y="5610"/>
                    <a:pt x="2357" y="5572"/>
                    <a:pt x="2390" y="5512"/>
                  </a:cubicBezTo>
                  <a:lnTo>
                    <a:pt x="3016" y="4344"/>
                  </a:lnTo>
                  <a:lnTo>
                    <a:pt x="4078" y="4344"/>
                  </a:lnTo>
                  <a:cubicBezTo>
                    <a:pt x="4165" y="4344"/>
                    <a:pt x="4241" y="4284"/>
                    <a:pt x="4259" y="4199"/>
                  </a:cubicBezTo>
                  <a:lnTo>
                    <a:pt x="4520" y="3003"/>
                  </a:lnTo>
                  <a:lnTo>
                    <a:pt x="5309" y="2022"/>
                  </a:lnTo>
                  <a:cubicBezTo>
                    <a:pt x="5323" y="2005"/>
                    <a:pt x="5333" y="1985"/>
                    <a:pt x="5341" y="1964"/>
                  </a:cubicBezTo>
                  <a:lnTo>
                    <a:pt x="5721" y="805"/>
                  </a:lnTo>
                  <a:lnTo>
                    <a:pt x="6716" y="449"/>
                  </a:lnTo>
                  <a:lnTo>
                    <a:pt x="6716" y="2545"/>
                  </a:lnTo>
                  <a:cubicBezTo>
                    <a:pt x="6716" y="2647"/>
                    <a:pt x="6799" y="2731"/>
                    <a:pt x="6903" y="2731"/>
                  </a:cubicBezTo>
                  <a:cubicBezTo>
                    <a:pt x="7006" y="2731"/>
                    <a:pt x="7088" y="2648"/>
                    <a:pt x="7088" y="2545"/>
                  </a:cubicBezTo>
                  <a:lnTo>
                    <a:pt x="7088" y="186"/>
                  </a:lnTo>
                  <a:cubicBezTo>
                    <a:pt x="7087" y="125"/>
                    <a:pt x="7059" y="68"/>
                    <a:pt x="7009" y="35"/>
                  </a:cubicBezTo>
                  <a:cubicBezTo>
                    <a:pt x="6976" y="12"/>
                    <a:pt x="6939" y="0"/>
                    <a:pt x="69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2"/>
            <p:cNvSpPr/>
            <p:nvPr/>
          </p:nvSpPr>
          <p:spPr>
            <a:xfrm>
              <a:off x="1970932" y="1289347"/>
              <a:ext cx="209082" cy="234167"/>
            </a:xfrm>
            <a:custGeom>
              <a:rect b="b" l="l" r="r" t="t"/>
              <a:pathLst>
                <a:path extrusionOk="0" h="7188" w="6418">
                  <a:moveTo>
                    <a:pt x="3920" y="386"/>
                  </a:moveTo>
                  <a:lnTo>
                    <a:pt x="4476" y="708"/>
                  </a:lnTo>
                  <a:lnTo>
                    <a:pt x="4281" y="1046"/>
                  </a:lnTo>
                  <a:lnTo>
                    <a:pt x="3725" y="724"/>
                  </a:lnTo>
                  <a:lnTo>
                    <a:pt x="3920" y="386"/>
                  </a:lnTo>
                  <a:close/>
                  <a:moveTo>
                    <a:pt x="1582" y="591"/>
                  </a:moveTo>
                  <a:cubicBezTo>
                    <a:pt x="2049" y="647"/>
                    <a:pt x="2507" y="762"/>
                    <a:pt x="2947" y="930"/>
                  </a:cubicBezTo>
                  <a:lnTo>
                    <a:pt x="2601" y="1529"/>
                  </a:lnTo>
                  <a:cubicBezTo>
                    <a:pt x="2236" y="1349"/>
                    <a:pt x="1860" y="1187"/>
                    <a:pt x="1480" y="1043"/>
                  </a:cubicBezTo>
                  <a:lnTo>
                    <a:pt x="1582" y="591"/>
                  </a:lnTo>
                  <a:close/>
                  <a:moveTo>
                    <a:pt x="3368" y="946"/>
                  </a:moveTo>
                  <a:lnTo>
                    <a:pt x="4269" y="1466"/>
                  </a:lnTo>
                  <a:lnTo>
                    <a:pt x="3772" y="2325"/>
                  </a:lnTo>
                  <a:lnTo>
                    <a:pt x="2871" y="1805"/>
                  </a:lnTo>
                  <a:lnTo>
                    <a:pt x="3368" y="946"/>
                  </a:lnTo>
                  <a:close/>
                  <a:moveTo>
                    <a:pt x="4491" y="1822"/>
                  </a:moveTo>
                  <a:cubicBezTo>
                    <a:pt x="5115" y="2325"/>
                    <a:pt x="5617" y="2945"/>
                    <a:pt x="5984" y="3664"/>
                  </a:cubicBezTo>
                  <a:cubicBezTo>
                    <a:pt x="6015" y="3723"/>
                    <a:pt x="5980" y="3763"/>
                    <a:pt x="5956" y="3780"/>
                  </a:cubicBezTo>
                  <a:cubicBezTo>
                    <a:pt x="5943" y="3789"/>
                    <a:pt x="5922" y="3801"/>
                    <a:pt x="5897" y="3801"/>
                  </a:cubicBezTo>
                  <a:cubicBezTo>
                    <a:pt x="5878" y="3801"/>
                    <a:pt x="5857" y="3794"/>
                    <a:pt x="5836" y="3774"/>
                  </a:cubicBezTo>
                  <a:cubicBezTo>
                    <a:pt x="5314" y="3278"/>
                    <a:pt x="4746" y="2824"/>
                    <a:pt x="4145" y="2421"/>
                  </a:cubicBezTo>
                  <a:lnTo>
                    <a:pt x="4491" y="1822"/>
                  </a:lnTo>
                  <a:close/>
                  <a:moveTo>
                    <a:pt x="2857" y="2224"/>
                  </a:moveTo>
                  <a:lnTo>
                    <a:pt x="3413" y="2547"/>
                  </a:lnTo>
                  <a:lnTo>
                    <a:pt x="959" y="6798"/>
                  </a:lnTo>
                  <a:lnTo>
                    <a:pt x="403" y="6476"/>
                  </a:lnTo>
                  <a:lnTo>
                    <a:pt x="2857" y="2224"/>
                  </a:lnTo>
                  <a:close/>
                  <a:moveTo>
                    <a:pt x="3902" y="0"/>
                  </a:moveTo>
                  <a:cubicBezTo>
                    <a:pt x="3789" y="0"/>
                    <a:pt x="3679" y="59"/>
                    <a:pt x="3619" y="163"/>
                  </a:cubicBezTo>
                  <a:lnTo>
                    <a:pt x="3389" y="563"/>
                  </a:lnTo>
                  <a:cubicBezTo>
                    <a:pt x="3375" y="561"/>
                    <a:pt x="3361" y="560"/>
                    <a:pt x="3348" y="560"/>
                  </a:cubicBezTo>
                  <a:cubicBezTo>
                    <a:pt x="3320" y="560"/>
                    <a:pt x="3292" y="564"/>
                    <a:pt x="3264" y="572"/>
                  </a:cubicBezTo>
                  <a:cubicBezTo>
                    <a:pt x="3227" y="583"/>
                    <a:pt x="3193" y="598"/>
                    <a:pt x="3161" y="619"/>
                  </a:cubicBezTo>
                  <a:cubicBezTo>
                    <a:pt x="2614" y="397"/>
                    <a:pt x="2038" y="259"/>
                    <a:pt x="1451" y="206"/>
                  </a:cubicBezTo>
                  <a:cubicBezTo>
                    <a:pt x="1445" y="206"/>
                    <a:pt x="1438" y="206"/>
                    <a:pt x="1432" y="206"/>
                  </a:cubicBezTo>
                  <a:cubicBezTo>
                    <a:pt x="1346" y="206"/>
                    <a:pt x="1271" y="266"/>
                    <a:pt x="1253" y="350"/>
                  </a:cubicBezTo>
                  <a:lnTo>
                    <a:pt x="1081" y="1123"/>
                  </a:lnTo>
                  <a:cubicBezTo>
                    <a:pt x="1061" y="1213"/>
                    <a:pt x="1111" y="1305"/>
                    <a:pt x="1199" y="1338"/>
                  </a:cubicBezTo>
                  <a:cubicBezTo>
                    <a:pt x="1636" y="1496"/>
                    <a:pt x="2070" y="1684"/>
                    <a:pt x="2489" y="1890"/>
                  </a:cubicBezTo>
                  <a:cubicBezTo>
                    <a:pt x="2499" y="1936"/>
                    <a:pt x="2517" y="1981"/>
                    <a:pt x="2547" y="2019"/>
                  </a:cubicBezTo>
                  <a:lnTo>
                    <a:pt x="55" y="6332"/>
                  </a:lnTo>
                  <a:cubicBezTo>
                    <a:pt x="12" y="6408"/>
                    <a:pt x="1" y="6496"/>
                    <a:pt x="23" y="6580"/>
                  </a:cubicBezTo>
                  <a:cubicBezTo>
                    <a:pt x="45" y="6664"/>
                    <a:pt x="99" y="6734"/>
                    <a:pt x="175" y="6777"/>
                  </a:cubicBezTo>
                  <a:lnTo>
                    <a:pt x="810" y="7144"/>
                  </a:lnTo>
                  <a:cubicBezTo>
                    <a:pt x="860" y="7173"/>
                    <a:pt x="916" y="7188"/>
                    <a:pt x="972" y="7188"/>
                  </a:cubicBezTo>
                  <a:cubicBezTo>
                    <a:pt x="1001" y="7188"/>
                    <a:pt x="1029" y="7183"/>
                    <a:pt x="1058" y="7175"/>
                  </a:cubicBezTo>
                  <a:cubicBezTo>
                    <a:pt x="1142" y="7153"/>
                    <a:pt x="1212" y="7100"/>
                    <a:pt x="1255" y="7023"/>
                  </a:cubicBezTo>
                  <a:lnTo>
                    <a:pt x="3746" y="2710"/>
                  </a:lnTo>
                  <a:cubicBezTo>
                    <a:pt x="3762" y="2711"/>
                    <a:pt x="3774" y="2712"/>
                    <a:pt x="3787" y="2712"/>
                  </a:cubicBezTo>
                  <a:cubicBezTo>
                    <a:pt x="3815" y="2712"/>
                    <a:pt x="3845" y="2709"/>
                    <a:pt x="3872" y="2701"/>
                  </a:cubicBezTo>
                  <a:cubicBezTo>
                    <a:pt x="3877" y="2700"/>
                    <a:pt x="3883" y="2697"/>
                    <a:pt x="3889" y="2696"/>
                  </a:cubicBezTo>
                  <a:cubicBezTo>
                    <a:pt x="4490" y="3096"/>
                    <a:pt x="5060" y="3548"/>
                    <a:pt x="5579" y="4043"/>
                  </a:cubicBezTo>
                  <a:cubicBezTo>
                    <a:pt x="5669" y="4130"/>
                    <a:pt x="5784" y="4173"/>
                    <a:pt x="5898" y="4173"/>
                  </a:cubicBezTo>
                  <a:cubicBezTo>
                    <a:pt x="5994" y="4173"/>
                    <a:pt x="6092" y="4141"/>
                    <a:pt x="6176" y="4078"/>
                  </a:cubicBezTo>
                  <a:cubicBezTo>
                    <a:pt x="6361" y="3941"/>
                    <a:pt x="6417" y="3701"/>
                    <a:pt x="6313" y="3496"/>
                  </a:cubicBezTo>
                  <a:cubicBezTo>
                    <a:pt x="5908" y="2702"/>
                    <a:pt x="5350" y="2025"/>
                    <a:pt x="4652" y="1479"/>
                  </a:cubicBezTo>
                  <a:cubicBezTo>
                    <a:pt x="4654" y="1443"/>
                    <a:pt x="4652" y="1405"/>
                    <a:pt x="4642" y="1366"/>
                  </a:cubicBezTo>
                  <a:cubicBezTo>
                    <a:pt x="4631" y="1326"/>
                    <a:pt x="4612" y="1288"/>
                    <a:pt x="4588" y="1255"/>
                  </a:cubicBezTo>
                  <a:lnTo>
                    <a:pt x="4819" y="856"/>
                  </a:lnTo>
                  <a:cubicBezTo>
                    <a:pt x="4862" y="779"/>
                    <a:pt x="4873" y="693"/>
                    <a:pt x="4851" y="609"/>
                  </a:cubicBezTo>
                  <a:cubicBezTo>
                    <a:pt x="4829" y="525"/>
                    <a:pt x="4775" y="454"/>
                    <a:pt x="4699" y="411"/>
                  </a:cubicBezTo>
                  <a:lnTo>
                    <a:pt x="4065" y="44"/>
                  </a:lnTo>
                  <a:cubicBezTo>
                    <a:pt x="4013" y="14"/>
                    <a:pt x="3957" y="0"/>
                    <a:pt x="39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2"/>
            <p:cNvSpPr/>
            <p:nvPr/>
          </p:nvSpPr>
          <p:spPr>
            <a:xfrm>
              <a:off x="2119355" y="1436597"/>
              <a:ext cx="46423" cy="46684"/>
            </a:xfrm>
            <a:custGeom>
              <a:rect b="b" l="l" r="r" t="t"/>
              <a:pathLst>
                <a:path extrusionOk="0" h="1433" w="1425">
                  <a:moveTo>
                    <a:pt x="757" y="383"/>
                  </a:moveTo>
                  <a:lnTo>
                    <a:pt x="1014" y="705"/>
                  </a:lnTo>
                  <a:lnTo>
                    <a:pt x="709" y="1046"/>
                  </a:lnTo>
                  <a:lnTo>
                    <a:pt x="387" y="703"/>
                  </a:lnTo>
                  <a:lnTo>
                    <a:pt x="757" y="383"/>
                  </a:lnTo>
                  <a:close/>
                  <a:moveTo>
                    <a:pt x="760" y="1"/>
                  </a:moveTo>
                  <a:cubicBezTo>
                    <a:pt x="678" y="1"/>
                    <a:pt x="598" y="31"/>
                    <a:pt x="537" y="85"/>
                  </a:cubicBezTo>
                  <a:lnTo>
                    <a:pt x="123" y="443"/>
                  </a:lnTo>
                  <a:cubicBezTo>
                    <a:pt x="53" y="502"/>
                    <a:pt x="11" y="591"/>
                    <a:pt x="6" y="683"/>
                  </a:cubicBezTo>
                  <a:cubicBezTo>
                    <a:pt x="1" y="776"/>
                    <a:pt x="34" y="868"/>
                    <a:pt x="97" y="936"/>
                  </a:cubicBezTo>
                  <a:lnTo>
                    <a:pt x="460" y="1324"/>
                  </a:lnTo>
                  <a:cubicBezTo>
                    <a:pt x="525" y="1393"/>
                    <a:pt x="616" y="1433"/>
                    <a:pt x="710" y="1433"/>
                  </a:cubicBezTo>
                  <a:lnTo>
                    <a:pt x="714" y="1433"/>
                  </a:lnTo>
                  <a:cubicBezTo>
                    <a:pt x="810" y="1430"/>
                    <a:pt x="902" y="1389"/>
                    <a:pt x="966" y="1318"/>
                  </a:cubicBezTo>
                  <a:lnTo>
                    <a:pt x="1307" y="937"/>
                  </a:lnTo>
                  <a:cubicBezTo>
                    <a:pt x="1418" y="812"/>
                    <a:pt x="1425" y="626"/>
                    <a:pt x="1320" y="495"/>
                  </a:cubicBezTo>
                  <a:lnTo>
                    <a:pt x="1030" y="129"/>
                  </a:lnTo>
                  <a:cubicBezTo>
                    <a:pt x="972" y="57"/>
                    <a:pt x="885" y="10"/>
                    <a:pt x="793" y="3"/>
                  </a:cubicBezTo>
                  <a:cubicBezTo>
                    <a:pt x="782" y="1"/>
                    <a:pt x="771" y="1"/>
                    <a:pt x="7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2"/>
            <p:cNvSpPr/>
            <p:nvPr/>
          </p:nvSpPr>
          <p:spPr>
            <a:xfrm>
              <a:off x="2072672" y="1475397"/>
              <a:ext cx="46488" cy="43947"/>
            </a:xfrm>
            <a:custGeom>
              <a:rect b="b" l="l" r="r" t="t"/>
              <a:pathLst>
                <a:path extrusionOk="0" h="1349" w="1427">
                  <a:moveTo>
                    <a:pt x="604" y="383"/>
                  </a:moveTo>
                  <a:lnTo>
                    <a:pt x="1033" y="618"/>
                  </a:lnTo>
                  <a:lnTo>
                    <a:pt x="821" y="971"/>
                  </a:lnTo>
                  <a:lnTo>
                    <a:pt x="395" y="803"/>
                  </a:lnTo>
                  <a:lnTo>
                    <a:pt x="604" y="383"/>
                  </a:lnTo>
                  <a:close/>
                  <a:moveTo>
                    <a:pt x="592" y="1"/>
                  </a:moveTo>
                  <a:cubicBezTo>
                    <a:pt x="557" y="1"/>
                    <a:pt x="522" y="6"/>
                    <a:pt x="489" y="16"/>
                  </a:cubicBezTo>
                  <a:cubicBezTo>
                    <a:pt x="400" y="44"/>
                    <a:pt x="327" y="107"/>
                    <a:pt x="285" y="190"/>
                  </a:cubicBezTo>
                  <a:lnTo>
                    <a:pt x="48" y="666"/>
                  </a:lnTo>
                  <a:cubicBezTo>
                    <a:pt x="5" y="752"/>
                    <a:pt x="1" y="851"/>
                    <a:pt x="35" y="941"/>
                  </a:cubicBezTo>
                  <a:cubicBezTo>
                    <a:pt x="69" y="1030"/>
                    <a:pt x="141" y="1103"/>
                    <a:pt x="230" y="1138"/>
                  </a:cubicBezTo>
                  <a:lnTo>
                    <a:pt x="707" y="1326"/>
                  </a:lnTo>
                  <a:cubicBezTo>
                    <a:pt x="749" y="1341"/>
                    <a:pt x="791" y="1349"/>
                    <a:pt x="833" y="1349"/>
                  </a:cubicBezTo>
                  <a:cubicBezTo>
                    <a:pt x="949" y="1349"/>
                    <a:pt x="1062" y="1289"/>
                    <a:pt x="1126" y="1182"/>
                  </a:cubicBezTo>
                  <a:lnTo>
                    <a:pt x="1366" y="784"/>
                  </a:lnTo>
                  <a:cubicBezTo>
                    <a:pt x="1414" y="705"/>
                    <a:pt x="1427" y="608"/>
                    <a:pt x="1402" y="519"/>
                  </a:cubicBezTo>
                  <a:cubicBezTo>
                    <a:pt x="1377" y="430"/>
                    <a:pt x="1317" y="353"/>
                    <a:pt x="1236" y="308"/>
                  </a:cubicBezTo>
                  <a:lnTo>
                    <a:pt x="756" y="45"/>
                  </a:lnTo>
                  <a:cubicBezTo>
                    <a:pt x="706" y="15"/>
                    <a:pt x="649" y="1"/>
                    <a:pt x="5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2"/>
            <p:cNvSpPr/>
            <p:nvPr/>
          </p:nvSpPr>
          <p:spPr>
            <a:xfrm>
              <a:off x="2206435" y="1338963"/>
              <a:ext cx="17071" cy="34728"/>
            </a:xfrm>
            <a:custGeom>
              <a:rect b="b" l="l" r="r" t="t"/>
              <a:pathLst>
                <a:path extrusionOk="0" h="1066" w="524">
                  <a:moveTo>
                    <a:pt x="320" y="0"/>
                  </a:moveTo>
                  <a:cubicBezTo>
                    <a:pt x="232" y="0"/>
                    <a:pt x="155" y="64"/>
                    <a:pt x="139" y="154"/>
                  </a:cubicBezTo>
                  <a:lnTo>
                    <a:pt x="16" y="848"/>
                  </a:lnTo>
                  <a:cubicBezTo>
                    <a:pt x="0" y="948"/>
                    <a:pt x="67" y="1045"/>
                    <a:pt x="168" y="1063"/>
                  </a:cubicBezTo>
                  <a:cubicBezTo>
                    <a:pt x="178" y="1064"/>
                    <a:pt x="190" y="1066"/>
                    <a:pt x="200" y="1066"/>
                  </a:cubicBezTo>
                  <a:cubicBezTo>
                    <a:pt x="288" y="1066"/>
                    <a:pt x="367" y="1003"/>
                    <a:pt x="383" y="912"/>
                  </a:cubicBezTo>
                  <a:lnTo>
                    <a:pt x="504" y="218"/>
                  </a:lnTo>
                  <a:cubicBezTo>
                    <a:pt x="523" y="118"/>
                    <a:pt x="455" y="20"/>
                    <a:pt x="353" y="3"/>
                  </a:cubicBezTo>
                  <a:cubicBezTo>
                    <a:pt x="342" y="1"/>
                    <a:pt x="331" y="0"/>
                    <a:pt x="3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2"/>
            <p:cNvSpPr/>
            <p:nvPr/>
          </p:nvSpPr>
          <p:spPr>
            <a:xfrm>
              <a:off x="2168580" y="1346944"/>
              <a:ext cx="24531" cy="30623"/>
            </a:xfrm>
            <a:custGeom>
              <a:rect b="b" l="l" r="r" t="t"/>
              <a:pathLst>
                <a:path extrusionOk="0" h="940" w="753">
                  <a:moveTo>
                    <a:pt x="213" y="1"/>
                  </a:moveTo>
                  <a:cubicBezTo>
                    <a:pt x="181" y="1"/>
                    <a:pt x="149" y="9"/>
                    <a:pt x="120" y="26"/>
                  </a:cubicBezTo>
                  <a:cubicBezTo>
                    <a:pt x="31" y="77"/>
                    <a:pt x="1" y="190"/>
                    <a:pt x="52" y="279"/>
                  </a:cubicBezTo>
                  <a:lnTo>
                    <a:pt x="379" y="847"/>
                  </a:lnTo>
                  <a:cubicBezTo>
                    <a:pt x="413" y="906"/>
                    <a:pt x="476" y="939"/>
                    <a:pt x="540" y="939"/>
                  </a:cubicBezTo>
                  <a:cubicBezTo>
                    <a:pt x="571" y="939"/>
                    <a:pt x="603" y="932"/>
                    <a:pt x="633" y="915"/>
                  </a:cubicBezTo>
                  <a:cubicBezTo>
                    <a:pt x="722" y="864"/>
                    <a:pt x="753" y="749"/>
                    <a:pt x="701" y="660"/>
                  </a:cubicBezTo>
                  <a:lnTo>
                    <a:pt x="373" y="94"/>
                  </a:lnTo>
                  <a:cubicBezTo>
                    <a:pt x="340" y="34"/>
                    <a:pt x="277" y="1"/>
                    <a:pt x="2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2"/>
            <p:cNvSpPr/>
            <p:nvPr/>
          </p:nvSpPr>
          <p:spPr>
            <a:xfrm>
              <a:off x="2098766" y="1431711"/>
              <a:ext cx="12151" cy="12151"/>
            </a:xfrm>
            <a:custGeom>
              <a:rect b="b" l="l" r="r" t="t"/>
              <a:pathLst>
                <a:path extrusionOk="0" h="373" w="373">
                  <a:moveTo>
                    <a:pt x="186" y="1"/>
                  </a:moveTo>
                  <a:cubicBezTo>
                    <a:pt x="83" y="1"/>
                    <a:pt x="0" y="84"/>
                    <a:pt x="0" y="186"/>
                  </a:cubicBezTo>
                  <a:cubicBezTo>
                    <a:pt x="0" y="290"/>
                    <a:pt x="84" y="373"/>
                    <a:pt x="186" y="373"/>
                  </a:cubicBezTo>
                  <a:cubicBezTo>
                    <a:pt x="289" y="373"/>
                    <a:pt x="372" y="289"/>
                    <a:pt x="372" y="186"/>
                  </a:cubicBezTo>
                  <a:cubicBezTo>
                    <a:pt x="372" y="84"/>
                    <a:pt x="289" y="2"/>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2"/>
            <p:cNvSpPr/>
            <p:nvPr/>
          </p:nvSpPr>
          <p:spPr>
            <a:xfrm>
              <a:off x="2191123" y="1406496"/>
              <a:ext cx="12151" cy="12151"/>
            </a:xfrm>
            <a:custGeom>
              <a:rect b="b" l="l" r="r" t="t"/>
              <a:pathLst>
                <a:path extrusionOk="0" h="373" w="373">
                  <a:moveTo>
                    <a:pt x="187" y="0"/>
                  </a:moveTo>
                  <a:cubicBezTo>
                    <a:pt x="84" y="0"/>
                    <a:pt x="1" y="84"/>
                    <a:pt x="1" y="187"/>
                  </a:cubicBezTo>
                  <a:cubicBezTo>
                    <a:pt x="1" y="290"/>
                    <a:pt x="85" y="372"/>
                    <a:pt x="187" y="372"/>
                  </a:cubicBezTo>
                  <a:cubicBezTo>
                    <a:pt x="291" y="372"/>
                    <a:pt x="373" y="289"/>
                    <a:pt x="373" y="187"/>
                  </a:cubicBezTo>
                  <a:cubicBezTo>
                    <a:pt x="373" y="84"/>
                    <a:pt x="291" y="2"/>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2"/>
            <p:cNvSpPr/>
            <p:nvPr/>
          </p:nvSpPr>
          <p:spPr>
            <a:xfrm>
              <a:off x="2268755" y="1472172"/>
              <a:ext cx="12151" cy="12119"/>
            </a:xfrm>
            <a:custGeom>
              <a:rect b="b" l="l" r="r" t="t"/>
              <a:pathLst>
                <a:path extrusionOk="0" h="372" w="373">
                  <a:moveTo>
                    <a:pt x="187" y="0"/>
                  </a:moveTo>
                  <a:cubicBezTo>
                    <a:pt x="83" y="0"/>
                    <a:pt x="0" y="84"/>
                    <a:pt x="0" y="185"/>
                  </a:cubicBezTo>
                  <a:cubicBezTo>
                    <a:pt x="0" y="289"/>
                    <a:pt x="83" y="372"/>
                    <a:pt x="187" y="372"/>
                  </a:cubicBezTo>
                  <a:cubicBezTo>
                    <a:pt x="289" y="372"/>
                    <a:pt x="372" y="288"/>
                    <a:pt x="372" y="185"/>
                  </a:cubicBezTo>
                  <a:cubicBezTo>
                    <a:pt x="372" y="84"/>
                    <a:pt x="289"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2" name="Google Shape;7572;p72"/>
          <p:cNvGrpSpPr/>
          <p:nvPr/>
        </p:nvGrpSpPr>
        <p:grpSpPr>
          <a:xfrm>
            <a:off x="2659946" y="1289217"/>
            <a:ext cx="309519" cy="309617"/>
            <a:chOff x="2659946" y="1289217"/>
            <a:chExt cx="309519" cy="309617"/>
          </a:xfrm>
        </p:grpSpPr>
        <p:sp>
          <p:nvSpPr>
            <p:cNvPr id="7573" name="Google Shape;7573;p72"/>
            <p:cNvSpPr/>
            <p:nvPr/>
          </p:nvSpPr>
          <p:spPr>
            <a:xfrm>
              <a:off x="2659946" y="1289217"/>
              <a:ext cx="309519" cy="309617"/>
            </a:xfrm>
            <a:custGeom>
              <a:rect b="b" l="l" r="r" t="t"/>
              <a:pathLst>
                <a:path extrusionOk="0" h="9504" w="9501">
                  <a:moveTo>
                    <a:pt x="9129" y="1113"/>
                  </a:moveTo>
                  <a:lnTo>
                    <a:pt x="9129" y="1116"/>
                  </a:lnTo>
                  <a:lnTo>
                    <a:pt x="9129" y="2376"/>
                  </a:lnTo>
                  <a:lnTo>
                    <a:pt x="8279" y="2376"/>
                  </a:lnTo>
                  <a:lnTo>
                    <a:pt x="8279" y="1931"/>
                  </a:lnTo>
                  <a:lnTo>
                    <a:pt x="8421" y="1931"/>
                  </a:lnTo>
                  <a:cubicBezTo>
                    <a:pt x="8524" y="1931"/>
                    <a:pt x="8608" y="1849"/>
                    <a:pt x="8608" y="1745"/>
                  </a:cubicBezTo>
                  <a:cubicBezTo>
                    <a:pt x="8608" y="1643"/>
                    <a:pt x="8525" y="1559"/>
                    <a:pt x="8421" y="1559"/>
                  </a:cubicBezTo>
                  <a:lnTo>
                    <a:pt x="8279" y="1559"/>
                  </a:lnTo>
                  <a:lnTo>
                    <a:pt x="8279" y="1113"/>
                  </a:lnTo>
                  <a:close/>
                  <a:moveTo>
                    <a:pt x="1224" y="1117"/>
                  </a:moveTo>
                  <a:lnTo>
                    <a:pt x="1224" y="1562"/>
                  </a:lnTo>
                  <a:lnTo>
                    <a:pt x="1082" y="1562"/>
                  </a:lnTo>
                  <a:cubicBezTo>
                    <a:pt x="979" y="1562"/>
                    <a:pt x="896" y="1645"/>
                    <a:pt x="896" y="1747"/>
                  </a:cubicBezTo>
                  <a:cubicBezTo>
                    <a:pt x="896" y="1850"/>
                    <a:pt x="978" y="1934"/>
                    <a:pt x="1082" y="1934"/>
                  </a:cubicBezTo>
                  <a:lnTo>
                    <a:pt x="1224" y="1934"/>
                  </a:lnTo>
                  <a:lnTo>
                    <a:pt x="1224" y="2379"/>
                  </a:lnTo>
                  <a:lnTo>
                    <a:pt x="371" y="2379"/>
                  </a:lnTo>
                  <a:lnTo>
                    <a:pt x="371" y="2378"/>
                  </a:lnTo>
                  <a:lnTo>
                    <a:pt x="371" y="1117"/>
                  </a:lnTo>
                  <a:close/>
                  <a:moveTo>
                    <a:pt x="6870" y="2748"/>
                  </a:moveTo>
                  <a:lnTo>
                    <a:pt x="6870" y="3752"/>
                  </a:lnTo>
                  <a:lnTo>
                    <a:pt x="2636" y="3752"/>
                  </a:lnTo>
                  <a:lnTo>
                    <a:pt x="2636" y="2748"/>
                  </a:lnTo>
                  <a:close/>
                  <a:moveTo>
                    <a:pt x="9129" y="4121"/>
                  </a:moveTo>
                  <a:lnTo>
                    <a:pt x="9129" y="4123"/>
                  </a:lnTo>
                  <a:lnTo>
                    <a:pt x="9129" y="5385"/>
                  </a:lnTo>
                  <a:lnTo>
                    <a:pt x="8279" y="5385"/>
                  </a:lnTo>
                  <a:lnTo>
                    <a:pt x="8279" y="4939"/>
                  </a:lnTo>
                  <a:lnTo>
                    <a:pt x="8421" y="4939"/>
                  </a:lnTo>
                  <a:cubicBezTo>
                    <a:pt x="8524" y="4939"/>
                    <a:pt x="8608" y="4857"/>
                    <a:pt x="8608" y="4753"/>
                  </a:cubicBezTo>
                  <a:cubicBezTo>
                    <a:pt x="8608" y="4651"/>
                    <a:pt x="8525" y="4566"/>
                    <a:pt x="8421" y="4566"/>
                  </a:cubicBezTo>
                  <a:lnTo>
                    <a:pt x="8279" y="4566"/>
                  </a:lnTo>
                  <a:lnTo>
                    <a:pt x="8279" y="4121"/>
                  </a:lnTo>
                  <a:close/>
                  <a:moveTo>
                    <a:pt x="6870" y="4124"/>
                  </a:moveTo>
                  <a:lnTo>
                    <a:pt x="6870" y="5386"/>
                  </a:lnTo>
                  <a:lnTo>
                    <a:pt x="2636" y="5386"/>
                  </a:lnTo>
                  <a:lnTo>
                    <a:pt x="2636" y="4124"/>
                  </a:lnTo>
                  <a:close/>
                  <a:moveTo>
                    <a:pt x="1224" y="4124"/>
                  </a:moveTo>
                  <a:lnTo>
                    <a:pt x="1224" y="4569"/>
                  </a:lnTo>
                  <a:lnTo>
                    <a:pt x="1082" y="4569"/>
                  </a:lnTo>
                  <a:cubicBezTo>
                    <a:pt x="979" y="4569"/>
                    <a:pt x="896" y="4652"/>
                    <a:pt x="896" y="4756"/>
                  </a:cubicBezTo>
                  <a:cubicBezTo>
                    <a:pt x="896" y="4858"/>
                    <a:pt x="978" y="4941"/>
                    <a:pt x="1082" y="4941"/>
                  </a:cubicBezTo>
                  <a:lnTo>
                    <a:pt x="1224" y="4941"/>
                  </a:lnTo>
                  <a:lnTo>
                    <a:pt x="1224" y="5387"/>
                  </a:lnTo>
                  <a:lnTo>
                    <a:pt x="371" y="5387"/>
                  </a:lnTo>
                  <a:lnTo>
                    <a:pt x="371" y="5386"/>
                  </a:lnTo>
                  <a:lnTo>
                    <a:pt x="371" y="4124"/>
                  </a:lnTo>
                  <a:close/>
                  <a:moveTo>
                    <a:pt x="6870" y="5756"/>
                  </a:moveTo>
                  <a:lnTo>
                    <a:pt x="6870" y="6760"/>
                  </a:lnTo>
                  <a:lnTo>
                    <a:pt x="2636" y="6760"/>
                  </a:lnTo>
                  <a:lnTo>
                    <a:pt x="2636" y="5756"/>
                  </a:lnTo>
                  <a:close/>
                  <a:moveTo>
                    <a:pt x="6870" y="7131"/>
                  </a:moveTo>
                  <a:lnTo>
                    <a:pt x="6870" y="8392"/>
                  </a:lnTo>
                  <a:lnTo>
                    <a:pt x="2636" y="8392"/>
                  </a:lnTo>
                  <a:lnTo>
                    <a:pt x="2636" y="7131"/>
                  </a:lnTo>
                  <a:close/>
                  <a:moveTo>
                    <a:pt x="9129" y="7130"/>
                  </a:moveTo>
                  <a:lnTo>
                    <a:pt x="9129" y="7131"/>
                  </a:lnTo>
                  <a:lnTo>
                    <a:pt x="9129" y="8392"/>
                  </a:lnTo>
                  <a:lnTo>
                    <a:pt x="8279" y="8392"/>
                  </a:lnTo>
                  <a:lnTo>
                    <a:pt x="8279" y="7947"/>
                  </a:lnTo>
                  <a:lnTo>
                    <a:pt x="8421" y="7947"/>
                  </a:lnTo>
                  <a:cubicBezTo>
                    <a:pt x="8524" y="7947"/>
                    <a:pt x="8608" y="7864"/>
                    <a:pt x="8608" y="7760"/>
                  </a:cubicBezTo>
                  <a:cubicBezTo>
                    <a:pt x="8608" y="7659"/>
                    <a:pt x="8525" y="7575"/>
                    <a:pt x="8421" y="7575"/>
                  </a:cubicBezTo>
                  <a:lnTo>
                    <a:pt x="8279" y="7575"/>
                  </a:lnTo>
                  <a:lnTo>
                    <a:pt x="8279" y="7130"/>
                  </a:lnTo>
                  <a:close/>
                  <a:moveTo>
                    <a:pt x="1224" y="7131"/>
                  </a:moveTo>
                  <a:lnTo>
                    <a:pt x="1224" y="7576"/>
                  </a:lnTo>
                  <a:lnTo>
                    <a:pt x="1082" y="7576"/>
                  </a:lnTo>
                  <a:cubicBezTo>
                    <a:pt x="979" y="7576"/>
                    <a:pt x="896" y="7659"/>
                    <a:pt x="896" y="7763"/>
                  </a:cubicBezTo>
                  <a:cubicBezTo>
                    <a:pt x="896" y="7864"/>
                    <a:pt x="978" y="7948"/>
                    <a:pt x="1082" y="7948"/>
                  </a:cubicBezTo>
                  <a:lnTo>
                    <a:pt x="1224" y="7948"/>
                  </a:lnTo>
                  <a:lnTo>
                    <a:pt x="1224" y="8393"/>
                  </a:lnTo>
                  <a:lnTo>
                    <a:pt x="371" y="8393"/>
                  </a:lnTo>
                  <a:lnTo>
                    <a:pt x="371" y="7131"/>
                  </a:lnTo>
                  <a:close/>
                  <a:moveTo>
                    <a:pt x="2264" y="373"/>
                  </a:moveTo>
                  <a:lnTo>
                    <a:pt x="2264" y="9131"/>
                  </a:lnTo>
                  <a:lnTo>
                    <a:pt x="1595" y="9131"/>
                  </a:lnTo>
                  <a:lnTo>
                    <a:pt x="1595" y="373"/>
                  </a:lnTo>
                  <a:close/>
                  <a:moveTo>
                    <a:pt x="7908" y="373"/>
                  </a:moveTo>
                  <a:lnTo>
                    <a:pt x="7908" y="9131"/>
                  </a:lnTo>
                  <a:lnTo>
                    <a:pt x="7241" y="9131"/>
                  </a:lnTo>
                  <a:lnTo>
                    <a:pt x="7241" y="373"/>
                  </a:lnTo>
                  <a:close/>
                  <a:moveTo>
                    <a:pt x="1411" y="1"/>
                  </a:moveTo>
                  <a:cubicBezTo>
                    <a:pt x="1308" y="1"/>
                    <a:pt x="1224" y="83"/>
                    <a:pt x="1224" y="186"/>
                  </a:cubicBezTo>
                  <a:lnTo>
                    <a:pt x="1224" y="743"/>
                  </a:lnTo>
                  <a:lnTo>
                    <a:pt x="186" y="743"/>
                  </a:lnTo>
                  <a:cubicBezTo>
                    <a:pt x="85" y="743"/>
                    <a:pt x="1" y="825"/>
                    <a:pt x="1" y="929"/>
                  </a:cubicBezTo>
                  <a:lnTo>
                    <a:pt x="1" y="2562"/>
                  </a:lnTo>
                  <a:cubicBezTo>
                    <a:pt x="1" y="2664"/>
                    <a:pt x="83" y="2748"/>
                    <a:pt x="186" y="2748"/>
                  </a:cubicBezTo>
                  <a:lnTo>
                    <a:pt x="1224" y="2748"/>
                  </a:lnTo>
                  <a:lnTo>
                    <a:pt x="1224" y="3752"/>
                  </a:lnTo>
                  <a:lnTo>
                    <a:pt x="186" y="3752"/>
                  </a:lnTo>
                  <a:cubicBezTo>
                    <a:pt x="85" y="3752"/>
                    <a:pt x="1" y="3835"/>
                    <a:pt x="1" y="3939"/>
                  </a:cubicBezTo>
                  <a:lnTo>
                    <a:pt x="1" y="5571"/>
                  </a:lnTo>
                  <a:cubicBezTo>
                    <a:pt x="1" y="5674"/>
                    <a:pt x="83" y="5757"/>
                    <a:pt x="186" y="5757"/>
                  </a:cubicBezTo>
                  <a:lnTo>
                    <a:pt x="1224" y="5757"/>
                  </a:lnTo>
                  <a:lnTo>
                    <a:pt x="1224" y="6762"/>
                  </a:lnTo>
                  <a:lnTo>
                    <a:pt x="186" y="6762"/>
                  </a:lnTo>
                  <a:cubicBezTo>
                    <a:pt x="85" y="6762"/>
                    <a:pt x="1" y="6844"/>
                    <a:pt x="1" y="6948"/>
                  </a:cubicBezTo>
                  <a:lnTo>
                    <a:pt x="1" y="8581"/>
                  </a:lnTo>
                  <a:cubicBezTo>
                    <a:pt x="1" y="8682"/>
                    <a:pt x="83" y="8766"/>
                    <a:pt x="186" y="8766"/>
                  </a:cubicBezTo>
                  <a:lnTo>
                    <a:pt x="1224" y="8766"/>
                  </a:lnTo>
                  <a:lnTo>
                    <a:pt x="1224" y="9318"/>
                  </a:lnTo>
                  <a:cubicBezTo>
                    <a:pt x="1224" y="9420"/>
                    <a:pt x="1307" y="9504"/>
                    <a:pt x="1411" y="9504"/>
                  </a:cubicBezTo>
                  <a:lnTo>
                    <a:pt x="2449" y="9504"/>
                  </a:lnTo>
                  <a:cubicBezTo>
                    <a:pt x="2552" y="9504"/>
                    <a:pt x="2636" y="9421"/>
                    <a:pt x="2636" y="9318"/>
                  </a:cubicBezTo>
                  <a:lnTo>
                    <a:pt x="2636" y="8766"/>
                  </a:lnTo>
                  <a:lnTo>
                    <a:pt x="6870" y="8766"/>
                  </a:lnTo>
                  <a:lnTo>
                    <a:pt x="6870" y="9318"/>
                  </a:lnTo>
                  <a:cubicBezTo>
                    <a:pt x="6870" y="9420"/>
                    <a:pt x="6953" y="9504"/>
                    <a:pt x="7055" y="9504"/>
                  </a:cubicBezTo>
                  <a:lnTo>
                    <a:pt x="8095" y="9504"/>
                  </a:lnTo>
                  <a:cubicBezTo>
                    <a:pt x="8196" y="9504"/>
                    <a:pt x="8280" y="9421"/>
                    <a:pt x="8280" y="9318"/>
                  </a:cubicBezTo>
                  <a:lnTo>
                    <a:pt x="8280" y="8766"/>
                  </a:lnTo>
                  <a:lnTo>
                    <a:pt x="9315" y="8766"/>
                  </a:lnTo>
                  <a:cubicBezTo>
                    <a:pt x="9417" y="8766"/>
                    <a:pt x="9500" y="8684"/>
                    <a:pt x="9500" y="8581"/>
                  </a:cubicBezTo>
                  <a:lnTo>
                    <a:pt x="9500" y="6948"/>
                  </a:lnTo>
                  <a:cubicBezTo>
                    <a:pt x="9500" y="6846"/>
                    <a:pt x="9418" y="6762"/>
                    <a:pt x="9315" y="6762"/>
                  </a:cubicBezTo>
                  <a:lnTo>
                    <a:pt x="8280" y="6762"/>
                  </a:lnTo>
                  <a:lnTo>
                    <a:pt x="8280" y="5756"/>
                  </a:lnTo>
                  <a:lnTo>
                    <a:pt x="9315" y="5756"/>
                  </a:lnTo>
                  <a:cubicBezTo>
                    <a:pt x="9417" y="5756"/>
                    <a:pt x="9500" y="5674"/>
                    <a:pt x="9500" y="5570"/>
                  </a:cubicBezTo>
                  <a:lnTo>
                    <a:pt x="9500" y="3937"/>
                  </a:lnTo>
                  <a:cubicBezTo>
                    <a:pt x="9500" y="3835"/>
                    <a:pt x="9418" y="3751"/>
                    <a:pt x="9315" y="3751"/>
                  </a:cubicBezTo>
                  <a:lnTo>
                    <a:pt x="8280" y="3751"/>
                  </a:lnTo>
                  <a:lnTo>
                    <a:pt x="8280" y="2747"/>
                  </a:lnTo>
                  <a:lnTo>
                    <a:pt x="9314" y="2747"/>
                  </a:lnTo>
                  <a:lnTo>
                    <a:pt x="9314" y="2748"/>
                  </a:lnTo>
                  <a:cubicBezTo>
                    <a:pt x="9416" y="2748"/>
                    <a:pt x="9499" y="2666"/>
                    <a:pt x="9499" y="2562"/>
                  </a:cubicBezTo>
                  <a:lnTo>
                    <a:pt x="9499" y="929"/>
                  </a:lnTo>
                  <a:cubicBezTo>
                    <a:pt x="9499" y="827"/>
                    <a:pt x="9417" y="743"/>
                    <a:pt x="9314" y="743"/>
                  </a:cubicBezTo>
                  <a:lnTo>
                    <a:pt x="8279" y="743"/>
                  </a:lnTo>
                  <a:lnTo>
                    <a:pt x="8279" y="186"/>
                  </a:lnTo>
                  <a:cubicBezTo>
                    <a:pt x="8279" y="85"/>
                    <a:pt x="8196" y="1"/>
                    <a:pt x="8093" y="1"/>
                  </a:cubicBezTo>
                  <a:lnTo>
                    <a:pt x="7054" y="1"/>
                  </a:lnTo>
                  <a:cubicBezTo>
                    <a:pt x="6953" y="1"/>
                    <a:pt x="6869" y="83"/>
                    <a:pt x="6869" y="186"/>
                  </a:cubicBezTo>
                  <a:lnTo>
                    <a:pt x="6869" y="743"/>
                  </a:lnTo>
                  <a:lnTo>
                    <a:pt x="5584" y="743"/>
                  </a:lnTo>
                  <a:cubicBezTo>
                    <a:pt x="5482" y="743"/>
                    <a:pt x="5398" y="825"/>
                    <a:pt x="5398" y="929"/>
                  </a:cubicBezTo>
                  <a:cubicBezTo>
                    <a:pt x="5398" y="1031"/>
                    <a:pt x="5481" y="1116"/>
                    <a:pt x="5584" y="1116"/>
                  </a:cubicBezTo>
                  <a:lnTo>
                    <a:pt x="6869" y="1116"/>
                  </a:lnTo>
                  <a:lnTo>
                    <a:pt x="6869" y="2376"/>
                  </a:lnTo>
                  <a:lnTo>
                    <a:pt x="2636" y="2376"/>
                  </a:lnTo>
                  <a:lnTo>
                    <a:pt x="2636" y="1116"/>
                  </a:lnTo>
                  <a:lnTo>
                    <a:pt x="3916" y="1116"/>
                  </a:lnTo>
                  <a:cubicBezTo>
                    <a:pt x="4018" y="1116"/>
                    <a:pt x="4102" y="1033"/>
                    <a:pt x="4102" y="929"/>
                  </a:cubicBezTo>
                  <a:cubicBezTo>
                    <a:pt x="4102" y="827"/>
                    <a:pt x="4019" y="743"/>
                    <a:pt x="3916" y="743"/>
                  </a:cubicBezTo>
                  <a:lnTo>
                    <a:pt x="2636" y="743"/>
                  </a:lnTo>
                  <a:lnTo>
                    <a:pt x="2636" y="186"/>
                  </a:lnTo>
                  <a:cubicBezTo>
                    <a:pt x="2636" y="85"/>
                    <a:pt x="2553" y="1"/>
                    <a:pt x="24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2"/>
            <p:cNvSpPr/>
            <p:nvPr/>
          </p:nvSpPr>
          <p:spPr>
            <a:xfrm>
              <a:off x="2808630" y="1313422"/>
              <a:ext cx="12151" cy="12151"/>
            </a:xfrm>
            <a:custGeom>
              <a:rect b="b" l="l" r="r" t="t"/>
              <a:pathLst>
                <a:path extrusionOk="0" h="373" w="373">
                  <a:moveTo>
                    <a:pt x="186" y="1"/>
                  </a:moveTo>
                  <a:cubicBezTo>
                    <a:pt x="83" y="1"/>
                    <a:pt x="0" y="84"/>
                    <a:pt x="0" y="186"/>
                  </a:cubicBezTo>
                  <a:cubicBezTo>
                    <a:pt x="0" y="290"/>
                    <a:pt x="83" y="373"/>
                    <a:pt x="186" y="373"/>
                  </a:cubicBezTo>
                  <a:cubicBezTo>
                    <a:pt x="289" y="373"/>
                    <a:pt x="372" y="289"/>
                    <a:pt x="372" y="186"/>
                  </a:cubicBezTo>
                  <a:cubicBezTo>
                    <a:pt x="372" y="84"/>
                    <a:pt x="289"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5" name="Google Shape;7575;p72"/>
          <p:cNvGrpSpPr/>
          <p:nvPr/>
        </p:nvGrpSpPr>
        <p:grpSpPr>
          <a:xfrm>
            <a:off x="3358310" y="1289314"/>
            <a:ext cx="245504" cy="309519"/>
            <a:chOff x="3358310" y="1289314"/>
            <a:chExt cx="245504" cy="309519"/>
          </a:xfrm>
        </p:grpSpPr>
        <p:sp>
          <p:nvSpPr>
            <p:cNvPr id="7576" name="Google Shape;7576;p72"/>
            <p:cNvSpPr/>
            <p:nvPr/>
          </p:nvSpPr>
          <p:spPr>
            <a:xfrm>
              <a:off x="3358310" y="1289314"/>
              <a:ext cx="245504" cy="309519"/>
            </a:xfrm>
            <a:custGeom>
              <a:rect b="b" l="l" r="r" t="t"/>
              <a:pathLst>
                <a:path extrusionOk="0" h="9501" w="7536">
                  <a:moveTo>
                    <a:pt x="3769" y="370"/>
                  </a:moveTo>
                  <a:cubicBezTo>
                    <a:pt x="3943" y="370"/>
                    <a:pt x="4084" y="511"/>
                    <a:pt x="4084" y="685"/>
                  </a:cubicBezTo>
                  <a:cubicBezTo>
                    <a:pt x="4084" y="859"/>
                    <a:pt x="3943" y="1000"/>
                    <a:pt x="3769" y="1000"/>
                  </a:cubicBezTo>
                  <a:cubicBezTo>
                    <a:pt x="3594" y="1000"/>
                    <a:pt x="3453" y="859"/>
                    <a:pt x="3453" y="685"/>
                  </a:cubicBezTo>
                  <a:cubicBezTo>
                    <a:pt x="3453" y="511"/>
                    <a:pt x="3594" y="370"/>
                    <a:pt x="3769" y="370"/>
                  </a:cubicBezTo>
                  <a:close/>
                  <a:moveTo>
                    <a:pt x="4399" y="1371"/>
                  </a:moveTo>
                  <a:lnTo>
                    <a:pt x="4399" y="2485"/>
                  </a:lnTo>
                  <a:lnTo>
                    <a:pt x="3137" y="2485"/>
                  </a:lnTo>
                  <a:lnTo>
                    <a:pt x="3137" y="1371"/>
                  </a:lnTo>
                  <a:close/>
                  <a:moveTo>
                    <a:pt x="3769" y="4539"/>
                  </a:moveTo>
                  <a:lnTo>
                    <a:pt x="4478" y="5622"/>
                  </a:lnTo>
                  <a:cubicBezTo>
                    <a:pt x="4678" y="5927"/>
                    <a:pt x="4657" y="6328"/>
                    <a:pt x="4436" y="6610"/>
                  </a:cubicBezTo>
                  <a:cubicBezTo>
                    <a:pt x="4435" y="6487"/>
                    <a:pt x="4400" y="6362"/>
                    <a:pt x="4327" y="6252"/>
                  </a:cubicBezTo>
                  <a:lnTo>
                    <a:pt x="3923" y="5635"/>
                  </a:lnTo>
                  <a:cubicBezTo>
                    <a:pt x="3889" y="5583"/>
                    <a:pt x="3830" y="5551"/>
                    <a:pt x="3769" y="5551"/>
                  </a:cubicBezTo>
                  <a:cubicBezTo>
                    <a:pt x="3707" y="5551"/>
                    <a:pt x="3648" y="5583"/>
                    <a:pt x="3614" y="5635"/>
                  </a:cubicBezTo>
                  <a:lnTo>
                    <a:pt x="3210" y="6252"/>
                  </a:lnTo>
                  <a:cubicBezTo>
                    <a:pt x="3137" y="6362"/>
                    <a:pt x="3102" y="6487"/>
                    <a:pt x="3101" y="6610"/>
                  </a:cubicBezTo>
                  <a:cubicBezTo>
                    <a:pt x="2880" y="6328"/>
                    <a:pt x="2859" y="5927"/>
                    <a:pt x="3059" y="5622"/>
                  </a:cubicBezTo>
                  <a:lnTo>
                    <a:pt x="3769" y="4539"/>
                  </a:lnTo>
                  <a:close/>
                  <a:moveTo>
                    <a:pt x="4363" y="2857"/>
                  </a:moveTo>
                  <a:lnTo>
                    <a:pt x="5257" y="5622"/>
                  </a:lnTo>
                  <a:cubicBezTo>
                    <a:pt x="5385" y="6022"/>
                    <a:pt x="5226" y="6455"/>
                    <a:pt x="4869" y="6675"/>
                  </a:cubicBezTo>
                  <a:lnTo>
                    <a:pt x="4820" y="6705"/>
                  </a:lnTo>
                  <a:cubicBezTo>
                    <a:pt x="5049" y="6312"/>
                    <a:pt x="5047" y="5811"/>
                    <a:pt x="4788" y="5418"/>
                  </a:cubicBezTo>
                  <a:lnTo>
                    <a:pt x="3923" y="4099"/>
                  </a:lnTo>
                  <a:cubicBezTo>
                    <a:pt x="3888" y="4047"/>
                    <a:pt x="3830" y="4015"/>
                    <a:pt x="3769" y="4015"/>
                  </a:cubicBezTo>
                  <a:cubicBezTo>
                    <a:pt x="3707" y="4015"/>
                    <a:pt x="3648" y="4047"/>
                    <a:pt x="3614" y="4099"/>
                  </a:cubicBezTo>
                  <a:lnTo>
                    <a:pt x="2749" y="5418"/>
                  </a:lnTo>
                  <a:cubicBezTo>
                    <a:pt x="2490" y="5811"/>
                    <a:pt x="2488" y="6312"/>
                    <a:pt x="2717" y="6705"/>
                  </a:cubicBezTo>
                  <a:lnTo>
                    <a:pt x="2669" y="6675"/>
                  </a:lnTo>
                  <a:cubicBezTo>
                    <a:pt x="2311" y="6455"/>
                    <a:pt x="2151" y="6022"/>
                    <a:pt x="2280" y="5622"/>
                  </a:cubicBezTo>
                  <a:lnTo>
                    <a:pt x="3176" y="2857"/>
                  </a:lnTo>
                  <a:close/>
                  <a:moveTo>
                    <a:pt x="3770" y="6074"/>
                  </a:moveTo>
                  <a:lnTo>
                    <a:pt x="4020" y="6455"/>
                  </a:lnTo>
                  <a:cubicBezTo>
                    <a:pt x="4095" y="6573"/>
                    <a:pt x="4079" y="6731"/>
                    <a:pt x="3980" y="6830"/>
                  </a:cubicBezTo>
                  <a:cubicBezTo>
                    <a:pt x="3923" y="6887"/>
                    <a:pt x="3849" y="6918"/>
                    <a:pt x="3769" y="6918"/>
                  </a:cubicBezTo>
                  <a:cubicBezTo>
                    <a:pt x="3688" y="6918"/>
                    <a:pt x="3614" y="6887"/>
                    <a:pt x="3557" y="6830"/>
                  </a:cubicBezTo>
                  <a:cubicBezTo>
                    <a:pt x="3458" y="6731"/>
                    <a:pt x="3442" y="6573"/>
                    <a:pt x="3520" y="6455"/>
                  </a:cubicBezTo>
                  <a:lnTo>
                    <a:pt x="3770" y="6074"/>
                  </a:lnTo>
                  <a:close/>
                  <a:moveTo>
                    <a:pt x="2786" y="2849"/>
                  </a:moveTo>
                  <a:lnTo>
                    <a:pt x="1926" y="5507"/>
                  </a:lnTo>
                  <a:cubicBezTo>
                    <a:pt x="1744" y="6070"/>
                    <a:pt x="1968" y="6681"/>
                    <a:pt x="2472" y="6991"/>
                  </a:cubicBezTo>
                  <a:lnTo>
                    <a:pt x="2848" y="7221"/>
                  </a:lnTo>
                  <a:lnTo>
                    <a:pt x="2848" y="7752"/>
                  </a:lnTo>
                  <a:lnTo>
                    <a:pt x="1498" y="7752"/>
                  </a:lnTo>
                  <a:cubicBezTo>
                    <a:pt x="1399" y="7752"/>
                    <a:pt x="1307" y="7709"/>
                    <a:pt x="1245" y="7634"/>
                  </a:cubicBezTo>
                  <a:cubicBezTo>
                    <a:pt x="1182" y="7557"/>
                    <a:pt x="1157" y="7459"/>
                    <a:pt x="1176" y="7363"/>
                  </a:cubicBezTo>
                  <a:lnTo>
                    <a:pt x="1991" y="3117"/>
                  </a:lnTo>
                  <a:cubicBezTo>
                    <a:pt x="2022" y="2963"/>
                    <a:pt x="2157" y="2849"/>
                    <a:pt x="2314" y="2849"/>
                  </a:cubicBezTo>
                  <a:close/>
                  <a:moveTo>
                    <a:pt x="4316" y="7307"/>
                  </a:moveTo>
                  <a:lnTo>
                    <a:pt x="4316" y="7752"/>
                  </a:lnTo>
                  <a:lnTo>
                    <a:pt x="3219" y="7752"/>
                  </a:lnTo>
                  <a:lnTo>
                    <a:pt x="3219" y="7307"/>
                  </a:lnTo>
                  <a:close/>
                  <a:moveTo>
                    <a:pt x="5221" y="2849"/>
                  </a:moveTo>
                  <a:cubicBezTo>
                    <a:pt x="5379" y="2849"/>
                    <a:pt x="5514" y="2963"/>
                    <a:pt x="5545" y="3117"/>
                  </a:cubicBezTo>
                  <a:lnTo>
                    <a:pt x="6360" y="7363"/>
                  </a:lnTo>
                  <a:cubicBezTo>
                    <a:pt x="6379" y="7459"/>
                    <a:pt x="6353" y="7557"/>
                    <a:pt x="6291" y="7634"/>
                  </a:cubicBezTo>
                  <a:cubicBezTo>
                    <a:pt x="6228" y="7709"/>
                    <a:pt x="6137" y="7752"/>
                    <a:pt x="6038" y="7752"/>
                  </a:cubicBezTo>
                  <a:lnTo>
                    <a:pt x="4688" y="7752"/>
                  </a:lnTo>
                  <a:lnTo>
                    <a:pt x="4688" y="7221"/>
                  </a:lnTo>
                  <a:lnTo>
                    <a:pt x="5063" y="6991"/>
                  </a:lnTo>
                  <a:cubicBezTo>
                    <a:pt x="5567" y="6681"/>
                    <a:pt x="5792" y="6070"/>
                    <a:pt x="5609" y="5507"/>
                  </a:cubicBezTo>
                  <a:lnTo>
                    <a:pt x="4748" y="2849"/>
                  </a:lnTo>
                  <a:close/>
                  <a:moveTo>
                    <a:pt x="2765" y="2109"/>
                  </a:moveTo>
                  <a:lnTo>
                    <a:pt x="2765" y="2480"/>
                  </a:lnTo>
                  <a:lnTo>
                    <a:pt x="2314" y="2480"/>
                  </a:lnTo>
                  <a:cubicBezTo>
                    <a:pt x="1979" y="2480"/>
                    <a:pt x="1691" y="2717"/>
                    <a:pt x="1627" y="3046"/>
                  </a:cubicBezTo>
                  <a:lnTo>
                    <a:pt x="811" y="7291"/>
                  </a:lnTo>
                  <a:cubicBezTo>
                    <a:pt x="771" y="7498"/>
                    <a:pt x="825" y="7708"/>
                    <a:pt x="958" y="7870"/>
                  </a:cubicBezTo>
                  <a:cubicBezTo>
                    <a:pt x="1092" y="8030"/>
                    <a:pt x="1288" y="8123"/>
                    <a:pt x="1498" y="8123"/>
                  </a:cubicBezTo>
                  <a:lnTo>
                    <a:pt x="1972" y="8123"/>
                  </a:lnTo>
                  <a:lnTo>
                    <a:pt x="1841" y="8170"/>
                  </a:lnTo>
                  <a:cubicBezTo>
                    <a:pt x="1767" y="8196"/>
                    <a:pt x="1718" y="8268"/>
                    <a:pt x="1718" y="8344"/>
                  </a:cubicBezTo>
                  <a:lnTo>
                    <a:pt x="1718" y="8494"/>
                  </a:lnTo>
                  <a:lnTo>
                    <a:pt x="1498" y="8494"/>
                  </a:lnTo>
                  <a:lnTo>
                    <a:pt x="1498" y="8495"/>
                  </a:lnTo>
                  <a:cubicBezTo>
                    <a:pt x="1177" y="8495"/>
                    <a:pt x="878" y="8354"/>
                    <a:pt x="673" y="8106"/>
                  </a:cubicBezTo>
                  <a:cubicBezTo>
                    <a:pt x="469" y="7859"/>
                    <a:pt x="386" y="7536"/>
                    <a:pt x="446" y="7222"/>
                  </a:cubicBezTo>
                  <a:lnTo>
                    <a:pt x="1262" y="2977"/>
                  </a:lnTo>
                  <a:cubicBezTo>
                    <a:pt x="1359" y="2474"/>
                    <a:pt x="1802" y="2109"/>
                    <a:pt x="2314" y="2109"/>
                  </a:cubicBezTo>
                  <a:close/>
                  <a:moveTo>
                    <a:pt x="4461" y="8123"/>
                  </a:moveTo>
                  <a:lnTo>
                    <a:pt x="5438" y="8475"/>
                  </a:lnTo>
                  <a:lnTo>
                    <a:pt x="5438" y="9128"/>
                  </a:lnTo>
                  <a:lnTo>
                    <a:pt x="2090" y="9128"/>
                  </a:lnTo>
                  <a:lnTo>
                    <a:pt x="2090" y="8475"/>
                  </a:lnTo>
                  <a:lnTo>
                    <a:pt x="3067" y="8123"/>
                  </a:lnTo>
                  <a:close/>
                  <a:moveTo>
                    <a:pt x="3767" y="0"/>
                  </a:moveTo>
                  <a:cubicBezTo>
                    <a:pt x="3389" y="0"/>
                    <a:pt x="3081" y="308"/>
                    <a:pt x="3081" y="686"/>
                  </a:cubicBezTo>
                  <a:cubicBezTo>
                    <a:pt x="3081" y="800"/>
                    <a:pt x="3109" y="908"/>
                    <a:pt x="3158" y="1003"/>
                  </a:cubicBezTo>
                  <a:lnTo>
                    <a:pt x="2952" y="1003"/>
                  </a:lnTo>
                  <a:cubicBezTo>
                    <a:pt x="2849" y="1003"/>
                    <a:pt x="2765" y="1084"/>
                    <a:pt x="2765" y="1188"/>
                  </a:cubicBezTo>
                  <a:lnTo>
                    <a:pt x="2765" y="1738"/>
                  </a:lnTo>
                  <a:lnTo>
                    <a:pt x="2314" y="1738"/>
                  </a:lnTo>
                  <a:cubicBezTo>
                    <a:pt x="1623" y="1738"/>
                    <a:pt x="1027" y="2230"/>
                    <a:pt x="899" y="2907"/>
                  </a:cubicBezTo>
                  <a:lnTo>
                    <a:pt x="82" y="7153"/>
                  </a:lnTo>
                  <a:cubicBezTo>
                    <a:pt x="1" y="7577"/>
                    <a:pt x="112" y="8011"/>
                    <a:pt x="386" y="8343"/>
                  </a:cubicBezTo>
                  <a:cubicBezTo>
                    <a:pt x="661" y="8676"/>
                    <a:pt x="1065" y="8867"/>
                    <a:pt x="1498" y="8867"/>
                  </a:cubicBezTo>
                  <a:lnTo>
                    <a:pt x="1718" y="8867"/>
                  </a:lnTo>
                  <a:lnTo>
                    <a:pt x="1718" y="9129"/>
                  </a:lnTo>
                  <a:lnTo>
                    <a:pt x="1362" y="9129"/>
                  </a:lnTo>
                  <a:cubicBezTo>
                    <a:pt x="1259" y="9129"/>
                    <a:pt x="1176" y="9212"/>
                    <a:pt x="1176" y="9315"/>
                  </a:cubicBezTo>
                  <a:cubicBezTo>
                    <a:pt x="1176" y="9417"/>
                    <a:pt x="1258" y="9501"/>
                    <a:pt x="1362" y="9501"/>
                  </a:cubicBezTo>
                  <a:lnTo>
                    <a:pt x="6171" y="9501"/>
                  </a:lnTo>
                  <a:cubicBezTo>
                    <a:pt x="6274" y="9501"/>
                    <a:pt x="6358" y="9418"/>
                    <a:pt x="6358" y="9315"/>
                  </a:cubicBezTo>
                  <a:cubicBezTo>
                    <a:pt x="6358" y="9213"/>
                    <a:pt x="6275" y="9129"/>
                    <a:pt x="6171" y="9129"/>
                  </a:cubicBezTo>
                  <a:lnTo>
                    <a:pt x="5807" y="9129"/>
                  </a:lnTo>
                  <a:lnTo>
                    <a:pt x="5807" y="8867"/>
                  </a:lnTo>
                  <a:lnTo>
                    <a:pt x="6035" y="8867"/>
                  </a:lnTo>
                  <a:cubicBezTo>
                    <a:pt x="6467" y="8867"/>
                    <a:pt x="6872" y="8676"/>
                    <a:pt x="7147" y="8343"/>
                  </a:cubicBezTo>
                  <a:cubicBezTo>
                    <a:pt x="7423" y="8009"/>
                    <a:pt x="7535" y="7576"/>
                    <a:pt x="7453" y="7152"/>
                  </a:cubicBezTo>
                  <a:lnTo>
                    <a:pt x="7171" y="5680"/>
                  </a:lnTo>
                  <a:cubicBezTo>
                    <a:pt x="7153" y="5590"/>
                    <a:pt x="7076" y="5529"/>
                    <a:pt x="6988" y="5529"/>
                  </a:cubicBezTo>
                  <a:cubicBezTo>
                    <a:pt x="6976" y="5529"/>
                    <a:pt x="6964" y="5530"/>
                    <a:pt x="6953" y="5532"/>
                  </a:cubicBezTo>
                  <a:cubicBezTo>
                    <a:pt x="6852" y="5552"/>
                    <a:pt x="6787" y="5650"/>
                    <a:pt x="6807" y="5750"/>
                  </a:cubicBezTo>
                  <a:lnTo>
                    <a:pt x="7090" y="7222"/>
                  </a:lnTo>
                  <a:cubicBezTo>
                    <a:pt x="7150" y="7536"/>
                    <a:pt x="7067" y="7858"/>
                    <a:pt x="6863" y="8106"/>
                  </a:cubicBezTo>
                  <a:cubicBezTo>
                    <a:pt x="6658" y="8354"/>
                    <a:pt x="6358" y="8495"/>
                    <a:pt x="6038" y="8495"/>
                  </a:cubicBezTo>
                  <a:lnTo>
                    <a:pt x="5809" y="8495"/>
                  </a:lnTo>
                  <a:lnTo>
                    <a:pt x="5809" y="8346"/>
                  </a:lnTo>
                  <a:cubicBezTo>
                    <a:pt x="5809" y="8268"/>
                    <a:pt x="5760" y="8197"/>
                    <a:pt x="5686" y="8171"/>
                  </a:cubicBezTo>
                  <a:lnTo>
                    <a:pt x="5555" y="8124"/>
                  </a:lnTo>
                  <a:lnTo>
                    <a:pt x="6038" y="8124"/>
                  </a:lnTo>
                  <a:cubicBezTo>
                    <a:pt x="6248" y="8124"/>
                    <a:pt x="6443" y="8032"/>
                    <a:pt x="6578" y="7871"/>
                  </a:cubicBezTo>
                  <a:cubicBezTo>
                    <a:pt x="6711" y="7709"/>
                    <a:pt x="6765" y="7499"/>
                    <a:pt x="6725" y="7293"/>
                  </a:cubicBezTo>
                  <a:lnTo>
                    <a:pt x="5909" y="3047"/>
                  </a:lnTo>
                  <a:cubicBezTo>
                    <a:pt x="5846" y="2719"/>
                    <a:pt x="5557" y="2481"/>
                    <a:pt x="5222" y="2481"/>
                  </a:cubicBezTo>
                  <a:lnTo>
                    <a:pt x="4769" y="2481"/>
                  </a:lnTo>
                  <a:lnTo>
                    <a:pt x="4769" y="2110"/>
                  </a:lnTo>
                  <a:lnTo>
                    <a:pt x="5221" y="2110"/>
                  </a:lnTo>
                  <a:cubicBezTo>
                    <a:pt x="5733" y="2110"/>
                    <a:pt x="6175" y="2475"/>
                    <a:pt x="6273" y="2978"/>
                  </a:cubicBezTo>
                  <a:lnTo>
                    <a:pt x="6491" y="4114"/>
                  </a:lnTo>
                  <a:cubicBezTo>
                    <a:pt x="6508" y="4203"/>
                    <a:pt x="6585" y="4264"/>
                    <a:pt x="6673" y="4264"/>
                  </a:cubicBezTo>
                  <a:cubicBezTo>
                    <a:pt x="6684" y="4264"/>
                    <a:pt x="6697" y="4263"/>
                    <a:pt x="6709" y="4261"/>
                  </a:cubicBezTo>
                  <a:cubicBezTo>
                    <a:pt x="6809" y="4241"/>
                    <a:pt x="6874" y="4143"/>
                    <a:pt x="6855" y="4043"/>
                  </a:cubicBezTo>
                  <a:lnTo>
                    <a:pt x="6636" y="2907"/>
                  </a:lnTo>
                  <a:cubicBezTo>
                    <a:pt x="6506" y="2229"/>
                    <a:pt x="5911" y="1738"/>
                    <a:pt x="5221" y="1738"/>
                  </a:cubicBezTo>
                  <a:lnTo>
                    <a:pt x="4769" y="1738"/>
                  </a:lnTo>
                  <a:lnTo>
                    <a:pt x="4769" y="1188"/>
                  </a:lnTo>
                  <a:cubicBezTo>
                    <a:pt x="4769" y="1086"/>
                    <a:pt x="4687" y="1003"/>
                    <a:pt x="4583" y="1003"/>
                  </a:cubicBezTo>
                  <a:lnTo>
                    <a:pt x="4377" y="1003"/>
                  </a:lnTo>
                  <a:cubicBezTo>
                    <a:pt x="4425" y="908"/>
                    <a:pt x="4453" y="800"/>
                    <a:pt x="4453" y="686"/>
                  </a:cubicBezTo>
                  <a:cubicBezTo>
                    <a:pt x="4453" y="308"/>
                    <a:pt x="4146" y="0"/>
                    <a:pt x="37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2"/>
            <p:cNvSpPr/>
            <p:nvPr/>
          </p:nvSpPr>
          <p:spPr>
            <a:xfrm>
              <a:off x="3574755" y="1442787"/>
              <a:ext cx="12151" cy="12119"/>
            </a:xfrm>
            <a:custGeom>
              <a:rect b="b" l="l" r="r" t="t"/>
              <a:pathLst>
                <a:path extrusionOk="0" h="372" w="373">
                  <a:moveTo>
                    <a:pt x="186" y="0"/>
                  </a:moveTo>
                  <a:cubicBezTo>
                    <a:pt x="82" y="0"/>
                    <a:pt x="1" y="82"/>
                    <a:pt x="1" y="185"/>
                  </a:cubicBezTo>
                  <a:cubicBezTo>
                    <a:pt x="1" y="289"/>
                    <a:pt x="84" y="372"/>
                    <a:pt x="186" y="372"/>
                  </a:cubicBezTo>
                  <a:cubicBezTo>
                    <a:pt x="290" y="372"/>
                    <a:pt x="373" y="288"/>
                    <a:pt x="373" y="185"/>
                  </a:cubicBezTo>
                  <a:cubicBezTo>
                    <a:pt x="373" y="84"/>
                    <a:pt x="290"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72"/>
          <p:cNvGrpSpPr/>
          <p:nvPr/>
        </p:nvGrpSpPr>
        <p:grpSpPr>
          <a:xfrm>
            <a:off x="4034358" y="1342123"/>
            <a:ext cx="309551" cy="203772"/>
            <a:chOff x="4034358" y="1342123"/>
            <a:chExt cx="309551" cy="203772"/>
          </a:xfrm>
        </p:grpSpPr>
        <p:sp>
          <p:nvSpPr>
            <p:cNvPr id="7579" name="Google Shape;7579;p72"/>
            <p:cNvSpPr/>
            <p:nvPr/>
          </p:nvSpPr>
          <p:spPr>
            <a:xfrm>
              <a:off x="4075471" y="1432102"/>
              <a:ext cx="27202" cy="12151"/>
            </a:xfrm>
            <a:custGeom>
              <a:rect b="b" l="l" r="r" t="t"/>
              <a:pathLst>
                <a:path extrusionOk="0" h="373" w="835">
                  <a:moveTo>
                    <a:pt x="187" y="0"/>
                  </a:moveTo>
                  <a:cubicBezTo>
                    <a:pt x="85" y="0"/>
                    <a:pt x="1" y="83"/>
                    <a:pt x="1" y="187"/>
                  </a:cubicBezTo>
                  <a:cubicBezTo>
                    <a:pt x="2" y="289"/>
                    <a:pt x="85" y="372"/>
                    <a:pt x="187" y="372"/>
                  </a:cubicBezTo>
                  <a:lnTo>
                    <a:pt x="649" y="372"/>
                  </a:lnTo>
                  <a:cubicBezTo>
                    <a:pt x="751" y="372"/>
                    <a:pt x="835" y="289"/>
                    <a:pt x="835" y="187"/>
                  </a:cubicBezTo>
                  <a:cubicBezTo>
                    <a:pt x="835" y="84"/>
                    <a:pt x="753" y="0"/>
                    <a:pt x="6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2"/>
            <p:cNvSpPr/>
            <p:nvPr/>
          </p:nvSpPr>
          <p:spPr>
            <a:xfrm>
              <a:off x="4098992" y="1458717"/>
              <a:ext cx="36291" cy="12151"/>
            </a:xfrm>
            <a:custGeom>
              <a:rect b="b" l="l" r="r" t="t"/>
              <a:pathLst>
                <a:path extrusionOk="0" h="373" w="1114">
                  <a:moveTo>
                    <a:pt x="186" y="0"/>
                  </a:moveTo>
                  <a:cubicBezTo>
                    <a:pt x="85" y="0"/>
                    <a:pt x="1" y="84"/>
                    <a:pt x="1" y="187"/>
                  </a:cubicBezTo>
                  <a:cubicBezTo>
                    <a:pt x="1" y="288"/>
                    <a:pt x="84" y="372"/>
                    <a:pt x="186" y="372"/>
                  </a:cubicBezTo>
                  <a:lnTo>
                    <a:pt x="928" y="372"/>
                  </a:lnTo>
                  <a:cubicBezTo>
                    <a:pt x="1029" y="372"/>
                    <a:pt x="1113" y="289"/>
                    <a:pt x="1113" y="187"/>
                  </a:cubicBezTo>
                  <a:cubicBezTo>
                    <a:pt x="1113" y="84"/>
                    <a:pt x="1032" y="0"/>
                    <a:pt x="9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2"/>
            <p:cNvSpPr/>
            <p:nvPr/>
          </p:nvSpPr>
          <p:spPr>
            <a:xfrm>
              <a:off x="4034358" y="1342123"/>
              <a:ext cx="309551" cy="203772"/>
            </a:xfrm>
            <a:custGeom>
              <a:rect b="b" l="l" r="r" t="t"/>
              <a:pathLst>
                <a:path extrusionOk="0" h="6255" w="9502">
                  <a:moveTo>
                    <a:pt x="2060" y="400"/>
                  </a:moveTo>
                  <a:lnTo>
                    <a:pt x="2348" y="592"/>
                  </a:lnTo>
                  <a:lnTo>
                    <a:pt x="2304" y="609"/>
                  </a:lnTo>
                  <a:cubicBezTo>
                    <a:pt x="2209" y="647"/>
                    <a:pt x="2163" y="756"/>
                    <a:pt x="2201" y="850"/>
                  </a:cubicBezTo>
                  <a:cubicBezTo>
                    <a:pt x="2229" y="923"/>
                    <a:pt x="2300" y="967"/>
                    <a:pt x="2373" y="967"/>
                  </a:cubicBezTo>
                  <a:cubicBezTo>
                    <a:pt x="2396" y="967"/>
                    <a:pt x="2419" y="963"/>
                    <a:pt x="2442" y="954"/>
                  </a:cubicBezTo>
                  <a:lnTo>
                    <a:pt x="3201" y="649"/>
                  </a:lnTo>
                  <a:lnTo>
                    <a:pt x="3767" y="649"/>
                  </a:lnTo>
                  <a:lnTo>
                    <a:pt x="4254" y="979"/>
                  </a:lnTo>
                  <a:lnTo>
                    <a:pt x="4254" y="1204"/>
                  </a:lnTo>
                  <a:lnTo>
                    <a:pt x="873" y="1204"/>
                  </a:lnTo>
                  <a:lnTo>
                    <a:pt x="1169" y="824"/>
                  </a:lnTo>
                  <a:lnTo>
                    <a:pt x="2060" y="400"/>
                  </a:lnTo>
                  <a:close/>
                  <a:moveTo>
                    <a:pt x="6625" y="400"/>
                  </a:moveTo>
                  <a:lnTo>
                    <a:pt x="6913" y="592"/>
                  </a:lnTo>
                  <a:lnTo>
                    <a:pt x="6868" y="609"/>
                  </a:lnTo>
                  <a:cubicBezTo>
                    <a:pt x="6772" y="647"/>
                    <a:pt x="6726" y="756"/>
                    <a:pt x="6764" y="850"/>
                  </a:cubicBezTo>
                  <a:cubicBezTo>
                    <a:pt x="6793" y="923"/>
                    <a:pt x="6863" y="967"/>
                    <a:pt x="6937" y="967"/>
                  </a:cubicBezTo>
                  <a:cubicBezTo>
                    <a:pt x="6959" y="967"/>
                    <a:pt x="6983" y="963"/>
                    <a:pt x="7005" y="954"/>
                  </a:cubicBezTo>
                  <a:lnTo>
                    <a:pt x="7764" y="649"/>
                  </a:lnTo>
                  <a:lnTo>
                    <a:pt x="8330" y="649"/>
                  </a:lnTo>
                  <a:lnTo>
                    <a:pt x="8817" y="979"/>
                  </a:lnTo>
                  <a:lnTo>
                    <a:pt x="8817" y="1204"/>
                  </a:lnTo>
                  <a:lnTo>
                    <a:pt x="5437" y="1204"/>
                  </a:lnTo>
                  <a:lnTo>
                    <a:pt x="5732" y="824"/>
                  </a:lnTo>
                  <a:lnTo>
                    <a:pt x="6625" y="400"/>
                  </a:lnTo>
                  <a:close/>
                  <a:moveTo>
                    <a:pt x="9126" y="1576"/>
                  </a:moveTo>
                  <a:lnTo>
                    <a:pt x="9126" y="1946"/>
                  </a:lnTo>
                  <a:lnTo>
                    <a:pt x="4935" y="1946"/>
                  </a:lnTo>
                  <a:lnTo>
                    <a:pt x="4935" y="1576"/>
                  </a:lnTo>
                  <a:close/>
                  <a:moveTo>
                    <a:pt x="4563" y="1577"/>
                  </a:moveTo>
                  <a:lnTo>
                    <a:pt x="4563" y="1948"/>
                  </a:lnTo>
                  <a:lnTo>
                    <a:pt x="371" y="1948"/>
                  </a:lnTo>
                  <a:lnTo>
                    <a:pt x="371" y="1577"/>
                  </a:lnTo>
                  <a:close/>
                  <a:moveTo>
                    <a:pt x="4309" y="2318"/>
                  </a:moveTo>
                  <a:lnTo>
                    <a:pt x="4208" y="2763"/>
                  </a:lnTo>
                  <a:lnTo>
                    <a:pt x="2818" y="2763"/>
                  </a:lnTo>
                  <a:cubicBezTo>
                    <a:pt x="2715" y="2763"/>
                    <a:pt x="2631" y="2846"/>
                    <a:pt x="2631" y="2950"/>
                  </a:cubicBezTo>
                  <a:cubicBezTo>
                    <a:pt x="2631" y="3051"/>
                    <a:pt x="2714" y="3135"/>
                    <a:pt x="2818" y="3135"/>
                  </a:cubicBezTo>
                  <a:lnTo>
                    <a:pt x="4126" y="3135"/>
                  </a:lnTo>
                  <a:lnTo>
                    <a:pt x="3882" y="4213"/>
                  </a:lnTo>
                  <a:cubicBezTo>
                    <a:pt x="3772" y="4143"/>
                    <a:pt x="3642" y="4102"/>
                    <a:pt x="3503" y="4102"/>
                  </a:cubicBezTo>
                  <a:cubicBezTo>
                    <a:pt x="3267" y="4102"/>
                    <a:pt x="3057" y="4218"/>
                    <a:pt x="2930" y="4396"/>
                  </a:cubicBezTo>
                  <a:lnTo>
                    <a:pt x="2005" y="4396"/>
                  </a:lnTo>
                  <a:cubicBezTo>
                    <a:pt x="1876" y="4218"/>
                    <a:pt x="1667" y="4102"/>
                    <a:pt x="1432" y="4102"/>
                  </a:cubicBezTo>
                  <a:cubicBezTo>
                    <a:pt x="1292" y="4102"/>
                    <a:pt x="1162" y="4143"/>
                    <a:pt x="1052" y="4213"/>
                  </a:cubicBezTo>
                  <a:lnTo>
                    <a:pt x="625" y="2318"/>
                  </a:lnTo>
                  <a:close/>
                  <a:moveTo>
                    <a:pt x="8875" y="2318"/>
                  </a:moveTo>
                  <a:lnTo>
                    <a:pt x="8773" y="2763"/>
                  </a:lnTo>
                  <a:lnTo>
                    <a:pt x="7381" y="2763"/>
                  </a:lnTo>
                  <a:cubicBezTo>
                    <a:pt x="7279" y="2763"/>
                    <a:pt x="7195" y="2846"/>
                    <a:pt x="7195" y="2950"/>
                  </a:cubicBezTo>
                  <a:cubicBezTo>
                    <a:pt x="7195" y="3051"/>
                    <a:pt x="7277" y="3135"/>
                    <a:pt x="7381" y="3135"/>
                  </a:cubicBezTo>
                  <a:lnTo>
                    <a:pt x="8689" y="3135"/>
                  </a:lnTo>
                  <a:lnTo>
                    <a:pt x="8444" y="4224"/>
                  </a:lnTo>
                  <a:cubicBezTo>
                    <a:pt x="8331" y="4146"/>
                    <a:pt x="8196" y="4102"/>
                    <a:pt x="8049" y="4102"/>
                  </a:cubicBezTo>
                  <a:cubicBezTo>
                    <a:pt x="7814" y="4102"/>
                    <a:pt x="7604" y="4218"/>
                    <a:pt x="7476" y="4396"/>
                  </a:cubicBezTo>
                  <a:lnTo>
                    <a:pt x="6551" y="4396"/>
                  </a:lnTo>
                  <a:cubicBezTo>
                    <a:pt x="6422" y="4218"/>
                    <a:pt x="6214" y="4102"/>
                    <a:pt x="5978" y="4102"/>
                  </a:cubicBezTo>
                  <a:cubicBezTo>
                    <a:pt x="5845" y="4102"/>
                    <a:pt x="5720" y="4139"/>
                    <a:pt x="5615" y="4203"/>
                  </a:cubicBezTo>
                  <a:lnTo>
                    <a:pt x="5190" y="2318"/>
                  </a:lnTo>
                  <a:close/>
                  <a:moveTo>
                    <a:pt x="1432" y="4473"/>
                  </a:moveTo>
                  <a:cubicBezTo>
                    <a:pt x="1617" y="4473"/>
                    <a:pt x="1766" y="4622"/>
                    <a:pt x="1766" y="4806"/>
                  </a:cubicBezTo>
                  <a:cubicBezTo>
                    <a:pt x="1766" y="4991"/>
                    <a:pt x="1617" y="5140"/>
                    <a:pt x="1432" y="5140"/>
                  </a:cubicBezTo>
                  <a:cubicBezTo>
                    <a:pt x="1247" y="5140"/>
                    <a:pt x="1098" y="4991"/>
                    <a:pt x="1098" y="4806"/>
                  </a:cubicBezTo>
                  <a:cubicBezTo>
                    <a:pt x="1098" y="4622"/>
                    <a:pt x="1247" y="4473"/>
                    <a:pt x="1432" y="4473"/>
                  </a:cubicBezTo>
                  <a:close/>
                  <a:moveTo>
                    <a:pt x="2799" y="4767"/>
                  </a:moveTo>
                  <a:cubicBezTo>
                    <a:pt x="2798" y="4780"/>
                    <a:pt x="2798" y="4793"/>
                    <a:pt x="2798" y="4806"/>
                  </a:cubicBezTo>
                  <a:cubicBezTo>
                    <a:pt x="2798" y="4927"/>
                    <a:pt x="2828" y="5041"/>
                    <a:pt x="2881" y="5140"/>
                  </a:cubicBezTo>
                  <a:lnTo>
                    <a:pt x="2052" y="5140"/>
                  </a:lnTo>
                  <a:cubicBezTo>
                    <a:pt x="2105" y="5041"/>
                    <a:pt x="2136" y="4927"/>
                    <a:pt x="2136" y="4806"/>
                  </a:cubicBezTo>
                  <a:cubicBezTo>
                    <a:pt x="2137" y="4793"/>
                    <a:pt x="2137" y="4780"/>
                    <a:pt x="2136" y="4767"/>
                  </a:cubicBezTo>
                  <a:close/>
                  <a:moveTo>
                    <a:pt x="3504" y="4473"/>
                  </a:moveTo>
                  <a:cubicBezTo>
                    <a:pt x="3688" y="4473"/>
                    <a:pt x="3838" y="4622"/>
                    <a:pt x="3838" y="4806"/>
                  </a:cubicBezTo>
                  <a:cubicBezTo>
                    <a:pt x="3838" y="4991"/>
                    <a:pt x="3688" y="5140"/>
                    <a:pt x="3504" y="5140"/>
                  </a:cubicBezTo>
                  <a:cubicBezTo>
                    <a:pt x="3319" y="5140"/>
                    <a:pt x="3170" y="4991"/>
                    <a:pt x="3170" y="4806"/>
                  </a:cubicBezTo>
                  <a:cubicBezTo>
                    <a:pt x="3170" y="4622"/>
                    <a:pt x="3319" y="4473"/>
                    <a:pt x="3504" y="4473"/>
                  </a:cubicBezTo>
                  <a:close/>
                  <a:moveTo>
                    <a:pt x="5977" y="4473"/>
                  </a:moveTo>
                  <a:cubicBezTo>
                    <a:pt x="6162" y="4473"/>
                    <a:pt x="6311" y="4622"/>
                    <a:pt x="6311" y="4806"/>
                  </a:cubicBezTo>
                  <a:cubicBezTo>
                    <a:pt x="6311" y="4991"/>
                    <a:pt x="6162" y="5140"/>
                    <a:pt x="5977" y="5140"/>
                  </a:cubicBezTo>
                  <a:cubicBezTo>
                    <a:pt x="5793" y="5140"/>
                    <a:pt x="5643" y="4991"/>
                    <a:pt x="5643" y="4806"/>
                  </a:cubicBezTo>
                  <a:cubicBezTo>
                    <a:pt x="5643" y="4622"/>
                    <a:pt x="5793" y="4473"/>
                    <a:pt x="5977" y="4473"/>
                  </a:cubicBezTo>
                  <a:close/>
                  <a:moveTo>
                    <a:pt x="7344" y="4767"/>
                  </a:moveTo>
                  <a:cubicBezTo>
                    <a:pt x="7343" y="4780"/>
                    <a:pt x="7343" y="4793"/>
                    <a:pt x="7343" y="4806"/>
                  </a:cubicBezTo>
                  <a:cubicBezTo>
                    <a:pt x="7343" y="4927"/>
                    <a:pt x="7374" y="5041"/>
                    <a:pt x="7427" y="5140"/>
                  </a:cubicBezTo>
                  <a:lnTo>
                    <a:pt x="6596" y="5140"/>
                  </a:lnTo>
                  <a:cubicBezTo>
                    <a:pt x="6651" y="5041"/>
                    <a:pt x="6680" y="4927"/>
                    <a:pt x="6680" y="4806"/>
                  </a:cubicBezTo>
                  <a:cubicBezTo>
                    <a:pt x="6682" y="4793"/>
                    <a:pt x="6682" y="4780"/>
                    <a:pt x="6680" y="4767"/>
                  </a:cubicBezTo>
                  <a:close/>
                  <a:moveTo>
                    <a:pt x="8049" y="4473"/>
                  </a:moveTo>
                  <a:cubicBezTo>
                    <a:pt x="8234" y="4473"/>
                    <a:pt x="8382" y="4622"/>
                    <a:pt x="8382" y="4806"/>
                  </a:cubicBezTo>
                  <a:cubicBezTo>
                    <a:pt x="8382" y="4991"/>
                    <a:pt x="8234" y="5140"/>
                    <a:pt x="8049" y="5140"/>
                  </a:cubicBezTo>
                  <a:cubicBezTo>
                    <a:pt x="7864" y="5140"/>
                    <a:pt x="7715" y="4991"/>
                    <a:pt x="7715" y="4806"/>
                  </a:cubicBezTo>
                  <a:cubicBezTo>
                    <a:pt x="7715" y="4622"/>
                    <a:pt x="7864" y="4473"/>
                    <a:pt x="8049" y="4473"/>
                  </a:cubicBezTo>
                  <a:close/>
                  <a:moveTo>
                    <a:pt x="4808" y="2318"/>
                  </a:moveTo>
                  <a:lnTo>
                    <a:pt x="5315" y="4565"/>
                  </a:lnTo>
                  <a:cubicBezTo>
                    <a:pt x="5287" y="4642"/>
                    <a:pt x="5271" y="4722"/>
                    <a:pt x="5271" y="4808"/>
                  </a:cubicBezTo>
                  <a:cubicBezTo>
                    <a:pt x="5271" y="4929"/>
                    <a:pt x="5301" y="5042"/>
                    <a:pt x="5355" y="5141"/>
                  </a:cubicBezTo>
                  <a:lnTo>
                    <a:pt x="4123" y="5141"/>
                  </a:lnTo>
                  <a:cubicBezTo>
                    <a:pt x="4176" y="5042"/>
                    <a:pt x="4207" y="4929"/>
                    <a:pt x="4207" y="4808"/>
                  </a:cubicBezTo>
                  <a:cubicBezTo>
                    <a:pt x="4207" y="4735"/>
                    <a:pt x="4196" y="4665"/>
                    <a:pt x="4175" y="4599"/>
                  </a:cubicBezTo>
                  <a:lnTo>
                    <a:pt x="4689" y="2320"/>
                  </a:lnTo>
                  <a:lnTo>
                    <a:pt x="4808" y="2320"/>
                  </a:lnTo>
                  <a:lnTo>
                    <a:pt x="4808" y="2318"/>
                  </a:lnTo>
                  <a:close/>
                  <a:moveTo>
                    <a:pt x="2078" y="0"/>
                  </a:moveTo>
                  <a:cubicBezTo>
                    <a:pt x="2052" y="0"/>
                    <a:pt x="2025" y="6"/>
                    <a:pt x="1999" y="19"/>
                  </a:cubicBezTo>
                  <a:lnTo>
                    <a:pt x="973" y="507"/>
                  </a:lnTo>
                  <a:cubicBezTo>
                    <a:pt x="947" y="520"/>
                    <a:pt x="924" y="538"/>
                    <a:pt x="906" y="561"/>
                  </a:cubicBezTo>
                  <a:lnTo>
                    <a:pt x="407" y="1203"/>
                  </a:lnTo>
                  <a:lnTo>
                    <a:pt x="188" y="1203"/>
                  </a:lnTo>
                  <a:cubicBezTo>
                    <a:pt x="85" y="1203"/>
                    <a:pt x="2" y="1286"/>
                    <a:pt x="2" y="1390"/>
                  </a:cubicBezTo>
                  <a:lnTo>
                    <a:pt x="2" y="2133"/>
                  </a:lnTo>
                  <a:cubicBezTo>
                    <a:pt x="2" y="2234"/>
                    <a:pt x="84" y="2318"/>
                    <a:pt x="188" y="2318"/>
                  </a:cubicBezTo>
                  <a:lnTo>
                    <a:pt x="247" y="2318"/>
                  </a:lnTo>
                  <a:lnTo>
                    <a:pt x="760" y="4597"/>
                  </a:lnTo>
                  <a:cubicBezTo>
                    <a:pt x="739" y="4664"/>
                    <a:pt x="729" y="4733"/>
                    <a:pt x="729" y="4806"/>
                  </a:cubicBezTo>
                  <a:cubicBezTo>
                    <a:pt x="729" y="4927"/>
                    <a:pt x="759" y="5041"/>
                    <a:pt x="812" y="5140"/>
                  </a:cubicBezTo>
                  <a:lnTo>
                    <a:pt x="186" y="5140"/>
                  </a:lnTo>
                  <a:cubicBezTo>
                    <a:pt x="84" y="5140"/>
                    <a:pt x="1" y="5223"/>
                    <a:pt x="1" y="5326"/>
                  </a:cubicBezTo>
                  <a:lnTo>
                    <a:pt x="1" y="6068"/>
                  </a:lnTo>
                  <a:cubicBezTo>
                    <a:pt x="1" y="6171"/>
                    <a:pt x="83" y="6255"/>
                    <a:pt x="186" y="6255"/>
                  </a:cubicBezTo>
                  <a:lnTo>
                    <a:pt x="3917" y="6255"/>
                  </a:lnTo>
                  <a:cubicBezTo>
                    <a:pt x="4018" y="6255"/>
                    <a:pt x="4102" y="6172"/>
                    <a:pt x="4102" y="6068"/>
                  </a:cubicBezTo>
                  <a:cubicBezTo>
                    <a:pt x="4102" y="5967"/>
                    <a:pt x="4019" y="5883"/>
                    <a:pt x="3917" y="5883"/>
                  </a:cubicBezTo>
                  <a:lnTo>
                    <a:pt x="373" y="5883"/>
                  </a:lnTo>
                  <a:lnTo>
                    <a:pt x="373" y="5512"/>
                  </a:lnTo>
                  <a:lnTo>
                    <a:pt x="9129" y="5512"/>
                  </a:lnTo>
                  <a:lnTo>
                    <a:pt x="9129" y="5883"/>
                  </a:lnTo>
                  <a:lnTo>
                    <a:pt x="5585" y="5883"/>
                  </a:lnTo>
                  <a:cubicBezTo>
                    <a:pt x="5484" y="5883"/>
                    <a:pt x="5400" y="5965"/>
                    <a:pt x="5400" y="6068"/>
                  </a:cubicBezTo>
                  <a:cubicBezTo>
                    <a:pt x="5400" y="6171"/>
                    <a:pt x="5482" y="6255"/>
                    <a:pt x="5585" y="6255"/>
                  </a:cubicBezTo>
                  <a:lnTo>
                    <a:pt x="9315" y="6255"/>
                  </a:lnTo>
                  <a:cubicBezTo>
                    <a:pt x="9417" y="6255"/>
                    <a:pt x="9501" y="6172"/>
                    <a:pt x="9501" y="6068"/>
                  </a:cubicBezTo>
                  <a:lnTo>
                    <a:pt x="9501" y="5326"/>
                  </a:lnTo>
                  <a:cubicBezTo>
                    <a:pt x="9501" y="5224"/>
                    <a:pt x="9418" y="5140"/>
                    <a:pt x="9315" y="5140"/>
                  </a:cubicBezTo>
                  <a:lnTo>
                    <a:pt x="8672" y="5140"/>
                  </a:lnTo>
                  <a:cubicBezTo>
                    <a:pt x="8726" y="5041"/>
                    <a:pt x="8755" y="4927"/>
                    <a:pt x="8755" y="4806"/>
                  </a:cubicBezTo>
                  <a:cubicBezTo>
                    <a:pt x="8755" y="4746"/>
                    <a:pt x="8748" y="4689"/>
                    <a:pt x="8733" y="4632"/>
                  </a:cubicBezTo>
                  <a:cubicBezTo>
                    <a:pt x="8734" y="4629"/>
                    <a:pt x="8734" y="4626"/>
                    <a:pt x="8737" y="4622"/>
                  </a:cubicBezTo>
                  <a:lnTo>
                    <a:pt x="9254" y="2318"/>
                  </a:lnTo>
                  <a:lnTo>
                    <a:pt x="9313" y="2318"/>
                  </a:lnTo>
                  <a:cubicBezTo>
                    <a:pt x="9414" y="2318"/>
                    <a:pt x="9498" y="2236"/>
                    <a:pt x="9498" y="2133"/>
                  </a:cubicBezTo>
                  <a:lnTo>
                    <a:pt x="9498" y="1390"/>
                  </a:lnTo>
                  <a:cubicBezTo>
                    <a:pt x="9498" y="1288"/>
                    <a:pt x="9416" y="1204"/>
                    <a:pt x="9313" y="1204"/>
                  </a:cubicBezTo>
                  <a:lnTo>
                    <a:pt x="9189" y="1204"/>
                  </a:lnTo>
                  <a:lnTo>
                    <a:pt x="9189" y="880"/>
                  </a:lnTo>
                  <a:cubicBezTo>
                    <a:pt x="9189" y="818"/>
                    <a:pt x="9160" y="760"/>
                    <a:pt x="9108" y="726"/>
                  </a:cubicBezTo>
                  <a:lnTo>
                    <a:pt x="8492" y="308"/>
                  </a:lnTo>
                  <a:cubicBezTo>
                    <a:pt x="8463" y="288"/>
                    <a:pt x="8426" y="276"/>
                    <a:pt x="8390" y="276"/>
                  </a:cubicBezTo>
                  <a:lnTo>
                    <a:pt x="7731" y="276"/>
                  </a:lnTo>
                  <a:cubicBezTo>
                    <a:pt x="7707" y="276"/>
                    <a:pt x="7684" y="280"/>
                    <a:pt x="7662" y="290"/>
                  </a:cubicBezTo>
                  <a:lnTo>
                    <a:pt x="7330" y="423"/>
                  </a:lnTo>
                  <a:lnTo>
                    <a:pt x="6743" y="32"/>
                  </a:lnTo>
                  <a:cubicBezTo>
                    <a:pt x="6712" y="11"/>
                    <a:pt x="6677" y="0"/>
                    <a:pt x="6641" y="0"/>
                  </a:cubicBezTo>
                  <a:cubicBezTo>
                    <a:pt x="6614" y="0"/>
                    <a:pt x="6587" y="6"/>
                    <a:pt x="6562" y="19"/>
                  </a:cubicBezTo>
                  <a:lnTo>
                    <a:pt x="5535" y="507"/>
                  </a:lnTo>
                  <a:cubicBezTo>
                    <a:pt x="5509" y="520"/>
                    <a:pt x="5485" y="538"/>
                    <a:pt x="5468" y="561"/>
                  </a:cubicBezTo>
                  <a:lnTo>
                    <a:pt x="4969" y="1203"/>
                  </a:lnTo>
                  <a:lnTo>
                    <a:pt x="4627" y="1203"/>
                  </a:lnTo>
                  <a:lnTo>
                    <a:pt x="4627" y="879"/>
                  </a:lnTo>
                  <a:cubicBezTo>
                    <a:pt x="4627" y="818"/>
                    <a:pt x="4597" y="760"/>
                    <a:pt x="4546" y="726"/>
                  </a:cubicBezTo>
                  <a:lnTo>
                    <a:pt x="3930" y="308"/>
                  </a:lnTo>
                  <a:cubicBezTo>
                    <a:pt x="3901" y="287"/>
                    <a:pt x="3864" y="276"/>
                    <a:pt x="3827" y="276"/>
                  </a:cubicBezTo>
                  <a:lnTo>
                    <a:pt x="3169" y="276"/>
                  </a:lnTo>
                  <a:cubicBezTo>
                    <a:pt x="3144" y="276"/>
                    <a:pt x="3121" y="280"/>
                    <a:pt x="3099" y="290"/>
                  </a:cubicBezTo>
                  <a:lnTo>
                    <a:pt x="2767" y="423"/>
                  </a:lnTo>
                  <a:lnTo>
                    <a:pt x="2181" y="32"/>
                  </a:lnTo>
                  <a:cubicBezTo>
                    <a:pt x="2150" y="11"/>
                    <a:pt x="2114" y="0"/>
                    <a:pt x="20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2"/>
            <p:cNvSpPr/>
            <p:nvPr/>
          </p:nvSpPr>
          <p:spPr>
            <a:xfrm>
              <a:off x="4224155" y="1432102"/>
              <a:ext cx="27235" cy="12151"/>
            </a:xfrm>
            <a:custGeom>
              <a:rect b="b" l="l" r="r" t="t"/>
              <a:pathLst>
                <a:path extrusionOk="0" h="373" w="836">
                  <a:moveTo>
                    <a:pt x="187" y="0"/>
                  </a:moveTo>
                  <a:cubicBezTo>
                    <a:pt x="84" y="0"/>
                    <a:pt x="0" y="83"/>
                    <a:pt x="0" y="187"/>
                  </a:cubicBezTo>
                  <a:cubicBezTo>
                    <a:pt x="2" y="289"/>
                    <a:pt x="84" y="372"/>
                    <a:pt x="187" y="372"/>
                  </a:cubicBezTo>
                  <a:lnTo>
                    <a:pt x="649" y="372"/>
                  </a:lnTo>
                  <a:cubicBezTo>
                    <a:pt x="751" y="372"/>
                    <a:pt x="835" y="289"/>
                    <a:pt x="835" y="187"/>
                  </a:cubicBezTo>
                  <a:cubicBezTo>
                    <a:pt x="835" y="84"/>
                    <a:pt x="752" y="0"/>
                    <a:pt x="6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2"/>
            <p:cNvSpPr/>
            <p:nvPr/>
          </p:nvSpPr>
          <p:spPr>
            <a:xfrm>
              <a:off x="4247676" y="1458717"/>
              <a:ext cx="36291" cy="12151"/>
            </a:xfrm>
            <a:custGeom>
              <a:rect b="b" l="l" r="r" t="t"/>
              <a:pathLst>
                <a:path extrusionOk="0" h="373" w="1114">
                  <a:moveTo>
                    <a:pt x="187" y="0"/>
                  </a:moveTo>
                  <a:cubicBezTo>
                    <a:pt x="84" y="0"/>
                    <a:pt x="0" y="84"/>
                    <a:pt x="0" y="187"/>
                  </a:cubicBezTo>
                  <a:cubicBezTo>
                    <a:pt x="0" y="288"/>
                    <a:pt x="83" y="372"/>
                    <a:pt x="187" y="372"/>
                  </a:cubicBezTo>
                  <a:lnTo>
                    <a:pt x="927" y="372"/>
                  </a:lnTo>
                  <a:cubicBezTo>
                    <a:pt x="1030" y="372"/>
                    <a:pt x="1114" y="289"/>
                    <a:pt x="1114" y="187"/>
                  </a:cubicBezTo>
                  <a:cubicBezTo>
                    <a:pt x="1114" y="84"/>
                    <a:pt x="1031" y="0"/>
                    <a:pt x="9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2"/>
            <p:cNvSpPr/>
            <p:nvPr/>
          </p:nvSpPr>
          <p:spPr>
            <a:xfrm>
              <a:off x="4182944" y="1533743"/>
              <a:ext cx="12151" cy="12151"/>
            </a:xfrm>
            <a:custGeom>
              <a:rect b="b" l="l" r="r" t="t"/>
              <a:pathLst>
                <a:path extrusionOk="0" h="373" w="373">
                  <a:moveTo>
                    <a:pt x="186" y="1"/>
                  </a:moveTo>
                  <a:cubicBezTo>
                    <a:pt x="84" y="1"/>
                    <a:pt x="1" y="85"/>
                    <a:pt x="1" y="186"/>
                  </a:cubicBezTo>
                  <a:cubicBezTo>
                    <a:pt x="1" y="290"/>
                    <a:pt x="85" y="373"/>
                    <a:pt x="186" y="373"/>
                  </a:cubicBezTo>
                  <a:cubicBezTo>
                    <a:pt x="290" y="373"/>
                    <a:pt x="373" y="289"/>
                    <a:pt x="373" y="186"/>
                  </a:cubicBezTo>
                  <a:cubicBezTo>
                    <a:pt x="373" y="84"/>
                    <a:pt x="289"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5" name="Google Shape;7585;p72"/>
          <p:cNvGrpSpPr/>
          <p:nvPr/>
        </p:nvGrpSpPr>
        <p:grpSpPr>
          <a:xfrm>
            <a:off x="4716889" y="1289249"/>
            <a:ext cx="309486" cy="309519"/>
            <a:chOff x="4716889" y="1289249"/>
            <a:chExt cx="309486" cy="309519"/>
          </a:xfrm>
        </p:grpSpPr>
        <p:sp>
          <p:nvSpPr>
            <p:cNvPr id="7586" name="Google Shape;7586;p72"/>
            <p:cNvSpPr/>
            <p:nvPr/>
          </p:nvSpPr>
          <p:spPr>
            <a:xfrm>
              <a:off x="4716889" y="1289249"/>
              <a:ext cx="309486" cy="309519"/>
            </a:xfrm>
            <a:custGeom>
              <a:rect b="b" l="l" r="r" t="t"/>
              <a:pathLst>
                <a:path extrusionOk="0" h="9501" w="9500">
                  <a:moveTo>
                    <a:pt x="6999" y="1930"/>
                  </a:moveTo>
                  <a:cubicBezTo>
                    <a:pt x="7313" y="1930"/>
                    <a:pt x="7566" y="2184"/>
                    <a:pt x="7566" y="2496"/>
                  </a:cubicBezTo>
                  <a:cubicBezTo>
                    <a:pt x="7566" y="2626"/>
                    <a:pt x="7522" y="2753"/>
                    <a:pt x="7439" y="2855"/>
                  </a:cubicBezTo>
                  <a:cubicBezTo>
                    <a:pt x="7360" y="2955"/>
                    <a:pt x="7245" y="3026"/>
                    <a:pt x="7118" y="3054"/>
                  </a:cubicBezTo>
                  <a:lnTo>
                    <a:pt x="6263" y="3234"/>
                  </a:lnTo>
                  <a:lnTo>
                    <a:pt x="6444" y="2380"/>
                  </a:lnTo>
                  <a:cubicBezTo>
                    <a:pt x="6471" y="2253"/>
                    <a:pt x="6541" y="2139"/>
                    <a:pt x="6642" y="2057"/>
                  </a:cubicBezTo>
                  <a:cubicBezTo>
                    <a:pt x="6743" y="1976"/>
                    <a:pt x="6870" y="1930"/>
                    <a:pt x="6999" y="1930"/>
                  </a:cubicBezTo>
                  <a:close/>
                  <a:moveTo>
                    <a:pt x="6999" y="372"/>
                  </a:moveTo>
                  <a:cubicBezTo>
                    <a:pt x="8172" y="372"/>
                    <a:pt x="9125" y="1325"/>
                    <a:pt x="9125" y="2496"/>
                  </a:cubicBezTo>
                  <a:cubicBezTo>
                    <a:pt x="9125" y="2982"/>
                    <a:pt x="8956" y="3458"/>
                    <a:pt x="8650" y="3835"/>
                  </a:cubicBezTo>
                  <a:cubicBezTo>
                    <a:pt x="8346" y="4212"/>
                    <a:pt x="7915" y="4475"/>
                    <a:pt x="7441" y="4576"/>
                  </a:cubicBezTo>
                  <a:lnTo>
                    <a:pt x="6721" y="4730"/>
                  </a:lnTo>
                  <a:cubicBezTo>
                    <a:pt x="6720" y="4727"/>
                    <a:pt x="6408" y="4417"/>
                    <a:pt x="6408" y="4417"/>
                  </a:cubicBezTo>
                  <a:lnTo>
                    <a:pt x="7364" y="4213"/>
                  </a:lnTo>
                  <a:cubicBezTo>
                    <a:pt x="7755" y="4130"/>
                    <a:pt x="8110" y="3913"/>
                    <a:pt x="8362" y="3602"/>
                  </a:cubicBezTo>
                  <a:cubicBezTo>
                    <a:pt x="8616" y="3290"/>
                    <a:pt x="8754" y="2899"/>
                    <a:pt x="8754" y="2498"/>
                  </a:cubicBezTo>
                  <a:cubicBezTo>
                    <a:pt x="8754" y="1886"/>
                    <a:pt x="8427" y="1309"/>
                    <a:pt x="7899" y="992"/>
                  </a:cubicBezTo>
                  <a:cubicBezTo>
                    <a:pt x="7869" y="974"/>
                    <a:pt x="7836" y="965"/>
                    <a:pt x="7803" y="965"/>
                  </a:cubicBezTo>
                  <a:cubicBezTo>
                    <a:pt x="7740" y="965"/>
                    <a:pt x="7679" y="997"/>
                    <a:pt x="7645" y="1056"/>
                  </a:cubicBezTo>
                  <a:cubicBezTo>
                    <a:pt x="7592" y="1144"/>
                    <a:pt x="7621" y="1258"/>
                    <a:pt x="7710" y="1310"/>
                  </a:cubicBezTo>
                  <a:cubicBezTo>
                    <a:pt x="8126" y="1561"/>
                    <a:pt x="8383" y="2016"/>
                    <a:pt x="8383" y="2498"/>
                  </a:cubicBezTo>
                  <a:cubicBezTo>
                    <a:pt x="8383" y="2814"/>
                    <a:pt x="8273" y="3124"/>
                    <a:pt x="8074" y="3369"/>
                  </a:cubicBezTo>
                  <a:cubicBezTo>
                    <a:pt x="7875" y="3615"/>
                    <a:pt x="7596" y="3786"/>
                    <a:pt x="7287" y="3852"/>
                  </a:cubicBezTo>
                  <a:lnTo>
                    <a:pt x="6094" y="4105"/>
                  </a:lnTo>
                  <a:lnTo>
                    <a:pt x="5874" y="3885"/>
                  </a:lnTo>
                  <a:lnTo>
                    <a:pt x="6114" y="3646"/>
                  </a:lnTo>
                  <a:lnTo>
                    <a:pt x="7193" y="3416"/>
                  </a:lnTo>
                  <a:cubicBezTo>
                    <a:pt x="7403" y="3372"/>
                    <a:pt x="7592" y="3255"/>
                    <a:pt x="7728" y="3089"/>
                  </a:cubicBezTo>
                  <a:cubicBezTo>
                    <a:pt x="7863" y="2923"/>
                    <a:pt x="7937" y="2713"/>
                    <a:pt x="7937" y="2498"/>
                  </a:cubicBezTo>
                  <a:cubicBezTo>
                    <a:pt x="7937" y="1981"/>
                    <a:pt x="7517" y="1560"/>
                    <a:pt x="6998" y="1560"/>
                  </a:cubicBezTo>
                  <a:cubicBezTo>
                    <a:pt x="6784" y="1560"/>
                    <a:pt x="6574" y="1634"/>
                    <a:pt x="6408" y="1769"/>
                  </a:cubicBezTo>
                  <a:cubicBezTo>
                    <a:pt x="6241" y="1903"/>
                    <a:pt x="6125" y="2094"/>
                    <a:pt x="6080" y="2304"/>
                  </a:cubicBezTo>
                  <a:lnTo>
                    <a:pt x="5851" y="3383"/>
                  </a:lnTo>
                  <a:lnTo>
                    <a:pt x="5611" y="3621"/>
                  </a:lnTo>
                  <a:lnTo>
                    <a:pt x="5391" y="3401"/>
                  </a:lnTo>
                  <a:lnTo>
                    <a:pt x="5644" y="2210"/>
                  </a:lnTo>
                  <a:cubicBezTo>
                    <a:pt x="5710" y="1901"/>
                    <a:pt x="5881" y="1621"/>
                    <a:pt x="6127" y="1422"/>
                  </a:cubicBezTo>
                  <a:cubicBezTo>
                    <a:pt x="6178" y="1382"/>
                    <a:pt x="6232" y="1343"/>
                    <a:pt x="6288" y="1309"/>
                  </a:cubicBezTo>
                  <a:cubicBezTo>
                    <a:pt x="6376" y="1257"/>
                    <a:pt x="6404" y="1143"/>
                    <a:pt x="6352" y="1055"/>
                  </a:cubicBezTo>
                  <a:cubicBezTo>
                    <a:pt x="6317" y="997"/>
                    <a:pt x="6256" y="965"/>
                    <a:pt x="6193" y="965"/>
                  </a:cubicBezTo>
                  <a:cubicBezTo>
                    <a:pt x="6161" y="965"/>
                    <a:pt x="6128" y="973"/>
                    <a:pt x="6099" y="991"/>
                  </a:cubicBezTo>
                  <a:cubicBezTo>
                    <a:pt x="6027" y="1033"/>
                    <a:pt x="5958" y="1081"/>
                    <a:pt x="5894" y="1133"/>
                  </a:cubicBezTo>
                  <a:cubicBezTo>
                    <a:pt x="5582" y="1387"/>
                    <a:pt x="5365" y="1741"/>
                    <a:pt x="5282" y="2133"/>
                  </a:cubicBezTo>
                  <a:lnTo>
                    <a:pt x="5079" y="3089"/>
                  </a:lnTo>
                  <a:lnTo>
                    <a:pt x="4767" y="2776"/>
                  </a:lnTo>
                  <a:lnTo>
                    <a:pt x="4920" y="2057"/>
                  </a:lnTo>
                  <a:cubicBezTo>
                    <a:pt x="5021" y="1582"/>
                    <a:pt x="5285" y="1152"/>
                    <a:pt x="5662" y="845"/>
                  </a:cubicBezTo>
                  <a:cubicBezTo>
                    <a:pt x="6039" y="540"/>
                    <a:pt x="6513" y="372"/>
                    <a:pt x="6999" y="372"/>
                  </a:cubicBezTo>
                  <a:close/>
                  <a:moveTo>
                    <a:pt x="4353" y="2979"/>
                  </a:moveTo>
                  <a:cubicBezTo>
                    <a:pt x="4409" y="2979"/>
                    <a:pt x="4467" y="3001"/>
                    <a:pt x="4510" y="3044"/>
                  </a:cubicBezTo>
                  <a:lnTo>
                    <a:pt x="6452" y="4986"/>
                  </a:lnTo>
                  <a:cubicBezTo>
                    <a:pt x="6495" y="5028"/>
                    <a:pt x="6518" y="5085"/>
                    <a:pt x="6518" y="5144"/>
                  </a:cubicBezTo>
                  <a:cubicBezTo>
                    <a:pt x="6518" y="5202"/>
                    <a:pt x="6495" y="5259"/>
                    <a:pt x="6452" y="5301"/>
                  </a:cubicBezTo>
                  <a:cubicBezTo>
                    <a:pt x="6410" y="5343"/>
                    <a:pt x="6354" y="5366"/>
                    <a:pt x="6294" y="5366"/>
                  </a:cubicBezTo>
                  <a:cubicBezTo>
                    <a:pt x="6236" y="5366"/>
                    <a:pt x="6180" y="5343"/>
                    <a:pt x="6137" y="5301"/>
                  </a:cubicBezTo>
                  <a:lnTo>
                    <a:pt x="4196" y="3359"/>
                  </a:lnTo>
                  <a:cubicBezTo>
                    <a:pt x="4154" y="3317"/>
                    <a:pt x="4130" y="3260"/>
                    <a:pt x="4130" y="3201"/>
                  </a:cubicBezTo>
                  <a:cubicBezTo>
                    <a:pt x="4132" y="3143"/>
                    <a:pt x="4154" y="3087"/>
                    <a:pt x="4196" y="3044"/>
                  </a:cubicBezTo>
                  <a:cubicBezTo>
                    <a:pt x="4239" y="3001"/>
                    <a:pt x="4297" y="2979"/>
                    <a:pt x="4353" y="2979"/>
                  </a:cubicBezTo>
                  <a:close/>
                  <a:moveTo>
                    <a:pt x="3775" y="3557"/>
                  </a:moveTo>
                  <a:cubicBezTo>
                    <a:pt x="3835" y="3557"/>
                    <a:pt x="3890" y="3580"/>
                    <a:pt x="3932" y="3621"/>
                  </a:cubicBezTo>
                  <a:lnTo>
                    <a:pt x="5874" y="5564"/>
                  </a:lnTo>
                  <a:cubicBezTo>
                    <a:pt x="5961" y="5650"/>
                    <a:pt x="5961" y="5792"/>
                    <a:pt x="5874" y="5878"/>
                  </a:cubicBezTo>
                  <a:cubicBezTo>
                    <a:pt x="5831" y="5921"/>
                    <a:pt x="5775" y="5942"/>
                    <a:pt x="5718" y="5942"/>
                  </a:cubicBezTo>
                  <a:cubicBezTo>
                    <a:pt x="5661" y="5942"/>
                    <a:pt x="5604" y="5921"/>
                    <a:pt x="5560" y="5878"/>
                  </a:cubicBezTo>
                  <a:lnTo>
                    <a:pt x="3618" y="3936"/>
                  </a:lnTo>
                  <a:cubicBezTo>
                    <a:pt x="3576" y="3894"/>
                    <a:pt x="3553" y="3838"/>
                    <a:pt x="3553" y="3779"/>
                  </a:cubicBezTo>
                  <a:cubicBezTo>
                    <a:pt x="3554" y="3720"/>
                    <a:pt x="3577" y="3663"/>
                    <a:pt x="3618" y="3621"/>
                  </a:cubicBezTo>
                  <a:cubicBezTo>
                    <a:pt x="3661" y="3580"/>
                    <a:pt x="3716" y="3557"/>
                    <a:pt x="3775" y="3557"/>
                  </a:cubicBezTo>
                  <a:close/>
                  <a:moveTo>
                    <a:pt x="3200" y="4135"/>
                  </a:moveTo>
                  <a:cubicBezTo>
                    <a:pt x="3255" y="4135"/>
                    <a:pt x="3313" y="4158"/>
                    <a:pt x="3357" y="4201"/>
                  </a:cubicBezTo>
                  <a:lnTo>
                    <a:pt x="5298" y="6143"/>
                  </a:lnTo>
                  <a:cubicBezTo>
                    <a:pt x="5385" y="6229"/>
                    <a:pt x="5385" y="6370"/>
                    <a:pt x="5298" y="6457"/>
                  </a:cubicBezTo>
                  <a:cubicBezTo>
                    <a:pt x="5256" y="6499"/>
                    <a:pt x="5201" y="6522"/>
                    <a:pt x="5141" y="6522"/>
                  </a:cubicBezTo>
                  <a:cubicBezTo>
                    <a:pt x="5082" y="6522"/>
                    <a:pt x="5026" y="6499"/>
                    <a:pt x="4984" y="6457"/>
                  </a:cubicBezTo>
                  <a:lnTo>
                    <a:pt x="3043" y="4515"/>
                  </a:lnTo>
                  <a:cubicBezTo>
                    <a:pt x="2956" y="4428"/>
                    <a:pt x="2956" y="4287"/>
                    <a:pt x="3043" y="4201"/>
                  </a:cubicBezTo>
                  <a:cubicBezTo>
                    <a:pt x="3086" y="4158"/>
                    <a:pt x="3143" y="4135"/>
                    <a:pt x="3200" y="4135"/>
                  </a:cubicBezTo>
                  <a:close/>
                  <a:moveTo>
                    <a:pt x="8737" y="5820"/>
                  </a:moveTo>
                  <a:cubicBezTo>
                    <a:pt x="8794" y="5820"/>
                    <a:pt x="8849" y="5841"/>
                    <a:pt x="8890" y="5883"/>
                  </a:cubicBezTo>
                  <a:lnTo>
                    <a:pt x="8896" y="5888"/>
                  </a:lnTo>
                  <a:cubicBezTo>
                    <a:pt x="8943" y="5934"/>
                    <a:pt x="8967" y="5997"/>
                    <a:pt x="8961" y="6061"/>
                  </a:cubicBezTo>
                  <a:cubicBezTo>
                    <a:pt x="8956" y="6127"/>
                    <a:pt x="8923" y="6183"/>
                    <a:pt x="8869" y="6222"/>
                  </a:cubicBezTo>
                  <a:cubicBezTo>
                    <a:pt x="8443" y="6521"/>
                    <a:pt x="7932" y="6680"/>
                    <a:pt x="7411" y="6680"/>
                  </a:cubicBezTo>
                  <a:cubicBezTo>
                    <a:pt x="7342" y="6680"/>
                    <a:pt x="7273" y="6678"/>
                    <a:pt x="7204" y="6672"/>
                  </a:cubicBezTo>
                  <a:cubicBezTo>
                    <a:pt x="6769" y="6636"/>
                    <a:pt x="6354" y="6489"/>
                    <a:pt x="5995" y="6248"/>
                  </a:cubicBezTo>
                  <a:cubicBezTo>
                    <a:pt x="6046" y="6220"/>
                    <a:pt x="6094" y="6186"/>
                    <a:pt x="6137" y="6143"/>
                  </a:cubicBezTo>
                  <a:cubicBezTo>
                    <a:pt x="6206" y="6075"/>
                    <a:pt x="6255" y="5992"/>
                    <a:pt x="6282" y="5905"/>
                  </a:cubicBezTo>
                  <a:cubicBezTo>
                    <a:pt x="6624" y="6125"/>
                    <a:pt x="7017" y="6237"/>
                    <a:pt x="7413" y="6237"/>
                  </a:cubicBezTo>
                  <a:cubicBezTo>
                    <a:pt x="7828" y="6237"/>
                    <a:pt x="8245" y="6113"/>
                    <a:pt x="8608" y="5861"/>
                  </a:cubicBezTo>
                  <a:cubicBezTo>
                    <a:pt x="8647" y="5833"/>
                    <a:pt x="8692" y="5820"/>
                    <a:pt x="8737" y="5820"/>
                  </a:cubicBezTo>
                  <a:close/>
                  <a:moveTo>
                    <a:pt x="3231" y="6267"/>
                  </a:moveTo>
                  <a:lnTo>
                    <a:pt x="3050" y="7120"/>
                  </a:lnTo>
                  <a:cubicBezTo>
                    <a:pt x="3023" y="7248"/>
                    <a:pt x="2954" y="7361"/>
                    <a:pt x="2852" y="7444"/>
                  </a:cubicBezTo>
                  <a:cubicBezTo>
                    <a:pt x="2751" y="7526"/>
                    <a:pt x="2625" y="7571"/>
                    <a:pt x="2495" y="7571"/>
                  </a:cubicBezTo>
                  <a:cubicBezTo>
                    <a:pt x="2182" y="7571"/>
                    <a:pt x="1928" y="7317"/>
                    <a:pt x="1928" y="7004"/>
                  </a:cubicBezTo>
                  <a:cubicBezTo>
                    <a:pt x="1928" y="6874"/>
                    <a:pt x="1972" y="6748"/>
                    <a:pt x="2055" y="6647"/>
                  </a:cubicBezTo>
                  <a:cubicBezTo>
                    <a:pt x="2138" y="6546"/>
                    <a:pt x="2252" y="6475"/>
                    <a:pt x="2379" y="6449"/>
                  </a:cubicBezTo>
                  <a:lnTo>
                    <a:pt x="3231" y="6267"/>
                  </a:lnTo>
                  <a:close/>
                  <a:moveTo>
                    <a:pt x="3401" y="5398"/>
                  </a:moveTo>
                  <a:lnTo>
                    <a:pt x="3621" y="5618"/>
                  </a:lnTo>
                  <a:lnTo>
                    <a:pt x="3380" y="5857"/>
                  </a:lnTo>
                  <a:lnTo>
                    <a:pt x="2301" y="6086"/>
                  </a:lnTo>
                  <a:cubicBezTo>
                    <a:pt x="2091" y="6130"/>
                    <a:pt x="1902" y="6248"/>
                    <a:pt x="1767" y="6413"/>
                  </a:cubicBezTo>
                  <a:cubicBezTo>
                    <a:pt x="1632" y="6580"/>
                    <a:pt x="1557" y="6789"/>
                    <a:pt x="1557" y="7004"/>
                  </a:cubicBezTo>
                  <a:cubicBezTo>
                    <a:pt x="1557" y="7522"/>
                    <a:pt x="1977" y="7943"/>
                    <a:pt x="2496" y="7943"/>
                  </a:cubicBezTo>
                  <a:cubicBezTo>
                    <a:pt x="2711" y="7943"/>
                    <a:pt x="2920" y="7868"/>
                    <a:pt x="3087" y="7733"/>
                  </a:cubicBezTo>
                  <a:cubicBezTo>
                    <a:pt x="3253" y="7599"/>
                    <a:pt x="3370" y="7409"/>
                    <a:pt x="3415" y="7199"/>
                  </a:cubicBezTo>
                  <a:lnTo>
                    <a:pt x="3643" y="6120"/>
                  </a:lnTo>
                  <a:lnTo>
                    <a:pt x="3883" y="5881"/>
                  </a:lnTo>
                  <a:lnTo>
                    <a:pt x="4103" y="6101"/>
                  </a:lnTo>
                  <a:lnTo>
                    <a:pt x="3850" y="7292"/>
                  </a:lnTo>
                  <a:cubicBezTo>
                    <a:pt x="3784" y="7601"/>
                    <a:pt x="3614" y="7882"/>
                    <a:pt x="3367" y="8081"/>
                  </a:cubicBezTo>
                  <a:cubicBezTo>
                    <a:pt x="3121" y="8280"/>
                    <a:pt x="2812" y="8389"/>
                    <a:pt x="2496" y="8389"/>
                  </a:cubicBezTo>
                  <a:cubicBezTo>
                    <a:pt x="1733" y="8389"/>
                    <a:pt x="1112" y="7769"/>
                    <a:pt x="1112" y="7005"/>
                  </a:cubicBezTo>
                  <a:cubicBezTo>
                    <a:pt x="1112" y="6690"/>
                    <a:pt x="1222" y="6380"/>
                    <a:pt x="1421" y="6135"/>
                  </a:cubicBezTo>
                  <a:cubicBezTo>
                    <a:pt x="1620" y="5888"/>
                    <a:pt x="1901" y="5718"/>
                    <a:pt x="2210" y="5652"/>
                  </a:cubicBezTo>
                  <a:lnTo>
                    <a:pt x="3401" y="5398"/>
                  </a:lnTo>
                  <a:close/>
                  <a:moveTo>
                    <a:pt x="2773" y="4771"/>
                  </a:moveTo>
                  <a:cubicBezTo>
                    <a:pt x="2776" y="4773"/>
                    <a:pt x="3087" y="5083"/>
                    <a:pt x="3087" y="5083"/>
                  </a:cubicBezTo>
                  <a:lnTo>
                    <a:pt x="2130" y="5286"/>
                  </a:lnTo>
                  <a:cubicBezTo>
                    <a:pt x="1739" y="5370"/>
                    <a:pt x="1384" y="5588"/>
                    <a:pt x="1132" y="5898"/>
                  </a:cubicBezTo>
                  <a:cubicBezTo>
                    <a:pt x="879" y="6209"/>
                    <a:pt x="740" y="6601"/>
                    <a:pt x="740" y="7002"/>
                  </a:cubicBezTo>
                  <a:cubicBezTo>
                    <a:pt x="740" y="7969"/>
                    <a:pt x="1527" y="8756"/>
                    <a:pt x="2495" y="8756"/>
                  </a:cubicBezTo>
                  <a:cubicBezTo>
                    <a:pt x="2896" y="8756"/>
                    <a:pt x="3289" y="8617"/>
                    <a:pt x="3599" y="8365"/>
                  </a:cubicBezTo>
                  <a:cubicBezTo>
                    <a:pt x="3910" y="8111"/>
                    <a:pt x="4128" y="7757"/>
                    <a:pt x="4211" y="7366"/>
                  </a:cubicBezTo>
                  <a:lnTo>
                    <a:pt x="4413" y="6409"/>
                  </a:lnTo>
                  <a:lnTo>
                    <a:pt x="4726" y="6722"/>
                  </a:lnTo>
                  <a:lnTo>
                    <a:pt x="4574" y="7444"/>
                  </a:lnTo>
                  <a:cubicBezTo>
                    <a:pt x="4474" y="7920"/>
                    <a:pt x="4211" y="8349"/>
                    <a:pt x="3833" y="8654"/>
                  </a:cubicBezTo>
                  <a:cubicBezTo>
                    <a:pt x="3457" y="8959"/>
                    <a:pt x="2981" y="9129"/>
                    <a:pt x="2495" y="9129"/>
                  </a:cubicBezTo>
                  <a:cubicBezTo>
                    <a:pt x="1323" y="9129"/>
                    <a:pt x="369" y="8175"/>
                    <a:pt x="369" y="7003"/>
                  </a:cubicBezTo>
                  <a:cubicBezTo>
                    <a:pt x="369" y="6517"/>
                    <a:pt x="537" y="6041"/>
                    <a:pt x="844" y="5664"/>
                  </a:cubicBezTo>
                  <a:cubicBezTo>
                    <a:pt x="1149" y="5287"/>
                    <a:pt x="1579" y="5024"/>
                    <a:pt x="2054" y="4924"/>
                  </a:cubicBezTo>
                  <a:lnTo>
                    <a:pt x="2773" y="4771"/>
                  </a:lnTo>
                  <a:close/>
                  <a:moveTo>
                    <a:pt x="7002" y="1"/>
                  </a:moveTo>
                  <a:cubicBezTo>
                    <a:pt x="6431" y="1"/>
                    <a:pt x="5873" y="199"/>
                    <a:pt x="5430" y="557"/>
                  </a:cubicBezTo>
                  <a:cubicBezTo>
                    <a:pt x="4988" y="917"/>
                    <a:pt x="4678" y="1422"/>
                    <a:pt x="4560" y="1980"/>
                  </a:cubicBezTo>
                  <a:lnTo>
                    <a:pt x="4426" y="2614"/>
                  </a:lnTo>
                  <a:cubicBezTo>
                    <a:pt x="4403" y="2611"/>
                    <a:pt x="4380" y="2610"/>
                    <a:pt x="4357" y="2610"/>
                  </a:cubicBezTo>
                  <a:cubicBezTo>
                    <a:pt x="4204" y="2610"/>
                    <a:pt x="4051" y="2668"/>
                    <a:pt x="3936" y="2782"/>
                  </a:cubicBezTo>
                  <a:cubicBezTo>
                    <a:pt x="3828" y="2891"/>
                    <a:pt x="3768" y="3034"/>
                    <a:pt x="3762" y="3186"/>
                  </a:cubicBezTo>
                  <a:cubicBezTo>
                    <a:pt x="3609" y="3190"/>
                    <a:pt x="3467" y="3252"/>
                    <a:pt x="3359" y="3360"/>
                  </a:cubicBezTo>
                  <a:cubicBezTo>
                    <a:pt x="3250" y="3469"/>
                    <a:pt x="3189" y="3611"/>
                    <a:pt x="3185" y="3765"/>
                  </a:cubicBezTo>
                  <a:cubicBezTo>
                    <a:pt x="3039" y="3768"/>
                    <a:pt x="2893" y="3826"/>
                    <a:pt x="2782" y="3938"/>
                  </a:cubicBezTo>
                  <a:cubicBezTo>
                    <a:pt x="2648" y="4071"/>
                    <a:pt x="2592" y="4253"/>
                    <a:pt x="2613" y="4426"/>
                  </a:cubicBezTo>
                  <a:lnTo>
                    <a:pt x="1979" y="4561"/>
                  </a:lnTo>
                  <a:cubicBezTo>
                    <a:pt x="1421" y="4678"/>
                    <a:pt x="916" y="4989"/>
                    <a:pt x="557" y="5432"/>
                  </a:cubicBezTo>
                  <a:cubicBezTo>
                    <a:pt x="198" y="5874"/>
                    <a:pt x="0" y="6433"/>
                    <a:pt x="0" y="7003"/>
                  </a:cubicBezTo>
                  <a:cubicBezTo>
                    <a:pt x="0" y="8381"/>
                    <a:pt x="1120" y="9501"/>
                    <a:pt x="2498" y="9501"/>
                  </a:cubicBezTo>
                  <a:cubicBezTo>
                    <a:pt x="3069" y="9501"/>
                    <a:pt x="3626" y="9303"/>
                    <a:pt x="4069" y="8943"/>
                  </a:cubicBezTo>
                  <a:cubicBezTo>
                    <a:pt x="4511" y="8585"/>
                    <a:pt x="4822" y="8079"/>
                    <a:pt x="4940" y="7522"/>
                  </a:cubicBezTo>
                  <a:lnTo>
                    <a:pt x="5075" y="6888"/>
                  </a:lnTo>
                  <a:cubicBezTo>
                    <a:pt x="5097" y="6890"/>
                    <a:pt x="5120" y="6892"/>
                    <a:pt x="5144" y="6892"/>
                  </a:cubicBezTo>
                  <a:cubicBezTo>
                    <a:pt x="5302" y="6892"/>
                    <a:pt x="5452" y="6830"/>
                    <a:pt x="5564" y="6717"/>
                  </a:cubicBezTo>
                  <a:cubicBezTo>
                    <a:pt x="5630" y="6652"/>
                    <a:pt x="5677" y="6575"/>
                    <a:pt x="5706" y="6492"/>
                  </a:cubicBezTo>
                  <a:cubicBezTo>
                    <a:pt x="6135" y="6804"/>
                    <a:pt x="6644" y="6995"/>
                    <a:pt x="7178" y="7039"/>
                  </a:cubicBezTo>
                  <a:cubicBezTo>
                    <a:pt x="7257" y="7045"/>
                    <a:pt x="7336" y="7047"/>
                    <a:pt x="7416" y="7047"/>
                  </a:cubicBezTo>
                  <a:cubicBezTo>
                    <a:pt x="8014" y="7047"/>
                    <a:pt x="8598" y="6864"/>
                    <a:pt x="9087" y="6521"/>
                  </a:cubicBezTo>
                  <a:cubicBezTo>
                    <a:pt x="9230" y="6422"/>
                    <a:pt x="9320" y="6265"/>
                    <a:pt x="9335" y="6091"/>
                  </a:cubicBezTo>
                  <a:cubicBezTo>
                    <a:pt x="9350" y="5916"/>
                    <a:pt x="9287" y="5746"/>
                    <a:pt x="9164" y="5621"/>
                  </a:cubicBezTo>
                  <a:lnTo>
                    <a:pt x="9155" y="5620"/>
                  </a:lnTo>
                  <a:cubicBezTo>
                    <a:pt x="9042" y="5507"/>
                    <a:pt x="8891" y="5448"/>
                    <a:pt x="8739" y="5448"/>
                  </a:cubicBezTo>
                  <a:cubicBezTo>
                    <a:pt x="8620" y="5448"/>
                    <a:pt x="8501" y="5484"/>
                    <a:pt x="8397" y="5556"/>
                  </a:cubicBezTo>
                  <a:cubicBezTo>
                    <a:pt x="8099" y="5764"/>
                    <a:pt x="7756" y="5865"/>
                    <a:pt x="7415" y="5865"/>
                  </a:cubicBezTo>
                  <a:cubicBezTo>
                    <a:pt x="7131" y="5865"/>
                    <a:pt x="6849" y="5795"/>
                    <a:pt x="6595" y="5658"/>
                  </a:cubicBezTo>
                  <a:cubicBezTo>
                    <a:pt x="6638" y="5633"/>
                    <a:pt x="6679" y="5601"/>
                    <a:pt x="6717" y="5565"/>
                  </a:cubicBezTo>
                  <a:cubicBezTo>
                    <a:pt x="6830" y="5453"/>
                    <a:pt x="6891" y="5303"/>
                    <a:pt x="6891" y="5145"/>
                  </a:cubicBezTo>
                  <a:cubicBezTo>
                    <a:pt x="6891" y="5122"/>
                    <a:pt x="6889" y="5099"/>
                    <a:pt x="6887" y="5076"/>
                  </a:cubicBezTo>
                  <a:lnTo>
                    <a:pt x="7520" y="4940"/>
                  </a:lnTo>
                  <a:cubicBezTo>
                    <a:pt x="8079" y="4823"/>
                    <a:pt x="8584" y="4512"/>
                    <a:pt x="8943" y="4070"/>
                  </a:cubicBezTo>
                  <a:cubicBezTo>
                    <a:pt x="9301" y="3627"/>
                    <a:pt x="9499" y="3068"/>
                    <a:pt x="9499" y="2498"/>
                  </a:cubicBezTo>
                  <a:cubicBezTo>
                    <a:pt x="9499" y="1121"/>
                    <a:pt x="8380" y="1"/>
                    <a:pt x="70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2"/>
            <p:cNvSpPr/>
            <p:nvPr/>
          </p:nvSpPr>
          <p:spPr>
            <a:xfrm>
              <a:off x="4938840" y="1313422"/>
              <a:ext cx="12151" cy="12151"/>
            </a:xfrm>
            <a:custGeom>
              <a:rect b="b" l="l" r="r" t="t"/>
              <a:pathLst>
                <a:path extrusionOk="0" h="373" w="373">
                  <a:moveTo>
                    <a:pt x="186" y="1"/>
                  </a:moveTo>
                  <a:cubicBezTo>
                    <a:pt x="83" y="1"/>
                    <a:pt x="0" y="84"/>
                    <a:pt x="0" y="186"/>
                  </a:cubicBezTo>
                  <a:cubicBezTo>
                    <a:pt x="0" y="290"/>
                    <a:pt x="85" y="373"/>
                    <a:pt x="186" y="373"/>
                  </a:cubicBezTo>
                  <a:cubicBezTo>
                    <a:pt x="290" y="373"/>
                    <a:pt x="373" y="289"/>
                    <a:pt x="373" y="186"/>
                  </a:cubicBezTo>
                  <a:cubicBezTo>
                    <a:pt x="373" y="84"/>
                    <a:pt x="290" y="2"/>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8" name="Google Shape;7588;p72"/>
          <p:cNvGrpSpPr/>
          <p:nvPr/>
        </p:nvGrpSpPr>
        <p:grpSpPr>
          <a:xfrm>
            <a:off x="5369612" y="1289314"/>
            <a:ext cx="309551" cy="309454"/>
            <a:chOff x="5369612" y="1289314"/>
            <a:chExt cx="309551" cy="309454"/>
          </a:xfrm>
        </p:grpSpPr>
        <p:sp>
          <p:nvSpPr>
            <p:cNvPr id="7589" name="Google Shape;7589;p72"/>
            <p:cNvSpPr/>
            <p:nvPr/>
          </p:nvSpPr>
          <p:spPr>
            <a:xfrm>
              <a:off x="5369612" y="1289314"/>
              <a:ext cx="309551" cy="309454"/>
            </a:xfrm>
            <a:custGeom>
              <a:rect b="b" l="l" r="r" t="t"/>
              <a:pathLst>
                <a:path extrusionOk="0" h="9499" w="9502">
                  <a:moveTo>
                    <a:pt x="8606" y="486"/>
                  </a:moveTo>
                  <a:cubicBezTo>
                    <a:pt x="8652" y="732"/>
                    <a:pt x="8780" y="955"/>
                    <a:pt x="8969" y="1118"/>
                  </a:cubicBezTo>
                  <a:cubicBezTo>
                    <a:pt x="8780" y="1280"/>
                    <a:pt x="8652" y="1502"/>
                    <a:pt x="8606" y="1748"/>
                  </a:cubicBezTo>
                  <a:cubicBezTo>
                    <a:pt x="8487" y="1707"/>
                    <a:pt x="8365" y="1686"/>
                    <a:pt x="8241" y="1686"/>
                  </a:cubicBezTo>
                  <a:cubicBezTo>
                    <a:pt x="8119" y="1686"/>
                    <a:pt x="7995" y="1707"/>
                    <a:pt x="7877" y="1748"/>
                  </a:cubicBezTo>
                  <a:cubicBezTo>
                    <a:pt x="7831" y="1502"/>
                    <a:pt x="7702" y="1280"/>
                    <a:pt x="7512" y="1118"/>
                  </a:cubicBezTo>
                  <a:cubicBezTo>
                    <a:pt x="7704" y="955"/>
                    <a:pt x="7832" y="732"/>
                    <a:pt x="7877" y="486"/>
                  </a:cubicBezTo>
                  <a:cubicBezTo>
                    <a:pt x="7995" y="528"/>
                    <a:pt x="8118" y="549"/>
                    <a:pt x="8241" y="549"/>
                  </a:cubicBezTo>
                  <a:cubicBezTo>
                    <a:pt x="8365" y="549"/>
                    <a:pt x="8488" y="528"/>
                    <a:pt x="8606" y="486"/>
                  </a:cubicBezTo>
                  <a:close/>
                  <a:moveTo>
                    <a:pt x="3526" y="1303"/>
                  </a:moveTo>
                  <a:cubicBezTo>
                    <a:pt x="3165" y="1602"/>
                    <a:pt x="2933" y="2053"/>
                    <a:pt x="2933" y="2558"/>
                  </a:cubicBezTo>
                  <a:lnTo>
                    <a:pt x="2933" y="2747"/>
                  </a:lnTo>
                  <a:lnTo>
                    <a:pt x="1474" y="2747"/>
                  </a:lnTo>
                  <a:lnTo>
                    <a:pt x="1474" y="2558"/>
                  </a:lnTo>
                  <a:cubicBezTo>
                    <a:pt x="1474" y="1867"/>
                    <a:pt x="2037" y="1303"/>
                    <a:pt x="2729" y="1303"/>
                  </a:cubicBezTo>
                  <a:close/>
                  <a:moveTo>
                    <a:pt x="5355" y="1303"/>
                  </a:moveTo>
                  <a:cubicBezTo>
                    <a:pt x="4994" y="1601"/>
                    <a:pt x="4762" y="2052"/>
                    <a:pt x="4762" y="2558"/>
                  </a:cubicBezTo>
                  <a:lnTo>
                    <a:pt x="4762" y="2747"/>
                  </a:lnTo>
                  <a:lnTo>
                    <a:pt x="3304" y="2747"/>
                  </a:lnTo>
                  <a:lnTo>
                    <a:pt x="3304" y="2558"/>
                  </a:lnTo>
                  <a:cubicBezTo>
                    <a:pt x="3304" y="1867"/>
                    <a:pt x="3866" y="1303"/>
                    <a:pt x="4558" y="1303"/>
                  </a:cubicBezTo>
                  <a:close/>
                  <a:moveTo>
                    <a:pt x="3849" y="3116"/>
                  </a:moveTo>
                  <a:lnTo>
                    <a:pt x="3849" y="3613"/>
                  </a:lnTo>
                  <a:lnTo>
                    <a:pt x="2389" y="3613"/>
                  </a:lnTo>
                  <a:lnTo>
                    <a:pt x="2389" y="3116"/>
                  </a:lnTo>
                  <a:close/>
                  <a:moveTo>
                    <a:pt x="5678" y="3116"/>
                  </a:moveTo>
                  <a:lnTo>
                    <a:pt x="5678" y="3613"/>
                  </a:lnTo>
                  <a:lnTo>
                    <a:pt x="4218" y="3613"/>
                  </a:lnTo>
                  <a:lnTo>
                    <a:pt x="4218" y="3116"/>
                  </a:lnTo>
                  <a:close/>
                  <a:moveTo>
                    <a:pt x="2017" y="3117"/>
                  </a:moveTo>
                  <a:lnTo>
                    <a:pt x="2017" y="3614"/>
                  </a:lnTo>
                  <a:lnTo>
                    <a:pt x="559" y="3614"/>
                  </a:lnTo>
                  <a:lnTo>
                    <a:pt x="559" y="3117"/>
                  </a:lnTo>
                  <a:close/>
                  <a:moveTo>
                    <a:pt x="5863" y="3985"/>
                  </a:moveTo>
                  <a:lnTo>
                    <a:pt x="5863" y="4578"/>
                  </a:lnTo>
                  <a:lnTo>
                    <a:pt x="373" y="4578"/>
                  </a:lnTo>
                  <a:lnTo>
                    <a:pt x="373" y="3985"/>
                  </a:lnTo>
                  <a:close/>
                  <a:moveTo>
                    <a:pt x="2017" y="4949"/>
                  </a:moveTo>
                  <a:lnTo>
                    <a:pt x="2017" y="7293"/>
                  </a:lnTo>
                  <a:lnTo>
                    <a:pt x="559" y="7293"/>
                  </a:lnTo>
                  <a:lnTo>
                    <a:pt x="559" y="4949"/>
                  </a:lnTo>
                  <a:close/>
                  <a:moveTo>
                    <a:pt x="3849" y="4949"/>
                  </a:moveTo>
                  <a:lnTo>
                    <a:pt x="3849" y="7293"/>
                  </a:lnTo>
                  <a:lnTo>
                    <a:pt x="2389" y="7293"/>
                  </a:lnTo>
                  <a:lnTo>
                    <a:pt x="2389" y="4949"/>
                  </a:lnTo>
                  <a:close/>
                  <a:moveTo>
                    <a:pt x="5863" y="7663"/>
                  </a:moveTo>
                  <a:lnTo>
                    <a:pt x="5863" y="8257"/>
                  </a:lnTo>
                  <a:lnTo>
                    <a:pt x="373" y="8257"/>
                  </a:lnTo>
                  <a:lnTo>
                    <a:pt x="373" y="7663"/>
                  </a:lnTo>
                  <a:close/>
                  <a:moveTo>
                    <a:pt x="2017" y="8629"/>
                  </a:moveTo>
                  <a:lnTo>
                    <a:pt x="2017" y="9127"/>
                  </a:lnTo>
                  <a:lnTo>
                    <a:pt x="559" y="9127"/>
                  </a:lnTo>
                  <a:lnTo>
                    <a:pt x="559" y="8629"/>
                  </a:lnTo>
                  <a:close/>
                  <a:moveTo>
                    <a:pt x="3847" y="8629"/>
                  </a:moveTo>
                  <a:lnTo>
                    <a:pt x="3847" y="9127"/>
                  </a:lnTo>
                  <a:lnTo>
                    <a:pt x="2388" y="9127"/>
                  </a:lnTo>
                  <a:lnTo>
                    <a:pt x="2388" y="8629"/>
                  </a:lnTo>
                  <a:close/>
                  <a:moveTo>
                    <a:pt x="5678" y="8629"/>
                  </a:moveTo>
                  <a:lnTo>
                    <a:pt x="5678" y="9127"/>
                  </a:lnTo>
                  <a:lnTo>
                    <a:pt x="4218" y="9127"/>
                  </a:lnTo>
                  <a:lnTo>
                    <a:pt x="4218" y="8629"/>
                  </a:lnTo>
                  <a:close/>
                  <a:moveTo>
                    <a:pt x="7704" y="0"/>
                  </a:moveTo>
                  <a:cubicBezTo>
                    <a:pt x="7672" y="0"/>
                    <a:pt x="7640" y="9"/>
                    <a:pt x="7612" y="25"/>
                  </a:cubicBezTo>
                  <a:cubicBezTo>
                    <a:pt x="7548" y="62"/>
                    <a:pt x="7512" y="133"/>
                    <a:pt x="7520" y="206"/>
                  </a:cubicBezTo>
                  <a:cubicBezTo>
                    <a:pt x="7553" y="508"/>
                    <a:pt x="7396" y="795"/>
                    <a:pt x="7126" y="931"/>
                  </a:cubicBezTo>
                  <a:lnTo>
                    <a:pt x="2729" y="931"/>
                  </a:lnTo>
                  <a:cubicBezTo>
                    <a:pt x="1832" y="931"/>
                    <a:pt x="1104" y="1660"/>
                    <a:pt x="1104" y="2556"/>
                  </a:cubicBezTo>
                  <a:lnTo>
                    <a:pt x="1104" y="2745"/>
                  </a:lnTo>
                  <a:lnTo>
                    <a:pt x="373" y="2745"/>
                  </a:lnTo>
                  <a:cubicBezTo>
                    <a:pt x="271" y="2745"/>
                    <a:pt x="186" y="2827"/>
                    <a:pt x="186" y="2931"/>
                  </a:cubicBezTo>
                  <a:lnTo>
                    <a:pt x="186" y="3613"/>
                  </a:lnTo>
                  <a:cubicBezTo>
                    <a:pt x="85" y="3613"/>
                    <a:pt x="1" y="3696"/>
                    <a:pt x="1" y="3800"/>
                  </a:cubicBezTo>
                  <a:lnTo>
                    <a:pt x="1" y="4764"/>
                  </a:lnTo>
                  <a:cubicBezTo>
                    <a:pt x="1" y="4866"/>
                    <a:pt x="84" y="4950"/>
                    <a:pt x="186" y="4950"/>
                  </a:cubicBezTo>
                  <a:lnTo>
                    <a:pt x="186" y="7294"/>
                  </a:lnTo>
                  <a:cubicBezTo>
                    <a:pt x="85" y="7294"/>
                    <a:pt x="1" y="7377"/>
                    <a:pt x="1" y="7480"/>
                  </a:cubicBezTo>
                  <a:lnTo>
                    <a:pt x="1" y="8444"/>
                  </a:lnTo>
                  <a:cubicBezTo>
                    <a:pt x="1" y="8546"/>
                    <a:pt x="84" y="8630"/>
                    <a:pt x="186" y="8630"/>
                  </a:cubicBezTo>
                  <a:lnTo>
                    <a:pt x="186" y="9312"/>
                  </a:lnTo>
                  <a:cubicBezTo>
                    <a:pt x="186" y="9415"/>
                    <a:pt x="269" y="9499"/>
                    <a:pt x="373" y="9499"/>
                  </a:cubicBezTo>
                  <a:lnTo>
                    <a:pt x="5862" y="9499"/>
                  </a:lnTo>
                  <a:cubicBezTo>
                    <a:pt x="5965" y="9499"/>
                    <a:pt x="6049" y="9416"/>
                    <a:pt x="6049" y="9312"/>
                  </a:cubicBezTo>
                  <a:lnTo>
                    <a:pt x="6049" y="8630"/>
                  </a:lnTo>
                  <a:cubicBezTo>
                    <a:pt x="6150" y="8630"/>
                    <a:pt x="6234" y="8547"/>
                    <a:pt x="6234" y="8444"/>
                  </a:cubicBezTo>
                  <a:lnTo>
                    <a:pt x="6234" y="7480"/>
                  </a:lnTo>
                  <a:cubicBezTo>
                    <a:pt x="6234" y="7378"/>
                    <a:pt x="6151" y="7294"/>
                    <a:pt x="6049" y="7294"/>
                  </a:cubicBezTo>
                  <a:lnTo>
                    <a:pt x="6049" y="6991"/>
                  </a:lnTo>
                  <a:cubicBezTo>
                    <a:pt x="6049" y="6888"/>
                    <a:pt x="5966" y="6804"/>
                    <a:pt x="5862" y="6804"/>
                  </a:cubicBezTo>
                  <a:cubicBezTo>
                    <a:pt x="5761" y="6804"/>
                    <a:pt x="5677" y="6887"/>
                    <a:pt x="5677" y="6991"/>
                  </a:cubicBezTo>
                  <a:lnTo>
                    <a:pt x="5677" y="7294"/>
                  </a:lnTo>
                  <a:lnTo>
                    <a:pt x="4217" y="7294"/>
                  </a:lnTo>
                  <a:lnTo>
                    <a:pt x="4217" y="4950"/>
                  </a:lnTo>
                  <a:lnTo>
                    <a:pt x="5677" y="4950"/>
                  </a:lnTo>
                  <a:lnTo>
                    <a:pt x="5677" y="5321"/>
                  </a:lnTo>
                  <a:cubicBezTo>
                    <a:pt x="5677" y="5423"/>
                    <a:pt x="5758" y="5507"/>
                    <a:pt x="5862" y="5507"/>
                  </a:cubicBezTo>
                  <a:cubicBezTo>
                    <a:pt x="5965" y="5507"/>
                    <a:pt x="6049" y="5424"/>
                    <a:pt x="6049" y="5321"/>
                  </a:cubicBezTo>
                  <a:lnTo>
                    <a:pt x="6049" y="4950"/>
                  </a:lnTo>
                  <a:cubicBezTo>
                    <a:pt x="6150" y="4950"/>
                    <a:pt x="6234" y="4868"/>
                    <a:pt x="6234" y="4764"/>
                  </a:cubicBezTo>
                  <a:lnTo>
                    <a:pt x="6234" y="3800"/>
                  </a:lnTo>
                  <a:cubicBezTo>
                    <a:pt x="6234" y="3697"/>
                    <a:pt x="6151" y="3613"/>
                    <a:pt x="6049" y="3613"/>
                  </a:cubicBezTo>
                  <a:lnTo>
                    <a:pt x="6049" y="2931"/>
                  </a:lnTo>
                  <a:cubicBezTo>
                    <a:pt x="6049" y="2829"/>
                    <a:pt x="5966" y="2745"/>
                    <a:pt x="5862" y="2745"/>
                  </a:cubicBezTo>
                  <a:lnTo>
                    <a:pt x="5133" y="2745"/>
                  </a:lnTo>
                  <a:lnTo>
                    <a:pt x="5133" y="2558"/>
                  </a:lnTo>
                  <a:cubicBezTo>
                    <a:pt x="5133" y="1867"/>
                    <a:pt x="5696" y="1303"/>
                    <a:pt x="6387" y="1303"/>
                  </a:cubicBezTo>
                  <a:lnTo>
                    <a:pt x="7124" y="1303"/>
                  </a:lnTo>
                  <a:cubicBezTo>
                    <a:pt x="7395" y="1438"/>
                    <a:pt x="7553" y="1725"/>
                    <a:pt x="7518" y="2029"/>
                  </a:cubicBezTo>
                  <a:cubicBezTo>
                    <a:pt x="7511" y="2103"/>
                    <a:pt x="7547" y="2173"/>
                    <a:pt x="7611" y="2209"/>
                  </a:cubicBezTo>
                  <a:cubicBezTo>
                    <a:pt x="7640" y="2226"/>
                    <a:pt x="7672" y="2234"/>
                    <a:pt x="7703" y="2234"/>
                  </a:cubicBezTo>
                  <a:cubicBezTo>
                    <a:pt x="7742" y="2234"/>
                    <a:pt x="7780" y="2222"/>
                    <a:pt x="7812" y="2199"/>
                  </a:cubicBezTo>
                  <a:cubicBezTo>
                    <a:pt x="7940" y="2105"/>
                    <a:pt x="8090" y="2058"/>
                    <a:pt x="8240" y="2058"/>
                  </a:cubicBezTo>
                  <a:cubicBezTo>
                    <a:pt x="8389" y="2058"/>
                    <a:pt x="8539" y="2105"/>
                    <a:pt x="8667" y="2199"/>
                  </a:cubicBezTo>
                  <a:cubicBezTo>
                    <a:pt x="8700" y="2223"/>
                    <a:pt x="8738" y="2235"/>
                    <a:pt x="8777" y="2235"/>
                  </a:cubicBezTo>
                  <a:cubicBezTo>
                    <a:pt x="8808" y="2235"/>
                    <a:pt x="8841" y="2226"/>
                    <a:pt x="8870" y="2209"/>
                  </a:cubicBezTo>
                  <a:cubicBezTo>
                    <a:pt x="8934" y="2173"/>
                    <a:pt x="8969" y="2103"/>
                    <a:pt x="8962" y="2029"/>
                  </a:cubicBezTo>
                  <a:cubicBezTo>
                    <a:pt x="8927" y="1713"/>
                    <a:pt x="9099" y="1416"/>
                    <a:pt x="9389" y="1288"/>
                  </a:cubicBezTo>
                  <a:cubicBezTo>
                    <a:pt x="9456" y="1257"/>
                    <a:pt x="9501" y="1191"/>
                    <a:pt x="9501" y="1118"/>
                  </a:cubicBezTo>
                  <a:cubicBezTo>
                    <a:pt x="9501" y="1044"/>
                    <a:pt x="9459" y="977"/>
                    <a:pt x="9391" y="947"/>
                  </a:cubicBezTo>
                  <a:cubicBezTo>
                    <a:pt x="9100" y="819"/>
                    <a:pt x="8929" y="522"/>
                    <a:pt x="8963" y="206"/>
                  </a:cubicBezTo>
                  <a:cubicBezTo>
                    <a:pt x="8971" y="133"/>
                    <a:pt x="8936" y="62"/>
                    <a:pt x="8872" y="25"/>
                  </a:cubicBezTo>
                  <a:cubicBezTo>
                    <a:pt x="8842" y="9"/>
                    <a:pt x="8810" y="0"/>
                    <a:pt x="8778" y="0"/>
                  </a:cubicBezTo>
                  <a:cubicBezTo>
                    <a:pt x="8740" y="0"/>
                    <a:pt x="8702" y="12"/>
                    <a:pt x="8670" y="36"/>
                  </a:cubicBezTo>
                  <a:cubicBezTo>
                    <a:pt x="8542" y="129"/>
                    <a:pt x="8392" y="176"/>
                    <a:pt x="8242" y="176"/>
                  </a:cubicBezTo>
                  <a:cubicBezTo>
                    <a:pt x="8092" y="176"/>
                    <a:pt x="7942" y="129"/>
                    <a:pt x="7814" y="36"/>
                  </a:cubicBezTo>
                  <a:cubicBezTo>
                    <a:pt x="7781" y="12"/>
                    <a:pt x="7743" y="0"/>
                    <a:pt x="77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2"/>
            <p:cNvSpPr/>
            <p:nvPr/>
          </p:nvSpPr>
          <p:spPr>
            <a:xfrm>
              <a:off x="5554490" y="1483770"/>
              <a:ext cx="12184" cy="12151"/>
            </a:xfrm>
            <a:custGeom>
              <a:rect b="b" l="l" r="r" t="t"/>
              <a:pathLst>
                <a:path extrusionOk="0" h="373" w="374">
                  <a:moveTo>
                    <a:pt x="187" y="0"/>
                  </a:moveTo>
                  <a:cubicBezTo>
                    <a:pt x="83" y="0"/>
                    <a:pt x="1" y="83"/>
                    <a:pt x="1" y="186"/>
                  </a:cubicBezTo>
                  <a:cubicBezTo>
                    <a:pt x="1" y="289"/>
                    <a:pt x="86" y="372"/>
                    <a:pt x="187" y="372"/>
                  </a:cubicBezTo>
                  <a:cubicBezTo>
                    <a:pt x="291" y="372"/>
                    <a:pt x="374" y="288"/>
                    <a:pt x="374" y="186"/>
                  </a:cubicBezTo>
                  <a:cubicBezTo>
                    <a:pt x="374" y="84"/>
                    <a:pt x="291"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72"/>
          <p:cNvGrpSpPr/>
          <p:nvPr/>
        </p:nvGrpSpPr>
        <p:grpSpPr>
          <a:xfrm>
            <a:off x="6048918" y="1305603"/>
            <a:ext cx="310203" cy="276876"/>
            <a:chOff x="6048918" y="1305603"/>
            <a:chExt cx="310203" cy="276876"/>
          </a:xfrm>
        </p:grpSpPr>
        <p:sp>
          <p:nvSpPr>
            <p:cNvPr id="7592" name="Google Shape;7592;p72"/>
            <p:cNvSpPr/>
            <p:nvPr/>
          </p:nvSpPr>
          <p:spPr>
            <a:xfrm>
              <a:off x="6048918" y="1338344"/>
              <a:ext cx="310203" cy="244136"/>
            </a:xfrm>
            <a:custGeom>
              <a:rect b="b" l="l" r="r" t="t"/>
              <a:pathLst>
                <a:path extrusionOk="0" h="7494" w="9522">
                  <a:moveTo>
                    <a:pt x="6678" y="545"/>
                  </a:moveTo>
                  <a:lnTo>
                    <a:pt x="6405" y="1650"/>
                  </a:lnTo>
                  <a:lnTo>
                    <a:pt x="5672" y="1086"/>
                  </a:lnTo>
                  <a:lnTo>
                    <a:pt x="6678" y="545"/>
                  </a:lnTo>
                  <a:close/>
                  <a:moveTo>
                    <a:pt x="7065" y="520"/>
                  </a:moveTo>
                  <a:lnTo>
                    <a:pt x="8045" y="1363"/>
                  </a:lnTo>
                  <a:lnTo>
                    <a:pt x="6771" y="1708"/>
                  </a:lnTo>
                  <a:lnTo>
                    <a:pt x="7065" y="520"/>
                  </a:lnTo>
                  <a:close/>
                  <a:moveTo>
                    <a:pt x="3009" y="1317"/>
                  </a:moveTo>
                  <a:lnTo>
                    <a:pt x="3574" y="1617"/>
                  </a:lnTo>
                  <a:lnTo>
                    <a:pt x="2962" y="1971"/>
                  </a:lnTo>
                  <a:lnTo>
                    <a:pt x="2546" y="1585"/>
                  </a:lnTo>
                  <a:lnTo>
                    <a:pt x="3009" y="1317"/>
                  </a:lnTo>
                  <a:close/>
                  <a:moveTo>
                    <a:pt x="2209" y="1779"/>
                  </a:moveTo>
                  <a:lnTo>
                    <a:pt x="2625" y="2165"/>
                  </a:lnTo>
                  <a:lnTo>
                    <a:pt x="1943" y="2558"/>
                  </a:lnTo>
                  <a:lnTo>
                    <a:pt x="1819" y="2004"/>
                  </a:lnTo>
                  <a:lnTo>
                    <a:pt x="2209" y="1779"/>
                  </a:lnTo>
                  <a:close/>
                  <a:moveTo>
                    <a:pt x="1483" y="2200"/>
                  </a:moveTo>
                  <a:lnTo>
                    <a:pt x="1607" y="2752"/>
                  </a:lnTo>
                  <a:lnTo>
                    <a:pt x="995" y="3107"/>
                  </a:lnTo>
                  <a:lnTo>
                    <a:pt x="1017" y="2469"/>
                  </a:lnTo>
                  <a:lnTo>
                    <a:pt x="1483" y="2200"/>
                  </a:lnTo>
                  <a:close/>
                  <a:moveTo>
                    <a:pt x="3702" y="1971"/>
                  </a:moveTo>
                  <a:lnTo>
                    <a:pt x="3423" y="3511"/>
                  </a:lnTo>
                  <a:lnTo>
                    <a:pt x="3147" y="2292"/>
                  </a:lnTo>
                  <a:lnTo>
                    <a:pt x="3702" y="1971"/>
                  </a:lnTo>
                  <a:close/>
                  <a:moveTo>
                    <a:pt x="2810" y="2486"/>
                  </a:moveTo>
                  <a:lnTo>
                    <a:pt x="3103" y="3779"/>
                  </a:lnTo>
                  <a:lnTo>
                    <a:pt x="2129" y="2879"/>
                  </a:lnTo>
                  <a:lnTo>
                    <a:pt x="2810" y="2486"/>
                  </a:lnTo>
                  <a:close/>
                  <a:moveTo>
                    <a:pt x="1793" y="3073"/>
                  </a:moveTo>
                  <a:lnTo>
                    <a:pt x="2710" y="3922"/>
                  </a:lnTo>
                  <a:lnTo>
                    <a:pt x="1237" y="3395"/>
                  </a:lnTo>
                  <a:lnTo>
                    <a:pt x="1793" y="3073"/>
                  </a:lnTo>
                  <a:close/>
                  <a:moveTo>
                    <a:pt x="5531" y="1447"/>
                  </a:moveTo>
                  <a:lnTo>
                    <a:pt x="6325" y="2059"/>
                  </a:lnTo>
                  <a:lnTo>
                    <a:pt x="6220" y="4040"/>
                  </a:lnTo>
                  <a:lnTo>
                    <a:pt x="5631" y="4040"/>
                  </a:lnTo>
                  <a:lnTo>
                    <a:pt x="5631" y="4039"/>
                  </a:lnTo>
                  <a:lnTo>
                    <a:pt x="5531" y="1447"/>
                  </a:lnTo>
                  <a:close/>
                  <a:moveTo>
                    <a:pt x="8161" y="1718"/>
                  </a:moveTo>
                  <a:lnTo>
                    <a:pt x="7423" y="4286"/>
                  </a:lnTo>
                  <a:lnTo>
                    <a:pt x="7119" y="4073"/>
                  </a:lnTo>
                  <a:cubicBezTo>
                    <a:pt x="7088" y="4050"/>
                    <a:pt x="7052" y="4039"/>
                    <a:pt x="7014" y="4039"/>
                  </a:cubicBezTo>
                  <a:lnTo>
                    <a:pt x="6592" y="4039"/>
                  </a:lnTo>
                  <a:lnTo>
                    <a:pt x="6694" y="2114"/>
                  </a:lnTo>
                  <a:lnTo>
                    <a:pt x="8161" y="1718"/>
                  </a:lnTo>
                  <a:close/>
                  <a:moveTo>
                    <a:pt x="5076" y="5970"/>
                  </a:moveTo>
                  <a:lnTo>
                    <a:pt x="5750" y="6827"/>
                  </a:lnTo>
                  <a:lnTo>
                    <a:pt x="5750" y="7121"/>
                  </a:lnTo>
                  <a:lnTo>
                    <a:pt x="3656" y="7121"/>
                  </a:lnTo>
                  <a:lnTo>
                    <a:pt x="4055" y="6434"/>
                  </a:lnTo>
                  <a:lnTo>
                    <a:pt x="5076" y="5970"/>
                  </a:lnTo>
                  <a:close/>
                  <a:moveTo>
                    <a:pt x="6955" y="0"/>
                  </a:moveTo>
                  <a:cubicBezTo>
                    <a:pt x="6925" y="0"/>
                    <a:pt x="6895" y="7"/>
                    <a:pt x="6867" y="22"/>
                  </a:cubicBezTo>
                  <a:lnTo>
                    <a:pt x="5240" y="897"/>
                  </a:lnTo>
                  <a:cubicBezTo>
                    <a:pt x="5177" y="931"/>
                    <a:pt x="5140" y="997"/>
                    <a:pt x="5144" y="1067"/>
                  </a:cubicBezTo>
                  <a:lnTo>
                    <a:pt x="5254" y="3935"/>
                  </a:lnTo>
                  <a:lnTo>
                    <a:pt x="4414" y="3122"/>
                  </a:lnTo>
                  <a:cubicBezTo>
                    <a:pt x="4380" y="3088"/>
                    <a:pt x="4333" y="3070"/>
                    <a:pt x="4285" y="3070"/>
                  </a:cubicBezTo>
                  <a:lnTo>
                    <a:pt x="3878" y="3070"/>
                  </a:lnTo>
                  <a:lnTo>
                    <a:pt x="4137" y="1646"/>
                  </a:lnTo>
                  <a:cubicBezTo>
                    <a:pt x="4151" y="1567"/>
                    <a:pt x="4112" y="1486"/>
                    <a:pt x="4041" y="1449"/>
                  </a:cubicBezTo>
                  <a:lnTo>
                    <a:pt x="3091" y="944"/>
                  </a:lnTo>
                  <a:cubicBezTo>
                    <a:pt x="3063" y="929"/>
                    <a:pt x="3033" y="922"/>
                    <a:pt x="3003" y="922"/>
                  </a:cubicBezTo>
                  <a:cubicBezTo>
                    <a:pt x="2971" y="922"/>
                    <a:pt x="2939" y="930"/>
                    <a:pt x="2911" y="946"/>
                  </a:cubicBezTo>
                  <a:lnTo>
                    <a:pt x="741" y="2200"/>
                  </a:lnTo>
                  <a:cubicBezTo>
                    <a:pt x="686" y="2232"/>
                    <a:pt x="651" y="2290"/>
                    <a:pt x="648" y="2354"/>
                  </a:cubicBezTo>
                  <a:lnTo>
                    <a:pt x="610" y="3429"/>
                  </a:lnTo>
                  <a:cubicBezTo>
                    <a:pt x="608" y="3511"/>
                    <a:pt x="657" y="3584"/>
                    <a:pt x="733" y="3610"/>
                  </a:cubicBezTo>
                  <a:lnTo>
                    <a:pt x="1540" y="3900"/>
                  </a:lnTo>
                  <a:lnTo>
                    <a:pt x="1059" y="4388"/>
                  </a:lnTo>
                  <a:cubicBezTo>
                    <a:pt x="1025" y="4422"/>
                    <a:pt x="1006" y="4469"/>
                    <a:pt x="1006" y="4518"/>
                  </a:cubicBezTo>
                  <a:lnTo>
                    <a:pt x="1006" y="5634"/>
                  </a:lnTo>
                  <a:lnTo>
                    <a:pt x="37" y="7211"/>
                  </a:lnTo>
                  <a:cubicBezTo>
                    <a:pt x="1" y="7269"/>
                    <a:pt x="0" y="7341"/>
                    <a:pt x="33" y="7399"/>
                  </a:cubicBezTo>
                  <a:cubicBezTo>
                    <a:pt x="65" y="7457"/>
                    <a:pt x="127" y="7494"/>
                    <a:pt x="195" y="7494"/>
                  </a:cubicBezTo>
                  <a:lnTo>
                    <a:pt x="1103" y="7494"/>
                  </a:lnTo>
                  <a:cubicBezTo>
                    <a:pt x="1206" y="7494"/>
                    <a:pt x="1290" y="7412"/>
                    <a:pt x="1290" y="7308"/>
                  </a:cubicBezTo>
                  <a:cubicBezTo>
                    <a:pt x="1290" y="7206"/>
                    <a:pt x="1207" y="7122"/>
                    <a:pt x="1103" y="7122"/>
                  </a:cubicBezTo>
                  <a:lnTo>
                    <a:pt x="526" y="7122"/>
                  </a:lnTo>
                  <a:lnTo>
                    <a:pt x="1348" y="5784"/>
                  </a:lnTo>
                  <a:cubicBezTo>
                    <a:pt x="1367" y="5755"/>
                    <a:pt x="1376" y="5721"/>
                    <a:pt x="1376" y="5687"/>
                  </a:cubicBezTo>
                  <a:lnTo>
                    <a:pt x="1376" y="4592"/>
                  </a:lnTo>
                  <a:lnTo>
                    <a:pt x="1924" y="4036"/>
                  </a:lnTo>
                  <a:lnTo>
                    <a:pt x="3386" y="4560"/>
                  </a:lnTo>
                  <a:cubicBezTo>
                    <a:pt x="3406" y="4568"/>
                    <a:pt x="3428" y="4570"/>
                    <a:pt x="3449" y="4570"/>
                  </a:cubicBezTo>
                  <a:cubicBezTo>
                    <a:pt x="3481" y="4570"/>
                    <a:pt x="3513" y="4563"/>
                    <a:pt x="3542" y="4545"/>
                  </a:cubicBezTo>
                  <a:cubicBezTo>
                    <a:pt x="3589" y="4518"/>
                    <a:pt x="3622" y="4472"/>
                    <a:pt x="3632" y="4418"/>
                  </a:cubicBezTo>
                  <a:lnTo>
                    <a:pt x="3810" y="3438"/>
                  </a:lnTo>
                  <a:lnTo>
                    <a:pt x="4208" y="3438"/>
                  </a:lnTo>
                  <a:lnTo>
                    <a:pt x="5157" y="4356"/>
                  </a:lnTo>
                  <a:cubicBezTo>
                    <a:pt x="5192" y="4391"/>
                    <a:pt x="5239" y="4409"/>
                    <a:pt x="5287" y="4409"/>
                  </a:cubicBezTo>
                  <a:lnTo>
                    <a:pt x="6953" y="4409"/>
                  </a:lnTo>
                  <a:lnTo>
                    <a:pt x="7934" y="5094"/>
                  </a:lnTo>
                  <a:lnTo>
                    <a:pt x="7934" y="6104"/>
                  </a:lnTo>
                  <a:cubicBezTo>
                    <a:pt x="7934" y="6183"/>
                    <a:pt x="7985" y="6255"/>
                    <a:pt x="8061" y="6279"/>
                  </a:cubicBezTo>
                  <a:lnTo>
                    <a:pt x="8863" y="6545"/>
                  </a:lnTo>
                  <a:lnTo>
                    <a:pt x="9063" y="7122"/>
                  </a:lnTo>
                  <a:lnTo>
                    <a:pt x="6119" y="7122"/>
                  </a:lnTo>
                  <a:lnTo>
                    <a:pt x="6119" y="6763"/>
                  </a:lnTo>
                  <a:cubicBezTo>
                    <a:pt x="6119" y="6721"/>
                    <a:pt x="6105" y="6680"/>
                    <a:pt x="6079" y="6647"/>
                  </a:cubicBezTo>
                  <a:lnTo>
                    <a:pt x="5276" y="5627"/>
                  </a:lnTo>
                  <a:cubicBezTo>
                    <a:pt x="5240" y="5581"/>
                    <a:pt x="5186" y="5557"/>
                    <a:pt x="5131" y="5557"/>
                  </a:cubicBezTo>
                  <a:cubicBezTo>
                    <a:pt x="5104" y="5557"/>
                    <a:pt x="5078" y="5562"/>
                    <a:pt x="5053" y="5574"/>
                  </a:cubicBezTo>
                  <a:lnTo>
                    <a:pt x="3847" y="6120"/>
                  </a:lnTo>
                  <a:cubicBezTo>
                    <a:pt x="3811" y="6136"/>
                    <a:pt x="3783" y="6162"/>
                    <a:pt x="3763" y="6197"/>
                  </a:cubicBezTo>
                  <a:lnTo>
                    <a:pt x="3227" y="7121"/>
                  </a:lnTo>
                  <a:lnTo>
                    <a:pt x="2774" y="7121"/>
                  </a:lnTo>
                  <a:cubicBezTo>
                    <a:pt x="2673" y="7121"/>
                    <a:pt x="2589" y="7204"/>
                    <a:pt x="2589" y="7307"/>
                  </a:cubicBezTo>
                  <a:cubicBezTo>
                    <a:pt x="2589" y="7409"/>
                    <a:pt x="2672" y="7493"/>
                    <a:pt x="2774" y="7493"/>
                  </a:cubicBezTo>
                  <a:lnTo>
                    <a:pt x="9325" y="7493"/>
                  </a:lnTo>
                  <a:cubicBezTo>
                    <a:pt x="9385" y="7493"/>
                    <a:pt x="9441" y="7465"/>
                    <a:pt x="9476" y="7414"/>
                  </a:cubicBezTo>
                  <a:cubicBezTo>
                    <a:pt x="9512" y="7366"/>
                    <a:pt x="9522" y="7303"/>
                    <a:pt x="9501" y="7247"/>
                  </a:cubicBezTo>
                  <a:lnTo>
                    <a:pt x="9183" y="6336"/>
                  </a:lnTo>
                  <a:cubicBezTo>
                    <a:pt x="9166" y="6282"/>
                    <a:pt x="9122" y="6240"/>
                    <a:pt x="9067" y="6221"/>
                  </a:cubicBezTo>
                  <a:lnTo>
                    <a:pt x="8307" y="5970"/>
                  </a:lnTo>
                  <a:lnTo>
                    <a:pt x="8307" y="4999"/>
                  </a:lnTo>
                  <a:cubicBezTo>
                    <a:pt x="8307" y="4938"/>
                    <a:pt x="8276" y="4880"/>
                    <a:pt x="8226" y="4847"/>
                  </a:cubicBezTo>
                  <a:lnTo>
                    <a:pt x="7744" y="4510"/>
                  </a:lnTo>
                  <a:lnTo>
                    <a:pt x="8607" y="1505"/>
                  </a:lnTo>
                  <a:cubicBezTo>
                    <a:pt x="8627" y="1436"/>
                    <a:pt x="8604" y="1360"/>
                    <a:pt x="8550" y="1313"/>
                  </a:cubicBezTo>
                  <a:lnTo>
                    <a:pt x="7077" y="44"/>
                  </a:lnTo>
                  <a:cubicBezTo>
                    <a:pt x="7042" y="15"/>
                    <a:pt x="6999" y="0"/>
                    <a:pt x="69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2"/>
            <p:cNvSpPr/>
            <p:nvPr/>
          </p:nvSpPr>
          <p:spPr>
            <a:xfrm>
              <a:off x="6182063" y="1305603"/>
              <a:ext cx="21371" cy="44761"/>
            </a:xfrm>
            <a:custGeom>
              <a:rect b="b" l="l" r="r" t="t"/>
              <a:pathLst>
                <a:path extrusionOk="0" h="1374" w="656">
                  <a:moveTo>
                    <a:pt x="207" y="0"/>
                  </a:moveTo>
                  <a:cubicBezTo>
                    <a:pt x="192" y="0"/>
                    <a:pt x="177" y="2"/>
                    <a:pt x="162" y="6"/>
                  </a:cubicBezTo>
                  <a:cubicBezTo>
                    <a:pt x="63" y="31"/>
                    <a:pt x="1" y="131"/>
                    <a:pt x="26" y="230"/>
                  </a:cubicBezTo>
                  <a:lnTo>
                    <a:pt x="270" y="1232"/>
                  </a:lnTo>
                  <a:cubicBezTo>
                    <a:pt x="291" y="1317"/>
                    <a:pt x="367" y="1373"/>
                    <a:pt x="450" y="1373"/>
                  </a:cubicBezTo>
                  <a:cubicBezTo>
                    <a:pt x="465" y="1373"/>
                    <a:pt x="480" y="1372"/>
                    <a:pt x="495" y="1368"/>
                  </a:cubicBezTo>
                  <a:cubicBezTo>
                    <a:pt x="595" y="1343"/>
                    <a:pt x="656" y="1243"/>
                    <a:pt x="632" y="1144"/>
                  </a:cubicBezTo>
                  <a:lnTo>
                    <a:pt x="386" y="142"/>
                  </a:lnTo>
                  <a:cubicBezTo>
                    <a:pt x="365" y="58"/>
                    <a:pt x="290" y="0"/>
                    <a:pt x="2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2"/>
            <p:cNvSpPr/>
            <p:nvPr/>
          </p:nvSpPr>
          <p:spPr>
            <a:xfrm>
              <a:off x="6146358" y="1329776"/>
              <a:ext cx="29711" cy="27300"/>
            </a:xfrm>
            <a:custGeom>
              <a:rect b="b" l="l" r="r" t="t"/>
              <a:pathLst>
                <a:path extrusionOk="0" h="838" w="912">
                  <a:moveTo>
                    <a:pt x="204" y="0"/>
                  </a:moveTo>
                  <a:cubicBezTo>
                    <a:pt x="155" y="0"/>
                    <a:pt x="105" y="20"/>
                    <a:pt x="69" y="59"/>
                  </a:cubicBezTo>
                  <a:cubicBezTo>
                    <a:pt x="0" y="134"/>
                    <a:pt x="4" y="251"/>
                    <a:pt x="79" y="321"/>
                  </a:cubicBezTo>
                  <a:lnTo>
                    <a:pt x="578" y="788"/>
                  </a:lnTo>
                  <a:cubicBezTo>
                    <a:pt x="614" y="821"/>
                    <a:pt x="660" y="837"/>
                    <a:pt x="706" y="837"/>
                  </a:cubicBezTo>
                  <a:cubicBezTo>
                    <a:pt x="755" y="837"/>
                    <a:pt x="806" y="819"/>
                    <a:pt x="842" y="779"/>
                  </a:cubicBezTo>
                  <a:cubicBezTo>
                    <a:pt x="911" y="704"/>
                    <a:pt x="907" y="586"/>
                    <a:pt x="833" y="517"/>
                  </a:cubicBezTo>
                  <a:lnTo>
                    <a:pt x="331" y="50"/>
                  </a:lnTo>
                  <a:cubicBezTo>
                    <a:pt x="296" y="17"/>
                    <a:pt x="250" y="0"/>
                    <a:pt x="2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2"/>
            <p:cNvSpPr/>
            <p:nvPr/>
          </p:nvSpPr>
          <p:spPr>
            <a:xfrm>
              <a:off x="6215780" y="1313910"/>
              <a:ext cx="22641" cy="39712"/>
            </a:xfrm>
            <a:custGeom>
              <a:rect b="b" l="l" r="r" t="t"/>
              <a:pathLst>
                <a:path extrusionOk="0" h="1219" w="695">
                  <a:moveTo>
                    <a:pt x="488" y="1"/>
                  </a:moveTo>
                  <a:cubicBezTo>
                    <a:pt x="410" y="1"/>
                    <a:pt x="337" y="50"/>
                    <a:pt x="311" y="128"/>
                  </a:cubicBezTo>
                  <a:lnTo>
                    <a:pt x="33" y="974"/>
                  </a:lnTo>
                  <a:cubicBezTo>
                    <a:pt x="1" y="1073"/>
                    <a:pt x="54" y="1178"/>
                    <a:pt x="152" y="1209"/>
                  </a:cubicBezTo>
                  <a:cubicBezTo>
                    <a:pt x="171" y="1217"/>
                    <a:pt x="191" y="1219"/>
                    <a:pt x="209" y="1219"/>
                  </a:cubicBezTo>
                  <a:cubicBezTo>
                    <a:pt x="288" y="1219"/>
                    <a:pt x="359" y="1169"/>
                    <a:pt x="385" y="1091"/>
                  </a:cubicBezTo>
                  <a:lnTo>
                    <a:pt x="663" y="244"/>
                  </a:lnTo>
                  <a:cubicBezTo>
                    <a:pt x="694" y="148"/>
                    <a:pt x="642" y="43"/>
                    <a:pt x="546" y="10"/>
                  </a:cubicBezTo>
                  <a:cubicBezTo>
                    <a:pt x="527" y="4"/>
                    <a:pt x="507" y="1"/>
                    <a:pt x="4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2"/>
            <p:cNvSpPr/>
            <p:nvPr/>
          </p:nvSpPr>
          <p:spPr>
            <a:xfrm>
              <a:off x="6106059" y="1570295"/>
              <a:ext cx="12151" cy="12151"/>
            </a:xfrm>
            <a:custGeom>
              <a:rect b="b" l="l" r="r" t="t"/>
              <a:pathLst>
                <a:path extrusionOk="0" h="373" w="373">
                  <a:moveTo>
                    <a:pt x="186" y="1"/>
                  </a:moveTo>
                  <a:cubicBezTo>
                    <a:pt x="83" y="1"/>
                    <a:pt x="1" y="85"/>
                    <a:pt x="1" y="187"/>
                  </a:cubicBezTo>
                  <a:cubicBezTo>
                    <a:pt x="1" y="290"/>
                    <a:pt x="83" y="373"/>
                    <a:pt x="186" y="373"/>
                  </a:cubicBezTo>
                  <a:cubicBezTo>
                    <a:pt x="290" y="373"/>
                    <a:pt x="373" y="289"/>
                    <a:pt x="373" y="187"/>
                  </a:cubicBezTo>
                  <a:cubicBezTo>
                    <a:pt x="373" y="85"/>
                    <a:pt x="290"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72"/>
          <p:cNvGrpSpPr/>
          <p:nvPr/>
        </p:nvGrpSpPr>
        <p:grpSpPr>
          <a:xfrm>
            <a:off x="6843386" y="1289314"/>
            <a:ext cx="310626" cy="309486"/>
            <a:chOff x="6843386" y="1289314"/>
            <a:chExt cx="310626" cy="309486"/>
          </a:xfrm>
        </p:grpSpPr>
        <p:sp>
          <p:nvSpPr>
            <p:cNvPr id="7598" name="Google Shape;7598;p72"/>
            <p:cNvSpPr/>
            <p:nvPr/>
          </p:nvSpPr>
          <p:spPr>
            <a:xfrm>
              <a:off x="6843386" y="1289314"/>
              <a:ext cx="310626" cy="309486"/>
            </a:xfrm>
            <a:custGeom>
              <a:rect b="b" l="l" r="r" t="t"/>
              <a:pathLst>
                <a:path extrusionOk="0" h="9500" w="9535">
                  <a:moveTo>
                    <a:pt x="8362" y="491"/>
                  </a:moveTo>
                  <a:lnTo>
                    <a:pt x="9042" y="1170"/>
                  </a:lnTo>
                  <a:lnTo>
                    <a:pt x="8520" y="1691"/>
                  </a:lnTo>
                  <a:lnTo>
                    <a:pt x="7842" y="1013"/>
                  </a:lnTo>
                  <a:lnTo>
                    <a:pt x="8362" y="491"/>
                  </a:lnTo>
                  <a:close/>
                  <a:moveTo>
                    <a:pt x="6675" y="370"/>
                  </a:moveTo>
                  <a:lnTo>
                    <a:pt x="8225" y="1919"/>
                  </a:lnTo>
                  <a:lnTo>
                    <a:pt x="4427" y="1919"/>
                  </a:lnTo>
                  <a:lnTo>
                    <a:pt x="5977" y="370"/>
                  </a:lnTo>
                  <a:close/>
                  <a:moveTo>
                    <a:pt x="8597" y="2291"/>
                  </a:moveTo>
                  <a:lnTo>
                    <a:pt x="9163" y="2858"/>
                  </a:lnTo>
                  <a:lnTo>
                    <a:pt x="9163" y="3557"/>
                  </a:lnTo>
                  <a:lnTo>
                    <a:pt x="7604" y="5116"/>
                  </a:lnTo>
                  <a:lnTo>
                    <a:pt x="6905" y="5116"/>
                  </a:lnTo>
                  <a:lnTo>
                    <a:pt x="4417" y="2628"/>
                  </a:lnTo>
                  <a:lnTo>
                    <a:pt x="4417" y="2291"/>
                  </a:lnTo>
                  <a:close/>
                  <a:moveTo>
                    <a:pt x="5900" y="0"/>
                  </a:moveTo>
                  <a:cubicBezTo>
                    <a:pt x="5851" y="0"/>
                    <a:pt x="5804" y="20"/>
                    <a:pt x="5769" y="53"/>
                  </a:cubicBezTo>
                  <a:lnTo>
                    <a:pt x="4102" y="1722"/>
                  </a:lnTo>
                  <a:cubicBezTo>
                    <a:pt x="4066" y="1758"/>
                    <a:pt x="4047" y="1805"/>
                    <a:pt x="4047" y="1853"/>
                  </a:cubicBezTo>
                  <a:lnTo>
                    <a:pt x="4047" y="2706"/>
                  </a:lnTo>
                  <a:cubicBezTo>
                    <a:pt x="4047" y="2755"/>
                    <a:pt x="4067" y="2802"/>
                    <a:pt x="4102" y="2837"/>
                  </a:cubicBezTo>
                  <a:lnTo>
                    <a:pt x="4798" y="3534"/>
                  </a:lnTo>
                  <a:lnTo>
                    <a:pt x="3379" y="4953"/>
                  </a:lnTo>
                  <a:cubicBezTo>
                    <a:pt x="3306" y="5025"/>
                    <a:pt x="3306" y="5143"/>
                    <a:pt x="3379" y="5215"/>
                  </a:cubicBezTo>
                  <a:cubicBezTo>
                    <a:pt x="3415" y="5252"/>
                    <a:pt x="3462" y="5268"/>
                    <a:pt x="3510" y="5268"/>
                  </a:cubicBezTo>
                  <a:cubicBezTo>
                    <a:pt x="3557" y="5268"/>
                    <a:pt x="3605" y="5250"/>
                    <a:pt x="3641" y="5215"/>
                  </a:cubicBezTo>
                  <a:lnTo>
                    <a:pt x="5060" y="3795"/>
                  </a:lnTo>
                  <a:lnTo>
                    <a:pt x="5738" y="4473"/>
                  </a:lnTo>
                  <a:lnTo>
                    <a:pt x="1085" y="9128"/>
                  </a:lnTo>
                  <a:lnTo>
                    <a:pt x="406" y="8449"/>
                  </a:lnTo>
                  <a:lnTo>
                    <a:pt x="2459" y="6396"/>
                  </a:lnTo>
                  <a:cubicBezTo>
                    <a:pt x="2531" y="6324"/>
                    <a:pt x="2531" y="6206"/>
                    <a:pt x="2459" y="6134"/>
                  </a:cubicBezTo>
                  <a:cubicBezTo>
                    <a:pt x="2423" y="6098"/>
                    <a:pt x="2375" y="6080"/>
                    <a:pt x="2328" y="6080"/>
                  </a:cubicBezTo>
                  <a:cubicBezTo>
                    <a:pt x="2281" y="6080"/>
                    <a:pt x="2233" y="6098"/>
                    <a:pt x="2197" y="6134"/>
                  </a:cubicBezTo>
                  <a:lnTo>
                    <a:pt x="144" y="8187"/>
                  </a:lnTo>
                  <a:cubicBezTo>
                    <a:pt x="0" y="8332"/>
                    <a:pt x="0" y="8566"/>
                    <a:pt x="144" y="8711"/>
                  </a:cubicBezTo>
                  <a:lnTo>
                    <a:pt x="824" y="9391"/>
                  </a:lnTo>
                  <a:cubicBezTo>
                    <a:pt x="896" y="9463"/>
                    <a:pt x="990" y="9500"/>
                    <a:pt x="1085" y="9500"/>
                  </a:cubicBezTo>
                  <a:cubicBezTo>
                    <a:pt x="1180" y="9500"/>
                    <a:pt x="1275" y="9463"/>
                    <a:pt x="1347" y="9391"/>
                  </a:cubicBezTo>
                  <a:lnTo>
                    <a:pt x="6001" y="4736"/>
                  </a:lnTo>
                  <a:lnTo>
                    <a:pt x="6697" y="5433"/>
                  </a:lnTo>
                  <a:cubicBezTo>
                    <a:pt x="6733" y="5468"/>
                    <a:pt x="6780" y="5488"/>
                    <a:pt x="6828" y="5488"/>
                  </a:cubicBezTo>
                  <a:lnTo>
                    <a:pt x="7681" y="5488"/>
                  </a:lnTo>
                  <a:cubicBezTo>
                    <a:pt x="7731" y="5488"/>
                    <a:pt x="7779" y="5468"/>
                    <a:pt x="7812" y="5433"/>
                  </a:cubicBezTo>
                  <a:lnTo>
                    <a:pt x="9481" y="3765"/>
                  </a:lnTo>
                  <a:cubicBezTo>
                    <a:pt x="9515" y="3729"/>
                    <a:pt x="9534" y="3682"/>
                    <a:pt x="9534" y="3634"/>
                  </a:cubicBezTo>
                  <a:lnTo>
                    <a:pt x="9534" y="2781"/>
                  </a:lnTo>
                  <a:cubicBezTo>
                    <a:pt x="9534" y="2732"/>
                    <a:pt x="9515" y="2685"/>
                    <a:pt x="9481" y="2650"/>
                  </a:cubicBezTo>
                  <a:lnTo>
                    <a:pt x="8784" y="1954"/>
                  </a:lnTo>
                  <a:lnTo>
                    <a:pt x="9305" y="1433"/>
                  </a:lnTo>
                  <a:cubicBezTo>
                    <a:pt x="9449" y="1289"/>
                    <a:pt x="9449" y="1053"/>
                    <a:pt x="9305" y="909"/>
                  </a:cubicBezTo>
                  <a:lnTo>
                    <a:pt x="8625" y="229"/>
                  </a:lnTo>
                  <a:cubicBezTo>
                    <a:pt x="8553" y="157"/>
                    <a:pt x="8459" y="121"/>
                    <a:pt x="8364" y="121"/>
                  </a:cubicBezTo>
                  <a:cubicBezTo>
                    <a:pt x="8269" y="121"/>
                    <a:pt x="8174" y="157"/>
                    <a:pt x="8101" y="229"/>
                  </a:cubicBezTo>
                  <a:lnTo>
                    <a:pt x="7581" y="750"/>
                  </a:lnTo>
                  <a:lnTo>
                    <a:pt x="6884" y="53"/>
                  </a:lnTo>
                  <a:cubicBezTo>
                    <a:pt x="6848" y="19"/>
                    <a:pt x="6801" y="0"/>
                    <a:pt x="67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2"/>
            <p:cNvSpPr/>
            <p:nvPr/>
          </p:nvSpPr>
          <p:spPr>
            <a:xfrm>
              <a:off x="7027807" y="1383887"/>
              <a:ext cx="81737" cy="12151"/>
            </a:xfrm>
            <a:custGeom>
              <a:rect b="b" l="l" r="r" t="t"/>
              <a:pathLst>
                <a:path extrusionOk="0" h="373" w="2509">
                  <a:moveTo>
                    <a:pt x="187" y="1"/>
                  </a:moveTo>
                  <a:cubicBezTo>
                    <a:pt x="85" y="1"/>
                    <a:pt x="0" y="83"/>
                    <a:pt x="0" y="186"/>
                  </a:cubicBezTo>
                  <a:cubicBezTo>
                    <a:pt x="0" y="289"/>
                    <a:pt x="83" y="373"/>
                    <a:pt x="187" y="373"/>
                  </a:cubicBezTo>
                  <a:lnTo>
                    <a:pt x="2323" y="373"/>
                  </a:lnTo>
                  <a:cubicBezTo>
                    <a:pt x="2425" y="373"/>
                    <a:pt x="2508" y="290"/>
                    <a:pt x="2508" y="186"/>
                  </a:cubicBezTo>
                  <a:cubicBezTo>
                    <a:pt x="2507" y="83"/>
                    <a:pt x="2425" y="1"/>
                    <a:pt x="2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2"/>
            <p:cNvSpPr/>
            <p:nvPr/>
          </p:nvSpPr>
          <p:spPr>
            <a:xfrm>
              <a:off x="6932420" y="1468197"/>
              <a:ext cx="12184" cy="12151"/>
            </a:xfrm>
            <a:custGeom>
              <a:rect b="b" l="l" r="r" t="t"/>
              <a:pathLst>
                <a:path extrusionOk="0" h="373" w="374">
                  <a:moveTo>
                    <a:pt x="187" y="1"/>
                  </a:moveTo>
                  <a:cubicBezTo>
                    <a:pt x="83" y="1"/>
                    <a:pt x="0" y="84"/>
                    <a:pt x="0" y="186"/>
                  </a:cubicBezTo>
                  <a:cubicBezTo>
                    <a:pt x="0" y="290"/>
                    <a:pt x="85" y="372"/>
                    <a:pt x="187" y="372"/>
                  </a:cubicBezTo>
                  <a:cubicBezTo>
                    <a:pt x="291" y="372"/>
                    <a:pt x="373" y="289"/>
                    <a:pt x="373" y="186"/>
                  </a:cubicBezTo>
                  <a:cubicBezTo>
                    <a:pt x="373" y="84"/>
                    <a:pt x="291"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72"/>
          <p:cNvGrpSpPr/>
          <p:nvPr/>
        </p:nvGrpSpPr>
        <p:grpSpPr>
          <a:xfrm>
            <a:off x="7582015" y="1289249"/>
            <a:ext cx="287724" cy="309584"/>
            <a:chOff x="7582015" y="1289249"/>
            <a:chExt cx="287724" cy="309584"/>
          </a:xfrm>
        </p:grpSpPr>
        <p:sp>
          <p:nvSpPr>
            <p:cNvPr id="7602" name="Google Shape;7602;p72"/>
            <p:cNvSpPr/>
            <p:nvPr/>
          </p:nvSpPr>
          <p:spPr>
            <a:xfrm>
              <a:off x="7601399" y="1289282"/>
              <a:ext cx="242898" cy="309551"/>
            </a:xfrm>
            <a:custGeom>
              <a:rect b="b" l="l" r="r" t="t"/>
              <a:pathLst>
                <a:path extrusionOk="0" h="9502" w="7456">
                  <a:moveTo>
                    <a:pt x="3401" y="4384"/>
                  </a:moveTo>
                  <a:lnTo>
                    <a:pt x="3401" y="4384"/>
                  </a:lnTo>
                  <a:cubicBezTo>
                    <a:pt x="3673" y="4452"/>
                    <a:pt x="3928" y="4584"/>
                    <a:pt x="4144" y="4772"/>
                  </a:cubicBezTo>
                  <a:cubicBezTo>
                    <a:pt x="4436" y="5024"/>
                    <a:pt x="4637" y="5354"/>
                    <a:pt x="4725" y="5728"/>
                  </a:cubicBezTo>
                  <a:cubicBezTo>
                    <a:pt x="4761" y="5875"/>
                    <a:pt x="4886" y="5975"/>
                    <a:pt x="5038" y="5978"/>
                  </a:cubicBezTo>
                  <a:cubicBezTo>
                    <a:pt x="5040" y="5978"/>
                    <a:pt x="5041" y="5978"/>
                    <a:pt x="5042" y="5978"/>
                  </a:cubicBezTo>
                  <a:cubicBezTo>
                    <a:pt x="5133" y="5978"/>
                    <a:pt x="5215" y="5943"/>
                    <a:pt x="5276" y="5882"/>
                  </a:cubicBezTo>
                  <a:cubicBezTo>
                    <a:pt x="5436" y="6165"/>
                    <a:pt x="5511" y="6488"/>
                    <a:pt x="5491" y="6818"/>
                  </a:cubicBezTo>
                  <a:cubicBezTo>
                    <a:pt x="5485" y="6817"/>
                    <a:pt x="5479" y="6817"/>
                    <a:pt x="5473" y="6817"/>
                  </a:cubicBezTo>
                  <a:cubicBezTo>
                    <a:pt x="5370" y="6817"/>
                    <a:pt x="5270" y="6861"/>
                    <a:pt x="5199" y="6947"/>
                  </a:cubicBezTo>
                  <a:lnTo>
                    <a:pt x="4753" y="7494"/>
                  </a:lnTo>
                  <a:lnTo>
                    <a:pt x="4167" y="7018"/>
                  </a:lnTo>
                  <a:cubicBezTo>
                    <a:pt x="4102" y="6965"/>
                    <a:pt x="4023" y="6939"/>
                    <a:pt x="3944" y="6939"/>
                  </a:cubicBezTo>
                  <a:cubicBezTo>
                    <a:pt x="3871" y="6939"/>
                    <a:pt x="3798" y="6961"/>
                    <a:pt x="3736" y="7006"/>
                  </a:cubicBezTo>
                  <a:lnTo>
                    <a:pt x="2922" y="7601"/>
                  </a:lnTo>
                  <a:lnTo>
                    <a:pt x="2178" y="7046"/>
                  </a:lnTo>
                  <a:cubicBezTo>
                    <a:pt x="2155" y="6936"/>
                    <a:pt x="2144" y="6824"/>
                    <a:pt x="2144" y="6710"/>
                  </a:cubicBezTo>
                  <a:cubicBezTo>
                    <a:pt x="2145" y="6341"/>
                    <a:pt x="2225" y="5980"/>
                    <a:pt x="2377" y="5648"/>
                  </a:cubicBezTo>
                  <a:cubicBezTo>
                    <a:pt x="2466" y="5829"/>
                    <a:pt x="2650" y="5944"/>
                    <a:pt x="2853" y="5944"/>
                  </a:cubicBezTo>
                  <a:cubicBezTo>
                    <a:pt x="2859" y="5944"/>
                    <a:pt x="2866" y="5944"/>
                    <a:pt x="2872" y="5944"/>
                  </a:cubicBezTo>
                  <a:cubicBezTo>
                    <a:pt x="3091" y="5936"/>
                    <a:pt x="3274" y="5805"/>
                    <a:pt x="3350" y="5599"/>
                  </a:cubicBezTo>
                  <a:cubicBezTo>
                    <a:pt x="3431" y="5379"/>
                    <a:pt x="3473" y="5149"/>
                    <a:pt x="3473" y="4912"/>
                  </a:cubicBezTo>
                  <a:cubicBezTo>
                    <a:pt x="3473" y="4731"/>
                    <a:pt x="3449" y="4555"/>
                    <a:pt x="3401" y="4384"/>
                  </a:cubicBezTo>
                  <a:close/>
                  <a:moveTo>
                    <a:pt x="3945" y="7313"/>
                  </a:moveTo>
                  <a:lnTo>
                    <a:pt x="5103" y="8256"/>
                  </a:lnTo>
                  <a:lnTo>
                    <a:pt x="4155" y="9128"/>
                  </a:lnTo>
                  <a:lnTo>
                    <a:pt x="3313" y="9050"/>
                  </a:lnTo>
                  <a:lnTo>
                    <a:pt x="3270" y="8852"/>
                  </a:lnTo>
                  <a:lnTo>
                    <a:pt x="3438" y="8271"/>
                  </a:lnTo>
                  <a:cubicBezTo>
                    <a:pt x="3478" y="8130"/>
                    <a:pt x="3427" y="7977"/>
                    <a:pt x="3310" y="7889"/>
                  </a:cubicBezTo>
                  <a:lnTo>
                    <a:pt x="3233" y="7834"/>
                  </a:lnTo>
                  <a:lnTo>
                    <a:pt x="3945" y="7313"/>
                  </a:lnTo>
                  <a:close/>
                  <a:moveTo>
                    <a:pt x="1757" y="7196"/>
                  </a:moveTo>
                  <a:lnTo>
                    <a:pt x="3079" y="8181"/>
                  </a:lnTo>
                  <a:lnTo>
                    <a:pt x="2805" y="9129"/>
                  </a:lnTo>
                  <a:lnTo>
                    <a:pt x="1436" y="9129"/>
                  </a:lnTo>
                  <a:lnTo>
                    <a:pt x="799" y="8374"/>
                  </a:lnTo>
                  <a:lnTo>
                    <a:pt x="1757" y="7196"/>
                  </a:lnTo>
                  <a:close/>
                  <a:moveTo>
                    <a:pt x="5476" y="7197"/>
                  </a:moveTo>
                  <a:lnTo>
                    <a:pt x="6798" y="8182"/>
                  </a:lnTo>
                  <a:lnTo>
                    <a:pt x="6524" y="9129"/>
                  </a:lnTo>
                  <a:lnTo>
                    <a:pt x="5155" y="9129"/>
                  </a:lnTo>
                  <a:lnTo>
                    <a:pt x="4958" y="8895"/>
                  </a:lnTo>
                  <a:lnTo>
                    <a:pt x="5370" y="8517"/>
                  </a:lnTo>
                  <a:cubicBezTo>
                    <a:pt x="5446" y="8448"/>
                    <a:pt x="5489" y="8349"/>
                    <a:pt x="5485" y="8247"/>
                  </a:cubicBezTo>
                  <a:cubicBezTo>
                    <a:pt x="5481" y="8145"/>
                    <a:pt x="5433" y="8048"/>
                    <a:pt x="5355" y="7984"/>
                  </a:cubicBezTo>
                  <a:lnTo>
                    <a:pt x="5043" y="7730"/>
                  </a:lnTo>
                  <a:lnTo>
                    <a:pt x="5476" y="7197"/>
                  </a:lnTo>
                  <a:close/>
                  <a:moveTo>
                    <a:pt x="4413" y="1"/>
                  </a:moveTo>
                  <a:cubicBezTo>
                    <a:pt x="4395" y="1"/>
                    <a:pt x="4378" y="3"/>
                    <a:pt x="4360" y="8"/>
                  </a:cubicBezTo>
                  <a:cubicBezTo>
                    <a:pt x="4289" y="29"/>
                    <a:pt x="4237" y="90"/>
                    <a:pt x="4227" y="165"/>
                  </a:cubicBezTo>
                  <a:cubicBezTo>
                    <a:pt x="4190" y="495"/>
                    <a:pt x="3667" y="868"/>
                    <a:pt x="3355" y="1093"/>
                  </a:cubicBezTo>
                  <a:lnTo>
                    <a:pt x="3308" y="1126"/>
                  </a:lnTo>
                  <a:cubicBezTo>
                    <a:pt x="2651" y="1598"/>
                    <a:pt x="2236" y="2314"/>
                    <a:pt x="2145" y="3100"/>
                  </a:cubicBezTo>
                  <a:cubicBezTo>
                    <a:pt x="1827" y="2793"/>
                    <a:pt x="1452" y="2547"/>
                    <a:pt x="1045" y="2376"/>
                  </a:cubicBezTo>
                  <a:cubicBezTo>
                    <a:pt x="1022" y="2366"/>
                    <a:pt x="997" y="2361"/>
                    <a:pt x="973" y="2361"/>
                  </a:cubicBezTo>
                  <a:cubicBezTo>
                    <a:pt x="920" y="2361"/>
                    <a:pt x="868" y="2384"/>
                    <a:pt x="832" y="2426"/>
                  </a:cubicBezTo>
                  <a:cubicBezTo>
                    <a:pt x="780" y="2489"/>
                    <a:pt x="775" y="2578"/>
                    <a:pt x="817" y="2646"/>
                  </a:cubicBezTo>
                  <a:cubicBezTo>
                    <a:pt x="1190" y="3226"/>
                    <a:pt x="1162" y="3985"/>
                    <a:pt x="745" y="4534"/>
                  </a:cubicBezTo>
                  <a:cubicBezTo>
                    <a:pt x="29" y="5480"/>
                    <a:pt x="0" y="6776"/>
                    <a:pt x="673" y="7753"/>
                  </a:cubicBezTo>
                  <a:cubicBezTo>
                    <a:pt x="697" y="7788"/>
                    <a:pt x="720" y="7820"/>
                    <a:pt x="745" y="7853"/>
                  </a:cubicBezTo>
                  <a:lnTo>
                    <a:pt x="502" y="8153"/>
                  </a:lnTo>
                  <a:cubicBezTo>
                    <a:pt x="394" y="8284"/>
                    <a:pt x="397" y="8474"/>
                    <a:pt x="505" y="8604"/>
                  </a:cubicBezTo>
                  <a:lnTo>
                    <a:pt x="1158" y="9376"/>
                  </a:lnTo>
                  <a:cubicBezTo>
                    <a:pt x="1225" y="9456"/>
                    <a:pt x="1322" y="9502"/>
                    <a:pt x="1427" y="9502"/>
                  </a:cubicBezTo>
                  <a:lnTo>
                    <a:pt x="2819" y="9502"/>
                  </a:lnTo>
                  <a:cubicBezTo>
                    <a:pt x="2933" y="9502"/>
                    <a:pt x="3035" y="9448"/>
                    <a:pt x="3101" y="9361"/>
                  </a:cubicBezTo>
                  <a:cubicBezTo>
                    <a:pt x="3149" y="9395"/>
                    <a:pt x="3206" y="9416"/>
                    <a:pt x="3268" y="9421"/>
                  </a:cubicBezTo>
                  <a:lnTo>
                    <a:pt x="4130" y="9501"/>
                  </a:lnTo>
                  <a:cubicBezTo>
                    <a:pt x="4140" y="9502"/>
                    <a:pt x="4151" y="9502"/>
                    <a:pt x="4163" y="9502"/>
                  </a:cubicBezTo>
                  <a:cubicBezTo>
                    <a:pt x="4250" y="9502"/>
                    <a:pt x="4336" y="9469"/>
                    <a:pt x="4401" y="9408"/>
                  </a:cubicBezTo>
                  <a:lnTo>
                    <a:pt x="4685" y="9148"/>
                  </a:lnTo>
                  <a:lnTo>
                    <a:pt x="4878" y="9376"/>
                  </a:lnTo>
                  <a:cubicBezTo>
                    <a:pt x="4945" y="9456"/>
                    <a:pt x="5043" y="9502"/>
                    <a:pt x="5148" y="9502"/>
                  </a:cubicBezTo>
                  <a:lnTo>
                    <a:pt x="6539" y="9502"/>
                  </a:lnTo>
                  <a:cubicBezTo>
                    <a:pt x="6696" y="9502"/>
                    <a:pt x="6836" y="9397"/>
                    <a:pt x="6879" y="9247"/>
                  </a:cubicBezTo>
                  <a:lnTo>
                    <a:pt x="7161" y="8275"/>
                  </a:lnTo>
                  <a:cubicBezTo>
                    <a:pt x="7202" y="8135"/>
                    <a:pt x="7150" y="7982"/>
                    <a:pt x="7032" y="7894"/>
                  </a:cubicBezTo>
                  <a:lnTo>
                    <a:pt x="6814" y="7731"/>
                  </a:lnTo>
                  <a:cubicBezTo>
                    <a:pt x="7229" y="7219"/>
                    <a:pt x="7455" y="6581"/>
                    <a:pt x="7455" y="5918"/>
                  </a:cubicBezTo>
                  <a:cubicBezTo>
                    <a:pt x="7454" y="5291"/>
                    <a:pt x="7247" y="4675"/>
                    <a:pt x="6872" y="4178"/>
                  </a:cubicBezTo>
                  <a:lnTo>
                    <a:pt x="6602" y="3823"/>
                  </a:lnTo>
                  <a:cubicBezTo>
                    <a:pt x="6405" y="3561"/>
                    <a:pt x="6283" y="3251"/>
                    <a:pt x="6249" y="2923"/>
                  </a:cubicBezTo>
                  <a:cubicBezTo>
                    <a:pt x="6243" y="2855"/>
                    <a:pt x="6198" y="2796"/>
                    <a:pt x="6135" y="2771"/>
                  </a:cubicBezTo>
                  <a:cubicBezTo>
                    <a:pt x="6113" y="2762"/>
                    <a:pt x="6089" y="2757"/>
                    <a:pt x="6065" y="2757"/>
                  </a:cubicBezTo>
                  <a:cubicBezTo>
                    <a:pt x="6023" y="2757"/>
                    <a:pt x="5980" y="2772"/>
                    <a:pt x="5946" y="2800"/>
                  </a:cubicBezTo>
                  <a:cubicBezTo>
                    <a:pt x="5649" y="3044"/>
                    <a:pt x="5407" y="3343"/>
                    <a:pt x="5231" y="3677"/>
                  </a:cubicBezTo>
                  <a:cubicBezTo>
                    <a:pt x="5197" y="3513"/>
                    <a:pt x="5174" y="3346"/>
                    <a:pt x="5162" y="3177"/>
                  </a:cubicBezTo>
                  <a:cubicBezTo>
                    <a:pt x="5155" y="3080"/>
                    <a:pt x="5075" y="3005"/>
                    <a:pt x="4980" y="3005"/>
                  </a:cubicBezTo>
                  <a:cubicBezTo>
                    <a:pt x="4975" y="3005"/>
                    <a:pt x="4970" y="3005"/>
                    <a:pt x="4965" y="3006"/>
                  </a:cubicBezTo>
                  <a:cubicBezTo>
                    <a:pt x="4862" y="3013"/>
                    <a:pt x="4785" y="3101"/>
                    <a:pt x="4793" y="3204"/>
                  </a:cubicBezTo>
                  <a:cubicBezTo>
                    <a:pt x="4819" y="3581"/>
                    <a:pt x="4898" y="3953"/>
                    <a:pt x="5025" y="4310"/>
                  </a:cubicBezTo>
                  <a:cubicBezTo>
                    <a:pt x="5051" y="4383"/>
                    <a:pt x="5120" y="4432"/>
                    <a:pt x="5197" y="4432"/>
                  </a:cubicBezTo>
                  <a:cubicBezTo>
                    <a:pt x="5199" y="4432"/>
                    <a:pt x="5201" y="4432"/>
                    <a:pt x="5204" y="4432"/>
                  </a:cubicBezTo>
                  <a:cubicBezTo>
                    <a:pt x="5284" y="4430"/>
                    <a:pt x="5355" y="4377"/>
                    <a:pt x="5377" y="4300"/>
                  </a:cubicBezTo>
                  <a:cubicBezTo>
                    <a:pt x="5487" y="3928"/>
                    <a:pt x="5683" y="3591"/>
                    <a:pt x="5945" y="3309"/>
                  </a:cubicBezTo>
                  <a:cubicBezTo>
                    <a:pt x="6018" y="3575"/>
                    <a:pt x="6140" y="3825"/>
                    <a:pt x="6307" y="4047"/>
                  </a:cubicBezTo>
                  <a:lnTo>
                    <a:pt x="6575" y="4401"/>
                  </a:lnTo>
                  <a:cubicBezTo>
                    <a:pt x="6903" y="4835"/>
                    <a:pt x="7082" y="5373"/>
                    <a:pt x="7082" y="5915"/>
                  </a:cubicBezTo>
                  <a:cubicBezTo>
                    <a:pt x="7082" y="6499"/>
                    <a:pt x="6882" y="7059"/>
                    <a:pt x="6513" y="7506"/>
                  </a:cubicBezTo>
                  <a:lnTo>
                    <a:pt x="5846" y="7007"/>
                  </a:lnTo>
                  <a:cubicBezTo>
                    <a:pt x="5931" y="6409"/>
                    <a:pt x="5757" y="5814"/>
                    <a:pt x="5360" y="5362"/>
                  </a:cubicBezTo>
                  <a:cubicBezTo>
                    <a:pt x="5324" y="5320"/>
                    <a:pt x="5272" y="5298"/>
                    <a:pt x="5220" y="5298"/>
                  </a:cubicBezTo>
                  <a:cubicBezTo>
                    <a:pt x="5201" y="5298"/>
                    <a:pt x="5183" y="5300"/>
                    <a:pt x="5165" y="5306"/>
                  </a:cubicBezTo>
                  <a:cubicBezTo>
                    <a:pt x="5097" y="5328"/>
                    <a:pt x="5047" y="5388"/>
                    <a:pt x="5036" y="5458"/>
                  </a:cubicBezTo>
                  <a:cubicBezTo>
                    <a:pt x="4913" y="5085"/>
                    <a:pt x="4690" y="4754"/>
                    <a:pt x="4389" y="4492"/>
                  </a:cubicBezTo>
                  <a:cubicBezTo>
                    <a:pt x="4034" y="4185"/>
                    <a:pt x="3600" y="4003"/>
                    <a:pt x="3133" y="3966"/>
                  </a:cubicBezTo>
                  <a:cubicBezTo>
                    <a:pt x="3128" y="3966"/>
                    <a:pt x="3123" y="3966"/>
                    <a:pt x="3118" y="3966"/>
                  </a:cubicBezTo>
                  <a:cubicBezTo>
                    <a:pt x="3057" y="3966"/>
                    <a:pt x="3000" y="3995"/>
                    <a:pt x="2965" y="4047"/>
                  </a:cubicBezTo>
                  <a:cubicBezTo>
                    <a:pt x="2927" y="4101"/>
                    <a:pt x="2922" y="4170"/>
                    <a:pt x="2950" y="4231"/>
                  </a:cubicBezTo>
                  <a:cubicBezTo>
                    <a:pt x="3051" y="4446"/>
                    <a:pt x="3103" y="4675"/>
                    <a:pt x="3103" y="4914"/>
                  </a:cubicBezTo>
                  <a:cubicBezTo>
                    <a:pt x="3103" y="5107"/>
                    <a:pt x="3070" y="5295"/>
                    <a:pt x="3004" y="5473"/>
                  </a:cubicBezTo>
                  <a:cubicBezTo>
                    <a:pt x="2970" y="5564"/>
                    <a:pt x="2886" y="5574"/>
                    <a:pt x="2861" y="5574"/>
                  </a:cubicBezTo>
                  <a:cubicBezTo>
                    <a:pt x="2860" y="5574"/>
                    <a:pt x="2858" y="5574"/>
                    <a:pt x="2856" y="5574"/>
                  </a:cubicBezTo>
                  <a:cubicBezTo>
                    <a:pt x="2826" y="5574"/>
                    <a:pt x="2749" y="5565"/>
                    <a:pt x="2710" y="5481"/>
                  </a:cubicBezTo>
                  <a:cubicBezTo>
                    <a:pt x="2663" y="5378"/>
                    <a:pt x="2629" y="5268"/>
                    <a:pt x="2604" y="5157"/>
                  </a:cubicBezTo>
                  <a:cubicBezTo>
                    <a:pt x="2588" y="5084"/>
                    <a:pt x="2530" y="5027"/>
                    <a:pt x="2457" y="5013"/>
                  </a:cubicBezTo>
                  <a:cubicBezTo>
                    <a:pt x="2445" y="5010"/>
                    <a:pt x="2433" y="5009"/>
                    <a:pt x="2421" y="5009"/>
                  </a:cubicBezTo>
                  <a:cubicBezTo>
                    <a:pt x="2360" y="5009"/>
                    <a:pt x="2303" y="5040"/>
                    <a:pt x="2268" y="5091"/>
                  </a:cubicBezTo>
                  <a:cubicBezTo>
                    <a:pt x="1946" y="5570"/>
                    <a:pt x="1776" y="6132"/>
                    <a:pt x="1776" y="6711"/>
                  </a:cubicBezTo>
                  <a:cubicBezTo>
                    <a:pt x="1776" y="6747"/>
                    <a:pt x="1777" y="6783"/>
                    <a:pt x="1778" y="6819"/>
                  </a:cubicBezTo>
                  <a:cubicBezTo>
                    <a:pt x="1771" y="6818"/>
                    <a:pt x="1764" y="6818"/>
                    <a:pt x="1757" y="6818"/>
                  </a:cubicBezTo>
                  <a:cubicBezTo>
                    <a:pt x="1654" y="6818"/>
                    <a:pt x="1552" y="6862"/>
                    <a:pt x="1483" y="6949"/>
                  </a:cubicBezTo>
                  <a:lnTo>
                    <a:pt x="989" y="7556"/>
                  </a:lnTo>
                  <a:cubicBezTo>
                    <a:pt x="986" y="7552"/>
                    <a:pt x="982" y="7548"/>
                    <a:pt x="980" y="7543"/>
                  </a:cubicBezTo>
                  <a:cubicBezTo>
                    <a:pt x="397" y="6695"/>
                    <a:pt x="421" y="5577"/>
                    <a:pt x="1043" y="4757"/>
                  </a:cubicBezTo>
                  <a:cubicBezTo>
                    <a:pt x="1437" y="4238"/>
                    <a:pt x="1547" y="3565"/>
                    <a:pt x="1366" y="2958"/>
                  </a:cubicBezTo>
                  <a:lnTo>
                    <a:pt x="1366" y="2958"/>
                  </a:lnTo>
                  <a:cubicBezTo>
                    <a:pt x="1672" y="3151"/>
                    <a:pt x="1946" y="3394"/>
                    <a:pt x="2173" y="3677"/>
                  </a:cubicBezTo>
                  <a:cubicBezTo>
                    <a:pt x="2208" y="3722"/>
                    <a:pt x="2262" y="3747"/>
                    <a:pt x="2317" y="3747"/>
                  </a:cubicBezTo>
                  <a:cubicBezTo>
                    <a:pt x="2339" y="3747"/>
                    <a:pt x="2362" y="3743"/>
                    <a:pt x="2384" y="3735"/>
                  </a:cubicBezTo>
                  <a:cubicBezTo>
                    <a:pt x="2458" y="3706"/>
                    <a:pt x="2506" y="3633"/>
                    <a:pt x="2503" y="3551"/>
                  </a:cubicBezTo>
                  <a:cubicBezTo>
                    <a:pt x="2459" y="2712"/>
                    <a:pt x="2841" y="1917"/>
                    <a:pt x="3525" y="1428"/>
                  </a:cubicBezTo>
                  <a:lnTo>
                    <a:pt x="3572" y="1394"/>
                  </a:lnTo>
                  <a:cubicBezTo>
                    <a:pt x="3872" y="1179"/>
                    <a:pt x="4256" y="905"/>
                    <a:pt x="4459" y="577"/>
                  </a:cubicBezTo>
                  <a:cubicBezTo>
                    <a:pt x="4641" y="875"/>
                    <a:pt x="4763" y="1206"/>
                    <a:pt x="4816" y="1551"/>
                  </a:cubicBezTo>
                  <a:cubicBezTo>
                    <a:pt x="4830" y="1643"/>
                    <a:pt x="4911" y="1709"/>
                    <a:pt x="5000" y="1709"/>
                  </a:cubicBezTo>
                  <a:cubicBezTo>
                    <a:pt x="5010" y="1709"/>
                    <a:pt x="5019" y="1708"/>
                    <a:pt x="5029" y="1707"/>
                  </a:cubicBezTo>
                  <a:cubicBezTo>
                    <a:pt x="5129" y="1691"/>
                    <a:pt x="5199" y="1595"/>
                    <a:pt x="5183" y="1494"/>
                  </a:cubicBezTo>
                  <a:cubicBezTo>
                    <a:pt x="5102" y="974"/>
                    <a:pt x="4884" y="483"/>
                    <a:pt x="4557" y="71"/>
                  </a:cubicBezTo>
                  <a:cubicBezTo>
                    <a:pt x="4521" y="26"/>
                    <a:pt x="4468" y="1"/>
                    <a:pt x="44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2"/>
            <p:cNvSpPr/>
            <p:nvPr/>
          </p:nvSpPr>
          <p:spPr>
            <a:xfrm>
              <a:off x="7835859" y="1289249"/>
              <a:ext cx="12151" cy="16973"/>
            </a:xfrm>
            <a:custGeom>
              <a:rect b="b" l="l" r="r" t="t"/>
              <a:pathLst>
                <a:path extrusionOk="0" h="521" w="373">
                  <a:moveTo>
                    <a:pt x="186" y="1"/>
                  </a:moveTo>
                  <a:cubicBezTo>
                    <a:pt x="84" y="1"/>
                    <a:pt x="0" y="84"/>
                    <a:pt x="0" y="187"/>
                  </a:cubicBezTo>
                  <a:lnTo>
                    <a:pt x="0" y="335"/>
                  </a:lnTo>
                  <a:cubicBezTo>
                    <a:pt x="0" y="437"/>
                    <a:pt x="82" y="521"/>
                    <a:pt x="186" y="521"/>
                  </a:cubicBezTo>
                  <a:cubicBezTo>
                    <a:pt x="288" y="521"/>
                    <a:pt x="372" y="439"/>
                    <a:pt x="372" y="335"/>
                  </a:cubicBezTo>
                  <a:lnTo>
                    <a:pt x="372" y="187"/>
                  </a:lnTo>
                  <a:cubicBezTo>
                    <a:pt x="371" y="84"/>
                    <a:pt x="288"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2"/>
            <p:cNvSpPr/>
            <p:nvPr/>
          </p:nvSpPr>
          <p:spPr>
            <a:xfrm>
              <a:off x="7835859" y="1327951"/>
              <a:ext cx="12151" cy="16973"/>
            </a:xfrm>
            <a:custGeom>
              <a:rect b="b" l="l" r="r" t="t"/>
              <a:pathLst>
                <a:path extrusionOk="0" h="521" w="373">
                  <a:moveTo>
                    <a:pt x="186" y="1"/>
                  </a:moveTo>
                  <a:cubicBezTo>
                    <a:pt x="84" y="1"/>
                    <a:pt x="0" y="84"/>
                    <a:pt x="0" y="186"/>
                  </a:cubicBezTo>
                  <a:lnTo>
                    <a:pt x="0" y="335"/>
                  </a:lnTo>
                  <a:cubicBezTo>
                    <a:pt x="0" y="437"/>
                    <a:pt x="82" y="521"/>
                    <a:pt x="186" y="521"/>
                  </a:cubicBezTo>
                  <a:cubicBezTo>
                    <a:pt x="288" y="521"/>
                    <a:pt x="372" y="438"/>
                    <a:pt x="372" y="335"/>
                  </a:cubicBezTo>
                  <a:lnTo>
                    <a:pt x="372" y="186"/>
                  </a:lnTo>
                  <a:cubicBezTo>
                    <a:pt x="371" y="84"/>
                    <a:pt x="288"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2"/>
            <p:cNvSpPr/>
            <p:nvPr/>
          </p:nvSpPr>
          <p:spPr>
            <a:xfrm>
              <a:off x="7852767" y="1311044"/>
              <a:ext cx="16973" cy="12151"/>
            </a:xfrm>
            <a:custGeom>
              <a:rect b="b" l="l" r="r" t="t"/>
              <a:pathLst>
                <a:path extrusionOk="0" h="373" w="521">
                  <a:moveTo>
                    <a:pt x="187" y="0"/>
                  </a:moveTo>
                  <a:cubicBezTo>
                    <a:pt x="85" y="0"/>
                    <a:pt x="1" y="82"/>
                    <a:pt x="1" y="186"/>
                  </a:cubicBezTo>
                  <a:cubicBezTo>
                    <a:pt x="1" y="288"/>
                    <a:pt x="84" y="372"/>
                    <a:pt x="187" y="372"/>
                  </a:cubicBezTo>
                  <a:lnTo>
                    <a:pt x="335" y="372"/>
                  </a:lnTo>
                  <a:cubicBezTo>
                    <a:pt x="437" y="372"/>
                    <a:pt x="521" y="289"/>
                    <a:pt x="521" y="186"/>
                  </a:cubicBezTo>
                  <a:cubicBezTo>
                    <a:pt x="519" y="82"/>
                    <a:pt x="437" y="0"/>
                    <a:pt x="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2"/>
            <p:cNvSpPr/>
            <p:nvPr/>
          </p:nvSpPr>
          <p:spPr>
            <a:xfrm>
              <a:off x="7814065" y="1310978"/>
              <a:ext cx="17005" cy="12151"/>
            </a:xfrm>
            <a:custGeom>
              <a:rect b="b" l="l" r="r" t="t"/>
              <a:pathLst>
                <a:path extrusionOk="0" h="373" w="522">
                  <a:moveTo>
                    <a:pt x="187" y="0"/>
                  </a:moveTo>
                  <a:cubicBezTo>
                    <a:pt x="85" y="0"/>
                    <a:pt x="1" y="83"/>
                    <a:pt x="1" y="187"/>
                  </a:cubicBezTo>
                  <a:cubicBezTo>
                    <a:pt x="1" y="290"/>
                    <a:pt x="84" y="372"/>
                    <a:pt x="187" y="372"/>
                  </a:cubicBezTo>
                  <a:lnTo>
                    <a:pt x="335" y="372"/>
                  </a:lnTo>
                  <a:cubicBezTo>
                    <a:pt x="437" y="372"/>
                    <a:pt x="522" y="290"/>
                    <a:pt x="522" y="187"/>
                  </a:cubicBezTo>
                  <a:cubicBezTo>
                    <a:pt x="522" y="84"/>
                    <a:pt x="439" y="0"/>
                    <a:pt x="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2"/>
            <p:cNvSpPr/>
            <p:nvPr/>
          </p:nvSpPr>
          <p:spPr>
            <a:xfrm>
              <a:off x="7603712" y="1300163"/>
              <a:ext cx="12184" cy="16940"/>
            </a:xfrm>
            <a:custGeom>
              <a:rect b="b" l="l" r="r" t="t"/>
              <a:pathLst>
                <a:path extrusionOk="0" h="520" w="374">
                  <a:moveTo>
                    <a:pt x="187" y="0"/>
                  </a:moveTo>
                  <a:cubicBezTo>
                    <a:pt x="85" y="0"/>
                    <a:pt x="1" y="83"/>
                    <a:pt x="1" y="186"/>
                  </a:cubicBezTo>
                  <a:lnTo>
                    <a:pt x="1" y="334"/>
                  </a:lnTo>
                  <a:cubicBezTo>
                    <a:pt x="3" y="436"/>
                    <a:pt x="85" y="520"/>
                    <a:pt x="187" y="520"/>
                  </a:cubicBezTo>
                  <a:cubicBezTo>
                    <a:pt x="289" y="520"/>
                    <a:pt x="374" y="437"/>
                    <a:pt x="374" y="334"/>
                  </a:cubicBezTo>
                  <a:lnTo>
                    <a:pt x="374" y="186"/>
                  </a:lnTo>
                  <a:cubicBezTo>
                    <a:pt x="374" y="84"/>
                    <a:pt x="291"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2"/>
            <p:cNvSpPr/>
            <p:nvPr/>
          </p:nvSpPr>
          <p:spPr>
            <a:xfrm>
              <a:off x="7603712" y="1338865"/>
              <a:ext cx="12184" cy="16940"/>
            </a:xfrm>
            <a:custGeom>
              <a:rect b="b" l="l" r="r" t="t"/>
              <a:pathLst>
                <a:path extrusionOk="0" h="520" w="374">
                  <a:moveTo>
                    <a:pt x="187" y="0"/>
                  </a:moveTo>
                  <a:cubicBezTo>
                    <a:pt x="85" y="0"/>
                    <a:pt x="1" y="82"/>
                    <a:pt x="1" y="186"/>
                  </a:cubicBezTo>
                  <a:lnTo>
                    <a:pt x="1" y="333"/>
                  </a:lnTo>
                  <a:cubicBezTo>
                    <a:pt x="1" y="436"/>
                    <a:pt x="83" y="520"/>
                    <a:pt x="187" y="520"/>
                  </a:cubicBezTo>
                  <a:cubicBezTo>
                    <a:pt x="290" y="519"/>
                    <a:pt x="374" y="436"/>
                    <a:pt x="374" y="333"/>
                  </a:cubicBezTo>
                  <a:lnTo>
                    <a:pt x="374" y="186"/>
                  </a:lnTo>
                  <a:cubicBezTo>
                    <a:pt x="374" y="84"/>
                    <a:pt x="291"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2"/>
            <p:cNvSpPr/>
            <p:nvPr/>
          </p:nvSpPr>
          <p:spPr>
            <a:xfrm>
              <a:off x="7620685" y="1321859"/>
              <a:ext cx="16940" cy="12151"/>
            </a:xfrm>
            <a:custGeom>
              <a:rect b="b" l="l" r="r" t="t"/>
              <a:pathLst>
                <a:path extrusionOk="0" h="373" w="520">
                  <a:moveTo>
                    <a:pt x="186" y="0"/>
                  </a:moveTo>
                  <a:cubicBezTo>
                    <a:pt x="84" y="0"/>
                    <a:pt x="0" y="83"/>
                    <a:pt x="0" y="187"/>
                  </a:cubicBezTo>
                  <a:cubicBezTo>
                    <a:pt x="0" y="290"/>
                    <a:pt x="84" y="372"/>
                    <a:pt x="186" y="372"/>
                  </a:cubicBezTo>
                  <a:lnTo>
                    <a:pt x="334" y="372"/>
                  </a:lnTo>
                  <a:cubicBezTo>
                    <a:pt x="436" y="372"/>
                    <a:pt x="520" y="290"/>
                    <a:pt x="520" y="187"/>
                  </a:cubicBezTo>
                  <a:cubicBezTo>
                    <a:pt x="520" y="84"/>
                    <a:pt x="437" y="0"/>
                    <a:pt x="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2"/>
            <p:cNvSpPr/>
            <p:nvPr/>
          </p:nvSpPr>
          <p:spPr>
            <a:xfrm>
              <a:off x="7582015" y="1321892"/>
              <a:ext cx="16973" cy="12151"/>
            </a:xfrm>
            <a:custGeom>
              <a:rect b="b" l="l" r="r" t="t"/>
              <a:pathLst>
                <a:path extrusionOk="0" h="373" w="521">
                  <a:moveTo>
                    <a:pt x="187" y="0"/>
                  </a:moveTo>
                  <a:cubicBezTo>
                    <a:pt x="84" y="0"/>
                    <a:pt x="0" y="83"/>
                    <a:pt x="0" y="187"/>
                  </a:cubicBezTo>
                  <a:cubicBezTo>
                    <a:pt x="0" y="289"/>
                    <a:pt x="83" y="372"/>
                    <a:pt x="187" y="372"/>
                  </a:cubicBezTo>
                  <a:lnTo>
                    <a:pt x="334" y="372"/>
                  </a:lnTo>
                  <a:cubicBezTo>
                    <a:pt x="437" y="372"/>
                    <a:pt x="521" y="291"/>
                    <a:pt x="521" y="187"/>
                  </a:cubicBezTo>
                  <a:cubicBezTo>
                    <a:pt x="519" y="83"/>
                    <a:pt x="437" y="0"/>
                    <a:pt x="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2"/>
            <p:cNvSpPr/>
            <p:nvPr/>
          </p:nvSpPr>
          <p:spPr>
            <a:xfrm>
              <a:off x="7758390" y="1359942"/>
              <a:ext cx="12151" cy="12151"/>
            </a:xfrm>
            <a:custGeom>
              <a:rect b="b" l="l" r="r" t="t"/>
              <a:pathLst>
                <a:path extrusionOk="0" h="373" w="373">
                  <a:moveTo>
                    <a:pt x="186" y="1"/>
                  </a:moveTo>
                  <a:cubicBezTo>
                    <a:pt x="82" y="1"/>
                    <a:pt x="0" y="84"/>
                    <a:pt x="0" y="187"/>
                  </a:cubicBezTo>
                  <a:cubicBezTo>
                    <a:pt x="0" y="291"/>
                    <a:pt x="84" y="372"/>
                    <a:pt x="186" y="372"/>
                  </a:cubicBezTo>
                  <a:cubicBezTo>
                    <a:pt x="289" y="372"/>
                    <a:pt x="372" y="289"/>
                    <a:pt x="372" y="187"/>
                  </a:cubicBezTo>
                  <a:cubicBezTo>
                    <a:pt x="372" y="84"/>
                    <a:pt x="288"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72"/>
          <p:cNvGrpSpPr/>
          <p:nvPr/>
        </p:nvGrpSpPr>
        <p:grpSpPr>
          <a:xfrm>
            <a:off x="1264782" y="1289249"/>
            <a:ext cx="310855" cy="309519"/>
            <a:chOff x="1264782" y="1289249"/>
            <a:chExt cx="310855" cy="309519"/>
          </a:xfrm>
        </p:grpSpPr>
        <p:sp>
          <p:nvSpPr>
            <p:cNvPr id="7613" name="Google Shape;7613;p72"/>
            <p:cNvSpPr/>
            <p:nvPr/>
          </p:nvSpPr>
          <p:spPr>
            <a:xfrm>
              <a:off x="1264782" y="1302541"/>
              <a:ext cx="310464" cy="284499"/>
            </a:xfrm>
            <a:custGeom>
              <a:rect b="b" l="l" r="r" t="t"/>
              <a:pathLst>
                <a:path extrusionOk="0" h="8733" w="9530">
                  <a:moveTo>
                    <a:pt x="4603" y="0"/>
                  </a:moveTo>
                  <a:cubicBezTo>
                    <a:pt x="4533" y="0"/>
                    <a:pt x="4468" y="41"/>
                    <a:pt x="4437" y="104"/>
                  </a:cubicBezTo>
                  <a:lnTo>
                    <a:pt x="3714" y="1568"/>
                  </a:lnTo>
                  <a:lnTo>
                    <a:pt x="2220" y="782"/>
                  </a:lnTo>
                  <a:cubicBezTo>
                    <a:pt x="2193" y="768"/>
                    <a:pt x="2163" y="761"/>
                    <a:pt x="2134" y="761"/>
                  </a:cubicBezTo>
                  <a:cubicBezTo>
                    <a:pt x="2095" y="761"/>
                    <a:pt x="2057" y="773"/>
                    <a:pt x="2025" y="797"/>
                  </a:cubicBezTo>
                  <a:cubicBezTo>
                    <a:pt x="1967" y="839"/>
                    <a:pt x="1938" y="908"/>
                    <a:pt x="1952" y="979"/>
                  </a:cubicBezTo>
                  <a:lnTo>
                    <a:pt x="2192" y="2377"/>
                  </a:lnTo>
                  <a:lnTo>
                    <a:pt x="2192" y="2377"/>
                  </a:lnTo>
                  <a:lnTo>
                    <a:pt x="401" y="2185"/>
                  </a:lnTo>
                  <a:cubicBezTo>
                    <a:pt x="394" y="2184"/>
                    <a:pt x="388" y="2184"/>
                    <a:pt x="381" y="2184"/>
                  </a:cubicBezTo>
                  <a:cubicBezTo>
                    <a:pt x="314" y="2184"/>
                    <a:pt x="250" y="2221"/>
                    <a:pt x="218" y="2281"/>
                  </a:cubicBezTo>
                  <a:cubicBezTo>
                    <a:pt x="182" y="2348"/>
                    <a:pt x="191" y="2430"/>
                    <a:pt x="239" y="2487"/>
                  </a:cubicBezTo>
                  <a:lnTo>
                    <a:pt x="1689" y="4228"/>
                  </a:lnTo>
                  <a:lnTo>
                    <a:pt x="81" y="5588"/>
                  </a:lnTo>
                  <a:cubicBezTo>
                    <a:pt x="24" y="5637"/>
                    <a:pt x="0" y="5714"/>
                    <a:pt x="23" y="5784"/>
                  </a:cubicBezTo>
                  <a:cubicBezTo>
                    <a:pt x="45" y="5856"/>
                    <a:pt x="108" y="5906"/>
                    <a:pt x="181" y="5914"/>
                  </a:cubicBezTo>
                  <a:lnTo>
                    <a:pt x="2087" y="6104"/>
                  </a:lnTo>
                  <a:lnTo>
                    <a:pt x="1473" y="8135"/>
                  </a:lnTo>
                  <a:cubicBezTo>
                    <a:pt x="1450" y="8208"/>
                    <a:pt x="1475" y="8287"/>
                    <a:pt x="1536" y="8334"/>
                  </a:cubicBezTo>
                  <a:cubicBezTo>
                    <a:pt x="1570" y="8361"/>
                    <a:pt x="1610" y="8374"/>
                    <a:pt x="1651" y="8374"/>
                  </a:cubicBezTo>
                  <a:cubicBezTo>
                    <a:pt x="1683" y="8374"/>
                    <a:pt x="1714" y="8366"/>
                    <a:pt x="1743" y="8350"/>
                  </a:cubicBezTo>
                  <a:lnTo>
                    <a:pt x="3733" y="7204"/>
                  </a:lnTo>
                  <a:lnTo>
                    <a:pt x="4436" y="8629"/>
                  </a:lnTo>
                  <a:cubicBezTo>
                    <a:pt x="4467" y="8691"/>
                    <a:pt x="4532" y="8732"/>
                    <a:pt x="4602" y="8732"/>
                  </a:cubicBezTo>
                  <a:cubicBezTo>
                    <a:pt x="4673" y="8732"/>
                    <a:pt x="4737" y="8691"/>
                    <a:pt x="4769" y="8629"/>
                  </a:cubicBezTo>
                  <a:lnTo>
                    <a:pt x="5481" y="7186"/>
                  </a:lnTo>
                  <a:lnTo>
                    <a:pt x="5707" y="7310"/>
                  </a:lnTo>
                  <a:cubicBezTo>
                    <a:pt x="5736" y="7326"/>
                    <a:pt x="5767" y="7333"/>
                    <a:pt x="5798" y="7333"/>
                  </a:cubicBezTo>
                  <a:cubicBezTo>
                    <a:pt x="5863" y="7333"/>
                    <a:pt x="5926" y="7298"/>
                    <a:pt x="5960" y="7236"/>
                  </a:cubicBezTo>
                  <a:cubicBezTo>
                    <a:pt x="6010" y="7147"/>
                    <a:pt x="5978" y="7034"/>
                    <a:pt x="5886" y="6984"/>
                  </a:cubicBezTo>
                  <a:lnTo>
                    <a:pt x="5490" y="6765"/>
                  </a:lnTo>
                  <a:cubicBezTo>
                    <a:pt x="5463" y="6750"/>
                    <a:pt x="5432" y="6742"/>
                    <a:pt x="5401" y="6742"/>
                  </a:cubicBezTo>
                  <a:cubicBezTo>
                    <a:pt x="5382" y="6742"/>
                    <a:pt x="5363" y="6745"/>
                    <a:pt x="5345" y="6751"/>
                  </a:cubicBezTo>
                  <a:cubicBezTo>
                    <a:pt x="5297" y="6767"/>
                    <a:pt x="5256" y="6800"/>
                    <a:pt x="5234" y="6845"/>
                  </a:cubicBezTo>
                  <a:lnTo>
                    <a:pt x="4602" y="8126"/>
                  </a:lnTo>
                  <a:lnTo>
                    <a:pt x="3978" y="6861"/>
                  </a:lnTo>
                  <a:cubicBezTo>
                    <a:pt x="3956" y="6815"/>
                    <a:pt x="3915" y="6779"/>
                    <a:pt x="3865" y="6765"/>
                  </a:cubicBezTo>
                  <a:cubicBezTo>
                    <a:pt x="3848" y="6760"/>
                    <a:pt x="3830" y="6758"/>
                    <a:pt x="3812" y="6758"/>
                  </a:cubicBezTo>
                  <a:cubicBezTo>
                    <a:pt x="3780" y="6758"/>
                    <a:pt x="3747" y="6766"/>
                    <a:pt x="3718" y="6783"/>
                  </a:cubicBezTo>
                  <a:lnTo>
                    <a:pt x="1963" y="7794"/>
                  </a:lnTo>
                  <a:lnTo>
                    <a:pt x="2507" y="5994"/>
                  </a:lnTo>
                  <a:cubicBezTo>
                    <a:pt x="2523" y="5940"/>
                    <a:pt x="2515" y="5883"/>
                    <a:pt x="2483" y="5837"/>
                  </a:cubicBezTo>
                  <a:cubicBezTo>
                    <a:pt x="2452" y="5791"/>
                    <a:pt x="2402" y="5761"/>
                    <a:pt x="2348" y="5756"/>
                  </a:cubicBezTo>
                  <a:lnTo>
                    <a:pt x="653" y="5588"/>
                  </a:lnTo>
                  <a:lnTo>
                    <a:pt x="2067" y="4391"/>
                  </a:lnTo>
                  <a:cubicBezTo>
                    <a:pt x="2144" y="4326"/>
                    <a:pt x="2155" y="4209"/>
                    <a:pt x="2089" y="4130"/>
                  </a:cubicBezTo>
                  <a:lnTo>
                    <a:pt x="815" y="2601"/>
                  </a:lnTo>
                  <a:lnTo>
                    <a:pt x="2392" y="2770"/>
                  </a:lnTo>
                  <a:cubicBezTo>
                    <a:pt x="2398" y="2771"/>
                    <a:pt x="2405" y="2771"/>
                    <a:pt x="2411" y="2771"/>
                  </a:cubicBezTo>
                  <a:cubicBezTo>
                    <a:pt x="2462" y="2771"/>
                    <a:pt x="2511" y="2750"/>
                    <a:pt x="2546" y="2713"/>
                  </a:cubicBezTo>
                  <a:cubicBezTo>
                    <a:pt x="2585" y="2671"/>
                    <a:pt x="2603" y="2611"/>
                    <a:pt x="2593" y="2553"/>
                  </a:cubicBezTo>
                  <a:lnTo>
                    <a:pt x="2376" y="1284"/>
                  </a:lnTo>
                  <a:lnTo>
                    <a:pt x="3706" y="1983"/>
                  </a:lnTo>
                  <a:cubicBezTo>
                    <a:pt x="3733" y="1997"/>
                    <a:pt x="3762" y="2004"/>
                    <a:pt x="3792" y="2004"/>
                  </a:cubicBezTo>
                  <a:cubicBezTo>
                    <a:pt x="3811" y="2004"/>
                    <a:pt x="3831" y="2001"/>
                    <a:pt x="3850" y="1995"/>
                  </a:cubicBezTo>
                  <a:cubicBezTo>
                    <a:pt x="3897" y="1979"/>
                    <a:pt x="3937" y="1945"/>
                    <a:pt x="3959" y="1901"/>
                  </a:cubicBezTo>
                  <a:lnTo>
                    <a:pt x="4599" y="604"/>
                  </a:lnTo>
                  <a:lnTo>
                    <a:pt x="5257" y="1937"/>
                  </a:lnTo>
                  <a:cubicBezTo>
                    <a:pt x="5289" y="2003"/>
                    <a:pt x="5355" y="2040"/>
                    <a:pt x="5423" y="2040"/>
                  </a:cubicBezTo>
                  <a:cubicBezTo>
                    <a:pt x="5450" y="2040"/>
                    <a:pt x="5477" y="2035"/>
                    <a:pt x="5502" y="2023"/>
                  </a:cubicBezTo>
                  <a:lnTo>
                    <a:pt x="7071" y="1285"/>
                  </a:lnTo>
                  <a:lnTo>
                    <a:pt x="6673" y="2720"/>
                  </a:lnTo>
                  <a:cubicBezTo>
                    <a:pt x="6660" y="2773"/>
                    <a:pt x="6668" y="2830"/>
                    <a:pt x="6699" y="2876"/>
                  </a:cubicBezTo>
                  <a:cubicBezTo>
                    <a:pt x="6731" y="2922"/>
                    <a:pt x="6782" y="2951"/>
                    <a:pt x="6838" y="2955"/>
                  </a:cubicBezTo>
                  <a:lnTo>
                    <a:pt x="8780" y="3111"/>
                  </a:lnTo>
                  <a:lnTo>
                    <a:pt x="7316" y="4243"/>
                  </a:lnTo>
                  <a:cubicBezTo>
                    <a:pt x="7272" y="4277"/>
                    <a:pt x="7246" y="4331"/>
                    <a:pt x="7244" y="4387"/>
                  </a:cubicBezTo>
                  <a:cubicBezTo>
                    <a:pt x="7243" y="4443"/>
                    <a:pt x="7268" y="4497"/>
                    <a:pt x="7311" y="4532"/>
                  </a:cubicBezTo>
                  <a:lnTo>
                    <a:pt x="8825" y="5793"/>
                  </a:lnTo>
                  <a:lnTo>
                    <a:pt x="6995" y="5832"/>
                  </a:lnTo>
                  <a:cubicBezTo>
                    <a:pt x="6933" y="5835"/>
                    <a:pt x="6876" y="5866"/>
                    <a:pt x="6844" y="5916"/>
                  </a:cubicBezTo>
                  <a:cubicBezTo>
                    <a:pt x="6810" y="5968"/>
                    <a:pt x="6805" y="6032"/>
                    <a:pt x="6827" y="6088"/>
                  </a:cubicBezTo>
                  <a:lnTo>
                    <a:pt x="7581" y="7922"/>
                  </a:lnTo>
                  <a:lnTo>
                    <a:pt x="7345" y="7791"/>
                  </a:lnTo>
                  <a:cubicBezTo>
                    <a:pt x="7317" y="7776"/>
                    <a:pt x="7286" y="7769"/>
                    <a:pt x="7256" y="7769"/>
                  </a:cubicBezTo>
                  <a:cubicBezTo>
                    <a:pt x="7190" y="7769"/>
                    <a:pt x="7126" y="7803"/>
                    <a:pt x="7091" y="7865"/>
                  </a:cubicBezTo>
                  <a:cubicBezTo>
                    <a:pt x="7042" y="7954"/>
                    <a:pt x="7074" y="8068"/>
                    <a:pt x="7165" y="8118"/>
                  </a:cubicBezTo>
                  <a:lnTo>
                    <a:pt x="7864" y="8504"/>
                  </a:lnTo>
                  <a:cubicBezTo>
                    <a:pt x="7893" y="8520"/>
                    <a:pt x="7924" y="8528"/>
                    <a:pt x="7955" y="8528"/>
                  </a:cubicBezTo>
                  <a:cubicBezTo>
                    <a:pt x="7999" y="8528"/>
                    <a:pt x="8043" y="8512"/>
                    <a:pt x="8078" y="8481"/>
                  </a:cubicBezTo>
                  <a:cubicBezTo>
                    <a:pt x="8137" y="8428"/>
                    <a:pt x="8157" y="8345"/>
                    <a:pt x="8126" y="8271"/>
                  </a:cubicBezTo>
                  <a:lnTo>
                    <a:pt x="7278" y="6198"/>
                  </a:lnTo>
                  <a:lnTo>
                    <a:pt x="9333" y="6152"/>
                  </a:lnTo>
                  <a:cubicBezTo>
                    <a:pt x="9411" y="6151"/>
                    <a:pt x="9479" y="6102"/>
                    <a:pt x="9505" y="6028"/>
                  </a:cubicBezTo>
                  <a:cubicBezTo>
                    <a:pt x="9530" y="5955"/>
                    <a:pt x="9507" y="5873"/>
                    <a:pt x="9448" y="5824"/>
                  </a:cubicBezTo>
                  <a:lnTo>
                    <a:pt x="7731" y="4395"/>
                  </a:lnTo>
                  <a:lnTo>
                    <a:pt x="9391" y="3111"/>
                  </a:lnTo>
                  <a:cubicBezTo>
                    <a:pt x="9451" y="3064"/>
                    <a:pt x="9478" y="2985"/>
                    <a:pt x="9455" y="2912"/>
                  </a:cubicBezTo>
                  <a:cubicBezTo>
                    <a:pt x="9433" y="2838"/>
                    <a:pt x="9369" y="2786"/>
                    <a:pt x="9292" y="2779"/>
                  </a:cubicBezTo>
                  <a:lnTo>
                    <a:pt x="7097" y="2604"/>
                  </a:lnTo>
                  <a:lnTo>
                    <a:pt x="7543" y="996"/>
                  </a:lnTo>
                  <a:cubicBezTo>
                    <a:pt x="7563" y="927"/>
                    <a:pt x="7540" y="851"/>
                    <a:pt x="7484" y="804"/>
                  </a:cubicBezTo>
                  <a:cubicBezTo>
                    <a:pt x="7451" y="775"/>
                    <a:pt x="7408" y="761"/>
                    <a:pt x="7365" y="761"/>
                  </a:cubicBezTo>
                  <a:cubicBezTo>
                    <a:pt x="7338" y="761"/>
                    <a:pt x="7311" y="766"/>
                    <a:pt x="7285" y="778"/>
                  </a:cubicBezTo>
                  <a:lnTo>
                    <a:pt x="5514" y="1611"/>
                  </a:lnTo>
                  <a:lnTo>
                    <a:pt x="4770" y="104"/>
                  </a:lnTo>
                  <a:cubicBezTo>
                    <a:pt x="4738" y="41"/>
                    <a:pt x="4674" y="0"/>
                    <a:pt x="46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2"/>
            <p:cNvSpPr/>
            <p:nvPr/>
          </p:nvSpPr>
          <p:spPr>
            <a:xfrm>
              <a:off x="1323943" y="1357173"/>
              <a:ext cx="186180" cy="175234"/>
            </a:xfrm>
            <a:custGeom>
              <a:rect b="b" l="l" r="r" t="t"/>
              <a:pathLst>
                <a:path extrusionOk="0" h="5379" w="5715">
                  <a:moveTo>
                    <a:pt x="2785" y="604"/>
                  </a:moveTo>
                  <a:lnTo>
                    <a:pt x="3099" y="1242"/>
                  </a:lnTo>
                  <a:cubicBezTo>
                    <a:pt x="3131" y="1307"/>
                    <a:pt x="3197" y="1346"/>
                    <a:pt x="3265" y="1346"/>
                  </a:cubicBezTo>
                  <a:cubicBezTo>
                    <a:pt x="3292" y="1346"/>
                    <a:pt x="3318" y="1340"/>
                    <a:pt x="3343" y="1328"/>
                  </a:cubicBezTo>
                  <a:lnTo>
                    <a:pt x="4110" y="969"/>
                  </a:lnTo>
                  <a:lnTo>
                    <a:pt x="3904" y="1711"/>
                  </a:lnTo>
                  <a:cubicBezTo>
                    <a:pt x="3890" y="1765"/>
                    <a:pt x="3899" y="1821"/>
                    <a:pt x="3930" y="1866"/>
                  </a:cubicBezTo>
                  <a:cubicBezTo>
                    <a:pt x="3962" y="1913"/>
                    <a:pt x="4013" y="1942"/>
                    <a:pt x="4068" y="1945"/>
                  </a:cubicBezTo>
                  <a:lnTo>
                    <a:pt x="4997" y="2020"/>
                  </a:lnTo>
                  <a:lnTo>
                    <a:pt x="4318" y="2546"/>
                  </a:lnTo>
                  <a:cubicBezTo>
                    <a:pt x="4274" y="2581"/>
                    <a:pt x="4247" y="2634"/>
                    <a:pt x="4246" y="2691"/>
                  </a:cubicBezTo>
                  <a:cubicBezTo>
                    <a:pt x="4244" y="2746"/>
                    <a:pt x="4269" y="2801"/>
                    <a:pt x="4312" y="2835"/>
                  </a:cubicBezTo>
                  <a:lnTo>
                    <a:pt x="5012" y="3419"/>
                  </a:lnTo>
                  <a:lnTo>
                    <a:pt x="4084" y="3440"/>
                  </a:lnTo>
                  <a:cubicBezTo>
                    <a:pt x="4022" y="3441"/>
                    <a:pt x="3966" y="3472"/>
                    <a:pt x="3933" y="3524"/>
                  </a:cubicBezTo>
                  <a:cubicBezTo>
                    <a:pt x="3899" y="3574"/>
                    <a:pt x="3893" y="3639"/>
                    <a:pt x="3918" y="3695"/>
                  </a:cubicBezTo>
                  <a:lnTo>
                    <a:pt x="4280" y="4579"/>
                  </a:lnTo>
                  <a:lnTo>
                    <a:pt x="3352" y="4065"/>
                  </a:lnTo>
                  <a:cubicBezTo>
                    <a:pt x="3324" y="4050"/>
                    <a:pt x="3293" y="4042"/>
                    <a:pt x="3262" y="4042"/>
                  </a:cubicBezTo>
                  <a:cubicBezTo>
                    <a:pt x="3243" y="4042"/>
                    <a:pt x="3224" y="4045"/>
                    <a:pt x="3206" y="4051"/>
                  </a:cubicBezTo>
                  <a:cubicBezTo>
                    <a:pt x="3158" y="4066"/>
                    <a:pt x="3117" y="4101"/>
                    <a:pt x="3095" y="4145"/>
                  </a:cubicBezTo>
                  <a:lnTo>
                    <a:pt x="2785" y="4774"/>
                  </a:lnTo>
                  <a:lnTo>
                    <a:pt x="2476" y="4148"/>
                  </a:lnTo>
                  <a:cubicBezTo>
                    <a:pt x="2453" y="4102"/>
                    <a:pt x="2413" y="4066"/>
                    <a:pt x="2363" y="4053"/>
                  </a:cubicBezTo>
                  <a:cubicBezTo>
                    <a:pt x="2345" y="4048"/>
                    <a:pt x="2327" y="4044"/>
                    <a:pt x="2309" y="4044"/>
                  </a:cubicBezTo>
                  <a:cubicBezTo>
                    <a:pt x="2277" y="4044"/>
                    <a:pt x="2246" y="4053"/>
                    <a:pt x="2216" y="4070"/>
                  </a:cubicBezTo>
                  <a:lnTo>
                    <a:pt x="1399" y="4541"/>
                  </a:lnTo>
                  <a:lnTo>
                    <a:pt x="1399" y="4541"/>
                  </a:lnTo>
                  <a:lnTo>
                    <a:pt x="1662" y="3670"/>
                  </a:lnTo>
                  <a:cubicBezTo>
                    <a:pt x="1678" y="3616"/>
                    <a:pt x="1670" y="3558"/>
                    <a:pt x="1639" y="3513"/>
                  </a:cubicBezTo>
                  <a:cubicBezTo>
                    <a:pt x="1608" y="3467"/>
                    <a:pt x="1557" y="3437"/>
                    <a:pt x="1503" y="3432"/>
                  </a:cubicBezTo>
                  <a:lnTo>
                    <a:pt x="655" y="3347"/>
                  </a:lnTo>
                  <a:lnTo>
                    <a:pt x="1294" y="2806"/>
                  </a:lnTo>
                  <a:cubicBezTo>
                    <a:pt x="1372" y="2740"/>
                    <a:pt x="1382" y="2624"/>
                    <a:pt x="1317" y="2545"/>
                  </a:cubicBezTo>
                  <a:lnTo>
                    <a:pt x="744" y="1858"/>
                  </a:lnTo>
                  <a:lnTo>
                    <a:pt x="1476" y="1937"/>
                  </a:lnTo>
                  <a:cubicBezTo>
                    <a:pt x="1482" y="1937"/>
                    <a:pt x="1489" y="1938"/>
                    <a:pt x="1495" y="1938"/>
                  </a:cubicBezTo>
                  <a:cubicBezTo>
                    <a:pt x="1546" y="1938"/>
                    <a:pt x="1595" y="1916"/>
                    <a:pt x="1630" y="1878"/>
                  </a:cubicBezTo>
                  <a:cubicBezTo>
                    <a:pt x="1669" y="1836"/>
                    <a:pt x="1687" y="1777"/>
                    <a:pt x="1677" y="1720"/>
                  </a:cubicBezTo>
                  <a:lnTo>
                    <a:pt x="1547" y="964"/>
                  </a:lnTo>
                  <a:lnTo>
                    <a:pt x="2220" y="1319"/>
                  </a:lnTo>
                  <a:cubicBezTo>
                    <a:pt x="2247" y="1332"/>
                    <a:pt x="2276" y="1339"/>
                    <a:pt x="2305" y="1339"/>
                  </a:cubicBezTo>
                  <a:cubicBezTo>
                    <a:pt x="2325" y="1339"/>
                    <a:pt x="2345" y="1336"/>
                    <a:pt x="2364" y="1330"/>
                  </a:cubicBezTo>
                  <a:cubicBezTo>
                    <a:pt x="2411" y="1314"/>
                    <a:pt x="2451" y="1280"/>
                    <a:pt x="2473" y="1236"/>
                  </a:cubicBezTo>
                  <a:lnTo>
                    <a:pt x="2785" y="604"/>
                  </a:lnTo>
                  <a:close/>
                  <a:moveTo>
                    <a:pt x="2786" y="1"/>
                  </a:moveTo>
                  <a:cubicBezTo>
                    <a:pt x="2715" y="1"/>
                    <a:pt x="2651" y="42"/>
                    <a:pt x="2620" y="104"/>
                  </a:cubicBezTo>
                  <a:lnTo>
                    <a:pt x="2226" y="902"/>
                  </a:lnTo>
                  <a:lnTo>
                    <a:pt x="1388" y="462"/>
                  </a:lnTo>
                  <a:cubicBezTo>
                    <a:pt x="1360" y="448"/>
                    <a:pt x="1331" y="441"/>
                    <a:pt x="1301" y="441"/>
                  </a:cubicBezTo>
                  <a:cubicBezTo>
                    <a:pt x="1262" y="441"/>
                    <a:pt x="1224" y="453"/>
                    <a:pt x="1193" y="476"/>
                  </a:cubicBezTo>
                  <a:cubicBezTo>
                    <a:pt x="1135" y="518"/>
                    <a:pt x="1107" y="587"/>
                    <a:pt x="1119" y="659"/>
                  </a:cubicBezTo>
                  <a:lnTo>
                    <a:pt x="1271" y="1542"/>
                  </a:lnTo>
                  <a:lnTo>
                    <a:pt x="328" y="1441"/>
                  </a:lnTo>
                  <a:cubicBezTo>
                    <a:pt x="322" y="1441"/>
                    <a:pt x="316" y="1440"/>
                    <a:pt x="310" y="1440"/>
                  </a:cubicBezTo>
                  <a:cubicBezTo>
                    <a:pt x="241" y="1440"/>
                    <a:pt x="177" y="1477"/>
                    <a:pt x="145" y="1539"/>
                  </a:cubicBezTo>
                  <a:cubicBezTo>
                    <a:pt x="109" y="1605"/>
                    <a:pt x="117" y="1686"/>
                    <a:pt x="166" y="1745"/>
                  </a:cubicBezTo>
                  <a:lnTo>
                    <a:pt x="913" y="2644"/>
                  </a:lnTo>
                  <a:lnTo>
                    <a:pt x="80" y="3348"/>
                  </a:lnTo>
                  <a:cubicBezTo>
                    <a:pt x="25" y="3396"/>
                    <a:pt x="1" y="3473"/>
                    <a:pt x="23" y="3545"/>
                  </a:cubicBezTo>
                  <a:cubicBezTo>
                    <a:pt x="46" y="3615"/>
                    <a:pt x="108" y="3666"/>
                    <a:pt x="182" y="3674"/>
                  </a:cubicBezTo>
                  <a:lnTo>
                    <a:pt x="1242" y="3778"/>
                  </a:lnTo>
                  <a:lnTo>
                    <a:pt x="908" y="4881"/>
                  </a:lnTo>
                  <a:cubicBezTo>
                    <a:pt x="887" y="4952"/>
                    <a:pt x="912" y="5032"/>
                    <a:pt x="973" y="5079"/>
                  </a:cubicBezTo>
                  <a:cubicBezTo>
                    <a:pt x="1007" y="5106"/>
                    <a:pt x="1048" y="5119"/>
                    <a:pt x="1089" y="5119"/>
                  </a:cubicBezTo>
                  <a:cubicBezTo>
                    <a:pt x="1120" y="5119"/>
                    <a:pt x="1152" y="5111"/>
                    <a:pt x="1180" y="5095"/>
                  </a:cubicBezTo>
                  <a:lnTo>
                    <a:pt x="2232" y="4489"/>
                  </a:lnTo>
                  <a:lnTo>
                    <a:pt x="2620" y="5274"/>
                  </a:lnTo>
                  <a:cubicBezTo>
                    <a:pt x="2651" y="5337"/>
                    <a:pt x="2715" y="5378"/>
                    <a:pt x="2786" y="5378"/>
                  </a:cubicBezTo>
                  <a:cubicBezTo>
                    <a:pt x="2857" y="5378"/>
                    <a:pt x="2921" y="5337"/>
                    <a:pt x="2953" y="5274"/>
                  </a:cubicBezTo>
                  <a:lnTo>
                    <a:pt x="3342" y="4483"/>
                  </a:lnTo>
                  <a:lnTo>
                    <a:pt x="4563" y="5158"/>
                  </a:lnTo>
                  <a:cubicBezTo>
                    <a:pt x="4591" y="5173"/>
                    <a:pt x="4622" y="5181"/>
                    <a:pt x="4653" y="5181"/>
                  </a:cubicBezTo>
                  <a:cubicBezTo>
                    <a:pt x="4698" y="5181"/>
                    <a:pt x="4742" y="5165"/>
                    <a:pt x="4777" y="5134"/>
                  </a:cubicBezTo>
                  <a:cubicBezTo>
                    <a:pt x="4835" y="5082"/>
                    <a:pt x="4855" y="4998"/>
                    <a:pt x="4825" y="4924"/>
                  </a:cubicBezTo>
                  <a:lnTo>
                    <a:pt x="4364" y="3803"/>
                  </a:lnTo>
                  <a:lnTo>
                    <a:pt x="5518" y="3777"/>
                  </a:lnTo>
                  <a:cubicBezTo>
                    <a:pt x="5595" y="3776"/>
                    <a:pt x="5663" y="3726"/>
                    <a:pt x="5689" y="3653"/>
                  </a:cubicBezTo>
                  <a:cubicBezTo>
                    <a:pt x="5714" y="3579"/>
                    <a:pt x="5692" y="3499"/>
                    <a:pt x="5633" y="3448"/>
                  </a:cubicBezTo>
                  <a:lnTo>
                    <a:pt x="4729" y="2697"/>
                  </a:lnTo>
                  <a:lnTo>
                    <a:pt x="5604" y="2020"/>
                  </a:lnTo>
                  <a:cubicBezTo>
                    <a:pt x="5665" y="1973"/>
                    <a:pt x="5691" y="1895"/>
                    <a:pt x="5668" y="1821"/>
                  </a:cubicBezTo>
                  <a:cubicBezTo>
                    <a:pt x="5646" y="1748"/>
                    <a:pt x="5582" y="1696"/>
                    <a:pt x="5506" y="1688"/>
                  </a:cubicBezTo>
                  <a:lnTo>
                    <a:pt x="4325" y="1594"/>
                  </a:lnTo>
                  <a:lnTo>
                    <a:pt x="4579" y="680"/>
                  </a:lnTo>
                  <a:cubicBezTo>
                    <a:pt x="4598" y="609"/>
                    <a:pt x="4575" y="535"/>
                    <a:pt x="4520" y="488"/>
                  </a:cubicBezTo>
                  <a:cubicBezTo>
                    <a:pt x="4486" y="459"/>
                    <a:pt x="4443" y="444"/>
                    <a:pt x="4400" y="444"/>
                  </a:cubicBezTo>
                  <a:cubicBezTo>
                    <a:pt x="4373" y="444"/>
                    <a:pt x="4346" y="450"/>
                    <a:pt x="4321" y="462"/>
                  </a:cubicBezTo>
                  <a:lnTo>
                    <a:pt x="3353" y="916"/>
                  </a:lnTo>
                  <a:lnTo>
                    <a:pt x="2953" y="104"/>
                  </a:lnTo>
                  <a:cubicBezTo>
                    <a:pt x="2921" y="42"/>
                    <a:pt x="2857" y="1"/>
                    <a:pt x="27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2"/>
            <p:cNvSpPr/>
            <p:nvPr/>
          </p:nvSpPr>
          <p:spPr>
            <a:xfrm>
              <a:off x="1447118" y="1289249"/>
              <a:ext cx="42546" cy="48019"/>
            </a:xfrm>
            <a:custGeom>
              <a:rect b="b" l="l" r="r" t="t"/>
              <a:pathLst>
                <a:path extrusionOk="0" h="1474" w="1306">
                  <a:moveTo>
                    <a:pt x="371" y="447"/>
                  </a:moveTo>
                  <a:lnTo>
                    <a:pt x="742" y="576"/>
                  </a:lnTo>
                  <a:lnTo>
                    <a:pt x="371" y="890"/>
                  </a:lnTo>
                  <a:lnTo>
                    <a:pt x="371" y="447"/>
                  </a:lnTo>
                  <a:close/>
                  <a:moveTo>
                    <a:pt x="188" y="0"/>
                  </a:moveTo>
                  <a:cubicBezTo>
                    <a:pt x="150" y="0"/>
                    <a:pt x="112" y="12"/>
                    <a:pt x="80" y="34"/>
                  </a:cubicBezTo>
                  <a:cubicBezTo>
                    <a:pt x="32" y="70"/>
                    <a:pt x="3" y="127"/>
                    <a:pt x="3" y="185"/>
                  </a:cubicBezTo>
                  <a:lnTo>
                    <a:pt x="3" y="1288"/>
                  </a:lnTo>
                  <a:cubicBezTo>
                    <a:pt x="0" y="1362"/>
                    <a:pt x="42" y="1427"/>
                    <a:pt x="108" y="1457"/>
                  </a:cubicBezTo>
                  <a:cubicBezTo>
                    <a:pt x="132" y="1469"/>
                    <a:pt x="159" y="1474"/>
                    <a:pt x="187" y="1474"/>
                  </a:cubicBezTo>
                  <a:cubicBezTo>
                    <a:pt x="230" y="1474"/>
                    <a:pt x="273" y="1458"/>
                    <a:pt x="307" y="1430"/>
                  </a:cubicBezTo>
                  <a:lnTo>
                    <a:pt x="1231" y="646"/>
                  </a:lnTo>
                  <a:cubicBezTo>
                    <a:pt x="1283" y="603"/>
                    <a:pt x="1306" y="536"/>
                    <a:pt x="1294" y="471"/>
                  </a:cubicBezTo>
                  <a:cubicBezTo>
                    <a:pt x="1283" y="405"/>
                    <a:pt x="1235" y="352"/>
                    <a:pt x="1173" y="330"/>
                  </a:cubicBezTo>
                  <a:lnTo>
                    <a:pt x="248" y="10"/>
                  </a:lnTo>
                  <a:cubicBezTo>
                    <a:pt x="228" y="3"/>
                    <a:pt x="208" y="0"/>
                    <a:pt x="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2"/>
            <p:cNvSpPr/>
            <p:nvPr/>
          </p:nvSpPr>
          <p:spPr>
            <a:xfrm>
              <a:off x="1264945" y="1301792"/>
              <a:ext cx="53232" cy="59519"/>
            </a:xfrm>
            <a:custGeom>
              <a:rect b="b" l="l" r="r" t="t"/>
              <a:pathLst>
                <a:path extrusionOk="0" h="1827" w="1634">
                  <a:moveTo>
                    <a:pt x="981" y="589"/>
                  </a:moveTo>
                  <a:lnTo>
                    <a:pt x="1176" y="1364"/>
                  </a:lnTo>
                  <a:lnTo>
                    <a:pt x="1176" y="1364"/>
                  </a:lnTo>
                  <a:lnTo>
                    <a:pt x="515" y="1155"/>
                  </a:lnTo>
                  <a:lnTo>
                    <a:pt x="981" y="589"/>
                  </a:lnTo>
                  <a:close/>
                  <a:moveTo>
                    <a:pt x="1072" y="0"/>
                  </a:moveTo>
                  <a:cubicBezTo>
                    <a:pt x="1018" y="0"/>
                    <a:pt x="965" y="25"/>
                    <a:pt x="929" y="67"/>
                  </a:cubicBezTo>
                  <a:lnTo>
                    <a:pt x="53" y="1130"/>
                  </a:lnTo>
                  <a:cubicBezTo>
                    <a:pt x="14" y="1177"/>
                    <a:pt x="0" y="1241"/>
                    <a:pt x="18" y="1299"/>
                  </a:cubicBezTo>
                  <a:cubicBezTo>
                    <a:pt x="35" y="1361"/>
                    <a:pt x="81" y="1407"/>
                    <a:pt x="140" y="1426"/>
                  </a:cubicBezTo>
                  <a:lnTo>
                    <a:pt x="1381" y="1817"/>
                  </a:lnTo>
                  <a:cubicBezTo>
                    <a:pt x="1400" y="1822"/>
                    <a:pt x="1418" y="1826"/>
                    <a:pt x="1438" y="1826"/>
                  </a:cubicBezTo>
                  <a:cubicBezTo>
                    <a:pt x="1485" y="1826"/>
                    <a:pt x="1531" y="1810"/>
                    <a:pt x="1564" y="1775"/>
                  </a:cubicBezTo>
                  <a:cubicBezTo>
                    <a:pt x="1612" y="1730"/>
                    <a:pt x="1633" y="1660"/>
                    <a:pt x="1617" y="1595"/>
                  </a:cubicBezTo>
                  <a:lnTo>
                    <a:pt x="1251" y="141"/>
                  </a:lnTo>
                  <a:cubicBezTo>
                    <a:pt x="1234" y="73"/>
                    <a:pt x="1181" y="20"/>
                    <a:pt x="1113" y="5"/>
                  </a:cubicBezTo>
                  <a:cubicBezTo>
                    <a:pt x="1099" y="2"/>
                    <a:pt x="1086" y="0"/>
                    <a:pt x="10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2"/>
            <p:cNvSpPr/>
            <p:nvPr/>
          </p:nvSpPr>
          <p:spPr>
            <a:xfrm>
              <a:off x="1440766" y="1553974"/>
              <a:ext cx="56131" cy="44794"/>
            </a:xfrm>
            <a:custGeom>
              <a:rect b="b" l="l" r="r" t="t"/>
              <a:pathLst>
                <a:path extrusionOk="0" h="1375" w="1723">
                  <a:moveTo>
                    <a:pt x="435" y="549"/>
                  </a:moveTo>
                  <a:lnTo>
                    <a:pt x="997" y="1004"/>
                  </a:lnTo>
                  <a:lnTo>
                    <a:pt x="394" y="1004"/>
                  </a:lnTo>
                  <a:lnTo>
                    <a:pt x="435" y="549"/>
                  </a:lnTo>
                  <a:close/>
                  <a:moveTo>
                    <a:pt x="281" y="1"/>
                  </a:moveTo>
                  <a:cubicBezTo>
                    <a:pt x="256" y="1"/>
                    <a:pt x="232" y="6"/>
                    <a:pt x="209" y="16"/>
                  </a:cubicBezTo>
                  <a:cubicBezTo>
                    <a:pt x="146" y="42"/>
                    <a:pt x="102" y="103"/>
                    <a:pt x="96" y="171"/>
                  </a:cubicBezTo>
                  <a:lnTo>
                    <a:pt x="6" y="1172"/>
                  </a:lnTo>
                  <a:cubicBezTo>
                    <a:pt x="0" y="1225"/>
                    <a:pt x="18" y="1276"/>
                    <a:pt x="54" y="1314"/>
                  </a:cubicBezTo>
                  <a:cubicBezTo>
                    <a:pt x="90" y="1352"/>
                    <a:pt x="139" y="1375"/>
                    <a:pt x="191" y="1375"/>
                  </a:cubicBezTo>
                  <a:lnTo>
                    <a:pt x="1521" y="1375"/>
                  </a:lnTo>
                  <a:cubicBezTo>
                    <a:pt x="1599" y="1375"/>
                    <a:pt x="1670" y="1324"/>
                    <a:pt x="1697" y="1251"/>
                  </a:cubicBezTo>
                  <a:cubicBezTo>
                    <a:pt x="1723" y="1177"/>
                    <a:pt x="1699" y="1094"/>
                    <a:pt x="1637" y="1045"/>
                  </a:cubicBezTo>
                  <a:lnTo>
                    <a:pt x="398" y="42"/>
                  </a:lnTo>
                  <a:cubicBezTo>
                    <a:pt x="363" y="15"/>
                    <a:pt x="322" y="1"/>
                    <a:pt x="2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2"/>
            <p:cNvSpPr/>
            <p:nvPr/>
          </p:nvSpPr>
          <p:spPr>
            <a:xfrm>
              <a:off x="1264945" y="1511037"/>
              <a:ext cx="48378" cy="49909"/>
            </a:xfrm>
            <a:custGeom>
              <a:rect b="b" l="l" r="r" t="t"/>
              <a:pathLst>
                <a:path extrusionOk="0" h="1532" w="1485">
                  <a:moveTo>
                    <a:pt x="942" y="395"/>
                  </a:moveTo>
                  <a:lnTo>
                    <a:pt x="617" y="917"/>
                  </a:lnTo>
                  <a:lnTo>
                    <a:pt x="450" y="428"/>
                  </a:lnTo>
                  <a:lnTo>
                    <a:pt x="942" y="395"/>
                  </a:lnTo>
                  <a:close/>
                  <a:moveTo>
                    <a:pt x="1292" y="1"/>
                  </a:moveTo>
                  <a:cubicBezTo>
                    <a:pt x="1287" y="1"/>
                    <a:pt x="1282" y="1"/>
                    <a:pt x="1277" y="1"/>
                  </a:cubicBezTo>
                  <a:lnTo>
                    <a:pt x="183" y="75"/>
                  </a:lnTo>
                  <a:cubicBezTo>
                    <a:pt x="125" y="79"/>
                    <a:pt x="73" y="108"/>
                    <a:pt x="40" y="157"/>
                  </a:cubicBezTo>
                  <a:cubicBezTo>
                    <a:pt x="9" y="206"/>
                    <a:pt x="0" y="265"/>
                    <a:pt x="19" y="320"/>
                  </a:cubicBezTo>
                  <a:lnTo>
                    <a:pt x="392" y="1406"/>
                  </a:lnTo>
                  <a:cubicBezTo>
                    <a:pt x="416" y="1474"/>
                    <a:pt x="476" y="1522"/>
                    <a:pt x="547" y="1531"/>
                  </a:cubicBezTo>
                  <a:cubicBezTo>
                    <a:pt x="553" y="1532"/>
                    <a:pt x="562" y="1532"/>
                    <a:pt x="568" y="1532"/>
                  </a:cubicBezTo>
                  <a:cubicBezTo>
                    <a:pt x="632" y="1532"/>
                    <a:pt x="691" y="1499"/>
                    <a:pt x="725" y="1444"/>
                  </a:cubicBezTo>
                  <a:lnTo>
                    <a:pt x="1447" y="284"/>
                  </a:lnTo>
                  <a:cubicBezTo>
                    <a:pt x="1485" y="225"/>
                    <a:pt x="1485" y="150"/>
                    <a:pt x="1449" y="90"/>
                  </a:cubicBezTo>
                  <a:cubicBezTo>
                    <a:pt x="1416" y="34"/>
                    <a:pt x="1356" y="1"/>
                    <a:pt x="12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2"/>
            <p:cNvSpPr/>
            <p:nvPr/>
          </p:nvSpPr>
          <p:spPr>
            <a:xfrm>
              <a:off x="1533905" y="1524850"/>
              <a:ext cx="41699" cy="29417"/>
            </a:xfrm>
            <a:custGeom>
              <a:rect b="b" l="l" r="r" t="t"/>
              <a:pathLst>
                <a:path extrusionOk="0" h="903" w="1280">
                  <a:moveTo>
                    <a:pt x="211" y="0"/>
                  </a:moveTo>
                  <a:cubicBezTo>
                    <a:pt x="149" y="0"/>
                    <a:pt x="88" y="31"/>
                    <a:pt x="54" y="86"/>
                  </a:cubicBezTo>
                  <a:cubicBezTo>
                    <a:pt x="0" y="172"/>
                    <a:pt x="27" y="289"/>
                    <a:pt x="112" y="342"/>
                  </a:cubicBezTo>
                  <a:lnTo>
                    <a:pt x="969" y="875"/>
                  </a:lnTo>
                  <a:cubicBezTo>
                    <a:pt x="999" y="893"/>
                    <a:pt x="1033" y="903"/>
                    <a:pt x="1067" y="903"/>
                  </a:cubicBezTo>
                  <a:cubicBezTo>
                    <a:pt x="1129" y="903"/>
                    <a:pt x="1190" y="871"/>
                    <a:pt x="1224" y="815"/>
                  </a:cubicBezTo>
                  <a:cubicBezTo>
                    <a:pt x="1279" y="730"/>
                    <a:pt x="1253" y="614"/>
                    <a:pt x="1165" y="561"/>
                  </a:cubicBezTo>
                  <a:lnTo>
                    <a:pt x="309" y="28"/>
                  </a:lnTo>
                  <a:cubicBezTo>
                    <a:pt x="279" y="9"/>
                    <a:pt x="245" y="0"/>
                    <a:pt x="2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2"/>
            <p:cNvSpPr/>
            <p:nvPr/>
          </p:nvSpPr>
          <p:spPr>
            <a:xfrm>
              <a:off x="1345216" y="1562477"/>
              <a:ext cx="25932" cy="36291"/>
            </a:xfrm>
            <a:custGeom>
              <a:rect b="b" l="l" r="r" t="t"/>
              <a:pathLst>
                <a:path extrusionOk="0" h="1114" w="796">
                  <a:moveTo>
                    <a:pt x="582" y="0"/>
                  </a:moveTo>
                  <a:cubicBezTo>
                    <a:pt x="514" y="0"/>
                    <a:pt x="449" y="37"/>
                    <a:pt x="416" y="103"/>
                  </a:cubicBezTo>
                  <a:lnTo>
                    <a:pt x="46" y="844"/>
                  </a:lnTo>
                  <a:cubicBezTo>
                    <a:pt x="0" y="937"/>
                    <a:pt x="37" y="1048"/>
                    <a:pt x="128" y="1094"/>
                  </a:cubicBezTo>
                  <a:cubicBezTo>
                    <a:pt x="154" y="1106"/>
                    <a:pt x="184" y="1114"/>
                    <a:pt x="211" y="1114"/>
                  </a:cubicBezTo>
                  <a:cubicBezTo>
                    <a:pt x="279" y="1114"/>
                    <a:pt x="345" y="1075"/>
                    <a:pt x="377" y="1011"/>
                  </a:cubicBezTo>
                  <a:lnTo>
                    <a:pt x="748" y="268"/>
                  </a:lnTo>
                  <a:cubicBezTo>
                    <a:pt x="795" y="177"/>
                    <a:pt x="757" y="66"/>
                    <a:pt x="665" y="20"/>
                  </a:cubicBezTo>
                  <a:cubicBezTo>
                    <a:pt x="638" y="6"/>
                    <a:pt x="610" y="0"/>
                    <a:pt x="5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2"/>
            <p:cNvSpPr/>
            <p:nvPr/>
          </p:nvSpPr>
          <p:spPr>
            <a:xfrm>
              <a:off x="1531331" y="1342025"/>
              <a:ext cx="44305" cy="27267"/>
            </a:xfrm>
            <a:custGeom>
              <a:rect b="b" l="l" r="r" t="t"/>
              <a:pathLst>
                <a:path extrusionOk="0" h="837" w="1360">
                  <a:moveTo>
                    <a:pt x="1147" y="1"/>
                  </a:moveTo>
                  <a:cubicBezTo>
                    <a:pt x="1120" y="1"/>
                    <a:pt x="1092" y="7"/>
                    <a:pt x="1065" y="20"/>
                  </a:cubicBezTo>
                  <a:lnTo>
                    <a:pt x="130" y="483"/>
                  </a:lnTo>
                  <a:cubicBezTo>
                    <a:pt x="38" y="530"/>
                    <a:pt x="1" y="641"/>
                    <a:pt x="46" y="733"/>
                  </a:cubicBezTo>
                  <a:cubicBezTo>
                    <a:pt x="79" y="799"/>
                    <a:pt x="144" y="837"/>
                    <a:pt x="212" y="837"/>
                  </a:cubicBezTo>
                  <a:cubicBezTo>
                    <a:pt x="240" y="837"/>
                    <a:pt x="269" y="830"/>
                    <a:pt x="295" y="817"/>
                  </a:cubicBezTo>
                  <a:lnTo>
                    <a:pt x="1230" y="353"/>
                  </a:lnTo>
                  <a:cubicBezTo>
                    <a:pt x="1322" y="308"/>
                    <a:pt x="1360" y="195"/>
                    <a:pt x="1313" y="104"/>
                  </a:cubicBezTo>
                  <a:cubicBezTo>
                    <a:pt x="1281" y="39"/>
                    <a:pt x="1216" y="1"/>
                    <a:pt x="11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2"/>
            <p:cNvSpPr/>
            <p:nvPr/>
          </p:nvSpPr>
          <p:spPr>
            <a:xfrm>
              <a:off x="1357335" y="1289282"/>
              <a:ext cx="22935" cy="33913"/>
            </a:xfrm>
            <a:custGeom>
              <a:rect b="b" l="l" r="r" t="t"/>
              <a:pathLst>
                <a:path extrusionOk="0" h="1041" w="704">
                  <a:moveTo>
                    <a:pt x="211" y="0"/>
                  </a:moveTo>
                  <a:cubicBezTo>
                    <a:pt x="187" y="0"/>
                    <a:pt x="162" y="5"/>
                    <a:pt x="138" y="15"/>
                  </a:cubicBezTo>
                  <a:cubicBezTo>
                    <a:pt x="44" y="53"/>
                    <a:pt x="0" y="162"/>
                    <a:pt x="39" y="258"/>
                  </a:cubicBezTo>
                  <a:lnTo>
                    <a:pt x="321" y="926"/>
                  </a:lnTo>
                  <a:cubicBezTo>
                    <a:pt x="351" y="996"/>
                    <a:pt x="419" y="1040"/>
                    <a:pt x="492" y="1040"/>
                  </a:cubicBezTo>
                  <a:cubicBezTo>
                    <a:pt x="516" y="1040"/>
                    <a:pt x="541" y="1035"/>
                    <a:pt x="565" y="1026"/>
                  </a:cubicBezTo>
                  <a:cubicBezTo>
                    <a:pt x="659" y="986"/>
                    <a:pt x="703" y="878"/>
                    <a:pt x="664" y="781"/>
                  </a:cubicBezTo>
                  <a:lnTo>
                    <a:pt x="382" y="114"/>
                  </a:lnTo>
                  <a:cubicBezTo>
                    <a:pt x="353" y="43"/>
                    <a:pt x="284" y="0"/>
                    <a:pt x="2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2"/>
            <p:cNvSpPr/>
            <p:nvPr/>
          </p:nvSpPr>
          <p:spPr>
            <a:xfrm>
              <a:off x="1471356" y="1542507"/>
              <a:ext cx="12151" cy="12151"/>
            </a:xfrm>
            <a:custGeom>
              <a:rect b="b" l="l" r="r" t="t"/>
              <a:pathLst>
                <a:path extrusionOk="0" h="373" w="373">
                  <a:moveTo>
                    <a:pt x="187" y="0"/>
                  </a:moveTo>
                  <a:cubicBezTo>
                    <a:pt x="83" y="0"/>
                    <a:pt x="0" y="84"/>
                    <a:pt x="0" y="187"/>
                  </a:cubicBezTo>
                  <a:cubicBezTo>
                    <a:pt x="0" y="289"/>
                    <a:pt x="84" y="372"/>
                    <a:pt x="187" y="372"/>
                  </a:cubicBezTo>
                  <a:cubicBezTo>
                    <a:pt x="289" y="372"/>
                    <a:pt x="372" y="288"/>
                    <a:pt x="372" y="187"/>
                  </a:cubicBezTo>
                  <a:cubicBezTo>
                    <a:pt x="372" y="84"/>
                    <a:pt x="288" y="1"/>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72"/>
          <p:cNvGrpSpPr/>
          <p:nvPr/>
        </p:nvGrpSpPr>
        <p:grpSpPr>
          <a:xfrm>
            <a:off x="2659946" y="2001296"/>
            <a:ext cx="309910" cy="309551"/>
            <a:chOff x="2659946" y="2001296"/>
            <a:chExt cx="309910" cy="309551"/>
          </a:xfrm>
        </p:grpSpPr>
        <p:sp>
          <p:nvSpPr>
            <p:cNvPr id="7625" name="Google Shape;7625;p72"/>
            <p:cNvSpPr/>
            <p:nvPr/>
          </p:nvSpPr>
          <p:spPr>
            <a:xfrm>
              <a:off x="2659946" y="2001296"/>
              <a:ext cx="309910" cy="309551"/>
            </a:xfrm>
            <a:custGeom>
              <a:rect b="b" l="l" r="r" t="t"/>
              <a:pathLst>
                <a:path extrusionOk="0" h="9502" w="9513">
                  <a:moveTo>
                    <a:pt x="7556" y="1355"/>
                  </a:moveTo>
                  <a:lnTo>
                    <a:pt x="8144" y="1943"/>
                  </a:lnTo>
                  <a:lnTo>
                    <a:pt x="7822" y="2265"/>
                  </a:lnTo>
                  <a:lnTo>
                    <a:pt x="7234" y="1677"/>
                  </a:lnTo>
                  <a:lnTo>
                    <a:pt x="7556" y="1355"/>
                  </a:lnTo>
                  <a:close/>
                  <a:moveTo>
                    <a:pt x="2995" y="378"/>
                  </a:moveTo>
                  <a:lnTo>
                    <a:pt x="2995" y="378"/>
                  </a:lnTo>
                  <a:cubicBezTo>
                    <a:pt x="4226" y="496"/>
                    <a:pt x="5392" y="941"/>
                    <a:pt x="6381" y="1672"/>
                  </a:cubicBezTo>
                  <a:lnTo>
                    <a:pt x="5749" y="2303"/>
                  </a:lnTo>
                  <a:cubicBezTo>
                    <a:pt x="4904" y="1562"/>
                    <a:pt x="3977" y="915"/>
                    <a:pt x="2995" y="378"/>
                  </a:cubicBezTo>
                  <a:close/>
                  <a:moveTo>
                    <a:pt x="6804" y="1774"/>
                  </a:moveTo>
                  <a:lnTo>
                    <a:pt x="7726" y="2695"/>
                  </a:lnTo>
                  <a:lnTo>
                    <a:pt x="6845" y="3578"/>
                  </a:lnTo>
                  <a:lnTo>
                    <a:pt x="5923" y="2656"/>
                  </a:lnTo>
                  <a:lnTo>
                    <a:pt x="6804" y="1774"/>
                  </a:lnTo>
                  <a:close/>
                  <a:moveTo>
                    <a:pt x="7827" y="3119"/>
                  </a:moveTo>
                  <a:cubicBezTo>
                    <a:pt x="8558" y="4109"/>
                    <a:pt x="9003" y="5273"/>
                    <a:pt x="9121" y="6503"/>
                  </a:cubicBezTo>
                  <a:cubicBezTo>
                    <a:pt x="8585" y="5522"/>
                    <a:pt x="7938" y="4596"/>
                    <a:pt x="7196" y="3750"/>
                  </a:cubicBezTo>
                  <a:lnTo>
                    <a:pt x="7827" y="3119"/>
                  </a:lnTo>
                  <a:close/>
                  <a:moveTo>
                    <a:pt x="2916" y="1"/>
                  </a:moveTo>
                  <a:cubicBezTo>
                    <a:pt x="2760" y="1"/>
                    <a:pt x="2624" y="101"/>
                    <a:pt x="2579" y="255"/>
                  </a:cubicBezTo>
                  <a:cubicBezTo>
                    <a:pt x="2531" y="417"/>
                    <a:pt x="2601" y="588"/>
                    <a:pt x="2751" y="668"/>
                  </a:cubicBezTo>
                  <a:cubicBezTo>
                    <a:pt x="3751" y="1208"/>
                    <a:pt x="4691" y="1865"/>
                    <a:pt x="5548" y="2620"/>
                  </a:cubicBezTo>
                  <a:cubicBezTo>
                    <a:pt x="5546" y="2632"/>
                    <a:pt x="5546" y="2643"/>
                    <a:pt x="5546" y="2657"/>
                  </a:cubicBezTo>
                  <a:cubicBezTo>
                    <a:pt x="5546" y="2710"/>
                    <a:pt x="5558" y="2761"/>
                    <a:pt x="5580" y="2809"/>
                  </a:cubicBezTo>
                  <a:lnTo>
                    <a:pt x="3680" y="4709"/>
                  </a:lnTo>
                  <a:cubicBezTo>
                    <a:pt x="3608" y="4780"/>
                    <a:pt x="3608" y="4899"/>
                    <a:pt x="3680" y="4971"/>
                  </a:cubicBezTo>
                  <a:cubicBezTo>
                    <a:pt x="3717" y="5008"/>
                    <a:pt x="3764" y="5025"/>
                    <a:pt x="3811" y="5025"/>
                  </a:cubicBezTo>
                  <a:cubicBezTo>
                    <a:pt x="3858" y="5025"/>
                    <a:pt x="3906" y="5008"/>
                    <a:pt x="3942" y="4971"/>
                  </a:cubicBezTo>
                  <a:lnTo>
                    <a:pt x="5828" y="3085"/>
                  </a:lnTo>
                  <a:lnTo>
                    <a:pt x="6415" y="3673"/>
                  </a:lnTo>
                  <a:lnTo>
                    <a:pt x="967" y="9121"/>
                  </a:lnTo>
                  <a:lnTo>
                    <a:pt x="379" y="8534"/>
                  </a:lnTo>
                  <a:lnTo>
                    <a:pt x="2759" y="6155"/>
                  </a:lnTo>
                  <a:cubicBezTo>
                    <a:pt x="2831" y="6082"/>
                    <a:pt x="2831" y="5964"/>
                    <a:pt x="2759" y="5893"/>
                  </a:cubicBezTo>
                  <a:cubicBezTo>
                    <a:pt x="2724" y="5857"/>
                    <a:pt x="2676" y="5839"/>
                    <a:pt x="2629" y="5839"/>
                  </a:cubicBezTo>
                  <a:cubicBezTo>
                    <a:pt x="2581" y="5839"/>
                    <a:pt x="2533" y="5857"/>
                    <a:pt x="2497" y="5893"/>
                  </a:cubicBezTo>
                  <a:lnTo>
                    <a:pt x="103" y="8287"/>
                  </a:lnTo>
                  <a:cubicBezTo>
                    <a:pt x="37" y="8353"/>
                    <a:pt x="1" y="8441"/>
                    <a:pt x="1" y="8535"/>
                  </a:cubicBezTo>
                  <a:cubicBezTo>
                    <a:pt x="1" y="8629"/>
                    <a:pt x="37" y="8718"/>
                    <a:pt x="103" y="8784"/>
                  </a:cubicBezTo>
                  <a:lnTo>
                    <a:pt x="719" y="9398"/>
                  </a:lnTo>
                  <a:cubicBezTo>
                    <a:pt x="788" y="9466"/>
                    <a:pt x="878" y="9502"/>
                    <a:pt x="968" y="9502"/>
                  </a:cubicBezTo>
                  <a:cubicBezTo>
                    <a:pt x="1059" y="9502"/>
                    <a:pt x="1149" y="9467"/>
                    <a:pt x="1217" y="9398"/>
                  </a:cubicBezTo>
                  <a:lnTo>
                    <a:pt x="6693" y="3921"/>
                  </a:lnTo>
                  <a:cubicBezTo>
                    <a:pt x="6742" y="3944"/>
                    <a:pt x="6792" y="3956"/>
                    <a:pt x="6845" y="3956"/>
                  </a:cubicBezTo>
                  <a:cubicBezTo>
                    <a:pt x="6857" y="3956"/>
                    <a:pt x="6869" y="3955"/>
                    <a:pt x="6880" y="3955"/>
                  </a:cubicBezTo>
                  <a:cubicBezTo>
                    <a:pt x="7636" y="4811"/>
                    <a:pt x="8294" y="5751"/>
                    <a:pt x="8832" y="6752"/>
                  </a:cubicBezTo>
                  <a:cubicBezTo>
                    <a:pt x="8896" y="6869"/>
                    <a:pt x="9015" y="6938"/>
                    <a:pt x="9142" y="6938"/>
                  </a:cubicBezTo>
                  <a:cubicBezTo>
                    <a:pt x="9176" y="6938"/>
                    <a:pt x="9211" y="6933"/>
                    <a:pt x="9246" y="6923"/>
                  </a:cubicBezTo>
                  <a:cubicBezTo>
                    <a:pt x="9409" y="6873"/>
                    <a:pt x="9513" y="6721"/>
                    <a:pt x="9498" y="6553"/>
                  </a:cubicBezTo>
                  <a:cubicBezTo>
                    <a:pt x="9384" y="5196"/>
                    <a:pt x="8893" y="3913"/>
                    <a:pt x="8078" y="2832"/>
                  </a:cubicBezTo>
                  <a:cubicBezTo>
                    <a:pt x="8096" y="2789"/>
                    <a:pt x="8105" y="2743"/>
                    <a:pt x="8105" y="2694"/>
                  </a:cubicBezTo>
                  <a:cubicBezTo>
                    <a:pt x="8105" y="2641"/>
                    <a:pt x="8093" y="2590"/>
                    <a:pt x="8070" y="2543"/>
                  </a:cubicBezTo>
                  <a:lnTo>
                    <a:pt x="8421" y="2192"/>
                  </a:lnTo>
                  <a:cubicBezTo>
                    <a:pt x="8560" y="2054"/>
                    <a:pt x="8560" y="1830"/>
                    <a:pt x="8421" y="1693"/>
                  </a:cubicBezTo>
                  <a:lnTo>
                    <a:pt x="7806" y="1079"/>
                  </a:lnTo>
                  <a:cubicBezTo>
                    <a:pt x="7739" y="1012"/>
                    <a:pt x="7651" y="975"/>
                    <a:pt x="7557" y="975"/>
                  </a:cubicBezTo>
                  <a:cubicBezTo>
                    <a:pt x="7463" y="975"/>
                    <a:pt x="7374" y="1012"/>
                    <a:pt x="7309" y="1079"/>
                  </a:cubicBezTo>
                  <a:lnTo>
                    <a:pt x="6958" y="1430"/>
                  </a:lnTo>
                  <a:cubicBezTo>
                    <a:pt x="6910" y="1407"/>
                    <a:pt x="6858" y="1395"/>
                    <a:pt x="6806" y="1395"/>
                  </a:cubicBezTo>
                  <a:cubicBezTo>
                    <a:pt x="6759" y="1395"/>
                    <a:pt x="6712" y="1404"/>
                    <a:pt x="6669" y="1423"/>
                  </a:cubicBezTo>
                  <a:cubicBezTo>
                    <a:pt x="5588" y="606"/>
                    <a:pt x="4304" y="115"/>
                    <a:pt x="2948" y="2"/>
                  </a:cubicBezTo>
                  <a:cubicBezTo>
                    <a:pt x="2937" y="1"/>
                    <a:pt x="2927" y="1"/>
                    <a:pt x="29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2"/>
            <p:cNvSpPr/>
            <p:nvPr/>
          </p:nvSpPr>
          <p:spPr>
            <a:xfrm>
              <a:off x="2758689" y="2172165"/>
              <a:ext cx="12151" cy="12151"/>
            </a:xfrm>
            <a:custGeom>
              <a:rect b="b" l="l" r="r" t="t"/>
              <a:pathLst>
                <a:path extrusionOk="0" h="373" w="373">
                  <a:moveTo>
                    <a:pt x="187" y="0"/>
                  </a:moveTo>
                  <a:cubicBezTo>
                    <a:pt x="83" y="0"/>
                    <a:pt x="0" y="84"/>
                    <a:pt x="0" y="187"/>
                  </a:cubicBezTo>
                  <a:cubicBezTo>
                    <a:pt x="0" y="289"/>
                    <a:pt x="84" y="372"/>
                    <a:pt x="187" y="372"/>
                  </a:cubicBezTo>
                  <a:cubicBezTo>
                    <a:pt x="290" y="372"/>
                    <a:pt x="372" y="288"/>
                    <a:pt x="372" y="187"/>
                  </a:cubicBezTo>
                  <a:cubicBezTo>
                    <a:pt x="372" y="84"/>
                    <a:pt x="291"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72"/>
          <p:cNvGrpSpPr/>
          <p:nvPr/>
        </p:nvGrpSpPr>
        <p:grpSpPr>
          <a:xfrm>
            <a:off x="3326319" y="2001133"/>
            <a:ext cx="309649" cy="309649"/>
            <a:chOff x="3326319" y="2001133"/>
            <a:chExt cx="309649" cy="309649"/>
          </a:xfrm>
        </p:grpSpPr>
        <p:sp>
          <p:nvSpPr>
            <p:cNvPr id="7628" name="Google Shape;7628;p72"/>
            <p:cNvSpPr/>
            <p:nvPr/>
          </p:nvSpPr>
          <p:spPr>
            <a:xfrm>
              <a:off x="3453208" y="2128152"/>
              <a:ext cx="55642" cy="55675"/>
            </a:xfrm>
            <a:custGeom>
              <a:rect b="b" l="l" r="r" t="t"/>
              <a:pathLst>
                <a:path extrusionOk="0" h="1709" w="1708">
                  <a:moveTo>
                    <a:pt x="854" y="373"/>
                  </a:moveTo>
                  <a:cubicBezTo>
                    <a:pt x="1120" y="373"/>
                    <a:pt x="1336" y="590"/>
                    <a:pt x="1336" y="855"/>
                  </a:cubicBezTo>
                  <a:cubicBezTo>
                    <a:pt x="1336" y="1121"/>
                    <a:pt x="1120" y="1337"/>
                    <a:pt x="854" y="1337"/>
                  </a:cubicBezTo>
                  <a:cubicBezTo>
                    <a:pt x="589" y="1337"/>
                    <a:pt x="372" y="1121"/>
                    <a:pt x="372" y="855"/>
                  </a:cubicBezTo>
                  <a:cubicBezTo>
                    <a:pt x="372" y="590"/>
                    <a:pt x="589" y="373"/>
                    <a:pt x="854" y="373"/>
                  </a:cubicBezTo>
                  <a:close/>
                  <a:moveTo>
                    <a:pt x="854" y="1"/>
                  </a:moveTo>
                  <a:cubicBezTo>
                    <a:pt x="385" y="1"/>
                    <a:pt x="0" y="383"/>
                    <a:pt x="0" y="855"/>
                  </a:cubicBezTo>
                  <a:cubicBezTo>
                    <a:pt x="2" y="1326"/>
                    <a:pt x="385" y="1709"/>
                    <a:pt x="854" y="1709"/>
                  </a:cubicBezTo>
                  <a:cubicBezTo>
                    <a:pt x="1324" y="1709"/>
                    <a:pt x="1708" y="1326"/>
                    <a:pt x="1708" y="855"/>
                  </a:cubicBezTo>
                  <a:cubicBezTo>
                    <a:pt x="1708" y="385"/>
                    <a:pt x="1325" y="1"/>
                    <a:pt x="8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2"/>
            <p:cNvSpPr/>
            <p:nvPr/>
          </p:nvSpPr>
          <p:spPr>
            <a:xfrm>
              <a:off x="3409620" y="2090102"/>
              <a:ext cx="143015" cy="137412"/>
            </a:xfrm>
            <a:custGeom>
              <a:rect b="b" l="l" r="r" t="t"/>
              <a:pathLst>
                <a:path extrusionOk="0" h="4218" w="4390">
                  <a:moveTo>
                    <a:pt x="3007" y="0"/>
                  </a:moveTo>
                  <a:cubicBezTo>
                    <a:pt x="2936" y="0"/>
                    <a:pt x="2869" y="41"/>
                    <a:pt x="2838" y="111"/>
                  </a:cubicBezTo>
                  <a:cubicBezTo>
                    <a:pt x="2796" y="205"/>
                    <a:pt x="2838" y="314"/>
                    <a:pt x="2933" y="356"/>
                  </a:cubicBezTo>
                  <a:cubicBezTo>
                    <a:pt x="3590" y="648"/>
                    <a:pt x="4017" y="1303"/>
                    <a:pt x="4017" y="2023"/>
                  </a:cubicBezTo>
                  <a:cubicBezTo>
                    <a:pt x="4017" y="3028"/>
                    <a:pt x="3198" y="3846"/>
                    <a:pt x="2194" y="3846"/>
                  </a:cubicBezTo>
                  <a:cubicBezTo>
                    <a:pt x="1188" y="3846"/>
                    <a:pt x="371" y="3027"/>
                    <a:pt x="371" y="2023"/>
                  </a:cubicBezTo>
                  <a:cubicBezTo>
                    <a:pt x="371" y="1304"/>
                    <a:pt x="795" y="650"/>
                    <a:pt x="1451" y="357"/>
                  </a:cubicBezTo>
                  <a:cubicBezTo>
                    <a:pt x="1544" y="315"/>
                    <a:pt x="1586" y="205"/>
                    <a:pt x="1546" y="113"/>
                  </a:cubicBezTo>
                  <a:cubicBezTo>
                    <a:pt x="1514" y="44"/>
                    <a:pt x="1446" y="3"/>
                    <a:pt x="1375" y="3"/>
                  </a:cubicBezTo>
                  <a:cubicBezTo>
                    <a:pt x="1350" y="3"/>
                    <a:pt x="1325" y="8"/>
                    <a:pt x="1300" y="19"/>
                  </a:cubicBezTo>
                  <a:cubicBezTo>
                    <a:pt x="510" y="372"/>
                    <a:pt x="0" y="1157"/>
                    <a:pt x="0" y="2023"/>
                  </a:cubicBezTo>
                  <a:cubicBezTo>
                    <a:pt x="0" y="3233"/>
                    <a:pt x="985" y="4217"/>
                    <a:pt x="2195" y="4217"/>
                  </a:cubicBezTo>
                  <a:cubicBezTo>
                    <a:pt x="3405" y="4217"/>
                    <a:pt x="4390" y="3233"/>
                    <a:pt x="4390" y="2023"/>
                  </a:cubicBezTo>
                  <a:cubicBezTo>
                    <a:pt x="4387" y="1156"/>
                    <a:pt x="3875" y="370"/>
                    <a:pt x="3082" y="17"/>
                  </a:cubicBezTo>
                  <a:cubicBezTo>
                    <a:pt x="3058" y="6"/>
                    <a:pt x="3032" y="0"/>
                    <a:pt x="30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2"/>
            <p:cNvSpPr/>
            <p:nvPr/>
          </p:nvSpPr>
          <p:spPr>
            <a:xfrm>
              <a:off x="3326319" y="2001133"/>
              <a:ext cx="309649" cy="309649"/>
            </a:xfrm>
            <a:custGeom>
              <a:rect b="b" l="l" r="r" t="t"/>
              <a:pathLst>
                <a:path extrusionOk="0" h="9505" w="9505">
                  <a:moveTo>
                    <a:pt x="5157" y="394"/>
                  </a:moveTo>
                  <a:lnTo>
                    <a:pt x="5157" y="1365"/>
                  </a:lnTo>
                  <a:cubicBezTo>
                    <a:pt x="5024" y="1349"/>
                    <a:pt x="4888" y="1341"/>
                    <a:pt x="4749" y="1341"/>
                  </a:cubicBezTo>
                  <a:cubicBezTo>
                    <a:pt x="4612" y="1341"/>
                    <a:pt x="4475" y="1348"/>
                    <a:pt x="4342" y="1365"/>
                  </a:cubicBezTo>
                  <a:cubicBezTo>
                    <a:pt x="4348" y="882"/>
                    <a:pt x="4699" y="480"/>
                    <a:pt x="5157" y="394"/>
                  </a:cubicBezTo>
                  <a:close/>
                  <a:moveTo>
                    <a:pt x="2923" y="773"/>
                  </a:moveTo>
                  <a:lnTo>
                    <a:pt x="3408" y="1615"/>
                  </a:lnTo>
                  <a:cubicBezTo>
                    <a:pt x="3155" y="1724"/>
                    <a:pt x="2919" y="1861"/>
                    <a:pt x="2703" y="2024"/>
                  </a:cubicBezTo>
                  <a:cubicBezTo>
                    <a:pt x="2465" y="1603"/>
                    <a:pt x="2568" y="1079"/>
                    <a:pt x="2923" y="773"/>
                  </a:cubicBezTo>
                  <a:close/>
                  <a:moveTo>
                    <a:pt x="6953" y="1125"/>
                  </a:moveTo>
                  <a:cubicBezTo>
                    <a:pt x="7065" y="1125"/>
                    <a:pt x="7177" y="1144"/>
                    <a:pt x="7283" y="1181"/>
                  </a:cubicBezTo>
                  <a:lnTo>
                    <a:pt x="6796" y="2025"/>
                  </a:lnTo>
                  <a:cubicBezTo>
                    <a:pt x="6579" y="1862"/>
                    <a:pt x="6343" y="1724"/>
                    <a:pt x="6090" y="1616"/>
                  </a:cubicBezTo>
                  <a:cubicBezTo>
                    <a:pt x="6225" y="1389"/>
                    <a:pt x="6439" y="1228"/>
                    <a:pt x="6692" y="1159"/>
                  </a:cubicBezTo>
                  <a:cubicBezTo>
                    <a:pt x="6778" y="1137"/>
                    <a:pt x="6866" y="1125"/>
                    <a:pt x="6953" y="1125"/>
                  </a:cubicBezTo>
                  <a:close/>
                  <a:moveTo>
                    <a:pt x="1177" y="2221"/>
                  </a:moveTo>
                  <a:lnTo>
                    <a:pt x="2020" y="2708"/>
                  </a:lnTo>
                  <a:cubicBezTo>
                    <a:pt x="1858" y="2925"/>
                    <a:pt x="1719" y="3160"/>
                    <a:pt x="1611" y="3413"/>
                  </a:cubicBezTo>
                  <a:cubicBezTo>
                    <a:pt x="1384" y="3280"/>
                    <a:pt x="1223" y="3066"/>
                    <a:pt x="1155" y="2810"/>
                  </a:cubicBezTo>
                  <a:cubicBezTo>
                    <a:pt x="1102" y="2614"/>
                    <a:pt x="1111" y="2409"/>
                    <a:pt x="1177" y="2221"/>
                  </a:cubicBezTo>
                  <a:close/>
                  <a:moveTo>
                    <a:pt x="7970" y="2579"/>
                  </a:moveTo>
                  <a:cubicBezTo>
                    <a:pt x="8257" y="2579"/>
                    <a:pt x="8538" y="2703"/>
                    <a:pt x="8732" y="2928"/>
                  </a:cubicBezTo>
                  <a:lnTo>
                    <a:pt x="7890" y="3413"/>
                  </a:lnTo>
                  <a:cubicBezTo>
                    <a:pt x="7781" y="3160"/>
                    <a:pt x="7643" y="2924"/>
                    <a:pt x="7481" y="2708"/>
                  </a:cubicBezTo>
                  <a:cubicBezTo>
                    <a:pt x="7635" y="2621"/>
                    <a:pt x="7804" y="2579"/>
                    <a:pt x="7970" y="2579"/>
                  </a:cubicBezTo>
                  <a:close/>
                  <a:moveTo>
                    <a:pt x="1360" y="4347"/>
                  </a:moveTo>
                  <a:cubicBezTo>
                    <a:pt x="1344" y="4480"/>
                    <a:pt x="1336" y="4617"/>
                    <a:pt x="1336" y="4755"/>
                  </a:cubicBezTo>
                  <a:cubicBezTo>
                    <a:pt x="1336" y="4893"/>
                    <a:pt x="1343" y="5029"/>
                    <a:pt x="1360" y="5162"/>
                  </a:cubicBezTo>
                  <a:cubicBezTo>
                    <a:pt x="877" y="5156"/>
                    <a:pt x="475" y="4806"/>
                    <a:pt x="389" y="4347"/>
                  </a:cubicBezTo>
                  <a:close/>
                  <a:moveTo>
                    <a:pt x="8140" y="4347"/>
                  </a:moveTo>
                  <a:lnTo>
                    <a:pt x="8140" y="4347"/>
                  </a:lnTo>
                  <a:cubicBezTo>
                    <a:pt x="8623" y="4354"/>
                    <a:pt x="9025" y="4703"/>
                    <a:pt x="9111" y="5162"/>
                  </a:cubicBezTo>
                  <a:lnTo>
                    <a:pt x="8140" y="5162"/>
                  </a:lnTo>
                  <a:cubicBezTo>
                    <a:pt x="8156" y="5029"/>
                    <a:pt x="8164" y="4893"/>
                    <a:pt x="8164" y="4754"/>
                  </a:cubicBezTo>
                  <a:cubicBezTo>
                    <a:pt x="8164" y="4617"/>
                    <a:pt x="8157" y="4480"/>
                    <a:pt x="8140" y="4347"/>
                  </a:cubicBezTo>
                  <a:close/>
                  <a:moveTo>
                    <a:pt x="1610" y="6097"/>
                  </a:moveTo>
                  <a:cubicBezTo>
                    <a:pt x="1719" y="6349"/>
                    <a:pt x="1856" y="6586"/>
                    <a:pt x="2019" y="6802"/>
                  </a:cubicBezTo>
                  <a:cubicBezTo>
                    <a:pt x="1864" y="6889"/>
                    <a:pt x="1696" y="6930"/>
                    <a:pt x="1530" y="6930"/>
                  </a:cubicBezTo>
                  <a:cubicBezTo>
                    <a:pt x="1243" y="6930"/>
                    <a:pt x="962" y="6807"/>
                    <a:pt x="768" y="6582"/>
                  </a:cubicBezTo>
                  <a:lnTo>
                    <a:pt x="1610" y="6097"/>
                  </a:lnTo>
                  <a:close/>
                  <a:moveTo>
                    <a:pt x="7889" y="6095"/>
                  </a:moveTo>
                  <a:cubicBezTo>
                    <a:pt x="8115" y="6230"/>
                    <a:pt x="8277" y="6444"/>
                    <a:pt x="8345" y="6697"/>
                  </a:cubicBezTo>
                  <a:cubicBezTo>
                    <a:pt x="8398" y="6895"/>
                    <a:pt x="8389" y="7099"/>
                    <a:pt x="8323" y="7288"/>
                  </a:cubicBezTo>
                  <a:lnTo>
                    <a:pt x="7480" y="6801"/>
                  </a:lnTo>
                  <a:cubicBezTo>
                    <a:pt x="7642" y="6584"/>
                    <a:pt x="7781" y="6348"/>
                    <a:pt x="7889" y="6095"/>
                  </a:cubicBezTo>
                  <a:close/>
                  <a:moveTo>
                    <a:pt x="4749" y="1710"/>
                  </a:moveTo>
                  <a:cubicBezTo>
                    <a:pt x="6428" y="1710"/>
                    <a:pt x="7792" y="3076"/>
                    <a:pt x="7792" y="4754"/>
                  </a:cubicBezTo>
                  <a:cubicBezTo>
                    <a:pt x="7792" y="6433"/>
                    <a:pt x="6428" y="7797"/>
                    <a:pt x="4749" y="7797"/>
                  </a:cubicBezTo>
                  <a:cubicBezTo>
                    <a:pt x="3072" y="7797"/>
                    <a:pt x="1706" y="6433"/>
                    <a:pt x="1706" y="4754"/>
                  </a:cubicBezTo>
                  <a:cubicBezTo>
                    <a:pt x="1706" y="3076"/>
                    <a:pt x="3071" y="1710"/>
                    <a:pt x="4749" y="1710"/>
                  </a:cubicBezTo>
                  <a:close/>
                  <a:moveTo>
                    <a:pt x="2703" y="7485"/>
                  </a:moveTo>
                  <a:cubicBezTo>
                    <a:pt x="2920" y="7647"/>
                    <a:pt x="3155" y="7786"/>
                    <a:pt x="3408" y="7893"/>
                  </a:cubicBezTo>
                  <a:cubicBezTo>
                    <a:pt x="3275" y="8120"/>
                    <a:pt x="3061" y="8282"/>
                    <a:pt x="2806" y="8350"/>
                  </a:cubicBezTo>
                  <a:cubicBezTo>
                    <a:pt x="2720" y="8373"/>
                    <a:pt x="2633" y="8385"/>
                    <a:pt x="2547" y="8385"/>
                  </a:cubicBezTo>
                  <a:cubicBezTo>
                    <a:pt x="2434" y="8385"/>
                    <a:pt x="2322" y="8366"/>
                    <a:pt x="2216" y="8328"/>
                  </a:cubicBezTo>
                  <a:lnTo>
                    <a:pt x="2703" y="7485"/>
                  </a:lnTo>
                  <a:close/>
                  <a:moveTo>
                    <a:pt x="6797" y="7486"/>
                  </a:moveTo>
                  <a:cubicBezTo>
                    <a:pt x="7035" y="7906"/>
                    <a:pt x="6932" y="8431"/>
                    <a:pt x="6577" y="8737"/>
                  </a:cubicBezTo>
                  <a:lnTo>
                    <a:pt x="6092" y="7894"/>
                  </a:lnTo>
                  <a:cubicBezTo>
                    <a:pt x="6344" y="7786"/>
                    <a:pt x="6581" y="7648"/>
                    <a:pt x="6797" y="7486"/>
                  </a:cubicBezTo>
                  <a:close/>
                  <a:moveTo>
                    <a:pt x="4342" y="8145"/>
                  </a:moveTo>
                  <a:cubicBezTo>
                    <a:pt x="4475" y="8161"/>
                    <a:pt x="4612" y="8169"/>
                    <a:pt x="4751" y="8169"/>
                  </a:cubicBezTo>
                  <a:cubicBezTo>
                    <a:pt x="4888" y="8169"/>
                    <a:pt x="5024" y="8162"/>
                    <a:pt x="5157" y="8145"/>
                  </a:cubicBezTo>
                  <a:lnTo>
                    <a:pt x="5157" y="8145"/>
                  </a:lnTo>
                  <a:cubicBezTo>
                    <a:pt x="5151" y="8628"/>
                    <a:pt x="4801" y="9030"/>
                    <a:pt x="4342" y="9116"/>
                  </a:cubicBezTo>
                  <a:lnTo>
                    <a:pt x="4342" y="8145"/>
                  </a:lnTo>
                  <a:close/>
                  <a:moveTo>
                    <a:pt x="5341" y="1"/>
                  </a:moveTo>
                  <a:cubicBezTo>
                    <a:pt x="4584" y="1"/>
                    <a:pt x="3968" y="616"/>
                    <a:pt x="3968" y="1373"/>
                  </a:cubicBezTo>
                  <a:lnTo>
                    <a:pt x="3968" y="1426"/>
                  </a:lnTo>
                  <a:cubicBezTo>
                    <a:pt x="3898" y="1442"/>
                    <a:pt x="3830" y="1461"/>
                    <a:pt x="3760" y="1482"/>
                  </a:cubicBezTo>
                  <a:lnTo>
                    <a:pt x="3140" y="408"/>
                  </a:lnTo>
                  <a:cubicBezTo>
                    <a:pt x="3105" y="349"/>
                    <a:pt x="3043" y="315"/>
                    <a:pt x="2979" y="315"/>
                  </a:cubicBezTo>
                  <a:cubicBezTo>
                    <a:pt x="2947" y="315"/>
                    <a:pt x="2915" y="323"/>
                    <a:pt x="2886" y="340"/>
                  </a:cubicBezTo>
                  <a:cubicBezTo>
                    <a:pt x="2229" y="718"/>
                    <a:pt x="2004" y="1561"/>
                    <a:pt x="2383" y="2215"/>
                  </a:cubicBezTo>
                  <a:lnTo>
                    <a:pt x="2411" y="2263"/>
                  </a:lnTo>
                  <a:cubicBezTo>
                    <a:pt x="2358" y="2311"/>
                    <a:pt x="2308" y="2362"/>
                    <a:pt x="2259" y="2414"/>
                  </a:cubicBezTo>
                  <a:lnTo>
                    <a:pt x="1182" y="1793"/>
                  </a:lnTo>
                  <a:cubicBezTo>
                    <a:pt x="1152" y="1776"/>
                    <a:pt x="1121" y="1768"/>
                    <a:pt x="1089" y="1768"/>
                  </a:cubicBezTo>
                  <a:cubicBezTo>
                    <a:pt x="1025" y="1768"/>
                    <a:pt x="963" y="1802"/>
                    <a:pt x="928" y="1861"/>
                  </a:cubicBezTo>
                  <a:cubicBezTo>
                    <a:pt x="745" y="2180"/>
                    <a:pt x="697" y="2549"/>
                    <a:pt x="791" y="2904"/>
                  </a:cubicBezTo>
                  <a:cubicBezTo>
                    <a:pt x="885" y="3259"/>
                    <a:pt x="1113" y="3554"/>
                    <a:pt x="1431" y="3738"/>
                  </a:cubicBezTo>
                  <a:lnTo>
                    <a:pt x="1477" y="3764"/>
                  </a:lnTo>
                  <a:cubicBezTo>
                    <a:pt x="1456" y="3832"/>
                    <a:pt x="1437" y="3902"/>
                    <a:pt x="1421" y="3972"/>
                  </a:cubicBezTo>
                  <a:lnTo>
                    <a:pt x="186" y="3972"/>
                  </a:lnTo>
                  <a:cubicBezTo>
                    <a:pt x="84" y="3972"/>
                    <a:pt x="0" y="4055"/>
                    <a:pt x="0" y="4159"/>
                  </a:cubicBezTo>
                  <a:cubicBezTo>
                    <a:pt x="0" y="4915"/>
                    <a:pt x="615" y="5531"/>
                    <a:pt x="1372" y="5531"/>
                  </a:cubicBezTo>
                  <a:lnTo>
                    <a:pt x="1425" y="5531"/>
                  </a:lnTo>
                  <a:cubicBezTo>
                    <a:pt x="1442" y="5601"/>
                    <a:pt x="1459" y="5669"/>
                    <a:pt x="1480" y="5739"/>
                  </a:cubicBezTo>
                  <a:lnTo>
                    <a:pt x="407" y="6360"/>
                  </a:lnTo>
                  <a:cubicBezTo>
                    <a:pt x="318" y="6411"/>
                    <a:pt x="288" y="6524"/>
                    <a:pt x="338" y="6613"/>
                  </a:cubicBezTo>
                  <a:cubicBezTo>
                    <a:pt x="593" y="7053"/>
                    <a:pt x="1055" y="7299"/>
                    <a:pt x="1531" y="7299"/>
                  </a:cubicBezTo>
                  <a:cubicBezTo>
                    <a:pt x="1763" y="7299"/>
                    <a:pt x="1999" y="7241"/>
                    <a:pt x="2216" y="7116"/>
                  </a:cubicBezTo>
                  <a:lnTo>
                    <a:pt x="2263" y="7089"/>
                  </a:lnTo>
                  <a:cubicBezTo>
                    <a:pt x="2311" y="7141"/>
                    <a:pt x="2362" y="7192"/>
                    <a:pt x="2415" y="7241"/>
                  </a:cubicBezTo>
                  <a:lnTo>
                    <a:pt x="1794" y="8318"/>
                  </a:lnTo>
                  <a:cubicBezTo>
                    <a:pt x="1742" y="8407"/>
                    <a:pt x="1773" y="8519"/>
                    <a:pt x="1862" y="8571"/>
                  </a:cubicBezTo>
                  <a:cubicBezTo>
                    <a:pt x="2074" y="8693"/>
                    <a:pt x="2308" y="8756"/>
                    <a:pt x="2547" y="8756"/>
                  </a:cubicBezTo>
                  <a:cubicBezTo>
                    <a:pt x="2666" y="8756"/>
                    <a:pt x="2787" y="8740"/>
                    <a:pt x="2904" y="8708"/>
                  </a:cubicBezTo>
                  <a:cubicBezTo>
                    <a:pt x="3259" y="8614"/>
                    <a:pt x="3555" y="8387"/>
                    <a:pt x="3738" y="8068"/>
                  </a:cubicBezTo>
                  <a:lnTo>
                    <a:pt x="3764" y="8022"/>
                  </a:lnTo>
                  <a:cubicBezTo>
                    <a:pt x="3832" y="8043"/>
                    <a:pt x="3902" y="8062"/>
                    <a:pt x="3973" y="8079"/>
                  </a:cubicBezTo>
                  <a:lnTo>
                    <a:pt x="3973" y="9319"/>
                  </a:lnTo>
                  <a:cubicBezTo>
                    <a:pt x="3973" y="9421"/>
                    <a:pt x="4055" y="9505"/>
                    <a:pt x="4159" y="9505"/>
                  </a:cubicBezTo>
                  <a:cubicBezTo>
                    <a:pt x="4915" y="9505"/>
                    <a:pt x="5531" y="8890"/>
                    <a:pt x="5531" y="8132"/>
                  </a:cubicBezTo>
                  <a:lnTo>
                    <a:pt x="5531" y="8080"/>
                  </a:lnTo>
                  <a:cubicBezTo>
                    <a:pt x="5602" y="8063"/>
                    <a:pt x="5670" y="8045"/>
                    <a:pt x="5739" y="8023"/>
                  </a:cubicBezTo>
                  <a:lnTo>
                    <a:pt x="6360" y="9097"/>
                  </a:lnTo>
                  <a:cubicBezTo>
                    <a:pt x="6394" y="9157"/>
                    <a:pt x="6456" y="9190"/>
                    <a:pt x="6521" y="9190"/>
                  </a:cubicBezTo>
                  <a:cubicBezTo>
                    <a:pt x="6553" y="9190"/>
                    <a:pt x="6584" y="9183"/>
                    <a:pt x="6614" y="9165"/>
                  </a:cubicBezTo>
                  <a:cubicBezTo>
                    <a:pt x="7270" y="8787"/>
                    <a:pt x="7496" y="7945"/>
                    <a:pt x="7116" y="7290"/>
                  </a:cubicBezTo>
                  <a:lnTo>
                    <a:pt x="7089" y="7243"/>
                  </a:lnTo>
                  <a:cubicBezTo>
                    <a:pt x="7142" y="7195"/>
                    <a:pt x="7192" y="7144"/>
                    <a:pt x="7241" y="7092"/>
                  </a:cubicBezTo>
                  <a:lnTo>
                    <a:pt x="8318" y="7712"/>
                  </a:lnTo>
                  <a:cubicBezTo>
                    <a:pt x="8346" y="7729"/>
                    <a:pt x="8379" y="7737"/>
                    <a:pt x="8410" y="7737"/>
                  </a:cubicBezTo>
                  <a:cubicBezTo>
                    <a:pt x="8475" y="7737"/>
                    <a:pt x="8538" y="7705"/>
                    <a:pt x="8572" y="7644"/>
                  </a:cubicBezTo>
                  <a:cubicBezTo>
                    <a:pt x="8755" y="7326"/>
                    <a:pt x="8803" y="6957"/>
                    <a:pt x="8709" y="6602"/>
                  </a:cubicBezTo>
                  <a:cubicBezTo>
                    <a:pt x="8615" y="6247"/>
                    <a:pt x="8387" y="5951"/>
                    <a:pt x="8069" y="5768"/>
                  </a:cubicBezTo>
                  <a:lnTo>
                    <a:pt x="8023" y="5742"/>
                  </a:lnTo>
                  <a:cubicBezTo>
                    <a:pt x="8044" y="5674"/>
                    <a:pt x="8062" y="5604"/>
                    <a:pt x="8079" y="5533"/>
                  </a:cubicBezTo>
                  <a:lnTo>
                    <a:pt x="9320" y="5533"/>
                  </a:lnTo>
                  <a:cubicBezTo>
                    <a:pt x="9421" y="5533"/>
                    <a:pt x="9505" y="5450"/>
                    <a:pt x="9505" y="5348"/>
                  </a:cubicBezTo>
                  <a:cubicBezTo>
                    <a:pt x="9500" y="4591"/>
                    <a:pt x="8884" y="3975"/>
                    <a:pt x="8126" y="3975"/>
                  </a:cubicBezTo>
                  <a:lnTo>
                    <a:pt x="8074" y="3975"/>
                  </a:lnTo>
                  <a:cubicBezTo>
                    <a:pt x="8057" y="3904"/>
                    <a:pt x="8038" y="3836"/>
                    <a:pt x="8017" y="3767"/>
                  </a:cubicBezTo>
                  <a:lnTo>
                    <a:pt x="9091" y="3146"/>
                  </a:lnTo>
                  <a:cubicBezTo>
                    <a:pt x="9180" y="3095"/>
                    <a:pt x="9211" y="2981"/>
                    <a:pt x="9159" y="2892"/>
                  </a:cubicBezTo>
                  <a:cubicBezTo>
                    <a:pt x="8905" y="2452"/>
                    <a:pt x="8443" y="2206"/>
                    <a:pt x="7968" y="2206"/>
                  </a:cubicBezTo>
                  <a:cubicBezTo>
                    <a:pt x="7735" y="2206"/>
                    <a:pt x="7499" y="2265"/>
                    <a:pt x="7284" y="2389"/>
                  </a:cubicBezTo>
                  <a:lnTo>
                    <a:pt x="7237" y="2417"/>
                  </a:lnTo>
                  <a:cubicBezTo>
                    <a:pt x="7189" y="2364"/>
                    <a:pt x="7137" y="2314"/>
                    <a:pt x="7085" y="2265"/>
                  </a:cubicBezTo>
                  <a:lnTo>
                    <a:pt x="7706" y="1189"/>
                  </a:lnTo>
                  <a:cubicBezTo>
                    <a:pt x="7757" y="1100"/>
                    <a:pt x="7727" y="987"/>
                    <a:pt x="7638" y="934"/>
                  </a:cubicBezTo>
                  <a:cubicBezTo>
                    <a:pt x="7426" y="812"/>
                    <a:pt x="7191" y="750"/>
                    <a:pt x="6953" y="750"/>
                  </a:cubicBezTo>
                  <a:cubicBezTo>
                    <a:pt x="6834" y="750"/>
                    <a:pt x="6714" y="766"/>
                    <a:pt x="6596" y="797"/>
                  </a:cubicBezTo>
                  <a:cubicBezTo>
                    <a:pt x="6241" y="891"/>
                    <a:pt x="5944" y="1119"/>
                    <a:pt x="5761" y="1437"/>
                  </a:cubicBezTo>
                  <a:lnTo>
                    <a:pt x="5735" y="1483"/>
                  </a:lnTo>
                  <a:cubicBezTo>
                    <a:pt x="5667" y="1462"/>
                    <a:pt x="5597" y="1443"/>
                    <a:pt x="5527" y="1427"/>
                  </a:cubicBezTo>
                  <a:lnTo>
                    <a:pt x="5527" y="186"/>
                  </a:lnTo>
                  <a:cubicBezTo>
                    <a:pt x="5527" y="85"/>
                    <a:pt x="5444" y="1"/>
                    <a:pt x="53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2"/>
            <p:cNvSpPr/>
            <p:nvPr/>
          </p:nvSpPr>
          <p:spPr>
            <a:xfrm>
              <a:off x="3474872" y="2084499"/>
              <a:ext cx="12151" cy="12119"/>
            </a:xfrm>
            <a:custGeom>
              <a:rect b="b" l="l" r="r" t="t"/>
              <a:pathLst>
                <a:path extrusionOk="0" h="372" w="373">
                  <a:moveTo>
                    <a:pt x="187" y="0"/>
                  </a:moveTo>
                  <a:cubicBezTo>
                    <a:pt x="83" y="0"/>
                    <a:pt x="0" y="84"/>
                    <a:pt x="0" y="187"/>
                  </a:cubicBezTo>
                  <a:cubicBezTo>
                    <a:pt x="0" y="290"/>
                    <a:pt x="84" y="372"/>
                    <a:pt x="187" y="372"/>
                  </a:cubicBezTo>
                  <a:cubicBezTo>
                    <a:pt x="290" y="372"/>
                    <a:pt x="372" y="288"/>
                    <a:pt x="372" y="187"/>
                  </a:cubicBezTo>
                  <a:cubicBezTo>
                    <a:pt x="372" y="84"/>
                    <a:pt x="290" y="2"/>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2" name="Google Shape;7632;p72"/>
          <p:cNvGrpSpPr/>
          <p:nvPr/>
        </p:nvGrpSpPr>
        <p:grpSpPr>
          <a:xfrm>
            <a:off x="4034261" y="2001231"/>
            <a:ext cx="310398" cy="309551"/>
            <a:chOff x="4034261" y="2001231"/>
            <a:chExt cx="310398" cy="309551"/>
          </a:xfrm>
        </p:grpSpPr>
        <p:sp>
          <p:nvSpPr>
            <p:cNvPr id="7633" name="Google Shape;7633;p72"/>
            <p:cNvSpPr/>
            <p:nvPr/>
          </p:nvSpPr>
          <p:spPr>
            <a:xfrm>
              <a:off x="4034261" y="2040291"/>
              <a:ext cx="270524" cy="270491"/>
            </a:xfrm>
            <a:custGeom>
              <a:rect b="b" l="l" r="r" t="t"/>
              <a:pathLst>
                <a:path extrusionOk="0" h="8303" w="8304">
                  <a:moveTo>
                    <a:pt x="5861" y="837"/>
                  </a:moveTo>
                  <a:lnTo>
                    <a:pt x="5861" y="837"/>
                  </a:lnTo>
                  <a:cubicBezTo>
                    <a:pt x="6261" y="900"/>
                    <a:pt x="6634" y="1088"/>
                    <a:pt x="6926" y="1378"/>
                  </a:cubicBezTo>
                  <a:cubicBezTo>
                    <a:pt x="7217" y="1670"/>
                    <a:pt x="7404" y="2043"/>
                    <a:pt x="7467" y="2443"/>
                  </a:cubicBezTo>
                  <a:lnTo>
                    <a:pt x="5861" y="837"/>
                  </a:lnTo>
                  <a:close/>
                  <a:moveTo>
                    <a:pt x="4776" y="371"/>
                  </a:moveTo>
                  <a:cubicBezTo>
                    <a:pt x="4836" y="371"/>
                    <a:pt x="4892" y="395"/>
                    <a:pt x="4934" y="437"/>
                  </a:cubicBezTo>
                  <a:lnTo>
                    <a:pt x="7867" y="3371"/>
                  </a:lnTo>
                  <a:cubicBezTo>
                    <a:pt x="7909" y="3412"/>
                    <a:pt x="7933" y="3468"/>
                    <a:pt x="7933" y="3528"/>
                  </a:cubicBezTo>
                  <a:cubicBezTo>
                    <a:pt x="7933" y="3586"/>
                    <a:pt x="7909" y="3643"/>
                    <a:pt x="7867" y="3685"/>
                  </a:cubicBezTo>
                  <a:cubicBezTo>
                    <a:pt x="7825" y="3727"/>
                    <a:pt x="7769" y="3750"/>
                    <a:pt x="7710" y="3750"/>
                  </a:cubicBezTo>
                  <a:cubicBezTo>
                    <a:pt x="7651" y="3750"/>
                    <a:pt x="7594" y="3727"/>
                    <a:pt x="7553" y="3685"/>
                  </a:cubicBezTo>
                  <a:lnTo>
                    <a:pt x="4619" y="752"/>
                  </a:lnTo>
                  <a:cubicBezTo>
                    <a:pt x="4577" y="710"/>
                    <a:pt x="4554" y="653"/>
                    <a:pt x="4554" y="594"/>
                  </a:cubicBezTo>
                  <a:cubicBezTo>
                    <a:pt x="4554" y="535"/>
                    <a:pt x="4577" y="479"/>
                    <a:pt x="4619" y="437"/>
                  </a:cubicBezTo>
                  <a:cubicBezTo>
                    <a:pt x="4661" y="395"/>
                    <a:pt x="4718" y="371"/>
                    <a:pt x="4776" y="371"/>
                  </a:cubicBezTo>
                  <a:close/>
                  <a:moveTo>
                    <a:pt x="4441" y="1098"/>
                  </a:moveTo>
                  <a:lnTo>
                    <a:pt x="7206" y="3863"/>
                  </a:lnTo>
                  <a:lnTo>
                    <a:pt x="6973" y="4095"/>
                  </a:lnTo>
                  <a:cubicBezTo>
                    <a:pt x="6591" y="4477"/>
                    <a:pt x="6091" y="4667"/>
                    <a:pt x="5590" y="4667"/>
                  </a:cubicBezTo>
                  <a:cubicBezTo>
                    <a:pt x="5090" y="4667"/>
                    <a:pt x="4589" y="4477"/>
                    <a:pt x="4209" y="4095"/>
                  </a:cubicBezTo>
                  <a:cubicBezTo>
                    <a:pt x="3446" y="3334"/>
                    <a:pt x="3446" y="2094"/>
                    <a:pt x="4209" y="1331"/>
                  </a:cubicBezTo>
                  <a:lnTo>
                    <a:pt x="4441" y="1098"/>
                  </a:lnTo>
                  <a:close/>
                  <a:moveTo>
                    <a:pt x="4776" y="0"/>
                  </a:moveTo>
                  <a:cubicBezTo>
                    <a:pt x="4618" y="0"/>
                    <a:pt x="4470" y="62"/>
                    <a:pt x="4356" y="175"/>
                  </a:cubicBezTo>
                  <a:cubicBezTo>
                    <a:pt x="4243" y="287"/>
                    <a:pt x="4182" y="435"/>
                    <a:pt x="4182" y="595"/>
                  </a:cubicBezTo>
                  <a:cubicBezTo>
                    <a:pt x="4182" y="666"/>
                    <a:pt x="4194" y="734"/>
                    <a:pt x="4217" y="799"/>
                  </a:cubicBezTo>
                  <a:lnTo>
                    <a:pt x="3945" y="1071"/>
                  </a:lnTo>
                  <a:cubicBezTo>
                    <a:pt x="3378" y="1638"/>
                    <a:pt x="3166" y="2426"/>
                    <a:pt x="3308" y="3161"/>
                  </a:cubicBezTo>
                  <a:lnTo>
                    <a:pt x="2192" y="4277"/>
                  </a:lnTo>
                  <a:cubicBezTo>
                    <a:pt x="2120" y="4348"/>
                    <a:pt x="2120" y="4466"/>
                    <a:pt x="2192" y="4539"/>
                  </a:cubicBezTo>
                  <a:cubicBezTo>
                    <a:pt x="2229" y="4575"/>
                    <a:pt x="2276" y="4593"/>
                    <a:pt x="2323" y="4593"/>
                  </a:cubicBezTo>
                  <a:cubicBezTo>
                    <a:pt x="2370" y="4593"/>
                    <a:pt x="2417" y="4574"/>
                    <a:pt x="2454" y="4539"/>
                  </a:cubicBezTo>
                  <a:lnTo>
                    <a:pt x="3425" y="3566"/>
                  </a:lnTo>
                  <a:cubicBezTo>
                    <a:pt x="3538" y="3856"/>
                    <a:pt x="3712" y="4126"/>
                    <a:pt x="3945" y="4358"/>
                  </a:cubicBezTo>
                  <a:cubicBezTo>
                    <a:pt x="4178" y="4592"/>
                    <a:pt x="4450" y="4765"/>
                    <a:pt x="4738" y="4879"/>
                  </a:cubicBezTo>
                  <a:lnTo>
                    <a:pt x="1956" y="7660"/>
                  </a:lnTo>
                  <a:cubicBezTo>
                    <a:pt x="1780" y="7835"/>
                    <a:pt x="1548" y="7933"/>
                    <a:pt x="1301" y="7933"/>
                  </a:cubicBezTo>
                  <a:cubicBezTo>
                    <a:pt x="1052" y="7933"/>
                    <a:pt x="820" y="7835"/>
                    <a:pt x="644" y="7660"/>
                  </a:cubicBezTo>
                  <a:cubicBezTo>
                    <a:pt x="469" y="7484"/>
                    <a:pt x="371" y="7252"/>
                    <a:pt x="371" y="7004"/>
                  </a:cubicBezTo>
                  <a:cubicBezTo>
                    <a:pt x="371" y="6756"/>
                    <a:pt x="469" y="6524"/>
                    <a:pt x="644" y="6348"/>
                  </a:cubicBezTo>
                  <a:lnTo>
                    <a:pt x="1272" y="5719"/>
                  </a:lnTo>
                  <a:cubicBezTo>
                    <a:pt x="1345" y="5647"/>
                    <a:pt x="1345" y="5530"/>
                    <a:pt x="1272" y="5457"/>
                  </a:cubicBezTo>
                  <a:cubicBezTo>
                    <a:pt x="1236" y="5421"/>
                    <a:pt x="1189" y="5403"/>
                    <a:pt x="1141" y="5403"/>
                  </a:cubicBezTo>
                  <a:cubicBezTo>
                    <a:pt x="1094" y="5403"/>
                    <a:pt x="1046" y="5421"/>
                    <a:pt x="1010" y="5457"/>
                  </a:cubicBezTo>
                  <a:lnTo>
                    <a:pt x="382" y="6086"/>
                  </a:lnTo>
                  <a:cubicBezTo>
                    <a:pt x="137" y="6331"/>
                    <a:pt x="0" y="6657"/>
                    <a:pt x="0" y="7004"/>
                  </a:cubicBezTo>
                  <a:cubicBezTo>
                    <a:pt x="0" y="7351"/>
                    <a:pt x="136" y="7677"/>
                    <a:pt x="381" y="7922"/>
                  </a:cubicBezTo>
                  <a:cubicBezTo>
                    <a:pt x="626" y="8166"/>
                    <a:pt x="952" y="8303"/>
                    <a:pt x="1298" y="8303"/>
                  </a:cubicBezTo>
                  <a:cubicBezTo>
                    <a:pt x="1645" y="8303"/>
                    <a:pt x="1972" y="8169"/>
                    <a:pt x="2217" y="7923"/>
                  </a:cubicBezTo>
                  <a:lnTo>
                    <a:pt x="5143" y="4996"/>
                  </a:lnTo>
                  <a:cubicBezTo>
                    <a:pt x="5290" y="5026"/>
                    <a:pt x="5440" y="5039"/>
                    <a:pt x="5588" y="5039"/>
                  </a:cubicBezTo>
                  <a:cubicBezTo>
                    <a:pt x="6184" y="5039"/>
                    <a:pt x="6781" y="4813"/>
                    <a:pt x="7233" y="4361"/>
                  </a:cubicBezTo>
                  <a:lnTo>
                    <a:pt x="7505" y="4088"/>
                  </a:lnTo>
                  <a:cubicBezTo>
                    <a:pt x="7570" y="4111"/>
                    <a:pt x="7638" y="4123"/>
                    <a:pt x="7709" y="4123"/>
                  </a:cubicBezTo>
                  <a:cubicBezTo>
                    <a:pt x="7867" y="4123"/>
                    <a:pt x="8017" y="4062"/>
                    <a:pt x="8129" y="3949"/>
                  </a:cubicBezTo>
                  <a:cubicBezTo>
                    <a:pt x="8242" y="3836"/>
                    <a:pt x="8304" y="3688"/>
                    <a:pt x="8304" y="3529"/>
                  </a:cubicBezTo>
                  <a:cubicBezTo>
                    <a:pt x="8304" y="3369"/>
                    <a:pt x="8242" y="3221"/>
                    <a:pt x="8129" y="3108"/>
                  </a:cubicBezTo>
                  <a:lnTo>
                    <a:pt x="7856" y="2834"/>
                  </a:lnTo>
                  <a:cubicBezTo>
                    <a:pt x="7885" y="2193"/>
                    <a:pt x="7644" y="1571"/>
                    <a:pt x="7188" y="1116"/>
                  </a:cubicBezTo>
                  <a:cubicBezTo>
                    <a:pt x="6756" y="684"/>
                    <a:pt x="6175" y="446"/>
                    <a:pt x="5571" y="446"/>
                  </a:cubicBezTo>
                  <a:cubicBezTo>
                    <a:pt x="5538" y="446"/>
                    <a:pt x="5504" y="446"/>
                    <a:pt x="5470" y="448"/>
                  </a:cubicBezTo>
                  <a:lnTo>
                    <a:pt x="5198" y="175"/>
                  </a:lnTo>
                  <a:cubicBezTo>
                    <a:pt x="5084" y="62"/>
                    <a:pt x="4936" y="0"/>
                    <a:pt x="47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2"/>
            <p:cNvSpPr/>
            <p:nvPr/>
          </p:nvSpPr>
          <p:spPr>
            <a:xfrm>
              <a:off x="4096451" y="2193210"/>
              <a:ext cx="57206" cy="55414"/>
            </a:xfrm>
            <a:custGeom>
              <a:rect b="b" l="l" r="r" t="t"/>
              <a:pathLst>
                <a:path extrusionOk="0" h="1701" w="1756">
                  <a:moveTo>
                    <a:pt x="1143" y="372"/>
                  </a:moveTo>
                  <a:cubicBezTo>
                    <a:pt x="1190" y="372"/>
                    <a:pt x="1238" y="390"/>
                    <a:pt x="1274" y="426"/>
                  </a:cubicBezTo>
                  <a:cubicBezTo>
                    <a:pt x="1346" y="497"/>
                    <a:pt x="1346" y="616"/>
                    <a:pt x="1274" y="688"/>
                  </a:cubicBezTo>
                  <a:lnTo>
                    <a:pt x="1112" y="850"/>
                  </a:lnTo>
                  <a:lnTo>
                    <a:pt x="850" y="588"/>
                  </a:lnTo>
                  <a:lnTo>
                    <a:pt x="1012" y="426"/>
                  </a:lnTo>
                  <a:cubicBezTo>
                    <a:pt x="1049" y="390"/>
                    <a:pt x="1096" y="372"/>
                    <a:pt x="1143" y="372"/>
                  </a:cubicBezTo>
                  <a:close/>
                  <a:moveTo>
                    <a:pt x="587" y="851"/>
                  </a:moveTo>
                  <a:lnTo>
                    <a:pt x="849" y="1113"/>
                  </a:lnTo>
                  <a:lnTo>
                    <a:pt x="686" y="1276"/>
                  </a:lnTo>
                  <a:cubicBezTo>
                    <a:pt x="651" y="1311"/>
                    <a:pt x="605" y="1329"/>
                    <a:pt x="555" y="1329"/>
                  </a:cubicBezTo>
                  <a:cubicBezTo>
                    <a:pt x="505" y="1329"/>
                    <a:pt x="460" y="1309"/>
                    <a:pt x="424" y="1276"/>
                  </a:cubicBezTo>
                  <a:cubicBezTo>
                    <a:pt x="389" y="1240"/>
                    <a:pt x="371" y="1194"/>
                    <a:pt x="371" y="1145"/>
                  </a:cubicBezTo>
                  <a:cubicBezTo>
                    <a:pt x="371" y="1094"/>
                    <a:pt x="390" y="1049"/>
                    <a:pt x="424" y="1014"/>
                  </a:cubicBezTo>
                  <a:lnTo>
                    <a:pt x="587" y="851"/>
                  </a:lnTo>
                  <a:close/>
                  <a:moveTo>
                    <a:pt x="1145" y="1"/>
                  </a:moveTo>
                  <a:cubicBezTo>
                    <a:pt x="1003" y="1"/>
                    <a:pt x="860" y="55"/>
                    <a:pt x="751" y="164"/>
                  </a:cubicBezTo>
                  <a:lnTo>
                    <a:pt x="164" y="752"/>
                  </a:lnTo>
                  <a:cubicBezTo>
                    <a:pt x="59" y="857"/>
                    <a:pt x="1" y="997"/>
                    <a:pt x="1" y="1146"/>
                  </a:cubicBezTo>
                  <a:cubicBezTo>
                    <a:pt x="0" y="1293"/>
                    <a:pt x="58" y="1434"/>
                    <a:pt x="163" y="1539"/>
                  </a:cubicBezTo>
                  <a:cubicBezTo>
                    <a:pt x="267" y="1643"/>
                    <a:pt x="408" y="1701"/>
                    <a:pt x="556" y="1701"/>
                  </a:cubicBezTo>
                  <a:cubicBezTo>
                    <a:pt x="706" y="1701"/>
                    <a:pt x="845" y="1643"/>
                    <a:pt x="950" y="1539"/>
                  </a:cubicBezTo>
                  <a:lnTo>
                    <a:pt x="1539" y="951"/>
                  </a:lnTo>
                  <a:cubicBezTo>
                    <a:pt x="1756" y="733"/>
                    <a:pt x="1756" y="381"/>
                    <a:pt x="1539" y="164"/>
                  </a:cubicBezTo>
                  <a:cubicBezTo>
                    <a:pt x="1430" y="55"/>
                    <a:pt x="1288" y="1"/>
                    <a:pt x="11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2"/>
            <p:cNvSpPr/>
            <p:nvPr/>
          </p:nvSpPr>
          <p:spPr>
            <a:xfrm>
              <a:off x="4281980" y="2020125"/>
              <a:ext cx="43556" cy="42383"/>
            </a:xfrm>
            <a:custGeom>
              <a:rect b="b" l="l" r="r" t="t"/>
              <a:pathLst>
                <a:path extrusionOk="0" h="1301" w="1337">
                  <a:moveTo>
                    <a:pt x="1134" y="0"/>
                  </a:moveTo>
                  <a:cubicBezTo>
                    <a:pt x="1087" y="0"/>
                    <a:pt x="1039" y="18"/>
                    <a:pt x="1004" y="54"/>
                  </a:cubicBezTo>
                  <a:lnTo>
                    <a:pt x="73" y="984"/>
                  </a:lnTo>
                  <a:cubicBezTo>
                    <a:pt x="1" y="1056"/>
                    <a:pt x="1" y="1174"/>
                    <a:pt x="73" y="1246"/>
                  </a:cubicBezTo>
                  <a:cubicBezTo>
                    <a:pt x="110" y="1283"/>
                    <a:pt x="157" y="1300"/>
                    <a:pt x="204" y="1300"/>
                  </a:cubicBezTo>
                  <a:cubicBezTo>
                    <a:pt x="251" y="1300"/>
                    <a:pt x="300" y="1283"/>
                    <a:pt x="335" y="1246"/>
                  </a:cubicBezTo>
                  <a:lnTo>
                    <a:pt x="1265" y="316"/>
                  </a:lnTo>
                  <a:cubicBezTo>
                    <a:pt x="1337" y="244"/>
                    <a:pt x="1337" y="126"/>
                    <a:pt x="1265" y="54"/>
                  </a:cubicBezTo>
                  <a:cubicBezTo>
                    <a:pt x="1229" y="18"/>
                    <a:pt x="1182" y="0"/>
                    <a:pt x="11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2"/>
            <p:cNvSpPr/>
            <p:nvPr/>
          </p:nvSpPr>
          <p:spPr>
            <a:xfrm>
              <a:off x="4248197" y="2001231"/>
              <a:ext cx="33620" cy="46358"/>
            </a:xfrm>
            <a:custGeom>
              <a:rect b="b" l="l" r="r" t="t"/>
              <a:pathLst>
                <a:path extrusionOk="0" h="1423" w="1032">
                  <a:moveTo>
                    <a:pt x="820" y="0"/>
                  </a:moveTo>
                  <a:cubicBezTo>
                    <a:pt x="756" y="0"/>
                    <a:pt x="694" y="33"/>
                    <a:pt x="659" y="93"/>
                  </a:cubicBezTo>
                  <a:lnTo>
                    <a:pt x="52" y="1144"/>
                  </a:lnTo>
                  <a:cubicBezTo>
                    <a:pt x="1" y="1233"/>
                    <a:pt x="32" y="1346"/>
                    <a:pt x="120" y="1397"/>
                  </a:cubicBezTo>
                  <a:cubicBezTo>
                    <a:pt x="150" y="1414"/>
                    <a:pt x="182" y="1423"/>
                    <a:pt x="214" y="1423"/>
                  </a:cubicBezTo>
                  <a:cubicBezTo>
                    <a:pt x="277" y="1423"/>
                    <a:pt x="340" y="1390"/>
                    <a:pt x="375" y="1329"/>
                  </a:cubicBezTo>
                  <a:lnTo>
                    <a:pt x="980" y="280"/>
                  </a:lnTo>
                  <a:cubicBezTo>
                    <a:pt x="1032" y="191"/>
                    <a:pt x="1001" y="77"/>
                    <a:pt x="912" y="25"/>
                  </a:cubicBezTo>
                  <a:cubicBezTo>
                    <a:pt x="883" y="8"/>
                    <a:pt x="851" y="0"/>
                    <a:pt x="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2"/>
            <p:cNvSpPr/>
            <p:nvPr/>
          </p:nvSpPr>
          <p:spPr>
            <a:xfrm>
              <a:off x="4215033" y="2010124"/>
              <a:ext cx="18211" cy="29971"/>
            </a:xfrm>
            <a:custGeom>
              <a:rect b="b" l="l" r="r" t="t"/>
              <a:pathLst>
                <a:path extrusionOk="0" h="920" w="559">
                  <a:moveTo>
                    <a:pt x="354" y="0"/>
                  </a:moveTo>
                  <a:cubicBezTo>
                    <a:pt x="272" y="0"/>
                    <a:pt x="197" y="55"/>
                    <a:pt x="176" y="138"/>
                  </a:cubicBezTo>
                  <a:lnTo>
                    <a:pt x="29" y="684"/>
                  </a:lnTo>
                  <a:cubicBezTo>
                    <a:pt x="1" y="784"/>
                    <a:pt x="59" y="885"/>
                    <a:pt x="159" y="913"/>
                  </a:cubicBezTo>
                  <a:cubicBezTo>
                    <a:pt x="174" y="916"/>
                    <a:pt x="191" y="919"/>
                    <a:pt x="207" y="919"/>
                  </a:cubicBezTo>
                  <a:cubicBezTo>
                    <a:pt x="290" y="919"/>
                    <a:pt x="364" y="864"/>
                    <a:pt x="387" y="782"/>
                  </a:cubicBezTo>
                  <a:lnTo>
                    <a:pt x="533" y="234"/>
                  </a:lnTo>
                  <a:cubicBezTo>
                    <a:pt x="559" y="134"/>
                    <a:pt x="500" y="34"/>
                    <a:pt x="402" y="7"/>
                  </a:cubicBezTo>
                  <a:cubicBezTo>
                    <a:pt x="386" y="2"/>
                    <a:pt x="370" y="0"/>
                    <a:pt x="3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2"/>
            <p:cNvSpPr/>
            <p:nvPr/>
          </p:nvSpPr>
          <p:spPr>
            <a:xfrm>
              <a:off x="4296640" y="2064105"/>
              <a:ext cx="48019" cy="31926"/>
            </a:xfrm>
            <a:custGeom>
              <a:rect b="b" l="l" r="r" t="t"/>
              <a:pathLst>
                <a:path extrusionOk="0" h="980" w="1474">
                  <a:moveTo>
                    <a:pt x="1262" y="1"/>
                  </a:moveTo>
                  <a:cubicBezTo>
                    <a:pt x="1230" y="1"/>
                    <a:pt x="1198" y="9"/>
                    <a:pt x="1170" y="26"/>
                  </a:cubicBezTo>
                  <a:lnTo>
                    <a:pt x="120" y="631"/>
                  </a:lnTo>
                  <a:cubicBezTo>
                    <a:pt x="31" y="683"/>
                    <a:pt x="0" y="797"/>
                    <a:pt x="52" y="886"/>
                  </a:cubicBezTo>
                  <a:cubicBezTo>
                    <a:pt x="85" y="945"/>
                    <a:pt x="148" y="979"/>
                    <a:pt x="213" y="979"/>
                  </a:cubicBezTo>
                  <a:cubicBezTo>
                    <a:pt x="244" y="979"/>
                    <a:pt x="276" y="971"/>
                    <a:pt x="305" y="954"/>
                  </a:cubicBezTo>
                  <a:lnTo>
                    <a:pt x="1356" y="347"/>
                  </a:lnTo>
                  <a:cubicBezTo>
                    <a:pt x="1444" y="296"/>
                    <a:pt x="1473" y="183"/>
                    <a:pt x="1423" y="94"/>
                  </a:cubicBezTo>
                  <a:cubicBezTo>
                    <a:pt x="1389" y="34"/>
                    <a:pt x="1326" y="1"/>
                    <a:pt x="1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2"/>
            <p:cNvSpPr/>
            <p:nvPr/>
          </p:nvSpPr>
          <p:spPr>
            <a:xfrm>
              <a:off x="4304426" y="2112515"/>
              <a:ext cx="31209" cy="16843"/>
            </a:xfrm>
            <a:custGeom>
              <a:rect b="b" l="l" r="r" t="t"/>
              <a:pathLst>
                <a:path extrusionOk="0" h="517" w="958">
                  <a:moveTo>
                    <a:pt x="752" y="0"/>
                  </a:moveTo>
                  <a:cubicBezTo>
                    <a:pt x="736" y="0"/>
                    <a:pt x="720" y="2"/>
                    <a:pt x="704" y="6"/>
                  </a:cubicBezTo>
                  <a:lnTo>
                    <a:pt x="157" y="153"/>
                  </a:lnTo>
                  <a:cubicBezTo>
                    <a:pt x="57" y="179"/>
                    <a:pt x="0" y="281"/>
                    <a:pt x="26" y="379"/>
                  </a:cubicBezTo>
                  <a:cubicBezTo>
                    <a:pt x="48" y="462"/>
                    <a:pt x="123" y="517"/>
                    <a:pt x="206" y="517"/>
                  </a:cubicBezTo>
                  <a:cubicBezTo>
                    <a:pt x="221" y="517"/>
                    <a:pt x="238" y="515"/>
                    <a:pt x="254" y="510"/>
                  </a:cubicBezTo>
                  <a:lnTo>
                    <a:pt x="801" y="364"/>
                  </a:lnTo>
                  <a:cubicBezTo>
                    <a:pt x="901" y="337"/>
                    <a:pt x="958" y="235"/>
                    <a:pt x="932" y="137"/>
                  </a:cubicBezTo>
                  <a:cubicBezTo>
                    <a:pt x="909" y="55"/>
                    <a:pt x="834" y="0"/>
                    <a:pt x="7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2"/>
            <p:cNvSpPr/>
            <p:nvPr/>
          </p:nvSpPr>
          <p:spPr>
            <a:xfrm>
              <a:off x="4084625" y="2196989"/>
              <a:ext cx="12151" cy="12151"/>
            </a:xfrm>
            <a:custGeom>
              <a:rect b="b" l="l" r="r" t="t"/>
              <a:pathLst>
                <a:path extrusionOk="0" h="373" w="373">
                  <a:moveTo>
                    <a:pt x="186" y="1"/>
                  </a:moveTo>
                  <a:cubicBezTo>
                    <a:pt x="82" y="1"/>
                    <a:pt x="1" y="85"/>
                    <a:pt x="1" y="186"/>
                  </a:cubicBezTo>
                  <a:cubicBezTo>
                    <a:pt x="1" y="290"/>
                    <a:pt x="85" y="373"/>
                    <a:pt x="186" y="373"/>
                  </a:cubicBezTo>
                  <a:cubicBezTo>
                    <a:pt x="290" y="373"/>
                    <a:pt x="373" y="289"/>
                    <a:pt x="373" y="186"/>
                  </a:cubicBezTo>
                  <a:cubicBezTo>
                    <a:pt x="373" y="85"/>
                    <a:pt x="290" y="2"/>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72"/>
          <p:cNvGrpSpPr/>
          <p:nvPr/>
        </p:nvGrpSpPr>
        <p:grpSpPr>
          <a:xfrm>
            <a:off x="5369775" y="2001296"/>
            <a:ext cx="309454" cy="309584"/>
            <a:chOff x="5369775" y="2001296"/>
            <a:chExt cx="309454" cy="309584"/>
          </a:xfrm>
        </p:grpSpPr>
        <p:sp>
          <p:nvSpPr>
            <p:cNvPr id="7642" name="Google Shape;7642;p72"/>
            <p:cNvSpPr/>
            <p:nvPr/>
          </p:nvSpPr>
          <p:spPr>
            <a:xfrm>
              <a:off x="5369775" y="2001296"/>
              <a:ext cx="309454" cy="309584"/>
            </a:xfrm>
            <a:custGeom>
              <a:rect b="b" l="l" r="r" t="t"/>
              <a:pathLst>
                <a:path extrusionOk="0" h="9503" w="9499">
                  <a:moveTo>
                    <a:pt x="7023" y="391"/>
                  </a:moveTo>
                  <a:lnTo>
                    <a:pt x="7983" y="647"/>
                  </a:lnTo>
                  <a:lnTo>
                    <a:pt x="8063" y="912"/>
                  </a:lnTo>
                  <a:lnTo>
                    <a:pt x="7245" y="1479"/>
                  </a:lnTo>
                  <a:lnTo>
                    <a:pt x="6820" y="578"/>
                  </a:lnTo>
                  <a:lnTo>
                    <a:pt x="7023" y="391"/>
                  </a:lnTo>
                  <a:close/>
                  <a:moveTo>
                    <a:pt x="2103" y="794"/>
                  </a:moveTo>
                  <a:lnTo>
                    <a:pt x="2243" y="868"/>
                  </a:lnTo>
                  <a:lnTo>
                    <a:pt x="2121" y="1544"/>
                  </a:lnTo>
                  <a:lnTo>
                    <a:pt x="1476" y="1313"/>
                  </a:lnTo>
                  <a:lnTo>
                    <a:pt x="1481" y="1153"/>
                  </a:lnTo>
                  <a:lnTo>
                    <a:pt x="2103" y="794"/>
                  </a:lnTo>
                  <a:close/>
                  <a:moveTo>
                    <a:pt x="3950" y="399"/>
                  </a:moveTo>
                  <a:lnTo>
                    <a:pt x="4906" y="1035"/>
                  </a:lnTo>
                  <a:lnTo>
                    <a:pt x="4491" y="1202"/>
                  </a:lnTo>
                  <a:cubicBezTo>
                    <a:pt x="4396" y="1239"/>
                    <a:pt x="4350" y="1348"/>
                    <a:pt x="4387" y="1443"/>
                  </a:cubicBezTo>
                  <a:cubicBezTo>
                    <a:pt x="4417" y="1515"/>
                    <a:pt x="4486" y="1559"/>
                    <a:pt x="4560" y="1559"/>
                  </a:cubicBezTo>
                  <a:cubicBezTo>
                    <a:pt x="4584" y="1559"/>
                    <a:pt x="4606" y="1556"/>
                    <a:pt x="4630" y="1546"/>
                  </a:cubicBezTo>
                  <a:lnTo>
                    <a:pt x="6182" y="923"/>
                  </a:lnTo>
                  <a:lnTo>
                    <a:pt x="6575" y="923"/>
                  </a:lnTo>
                  <a:lnTo>
                    <a:pt x="7006" y="1836"/>
                  </a:lnTo>
                  <a:cubicBezTo>
                    <a:pt x="7030" y="1887"/>
                    <a:pt x="7073" y="1923"/>
                    <a:pt x="7126" y="1936"/>
                  </a:cubicBezTo>
                  <a:cubicBezTo>
                    <a:pt x="7141" y="1940"/>
                    <a:pt x="7157" y="1943"/>
                    <a:pt x="7175" y="1943"/>
                  </a:cubicBezTo>
                  <a:cubicBezTo>
                    <a:pt x="7211" y="1943"/>
                    <a:pt x="7249" y="1931"/>
                    <a:pt x="7281" y="1910"/>
                  </a:cubicBezTo>
                  <a:lnTo>
                    <a:pt x="8063" y="1368"/>
                  </a:lnTo>
                  <a:lnTo>
                    <a:pt x="8509" y="1671"/>
                  </a:lnTo>
                  <a:lnTo>
                    <a:pt x="8509" y="2405"/>
                  </a:lnTo>
                  <a:lnTo>
                    <a:pt x="1185" y="2405"/>
                  </a:lnTo>
                  <a:lnTo>
                    <a:pt x="1671" y="1777"/>
                  </a:lnTo>
                  <a:lnTo>
                    <a:pt x="2204" y="1967"/>
                  </a:lnTo>
                  <a:cubicBezTo>
                    <a:pt x="2223" y="1976"/>
                    <a:pt x="2246" y="1978"/>
                    <a:pt x="2267" y="1978"/>
                  </a:cubicBezTo>
                  <a:cubicBezTo>
                    <a:pt x="2299" y="1978"/>
                    <a:pt x="2331" y="1971"/>
                    <a:pt x="2359" y="1954"/>
                  </a:cubicBezTo>
                  <a:cubicBezTo>
                    <a:pt x="2406" y="1925"/>
                    <a:pt x="2440" y="1880"/>
                    <a:pt x="2450" y="1826"/>
                  </a:cubicBezTo>
                  <a:lnTo>
                    <a:pt x="2591" y="1046"/>
                  </a:lnTo>
                  <a:lnTo>
                    <a:pt x="3950" y="399"/>
                  </a:lnTo>
                  <a:close/>
                  <a:moveTo>
                    <a:pt x="9126" y="2777"/>
                  </a:moveTo>
                  <a:lnTo>
                    <a:pt x="9126" y="3593"/>
                  </a:lnTo>
                  <a:lnTo>
                    <a:pt x="5581" y="3593"/>
                  </a:lnTo>
                  <a:cubicBezTo>
                    <a:pt x="5479" y="3593"/>
                    <a:pt x="5395" y="3675"/>
                    <a:pt x="5395" y="3779"/>
                  </a:cubicBezTo>
                  <a:cubicBezTo>
                    <a:pt x="5395" y="3881"/>
                    <a:pt x="5477" y="3964"/>
                    <a:pt x="5581" y="3964"/>
                  </a:cubicBezTo>
                  <a:lnTo>
                    <a:pt x="8665" y="3964"/>
                  </a:lnTo>
                  <a:lnTo>
                    <a:pt x="8208" y="7719"/>
                  </a:lnTo>
                  <a:lnTo>
                    <a:pt x="7609" y="7719"/>
                  </a:lnTo>
                  <a:cubicBezTo>
                    <a:pt x="7403" y="7405"/>
                    <a:pt x="7050" y="7199"/>
                    <a:pt x="6648" y="7199"/>
                  </a:cubicBezTo>
                  <a:cubicBezTo>
                    <a:pt x="6246" y="7199"/>
                    <a:pt x="5893" y="7407"/>
                    <a:pt x="5686" y="7719"/>
                  </a:cubicBezTo>
                  <a:lnTo>
                    <a:pt x="3798" y="7719"/>
                  </a:lnTo>
                  <a:cubicBezTo>
                    <a:pt x="3591" y="7405"/>
                    <a:pt x="3238" y="7199"/>
                    <a:pt x="2836" y="7199"/>
                  </a:cubicBezTo>
                  <a:cubicBezTo>
                    <a:pt x="2434" y="7199"/>
                    <a:pt x="2081" y="7407"/>
                    <a:pt x="1875" y="7719"/>
                  </a:cubicBezTo>
                  <a:lnTo>
                    <a:pt x="1285" y="7719"/>
                  </a:lnTo>
                  <a:lnTo>
                    <a:pt x="829" y="3964"/>
                  </a:lnTo>
                  <a:lnTo>
                    <a:pt x="3910" y="3964"/>
                  </a:lnTo>
                  <a:cubicBezTo>
                    <a:pt x="4012" y="3964"/>
                    <a:pt x="4096" y="3882"/>
                    <a:pt x="4096" y="3779"/>
                  </a:cubicBezTo>
                  <a:cubicBezTo>
                    <a:pt x="4096" y="3676"/>
                    <a:pt x="4013" y="3593"/>
                    <a:pt x="3910" y="3593"/>
                  </a:cubicBezTo>
                  <a:lnTo>
                    <a:pt x="368" y="3593"/>
                  </a:lnTo>
                  <a:lnTo>
                    <a:pt x="368" y="2777"/>
                  </a:lnTo>
                  <a:close/>
                  <a:moveTo>
                    <a:pt x="1717" y="8089"/>
                  </a:moveTo>
                  <a:cubicBezTo>
                    <a:pt x="1697" y="8172"/>
                    <a:pt x="1687" y="8258"/>
                    <a:pt x="1687" y="8347"/>
                  </a:cubicBezTo>
                  <a:cubicBezTo>
                    <a:pt x="1687" y="8436"/>
                    <a:pt x="1697" y="8524"/>
                    <a:pt x="1717" y="8607"/>
                  </a:cubicBezTo>
                  <a:lnTo>
                    <a:pt x="918" y="8607"/>
                  </a:lnTo>
                  <a:lnTo>
                    <a:pt x="918" y="8089"/>
                  </a:lnTo>
                  <a:close/>
                  <a:moveTo>
                    <a:pt x="5528" y="8090"/>
                  </a:moveTo>
                  <a:cubicBezTo>
                    <a:pt x="5509" y="8173"/>
                    <a:pt x="5499" y="8259"/>
                    <a:pt x="5499" y="8349"/>
                  </a:cubicBezTo>
                  <a:cubicBezTo>
                    <a:pt x="5499" y="8438"/>
                    <a:pt x="5509" y="8525"/>
                    <a:pt x="5528" y="8608"/>
                  </a:cubicBezTo>
                  <a:lnTo>
                    <a:pt x="3957" y="8608"/>
                  </a:lnTo>
                  <a:cubicBezTo>
                    <a:pt x="3977" y="8524"/>
                    <a:pt x="3987" y="8438"/>
                    <a:pt x="3987" y="8349"/>
                  </a:cubicBezTo>
                  <a:cubicBezTo>
                    <a:pt x="3987" y="8259"/>
                    <a:pt x="3977" y="8172"/>
                    <a:pt x="3957" y="8090"/>
                  </a:cubicBezTo>
                  <a:close/>
                  <a:moveTo>
                    <a:pt x="8576" y="8090"/>
                  </a:moveTo>
                  <a:lnTo>
                    <a:pt x="8576" y="8608"/>
                  </a:lnTo>
                  <a:lnTo>
                    <a:pt x="7768" y="8608"/>
                  </a:lnTo>
                  <a:cubicBezTo>
                    <a:pt x="7787" y="8524"/>
                    <a:pt x="7797" y="8438"/>
                    <a:pt x="7797" y="8349"/>
                  </a:cubicBezTo>
                  <a:cubicBezTo>
                    <a:pt x="7797" y="8259"/>
                    <a:pt x="7787" y="8172"/>
                    <a:pt x="7768" y="8090"/>
                  </a:cubicBezTo>
                  <a:close/>
                  <a:moveTo>
                    <a:pt x="2836" y="7570"/>
                  </a:moveTo>
                  <a:cubicBezTo>
                    <a:pt x="3265" y="7570"/>
                    <a:pt x="3615" y="7919"/>
                    <a:pt x="3615" y="8349"/>
                  </a:cubicBezTo>
                  <a:cubicBezTo>
                    <a:pt x="3615" y="8779"/>
                    <a:pt x="3265" y="9128"/>
                    <a:pt x="2836" y="9128"/>
                  </a:cubicBezTo>
                  <a:cubicBezTo>
                    <a:pt x="2406" y="9128"/>
                    <a:pt x="2057" y="8779"/>
                    <a:pt x="2057" y="8349"/>
                  </a:cubicBezTo>
                  <a:cubicBezTo>
                    <a:pt x="2057" y="7919"/>
                    <a:pt x="2406" y="7570"/>
                    <a:pt x="2836" y="7570"/>
                  </a:cubicBezTo>
                  <a:close/>
                  <a:moveTo>
                    <a:pt x="6648" y="7570"/>
                  </a:moveTo>
                  <a:cubicBezTo>
                    <a:pt x="7078" y="7570"/>
                    <a:pt x="7427" y="7919"/>
                    <a:pt x="7427" y="8349"/>
                  </a:cubicBezTo>
                  <a:cubicBezTo>
                    <a:pt x="7427" y="8779"/>
                    <a:pt x="7078" y="9128"/>
                    <a:pt x="6648" y="9128"/>
                  </a:cubicBezTo>
                  <a:cubicBezTo>
                    <a:pt x="6219" y="9128"/>
                    <a:pt x="5869" y="8779"/>
                    <a:pt x="5869" y="8349"/>
                  </a:cubicBezTo>
                  <a:cubicBezTo>
                    <a:pt x="5869" y="7919"/>
                    <a:pt x="6219" y="7570"/>
                    <a:pt x="6648" y="7570"/>
                  </a:cubicBezTo>
                  <a:close/>
                  <a:moveTo>
                    <a:pt x="3966" y="1"/>
                  </a:moveTo>
                  <a:cubicBezTo>
                    <a:pt x="3939" y="1"/>
                    <a:pt x="3912" y="7"/>
                    <a:pt x="3887" y="19"/>
                  </a:cubicBezTo>
                  <a:lnTo>
                    <a:pt x="2584" y="639"/>
                  </a:lnTo>
                  <a:cubicBezTo>
                    <a:pt x="2572" y="625"/>
                    <a:pt x="2557" y="615"/>
                    <a:pt x="2540" y="606"/>
                  </a:cubicBezTo>
                  <a:lnTo>
                    <a:pt x="2189" y="420"/>
                  </a:lnTo>
                  <a:cubicBezTo>
                    <a:pt x="2162" y="405"/>
                    <a:pt x="2132" y="398"/>
                    <a:pt x="2101" y="398"/>
                  </a:cubicBezTo>
                  <a:cubicBezTo>
                    <a:pt x="2070" y="398"/>
                    <a:pt x="2038" y="406"/>
                    <a:pt x="2010" y="422"/>
                  </a:cubicBezTo>
                  <a:lnTo>
                    <a:pt x="1210" y="885"/>
                  </a:lnTo>
                  <a:cubicBezTo>
                    <a:pt x="1154" y="917"/>
                    <a:pt x="1120" y="975"/>
                    <a:pt x="1117" y="1039"/>
                  </a:cubicBezTo>
                  <a:lnTo>
                    <a:pt x="1102" y="1436"/>
                  </a:lnTo>
                  <a:cubicBezTo>
                    <a:pt x="1100" y="1517"/>
                    <a:pt x="1149" y="1590"/>
                    <a:pt x="1226" y="1616"/>
                  </a:cubicBezTo>
                  <a:lnTo>
                    <a:pt x="1305" y="1646"/>
                  </a:lnTo>
                  <a:lnTo>
                    <a:pt x="714" y="2406"/>
                  </a:lnTo>
                  <a:lnTo>
                    <a:pt x="185" y="2406"/>
                  </a:lnTo>
                  <a:cubicBezTo>
                    <a:pt x="84" y="2406"/>
                    <a:pt x="0" y="2489"/>
                    <a:pt x="0" y="2593"/>
                  </a:cubicBezTo>
                  <a:lnTo>
                    <a:pt x="0" y="3780"/>
                  </a:lnTo>
                  <a:cubicBezTo>
                    <a:pt x="0" y="3882"/>
                    <a:pt x="83" y="3966"/>
                    <a:pt x="185" y="3966"/>
                  </a:cubicBezTo>
                  <a:lnTo>
                    <a:pt x="458" y="3966"/>
                  </a:lnTo>
                  <a:lnTo>
                    <a:pt x="916" y="7721"/>
                  </a:lnTo>
                  <a:lnTo>
                    <a:pt x="734" y="7721"/>
                  </a:lnTo>
                  <a:cubicBezTo>
                    <a:pt x="633" y="7721"/>
                    <a:pt x="549" y="7803"/>
                    <a:pt x="549" y="7906"/>
                  </a:cubicBezTo>
                  <a:lnTo>
                    <a:pt x="549" y="8797"/>
                  </a:lnTo>
                  <a:cubicBezTo>
                    <a:pt x="549" y="8899"/>
                    <a:pt x="631" y="8983"/>
                    <a:pt x="734" y="8983"/>
                  </a:cubicBezTo>
                  <a:lnTo>
                    <a:pt x="1877" y="8983"/>
                  </a:lnTo>
                  <a:cubicBezTo>
                    <a:pt x="2084" y="9295"/>
                    <a:pt x="2437" y="9503"/>
                    <a:pt x="2839" y="9503"/>
                  </a:cubicBezTo>
                  <a:cubicBezTo>
                    <a:pt x="3241" y="9503"/>
                    <a:pt x="3594" y="9295"/>
                    <a:pt x="3800" y="8983"/>
                  </a:cubicBezTo>
                  <a:lnTo>
                    <a:pt x="5690" y="8983"/>
                  </a:lnTo>
                  <a:cubicBezTo>
                    <a:pt x="5895" y="9295"/>
                    <a:pt x="6250" y="9503"/>
                    <a:pt x="6650" y="9503"/>
                  </a:cubicBezTo>
                  <a:cubicBezTo>
                    <a:pt x="7052" y="9503"/>
                    <a:pt x="7407" y="9295"/>
                    <a:pt x="7612" y="8983"/>
                  </a:cubicBezTo>
                  <a:lnTo>
                    <a:pt x="8764" y="8983"/>
                  </a:lnTo>
                  <a:cubicBezTo>
                    <a:pt x="8866" y="8983"/>
                    <a:pt x="8951" y="8900"/>
                    <a:pt x="8951" y="8797"/>
                  </a:cubicBezTo>
                  <a:lnTo>
                    <a:pt x="8951" y="7906"/>
                  </a:lnTo>
                  <a:cubicBezTo>
                    <a:pt x="8951" y="7805"/>
                    <a:pt x="8868" y="7721"/>
                    <a:pt x="8764" y="7721"/>
                  </a:cubicBezTo>
                  <a:lnTo>
                    <a:pt x="8584" y="7721"/>
                  </a:lnTo>
                  <a:lnTo>
                    <a:pt x="9041" y="3966"/>
                  </a:lnTo>
                  <a:lnTo>
                    <a:pt x="9313" y="3966"/>
                  </a:lnTo>
                  <a:cubicBezTo>
                    <a:pt x="9415" y="3966"/>
                    <a:pt x="9499" y="3883"/>
                    <a:pt x="9499" y="3780"/>
                  </a:cubicBezTo>
                  <a:lnTo>
                    <a:pt x="9499" y="2593"/>
                  </a:lnTo>
                  <a:cubicBezTo>
                    <a:pt x="9496" y="2489"/>
                    <a:pt x="9414" y="2405"/>
                    <a:pt x="9312" y="2405"/>
                  </a:cubicBezTo>
                  <a:lnTo>
                    <a:pt x="8877" y="2405"/>
                  </a:lnTo>
                  <a:lnTo>
                    <a:pt x="8877" y="1572"/>
                  </a:lnTo>
                  <a:cubicBezTo>
                    <a:pt x="8877" y="1511"/>
                    <a:pt x="8847" y="1453"/>
                    <a:pt x="8796" y="1420"/>
                  </a:cubicBezTo>
                  <a:lnTo>
                    <a:pt x="8387" y="1143"/>
                  </a:lnTo>
                  <a:cubicBezTo>
                    <a:pt x="8454" y="1097"/>
                    <a:pt x="8482" y="1013"/>
                    <a:pt x="8459" y="936"/>
                  </a:cubicBezTo>
                  <a:lnTo>
                    <a:pt x="8308" y="443"/>
                  </a:lnTo>
                  <a:cubicBezTo>
                    <a:pt x="8290" y="382"/>
                    <a:pt x="8240" y="335"/>
                    <a:pt x="8179" y="320"/>
                  </a:cubicBezTo>
                  <a:lnTo>
                    <a:pt x="7020" y="8"/>
                  </a:lnTo>
                  <a:cubicBezTo>
                    <a:pt x="7004" y="4"/>
                    <a:pt x="6988" y="2"/>
                    <a:pt x="6972" y="2"/>
                  </a:cubicBezTo>
                  <a:cubicBezTo>
                    <a:pt x="6925" y="2"/>
                    <a:pt x="6880" y="20"/>
                    <a:pt x="6846" y="52"/>
                  </a:cubicBezTo>
                  <a:lnTo>
                    <a:pt x="6469" y="403"/>
                  </a:lnTo>
                  <a:cubicBezTo>
                    <a:pt x="6427" y="442"/>
                    <a:pt x="6406" y="499"/>
                    <a:pt x="6411" y="553"/>
                  </a:cubicBezTo>
                  <a:lnTo>
                    <a:pt x="6145" y="553"/>
                  </a:lnTo>
                  <a:cubicBezTo>
                    <a:pt x="6122" y="553"/>
                    <a:pt x="6098" y="557"/>
                    <a:pt x="6076" y="567"/>
                  </a:cubicBezTo>
                  <a:lnTo>
                    <a:pt x="5323" y="870"/>
                  </a:lnTo>
                  <a:lnTo>
                    <a:pt x="4069" y="32"/>
                  </a:lnTo>
                  <a:cubicBezTo>
                    <a:pt x="4038" y="11"/>
                    <a:pt x="4002" y="1"/>
                    <a:pt x="39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2"/>
            <p:cNvSpPr/>
            <p:nvPr/>
          </p:nvSpPr>
          <p:spPr>
            <a:xfrm>
              <a:off x="5518296" y="2118347"/>
              <a:ext cx="12151" cy="12119"/>
            </a:xfrm>
            <a:custGeom>
              <a:rect b="b" l="l" r="r" t="t"/>
              <a:pathLst>
                <a:path extrusionOk="0" h="372" w="373">
                  <a:moveTo>
                    <a:pt x="187" y="0"/>
                  </a:moveTo>
                  <a:cubicBezTo>
                    <a:pt x="83" y="0"/>
                    <a:pt x="0" y="83"/>
                    <a:pt x="0" y="186"/>
                  </a:cubicBezTo>
                  <a:cubicBezTo>
                    <a:pt x="0" y="289"/>
                    <a:pt x="84" y="371"/>
                    <a:pt x="187" y="371"/>
                  </a:cubicBezTo>
                  <a:cubicBezTo>
                    <a:pt x="290" y="371"/>
                    <a:pt x="372" y="288"/>
                    <a:pt x="372" y="186"/>
                  </a:cubicBezTo>
                  <a:cubicBezTo>
                    <a:pt x="372" y="84"/>
                    <a:pt x="290"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2"/>
            <p:cNvSpPr/>
            <p:nvPr/>
          </p:nvSpPr>
          <p:spPr>
            <a:xfrm>
              <a:off x="5456106" y="2267193"/>
              <a:ext cx="12151" cy="12151"/>
            </a:xfrm>
            <a:custGeom>
              <a:rect b="b" l="l" r="r" t="t"/>
              <a:pathLst>
                <a:path extrusionOk="0" h="373" w="373">
                  <a:moveTo>
                    <a:pt x="186" y="1"/>
                  </a:moveTo>
                  <a:cubicBezTo>
                    <a:pt x="82" y="1"/>
                    <a:pt x="0" y="85"/>
                    <a:pt x="0" y="187"/>
                  </a:cubicBezTo>
                  <a:cubicBezTo>
                    <a:pt x="0" y="290"/>
                    <a:pt x="84" y="373"/>
                    <a:pt x="186" y="373"/>
                  </a:cubicBezTo>
                  <a:cubicBezTo>
                    <a:pt x="290" y="373"/>
                    <a:pt x="372" y="289"/>
                    <a:pt x="372" y="187"/>
                  </a:cubicBezTo>
                  <a:cubicBezTo>
                    <a:pt x="372" y="85"/>
                    <a:pt x="290"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2"/>
            <p:cNvSpPr/>
            <p:nvPr/>
          </p:nvSpPr>
          <p:spPr>
            <a:xfrm>
              <a:off x="5580258" y="2267193"/>
              <a:ext cx="12151" cy="12151"/>
            </a:xfrm>
            <a:custGeom>
              <a:rect b="b" l="l" r="r" t="t"/>
              <a:pathLst>
                <a:path extrusionOk="0" h="373" w="373">
                  <a:moveTo>
                    <a:pt x="187" y="1"/>
                  </a:moveTo>
                  <a:cubicBezTo>
                    <a:pt x="83" y="1"/>
                    <a:pt x="1" y="85"/>
                    <a:pt x="1" y="187"/>
                  </a:cubicBezTo>
                  <a:cubicBezTo>
                    <a:pt x="1" y="290"/>
                    <a:pt x="84" y="373"/>
                    <a:pt x="187" y="373"/>
                  </a:cubicBezTo>
                  <a:cubicBezTo>
                    <a:pt x="291" y="373"/>
                    <a:pt x="372" y="289"/>
                    <a:pt x="372" y="187"/>
                  </a:cubicBezTo>
                  <a:cubicBezTo>
                    <a:pt x="372" y="85"/>
                    <a:pt x="290"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2"/>
            <p:cNvSpPr/>
            <p:nvPr/>
          </p:nvSpPr>
          <p:spPr>
            <a:xfrm>
              <a:off x="5487152" y="2148611"/>
              <a:ext cx="20003" cy="75547"/>
            </a:xfrm>
            <a:custGeom>
              <a:rect b="b" l="l" r="r" t="t"/>
              <a:pathLst>
                <a:path extrusionOk="0" h="2319" w="614">
                  <a:moveTo>
                    <a:pt x="197" y="0"/>
                  </a:moveTo>
                  <a:cubicBezTo>
                    <a:pt x="190" y="0"/>
                    <a:pt x="183" y="1"/>
                    <a:pt x="176" y="2"/>
                  </a:cubicBezTo>
                  <a:cubicBezTo>
                    <a:pt x="74" y="14"/>
                    <a:pt x="1" y="105"/>
                    <a:pt x="12" y="208"/>
                  </a:cubicBezTo>
                  <a:lnTo>
                    <a:pt x="232" y="2153"/>
                  </a:lnTo>
                  <a:cubicBezTo>
                    <a:pt x="244" y="2248"/>
                    <a:pt x="323" y="2319"/>
                    <a:pt x="417" y="2319"/>
                  </a:cubicBezTo>
                  <a:cubicBezTo>
                    <a:pt x="425" y="2319"/>
                    <a:pt x="431" y="2319"/>
                    <a:pt x="438" y="2317"/>
                  </a:cubicBezTo>
                  <a:cubicBezTo>
                    <a:pt x="540" y="2305"/>
                    <a:pt x="614" y="2214"/>
                    <a:pt x="602" y="2111"/>
                  </a:cubicBezTo>
                  <a:lnTo>
                    <a:pt x="382" y="166"/>
                  </a:lnTo>
                  <a:cubicBezTo>
                    <a:pt x="370" y="70"/>
                    <a:pt x="291" y="0"/>
                    <a:pt x="1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2"/>
            <p:cNvSpPr/>
            <p:nvPr/>
          </p:nvSpPr>
          <p:spPr>
            <a:xfrm>
              <a:off x="5431575" y="2148676"/>
              <a:ext cx="22576" cy="75482"/>
            </a:xfrm>
            <a:custGeom>
              <a:rect b="b" l="l" r="r" t="t"/>
              <a:pathLst>
                <a:path extrusionOk="0" h="2317" w="693">
                  <a:moveTo>
                    <a:pt x="201" y="0"/>
                  </a:moveTo>
                  <a:cubicBezTo>
                    <a:pt x="191" y="0"/>
                    <a:pt x="182" y="1"/>
                    <a:pt x="172" y="3"/>
                  </a:cubicBezTo>
                  <a:cubicBezTo>
                    <a:pt x="69" y="17"/>
                    <a:pt x="0" y="113"/>
                    <a:pt x="16" y="213"/>
                  </a:cubicBezTo>
                  <a:lnTo>
                    <a:pt x="310" y="2160"/>
                  </a:lnTo>
                  <a:cubicBezTo>
                    <a:pt x="325" y="2251"/>
                    <a:pt x="404" y="2317"/>
                    <a:pt x="494" y="2317"/>
                  </a:cubicBezTo>
                  <a:cubicBezTo>
                    <a:pt x="503" y="2317"/>
                    <a:pt x="512" y="2317"/>
                    <a:pt x="522" y="2315"/>
                  </a:cubicBezTo>
                  <a:cubicBezTo>
                    <a:pt x="624" y="2301"/>
                    <a:pt x="693" y="2205"/>
                    <a:pt x="677" y="2104"/>
                  </a:cubicBezTo>
                  <a:lnTo>
                    <a:pt x="383" y="159"/>
                  </a:lnTo>
                  <a:cubicBezTo>
                    <a:pt x="369" y="66"/>
                    <a:pt x="290" y="0"/>
                    <a:pt x="2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2"/>
            <p:cNvSpPr/>
            <p:nvPr/>
          </p:nvSpPr>
          <p:spPr>
            <a:xfrm>
              <a:off x="5541654" y="2148611"/>
              <a:ext cx="20003" cy="75547"/>
            </a:xfrm>
            <a:custGeom>
              <a:rect b="b" l="l" r="r" t="t"/>
              <a:pathLst>
                <a:path extrusionOk="0" h="2319" w="614">
                  <a:moveTo>
                    <a:pt x="417" y="0"/>
                  </a:moveTo>
                  <a:cubicBezTo>
                    <a:pt x="324" y="0"/>
                    <a:pt x="244" y="70"/>
                    <a:pt x="232" y="166"/>
                  </a:cubicBezTo>
                  <a:lnTo>
                    <a:pt x="12" y="2111"/>
                  </a:lnTo>
                  <a:cubicBezTo>
                    <a:pt x="1" y="2214"/>
                    <a:pt x="74" y="2305"/>
                    <a:pt x="177" y="2317"/>
                  </a:cubicBezTo>
                  <a:cubicBezTo>
                    <a:pt x="183" y="2319"/>
                    <a:pt x="191" y="2319"/>
                    <a:pt x="198" y="2319"/>
                  </a:cubicBezTo>
                  <a:cubicBezTo>
                    <a:pt x="291" y="2319"/>
                    <a:pt x="371" y="2249"/>
                    <a:pt x="382" y="2153"/>
                  </a:cubicBezTo>
                  <a:lnTo>
                    <a:pt x="602" y="208"/>
                  </a:lnTo>
                  <a:cubicBezTo>
                    <a:pt x="614" y="105"/>
                    <a:pt x="540" y="14"/>
                    <a:pt x="439" y="2"/>
                  </a:cubicBezTo>
                  <a:cubicBezTo>
                    <a:pt x="432" y="1"/>
                    <a:pt x="424" y="0"/>
                    <a:pt x="4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2"/>
            <p:cNvSpPr/>
            <p:nvPr/>
          </p:nvSpPr>
          <p:spPr>
            <a:xfrm>
              <a:off x="5594690" y="2148644"/>
              <a:ext cx="22609" cy="75515"/>
            </a:xfrm>
            <a:custGeom>
              <a:rect b="b" l="l" r="r" t="t"/>
              <a:pathLst>
                <a:path extrusionOk="0" h="2318" w="694">
                  <a:moveTo>
                    <a:pt x="494" y="0"/>
                  </a:moveTo>
                  <a:cubicBezTo>
                    <a:pt x="404" y="0"/>
                    <a:pt x="325" y="67"/>
                    <a:pt x="311" y="158"/>
                  </a:cubicBezTo>
                  <a:lnTo>
                    <a:pt x="16" y="2104"/>
                  </a:lnTo>
                  <a:cubicBezTo>
                    <a:pt x="1" y="2205"/>
                    <a:pt x="71" y="2299"/>
                    <a:pt x="173" y="2315"/>
                  </a:cubicBezTo>
                  <a:cubicBezTo>
                    <a:pt x="182" y="2316"/>
                    <a:pt x="190" y="2318"/>
                    <a:pt x="200" y="2318"/>
                  </a:cubicBezTo>
                  <a:cubicBezTo>
                    <a:pt x="290" y="2318"/>
                    <a:pt x="368" y="2252"/>
                    <a:pt x="383" y="2159"/>
                  </a:cubicBezTo>
                  <a:lnTo>
                    <a:pt x="677" y="213"/>
                  </a:lnTo>
                  <a:cubicBezTo>
                    <a:pt x="693" y="113"/>
                    <a:pt x="623" y="18"/>
                    <a:pt x="522" y="3"/>
                  </a:cubicBezTo>
                  <a:cubicBezTo>
                    <a:pt x="513" y="1"/>
                    <a:pt x="503" y="0"/>
                    <a:pt x="4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72"/>
          <p:cNvGrpSpPr/>
          <p:nvPr/>
        </p:nvGrpSpPr>
        <p:grpSpPr>
          <a:xfrm>
            <a:off x="4749467" y="2001328"/>
            <a:ext cx="244299" cy="309454"/>
            <a:chOff x="4749467" y="2001328"/>
            <a:chExt cx="244299" cy="309454"/>
          </a:xfrm>
        </p:grpSpPr>
        <p:sp>
          <p:nvSpPr>
            <p:cNvPr id="7651" name="Google Shape;7651;p72"/>
            <p:cNvSpPr/>
            <p:nvPr/>
          </p:nvSpPr>
          <p:spPr>
            <a:xfrm>
              <a:off x="4749467" y="2001328"/>
              <a:ext cx="244299" cy="309454"/>
            </a:xfrm>
            <a:custGeom>
              <a:rect b="b" l="l" r="r" t="t"/>
              <a:pathLst>
                <a:path extrusionOk="0" h="9499" w="7499">
                  <a:moveTo>
                    <a:pt x="4463" y="371"/>
                  </a:moveTo>
                  <a:cubicBezTo>
                    <a:pt x="4513" y="371"/>
                    <a:pt x="4555" y="413"/>
                    <a:pt x="4555" y="463"/>
                  </a:cubicBezTo>
                  <a:lnTo>
                    <a:pt x="4555" y="741"/>
                  </a:lnTo>
                  <a:lnTo>
                    <a:pt x="2940" y="741"/>
                  </a:lnTo>
                  <a:lnTo>
                    <a:pt x="2940" y="463"/>
                  </a:lnTo>
                  <a:cubicBezTo>
                    <a:pt x="2940" y="413"/>
                    <a:pt x="2982" y="371"/>
                    <a:pt x="3034" y="371"/>
                  </a:cubicBezTo>
                  <a:close/>
                  <a:moveTo>
                    <a:pt x="2226" y="1112"/>
                  </a:moveTo>
                  <a:lnTo>
                    <a:pt x="2226" y="1520"/>
                  </a:lnTo>
                  <a:lnTo>
                    <a:pt x="574" y="1520"/>
                  </a:lnTo>
                  <a:cubicBezTo>
                    <a:pt x="462" y="1520"/>
                    <a:pt x="370" y="1429"/>
                    <a:pt x="370" y="1316"/>
                  </a:cubicBezTo>
                  <a:cubicBezTo>
                    <a:pt x="370" y="1204"/>
                    <a:pt x="462" y="1112"/>
                    <a:pt x="574" y="1112"/>
                  </a:cubicBezTo>
                  <a:close/>
                  <a:moveTo>
                    <a:pt x="6920" y="1112"/>
                  </a:moveTo>
                  <a:cubicBezTo>
                    <a:pt x="7032" y="1112"/>
                    <a:pt x="7125" y="1204"/>
                    <a:pt x="7125" y="1316"/>
                  </a:cubicBezTo>
                  <a:cubicBezTo>
                    <a:pt x="7125" y="1429"/>
                    <a:pt x="7032" y="1520"/>
                    <a:pt x="6920" y="1520"/>
                  </a:cubicBezTo>
                  <a:lnTo>
                    <a:pt x="5268" y="1520"/>
                  </a:lnTo>
                  <a:lnTo>
                    <a:pt x="5268" y="1112"/>
                  </a:lnTo>
                  <a:close/>
                  <a:moveTo>
                    <a:pt x="4081" y="1112"/>
                  </a:moveTo>
                  <a:lnTo>
                    <a:pt x="4081" y="2373"/>
                  </a:lnTo>
                  <a:lnTo>
                    <a:pt x="3413" y="2373"/>
                  </a:lnTo>
                  <a:lnTo>
                    <a:pt x="3413" y="1112"/>
                  </a:lnTo>
                  <a:close/>
                  <a:moveTo>
                    <a:pt x="4898" y="1112"/>
                  </a:moveTo>
                  <a:lnTo>
                    <a:pt x="4898" y="3412"/>
                  </a:lnTo>
                  <a:lnTo>
                    <a:pt x="2598" y="3412"/>
                  </a:lnTo>
                  <a:lnTo>
                    <a:pt x="2598" y="1112"/>
                  </a:lnTo>
                  <a:lnTo>
                    <a:pt x="3043" y="1112"/>
                  </a:lnTo>
                  <a:lnTo>
                    <a:pt x="3043" y="2558"/>
                  </a:lnTo>
                  <a:cubicBezTo>
                    <a:pt x="3043" y="2661"/>
                    <a:pt x="3125" y="2745"/>
                    <a:pt x="3229" y="2745"/>
                  </a:cubicBezTo>
                  <a:lnTo>
                    <a:pt x="4267" y="2745"/>
                  </a:lnTo>
                  <a:cubicBezTo>
                    <a:pt x="4369" y="2745"/>
                    <a:pt x="4453" y="2662"/>
                    <a:pt x="4453" y="2558"/>
                  </a:cubicBezTo>
                  <a:lnTo>
                    <a:pt x="4453" y="1112"/>
                  </a:lnTo>
                  <a:close/>
                  <a:moveTo>
                    <a:pt x="4533" y="3784"/>
                  </a:moveTo>
                  <a:lnTo>
                    <a:pt x="4533" y="4229"/>
                  </a:lnTo>
                  <a:lnTo>
                    <a:pt x="2961" y="4229"/>
                  </a:lnTo>
                  <a:lnTo>
                    <a:pt x="2961" y="3784"/>
                  </a:lnTo>
                  <a:close/>
                  <a:moveTo>
                    <a:pt x="3932" y="7428"/>
                  </a:moveTo>
                  <a:lnTo>
                    <a:pt x="3932" y="8554"/>
                  </a:lnTo>
                  <a:lnTo>
                    <a:pt x="3934" y="8554"/>
                  </a:lnTo>
                  <a:lnTo>
                    <a:pt x="3747" y="8911"/>
                  </a:lnTo>
                  <a:lnTo>
                    <a:pt x="3561" y="8554"/>
                  </a:lnTo>
                  <a:lnTo>
                    <a:pt x="3561" y="7428"/>
                  </a:lnTo>
                  <a:close/>
                  <a:moveTo>
                    <a:pt x="3034" y="0"/>
                  </a:moveTo>
                  <a:cubicBezTo>
                    <a:pt x="2778" y="0"/>
                    <a:pt x="2570" y="209"/>
                    <a:pt x="2570" y="463"/>
                  </a:cubicBezTo>
                  <a:lnTo>
                    <a:pt x="2570" y="741"/>
                  </a:lnTo>
                  <a:lnTo>
                    <a:pt x="576" y="741"/>
                  </a:lnTo>
                  <a:cubicBezTo>
                    <a:pt x="259" y="741"/>
                    <a:pt x="1" y="999"/>
                    <a:pt x="1" y="1316"/>
                  </a:cubicBezTo>
                  <a:cubicBezTo>
                    <a:pt x="1" y="1633"/>
                    <a:pt x="259" y="1891"/>
                    <a:pt x="576" y="1891"/>
                  </a:cubicBezTo>
                  <a:lnTo>
                    <a:pt x="2227" y="1891"/>
                  </a:lnTo>
                  <a:lnTo>
                    <a:pt x="2227" y="3599"/>
                  </a:lnTo>
                  <a:cubicBezTo>
                    <a:pt x="2227" y="3700"/>
                    <a:pt x="2310" y="3784"/>
                    <a:pt x="2413" y="3784"/>
                  </a:cubicBezTo>
                  <a:lnTo>
                    <a:pt x="2593" y="3784"/>
                  </a:lnTo>
                  <a:lnTo>
                    <a:pt x="2593" y="4416"/>
                  </a:lnTo>
                  <a:cubicBezTo>
                    <a:pt x="2593" y="4517"/>
                    <a:pt x="2674" y="4601"/>
                    <a:pt x="2778" y="4601"/>
                  </a:cubicBezTo>
                  <a:lnTo>
                    <a:pt x="2999" y="4601"/>
                  </a:lnTo>
                  <a:lnTo>
                    <a:pt x="2999" y="7243"/>
                  </a:lnTo>
                  <a:cubicBezTo>
                    <a:pt x="2999" y="7345"/>
                    <a:pt x="3082" y="7429"/>
                    <a:pt x="3186" y="7429"/>
                  </a:cubicBezTo>
                  <a:lnTo>
                    <a:pt x="3193" y="7429"/>
                  </a:lnTo>
                  <a:lnTo>
                    <a:pt x="3193" y="8601"/>
                  </a:lnTo>
                  <a:cubicBezTo>
                    <a:pt x="3193" y="8631"/>
                    <a:pt x="3200" y="8660"/>
                    <a:pt x="3214" y="8686"/>
                  </a:cubicBezTo>
                  <a:lnTo>
                    <a:pt x="3585" y="9399"/>
                  </a:lnTo>
                  <a:cubicBezTo>
                    <a:pt x="3616" y="9461"/>
                    <a:pt x="3680" y="9499"/>
                    <a:pt x="3750" y="9499"/>
                  </a:cubicBezTo>
                  <a:cubicBezTo>
                    <a:pt x="3819" y="9499"/>
                    <a:pt x="3882" y="9461"/>
                    <a:pt x="3915" y="9399"/>
                  </a:cubicBezTo>
                  <a:lnTo>
                    <a:pt x="4286" y="8686"/>
                  </a:lnTo>
                  <a:cubicBezTo>
                    <a:pt x="4298" y="8660"/>
                    <a:pt x="4307" y="8629"/>
                    <a:pt x="4307" y="8601"/>
                  </a:cubicBezTo>
                  <a:lnTo>
                    <a:pt x="4307" y="7429"/>
                  </a:lnTo>
                  <a:lnTo>
                    <a:pt x="4314" y="7429"/>
                  </a:lnTo>
                  <a:cubicBezTo>
                    <a:pt x="4417" y="7429"/>
                    <a:pt x="4500" y="7346"/>
                    <a:pt x="4500" y="7243"/>
                  </a:cubicBezTo>
                  <a:lnTo>
                    <a:pt x="4500" y="6673"/>
                  </a:lnTo>
                  <a:cubicBezTo>
                    <a:pt x="4500" y="6571"/>
                    <a:pt x="4418" y="6487"/>
                    <a:pt x="4314" y="6487"/>
                  </a:cubicBezTo>
                  <a:cubicBezTo>
                    <a:pt x="4212" y="6487"/>
                    <a:pt x="4128" y="6570"/>
                    <a:pt x="4128" y="6673"/>
                  </a:cubicBezTo>
                  <a:lnTo>
                    <a:pt x="4128" y="7057"/>
                  </a:lnTo>
                  <a:lnTo>
                    <a:pt x="3370" y="7057"/>
                  </a:lnTo>
                  <a:lnTo>
                    <a:pt x="3370" y="4600"/>
                  </a:lnTo>
                  <a:lnTo>
                    <a:pt x="4128" y="4600"/>
                  </a:lnTo>
                  <a:lnTo>
                    <a:pt x="4128" y="5002"/>
                  </a:lnTo>
                  <a:cubicBezTo>
                    <a:pt x="4128" y="5104"/>
                    <a:pt x="4211" y="5188"/>
                    <a:pt x="4314" y="5188"/>
                  </a:cubicBezTo>
                  <a:cubicBezTo>
                    <a:pt x="4417" y="5188"/>
                    <a:pt x="4500" y="5105"/>
                    <a:pt x="4500" y="5002"/>
                  </a:cubicBezTo>
                  <a:lnTo>
                    <a:pt x="4500" y="4600"/>
                  </a:lnTo>
                  <a:lnTo>
                    <a:pt x="4721" y="4600"/>
                  </a:lnTo>
                  <a:cubicBezTo>
                    <a:pt x="4824" y="4600"/>
                    <a:pt x="4908" y="4517"/>
                    <a:pt x="4908" y="4415"/>
                  </a:cubicBezTo>
                  <a:lnTo>
                    <a:pt x="4908" y="3783"/>
                  </a:lnTo>
                  <a:lnTo>
                    <a:pt x="5087" y="3783"/>
                  </a:lnTo>
                  <a:cubicBezTo>
                    <a:pt x="5189" y="3783"/>
                    <a:pt x="5272" y="3700"/>
                    <a:pt x="5272" y="3598"/>
                  </a:cubicBezTo>
                  <a:lnTo>
                    <a:pt x="5272" y="1890"/>
                  </a:lnTo>
                  <a:lnTo>
                    <a:pt x="6925" y="1890"/>
                  </a:lnTo>
                  <a:cubicBezTo>
                    <a:pt x="7241" y="1890"/>
                    <a:pt x="7499" y="1631"/>
                    <a:pt x="7499" y="1315"/>
                  </a:cubicBezTo>
                  <a:cubicBezTo>
                    <a:pt x="7495" y="999"/>
                    <a:pt x="7237" y="741"/>
                    <a:pt x="6920" y="741"/>
                  </a:cubicBezTo>
                  <a:lnTo>
                    <a:pt x="4926" y="741"/>
                  </a:lnTo>
                  <a:lnTo>
                    <a:pt x="4926" y="463"/>
                  </a:lnTo>
                  <a:cubicBezTo>
                    <a:pt x="4926" y="209"/>
                    <a:pt x="4717" y="0"/>
                    <a:pt x="4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2"/>
            <p:cNvSpPr/>
            <p:nvPr/>
          </p:nvSpPr>
          <p:spPr>
            <a:xfrm>
              <a:off x="4883849" y="2185424"/>
              <a:ext cx="12151" cy="12151"/>
            </a:xfrm>
            <a:custGeom>
              <a:rect b="b" l="l" r="r" t="t"/>
              <a:pathLst>
                <a:path extrusionOk="0" h="373" w="373">
                  <a:moveTo>
                    <a:pt x="187" y="1"/>
                  </a:moveTo>
                  <a:cubicBezTo>
                    <a:pt x="83" y="1"/>
                    <a:pt x="0" y="85"/>
                    <a:pt x="0" y="186"/>
                  </a:cubicBezTo>
                  <a:cubicBezTo>
                    <a:pt x="0" y="290"/>
                    <a:pt x="84" y="373"/>
                    <a:pt x="187" y="373"/>
                  </a:cubicBezTo>
                  <a:cubicBezTo>
                    <a:pt x="291" y="373"/>
                    <a:pt x="372" y="289"/>
                    <a:pt x="372" y="186"/>
                  </a:cubicBezTo>
                  <a:cubicBezTo>
                    <a:pt x="372" y="85"/>
                    <a:pt x="291"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3" name="Google Shape;7653;p72"/>
          <p:cNvGrpSpPr/>
          <p:nvPr/>
        </p:nvGrpSpPr>
        <p:grpSpPr>
          <a:xfrm>
            <a:off x="6049244" y="2025436"/>
            <a:ext cx="309551" cy="261141"/>
            <a:chOff x="6049244" y="2025436"/>
            <a:chExt cx="309551" cy="261141"/>
          </a:xfrm>
        </p:grpSpPr>
        <p:sp>
          <p:nvSpPr>
            <p:cNvPr id="7654" name="Google Shape;7654;p72"/>
            <p:cNvSpPr/>
            <p:nvPr/>
          </p:nvSpPr>
          <p:spPr>
            <a:xfrm>
              <a:off x="6184701" y="2096683"/>
              <a:ext cx="38702" cy="38637"/>
            </a:xfrm>
            <a:custGeom>
              <a:rect b="b" l="l" r="r" t="t"/>
              <a:pathLst>
                <a:path extrusionOk="0" h="1186" w="1188">
                  <a:moveTo>
                    <a:pt x="594" y="372"/>
                  </a:moveTo>
                  <a:cubicBezTo>
                    <a:pt x="716" y="372"/>
                    <a:pt x="816" y="471"/>
                    <a:pt x="816" y="594"/>
                  </a:cubicBezTo>
                  <a:cubicBezTo>
                    <a:pt x="816" y="718"/>
                    <a:pt x="716" y="817"/>
                    <a:pt x="594" y="817"/>
                  </a:cubicBezTo>
                  <a:cubicBezTo>
                    <a:pt x="470" y="817"/>
                    <a:pt x="370" y="718"/>
                    <a:pt x="370" y="594"/>
                  </a:cubicBezTo>
                  <a:cubicBezTo>
                    <a:pt x="370" y="471"/>
                    <a:pt x="470" y="372"/>
                    <a:pt x="594" y="372"/>
                  </a:cubicBezTo>
                  <a:close/>
                  <a:moveTo>
                    <a:pt x="594" y="0"/>
                  </a:moveTo>
                  <a:cubicBezTo>
                    <a:pt x="266" y="0"/>
                    <a:pt x="1" y="265"/>
                    <a:pt x="1" y="593"/>
                  </a:cubicBezTo>
                  <a:cubicBezTo>
                    <a:pt x="1" y="920"/>
                    <a:pt x="266" y="1186"/>
                    <a:pt x="594" y="1186"/>
                  </a:cubicBezTo>
                  <a:cubicBezTo>
                    <a:pt x="920" y="1186"/>
                    <a:pt x="1186" y="920"/>
                    <a:pt x="1186" y="593"/>
                  </a:cubicBezTo>
                  <a:cubicBezTo>
                    <a:pt x="1187" y="267"/>
                    <a:pt x="920" y="0"/>
                    <a:pt x="5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2"/>
            <p:cNvSpPr/>
            <p:nvPr/>
          </p:nvSpPr>
          <p:spPr>
            <a:xfrm>
              <a:off x="6074720" y="2096715"/>
              <a:ext cx="38702" cy="38637"/>
            </a:xfrm>
            <a:custGeom>
              <a:rect b="b" l="l" r="r" t="t"/>
              <a:pathLst>
                <a:path extrusionOk="0" h="1186" w="1188">
                  <a:moveTo>
                    <a:pt x="592" y="371"/>
                  </a:moveTo>
                  <a:cubicBezTo>
                    <a:pt x="716" y="371"/>
                    <a:pt x="815" y="470"/>
                    <a:pt x="815" y="593"/>
                  </a:cubicBezTo>
                  <a:cubicBezTo>
                    <a:pt x="815" y="717"/>
                    <a:pt x="716" y="816"/>
                    <a:pt x="592" y="816"/>
                  </a:cubicBezTo>
                  <a:cubicBezTo>
                    <a:pt x="469" y="816"/>
                    <a:pt x="370" y="717"/>
                    <a:pt x="370" y="593"/>
                  </a:cubicBezTo>
                  <a:cubicBezTo>
                    <a:pt x="370" y="470"/>
                    <a:pt x="469" y="371"/>
                    <a:pt x="592" y="371"/>
                  </a:cubicBezTo>
                  <a:close/>
                  <a:moveTo>
                    <a:pt x="593" y="0"/>
                  </a:moveTo>
                  <a:cubicBezTo>
                    <a:pt x="266" y="0"/>
                    <a:pt x="0" y="266"/>
                    <a:pt x="0" y="593"/>
                  </a:cubicBezTo>
                  <a:cubicBezTo>
                    <a:pt x="0" y="921"/>
                    <a:pt x="266" y="1186"/>
                    <a:pt x="593" y="1186"/>
                  </a:cubicBezTo>
                  <a:cubicBezTo>
                    <a:pt x="921" y="1186"/>
                    <a:pt x="1187" y="921"/>
                    <a:pt x="1187" y="593"/>
                  </a:cubicBezTo>
                  <a:cubicBezTo>
                    <a:pt x="1187" y="266"/>
                    <a:pt x="921" y="0"/>
                    <a:pt x="5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2"/>
            <p:cNvSpPr/>
            <p:nvPr/>
          </p:nvSpPr>
          <p:spPr>
            <a:xfrm>
              <a:off x="6294683" y="2096683"/>
              <a:ext cx="38702" cy="38637"/>
            </a:xfrm>
            <a:custGeom>
              <a:rect b="b" l="l" r="r" t="t"/>
              <a:pathLst>
                <a:path extrusionOk="0" h="1186" w="1188">
                  <a:moveTo>
                    <a:pt x="595" y="372"/>
                  </a:moveTo>
                  <a:cubicBezTo>
                    <a:pt x="718" y="372"/>
                    <a:pt x="817" y="471"/>
                    <a:pt x="817" y="594"/>
                  </a:cubicBezTo>
                  <a:cubicBezTo>
                    <a:pt x="817" y="718"/>
                    <a:pt x="718" y="817"/>
                    <a:pt x="595" y="817"/>
                  </a:cubicBezTo>
                  <a:cubicBezTo>
                    <a:pt x="471" y="817"/>
                    <a:pt x="372" y="718"/>
                    <a:pt x="372" y="594"/>
                  </a:cubicBezTo>
                  <a:cubicBezTo>
                    <a:pt x="372" y="471"/>
                    <a:pt x="471" y="372"/>
                    <a:pt x="595" y="372"/>
                  </a:cubicBezTo>
                  <a:close/>
                  <a:moveTo>
                    <a:pt x="595" y="0"/>
                  </a:moveTo>
                  <a:cubicBezTo>
                    <a:pt x="267" y="0"/>
                    <a:pt x="1" y="265"/>
                    <a:pt x="1" y="593"/>
                  </a:cubicBezTo>
                  <a:cubicBezTo>
                    <a:pt x="1" y="920"/>
                    <a:pt x="267" y="1186"/>
                    <a:pt x="595" y="1186"/>
                  </a:cubicBezTo>
                  <a:cubicBezTo>
                    <a:pt x="922" y="1186"/>
                    <a:pt x="1188" y="920"/>
                    <a:pt x="1188" y="593"/>
                  </a:cubicBezTo>
                  <a:cubicBezTo>
                    <a:pt x="1188" y="267"/>
                    <a:pt x="922" y="0"/>
                    <a:pt x="5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2"/>
            <p:cNvSpPr/>
            <p:nvPr/>
          </p:nvSpPr>
          <p:spPr>
            <a:xfrm>
              <a:off x="6049244" y="2025436"/>
              <a:ext cx="309551" cy="261141"/>
            </a:xfrm>
            <a:custGeom>
              <a:rect b="b" l="l" r="r" t="t"/>
              <a:pathLst>
                <a:path extrusionOk="0" h="8016" w="9502">
                  <a:moveTo>
                    <a:pt x="4850" y="385"/>
                  </a:moveTo>
                  <a:lnTo>
                    <a:pt x="5123" y="425"/>
                  </a:lnTo>
                  <a:lnTo>
                    <a:pt x="5286" y="1408"/>
                  </a:lnTo>
                  <a:lnTo>
                    <a:pt x="5286" y="1408"/>
                  </a:lnTo>
                  <a:lnTo>
                    <a:pt x="4290" y="1407"/>
                  </a:lnTo>
                  <a:lnTo>
                    <a:pt x="4206" y="1142"/>
                  </a:lnTo>
                  <a:lnTo>
                    <a:pt x="4850" y="385"/>
                  </a:lnTo>
                  <a:close/>
                  <a:moveTo>
                    <a:pt x="2507" y="558"/>
                  </a:moveTo>
                  <a:lnTo>
                    <a:pt x="2763" y="815"/>
                  </a:lnTo>
                  <a:lnTo>
                    <a:pt x="2763" y="1152"/>
                  </a:lnTo>
                  <a:lnTo>
                    <a:pt x="2507" y="1409"/>
                  </a:lnTo>
                  <a:lnTo>
                    <a:pt x="1632" y="1409"/>
                  </a:lnTo>
                  <a:lnTo>
                    <a:pt x="1375" y="1152"/>
                  </a:lnTo>
                  <a:lnTo>
                    <a:pt x="1375" y="815"/>
                  </a:lnTo>
                  <a:lnTo>
                    <a:pt x="1632" y="558"/>
                  </a:lnTo>
                  <a:close/>
                  <a:moveTo>
                    <a:pt x="7259" y="385"/>
                  </a:moveTo>
                  <a:lnTo>
                    <a:pt x="7902" y="1143"/>
                  </a:lnTo>
                  <a:lnTo>
                    <a:pt x="7818" y="1408"/>
                  </a:lnTo>
                  <a:lnTo>
                    <a:pt x="6822" y="1409"/>
                  </a:lnTo>
                  <a:lnTo>
                    <a:pt x="6985" y="425"/>
                  </a:lnTo>
                  <a:lnTo>
                    <a:pt x="7259" y="385"/>
                  </a:lnTo>
                  <a:close/>
                  <a:moveTo>
                    <a:pt x="1374" y="1780"/>
                  </a:moveTo>
                  <a:cubicBezTo>
                    <a:pt x="1927" y="1780"/>
                    <a:pt x="2376" y="2229"/>
                    <a:pt x="2376" y="2781"/>
                  </a:cubicBezTo>
                  <a:cubicBezTo>
                    <a:pt x="2376" y="3334"/>
                    <a:pt x="1927" y="3783"/>
                    <a:pt x="1374" y="3783"/>
                  </a:cubicBezTo>
                  <a:cubicBezTo>
                    <a:pt x="822" y="3783"/>
                    <a:pt x="373" y="3334"/>
                    <a:pt x="373" y="2781"/>
                  </a:cubicBezTo>
                  <a:cubicBezTo>
                    <a:pt x="373" y="2229"/>
                    <a:pt x="822" y="1780"/>
                    <a:pt x="1374" y="1780"/>
                  </a:cubicBezTo>
                  <a:close/>
                  <a:moveTo>
                    <a:pt x="3814" y="1780"/>
                  </a:moveTo>
                  <a:cubicBezTo>
                    <a:pt x="3547" y="2030"/>
                    <a:pt x="3378" y="2387"/>
                    <a:pt x="3378" y="2781"/>
                  </a:cubicBezTo>
                  <a:cubicBezTo>
                    <a:pt x="3378" y="3177"/>
                    <a:pt x="3546" y="3533"/>
                    <a:pt x="3814" y="3783"/>
                  </a:cubicBezTo>
                  <a:lnTo>
                    <a:pt x="2312" y="3783"/>
                  </a:lnTo>
                  <a:cubicBezTo>
                    <a:pt x="2579" y="3531"/>
                    <a:pt x="2747" y="3175"/>
                    <a:pt x="2747" y="2781"/>
                  </a:cubicBezTo>
                  <a:cubicBezTo>
                    <a:pt x="2747" y="2386"/>
                    <a:pt x="2580" y="2030"/>
                    <a:pt x="2312" y="1780"/>
                  </a:cubicBezTo>
                  <a:close/>
                  <a:moveTo>
                    <a:pt x="4752" y="1780"/>
                  </a:moveTo>
                  <a:cubicBezTo>
                    <a:pt x="5304" y="1780"/>
                    <a:pt x="5753" y="2229"/>
                    <a:pt x="5753" y="2781"/>
                  </a:cubicBezTo>
                  <a:cubicBezTo>
                    <a:pt x="5753" y="3334"/>
                    <a:pt x="5304" y="3783"/>
                    <a:pt x="4752" y="3783"/>
                  </a:cubicBezTo>
                  <a:cubicBezTo>
                    <a:pt x="4198" y="3783"/>
                    <a:pt x="3750" y="3334"/>
                    <a:pt x="3750" y="2781"/>
                  </a:cubicBezTo>
                  <a:cubicBezTo>
                    <a:pt x="3750" y="2229"/>
                    <a:pt x="4198" y="1780"/>
                    <a:pt x="4752" y="1780"/>
                  </a:cubicBezTo>
                  <a:close/>
                  <a:moveTo>
                    <a:pt x="7191" y="1780"/>
                  </a:moveTo>
                  <a:cubicBezTo>
                    <a:pt x="6924" y="2030"/>
                    <a:pt x="6755" y="2387"/>
                    <a:pt x="6755" y="2781"/>
                  </a:cubicBezTo>
                  <a:cubicBezTo>
                    <a:pt x="6755" y="3177"/>
                    <a:pt x="6922" y="3533"/>
                    <a:pt x="7191" y="3783"/>
                  </a:cubicBezTo>
                  <a:lnTo>
                    <a:pt x="5689" y="3783"/>
                  </a:lnTo>
                  <a:cubicBezTo>
                    <a:pt x="5957" y="3531"/>
                    <a:pt x="6125" y="3175"/>
                    <a:pt x="6125" y="2781"/>
                  </a:cubicBezTo>
                  <a:cubicBezTo>
                    <a:pt x="6125" y="2386"/>
                    <a:pt x="5957" y="2030"/>
                    <a:pt x="5689" y="1780"/>
                  </a:cubicBezTo>
                  <a:close/>
                  <a:moveTo>
                    <a:pt x="8129" y="1780"/>
                  </a:moveTo>
                  <a:cubicBezTo>
                    <a:pt x="8681" y="1780"/>
                    <a:pt x="9130" y="2229"/>
                    <a:pt x="9130" y="2781"/>
                  </a:cubicBezTo>
                  <a:cubicBezTo>
                    <a:pt x="9130" y="3334"/>
                    <a:pt x="8681" y="3783"/>
                    <a:pt x="8129" y="3783"/>
                  </a:cubicBezTo>
                  <a:cubicBezTo>
                    <a:pt x="7576" y="3783"/>
                    <a:pt x="7126" y="3334"/>
                    <a:pt x="7126" y="2781"/>
                  </a:cubicBezTo>
                  <a:cubicBezTo>
                    <a:pt x="7126" y="2229"/>
                    <a:pt x="7576" y="1780"/>
                    <a:pt x="8129" y="1780"/>
                  </a:cubicBezTo>
                  <a:close/>
                  <a:moveTo>
                    <a:pt x="2971" y="4154"/>
                  </a:moveTo>
                  <a:lnTo>
                    <a:pt x="2971" y="4525"/>
                  </a:lnTo>
                  <a:lnTo>
                    <a:pt x="1561" y="4525"/>
                  </a:lnTo>
                  <a:lnTo>
                    <a:pt x="1561" y="4154"/>
                  </a:lnTo>
                  <a:close/>
                  <a:moveTo>
                    <a:pt x="7942" y="4154"/>
                  </a:moveTo>
                  <a:lnTo>
                    <a:pt x="7942" y="4525"/>
                  </a:lnTo>
                  <a:lnTo>
                    <a:pt x="6532" y="4525"/>
                  </a:lnTo>
                  <a:lnTo>
                    <a:pt x="6532" y="4154"/>
                  </a:lnTo>
                  <a:close/>
                  <a:moveTo>
                    <a:pt x="2482" y="4896"/>
                  </a:moveTo>
                  <a:lnTo>
                    <a:pt x="2482" y="7645"/>
                  </a:lnTo>
                  <a:lnTo>
                    <a:pt x="2112" y="7645"/>
                  </a:lnTo>
                  <a:lnTo>
                    <a:pt x="2112" y="4896"/>
                  </a:lnTo>
                  <a:close/>
                  <a:moveTo>
                    <a:pt x="4775" y="0"/>
                  </a:moveTo>
                  <a:cubicBezTo>
                    <a:pt x="4721" y="0"/>
                    <a:pt x="4668" y="23"/>
                    <a:pt x="4632" y="67"/>
                  </a:cubicBezTo>
                  <a:lnTo>
                    <a:pt x="3856" y="980"/>
                  </a:lnTo>
                  <a:cubicBezTo>
                    <a:pt x="3814" y="1029"/>
                    <a:pt x="3800" y="1095"/>
                    <a:pt x="3820" y="1157"/>
                  </a:cubicBezTo>
                  <a:lnTo>
                    <a:pt x="3900" y="1408"/>
                  </a:lnTo>
                  <a:lnTo>
                    <a:pt x="3030" y="1408"/>
                  </a:lnTo>
                  <a:lnTo>
                    <a:pt x="3080" y="1359"/>
                  </a:lnTo>
                  <a:cubicBezTo>
                    <a:pt x="3114" y="1324"/>
                    <a:pt x="3133" y="1277"/>
                    <a:pt x="3133" y="1228"/>
                  </a:cubicBezTo>
                  <a:lnTo>
                    <a:pt x="3133" y="737"/>
                  </a:lnTo>
                  <a:cubicBezTo>
                    <a:pt x="3133" y="687"/>
                    <a:pt x="3113" y="640"/>
                    <a:pt x="3080" y="606"/>
                  </a:cubicBezTo>
                  <a:lnTo>
                    <a:pt x="2714" y="241"/>
                  </a:lnTo>
                  <a:cubicBezTo>
                    <a:pt x="2678" y="205"/>
                    <a:pt x="2631" y="187"/>
                    <a:pt x="2583" y="187"/>
                  </a:cubicBezTo>
                  <a:lnTo>
                    <a:pt x="1553" y="187"/>
                  </a:lnTo>
                  <a:cubicBezTo>
                    <a:pt x="1504" y="187"/>
                    <a:pt x="1457" y="207"/>
                    <a:pt x="1422" y="241"/>
                  </a:cubicBezTo>
                  <a:lnTo>
                    <a:pt x="1058" y="606"/>
                  </a:lnTo>
                  <a:cubicBezTo>
                    <a:pt x="1022" y="642"/>
                    <a:pt x="1003" y="689"/>
                    <a:pt x="1003" y="737"/>
                  </a:cubicBezTo>
                  <a:lnTo>
                    <a:pt x="1003" y="1228"/>
                  </a:lnTo>
                  <a:cubicBezTo>
                    <a:pt x="1003" y="1278"/>
                    <a:pt x="1023" y="1325"/>
                    <a:pt x="1058" y="1359"/>
                  </a:cubicBezTo>
                  <a:lnTo>
                    <a:pt x="1128" y="1430"/>
                  </a:lnTo>
                  <a:cubicBezTo>
                    <a:pt x="488" y="1546"/>
                    <a:pt x="1" y="2106"/>
                    <a:pt x="1" y="2780"/>
                  </a:cubicBezTo>
                  <a:cubicBezTo>
                    <a:pt x="1" y="3473"/>
                    <a:pt x="518" y="4049"/>
                    <a:pt x="1189" y="4141"/>
                  </a:cubicBezTo>
                  <a:lnTo>
                    <a:pt x="1189" y="4710"/>
                  </a:lnTo>
                  <a:cubicBezTo>
                    <a:pt x="1189" y="4812"/>
                    <a:pt x="1270" y="4896"/>
                    <a:pt x="1374" y="4896"/>
                  </a:cubicBezTo>
                  <a:lnTo>
                    <a:pt x="1740" y="4896"/>
                  </a:lnTo>
                  <a:lnTo>
                    <a:pt x="1740" y="7830"/>
                  </a:lnTo>
                  <a:cubicBezTo>
                    <a:pt x="1740" y="7933"/>
                    <a:pt x="1822" y="8016"/>
                    <a:pt x="1925" y="8016"/>
                  </a:cubicBezTo>
                  <a:lnTo>
                    <a:pt x="2668" y="8016"/>
                  </a:lnTo>
                  <a:cubicBezTo>
                    <a:pt x="2770" y="8016"/>
                    <a:pt x="2854" y="7934"/>
                    <a:pt x="2854" y="7830"/>
                  </a:cubicBezTo>
                  <a:lnTo>
                    <a:pt x="2854" y="4896"/>
                  </a:lnTo>
                  <a:lnTo>
                    <a:pt x="3156" y="4896"/>
                  </a:lnTo>
                  <a:cubicBezTo>
                    <a:pt x="3259" y="4896"/>
                    <a:pt x="3342" y="4813"/>
                    <a:pt x="3342" y="4710"/>
                  </a:cubicBezTo>
                  <a:lnTo>
                    <a:pt x="3342" y="4153"/>
                  </a:lnTo>
                  <a:lnTo>
                    <a:pt x="6163" y="4153"/>
                  </a:lnTo>
                  <a:lnTo>
                    <a:pt x="6163" y="4710"/>
                  </a:lnTo>
                  <a:cubicBezTo>
                    <a:pt x="6163" y="4812"/>
                    <a:pt x="6245" y="4896"/>
                    <a:pt x="6349" y="4896"/>
                  </a:cubicBezTo>
                  <a:lnTo>
                    <a:pt x="6652" y="4896"/>
                  </a:lnTo>
                  <a:lnTo>
                    <a:pt x="6652" y="7830"/>
                  </a:lnTo>
                  <a:cubicBezTo>
                    <a:pt x="6652" y="7933"/>
                    <a:pt x="6734" y="8016"/>
                    <a:pt x="6837" y="8016"/>
                  </a:cubicBezTo>
                  <a:lnTo>
                    <a:pt x="7580" y="8016"/>
                  </a:lnTo>
                  <a:cubicBezTo>
                    <a:pt x="7682" y="8016"/>
                    <a:pt x="7765" y="7934"/>
                    <a:pt x="7765" y="7830"/>
                  </a:cubicBezTo>
                  <a:lnTo>
                    <a:pt x="7765" y="7106"/>
                  </a:lnTo>
                  <a:cubicBezTo>
                    <a:pt x="7765" y="7003"/>
                    <a:pt x="7684" y="6919"/>
                    <a:pt x="7580" y="6919"/>
                  </a:cubicBezTo>
                  <a:cubicBezTo>
                    <a:pt x="7476" y="6919"/>
                    <a:pt x="7394" y="7002"/>
                    <a:pt x="7394" y="7106"/>
                  </a:cubicBezTo>
                  <a:lnTo>
                    <a:pt x="7394" y="7644"/>
                  </a:lnTo>
                  <a:lnTo>
                    <a:pt x="7024" y="7644"/>
                  </a:lnTo>
                  <a:lnTo>
                    <a:pt x="7024" y="4896"/>
                  </a:lnTo>
                  <a:lnTo>
                    <a:pt x="7394" y="4896"/>
                  </a:lnTo>
                  <a:lnTo>
                    <a:pt x="7394" y="5436"/>
                  </a:lnTo>
                  <a:cubicBezTo>
                    <a:pt x="7394" y="5537"/>
                    <a:pt x="7476" y="5621"/>
                    <a:pt x="7580" y="5621"/>
                  </a:cubicBezTo>
                  <a:cubicBezTo>
                    <a:pt x="7684" y="5621"/>
                    <a:pt x="7765" y="5538"/>
                    <a:pt x="7765" y="5436"/>
                  </a:cubicBezTo>
                  <a:lnTo>
                    <a:pt x="7765" y="4896"/>
                  </a:lnTo>
                  <a:lnTo>
                    <a:pt x="8131" y="4896"/>
                  </a:lnTo>
                  <a:cubicBezTo>
                    <a:pt x="8234" y="4896"/>
                    <a:pt x="8318" y="4813"/>
                    <a:pt x="8318" y="4710"/>
                  </a:cubicBezTo>
                  <a:lnTo>
                    <a:pt x="8318" y="4140"/>
                  </a:lnTo>
                  <a:cubicBezTo>
                    <a:pt x="8984" y="4050"/>
                    <a:pt x="9501" y="3476"/>
                    <a:pt x="9501" y="2781"/>
                  </a:cubicBezTo>
                  <a:cubicBezTo>
                    <a:pt x="9501" y="2051"/>
                    <a:pt x="8927" y="1452"/>
                    <a:pt x="8208" y="1410"/>
                  </a:cubicBezTo>
                  <a:lnTo>
                    <a:pt x="8287" y="1157"/>
                  </a:lnTo>
                  <a:cubicBezTo>
                    <a:pt x="8307" y="1098"/>
                    <a:pt x="8293" y="1030"/>
                    <a:pt x="8252" y="980"/>
                  </a:cubicBezTo>
                  <a:lnTo>
                    <a:pt x="7475" y="67"/>
                  </a:lnTo>
                  <a:cubicBezTo>
                    <a:pt x="7439" y="25"/>
                    <a:pt x="7386" y="0"/>
                    <a:pt x="7332" y="0"/>
                  </a:cubicBezTo>
                  <a:cubicBezTo>
                    <a:pt x="7324" y="0"/>
                    <a:pt x="7316" y="1"/>
                    <a:pt x="7308" y="2"/>
                  </a:cubicBezTo>
                  <a:lnTo>
                    <a:pt x="6796" y="77"/>
                  </a:lnTo>
                  <a:cubicBezTo>
                    <a:pt x="6717" y="89"/>
                    <a:pt x="6654" y="151"/>
                    <a:pt x="6641" y="230"/>
                  </a:cubicBezTo>
                  <a:lnTo>
                    <a:pt x="6445" y="1408"/>
                  </a:lnTo>
                  <a:lnTo>
                    <a:pt x="5662" y="1408"/>
                  </a:lnTo>
                  <a:lnTo>
                    <a:pt x="5466" y="230"/>
                  </a:lnTo>
                  <a:cubicBezTo>
                    <a:pt x="5453" y="151"/>
                    <a:pt x="5391" y="89"/>
                    <a:pt x="5311" y="77"/>
                  </a:cubicBezTo>
                  <a:lnTo>
                    <a:pt x="4801" y="2"/>
                  </a:lnTo>
                  <a:cubicBezTo>
                    <a:pt x="4792" y="1"/>
                    <a:pt x="4784" y="0"/>
                    <a:pt x="47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2"/>
            <p:cNvSpPr/>
            <p:nvPr/>
          </p:nvSpPr>
          <p:spPr>
            <a:xfrm>
              <a:off x="6290024" y="2223670"/>
              <a:ext cx="12151" cy="12151"/>
            </a:xfrm>
            <a:custGeom>
              <a:rect b="b" l="l" r="r" t="t"/>
              <a:pathLst>
                <a:path extrusionOk="0" h="373" w="373">
                  <a:moveTo>
                    <a:pt x="186" y="0"/>
                  </a:moveTo>
                  <a:cubicBezTo>
                    <a:pt x="82" y="0"/>
                    <a:pt x="0" y="84"/>
                    <a:pt x="0" y="186"/>
                  </a:cubicBezTo>
                  <a:cubicBezTo>
                    <a:pt x="0" y="289"/>
                    <a:pt x="84" y="372"/>
                    <a:pt x="186" y="372"/>
                  </a:cubicBezTo>
                  <a:cubicBezTo>
                    <a:pt x="290" y="372"/>
                    <a:pt x="372" y="288"/>
                    <a:pt x="372" y="186"/>
                  </a:cubicBezTo>
                  <a:cubicBezTo>
                    <a:pt x="372" y="83"/>
                    <a:pt x="289"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9" name="Google Shape;7659;p72"/>
          <p:cNvGrpSpPr/>
          <p:nvPr/>
        </p:nvGrpSpPr>
        <p:grpSpPr>
          <a:xfrm>
            <a:off x="6844526" y="2033287"/>
            <a:ext cx="309584" cy="245537"/>
            <a:chOff x="6844526" y="2033287"/>
            <a:chExt cx="309584" cy="245537"/>
          </a:xfrm>
        </p:grpSpPr>
        <p:sp>
          <p:nvSpPr>
            <p:cNvPr id="7660" name="Google Shape;7660;p72"/>
            <p:cNvSpPr/>
            <p:nvPr/>
          </p:nvSpPr>
          <p:spPr>
            <a:xfrm>
              <a:off x="6844526" y="2033287"/>
              <a:ext cx="309584" cy="245537"/>
            </a:xfrm>
            <a:custGeom>
              <a:rect b="b" l="l" r="r" t="t"/>
              <a:pathLst>
                <a:path extrusionOk="0" h="7537" w="9503">
                  <a:moveTo>
                    <a:pt x="3454" y="566"/>
                  </a:moveTo>
                  <a:lnTo>
                    <a:pt x="3925" y="1225"/>
                  </a:lnTo>
                  <a:lnTo>
                    <a:pt x="1392" y="1225"/>
                  </a:lnTo>
                  <a:lnTo>
                    <a:pt x="1712" y="932"/>
                  </a:lnTo>
                  <a:lnTo>
                    <a:pt x="2440" y="932"/>
                  </a:lnTo>
                  <a:cubicBezTo>
                    <a:pt x="2500" y="932"/>
                    <a:pt x="2555" y="904"/>
                    <a:pt x="2590" y="854"/>
                  </a:cubicBezTo>
                  <a:lnTo>
                    <a:pt x="2797" y="566"/>
                  </a:lnTo>
                  <a:close/>
                  <a:moveTo>
                    <a:pt x="5688" y="373"/>
                  </a:moveTo>
                  <a:lnTo>
                    <a:pt x="6139" y="734"/>
                  </a:lnTo>
                  <a:cubicBezTo>
                    <a:pt x="6172" y="760"/>
                    <a:pt x="6212" y="775"/>
                    <a:pt x="6255" y="775"/>
                  </a:cubicBezTo>
                  <a:lnTo>
                    <a:pt x="6884" y="775"/>
                  </a:lnTo>
                  <a:lnTo>
                    <a:pt x="7222" y="1026"/>
                  </a:lnTo>
                  <a:cubicBezTo>
                    <a:pt x="7254" y="1050"/>
                    <a:pt x="7292" y="1063"/>
                    <a:pt x="7333" y="1063"/>
                  </a:cubicBezTo>
                  <a:lnTo>
                    <a:pt x="7824" y="1063"/>
                  </a:lnTo>
                  <a:lnTo>
                    <a:pt x="8040" y="1225"/>
                  </a:lnTo>
                  <a:lnTo>
                    <a:pt x="4383" y="1225"/>
                  </a:lnTo>
                  <a:lnTo>
                    <a:pt x="4078" y="800"/>
                  </a:lnTo>
                  <a:lnTo>
                    <a:pt x="4733" y="373"/>
                  </a:lnTo>
                  <a:close/>
                  <a:moveTo>
                    <a:pt x="8758" y="1597"/>
                  </a:moveTo>
                  <a:lnTo>
                    <a:pt x="8758" y="5382"/>
                  </a:lnTo>
                  <a:lnTo>
                    <a:pt x="742" y="5382"/>
                  </a:lnTo>
                  <a:lnTo>
                    <a:pt x="742" y="1597"/>
                  </a:lnTo>
                  <a:close/>
                  <a:moveTo>
                    <a:pt x="5734" y="5752"/>
                  </a:moveTo>
                  <a:cubicBezTo>
                    <a:pt x="5681" y="5851"/>
                    <a:pt x="5650" y="5966"/>
                    <a:pt x="5650" y="6086"/>
                  </a:cubicBezTo>
                  <a:cubicBezTo>
                    <a:pt x="5650" y="6207"/>
                    <a:pt x="5681" y="6321"/>
                    <a:pt x="5734" y="6420"/>
                  </a:cubicBezTo>
                  <a:lnTo>
                    <a:pt x="3765" y="6420"/>
                  </a:lnTo>
                  <a:cubicBezTo>
                    <a:pt x="3818" y="6321"/>
                    <a:pt x="3849" y="6207"/>
                    <a:pt x="3849" y="6086"/>
                  </a:cubicBezTo>
                  <a:cubicBezTo>
                    <a:pt x="3850" y="5966"/>
                    <a:pt x="3818" y="5851"/>
                    <a:pt x="3765" y="5752"/>
                  </a:cubicBezTo>
                  <a:close/>
                  <a:moveTo>
                    <a:pt x="7395" y="5752"/>
                  </a:moveTo>
                  <a:cubicBezTo>
                    <a:pt x="7578" y="5752"/>
                    <a:pt x="7729" y="5903"/>
                    <a:pt x="7729" y="6086"/>
                  </a:cubicBezTo>
                  <a:cubicBezTo>
                    <a:pt x="7729" y="6271"/>
                    <a:pt x="7579" y="6420"/>
                    <a:pt x="7395" y="6420"/>
                  </a:cubicBezTo>
                  <a:cubicBezTo>
                    <a:pt x="7210" y="6420"/>
                    <a:pt x="7061" y="6271"/>
                    <a:pt x="7061" y="6086"/>
                  </a:cubicBezTo>
                  <a:cubicBezTo>
                    <a:pt x="7061" y="5902"/>
                    <a:pt x="7210" y="5752"/>
                    <a:pt x="7395" y="5752"/>
                  </a:cubicBezTo>
                  <a:close/>
                  <a:moveTo>
                    <a:pt x="2105" y="5752"/>
                  </a:moveTo>
                  <a:cubicBezTo>
                    <a:pt x="2291" y="5752"/>
                    <a:pt x="2440" y="5902"/>
                    <a:pt x="2440" y="6086"/>
                  </a:cubicBezTo>
                  <a:cubicBezTo>
                    <a:pt x="2440" y="6271"/>
                    <a:pt x="2291" y="6420"/>
                    <a:pt x="2105" y="6420"/>
                  </a:cubicBezTo>
                  <a:cubicBezTo>
                    <a:pt x="2105" y="6420"/>
                    <a:pt x="2104" y="6420"/>
                    <a:pt x="2104" y="6420"/>
                  </a:cubicBezTo>
                  <a:cubicBezTo>
                    <a:pt x="1920" y="6420"/>
                    <a:pt x="1772" y="6270"/>
                    <a:pt x="1772" y="6086"/>
                  </a:cubicBezTo>
                  <a:cubicBezTo>
                    <a:pt x="1772" y="5902"/>
                    <a:pt x="1921" y="5752"/>
                    <a:pt x="2105" y="5752"/>
                  </a:cubicBezTo>
                  <a:close/>
                  <a:moveTo>
                    <a:pt x="3145" y="5752"/>
                  </a:moveTo>
                  <a:cubicBezTo>
                    <a:pt x="3329" y="5752"/>
                    <a:pt x="3478" y="5902"/>
                    <a:pt x="3478" y="6086"/>
                  </a:cubicBezTo>
                  <a:cubicBezTo>
                    <a:pt x="3478" y="6271"/>
                    <a:pt x="3329" y="6420"/>
                    <a:pt x="3145" y="6420"/>
                  </a:cubicBezTo>
                  <a:cubicBezTo>
                    <a:pt x="3144" y="6420"/>
                    <a:pt x="3143" y="6420"/>
                    <a:pt x="3143" y="6420"/>
                  </a:cubicBezTo>
                  <a:cubicBezTo>
                    <a:pt x="2960" y="6420"/>
                    <a:pt x="2810" y="6270"/>
                    <a:pt x="2810" y="6086"/>
                  </a:cubicBezTo>
                  <a:cubicBezTo>
                    <a:pt x="2810" y="5902"/>
                    <a:pt x="2959" y="5752"/>
                    <a:pt x="3145" y="5752"/>
                  </a:cubicBezTo>
                  <a:close/>
                  <a:moveTo>
                    <a:pt x="6356" y="5752"/>
                  </a:moveTo>
                  <a:cubicBezTo>
                    <a:pt x="6540" y="5752"/>
                    <a:pt x="6689" y="5902"/>
                    <a:pt x="6689" y="6086"/>
                  </a:cubicBezTo>
                  <a:cubicBezTo>
                    <a:pt x="6689" y="6271"/>
                    <a:pt x="6540" y="6420"/>
                    <a:pt x="6356" y="6420"/>
                  </a:cubicBezTo>
                  <a:cubicBezTo>
                    <a:pt x="6355" y="6420"/>
                    <a:pt x="6354" y="6420"/>
                    <a:pt x="6354" y="6420"/>
                  </a:cubicBezTo>
                  <a:cubicBezTo>
                    <a:pt x="6171" y="6420"/>
                    <a:pt x="6021" y="6270"/>
                    <a:pt x="6021" y="6086"/>
                  </a:cubicBezTo>
                  <a:cubicBezTo>
                    <a:pt x="6021" y="5902"/>
                    <a:pt x="6170" y="5752"/>
                    <a:pt x="6356" y="5752"/>
                  </a:cubicBezTo>
                  <a:close/>
                  <a:moveTo>
                    <a:pt x="4676" y="1"/>
                  </a:moveTo>
                  <a:cubicBezTo>
                    <a:pt x="4641" y="1"/>
                    <a:pt x="4605" y="11"/>
                    <a:pt x="4576" y="31"/>
                  </a:cubicBezTo>
                  <a:lnTo>
                    <a:pt x="3860" y="497"/>
                  </a:lnTo>
                  <a:lnTo>
                    <a:pt x="3699" y="272"/>
                  </a:lnTo>
                  <a:cubicBezTo>
                    <a:pt x="3664" y="224"/>
                    <a:pt x="3608" y="194"/>
                    <a:pt x="3549" y="194"/>
                  </a:cubicBezTo>
                  <a:lnTo>
                    <a:pt x="2703" y="194"/>
                  </a:lnTo>
                  <a:cubicBezTo>
                    <a:pt x="2643" y="194"/>
                    <a:pt x="2587" y="224"/>
                    <a:pt x="2552" y="272"/>
                  </a:cubicBezTo>
                  <a:lnTo>
                    <a:pt x="2345" y="560"/>
                  </a:lnTo>
                  <a:lnTo>
                    <a:pt x="1639" y="560"/>
                  </a:lnTo>
                  <a:cubicBezTo>
                    <a:pt x="1592" y="560"/>
                    <a:pt x="1548" y="577"/>
                    <a:pt x="1514" y="610"/>
                  </a:cubicBezTo>
                  <a:lnTo>
                    <a:pt x="846" y="1225"/>
                  </a:lnTo>
                  <a:lnTo>
                    <a:pt x="558" y="1225"/>
                  </a:lnTo>
                  <a:cubicBezTo>
                    <a:pt x="455" y="1225"/>
                    <a:pt x="372" y="1308"/>
                    <a:pt x="372" y="1412"/>
                  </a:cubicBezTo>
                  <a:lnTo>
                    <a:pt x="372" y="5568"/>
                  </a:lnTo>
                  <a:cubicBezTo>
                    <a:pt x="372" y="5670"/>
                    <a:pt x="454" y="5754"/>
                    <a:pt x="558" y="5754"/>
                  </a:cubicBezTo>
                  <a:lnTo>
                    <a:pt x="1486" y="5754"/>
                  </a:lnTo>
                  <a:cubicBezTo>
                    <a:pt x="1433" y="5854"/>
                    <a:pt x="1402" y="5967"/>
                    <a:pt x="1402" y="6087"/>
                  </a:cubicBezTo>
                  <a:cubicBezTo>
                    <a:pt x="1402" y="6208"/>
                    <a:pt x="1433" y="6322"/>
                    <a:pt x="1486" y="6421"/>
                  </a:cubicBezTo>
                  <a:lnTo>
                    <a:pt x="187" y="6421"/>
                  </a:lnTo>
                  <a:cubicBezTo>
                    <a:pt x="85" y="6421"/>
                    <a:pt x="1" y="6504"/>
                    <a:pt x="1" y="6608"/>
                  </a:cubicBezTo>
                  <a:lnTo>
                    <a:pt x="1" y="7350"/>
                  </a:lnTo>
                  <a:cubicBezTo>
                    <a:pt x="1" y="7452"/>
                    <a:pt x="84" y="7536"/>
                    <a:pt x="187" y="7536"/>
                  </a:cubicBezTo>
                  <a:lnTo>
                    <a:pt x="3917" y="7536"/>
                  </a:lnTo>
                  <a:cubicBezTo>
                    <a:pt x="4018" y="7536"/>
                    <a:pt x="4102" y="7453"/>
                    <a:pt x="4102" y="7350"/>
                  </a:cubicBezTo>
                  <a:cubicBezTo>
                    <a:pt x="4102" y="7247"/>
                    <a:pt x="4020" y="7164"/>
                    <a:pt x="3917" y="7164"/>
                  </a:cubicBezTo>
                  <a:lnTo>
                    <a:pt x="373" y="7164"/>
                  </a:lnTo>
                  <a:lnTo>
                    <a:pt x="373" y="6793"/>
                  </a:lnTo>
                  <a:lnTo>
                    <a:pt x="9131" y="6793"/>
                  </a:lnTo>
                  <a:lnTo>
                    <a:pt x="9131" y="7164"/>
                  </a:lnTo>
                  <a:lnTo>
                    <a:pt x="5588" y="7164"/>
                  </a:lnTo>
                  <a:cubicBezTo>
                    <a:pt x="5485" y="7164"/>
                    <a:pt x="5401" y="7247"/>
                    <a:pt x="5401" y="7350"/>
                  </a:cubicBezTo>
                  <a:cubicBezTo>
                    <a:pt x="5401" y="7453"/>
                    <a:pt x="5484" y="7536"/>
                    <a:pt x="5588" y="7536"/>
                  </a:cubicBezTo>
                  <a:lnTo>
                    <a:pt x="9317" y="7536"/>
                  </a:lnTo>
                  <a:cubicBezTo>
                    <a:pt x="9419" y="7536"/>
                    <a:pt x="9502" y="7453"/>
                    <a:pt x="9502" y="7350"/>
                  </a:cubicBezTo>
                  <a:lnTo>
                    <a:pt x="9502" y="6608"/>
                  </a:lnTo>
                  <a:cubicBezTo>
                    <a:pt x="9499" y="6504"/>
                    <a:pt x="9417" y="6421"/>
                    <a:pt x="9315" y="6421"/>
                  </a:cubicBezTo>
                  <a:lnTo>
                    <a:pt x="8016" y="6421"/>
                  </a:lnTo>
                  <a:cubicBezTo>
                    <a:pt x="8069" y="6322"/>
                    <a:pt x="8100" y="6208"/>
                    <a:pt x="8100" y="6087"/>
                  </a:cubicBezTo>
                  <a:cubicBezTo>
                    <a:pt x="8100" y="5967"/>
                    <a:pt x="8069" y="5854"/>
                    <a:pt x="8016" y="5754"/>
                  </a:cubicBezTo>
                  <a:lnTo>
                    <a:pt x="8944" y="5754"/>
                  </a:lnTo>
                  <a:cubicBezTo>
                    <a:pt x="9046" y="5754"/>
                    <a:pt x="9130" y="5671"/>
                    <a:pt x="9130" y="5568"/>
                  </a:cubicBezTo>
                  <a:lnTo>
                    <a:pt x="9130" y="1412"/>
                  </a:lnTo>
                  <a:cubicBezTo>
                    <a:pt x="9130" y="1309"/>
                    <a:pt x="9048" y="1225"/>
                    <a:pt x="8944" y="1225"/>
                  </a:cubicBezTo>
                  <a:lnTo>
                    <a:pt x="8655" y="1225"/>
                  </a:lnTo>
                  <a:lnTo>
                    <a:pt x="7997" y="729"/>
                  </a:lnTo>
                  <a:cubicBezTo>
                    <a:pt x="7965" y="705"/>
                    <a:pt x="7925" y="691"/>
                    <a:pt x="7886" y="691"/>
                  </a:cubicBezTo>
                  <a:lnTo>
                    <a:pt x="7394" y="691"/>
                  </a:lnTo>
                  <a:lnTo>
                    <a:pt x="7055" y="440"/>
                  </a:lnTo>
                  <a:cubicBezTo>
                    <a:pt x="7024" y="417"/>
                    <a:pt x="6985" y="403"/>
                    <a:pt x="6944" y="403"/>
                  </a:cubicBezTo>
                  <a:lnTo>
                    <a:pt x="6320" y="403"/>
                  </a:lnTo>
                  <a:lnTo>
                    <a:pt x="5869" y="42"/>
                  </a:lnTo>
                  <a:cubicBezTo>
                    <a:pt x="5836" y="15"/>
                    <a:pt x="5796" y="1"/>
                    <a:pt x="57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2"/>
            <p:cNvSpPr/>
            <p:nvPr/>
          </p:nvSpPr>
          <p:spPr>
            <a:xfrm>
              <a:off x="6898246" y="2098898"/>
              <a:ext cx="12151" cy="96201"/>
            </a:xfrm>
            <a:custGeom>
              <a:rect b="b" l="l" r="r" t="t"/>
              <a:pathLst>
                <a:path extrusionOk="0" h="2953" w="373">
                  <a:moveTo>
                    <a:pt x="187" y="0"/>
                  </a:moveTo>
                  <a:cubicBezTo>
                    <a:pt x="85" y="0"/>
                    <a:pt x="1" y="82"/>
                    <a:pt x="1" y="186"/>
                  </a:cubicBezTo>
                  <a:lnTo>
                    <a:pt x="1" y="2767"/>
                  </a:lnTo>
                  <a:cubicBezTo>
                    <a:pt x="1" y="2868"/>
                    <a:pt x="83" y="2952"/>
                    <a:pt x="187" y="2952"/>
                  </a:cubicBezTo>
                  <a:cubicBezTo>
                    <a:pt x="289" y="2952"/>
                    <a:pt x="373" y="2870"/>
                    <a:pt x="373" y="2767"/>
                  </a:cubicBezTo>
                  <a:lnTo>
                    <a:pt x="373" y="186"/>
                  </a:lnTo>
                  <a:cubicBezTo>
                    <a:pt x="373" y="82"/>
                    <a:pt x="289"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2"/>
            <p:cNvSpPr/>
            <p:nvPr/>
          </p:nvSpPr>
          <p:spPr>
            <a:xfrm>
              <a:off x="6945744" y="2098833"/>
              <a:ext cx="12151" cy="96234"/>
            </a:xfrm>
            <a:custGeom>
              <a:rect b="b" l="l" r="r" t="t"/>
              <a:pathLst>
                <a:path extrusionOk="0" h="2954" w="373">
                  <a:moveTo>
                    <a:pt x="186" y="0"/>
                  </a:moveTo>
                  <a:cubicBezTo>
                    <a:pt x="85" y="0"/>
                    <a:pt x="1" y="83"/>
                    <a:pt x="1" y="187"/>
                  </a:cubicBezTo>
                  <a:lnTo>
                    <a:pt x="1" y="2768"/>
                  </a:lnTo>
                  <a:cubicBezTo>
                    <a:pt x="1" y="2869"/>
                    <a:pt x="83" y="2953"/>
                    <a:pt x="186" y="2953"/>
                  </a:cubicBezTo>
                  <a:cubicBezTo>
                    <a:pt x="289" y="2953"/>
                    <a:pt x="373" y="2870"/>
                    <a:pt x="373" y="2768"/>
                  </a:cubicBezTo>
                  <a:lnTo>
                    <a:pt x="373" y="187"/>
                  </a:lnTo>
                  <a:cubicBezTo>
                    <a:pt x="373" y="84"/>
                    <a:pt x="290"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2"/>
            <p:cNvSpPr/>
            <p:nvPr/>
          </p:nvSpPr>
          <p:spPr>
            <a:xfrm>
              <a:off x="6993210" y="2098833"/>
              <a:ext cx="12151" cy="96234"/>
            </a:xfrm>
            <a:custGeom>
              <a:rect b="b" l="l" r="r" t="t"/>
              <a:pathLst>
                <a:path extrusionOk="0" h="2954" w="373">
                  <a:moveTo>
                    <a:pt x="186" y="0"/>
                  </a:moveTo>
                  <a:cubicBezTo>
                    <a:pt x="84" y="0"/>
                    <a:pt x="0" y="83"/>
                    <a:pt x="0" y="187"/>
                  </a:cubicBezTo>
                  <a:lnTo>
                    <a:pt x="0" y="2768"/>
                  </a:lnTo>
                  <a:cubicBezTo>
                    <a:pt x="0" y="2869"/>
                    <a:pt x="84" y="2953"/>
                    <a:pt x="186" y="2953"/>
                  </a:cubicBezTo>
                  <a:cubicBezTo>
                    <a:pt x="288" y="2953"/>
                    <a:pt x="372" y="2870"/>
                    <a:pt x="372" y="2768"/>
                  </a:cubicBezTo>
                  <a:lnTo>
                    <a:pt x="372" y="187"/>
                  </a:lnTo>
                  <a:cubicBezTo>
                    <a:pt x="372" y="84"/>
                    <a:pt x="289"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2"/>
            <p:cNvSpPr/>
            <p:nvPr/>
          </p:nvSpPr>
          <p:spPr>
            <a:xfrm>
              <a:off x="7040675" y="2098833"/>
              <a:ext cx="12151" cy="96234"/>
            </a:xfrm>
            <a:custGeom>
              <a:rect b="b" l="l" r="r" t="t"/>
              <a:pathLst>
                <a:path extrusionOk="0" h="2954" w="373">
                  <a:moveTo>
                    <a:pt x="186" y="0"/>
                  </a:moveTo>
                  <a:cubicBezTo>
                    <a:pt x="84" y="0"/>
                    <a:pt x="0" y="83"/>
                    <a:pt x="0" y="187"/>
                  </a:cubicBezTo>
                  <a:lnTo>
                    <a:pt x="0" y="2768"/>
                  </a:lnTo>
                  <a:cubicBezTo>
                    <a:pt x="0" y="2869"/>
                    <a:pt x="83" y="2953"/>
                    <a:pt x="186" y="2953"/>
                  </a:cubicBezTo>
                  <a:cubicBezTo>
                    <a:pt x="288" y="2953"/>
                    <a:pt x="372" y="2870"/>
                    <a:pt x="372" y="2768"/>
                  </a:cubicBezTo>
                  <a:lnTo>
                    <a:pt x="372" y="187"/>
                  </a:lnTo>
                  <a:cubicBezTo>
                    <a:pt x="372" y="84"/>
                    <a:pt x="289"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2"/>
            <p:cNvSpPr/>
            <p:nvPr/>
          </p:nvSpPr>
          <p:spPr>
            <a:xfrm>
              <a:off x="7088108" y="2098833"/>
              <a:ext cx="12151" cy="96234"/>
            </a:xfrm>
            <a:custGeom>
              <a:rect b="b" l="l" r="r" t="t"/>
              <a:pathLst>
                <a:path extrusionOk="0" h="2954" w="373">
                  <a:moveTo>
                    <a:pt x="186" y="0"/>
                  </a:moveTo>
                  <a:cubicBezTo>
                    <a:pt x="84" y="0"/>
                    <a:pt x="0" y="83"/>
                    <a:pt x="0" y="187"/>
                  </a:cubicBezTo>
                  <a:lnTo>
                    <a:pt x="0" y="2768"/>
                  </a:lnTo>
                  <a:cubicBezTo>
                    <a:pt x="2" y="2869"/>
                    <a:pt x="84" y="2953"/>
                    <a:pt x="186" y="2953"/>
                  </a:cubicBezTo>
                  <a:cubicBezTo>
                    <a:pt x="289" y="2953"/>
                    <a:pt x="372" y="2870"/>
                    <a:pt x="372" y="2768"/>
                  </a:cubicBezTo>
                  <a:lnTo>
                    <a:pt x="372" y="187"/>
                  </a:lnTo>
                  <a:cubicBezTo>
                    <a:pt x="372" y="84"/>
                    <a:pt x="290"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2"/>
            <p:cNvSpPr/>
            <p:nvPr/>
          </p:nvSpPr>
          <p:spPr>
            <a:xfrm>
              <a:off x="6993177" y="2266639"/>
              <a:ext cx="12184" cy="12119"/>
            </a:xfrm>
            <a:custGeom>
              <a:rect b="b" l="l" r="r" t="t"/>
              <a:pathLst>
                <a:path extrusionOk="0" h="372" w="374">
                  <a:moveTo>
                    <a:pt x="187" y="0"/>
                  </a:moveTo>
                  <a:cubicBezTo>
                    <a:pt x="83" y="0"/>
                    <a:pt x="0" y="82"/>
                    <a:pt x="0" y="186"/>
                  </a:cubicBezTo>
                  <a:cubicBezTo>
                    <a:pt x="0" y="289"/>
                    <a:pt x="85" y="372"/>
                    <a:pt x="187" y="372"/>
                  </a:cubicBezTo>
                  <a:cubicBezTo>
                    <a:pt x="290" y="372"/>
                    <a:pt x="373" y="288"/>
                    <a:pt x="373" y="186"/>
                  </a:cubicBezTo>
                  <a:cubicBezTo>
                    <a:pt x="373" y="84"/>
                    <a:pt x="289"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72"/>
          <p:cNvGrpSpPr/>
          <p:nvPr/>
        </p:nvGrpSpPr>
        <p:grpSpPr>
          <a:xfrm>
            <a:off x="7570906" y="2029540"/>
            <a:ext cx="309714" cy="252639"/>
            <a:chOff x="7570906" y="2029540"/>
            <a:chExt cx="309714" cy="252639"/>
          </a:xfrm>
        </p:grpSpPr>
        <p:sp>
          <p:nvSpPr>
            <p:cNvPr id="7668" name="Google Shape;7668;p72"/>
            <p:cNvSpPr/>
            <p:nvPr/>
          </p:nvSpPr>
          <p:spPr>
            <a:xfrm>
              <a:off x="7702878" y="2243672"/>
              <a:ext cx="12151" cy="12119"/>
            </a:xfrm>
            <a:custGeom>
              <a:rect b="b" l="l" r="r" t="t"/>
              <a:pathLst>
                <a:path extrusionOk="0" h="372" w="373">
                  <a:moveTo>
                    <a:pt x="186" y="0"/>
                  </a:moveTo>
                  <a:cubicBezTo>
                    <a:pt x="83" y="0"/>
                    <a:pt x="1" y="83"/>
                    <a:pt x="1" y="187"/>
                  </a:cubicBezTo>
                  <a:cubicBezTo>
                    <a:pt x="1" y="289"/>
                    <a:pt x="85" y="372"/>
                    <a:pt x="186" y="372"/>
                  </a:cubicBezTo>
                  <a:cubicBezTo>
                    <a:pt x="289" y="372"/>
                    <a:pt x="373" y="289"/>
                    <a:pt x="373" y="187"/>
                  </a:cubicBezTo>
                  <a:cubicBezTo>
                    <a:pt x="373" y="83"/>
                    <a:pt x="289"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2"/>
            <p:cNvSpPr/>
            <p:nvPr/>
          </p:nvSpPr>
          <p:spPr>
            <a:xfrm>
              <a:off x="7748812" y="2243672"/>
              <a:ext cx="12151" cy="12119"/>
            </a:xfrm>
            <a:custGeom>
              <a:rect b="b" l="l" r="r" t="t"/>
              <a:pathLst>
                <a:path extrusionOk="0" h="372" w="373">
                  <a:moveTo>
                    <a:pt x="185" y="0"/>
                  </a:moveTo>
                  <a:cubicBezTo>
                    <a:pt x="84" y="0"/>
                    <a:pt x="1" y="83"/>
                    <a:pt x="1" y="187"/>
                  </a:cubicBezTo>
                  <a:cubicBezTo>
                    <a:pt x="1" y="289"/>
                    <a:pt x="85" y="372"/>
                    <a:pt x="186" y="372"/>
                  </a:cubicBezTo>
                  <a:cubicBezTo>
                    <a:pt x="289" y="372"/>
                    <a:pt x="373" y="289"/>
                    <a:pt x="373" y="187"/>
                  </a:cubicBezTo>
                  <a:cubicBezTo>
                    <a:pt x="373" y="83"/>
                    <a:pt x="289"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2"/>
            <p:cNvSpPr/>
            <p:nvPr/>
          </p:nvSpPr>
          <p:spPr>
            <a:xfrm>
              <a:off x="7725845" y="2243672"/>
              <a:ext cx="12151" cy="12119"/>
            </a:xfrm>
            <a:custGeom>
              <a:rect b="b" l="l" r="r" t="t"/>
              <a:pathLst>
                <a:path extrusionOk="0" h="372" w="373">
                  <a:moveTo>
                    <a:pt x="186" y="0"/>
                  </a:moveTo>
                  <a:cubicBezTo>
                    <a:pt x="84" y="0"/>
                    <a:pt x="1" y="83"/>
                    <a:pt x="1" y="187"/>
                  </a:cubicBezTo>
                  <a:cubicBezTo>
                    <a:pt x="1" y="289"/>
                    <a:pt x="85" y="372"/>
                    <a:pt x="187" y="372"/>
                  </a:cubicBezTo>
                  <a:cubicBezTo>
                    <a:pt x="289" y="372"/>
                    <a:pt x="373" y="289"/>
                    <a:pt x="373" y="187"/>
                  </a:cubicBezTo>
                  <a:cubicBezTo>
                    <a:pt x="373" y="83"/>
                    <a:pt x="289"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2"/>
            <p:cNvSpPr/>
            <p:nvPr/>
          </p:nvSpPr>
          <p:spPr>
            <a:xfrm>
              <a:off x="7794779" y="2243672"/>
              <a:ext cx="12119" cy="12119"/>
            </a:xfrm>
            <a:custGeom>
              <a:rect b="b" l="l" r="r" t="t"/>
              <a:pathLst>
                <a:path extrusionOk="0" h="372" w="372">
                  <a:moveTo>
                    <a:pt x="184" y="0"/>
                  </a:moveTo>
                  <a:cubicBezTo>
                    <a:pt x="83" y="0"/>
                    <a:pt x="0" y="83"/>
                    <a:pt x="0" y="187"/>
                  </a:cubicBezTo>
                  <a:cubicBezTo>
                    <a:pt x="0" y="289"/>
                    <a:pt x="84" y="372"/>
                    <a:pt x="186" y="372"/>
                  </a:cubicBezTo>
                  <a:cubicBezTo>
                    <a:pt x="288" y="372"/>
                    <a:pt x="372" y="289"/>
                    <a:pt x="372" y="187"/>
                  </a:cubicBezTo>
                  <a:cubicBezTo>
                    <a:pt x="372" y="83"/>
                    <a:pt x="288"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2"/>
            <p:cNvSpPr/>
            <p:nvPr/>
          </p:nvSpPr>
          <p:spPr>
            <a:xfrm>
              <a:off x="7817779" y="2243672"/>
              <a:ext cx="12119" cy="12119"/>
            </a:xfrm>
            <a:custGeom>
              <a:rect b="b" l="l" r="r" t="t"/>
              <a:pathLst>
                <a:path extrusionOk="0" h="372" w="372">
                  <a:moveTo>
                    <a:pt x="184" y="0"/>
                  </a:moveTo>
                  <a:cubicBezTo>
                    <a:pt x="83" y="0"/>
                    <a:pt x="0" y="83"/>
                    <a:pt x="0" y="187"/>
                  </a:cubicBezTo>
                  <a:cubicBezTo>
                    <a:pt x="0" y="289"/>
                    <a:pt x="84" y="372"/>
                    <a:pt x="186" y="372"/>
                  </a:cubicBezTo>
                  <a:cubicBezTo>
                    <a:pt x="288" y="372"/>
                    <a:pt x="372" y="289"/>
                    <a:pt x="372" y="187"/>
                  </a:cubicBezTo>
                  <a:cubicBezTo>
                    <a:pt x="372" y="83"/>
                    <a:pt x="288"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2"/>
            <p:cNvSpPr/>
            <p:nvPr/>
          </p:nvSpPr>
          <p:spPr>
            <a:xfrm>
              <a:off x="7771779" y="2243672"/>
              <a:ext cx="12184" cy="12119"/>
            </a:xfrm>
            <a:custGeom>
              <a:rect b="b" l="l" r="r" t="t"/>
              <a:pathLst>
                <a:path extrusionOk="0" h="372" w="374">
                  <a:moveTo>
                    <a:pt x="186" y="0"/>
                  </a:moveTo>
                  <a:cubicBezTo>
                    <a:pt x="84" y="0"/>
                    <a:pt x="1" y="83"/>
                    <a:pt x="1" y="187"/>
                  </a:cubicBezTo>
                  <a:cubicBezTo>
                    <a:pt x="1" y="289"/>
                    <a:pt x="85" y="372"/>
                    <a:pt x="187" y="372"/>
                  </a:cubicBezTo>
                  <a:cubicBezTo>
                    <a:pt x="289" y="372"/>
                    <a:pt x="374" y="289"/>
                    <a:pt x="374" y="187"/>
                  </a:cubicBezTo>
                  <a:cubicBezTo>
                    <a:pt x="374" y="83"/>
                    <a:pt x="290"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2"/>
            <p:cNvSpPr/>
            <p:nvPr/>
          </p:nvSpPr>
          <p:spPr>
            <a:xfrm>
              <a:off x="7840713" y="2243672"/>
              <a:ext cx="12119" cy="12119"/>
            </a:xfrm>
            <a:custGeom>
              <a:rect b="b" l="l" r="r" t="t"/>
              <a:pathLst>
                <a:path extrusionOk="0" h="372" w="372">
                  <a:moveTo>
                    <a:pt x="187" y="0"/>
                  </a:moveTo>
                  <a:cubicBezTo>
                    <a:pt x="83" y="0"/>
                    <a:pt x="0" y="83"/>
                    <a:pt x="0" y="187"/>
                  </a:cubicBezTo>
                  <a:cubicBezTo>
                    <a:pt x="0" y="289"/>
                    <a:pt x="84" y="372"/>
                    <a:pt x="187" y="372"/>
                  </a:cubicBezTo>
                  <a:cubicBezTo>
                    <a:pt x="288" y="372"/>
                    <a:pt x="372" y="289"/>
                    <a:pt x="372" y="187"/>
                  </a:cubicBezTo>
                  <a:cubicBezTo>
                    <a:pt x="372" y="83"/>
                    <a:pt x="288"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2"/>
            <p:cNvSpPr/>
            <p:nvPr/>
          </p:nvSpPr>
          <p:spPr>
            <a:xfrm>
              <a:off x="7825630" y="2190278"/>
              <a:ext cx="24922" cy="12151"/>
            </a:xfrm>
            <a:custGeom>
              <a:rect b="b" l="l" r="r" t="t"/>
              <a:pathLst>
                <a:path extrusionOk="0" h="373" w="765">
                  <a:moveTo>
                    <a:pt x="185" y="1"/>
                  </a:moveTo>
                  <a:cubicBezTo>
                    <a:pt x="84" y="1"/>
                    <a:pt x="0" y="83"/>
                    <a:pt x="0" y="187"/>
                  </a:cubicBezTo>
                  <a:cubicBezTo>
                    <a:pt x="0" y="289"/>
                    <a:pt x="84" y="373"/>
                    <a:pt x="185" y="373"/>
                  </a:cubicBezTo>
                  <a:lnTo>
                    <a:pt x="578" y="373"/>
                  </a:lnTo>
                  <a:cubicBezTo>
                    <a:pt x="681" y="373"/>
                    <a:pt x="765" y="291"/>
                    <a:pt x="765" y="187"/>
                  </a:cubicBezTo>
                  <a:cubicBezTo>
                    <a:pt x="765" y="84"/>
                    <a:pt x="682" y="1"/>
                    <a:pt x="5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2"/>
            <p:cNvSpPr/>
            <p:nvPr/>
          </p:nvSpPr>
          <p:spPr>
            <a:xfrm>
              <a:off x="7570906" y="2029540"/>
              <a:ext cx="309714" cy="252639"/>
            </a:xfrm>
            <a:custGeom>
              <a:rect b="b" l="l" r="r" t="t"/>
              <a:pathLst>
                <a:path extrusionOk="0" h="7755" w="9507">
                  <a:moveTo>
                    <a:pt x="1894" y="377"/>
                  </a:moveTo>
                  <a:cubicBezTo>
                    <a:pt x="2114" y="377"/>
                    <a:pt x="2292" y="556"/>
                    <a:pt x="2292" y="775"/>
                  </a:cubicBezTo>
                  <a:cubicBezTo>
                    <a:pt x="2292" y="995"/>
                    <a:pt x="2112" y="1173"/>
                    <a:pt x="1894" y="1173"/>
                  </a:cubicBezTo>
                  <a:cubicBezTo>
                    <a:pt x="1674" y="1173"/>
                    <a:pt x="1496" y="994"/>
                    <a:pt x="1496" y="775"/>
                  </a:cubicBezTo>
                  <a:cubicBezTo>
                    <a:pt x="1494" y="555"/>
                    <a:pt x="1674" y="377"/>
                    <a:pt x="1894" y="377"/>
                  </a:cubicBezTo>
                  <a:close/>
                  <a:moveTo>
                    <a:pt x="1302" y="1266"/>
                  </a:moveTo>
                  <a:cubicBezTo>
                    <a:pt x="1405" y="1388"/>
                    <a:pt x="1545" y="1480"/>
                    <a:pt x="1706" y="1519"/>
                  </a:cubicBezTo>
                  <a:lnTo>
                    <a:pt x="843" y="3499"/>
                  </a:lnTo>
                  <a:lnTo>
                    <a:pt x="572" y="3362"/>
                  </a:lnTo>
                  <a:lnTo>
                    <a:pt x="1302" y="1266"/>
                  </a:lnTo>
                  <a:close/>
                  <a:moveTo>
                    <a:pt x="5454" y="3802"/>
                  </a:moveTo>
                  <a:lnTo>
                    <a:pt x="5454" y="4842"/>
                  </a:lnTo>
                  <a:lnTo>
                    <a:pt x="4221" y="4842"/>
                  </a:lnTo>
                  <a:lnTo>
                    <a:pt x="4740" y="3802"/>
                  </a:lnTo>
                  <a:close/>
                  <a:moveTo>
                    <a:pt x="438" y="3709"/>
                  </a:moveTo>
                  <a:lnTo>
                    <a:pt x="1701" y="4355"/>
                  </a:lnTo>
                  <a:cubicBezTo>
                    <a:pt x="1887" y="4451"/>
                    <a:pt x="2090" y="4498"/>
                    <a:pt x="2293" y="4498"/>
                  </a:cubicBezTo>
                  <a:cubicBezTo>
                    <a:pt x="2444" y="4498"/>
                    <a:pt x="2596" y="4472"/>
                    <a:pt x="2739" y="4420"/>
                  </a:cubicBezTo>
                  <a:lnTo>
                    <a:pt x="2739" y="4420"/>
                  </a:lnTo>
                  <a:cubicBezTo>
                    <a:pt x="2683" y="4618"/>
                    <a:pt x="2575" y="4801"/>
                    <a:pt x="2422" y="4948"/>
                  </a:cubicBezTo>
                  <a:cubicBezTo>
                    <a:pt x="2196" y="5168"/>
                    <a:pt x="1899" y="5290"/>
                    <a:pt x="1583" y="5290"/>
                  </a:cubicBezTo>
                  <a:cubicBezTo>
                    <a:pt x="1572" y="5290"/>
                    <a:pt x="1562" y="5290"/>
                    <a:pt x="1551" y="5290"/>
                  </a:cubicBezTo>
                  <a:cubicBezTo>
                    <a:pt x="1241" y="5282"/>
                    <a:pt x="948" y="5157"/>
                    <a:pt x="728" y="4933"/>
                  </a:cubicBezTo>
                  <a:cubicBezTo>
                    <a:pt x="507" y="4709"/>
                    <a:pt x="382" y="4415"/>
                    <a:pt x="377" y="4105"/>
                  </a:cubicBezTo>
                  <a:cubicBezTo>
                    <a:pt x="375" y="3969"/>
                    <a:pt x="396" y="3835"/>
                    <a:pt x="438" y="3709"/>
                  </a:cubicBezTo>
                  <a:close/>
                  <a:moveTo>
                    <a:pt x="6195" y="3801"/>
                  </a:moveTo>
                  <a:lnTo>
                    <a:pt x="6195" y="5756"/>
                  </a:lnTo>
                  <a:lnTo>
                    <a:pt x="4105" y="5756"/>
                  </a:lnTo>
                  <a:lnTo>
                    <a:pt x="4105" y="5211"/>
                  </a:lnTo>
                  <a:lnTo>
                    <a:pt x="5639" y="5211"/>
                  </a:lnTo>
                  <a:cubicBezTo>
                    <a:pt x="5741" y="5211"/>
                    <a:pt x="5824" y="5128"/>
                    <a:pt x="5824" y="5026"/>
                  </a:cubicBezTo>
                  <a:lnTo>
                    <a:pt x="5824" y="3801"/>
                  </a:lnTo>
                  <a:close/>
                  <a:moveTo>
                    <a:pt x="8721" y="4484"/>
                  </a:moveTo>
                  <a:cubicBezTo>
                    <a:pt x="8883" y="4484"/>
                    <a:pt x="9015" y="4617"/>
                    <a:pt x="9015" y="4780"/>
                  </a:cubicBezTo>
                  <a:lnTo>
                    <a:pt x="9015" y="5756"/>
                  </a:lnTo>
                  <a:lnTo>
                    <a:pt x="6567" y="5756"/>
                  </a:lnTo>
                  <a:lnTo>
                    <a:pt x="6567" y="4484"/>
                  </a:lnTo>
                  <a:close/>
                  <a:moveTo>
                    <a:pt x="8505" y="6127"/>
                  </a:moveTo>
                  <a:cubicBezTo>
                    <a:pt x="8853" y="6127"/>
                    <a:pt x="9136" y="6410"/>
                    <a:pt x="9136" y="6757"/>
                  </a:cubicBezTo>
                  <a:cubicBezTo>
                    <a:pt x="9135" y="7106"/>
                    <a:pt x="8852" y="7389"/>
                    <a:pt x="8505" y="7389"/>
                  </a:cubicBezTo>
                  <a:lnTo>
                    <a:pt x="4201" y="7389"/>
                  </a:lnTo>
                  <a:cubicBezTo>
                    <a:pt x="3853" y="7389"/>
                    <a:pt x="3570" y="7106"/>
                    <a:pt x="3570" y="6757"/>
                  </a:cubicBezTo>
                  <a:cubicBezTo>
                    <a:pt x="3570" y="6410"/>
                    <a:pt x="3853" y="6127"/>
                    <a:pt x="4201" y="6127"/>
                  </a:cubicBezTo>
                  <a:close/>
                  <a:moveTo>
                    <a:pt x="1892" y="0"/>
                  </a:moveTo>
                  <a:cubicBezTo>
                    <a:pt x="1539" y="0"/>
                    <a:pt x="1240" y="240"/>
                    <a:pt x="1149" y="566"/>
                  </a:cubicBezTo>
                  <a:lnTo>
                    <a:pt x="172" y="3379"/>
                  </a:lnTo>
                  <a:cubicBezTo>
                    <a:pt x="58" y="3604"/>
                    <a:pt x="1" y="3856"/>
                    <a:pt x="5" y="4109"/>
                  </a:cubicBezTo>
                  <a:cubicBezTo>
                    <a:pt x="11" y="4516"/>
                    <a:pt x="174" y="4900"/>
                    <a:pt x="463" y="5191"/>
                  </a:cubicBezTo>
                  <a:cubicBezTo>
                    <a:pt x="753" y="5483"/>
                    <a:pt x="1135" y="5649"/>
                    <a:pt x="1542" y="5657"/>
                  </a:cubicBezTo>
                  <a:lnTo>
                    <a:pt x="1581" y="5657"/>
                  </a:lnTo>
                  <a:cubicBezTo>
                    <a:pt x="1994" y="5657"/>
                    <a:pt x="2384" y="5499"/>
                    <a:pt x="2681" y="5210"/>
                  </a:cubicBezTo>
                  <a:cubicBezTo>
                    <a:pt x="2986" y="4912"/>
                    <a:pt x="3154" y="4510"/>
                    <a:pt x="3154" y="4083"/>
                  </a:cubicBezTo>
                  <a:cubicBezTo>
                    <a:pt x="3154" y="4012"/>
                    <a:pt x="3115" y="3948"/>
                    <a:pt x="3050" y="3916"/>
                  </a:cubicBezTo>
                  <a:cubicBezTo>
                    <a:pt x="3024" y="3903"/>
                    <a:pt x="2995" y="3897"/>
                    <a:pt x="2967" y="3897"/>
                  </a:cubicBezTo>
                  <a:cubicBezTo>
                    <a:pt x="2928" y="3897"/>
                    <a:pt x="2888" y="3909"/>
                    <a:pt x="2856" y="3934"/>
                  </a:cubicBezTo>
                  <a:cubicBezTo>
                    <a:pt x="2691" y="4059"/>
                    <a:pt x="2491" y="4123"/>
                    <a:pt x="2290" y="4123"/>
                  </a:cubicBezTo>
                  <a:cubicBezTo>
                    <a:pt x="2145" y="4123"/>
                    <a:pt x="1999" y="4089"/>
                    <a:pt x="1866" y="4021"/>
                  </a:cubicBezTo>
                  <a:lnTo>
                    <a:pt x="1169" y="3665"/>
                  </a:lnTo>
                  <a:lnTo>
                    <a:pt x="2076" y="1584"/>
                  </a:lnTo>
                  <a:lnTo>
                    <a:pt x="4002" y="3111"/>
                  </a:lnTo>
                  <a:lnTo>
                    <a:pt x="4002" y="4434"/>
                  </a:lnTo>
                  <a:lnTo>
                    <a:pt x="3749" y="4939"/>
                  </a:lnTo>
                  <a:cubicBezTo>
                    <a:pt x="3736" y="4965"/>
                    <a:pt x="3729" y="4992"/>
                    <a:pt x="3729" y="5022"/>
                  </a:cubicBezTo>
                  <a:lnTo>
                    <a:pt x="3729" y="5866"/>
                  </a:lnTo>
                  <a:cubicBezTo>
                    <a:pt x="3411" y="6034"/>
                    <a:pt x="3192" y="6369"/>
                    <a:pt x="3192" y="6752"/>
                  </a:cubicBezTo>
                  <a:cubicBezTo>
                    <a:pt x="3192" y="7305"/>
                    <a:pt x="3641" y="7755"/>
                    <a:pt x="4194" y="7755"/>
                  </a:cubicBezTo>
                  <a:lnTo>
                    <a:pt x="8498" y="7755"/>
                  </a:lnTo>
                  <a:cubicBezTo>
                    <a:pt x="9051" y="7755"/>
                    <a:pt x="9500" y="7305"/>
                    <a:pt x="9500" y="6752"/>
                  </a:cubicBezTo>
                  <a:cubicBezTo>
                    <a:pt x="9507" y="6513"/>
                    <a:pt x="9418" y="6289"/>
                    <a:pt x="9271" y="6113"/>
                  </a:cubicBezTo>
                  <a:cubicBezTo>
                    <a:pt x="9339" y="6086"/>
                    <a:pt x="9387" y="6019"/>
                    <a:pt x="9387" y="5942"/>
                  </a:cubicBezTo>
                  <a:lnTo>
                    <a:pt x="9387" y="4780"/>
                  </a:lnTo>
                  <a:cubicBezTo>
                    <a:pt x="9387" y="4413"/>
                    <a:pt x="9089" y="4113"/>
                    <a:pt x="8722" y="4113"/>
                  </a:cubicBezTo>
                  <a:lnTo>
                    <a:pt x="6567" y="4113"/>
                  </a:lnTo>
                  <a:lnTo>
                    <a:pt x="6567" y="3616"/>
                  </a:lnTo>
                  <a:cubicBezTo>
                    <a:pt x="6567" y="3514"/>
                    <a:pt x="6484" y="3430"/>
                    <a:pt x="6381" y="3430"/>
                  </a:cubicBezTo>
                  <a:lnTo>
                    <a:pt x="5589" y="3430"/>
                  </a:lnTo>
                  <a:lnTo>
                    <a:pt x="5099" y="2288"/>
                  </a:lnTo>
                  <a:cubicBezTo>
                    <a:pt x="5086" y="2260"/>
                    <a:pt x="5066" y="2234"/>
                    <a:pt x="5042" y="2214"/>
                  </a:cubicBezTo>
                  <a:lnTo>
                    <a:pt x="4539" y="1828"/>
                  </a:lnTo>
                  <a:cubicBezTo>
                    <a:pt x="4505" y="1802"/>
                    <a:pt x="4465" y="1790"/>
                    <a:pt x="4426" y="1790"/>
                  </a:cubicBezTo>
                  <a:cubicBezTo>
                    <a:pt x="4370" y="1790"/>
                    <a:pt x="4315" y="1815"/>
                    <a:pt x="4278" y="1863"/>
                  </a:cubicBezTo>
                  <a:cubicBezTo>
                    <a:pt x="4215" y="1944"/>
                    <a:pt x="4231" y="2061"/>
                    <a:pt x="4312" y="2124"/>
                  </a:cubicBezTo>
                  <a:lnTo>
                    <a:pt x="4776" y="2478"/>
                  </a:lnTo>
                  <a:lnTo>
                    <a:pt x="5184" y="3429"/>
                  </a:lnTo>
                  <a:lnTo>
                    <a:pt x="4625" y="3429"/>
                  </a:lnTo>
                  <a:cubicBezTo>
                    <a:pt x="4555" y="3429"/>
                    <a:pt x="4490" y="3468"/>
                    <a:pt x="4458" y="3531"/>
                  </a:cubicBezTo>
                  <a:lnTo>
                    <a:pt x="4378" y="3695"/>
                  </a:lnTo>
                  <a:lnTo>
                    <a:pt x="4378" y="3025"/>
                  </a:lnTo>
                  <a:cubicBezTo>
                    <a:pt x="4378" y="2968"/>
                    <a:pt x="4352" y="2915"/>
                    <a:pt x="4306" y="2879"/>
                  </a:cubicBezTo>
                  <a:lnTo>
                    <a:pt x="2389" y="1359"/>
                  </a:lnTo>
                  <a:cubicBezTo>
                    <a:pt x="2536" y="1234"/>
                    <a:pt x="2634" y="1057"/>
                    <a:pt x="2656" y="856"/>
                  </a:cubicBezTo>
                  <a:lnTo>
                    <a:pt x="2985" y="1108"/>
                  </a:lnTo>
                  <a:cubicBezTo>
                    <a:pt x="3020" y="1134"/>
                    <a:pt x="3059" y="1145"/>
                    <a:pt x="3099" y="1145"/>
                  </a:cubicBezTo>
                  <a:cubicBezTo>
                    <a:pt x="3154" y="1145"/>
                    <a:pt x="3210" y="1120"/>
                    <a:pt x="3246" y="1072"/>
                  </a:cubicBezTo>
                  <a:cubicBezTo>
                    <a:pt x="3309" y="990"/>
                    <a:pt x="3293" y="874"/>
                    <a:pt x="3212" y="811"/>
                  </a:cubicBezTo>
                  <a:cubicBezTo>
                    <a:pt x="3212" y="811"/>
                    <a:pt x="2355" y="154"/>
                    <a:pt x="2352" y="154"/>
                  </a:cubicBezTo>
                  <a:cubicBezTo>
                    <a:pt x="2224" y="58"/>
                    <a:pt x="2064" y="0"/>
                    <a:pt x="18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2"/>
            <p:cNvSpPr/>
            <p:nvPr/>
          </p:nvSpPr>
          <p:spPr>
            <a:xfrm>
              <a:off x="7687404" y="2071337"/>
              <a:ext cx="12151" cy="12151"/>
            </a:xfrm>
            <a:custGeom>
              <a:rect b="b" l="l" r="r" t="t"/>
              <a:pathLst>
                <a:path extrusionOk="0" h="373" w="373">
                  <a:moveTo>
                    <a:pt x="186" y="1"/>
                  </a:moveTo>
                  <a:cubicBezTo>
                    <a:pt x="82" y="1"/>
                    <a:pt x="0" y="85"/>
                    <a:pt x="0" y="187"/>
                  </a:cubicBezTo>
                  <a:cubicBezTo>
                    <a:pt x="0" y="290"/>
                    <a:pt x="84" y="373"/>
                    <a:pt x="186" y="373"/>
                  </a:cubicBezTo>
                  <a:cubicBezTo>
                    <a:pt x="289" y="373"/>
                    <a:pt x="372" y="289"/>
                    <a:pt x="372" y="187"/>
                  </a:cubicBezTo>
                  <a:cubicBezTo>
                    <a:pt x="372" y="85"/>
                    <a:pt x="289" y="3"/>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8" name="Google Shape;7678;p72"/>
          <p:cNvGrpSpPr/>
          <p:nvPr/>
        </p:nvGrpSpPr>
        <p:grpSpPr>
          <a:xfrm>
            <a:off x="1970965" y="2028270"/>
            <a:ext cx="310789" cy="255408"/>
            <a:chOff x="1970965" y="2028270"/>
            <a:chExt cx="310789" cy="255408"/>
          </a:xfrm>
        </p:grpSpPr>
        <p:sp>
          <p:nvSpPr>
            <p:cNvPr id="7679" name="Google Shape;7679;p72"/>
            <p:cNvSpPr/>
            <p:nvPr/>
          </p:nvSpPr>
          <p:spPr>
            <a:xfrm>
              <a:off x="1970965" y="2028270"/>
              <a:ext cx="310789" cy="255408"/>
            </a:xfrm>
            <a:custGeom>
              <a:rect b="b" l="l" r="r" t="t"/>
              <a:pathLst>
                <a:path extrusionOk="0" h="7840" w="9540">
                  <a:moveTo>
                    <a:pt x="7594" y="390"/>
                  </a:moveTo>
                  <a:lnTo>
                    <a:pt x="8005" y="1100"/>
                  </a:lnTo>
                  <a:lnTo>
                    <a:pt x="7181" y="1100"/>
                  </a:lnTo>
                  <a:lnTo>
                    <a:pt x="6810" y="516"/>
                  </a:lnTo>
                  <a:lnTo>
                    <a:pt x="7594" y="390"/>
                  </a:lnTo>
                  <a:close/>
                  <a:moveTo>
                    <a:pt x="4569" y="1040"/>
                  </a:moveTo>
                  <a:lnTo>
                    <a:pt x="4788" y="1215"/>
                  </a:lnTo>
                  <a:lnTo>
                    <a:pt x="4432" y="2150"/>
                  </a:lnTo>
                  <a:lnTo>
                    <a:pt x="3568" y="1645"/>
                  </a:lnTo>
                  <a:lnTo>
                    <a:pt x="3627" y="1373"/>
                  </a:lnTo>
                  <a:lnTo>
                    <a:pt x="4569" y="1040"/>
                  </a:lnTo>
                  <a:close/>
                  <a:moveTo>
                    <a:pt x="6563" y="818"/>
                  </a:moveTo>
                  <a:lnTo>
                    <a:pt x="6923" y="1383"/>
                  </a:lnTo>
                  <a:cubicBezTo>
                    <a:pt x="6957" y="1437"/>
                    <a:pt x="7016" y="1469"/>
                    <a:pt x="7081" y="1469"/>
                  </a:cubicBezTo>
                  <a:lnTo>
                    <a:pt x="7969" y="1469"/>
                  </a:lnTo>
                  <a:lnTo>
                    <a:pt x="7291" y="2432"/>
                  </a:lnTo>
                  <a:cubicBezTo>
                    <a:pt x="7267" y="2422"/>
                    <a:pt x="7243" y="2416"/>
                    <a:pt x="7217" y="2416"/>
                  </a:cubicBezTo>
                  <a:lnTo>
                    <a:pt x="6428" y="2416"/>
                  </a:lnTo>
                  <a:lnTo>
                    <a:pt x="6206" y="1990"/>
                  </a:lnTo>
                  <a:lnTo>
                    <a:pt x="6563" y="818"/>
                  </a:lnTo>
                  <a:close/>
                  <a:moveTo>
                    <a:pt x="5463" y="1369"/>
                  </a:moveTo>
                  <a:lnTo>
                    <a:pt x="6104" y="2600"/>
                  </a:lnTo>
                  <a:lnTo>
                    <a:pt x="5899" y="2966"/>
                  </a:lnTo>
                  <a:cubicBezTo>
                    <a:pt x="5849" y="3055"/>
                    <a:pt x="5880" y="3170"/>
                    <a:pt x="5970" y="3219"/>
                  </a:cubicBezTo>
                  <a:cubicBezTo>
                    <a:pt x="5998" y="3235"/>
                    <a:pt x="6030" y="3243"/>
                    <a:pt x="6060" y="3243"/>
                  </a:cubicBezTo>
                  <a:cubicBezTo>
                    <a:pt x="6125" y="3243"/>
                    <a:pt x="6188" y="3208"/>
                    <a:pt x="6223" y="3149"/>
                  </a:cubicBezTo>
                  <a:lnTo>
                    <a:pt x="6424" y="2788"/>
                  </a:lnTo>
                  <a:lnTo>
                    <a:pt x="7162" y="2788"/>
                  </a:lnTo>
                  <a:lnTo>
                    <a:pt x="7963" y="3297"/>
                  </a:lnTo>
                  <a:lnTo>
                    <a:pt x="8032" y="3672"/>
                  </a:lnTo>
                  <a:lnTo>
                    <a:pt x="7534" y="4348"/>
                  </a:lnTo>
                  <a:cubicBezTo>
                    <a:pt x="7352" y="4594"/>
                    <a:pt x="7072" y="4752"/>
                    <a:pt x="6769" y="4779"/>
                  </a:cubicBezTo>
                  <a:cubicBezTo>
                    <a:pt x="6823" y="4679"/>
                    <a:pt x="6853" y="4567"/>
                    <a:pt x="6853" y="4447"/>
                  </a:cubicBezTo>
                  <a:cubicBezTo>
                    <a:pt x="6853" y="4056"/>
                    <a:pt x="6535" y="3737"/>
                    <a:pt x="6145" y="3737"/>
                  </a:cubicBezTo>
                  <a:lnTo>
                    <a:pt x="5206" y="3737"/>
                  </a:lnTo>
                  <a:cubicBezTo>
                    <a:pt x="4802" y="3266"/>
                    <a:pt x="4219" y="2998"/>
                    <a:pt x="3595" y="2998"/>
                  </a:cubicBezTo>
                  <a:cubicBezTo>
                    <a:pt x="3263" y="2998"/>
                    <a:pt x="2944" y="3075"/>
                    <a:pt x="2656" y="3217"/>
                  </a:cubicBezTo>
                  <a:lnTo>
                    <a:pt x="2958" y="2475"/>
                  </a:lnTo>
                  <a:lnTo>
                    <a:pt x="3819" y="2224"/>
                  </a:lnTo>
                  <a:lnTo>
                    <a:pt x="4432" y="2583"/>
                  </a:lnTo>
                  <a:cubicBezTo>
                    <a:pt x="4462" y="2600"/>
                    <a:pt x="4494" y="2608"/>
                    <a:pt x="4527" y="2608"/>
                  </a:cubicBezTo>
                  <a:cubicBezTo>
                    <a:pt x="4547" y="2608"/>
                    <a:pt x="4568" y="2604"/>
                    <a:pt x="4588" y="2598"/>
                  </a:cubicBezTo>
                  <a:cubicBezTo>
                    <a:pt x="4640" y="2579"/>
                    <a:pt x="4679" y="2540"/>
                    <a:pt x="4699" y="2489"/>
                  </a:cubicBezTo>
                  <a:lnTo>
                    <a:pt x="5126" y="1369"/>
                  </a:lnTo>
                  <a:close/>
                  <a:moveTo>
                    <a:pt x="1163" y="4568"/>
                  </a:moveTo>
                  <a:lnTo>
                    <a:pt x="3286" y="6692"/>
                  </a:lnTo>
                  <a:lnTo>
                    <a:pt x="2585" y="7394"/>
                  </a:lnTo>
                  <a:lnTo>
                    <a:pt x="462" y="5269"/>
                  </a:lnTo>
                  <a:lnTo>
                    <a:pt x="1163" y="4568"/>
                  </a:lnTo>
                  <a:close/>
                  <a:moveTo>
                    <a:pt x="7691" y="1"/>
                  </a:moveTo>
                  <a:cubicBezTo>
                    <a:pt x="7682" y="1"/>
                    <a:pt x="7672" y="1"/>
                    <a:pt x="7663" y="3"/>
                  </a:cubicBezTo>
                  <a:lnTo>
                    <a:pt x="6475" y="194"/>
                  </a:lnTo>
                  <a:cubicBezTo>
                    <a:pt x="6406" y="206"/>
                    <a:pt x="6348" y="255"/>
                    <a:pt x="6327" y="323"/>
                  </a:cubicBezTo>
                  <a:lnTo>
                    <a:pt x="5962" y="1520"/>
                  </a:lnTo>
                  <a:lnTo>
                    <a:pt x="5742" y="1096"/>
                  </a:lnTo>
                  <a:cubicBezTo>
                    <a:pt x="5710" y="1035"/>
                    <a:pt x="5646" y="997"/>
                    <a:pt x="5576" y="997"/>
                  </a:cubicBezTo>
                  <a:lnTo>
                    <a:pt x="5110" y="997"/>
                  </a:lnTo>
                  <a:lnTo>
                    <a:pt x="4721" y="687"/>
                  </a:lnTo>
                  <a:cubicBezTo>
                    <a:pt x="4688" y="660"/>
                    <a:pt x="4647" y="646"/>
                    <a:pt x="4606" y="646"/>
                  </a:cubicBezTo>
                  <a:cubicBezTo>
                    <a:pt x="4585" y="646"/>
                    <a:pt x="4564" y="650"/>
                    <a:pt x="4544" y="656"/>
                  </a:cubicBezTo>
                  <a:lnTo>
                    <a:pt x="3408" y="1057"/>
                  </a:lnTo>
                  <a:cubicBezTo>
                    <a:pt x="3348" y="1078"/>
                    <a:pt x="3302" y="1129"/>
                    <a:pt x="3289" y="1192"/>
                  </a:cubicBezTo>
                  <a:lnTo>
                    <a:pt x="3176" y="1698"/>
                  </a:lnTo>
                  <a:cubicBezTo>
                    <a:pt x="3159" y="1776"/>
                    <a:pt x="3195" y="1857"/>
                    <a:pt x="3264" y="1898"/>
                  </a:cubicBezTo>
                  <a:lnTo>
                    <a:pt x="3380" y="1966"/>
                  </a:lnTo>
                  <a:lnTo>
                    <a:pt x="2771" y="2144"/>
                  </a:lnTo>
                  <a:cubicBezTo>
                    <a:pt x="2716" y="2160"/>
                    <a:pt x="2672" y="2199"/>
                    <a:pt x="2651" y="2251"/>
                  </a:cubicBezTo>
                  <a:lnTo>
                    <a:pt x="2091" y="3625"/>
                  </a:lnTo>
                  <a:cubicBezTo>
                    <a:pt x="1987" y="3730"/>
                    <a:pt x="1893" y="3846"/>
                    <a:pt x="1810" y="3973"/>
                  </a:cubicBezTo>
                  <a:cubicBezTo>
                    <a:pt x="1721" y="4112"/>
                    <a:pt x="1616" y="4249"/>
                    <a:pt x="1500" y="4378"/>
                  </a:cubicBezTo>
                  <a:lnTo>
                    <a:pt x="1297" y="4175"/>
                  </a:lnTo>
                  <a:cubicBezTo>
                    <a:pt x="1262" y="4140"/>
                    <a:pt x="1215" y="4121"/>
                    <a:pt x="1166" y="4121"/>
                  </a:cubicBezTo>
                  <a:cubicBezTo>
                    <a:pt x="1117" y="4121"/>
                    <a:pt x="1069" y="4141"/>
                    <a:pt x="1035" y="4175"/>
                  </a:cubicBezTo>
                  <a:lnTo>
                    <a:pt x="73" y="5137"/>
                  </a:lnTo>
                  <a:cubicBezTo>
                    <a:pt x="1" y="5209"/>
                    <a:pt x="1" y="5328"/>
                    <a:pt x="73" y="5399"/>
                  </a:cubicBezTo>
                  <a:lnTo>
                    <a:pt x="2461" y="7786"/>
                  </a:lnTo>
                  <a:cubicBezTo>
                    <a:pt x="2495" y="7822"/>
                    <a:pt x="2542" y="7840"/>
                    <a:pt x="2592" y="7840"/>
                  </a:cubicBezTo>
                  <a:cubicBezTo>
                    <a:pt x="2641" y="7840"/>
                    <a:pt x="2688" y="7821"/>
                    <a:pt x="2723" y="7786"/>
                  </a:cubicBezTo>
                  <a:lnTo>
                    <a:pt x="3684" y="6824"/>
                  </a:lnTo>
                  <a:cubicBezTo>
                    <a:pt x="3757" y="6752"/>
                    <a:pt x="3757" y="6634"/>
                    <a:pt x="3684" y="6562"/>
                  </a:cubicBezTo>
                  <a:lnTo>
                    <a:pt x="3554" y="6433"/>
                  </a:lnTo>
                  <a:cubicBezTo>
                    <a:pt x="3701" y="6365"/>
                    <a:pt x="3862" y="6329"/>
                    <a:pt x="4026" y="6329"/>
                  </a:cubicBezTo>
                  <a:lnTo>
                    <a:pt x="5454" y="6329"/>
                  </a:lnTo>
                  <a:cubicBezTo>
                    <a:pt x="5556" y="6329"/>
                    <a:pt x="5639" y="6246"/>
                    <a:pt x="5639" y="6143"/>
                  </a:cubicBezTo>
                  <a:cubicBezTo>
                    <a:pt x="5639" y="6041"/>
                    <a:pt x="5557" y="5957"/>
                    <a:pt x="5454" y="5957"/>
                  </a:cubicBezTo>
                  <a:lnTo>
                    <a:pt x="4026" y="5957"/>
                  </a:lnTo>
                  <a:cubicBezTo>
                    <a:pt x="3762" y="5957"/>
                    <a:pt x="3506" y="6025"/>
                    <a:pt x="3279" y="6156"/>
                  </a:cubicBezTo>
                  <a:lnTo>
                    <a:pt x="1762" y="4639"/>
                  </a:lnTo>
                  <a:cubicBezTo>
                    <a:pt x="1897" y="4491"/>
                    <a:pt x="2019" y="4335"/>
                    <a:pt x="2122" y="4173"/>
                  </a:cubicBezTo>
                  <a:cubicBezTo>
                    <a:pt x="2447" y="3668"/>
                    <a:pt x="2998" y="3367"/>
                    <a:pt x="3598" y="3367"/>
                  </a:cubicBezTo>
                  <a:cubicBezTo>
                    <a:pt x="4139" y="3367"/>
                    <a:pt x="4641" y="3611"/>
                    <a:pt x="4976" y="4036"/>
                  </a:cubicBezTo>
                  <a:cubicBezTo>
                    <a:pt x="5011" y="4081"/>
                    <a:pt x="5065" y="4107"/>
                    <a:pt x="5121" y="4107"/>
                  </a:cubicBezTo>
                  <a:lnTo>
                    <a:pt x="6147" y="4107"/>
                  </a:lnTo>
                  <a:cubicBezTo>
                    <a:pt x="6334" y="4107"/>
                    <a:pt x="6484" y="4257"/>
                    <a:pt x="6484" y="4444"/>
                  </a:cubicBezTo>
                  <a:cubicBezTo>
                    <a:pt x="6484" y="4629"/>
                    <a:pt x="6334" y="4780"/>
                    <a:pt x="6147" y="4780"/>
                  </a:cubicBezTo>
                  <a:lnTo>
                    <a:pt x="4745" y="4780"/>
                  </a:lnTo>
                  <a:cubicBezTo>
                    <a:pt x="4643" y="4780"/>
                    <a:pt x="4559" y="4863"/>
                    <a:pt x="4559" y="4966"/>
                  </a:cubicBezTo>
                  <a:cubicBezTo>
                    <a:pt x="4559" y="5069"/>
                    <a:pt x="4642" y="5152"/>
                    <a:pt x="4745" y="5152"/>
                  </a:cubicBezTo>
                  <a:lnTo>
                    <a:pt x="6678" y="5152"/>
                  </a:lnTo>
                  <a:cubicBezTo>
                    <a:pt x="7134" y="5152"/>
                    <a:pt x="7567" y="4933"/>
                    <a:pt x="7837" y="4565"/>
                  </a:cubicBezTo>
                  <a:lnTo>
                    <a:pt x="8567" y="3571"/>
                  </a:lnTo>
                  <a:cubicBezTo>
                    <a:pt x="8630" y="3487"/>
                    <a:pt x="8725" y="3441"/>
                    <a:pt x="8824" y="3441"/>
                  </a:cubicBezTo>
                  <a:cubicBezTo>
                    <a:pt x="8868" y="3441"/>
                    <a:pt x="8912" y="3450"/>
                    <a:pt x="8954" y="3468"/>
                  </a:cubicBezTo>
                  <a:cubicBezTo>
                    <a:pt x="9037" y="3505"/>
                    <a:pt x="9099" y="3573"/>
                    <a:pt x="9129" y="3659"/>
                  </a:cubicBezTo>
                  <a:cubicBezTo>
                    <a:pt x="9157" y="3746"/>
                    <a:pt x="9149" y="3837"/>
                    <a:pt x="9105" y="3917"/>
                  </a:cubicBezTo>
                  <a:lnTo>
                    <a:pt x="8791" y="4481"/>
                  </a:lnTo>
                  <a:cubicBezTo>
                    <a:pt x="8424" y="5145"/>
                    <a:pt x="7794" y="5643"/>
                    <a:pt x="7063" y="5849"/>
                  </a:cubicBezTo>
                  <a:cubicBezTo>
                    <a:pt x="6964" y="5878"/>
                    <a:pt x="6907" y="5979"/>
                    <a:pt x="6935" y="6079"/>
                  </a:cubicBezTo>
                  <a:cubicBezTo>
                    <a:pt x="6958" y="6161"/>
                    <a:pt x="7031" y="6214"/>
                    <a:pt x="7113" y="6214"/>
                  </a:cubicBezTo>
                  <a:cubicBezTo>
                    <a:pt x="7130" y="6214"/>
                    <a:pt x="7147" y="6211"/>
                    <a:pt x="7163" y="6208"/>
                  </a:cubicBezTo>
                  <a:cubicBezTo>
                    <a:pt x="7989" y="5974"/>
                    <a:pt x="8700" y="5412"/>
                    <a:pt x="9116" y="4662"/>
                  </a:cubicBezTo>
                  <a:lnTo>
                    <a:pt x="9429" y="4098"/>
                  </a:lnTo>
                  <a:cubicBezTo>
                    <a:pt x="9521" y="3928"/>
                    <a:pt x="9539" y="3726"/>
                    <a:pt x="9477" y="3542"/>
                  </a:cubicBezTo>
                  <a:cubicBezTo>
                    <a:pt x="9417" y="3358"/>
                    <a:pt x="9278" y="3207"/>
                    <a:pt x="9100" y="3129"/>
                  </a:cubicBezTo>
                  <a:cubicBezTo>
                    <a:pt x="9009" y="3089"/>
                    <a:pt x="8914" y="3070"/>
                    <a:pt x="8820" y="3070"/>
                  </a:cubicBezTo>
                  <a:cubicBezTo>
                    <a:pt x="8640" y="3070"/>
                    <a:pt x="8466" y="3140"/>
                    <a:pt x="8335" y="3271"/>
                  </a:cubicBezTo>
                  <a:lnTo>
                    <a:pt x="8313" y="3150"/>
                  </a:lnTo>
                  <a:cubicBezTo>
                    <a:pt x="8303" y="3098"/>
                    <a:pt x="8273" y="3054"/>
                    <a:pt x="8230" y="3027"/>
                  </a:cubicBezTo>
                  <a:lnTo>
                    <a:pt x="7605" y="2630"/>
                  </a:lnTo>
                  <a:lnTo>
                    <a:pt x="8479" y="1391"/>
                  </a:lnTo>
                  <a:cubicBezTo>
                    <a:pt x="8520" y="1332"/>
                    <a:pt x="8524" y="1254"/>
                    <a:pt x="8488" y="1191"/>
                  </a:cubicBezTo>
                  <a:lnTo>
                    <a:pt x="7853" y="93"/>
                  </a:lnTo>
                  <a:cubicBezTo>
                    <a:pt x="7820" y="35"/>
                    <a:pt x="7757" y="1"/>
                    <a:pt x="76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2"/>
            <p:cNvSpPr/>
            <p:nvPr/>
          </p:nvSpPr>
          <p:spPr>
            <a:xfrm>
              <a:off x="2169590" y="2222334"/>
              <a:ext cx="12151" cy="12151"/>
            </a:xfrm>
            <a:custGeom>
              <a:rect b="b" l="l" r="r" t="t"/>
              <a:pathLst>
                <a:path extrusionOk="0" h="373" w="373">
                  <a:moveTo>
                    <a:pt x="187" y="0"/>
                  </a:moveTo>
                  <a:cubicBezTo>
                    <a:pt x="84" y="0"/>
                    <a:pt x="1" y="84"/>
                    <a:pt x="1" y="187"/>
                  </a:cubicBezTo>
                  <a:cubicBezTo>
                    <a:pt x="1" y="289"/>
                    <a:pt x="85" y="372"/>
                    <a:pt x="187" y="372"/>
                  </a:cubicBezTo>
                  <a:cubicBezTo>
                    <a:pt x="290" y="372"/>
                    <a:pt x="373" y="288"/>
                    <a:pt x="373" y="187"/>
                  </a:cubicBezTo>
                  <a:cubicBezTo>
                    <a:pt x="373" y="84"/>
                    <a:pt x="289"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1" name="Google Shape;7681;p72"/>
          <p:cNvGrpSpPr/>
          <p:nvPr/>
        </p:nvGrpSpPr>
        <p:grpSpPr>
          <a:xfrm>
            <a:off x="1265238" y="2001361"/>
            <a:ext cx="309551" cy="309389"/>
            <a:chOff x="1265238" y="2001361"/>
            <a:chExt cx="309551" cy="309389"/>
          </a:xfrm>
        </p:grpSpPr>
        <p:sp>
          <p:nvSpPr>
            <p:cNvPr id="7682" name="Google Shape;7682;p72"/>
            <p:cNvSpPr/>
            <p:nvPr/>
          </p:nvSpPr>
          <p:spPr>
            <a:xfrm>
              <a:off x="1362482" y="2162782"/>
              <a:ext cx="115031" cy="115031"/>
            </a:xfrm>
            <a:custGeom>
              <a:rect b="b" l="l" r="r" t="t"/>
              <a:pathLst>
                <a:path extrusionOk="0" h="3531" w="3531">
                  <a:moveTo>
                    <a:pt x="1765" y="371"/>
                  </a:moveTo>
                  <a:cubicBezTo>
                    <a:pt x="2534" y="371"/>
                    <a:pt x="3160" y="997"/>
                    <a:pt x="3160" y="1765"/>
                  </a:cubicBezTo>
                  <a:cubicBezTo>
                    <a:pt x="3160" y="2534"/>
                    <a:pt x="2534" y="3160"/>
                    <a:pt x="1765" y="3160"/>
                  </a:cubicBezTo>
                  <a:cubicBezTo>
                    <a:pt x="997" y="3160"/>
                    <a:pt x="371" y="2534"/>
                    <a:pt x="371" y="1765"/>
                  </a:cubicBezTo>
                  <a:cubicBezTo>
                    <a:pt x="371" y="997"/>
                    <a:pt x="997" y="371"/>
                    <a:pt x="1765" y="371"/>
                  </a:cubicBezTo>
                  <a:close/>
                  <a:moveTo>
                    <a:pt x="1765" y="0"/>
                  </a:moveTo>
                  <a:cubicBezTo>
                    <a:pt x="792" y="0"/>
                    <a:pt x="0" y="792"/>
                    <a:pt x="0" y="1765"/>
                  </a:cubicBezTo>
                  <a:cubicBezTo>
                    <a:pt x="0" y="2739"/>
                    <a:pt x="792" y="3531"/>
                    <a:pt x="1765" y="3531"/>
                  </a:cubicBezTo>
                  <a:cubicBezTo>
                    <a:pt x="2739" y="3531"/>
                    <a:pt x="3531" y="2739"/>
                    <a:pt x="3531" y="1765"/>
                  </a:cubicBezTo>
                  <a:cubicBezTo>
                    <a:pt x="3531" y="791"/>
                    <a:pt x="2740" y="0"/>
                    <a:pt x="17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2"/>
            <p:cNvSpPr/>
            <p:nvPr/>
          </p:nvSpPr>
          <p:spPr>
            <a:xfrm>
              <a:off x="1390727" y="2191027"/>
              <a:ext cx="58574" cy="58574"/>
            </a:xfrm>
            <a:custGeom>
              <a:rect b="b" l="l" r="r" t="t"/>
              <a:pathLst>
                <a:path extrusionOk="0" h="1798" w="1798">
                  <a:moveTo>
                    <a:pt x="898" y="373"/>
                  </a:moveTo>
                  <a:cubicBezTo>
                    <a:pt x="1188" y="373"/>
                    <a:pt x="1425" y="609"/>
                    <a:pt x="1425" y="898"/>
                  </a:cubicBezTo>
                  <a:cubicBezTo>
                    <a:pt x="1426" y="1190"/>
                    <a:pt x="1190" y="1425"/>
                    <a:pt x="898" y="1425"/>
                  </a:cubicBezTo>
                  <a:cubicBezTo>
                    <a:pt x="608" y="1425"/>
                    <a:pt x="373" y="1188"/>
                    <a:pt x="373" y="898"/>
                  </a:cubicBezTo>
                  <a:cubicBezTo>
                    <a:pt x="373" y="608"/>
                    <a:pt x="609" y="373"/>
                    <a:pt x="898" y="373"/>
                  </a:cubicBezTo>
                  <a:close/>
                  <a:moveTo>
                    <a:pt x="898" y="1"/>
                  </a:moveTo>
                  <a:cubicBezTo>
                    <a:pt x="404" y="1"/>
                    <a:pt x="1" y="404"/>
                    <a:pt x="1" y="898"/>
                  </a:cubicBezTo>
                  <a:cubicBezTo>
                    <a:pt x="1" y="1394"/>
                    <a:pt x="404" y="1797"/>
                    <a:pt x="898" y="1797"/>
                  </a:cubicBezTo>
                  <a:cubicBezTo>
                    <a:pt x="1394" y="1797"/>
                    <a:pt x="1797" y="1394"/>
                    <a:pt x="1797" y="898"/>
                  </a:cubicBezTo>
                  <a:cubicBezTo>
                    <a:pt x="1797" y="404"/>
                    <a:pt x="1394" y="1"/>
                    <a:pt x="8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2"/>
            <p:cNvSpPr/>
            <p:nvPr/>
          </p:nvSpPr>
          <p:spPr>
            <a:xfrm>
              <a:off x="1265238" y="2001361"/>
              <a:ext cx="309551" cy="309389"/>
            </a:xfrm>
            <a:custGeom>
              <a:rect b="b" l="l" r="r" t="t"/>
              <a:pathLst>
                <a:path extrusionOk="0" h="9497" w="9502">
                  <a:moveTo>
                    <a:pt x="7389" y="368"/>
                  </a:moveTo>
                  <a:lnTo>
                    <a:pt x="7210" y="1075"/>
                  </a:lnTo>
                  <a:lnTo>
                    <a:pt x="5584" y="1075"/>
                  </a:lnTo>
                  <a:cubicBezTo>
                    <a:pt x="5483" y="1075"/>
                    <a:pt x="5399" y="1158"/>
                    <a:pt x="5399" y="1261"/>
                  </a:cubicBezTo>
                  <a:cubicBezTo>
                    <a:pt x="5399" y="1363"/>
                    <a:pt x="5481" y="1447"/>
                    <a:pt x="5584" y="1447"/>
                  </a:cubicBezTo>
                  <a:lnTo>
                    <a:pt x="7116" y="1447"/>
                  </a:lnTo>
                  <a:lnTo>
                    <a:pt x="6368" y="4391"/>
                  </a:lnTo>
                  <a:lnTo>
                    <a:pt x="5655" y="3468"/>
                  </a:lnTo>
                  <a:cubicBezTo>
                    <a:pt x="5437" y="3186"/>
                    <a:pt x="5107" y="3026"/>
                    <a:pt x="4750" y="3026"/>
                  </a:cubicBezTo>
                  <a:cubicBezTo>
                    <a:pt x="4394" y="3026"/>
                    <a:pt x="4065" y="3186"/>
                    <a:pt x="3846" y="3468"/>
                  </a:cubicBezTo>
                  <a:lnTo>
                    <a:pt x="3133" y="4391"/>
                  </a:lnTo>
                  <a:lnTo>
                    <a:pt x="2386" y="1447"/>
                  </a:lnTo>
                  <a:lnTo>
                    <a:pt x="3916" y="1447"/>
                  </a:lnTo>
                  <a:cubicBezTo>
                    <a:pt x="4017" y="1447"/>
                    <a:pt x="4101" y="1364"/>
                    <a:pt x="4101" y="1261"/>
                  </a:cubicBezTo>
                  <a:cubicBezTo>
                    <a:pt x="4101" y="1159"/>
                    <a:pt x="4018" y="1075"/>
                    <a:pt x="3916" y="1075"/>
                  </a:cubicBezTo>
                  <a:lnTo>
                    <a:pt x="2292" y="1075"/>
                  </a:lnTo>
                  <a:lnTo>
                    <a:pt x="2112" y="368"/>
                  </a:lnTo>
                  <a:close/>
                  <a:moveTo>
                    <a:pt x="1779" y="566"/>
                  </a:moveTo>
                  <a:lnTo>
                    <a:pt x="2845" y="4765"/>
                  </a:lnTo>
                  <a:lnTo>
                    <a:pt x="2347" y="5407"/>
                  </a:lnTo>
                  <a:lnTo>
                    <a:pt x="1490" y="2031"/>
                  </a:lnTo>
                  <a:cubicBezTo>
                    <a:pt x="1359" y="1518"/>
                    <a:pt x="1470" y="981"/>
                    <a:pt x="1779" y="566"/>
                  </a:cubicBezTo>
                  <a:close/>
                  <a:moveTo>
                    <a:pt x="7724" y="566"/>
                  </a:moveTo>
                  <a:cubicBezTo>
                    <a:pt x="8033" y="981"/>
                    <a:pt x="8143" y="1518"/>
                    <a:pt x="8013" y="2031"/>
                  </a:cubicBezTo>
                  <a:lnTo>
                    <a:pt x="7155" y="5407"/>
                  </a:lnTo>
                  <a:lnTo>
                    <a:pt x="6657" y="4765"/>
                  </a:lnTo>
                  <a:lnTo>
                    <a:pt x="7724" y="566"/>
                  </a:lnTo>
                  <a:close/>
                  <a:moveTo>
                    <a:pt x="2100" y="5796"/>
                  </a:moveTo>
                  <a:cubicBezTo>
                    <a:pt x="1815" y="6385"/>
                    <a:pt x="1844" y="7083"/>
                    <a:pt x="2177" y="7645"/>
                  </a:cubicBezTo>
                  <a:lnTo>
                    <a:pt x="1481" y="7645"/>
                  </a:lnTo>
                  <a:lnTo>
                    <a:pt x="1481" y="5796"/>
                  </a:lnTo>
                  <a:close/>
                  <a:moveTo>
                    <a:pt x="8022" y="5796"/>
                  </a:moveTo>
                  <a:lnTo>
                    <a:pt x="8022" y="7645"/>
                  </a:lnTo>
                  <a:lnTo>
                    <a:pt x="7327" y="7645"/>
                  </a:lnTo>
                  <a:cubicBezTo>
                    <a:pt x="7658" y="7083"/>
                    <a:pt x="7688" y="6386"/>
                    <a:pt x="7402" y="5796"/>
                  </a:cubicBezTo>
                  <a:close/>
                  <a:moveTo>
                    <a:pt x="1109" y="5326"/>
                  </a:moveTo>
                  <a:lnTo>
                    <a:pt x="1109" y="8115"/>
                  </a:lnTo>
                  <a:lnTo>
                    <a:pt x="372" y="8115"/>
                  </a:lnTo>
                  <a:lnTo>
                    <a:pt x="372" y="5326"/>
                  </a:lnTo>
                  <a:close/>
                  <a:moveTo>
                    <a:pt x="9129" y="5326"/>
                  </a:moveTo>
                  <a:lnTo>
                    <a:pt x="9129" y="8115"/>
                  </a:lnTo>
                  <a:lnTo>
                    <a:pt x="8392" y="8115"/>
                  </a:lnTo>
                  <a:lnTo>
                    <a:pt x="8392" y="5326"/>
                  </a:lnTo>
                  <a:close/>
                  <a:moveTo>
                    <a:pt x="4750" y="3397"/>
                  </a:moveTo>
                  <a:cubicBezTo>
                    <a:pt x="4991" y="3397"/>
                    <a:pt x="5212" y="3505"/>
                    <a:pt x="5361" y="3696"/>
                  </a:cubicBezTo>
                  <a:lnTo>
                    <a:pt x="6896" y="5679"/>
                  </a:lnTo>
                  <a:cubicBezTo>
                    <a:pt x="7383" y="6310"/>
                    <a:pt x="7327" y="7208"/>
                    <a:pt x="6763" y="7771"/>
                  </a:cubicBezTo>
                  <a:lnTo>
                    <a:pt x="5872" y="8662"/>
                  </a:lnTo>
                  <a:cubicBezTo>
                    <a:pt x="5563" y="8971"/>
                    <a:pt x="5157" y="9126"/>
                    <a:pt x="4750" y="9126"/>
                  </a:cubicBezTo>
                  <a:cubicBezTo>
                    <a:pt x="4344" y="9126"/>
                    <a:pt x="3938" y="8972"/>
                    <a:pt x="3628" y="8662"/>
                  </a:cubicBezTo>
                  <a:lnTo>
                    <a:pt x="2738" y="7771"/>
                  </a:lnTo>
                  <a:cubicBezTo>
                    <a:pt x="2174" y="7208"/>
                    <a:pt x="2118" y="6308"/>
                    <a:pt x="2605" y="5679"/>
                  </a:cubicBezTo>
                  <a:lnTo>
                    <a:pt x="4141" y="3696"/>
                  </a:lnTo>
                  <a:cubicBezTo>
                    <a:pt x="4287" y="3505"/>
                    <a:pt x="4510" y="3397"/>
                    <a:pt x="4750" y="3397"/>
                  </a:cubicBezTo>
                  <a:close/>
                  <a:moveTo>
                    <a:pt x="1874" y="0"/>
                  </a:moveTo>
                  <a:cubicBezTo>
                    <a:pt x="1828" y="0"/>
                    <a:pt x="1782" y="17"/>
                    <a:pt x="1748" y="48"/>
                  </a:cubicBezTo>
                  <a:cubicBezTo>
                    <a:pt x="1176" y="575"/>
                    <a:pt x="938" y="1368"/>
                    <a:pt x="1130" y="2123"/>
                  </a:cubicBezTo>
                  <a:lnTo>
                    <a:pt x="1969" y="5426"/>
                  </a:lnTo>
                  <a:lnTo>
                    <a:pt x="1481" y="5426"/>
                  </a:lnTo>
                  <a:lnTo>
                    <a:pt x="1481" y="5141"/>
                  </a:lnTo>
                  <a:cubicBezTo>
                    <a:pt x="1481" y="5039"/>
                    <a:pt x="1398" y="4955"/>
                    <a:pt x="1294" y="4955"/>
                  </a:cubicBezTo>
                  <a:lnTo>
                    <a:pt x="187" y="4955"/>
                  </a:lnTo>
                  <a:cubicBezTo>
                    <a:pt x="84" y="4955"/>
                    <a:pt x="1" y="5038"/>
                    <a:pt x="1" y="5141"/>
                  </a:cubicBezTo>
                  <a:lnTo>
                    <a:pt x="1" y="8301"/>
                  </a:lnTo>
                  <a:cubicBezTo>
                    <a:pt x="1" y="8403"/>
                    <a:pt x="83" y="8487"/>
                    <a:pt x="187" y="8487"/>
                  </a:cubicBezTo>
                  <a:lnTo>
                    <a:pt x="1294" y="8487"/>
                  </a:lnTo>
                  <a:cubicBezTo>
                    <a:pt x="1397" y="8487"/>
                    <a:pt x="1481" y="8404"/>
                    <a:pt x="1481" y="8301"/>
                  </a:cubicBezTo>
                  <a:lnTo>
                    <a:pt x="1481" y="8017"/>
                  </a:lnTo>
                  <a:lnTo>
                    <a:pt x="2458" y="8017"/>
                  </a:lnTo>
                  <a:lnTo>
                    <a:pt x="3367" y="8925"/>
                  </a:lnTo>
                  <a:cubicBezTo>
                    <a:pt x="3749" y="9307"/>
                    <a:pt x="4250" y="9497"/>
                    <a:pt x="4752" y="9497"/>
                  </a:cubicBezTo>
                  <a:cubicBezTo>
                    <a:pt x="5253" y="9497"/>
                    <a:pt x="5755" y="9306"/>
                    <a:pt x="6137" y="8925"/>
                  </a:cubicBezTo>
                  <a:cubicBezTo>
                    <a:pt x="6137" y="8925"/>
                    <a:pt x="7038" y="8023"/>
                    <a:pt x="7045" y="8017"/>
                  </a:cubicBezTo>
                  <a:lnTo>
                    <a:pt x="8022" y="8017"/>
                  </a:lnTo>
                  <a:lnTo>
                    <a:pt x="8022" y="8301"/>
                  </a:lnTo>
                  <a:cubicBezTo>
                    <a:pt x="8022" y="8403"/>
                    <a:pt x="8104" y="8487"/>
                    <a:pt x="8208" y="8487"/>
                  </a:cubicBezTo>
                  <a:lnTo>
                    <a:pt x="9316" y="8487"/>
                  </a:lnTo>
                  <a:cubicBezTo>
                    <a:pt x="9418" y="8487"/>
                    <a:pt x="9501" y="8404"/>
                    <a:pt x="9501" y="8301"/>
                  </a:cubicBezTo>
                  <a:lnTo>
                    <a:pt x="9501" y="5141"/>
                  </a:lnTo>
                  <a:cubicBezTo>
                    <a:pt x="9500" y="5038"/>
                    <a:pt x="9418" y="4955"/>
                    <a:pt x="9316" y="4955"/>
                  </a:cubicBezTo>
                  <a:lnTo>
                    <a:pt x="8208" y="4955"/>
                  </a:lnTo>
                  <a:cubicBezTo>
                    <a:pt x="8106" y="4955"/>
                    <a:pt x="8021" y="5038"/>
                    <a:pt x="8021" y="5141"/>
                  </a:cubicBezTo>
                  <a:lnTo>
                    <a:pt x="8021" y="5426"/>
                  </a:lnTo>
                  <a:lnTo>
                    <a:pt x="7533" y="5426"/>
                  </a:lnTo>
                  <a:lnTo>
                    <a:pt x="8373" y="2123"/>
                  </a:lnTo>
                  <a:cubicBezTo>
                    <a:pt x="8564" y="1369"/>
                    <a:pt x="8327" y="575"/>
                    <a:pt x="7754" y="48"/>
                  </a:cubicBezTo>
                  <a:cubicBezTo>
                    <a:pt x="7720" y="17"/>
                    <a:pt x="7675" y="0"/>
                    <a:pt x="76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2"/>
            <p:cNvSpPr/>
            <p:nvPr/>
          </p:nvSpPr>
          <p:spPr>
            <a:xfrm>
              <a:off x="1413857" y="2036447"/>
              <a:ext cx="12151" cy="12086"/>
            </a:xfrm>
            <a:custGeom>
              <a:rect b="b" l="l" r="r" t="t"/>
              <a:pathLst>
                <a:path extrusionOk="0" h="371" w="373">
                  <a:moveTo>
                    <a:pt x="187" y="0"/>
                  </a:moveTo>
                  <a:cubicBezTo>
                    <a:pt x="84" y="0"/>
                    <a:pt x="1" y="83"/>
                    <a:pt x="1" y="185"/>
                  </a:cubicBezTo>
                  <a:cubicBezTo>
                    <a:pt x="1" y="289"/>
                    <a:pt x="85" y="371"/>
                    <a:pt x="187" y="371"/>
                  </a:cubicBezTo>
                  <a:cubicBezTo>
                    <a:pt x="291" y="371"/>
                    <a:pt x="373" y="288"/>
                    <a:pt x="373" y="185"/>
                  </a:cubicBezTo>
                  <a:cubicBezTo>
                    <a:pt x="373" y="84"/>
                    <a:pt x="291"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6" name="Google Shape;7686;p72"/>
          <p:cNvGrpSpPr/>
          <p:nvPr/>
        </p:nvGrpSpPr>
        <p:grpSpPr>
          <a:xfrm>
            <a:off x="1264196" y="2837365"/>
            <a:ext cx="311604" cy="244364"/>
            <a:chOff x="1264196" y="2837365"/>
            <a:chExt cx="311604" cy="244364"/>
          </a:xfrm>
        </p:grpSpPr>
        <p:sp>
          <p:nvSpPr>
            <p:cNvPr id="7687" name="Google Shape;7687;p72"/>
            <p:cNvSpPr/>
            <p:nvPr/>
          </p:nvSpPr>
          <p:spPr>
            <a:xfrm>
              <a:off x="1264196" y="2863492"/>
              <a:ext cx="311604" cy="218237"/>
            </a:xfrm>
            <a:custGeom>
              <a:rect b="b" l="l" r="r" t="t"/>
              <a:pathLst>
                <a:path extrusionOk="0" h="6699" w="9565">
                  <a:moveTo>
                    <a:pt x="5357" y="3536"/>
                  </a:moveTo>
                  <a:cubicBezTo>
                    <a:pt x="5344" y="3562"/>
                    <a:pt x="5334" y="3589"/>
                    <a:pt x="5325" y="3617"/>
                  </a:cubicBezTo>
                  <a:lnTo>
                    <a:pt x="4782" y="5366"/>
                  </a:lnTo>
                  <a:lnTo>
                    <a:pt x="4241" y="3617"/>
                  </a:lnTo>
                  <a:cubicBezTo>
                    <a:pt x="4231" y="3589"/>
                    <a:pt x="4221" y="3561"/>
                    <a:pt x="4209" y="3536"/>
                  </a:cubicBezTo>
                  <a:close/>
                  <a:moveTo>
                    <a:pt x="3628" y="3537"/>
                  </a:moveTo>
                  <a:cubicBezTo>
                    <a:pt x="3746" y="3537"/>
                    <a:pt x="3850" y="3613"/>
                    <a:pt x="3886" y="3727"/>
                  </a:cubicBezTo>
                  <a:lnTo>
                    <a:pt x="4583" y="5979"/>
                  </a:lnTo>
                  <a:cubicBezTo>
                    <a:pt x="4610" y="6062"/>
                    <a:pt x="4595" y="6149"/>
                    <a:pt x="4545" y="6220"/>
                  </a:cubicBezTo>
                  <a:cubicBezTo>
                    <a:pt x="4493" y="6289"/>
                    <a:pt x="4414" y="6330"/>
                    <a:pt x="4327" y="6330"/>
                  </a:cubicBezTo>
                  <a:lnTo>
                    <a:pt x="675" y="6330"/>
                  </a:lnTo>
                  <a:cubicBezTo>
                    <a:pt x="588" y="6330"/>
                    <a:pt x="508" y="6289"/>
                    <a:pt x="457" y="6220"/>
                  </a:cubicBezTo>
                  <a:cubicBezTo>
                    <a:pt x="407" y="6151"/>
                    <a:pt x="390" y="6063"/>
                    <a:pt x="416" y="5979"/>
                  </a:cubicBezTo>
                  <a:lnTo>
                    <a:pt x="1115" y="3727"/>
                  </a:lnTo>
                  <a:cubicBezTo>
                    <a:pt x="1149" y="3613"/>
                    <a:pt x="1253" y="3537"/>
                    <a:pt x="1373" y="3537"/>
                  </a:cubicBezTo>
                  <a:close/>
                  <a:moveTo>
                    <a:pt x="8192" y="3537"/>
                  </a:moveTo>
                  <a:cubicBezTo>
                    <a:pt x="8312" y="3537"/>
                    <a:pt x="8414" y="3613"/>
                    <a:pt x="8450" y="3727"/>
                  </a:cubicBezTo>
                  <a:lnTo>
                    <a:pt x="9148" y="5979"/>
                  </a:lnTo>
                  <a:cubicBezTo>
                    <a:pt x="9175" y="6062"/>
                    <a:pt x="9160" y="6149"/>
                    <a:pt x="9108" y="6220"/>
                  </a:cubicBezTo>
                  <a:cubicBezTo>
                    <a:pt x="9057" y="6289"/>
                    <a:pt x="8977" y="6330"/>
                    <a:pt x="8890" y="6330"/>
                  </a:cubicBezTo>
                  <a:lnTo>
                    <a:pt x="5239" y="6330"/>
                  </a:lnTo>
                  <a:cubicBezTo>
                    <a:pt x="5153" y="6330"/>
                    <a:pt x="5074" y="6289"/>
                    <a:pt x="5022" y="6220"/>
                  </a:cubicBezTo>
                  <a:cubicBezTo>
                    <a:pt x="4971" y="6151"/>
                    <a:pt x="4955" y="6063"/>
                    <a:pt x="4982" y="5979"/>
                  </a:cubicBezTo>
                  <a:lnTo>
                    <a:pt x="5679" y="3727"/>
                  </a:lnTo>
                  <a:cubicBezTo>
                    <a:pt x="5715" y="3613"/>
                    <a:pt x="5819" y="3537"/>
                    <a:pt x="5938" y="3537"/>
                  </a:cubicBezTo>
                  <a:close/>
                  <a:moveTo>
                    <a:pt x="3655" y="1"/>
                  </a:moveTo>
                  <a:cubicBezTo>
                    <a:pt x="3372" y="1"/>
                    <a:pt x="3126" y="183"/>
                    <a:pt x="3042" y="453"/>
                  </a:cubicBezTo>
                  <a:lnTo>
                    <a:pt x="2344" y="2705"/>
                  </a:lnTo>
                  <a:cubicBezTo>
                    <a:pt x="2295" y="2860"/>
                    <a:pt x="2307" y="3022"/>
                    <a:pt x="2375" y="3165"/>
                  </a:cubicBezTo>
                  <a:lnTo>
                    <a:pt x="1373" y="3165"/>
                  </a:lnTo>
                  <a:cubicBezTo>
                    <a:pt x="1090" y="3165"/>
                    <a:pt x="844" y="3347"/>
                    <a:pt x="760" y="3617"/>
                  </a:cubicBezTo>
                  <a:lnTo>
                    <a:pt x="62" y="5869"/>
                  </a:lnTo>
                  <a:cubicBezTo>
                    <a:pt x="0" y="6065"/>
                    <a:pt x="36" y="6274"/>
                    <a:pt x="158" y="6439"/>
                  </a:cubicBezTo>
                  <a:cubicBezTo>
                    <a:pt x="280" y="6605"/>
                    <a:pt x="468" y="6699"/>
                    <a:pt x="675" y="6699"/>
                  </a:cubicBezTo>
                  <a:lnTo>
                    <a:pt x="4326" y="6699"/>
                  </a:lnTo>
                  <a:cubicBezTo>
                    <a:pt x="4501" y="6699"/>
                    <a:pt x="4662" y="6630"/>
                    <a:pt x="4782" y="6508"/>
                  </a:cubicBezTo>
                  <a:cubicBezTo>
                    <a:pt x="4902" y="6630"/>
                    <a:pt x="5064" y="6699"/>
                    <a:pt x="5239" y="6699"/>
                  </a:cubicBezTo>
                  <a:lnTo>
                    <a:pt x="8890" y="6699"/>
                  </a:lnTo>
                  <a:cubicBezTo>
                    <a:pt x="9095" y="6699"/>
                    <a:pt x="9284" y="6604"/>
                    <a:pt x="9407" y="6439"/>
                  </a:cubicBezTo>
                  <a:cubicBezTo>
                    <a:pt x="9529" y="6274"/>
                    <a:pt x="9565" y="6067"/>
                    <a:pt x="9503" y="5869"/>
                  </a:cubicBezTo>
                  <a:lnTo>
                    <a:pt x="8805" y="3617"/>
                  </a:lnTo>
                  <a:cubicBezTo>
                    <a:pt x="8721" y="3347"/>
                    <a:pt x="8475" y="3165"/>
                    <a:pt x="8192" y="3165"/>
                  </a:cubicBezTo>
                  <a:lnTo>
                    <a:pt x="7190" y="3165"/>
                  </a:lnTo>
                  <a:cubicBezTo>
                    <a:pt x="7256" y="3022"/>
                    <a:pt x="7268" y="2859"/>
                    <a:pt x="7221" y="2705"/>
                  </a:cubicBezTo>
                  <a:lnTo>
                    <a:pt x="6523" y="453"/>
                  </a:lnTo>
                  <a:cubicBezTo>
                    <a:pt x="6439" y="183"/>
                    <a:pt x="6193" y="1"/>
                    <a:pt x="5910" y="1"/>
                  </a:cubicBezTo>
                  <a:lnTo>
                    <a:pt x="5616" y="1"/>
                  </a:lnTo>
                  <a:cubicBezTo>
                    <a:pt x="5515" y="1"/>
                    <a:pt x="5431" y="83"/>
                    <a:pt x="5431" y="187"/>
                  </a:cubicBezTo>
                  <a:cubicBezTo>
                    <a:pt x="5431" y="289"/>
                    <a:pt x="5514" y="372"/>
                    <a:pt x="5616" y="372"/>
                  </a:cubicBezTo>
                  <a:lnTo>
                    <a:pt x="5910" y="372"/>
                  </a:lnTo>
                  <a:cubicBezTo>
                    <a:pt x="6029" y="372"/>
                    <a:pt x="6133" y="449"/>
                    <a:pt x="6168" y="563"/>
                  </a:cubicBezTo>
                  <a:lnTo>
                    <a:pt x="6866" y="2815"/>
                  </a:lnTo>
                  <a:cubicBezTo>
                    <a:pt x="6892" y="2897"/>
                    <a:pt x="6877" y="2985"/>
                    <a:pt x="6825" y="3056"/>
                  </a:cubicBezTo>
                  <a:cubicBezTo>
                    <a:pt x="6774" y="3126"/>
                    <a:pt x="6694" y="3166"/>
                    <a:pt x="6608" y="3166"/>
                  </a:cubicBezTo>
                  <a:lnTo>
                    <a:pt x="2957" y="3166"/>
                  </a:lnTo>
                  <a:cubicBezTo>
                    <a:pt x="2871" y="3166"/>
                    <a:pt x="2791" y="3126"/>
                    <a:pt x="2740" y="3056"/>
                  </a:cubicBezTo>
                  <a:cubicBezTo>
                    <a:pt x="2688" y="2986"/>
                    <a:pt x="2673" y="2899"/>
                    <a:pt x="2699" y="2815"/>
                  </a:cubicBezTo>
                  <a:lnTo>
                    <a:pt x="3397" y="563"/>
                  </a:lnTo>
                  <a:cubicBezTo>
                    <a:pt x="3432" y="449"/>
                    <a:pt x="3536" y="372"/>
                    <a:pt x="3655" y="372"/>
                  </a:cubicBezTo>
                  <a:lnTo>
                    <a:pt x="3946" y="372"/>
                  </a:lnTo>
                  <a:cubicBezTo>
                    <a:pt x="4049" y="372"/>
                    <a:pt x="4133" y="291"/>
                    <a:pt x="4133" y="187"/>
                  </a:cubicBezTo>
                  <a:cubicBezTo>
                    <a:pt x="4133" y="84"/>
                    <a:pt x="4050" y="1"/>
                    <a:pt x="39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2"/>
            <p:cNvSpPr/>
            <p:nvPr/>
          </p:nvSpPr>
          <p:spPr>
            <a:xfrm>
              <a:off x="1529963" y="2837365"/>
              <a:ext cx="12151" cy="16973"/>
            </a:xfrm>
            <a:custGeom>
              <a:rect b="b" l="l" r="r" t="t"/>
              <a:pathLst>
                <a:path extrusionOk="0" h="521" w="373">
                  <a:moveTo>
                    <a:pt x="186" y="0"/>
                  </a:moveTo>
                  <a:cubicBezTo>
                    <a:pt x="85" y="0"/>
                    <a:pt x="1" y="83"/>
                    <a:pt x="1" y="187"/>
                  </a:cubicBezTo>
                  <a:lnTo>
                    <a:pt x="1" y="334"/>
                  </a:lnTo>
                  <a:cubicBezTo>
                    <a:pt x="2" y="438"/>
                    <a:pt x="85" y="521"/>
                    <a:pt x="186" y="521"/>
                  </a:cubicBezTo>
                  <a:cubicBezTo>
                    <a:pt x="289" y="521"/>
                    <a:pt x="373" y="438"/>
                    <a:pt x="373" y="334"/>
                  </a:cubicBezTo>
                  <a:lnTo>
                    <a:pt x="373" y="187"/>
                  </a:lnTo>
                  <a:cubicBezTo>
                    <a:pt x="373" y="84"/>
                    <a:pt x="290"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2"/>
            <p:cNvSpPr/>
            <p:nvPr/>
          </p:nvSpPr>
          <p:spPr>
            <a:xfrm>
              <a:off x="1529963" y="2876067"/>
              <a:ext cx="12151" cy="16940"/>
            </a:xfrm>
            <a:custGeom>
              <a:rect b="b" l="l" r="r" t="t"/>
              <a:pathLst>
                <a:path extrusionOk="0" h="520" w="373">
                  <a:moveTo>
                    <a:pt x="186" y="0"/>
                  </a:moveTo>
                  <a:cubicBezTo>
                    <a:pt x="85" y="0"/>
                    <a:pt x="1" y="83"/>
                    <a:pt x="1" y="185"/>
                  </a:cubicBezTo>
                  <a:lnTo>
                    <a:pt x="1" y="334"/>
                  </a:lnTo>
                  <a:cubicBezTo>
                    <a:pt x="2" y="436"/>
                    <a:pt x="85" y="520"/>
                    <a:pt x="186" y="520"/>
                  </a:cubicBezTo>
                  <a:cubicBezTo>
                    <a:pt x="289" y="520"/>
                    <a:pt x="373" y="437"/>
                    <a:pt x="373" y="334"/>
                  </a:cubicBezTo>
                  <a:lnTo>
                    <a:pt x="373" y="185"/>
                  </a:lnTo>
                  <a:cubicBezTo>
                    <a:pt x="373" y="84"/>
                    <a:pt x="290"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2"/>
            <p:cNvSpPr/>
            <p:nvPr/>
          </p:nvSpPr>
          <p:spPr>
            <a:xfrm>
              <a:off x="1546903" y="2859126"/>
              <a:ext cx="16973" cy="12151"/>
            </a:xfrm>
            <a:custGeom>
              <a:rect b="b" l="l" r="r" t="t"/>
              <a:pathLst>
                <a:path extrusionOk="0" h="373" w="521">
                  <a:moveTo>
                    <a:pt x="186" y="0"/>
                  </a:moveTo>
                  <a:cubicBezTo>
                    <a:pt x="84" y="0"/>
                    <a:pt x="0" y="83"/>
                    <a:pt x="0" y="186"/>
                  </a:cubicBezTo>
                  <a:cubicBezTo>
                    <a:pt x="0" y="289"/>
                    <a:pt x="84" y="372"/>
                    <a:pt x="186" y="372"/>
                  </a:cubicBezTo>
                  <a:lnTo>
                    <a:pt x="335" y="372"/>
                  </a:lnTo>
                  <a:cubicBezTo>
                    <a:pt x="436" y="372"/>
                    <a:pt x="520" y="290"/>
                    <a:pt x="520" y="186"/>
                  </a:cubicBezTo>
                  <a:cubicBezTo>
                    <a:pt x="520" y="84"/>
                    <a:pt x="437" y="0"/>
                    <a:pt x="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2"/>
            <p:cNvSpPr/>
            <p:nvPr/>
          </p:nvSpPr>
          <p:spPr>
            <a:xfrm>
              <a:off x="1508201" y="2859126"/>
              <a:ext cx="16973" cy="12151"/>
            </a:xfrm>
            <a:custGeom>
              <a:rect b="b" l="l" r="r" t="t"/>
              <a:pathLst>
                <a:path extrusionOk="0" h="373" w="521">
                  <a:moveTo>
                    <a:pt x="187" y="0"/>
                  </a:moveTo>
                  <a:cubicBezTo>
                    <a:pt x="84" y="0"/>
                    <a:pt x="1" y="83"/>
                    <a:pt x="1" y="186"/>
                  </a:cubicBezTo>
                  <a:cubicBezTo>
                    <a:pt x="2" y="289"/>
                    <a:pt x="84" y="372"/>
                    <a:pt x="187" y="372"/>
                  </a:cubicBezTo>
                  <a:lnTo>
                    <a:pt x="335" y="372"/>
                  </a:lnTo>
                  <a:cubicBezTo>
                    <a:pt x="436" y="372"/>
                    <a:pt x="520" y="290"/>
                    <a:pt x="520" y="186"/>
                  </a:cubicBezTo>
                  <a:cubicBezTo>
                    <a:pt x="520" y="84"/>
                    <a:pt x="438" y="0"/>
                    <a:pt x="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2"/>
            <p:cNvSpPr/>
            <p:nvPr/>
          </p:nvSpPr>
          <p:spPr>
            <a:xfrm>
              <a:off x="1297913" y="2856716"/>
              <a:ext cx="12151" cy="16940"/>
            </a:xfrm>
            <a:custGeom>
              <a:rect b="b" l="l" r="r" t="t"/>
              <a:pathLst>
                <a:path extrusionOk="0" h="520" w="373">
                  <a:moveTo>
                    <a:pt x="186" y="0"/>
                  </a:moveTo>
                  <a:cubicBezTo>
                    <a:pt x="84" y="0"/>
                    <a:pt x="0" y="82"/>
                    <a:pt x="0" y="185"/>
                  </a:cubicBezTo>
                  <a:lnTo>
                    <a:pt x="0" y="333"/>
                  </a:lnTo>
                  <a:cubicBezTo>
                    <a:pt x="0" y="437"/>
                    <a:pt x="84" y="520"/>
                    <a:pt x="186" y="520"/>
                  </a:cubicBezTo>
                  <a:cubicBezTo>
                    <a:pt x="288" y="520"/>
                    <a:pt x="372" y="437"/>
                    <a:pt x="372" y="333"/>
                  </a:cubicBezTo>
                  <a:lnTo>
                    <a:pt x="372" y="185"/>
                  </a:lnTo>
                  <a:cubicBezTo>
                    <a:pt x="372" y="84"/>
                    <a:pt x="289"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2"/>
            <p:cNvSpPr/>
            <p:nvPr/>
          </p:nvSpPr>
          <p:spPr>
            <a:xfrm>
              <a:off x="1297913" y="2895353"/>
              <a:ext cx="12151" cy="17005"/>
            </a:xfrm>
            <a:custGeom>
              <a:rect b="b" l="l" r="r" t="t"/>
              <a:pathLst>
                <a:path extrusionOk="0" h="522" w="373">
                  <a:moveTo>
                    <a:pt x="186" y="1"/>
                  </a:moveTo>
                  <a:cubicBezTo>
                    <a:pt x="84" y="1"/>
                    <a:pt x="0" y="84"/>
                    <a:pt x="0" y="187"/>
                  </a:cubicBezTo>
                  <a:lnTo>
                    <a:pt x="0" y="335"/>
                  </a:lnTo>
                  <a:cubicBezTo>
                    <a:pt x="0" y="439"/>
                    <a:pt x="84" y="522"/>
                    <a:pt x="186" y="522"/>
                  </a:cubicBezTo>
                  <a:cubicBezTo>
                    <a:pt x="288" y="522"/>
                    <a:pt x="372" y="439"/>
                    <a:pt x="372" y="335"/>
                  </a:cubicBezTo>
                  <a:lnTo>
                    <a:pt x="372" y="187"/>
                  </a:lnTo>
                  <a:cubicBezTo>
                    <a:pt x="372" y="85"/>
                    <a:pt x="289"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2"/>
            <p:cNvSpPr/>
            <p:nvPr/>
          </p:nvSpPr>
          <p:spPr>
            <a:xfrm>
              <a:off x="1314821" y="2878445"/>
              <a:ext cx="16973" cy="12151"/>
            </a:xfrm>
            <a:custGeom>
              <a:rect b="b" l="l" r="r" t="t"/>
              <a:pathLst>
                <a:path extrusionOk="0" h="373" w="521">
                  <a:moveTo>
                    <a:pt x="186" y="0"/>
                  </a:moveTo>
                  <a:cubicBezTo>
                    <a:pt x="85" y="0"/>
                    <a:pt x="1" y="83"/>
                    <a:pt x="1" y="187"/>
                  </a:cubicBezTo>
                  <a:cubicBezTo>
                    <a:pt x="1" y="290"/>
                    <a:pt x="84" y="372"/>
                    <a:pt x="186" y="372"/>
                  </a:cubicBezTo>
                  <a:lnTo>
                    <a:pt x="335" y="372"/>
                  </a:lnTo>
                  <a:cubicBezTo>
                    <a:pt x="437" y="372"/>
                    <a:pt x="520" y="290"/>
                    <a:pt x="520" y="187"/>
                  </a:cubicBezTo>
                  <a:cubicBezTo>
                    <a:pt x="520" y="83"/>
                    <a:pt x="438" y="0"/>
                    <a:pt x="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2"/>
            <p:cNvSpPr/>
            <p:nvPr/>
          </p:nvSpPr>
          <p:spPr>
            <a:xfrm>
              <a:off x="1276119" y="2878445"/>
              <a:ext cx="16973" cy="12151"/>
            </a:xfrm>
            <a:custGeom>
              <a:rect b="b" l="l" r="r" t="t"/>
              <a:pathLst>
                <a:path extrusionOk="0" h="373" w="521">
                  <a:moveTo>
                    <a:pt x="187" y="0"/>
                  </a:moveTo>
                  <a:cubicBezTo>
                    <a:pt x="85" y="0"/>
                    <a:pt x="1" y="83"/>
                    <a:pt x="1" y="187"/>
                  </a:cubicBezTo>
                  <a:cubicBezTo>
                    <a:pt x="1" y="290"/>
                    <a:pt x="85" y="372"/>
                    <a:pt x="187" y="372"/>
                  </a:cubicBezTo>
                  <a:lnTo>
                    <a:pt x="335" y="372"/>
                  </a:lnTo>
                  <a:cubicBezTo>
                    <a:pt x="437" y="372"/>
                    <a:pt x="520" y="290"/>
                    <a:pt x="520" y="187"/>
                  </a:cubicBezTo>
                  <a:cubicBezTo>
                    <a:pt x="520" y="83"/>
                    <a:pt x="439" y="0"/>
                    <a:pt x="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2"/>
            <p:cNvSpPr/>
            <p:nvPr/>
          </p:nvSpPr>
          <p:spPr>
            <a:xfrm>
              <a:off x="1413857" y="2863590"/>
              <a:ext cx="12151" cy="12151"/>
            </a:xfrm>
            <a:custGeom>
              <a:rect b="b" l="l" r="r" t="t"/>
              <a:pathLst>
                <a:path extrusionOk="0" h="373" w="373">
                  <a:moveTo>
                    <a:pt x="187" y="1"/>
                  </a:moveTo>
                  <a:cubicBezTo>
                    <a:pt x="84" y="1"/>
                    <a:pt x="1" y="84"/>
                    <a:pt x="1" y="187"/>
                  </a:cubicBezTo>
                  <a:cubicBezTo>
                    <a:pt x="1" y="290"/>
                    <a:pt x="85" y="373"/>
                    <a:pt x="187" y="373"/>
                  </a:cubicBezTo>
                  <a:cubicBezTo>
                    <a:pt x="291" y="373"/>
                    <a:pt x="373" y="289"/>
                    <a:pt x="373" y="187"/>
                  </a:cubicBezTo>
                  <a:cubicBezTo>
                    <a:pt x="373" y="84"/>
                    <a:pt x="291" y="2"/>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7" name="Google Shape;7697;p72"/>
          <p:cNvGrpSpPr/>
          <p:nvPr/>
        </p:nvGrpSpPr>
        <p:grpSpPr>
          <a:xfrm>
            <a:off x="2659848" y="2804852"/>
            <a:ext cx="309584" cy="309486"/>
            <a:chOff x="2659848" y="2804852"/>
            <a:chExt cx="309584" cy="309486"/>
          </a:xfrm>
        </p:grpSpPr>
        <p:sp>
          <p:nvSpPr>
            <p:cNvPr id="7698" name="Google Shape;7698;p72"/>
            <p:cNvSpPr/>
            <p:nvPr/>
          </p:nvSpPr>
          <p:spPr>
            <a:xfrm>
              <a:off x="2659848" y="2804852"/>
              <a:ext cx="309584" cy="309486"/>
            </a:xfrm>
            <a:custGeom>
              <a:rect b="b" l="l" r="r" t="t"/>
              <a:pathLst>
                <a:path extrusionOk="0" h="9500" w="9503">
                  <a:moveTo>
                    <a:pt x="2817" y="2627"/>
                  </a:moveTo>
                  <a:cubicBezTo>
                    <a:pt x="2919" y="2627"/>
                    <a:pt x="3003" y="2711"/>
                    <a:pt x="3003" y="2815"/>
                  </a:cubicBezTo>
                  <a:cubicBezTo>
                    <a:pt x="3003" y="2918"/>
                    <a:pt x="2919" y="3002"/>
                    <a:pt x="2817" y="3002"/>
                  </a:cubicBezTo>
                  <a:cubicBezTo>
                    <a:pt x="2713" y="3002"/>
                    <a:pt x="2629" y="2918"/>
                    <a:pt x="2629" y="2815"/>
                  </a:cubicBezTo>
                  <a:cubicBezTo>
                    <a:pt x="2629" y="2711"/>
                    <a:pt x="2713" y="2627"/>
                    <a:pt x="2817" y="2627"/>
                  </a:cubicBezTo>
                  <a:close/>
                  <a:moveTo>
                    <a:pt x="9132" y="1373"/>
                  </a:moveTo>
                  <a:lnTo>
                    <a:pt x="9132" y="3113"/>
                  </a:lnTo>
                  <a:cubicBezTo>
                    <a:pt x="8899" y="3167"/>
                    <a:pt x="8663" y="3207"/>
                    <a:pt x="8428" y="3238"/>
                  </a:cubicBezTo>
                  <a:lnTo>
                    <a:pt x="8428" y="1373"/>
                  </a:lnTo>
                  <a:close/>
                  <a:moveTo>
                    <a:pt x="5281" y="4196"/>
                  </a:moveTo>
                  <a:cubicBezTo>
                    <a:pt x="5384" y="4196"/>
                    <a:pt x="5468" y="4280"/>
                    <a:pt x="5468" y="4384"/>
                  </a:cubicBezTo>
                  <a:cubicBezTo>
                    <a:pt x="5468" y="4487"/>
                    <a:pt x="5384" y="4570"/>
                    <a:pt x="5281" y="4570"/>
                  </a:cubicBezTo>
                  <a:cubicBezTo>
                    <a:pt x="5177" y="4570"/>
                    <a:pt x="5093" y="4487"/>
                    <a:pt x="5093" y="4384"/>
                  </a:cubicBezTo>
                  <a:cubicBezTo>
                    <a:pt x="5093" y="4280"/>
                    <a:pt x="5177" y="4196"/>
                    <a:pt x="5281" y="4196"/>
                  </a:cubicBezTo>
                  <a:close/>
                  <a:moveTo>
                    <a:pt x="1770" y="4276"/>
                  </a:moveTo>
                  <a:cubicBezTo>
                    <a:pt x="1874" y="4276"/>
                    <a:pt x="1958" y="4360"/>
                    <a:pt x="1958" y="4464"/>
                  </a:cubicBezTo>
                  <a:cubicBezTo>
                    <a:pt x="1958" y="4567"/>
                    <a:pt x="1874" y="4651"/>
                    <a:pt x="1770" y="4651"/>
                  </a:cubicBezTo>
                  <a:cubicBezTo>
                    <a:pt x="1667" y="4651"/>
                    <a:pt x="1583" y="4567"/>
                    <a:pt x="1583" y="4464"/>
                  </a:cubicBezTo>
                  <a:cubicBezTo>
                    <a:pt x="1583" y="4360"/>
                    <a:pt x="1666" y="4276"/>
                    <a:pt x="1770" y="4276"/>
                  </a:cubicBezTo>
                  <a:close/>
                  <a:moveTo>
                    <a:pt x="1959" y="2557"/>
                  </a:moveTo>
                  <a:cubicBezTo>
                    <a:pt x="2078" y="2557"/>
                    <a:pt x="2198" y="2560"/>
                    <a:pt x="2317" y="2566"/>
                  </a:cubicBezTo>
                  <a:cubicBezTo>
                    <a:pt x="2279" y="2641"/>
                    <a:pt x="2258" y="2726"/>
                    <a:pt x="2258" y="2815"/>
                  </a:cubicBezTo>
                  <a:cubicBezTo>
                    <a:pt x="2258" y="3123"/>
                    <a:pt x="2509" y="3373"/>
                    <a:pt x="2817" y="3373"/>
                  </a:cubicBezTo>
                  <a:cubicBezTo>
                    <a:pt x="3124" y="3373"/>
                    <a:pt x="3374" y="3123"/>
                    <a:pt x="3374" y="2815"/>
                  </a:cubicBezTo>
                  <a:cubicBezTo>
                    <a:pt x="3374" y="2774"/>
                    <a:pt x="3370" y="2734"/>
                    <a:pt x="3361" y="2695"/>
                  </a:cubicBezTo>
                  <a:lnTo>
                    <a:pt x="3361" y="2695"/>
                  </a:lnTo>
                  <a:cubicBezTo>
                    <a:pt x="3810" y="2785"/>
                    <a:pt x="4253" y="2919"/>
                    <a:pt x="4684" y="3097"/>
                  </a:cubicBezTo>
                  <a:cubicBezTo>
                    <a:pt x="5528" y="3444"/>
                    <a:pt x="6412" y="3633"/>
                    <a:pt x="7313" y="3660"/>
                  </a:cubicBezTo>
                  <a:lnTo>
                    <a:pt x="7313" y="5348"/>
                  </a:lnTo>
                  <a:cubicBezTo>
                    <a:pt x="6997" y="5261"/>
                    <a:pt x="6685" y="5149"/>
                    <a:pt x="6386" y="5010"/>
                  </a:cubicBezTo>
                  <a:cubicBezTo>
                    <a:pt x="6164" y="4909"/>
                    <a:pt x="5935" y="4820"/>
                    <a:pt x="5705" y="4745"/>
                  </a:cubicBezTo>
                  <a:cubicBezTo>
                    <a:pt x="5789" y="4648"/>
                    <a:pt x="5838" y="4521"/>
                    <a:pt x="5838" y="4382"/>
                  </a:cubicBezTo>
                  <a:cubicBezTo>
                    <a:pt x="5838" y="4075"/>
                    <a:pt x="5589" y="3824"/>
                    <a:pt x="5281" y="3824"/>
                  </a:cubicBezTo>
                  <a:cubicBezTo>
                    <a:pt x="4973" y="3824"/>
                    <a:pt x="4723" y="4075"/>
                    <a:pt x="4723" y="4382"/>
                  </a:cubicBezTo>
                  <a:cubicBezTo>
                    <a:pt x="4723" y="4427"/>
                    <a:pt x="4728" y="4470"/>
                    <a:pt x="4738" y="4511"/>
                  </a:cubicBezTo>
                  <a:cubicBezTo>
                    <a:pt x="4408" y="4458"/>
                    <a:pt x="4073" y="4431"/>
                    <a:pt x="3738" y="4431"/>
                  </a:cubicBezTo>
                  <a:cubicBezTo>
                    <a:pt x="3531" y="4431"/>
                    <a:pt x="3324" y="4442"/>
                    <a:pt x="3117" y="4462"/>
                  </a:cubicBezTo>
                  <a:cubicBezTo>
                    <a:pt x="2846" y="4490"/>
                    <a:pt x="2578" y="4533"/>
                    <a:pt x="2315" y="4594"/>
                  </a:cubicBezTo>
                  <a:cubicBezTo>
                    <a:pt x="2325" y="4553"/>
                    <a:pt x="2331" y="4508"/>
                    <a:pt x="2331" y="4462"/>
                  </a:cubicBezTo>
                  <a:cubicBezTo>
                    <a:pt x="2331" y="4154"/>
                    <a:pt x="2080" y="3904"/>
                    <a:pt x="1772" y="3904"/>
                  </a:cubicBezTo>
                  <a:cubicBezTo>
                    <a:pt x="1464" y="3904"/>
                    <a:pt x="1215" y="4154"/>
                    <a:pt x="1215" y="4462"/>
                  </a:cubicBezTo>
                  <a:cubicBezTo>
                    <a:pt x="1215" y="4627"/>
                    <a:pt x="1286" y="4777"/>
                    <a:pt x="1401" y="4878"/>
                  </a:cubicBezTo>
                  <a:cubicBezTo>
                    <a:pt x="1045" y="5020"/>
                    <a:pt x="703" y="5193"/>
                    <a:pt x="377" y="5396"/>
                  </a:cubicBezTo>
                  <a:lnTo>
                    <a:pt x="377" y="2737"/>
                  </a:lnTo>
                  <a:cubicBezTo>
                    <a:pt x="899" y="2617"/>
                    <a:pt x="1429" y="2557"/>
                    <a:pt x="1959" y="2557"/>
                  </a:cubicBezTo>
                  <a:close/>
                  <a:moveTo>
                    <a:pt x="9132" y="3493"/>
                  </a:moveTo>
                  <a:lnTo>
                    <a:pt x="9132" y="5552"/>
                  </a:lnTo>
                  <a:cubicBezTo>
                    <a:pt x="9048" y="5556"/>
                    <a:pt x="8964" y="5558"/>
                    <a:pt x="8880" y="5558"/>
                  </a:cubicBezTo>
                  <a:cubicBezTo>
                    <a:pt x="8729" y="5558"/>
                    <a:pt x="8577" y="5552"/>
                    <a:pt x="8428" y="5539"/>
                  </a:cubicBezTo>
                  <a:lnTo>
                    <a:pt x="8428" y="3611"/>
                  </a:lnTo>
                  <a:cubicBezTo>
                    <a:pt x="8663" y="3584"/>
                    <a:pt x="8900" y="3543"/>
                    <a:pt x="9132" y="3493"/>
                  </a:cubicBezTo>
                  <a:close/>
                  <a:moveTo>
                    <a:pt x="3862" y="4919"/>
                  </a:moveTo>
                  <a:lnTo>
                    <a:pt x="4119" y="5241"/>
                  </a:lnTo>
                  <a:lnTo>
                    <a:pt x="3814" y="5581"/>
                  </a:lnTo>
                  <a:lnTo>
                    <a:pt x="3493" y="5239"/>
                  </a:lnTo>
                  <a:lnTo>
                    <a:pt x="3862" y="4919"/>
                  </a:lnTo>
                  <a:close/>
                  <a:moveTo>
                    <a:pt x="8426" y="5911"/>
                  </a:moveTo>
                  <a:cubicBezTo>
                    <a:pt x="8575" y="5922"/>
                    <a:pt x="8725" y="5927"/>
                    <a:pt x="8874" y="5927"/>
                  </a:cubicBezTo>
                  <a:cubicBezTo>
                    <a:pt x="8959" y="5927"/>
                    <a:pt x="9046" y="5926"/>
                    <a:pt x="9130" y="5922"/>
                  </a:cubicBezTo>
                  <a:lnTo>
                    <a:pt x="9130" y="6757"/>
                  </a:lnTo>
                  <a:cubicBezTo>
                    <a:pt x="8899" y="6848"/>
                    <a:pt x="8663" y="6935"/>
                    <a:pt x="8426" y="7013"/>
                  </a:cubicBezTo>
                  <a:lnTo>
                    <a:pt x="8426" y="5911"/>
                  </a:lnTo>
                  <a:close/>
                  <a:moveTo>
                    <a:pt x="8056" y="372"/>
                  </a:moveTo>
                  <a:lnTo>
                    <a:pt x="8056" y="7077"/>
                  </a:lnTo>
                  <a:lnTo>
                    <a:pt x="7869" y="7435"/>
                  </a:lnTo>
                  <a:lnTo>
                    <a:pt x="7684" y="7077"/>
                  </a:lnTo>
                  <a:lnTo>
                    <a:pt x="7684" y="372"/>
                  </a:lnTo>
                  <a:close/>
                  <a:moveTo>
                    <a:pt x="3419" y="4813"/>
                  </a:moveTo>
                  <a:lnTo>
                    <a:pt x="3228" y="4977"/>
                  </a:lnTo>
                  <a:cubicBezTo>
                    <a:pt x="3158" y="5037"/>
                    <a:pt x="3116" y="5125"/>
                    <a:pt x="3111" y="5218"/>
                  </a:cubicBezTo>
                  <a:cubicBezTo>
                    <a:pt x="3106" y="5311"/>
                    <a:pt x="3139" y="5402"/>
                    <a:pt x="3202" y="5470"/>
                  </a:cubicBezTo>
                  <a:lnTo>
                    <a:pt x="3566" y="5858"/>
                  </a:lnTo>
                  <a:cubicBezTo>
                    <a:pt x="3630" y="5927"/>
                    <a:pt x="3721" y="5967"/>
                    <a:pt x="3815" y="5967"/>
                  </a:cubicBezTo>
                  <a:lnTo>
                    <a:pt x="3819" y="5967"/>
                  </a:lnTo>
                  <a:cubicBezTo>
                    <a:pt x="3914" y="5966"/>
                    <a:pt x="4007" y="5924"/>
                    <a:pt x="4071" y="5853"/>
                  </a:cubicBezTo>
                  <a:lnTo>
                    <a:pt x="4412" y="5471"/>
                  </a:lnTo>
                  <a:cubicBezTo>
                    <a:pt x="4524" y="5346"/>
                    <a:pt x="4530" y="5160"/>
                    <a:pt x="4426" y="5029"/>
                  </a:cubicBezTo>
                  <a:lnTo>
                    <a:pt x="4265" y="4827"/>
                  </a:lnTo>
                  <a:lnTo>
                    <a:pt x="4265" y="4827"/>
                  </a:lnTo>
                  <a:cubicBezTo>
                    <a:pt x="4943" y="4888"/>
                    <a:pt x="5608" y="5063"/>
                    <a:pt x="6233" y="5349"/>
                  </a:cubicBezTo>
                  <a:cubicBezTo>
                    <a:pt x="6583" y="5508"/>
                    <a:pt x="6945" y="5637"/>
                    <a:pt x="7314" y="5731"/>
                  </a:cubicBezTo>
                  <a:lnTo>
                    <a:pt x="7314" y="7121"/>
                  </a:lnTo>
                  <a:cubicBezTo>
                    <a:pt x="7314" y="7152"/>
                    <a:pt x="7321" y="7181"/>
                    <a:pt x="7335" y="7207"/>
                  </a:cubicBezTo>
                  <a:lnTo>
                    <a:pt x="7389" y="7310"/>
                  </a:lnTo>
                  <a:cubicBezTo>
                    <a:pt x="6361" y="7561"/>
                    <a:pt x="5314" y="7686"/>
                    <a:pt x="4269" y="7686"/>
                  </a:cubicBezTo>
                  <a:cubicBezTo>
                    <a:pt x="2953" y="7686"/>
                    <a:pt x="1642" y="7488"/>
                    <a:pt x="376" y="7093"/>
                  </a:cubicBezTo>
                  <a:lnTo>
                    <a:pt x="376" y="5840"/>
                  </a:lnTo>
                  <a:cubicBezTo>
                    <a:pt x="1200" y="5280"/>
                    <a:pt x="2159" y="4932"/>
                    <a:pt x="3153" y="4832"/>
                  </a:cubicBezTo>
                  <a:cubicBezTo>
                    <a:pt x="3242" y="4824"/>
                    <a:pt x="3330" y="4817"/>
                    <a:pt x="3419" y="4813"/>
                  </a:cubicBezTo>
                  <a:close/>
                  <a:moveTo>
                    <a:pt x="374" y="7482"/>
                  </a:moveTo>
                  <a:cubicBezTo>
                    <a:pt x="730" y="7590"/>
                    <a:pt x="1090" y="7682"/>
                    <a:pt x="1452" y="7759"/>
                  </a:cubicBezTo>
                  <a:lnTo>
                    <a:pt x="374" y="8837"/>
                  </a:lnTo>
                  <a:lnTo>
                    <a:pt x="374" y="7482"/>
                  </a:lnTo>
                  <a:close/>
                  <a:moveTo>
                    <a:pt x="1892" y="7846"/>
                  </a:moveTo>
                  <a:cubicBezTo>
                    <a:pt x="2274" y="7914"/>
                    <a:pt x="2657" y="7967"/>
                    <a:pt x="3044" y="8001"/>
                  </a:cubicBezTo>
                  <a:lnTo>
                    <a:pt x="1918" y="9127"/>
                  </a:lnTo>
                  <a:lnTo>
                    <a:pt x="609" y="9127"/>
                  </a:lnTo>
                  <a:lnTo>
                    <a:pt x="1892" y="7846"/>
                  </a:lnTo>
                  <a:close/>
                  <a:moveTo>
                    <a:pt x="3531" y="8038"/>
                  </a:moveTo>
                  <a:cubicBezTo>
                    <a:pt x="3776" y="8052"/>
                    <a:pt x="4021" y="8058"/>
                    <a:pt x="4265" y="8058"/>
                  </a:cubicBezTo>
                  <a:cubicBezTo>
                    <a:pt x="4454" y="8058"/>
                    <a:pt x="4643" y="8054"/>
                    <a:pt x="4831" y="8046"/>
                  </a:cubicBezTo>
                  <a:lnTo>
                    <a:pt x="4831" y="8046"/>
                  </a:lnTo>
                  <a:lnTo>
                    <a:pt x="3750" y="9127"/>
                  </a:lnTo>
                  <a:lnTo>
                    <a:pt x="2442" y="9127"/>
                  </a:lnTo>
                  <a:lnTo>
                    <a:pt x="3531" y="8038"/>
                  </a:lnTo>
                  <a:close/>
                  <a:moveTo>
                    <a:pt x="6915" y="7796"/>
                  </a:moveTo>
                  <a:lnTo>
                    <a:pt x="5583" y="9127"/>
                  </a:lnTo>
                  <a:lnTo>
                    <a:pt x="4275" y="9127"/>
                  </a:lnTo>
                  <a:lnTo>
                    <a:pt x="5392" y="8011"/>
                  </a:lnTo>
                  <a:cubicBezTo>
                    <a:pt x="5902" y="7968"/>
                    <a:pt x="6410" y="7897"/>
                    <a:pt x="6915" y="7796"/>
                  </a:cubicBezTo>
                  <a:close/>
                  <a:moveTo>
                    <a:pt x="9132" y="7936"/>
                  </a:moveTo>
                  <a:lnTo>
                    <a:pt x="9132" y="9127"/>
                  </a:lnTo>
                  <a:lnTo>
                    <a:pt x="7940" y="9127"/>
                  </a:lnTo>
                  <a:lnTo>
                    <a:pt x="9132" y="7936"/>
                  </a:lnTo>
                  <a:close/>
                  <a:moveTo>
                    <a:pt x="9132" y="7156"/>
                  </a:moveTo>
                  <a:lnTo>
                    <a:pt x="9132" y="7413"/>
                  </a:lnTo>
                  <a:lnTo>
                    <a:pt x="7416" y="9130"/>
                  </a:lnTo>
                  <a:lnTo>
                    <a:pt x="6107" y="9130"/>
                  </a:lnTo>
                  <a:lnTo>
                    <a:pt x="6107" y="9127"/>
                  </a:lnTo>
                  <a:lnTo>
                    <a:pt x="7571" y="7664"/>
                  </a:lnTo>
                  <a:lnTo>
                    <a:pt x="7705" y="7922"/>
                  </a:lnTo>
                  <a:cubicBezTo>
                    <a:pt x="7736" y="7983"/>
                    <a:pt x="7800" y="8021"/>
                    <a:pt x="7869" y="8021"/>
                  </a:cubicBezTo>
                  <a:cubicBezTo>
                    <a:pt x="7939" y="8021"/>
                    <a:pt x="8002" y="7983"/>
                    <a:pt x="8035" y="7922"/>
                  </a:cubicBezTo>
                  <a:lnTo>
                    <a:pt x="8280" y="7450"/>
                  </a:lnTo>
                  <a:cubicBezTo>
                    <a:pt x="8566" y="7361"/>
                    <a:pt x="8852" y="7263"/>
                    <a:pt x="9132" y="7156"/>
                  </a:cubicBezTo>
                  <a:close/>
                  <a:moveTo>
                    <a:pt x="7497" y="1"/>
                  </a:moveTo>
                  <a:cubicBezTo>
                    <a:pt x="7396" y="1"/>
                    <a:pt x="7312" y="84"/>
                    <a:pt x="7312" y="186"/>
                  </a:cubicBezTo>
                  <a:lnTo>
                    <a:pt x="7312" y="1002"/>
                  </a:lnTo>
                  <a:lnTo>
                    <a:pt x="5585" y="1002"/>
                  </a:lnTo>
                  <a:cubicBezTo>
                    <a:pt x="5484" y="1002"/>
                    <a:pt x="5400" y="1085"/>
                    <a:pt x="5400" y="1189"/>
                  </a:cubicBezTo>
                  <a:cubicBezTo>
                    <a:pt x="5400" y="1290"/>
                    <a:pt x="5483" y="1374"/>
                    <a:pt x="5585" y="1374"/>
                  </a:cubicBezTo>
                  <a:lnTo>
                    <a:pt x="7313" y="1374"/>
                  </a:lnTo>
                  <a:lnTo>
                    <a:pt x="7313" y="3290"/>
                  </a:lnTo>
                  <a:cubicBezTo>
                    <a:pt x="6459" y="3262"/>
                    <a:pt x="5624" y="3083"/>
                    <a:pt x="4825" y="2755"/>
                  </a:cubicBezTo>
                  <a:cubicBezTo>
                    <a:pt x="3906" y="2377"/>
                    <a:pt x="2940" y="2186"/>
                    <a:pt x="1969" y="2186"/>
                  </a:cubicBezTo>
                  <a:cubicBezTo>
                    <a:pt x="1436" y="2186"/>
                    <a:pt x="902" y="2244"/>
                    <a:pt x="373" y="2359"/>
                  </a:cubicBezTo>
                  <a:lnTo>
                    <a:pt x="373" y="1373"/>
                  </a:lnTo>
                  <a:lnTo>
                    <a:pt x="3917" y="1373"/>
                  </a:lnTo>
                  <a:cubicBezTo>
                    <a:pt x="4018" y="1373"/>
                    <a:pt x="4102" y="1290"/>
                    <a:pt x="4102" y="1187"/>
                  </a:cubicBezTo>
                  <a:cubicBezTo>
                    <a:pt x="4102" y="1085"/>
                    <a:pt x="4019" y="1001"/>
                    <a:pt x="3917" y="1001"/>
                  </a:cubicBezTo>
                  <a:lnTo>
                    <a:pt x="187" y="1001"/>
                  </a:lnTo>
                  <a:cubicBezTo>
                    <a:pt x="84" y="1001"/>
                    <a:pt x="1" y="1084"/>
                    <a:pt x="1" y="1187"/>
                  </a:cubicBezTo>
                  <a:lnTo>
                    <a:pt x="1" y="9314"/>
                  </a:lnTo>
                  <a:cubicBezTo>
                    <a:pt x="1" y="9416"/>
                    <a:pt x="83" y="9499"/>
                    <a:pt x="187" y="9499"/>
                  </a:cubicBezTo>
                  <a:lnTo>
                    <a:pt x="9317" y="9499"/>
                  </a:lnTo>
                  <a:cubicBezTo>
                    <a:pt x="9419" y="9499"/>
                    <a:pt x="9502" y="9418"/>
                    <a:pt x="9502" y="9314"/>
                  </a:cubicBezTo>
                  <a:lnTo>
                    <a:pt x="9502" y="1187"/>
                  </a:lnTo>
                  <a:cubicBezTo>
                    <a:pt x="9502" y="1085"/>
                    <a:pt x="9420" y="1002"/>
                    <a:pt x="9317" y="1002"/>
                  </a:cubicBezTo>
                  <a:lnTo>
                    <a:pt x="8426" y="1002"/>
                  </a:lnTo>
                  <a:lnTo>
                    <a:pt x="8426" y="186"/>
                  </a:lnTo>
                  <a:cubicBezTo>
                    <a:pt x="8426" y="85"/>
                    <a:pt x="8344" y="1"/>
                    <a:pt x="82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2"/>
            <p:cNvSpPr/>
            <p:nvPr/>
          </p:nvSpPr>
          <p:spPr>
            <a:xfrm>
              <a:off x="2708649" y="2993932"/>
              <a:ext cx="46488" cy="43882"/>
            </a:xfrm>
            <a:custGeom>
              <a:rect b="b" l="l" r="r" t="t"/>
              <a:pathLst>
                <a:path extrusionOk="0" h="1347" w="1427">
                  <a:moveTo>
                    <a:pt x="604" y="380"/>
                  </a:moveTo>
                  <a:lnTo>
                    <a:pt x="1033" y="614"/>
                  </a:lnTo>
                  <a:lnTo>
                    <a:pt x="821" y="968"/>
                  </a:lnTo>
                  <a:lnTo>
                    <a:pt x="395" y="801"/>
                  </a:lnTo>
                  <a:lnTo>
                    <a:pt x="604" y="380"/>
                  </a:lnTo>
                  <a:close/>
                  <a:moveTo>
                    <a:pt x="592" y="1"/>
                  </a:moveTo>
                  <a:cubicBezTo>
                    <a:pt x="557" y="1"/>
                    <a:pt x="522" y="6"/>
                    <a:pt x="489" y="16"/>
                  </a:cubicBezTo>
                  <a:cubicBezTo>
                    <a:pt x="400" y="43"/>
                    <a:pt x="327" y="107"/>
                    <a:pt x="285" y="190"/>
                  </a:cubicBezTo>
                  <a:lnTo>
                    <a:pt x="48" y="666"/>
                  </a:lnTo>
                  <a:cubicBezTo>
                    <a:pt x="5" y="752"/>
                    <a:pt x="1" y="851"/>
                    <a:pt x="35" y="942"/>
                  </a:cubicBezTo>
                  <a:cubicBezTo>
                    <a:pt x="70" y="1028"/>
                    <a:pt x="141" y="1100"/>
                    <a:pt x="230" y="1136"/>
                  </a:cubicBezTo>
                  <a:lnTo>
                    <a:pt x="707" y="1323"/>
                  </a:lnTo>
                  <a:cubicBezTo>
                    <a:pt x="749" y="1338"/>
                    <a:pt x="791" y="1347"/>
                    <a:pt x="833" y="1347"/>
                  </a:cubicBezTo>
                  <a:cubicBezTo>
                    <a:pt x="949" y="1347"/>
                    <a:pt x="1062" y="1286"/>
                    <a:pt x="1126" y="1180"/>
                  </a:cubicBezTo>
                  <a:lnTo>
                    <a:pt x="1366" y="782"/>
                  </a:lnTo>
                  <a:cubicBezTo>
                    <a:pt x="1414" y="702"/>
                    <a:pt x="1426" y="605"/>
                    <a:pt x="1402" y="516"/>
                  </a:cubicBezTo>
                  <a:cubicBezTo>
                    <a:pt x="1377" y="426"/>
                    <a:pt x="1316" y="350"/>
                    <a:pt x="1236" y="305"/>
                  </a:cubicBezTo>
                  <a:lnTo>
                    <a:pt x="756" y="42"/>
                  </a:lnTo>
                  <a:cubicBezTo>
                    <a:pt x="706" y="14"/>
                    <a:pt x="649" y="1"/>
                    <a:pt x="5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2"/>
            <p:cNvSpPr/>
            <p:nvPr/>
          </p:nvSpPr>
          <p:spPr>
            <a:xfrm>
              <a:off x="2811757" y="2991717"/>
              <a:ext cx="46456" cy="43882"/>
            </a:xfrm>
            <a:custGeom>
              <a:rect b="b" l="l" r="r" t="t"/>
              <a:pathLst>
                <a:path extrusionOk="0" h="1347" w="1426">
                  <a:moveTo>
                    <a:pt x="606" y="377"/>
                  </a:moveTo>
                  <a:lnTo>
                    <a:pt x="1031" y="542"/>
                  </a:lnTo>
                  <a:lnTo>
                    <a:pt x="823" y="964"/>
                  </a:lnTo>
                  <a:lnTo>
                    <a:pt x="393" y="731"/>
                  </a:lnTo>
                  <a:lnTo>
                    <a:pt x="606" y="377"/>
                  </a:lnTo>
                  <a:close/>
                  <a:moveTo>
                    <a:pt x="595" y="0"/>
                  </a:moveTo>
                  <a:cubicBezTo>
                    <a:pt x="477" y="0"/>
                    <a:pt x="363" y="61"/>
                    <a:pt x="299" y="168"/>
                  </a:cubicBezTo>
                  <a:lnTo>
                    <a:pt x="61" y="567"/>
                  </a:lnTo>
                  <a:cubicBezTo>
                    <a:pt x="14" y="647"/>
                    <a:pt x="1" y="744"/>
                    <a:pt x="25" y="833"/>
                  </a:cubicBezTo>
                  <a:cubicBezTo>
                    <a:pt x="50" y="922"/>
                    <a:pt x="111" y="998"/>
                    <a:pt x="192" y="1043"/>
                  </a:cubicBezTo>
                  <a:lnTo>
                    <a:pt x="673" y="1305"/>
                  </a:lnTo>
                  <a:cubicBezTo>
                    <a:pt x="723" y="1332"/>
                    <a:pt x="780" y="1347"/>
                    <a:pt x="836" y="1347"/>
                  </a:cubicBezTo>
                  <a:cubicBezTo>
                    <a:pt x="872" y="1347"/>
                    <a:pt x="906" y="1341"/>
                    <a:pt x="940" y="1331"/>
                  </a:cubicBezTo>
                  <a:cubicBezTo>
                    <a:pt x="1029" y="1303"/>
                    <a:pt x="1103" y="1239"/>
                    <a:pt x="1144" y="1155"/>
                  </a:cubicBezTo>
                  <a:lnTo>
                    <a:pt x="1378" y="680"/>
                  </a:lnTo>
                  <a:cubicBezTo>
                    <a:pt x="1420" y="593"/>
                    <a:pt x="1425" y="494"/>
                    <a:pt x="1391" y="404"/>
                  </a:cubicBezTo>
                  <a:cubicBezTo>
                    <a:pt x="1355" y="315"/>
                    <a:pt x="1284" y="242"/>
                    <a:pt x="1195" y="209"/>
                  </a:cubicBezTo>
                  <a:lnTo>
                    <a:pt x="718" y="23"/>
                  </a:lnTo>
                  <a:cubicBezTo>
                    <a:pt x="678" y="8"/>
                    <a:pt x="636" y="0"/>
                    <a:pt x="5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2"/>
            <p:cNvSpPr/>
            <p:nvPr/>
          </p:nvSpPr>
          <p:spPr>
            <a:xfrm>
              <a:off x="2772925" y="3018430"/>
              <a:ext cx="18830" cy="17690"/>
            </a:xfrm>
            <a:custGeom>
              <a:rect b="b" l="l" r="r" t="t"/>
              <a:pathLst>
                <a:path extrusionOk="0" h="543" w="578">
                  <a:moveTo>
                    <a:pt x="203" y="1"/>
                  </a:moveTo>
                  <a:cubicBezTo>
                    <a:pt x="155" y="1"/>
                    <a:pt x="108" y="19"/>
                    <a:pt x="72" y="55"/>
                  </a:cubicBezTo>
                  <a:cubicBezTo>
                    <a:pt x="0" y="127"/>
                    <a:pt x="0" y="245"/>
                    <a:pt x="72" y="317"/>
                  </a:cubicBezTo>
                  <a:lnTo>
                    <a:pt x="243" y="489"/>
                  </a:lnTo>
                  <a:cubicBezTo>
                    <a:pt x="280" y="525"/>
                    <a:pt x="327" y="542"/>
                    <a:pt x="374" y="542"/>
                  </a:cubicBezTo>
                  <a:cubicBezTo>
                    <a:pt x="421" y="542"/>
                    <a:pt x="470" y="523"/>
                    <a:pt x="505" y="489"/>
                  </a:cubicBezTo>
                  <a:cubicBezTo>
                    <a:pt x="578" y="417"/>
                    <a:pt x="578" y="298"/>
                    <a:pt x="505" y="227"/>
                  </a:cubicBezTo>
                  <a:lnTo>
                    <a:pt x="333" y="55"/>
                  </a:lnTo>
                  <a:cubicBezTo>
                    <a:pt x="298" y="19"/>
                    <a:pt x="250" y="1"/>
                    <a:pt x="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2"/>
            <p:cNvSpPr/>
            <p:nvPr/>
          </p:nvSpPr>
          <p:spPr>
            <a:xfrm>
              <a:off x="2682978" y="2997809"/>
              <a:ext cx="18862" cy="17690"/>
            </a:xfrm>
            <a:custGeom>
              <a:rect b="b" l="l" r="r" t="t"/>
              <a:pathLst>
                <a:path extrusionOk="0" h="543" w="579">
                  <a:moveTo>
                    <a:pt x="375" y="0"/>
                  </a:moveTo>
                  <a:cubicBezTo>
                    <a:pt x="328" y="0"/>
                    <a:pt x="280" y="18"/>
                    <a:pt x="244" y="54"/>
                  </a:cubicBezTo>
                  <a:lnTo>
                    <a:pt x="72" y="226"/>
                  </a:lnTo>
                  <a:cubicBezTo>
                    <a:pt x="1" y="297"/>
                    <a:pt x="1" y="416"/>
                    <a:pt x="72" y="488"/>
                  </a:cubicBezTo>
                  <a:cubicBezTo>
                    <a:pt x="109" y="525"/>
                    <a:pt x="156" y="542"/>
                    <a:pt x="203" y="542"/>
                  </a:cubicBezTo>
                  <a:cubicBezTo>
                    <a:pt x="250" y="542"/>
                    <a:pt x="299" y="525"/>
                    <a:pt x="334" y="488"/>
                  </a:cubicBezTo>
                  <a:lnTo>
                    <a:pt x="506" y="316"/>
                  </a:lnTo>
                  <a:cubicBezTo>
                    <a:pt x="578" y="244"/>
                    <a:pt x="578" y="127"/>
                    <a:pt x="506" y="54"/>
                  </a:cubicBezTo>
                  <a:cubicBezTo>
                    <a:pt x="470" y="18"/>
                    <a:pt x="422" y="0"/>
                    <a:pt x="3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2"/>
            <p:cNvSpPr/>
            <p:nvPr/>
          </p:nvSpPr>
          <p:spPr>
            <a:xfrm>
              <a:off x="2808630" y="2837462"/>
              <a:ext cx="12151" cy="12151"/>
            </a:xfrm>
            <a:custGeom>
              <a:rect b="b" l="l" r="r" t="t"/>
              <a:pathLst>
                <a:path extrusionOk="0" h="373" w="373">
                  <a:moveTo>
                    <a:pt x="186" y="0"/>
                  </a:moveTo>
                  <a:cubicBezTo>
                    <a:pt x="83" y="0"/>
                    <a:pt x="0" y="84"/>
                    <a:pt x="0" y="186"/>
                  </a:cubicBezTo>
                  <a:cubicBezTo>
                    <a:pt x="0" y="289"/>
                    <a:pt x="83" y="372"/>
                    <a:pt x="186" y="372"/>
                  </a:cubicBezTo>
                  <a:cubicBezTo>
                    <a:pt x="289" y="372"/>
                    <a:pt x="372" y="288"/>
                    <a:pt x="372" y="186"/>
                  </a:cubicBezTo>
                  <a:cubicBezTo>
                    <a:pt x="372" y="84"/>
                    <a:pt x="289"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2"/>
            <p:cNvSpPr/>
            <p:nvPr/>
          </p:nvSpPr>
          <p:spPr>
            <a:xfrm>
              <a:off x="2692556" y="2906885"/>
              <a:ext cx="12151" cy="12119"/>
            </a:xfrm>
            <a:custGeom>
              <a:rect b="b" l="l" r="r" t="t"/>
              <a:pathLst>
                <a:path extrusionOk="0" h="372" w="373">
                  <a:moveTo>
                    <a:pt x="186" y="0"/>
                  </a:moveTo>
                  <a:cubicBezTo>
                    <a:pt x="82" y="0"/>
                    <a:pt x="0" y="84"/>
                    <a:pt x="0" y="185"/>
                  </a:cubicBezTo>
                  <a:cubicBezTo>
                    <a:pt x="0" y="289"/>
                    <a:pt x="82" y="372"/>
                    <a:pt x="186" y="372"/>
                  </a:cubicBezTo>
                  <a:cubicBezTo>
                    <a:pt x="289" y="372"/>
                    <a:pt x="372" y="288"/>
                    <a:pt x="372" y="185"/>
                  </a:cubicBezTo>
                  <a:cubicBezTo>
                    <a:pt x="372" y="84"/>
                    <a:pt x="289"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2"/>
            <p:cNvSpPr/>
            <p:nvPr/>
          </p:nvSpPr>
          <p:spPr>
            <a:xfrm>
              <a:off x="2778659" y="2920633"/>
              <a:ext cx="12151" cy="12151"/>
            </a:xfrm>
            <a:custGeom>
              <a:rect b="b" l="l" r="r" t="t"/>
              <a:pathLst>
                <a:path extrusionOk="0" h="373" w="373">
                  <a:moveTo>
                    <a:pt x="187" y="0"/>
                  </a:moveTo>
                  <a:cubicBezTo>
                    <a:pt x="83" y="0"/>
                    <a:pt x="0" y="84"/>
                    <a:pt x="0" y="187"/>
                  </a:cubicBezTo>
                  <a:cubicBezTo>
                    <a:pt x="0" y="289"/>
                    <a:pt x="84" y="372"/>
                    <a:pt x="187" y="372"/>
                  </a:cubicBezTo>
                  <a:cubicBezTo>
                    <a:pt x="291" y="372"/>
                    <a:pt x="372" y="288"/>
                    <a:pt x="372" y="187"/>
                  </a:cubicBezTo>
                  <a:cubicBezTo>
                    <a:pt x="372" y="84"/>
                    <a:pt x="291"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2"/>
            <p:cNvSpPr/>
            <p:nvPr/>
          </p:nvSpPr>
          <p:spPr>
            <a:xfrm>
              <a:off x="2871211" y="2941580"/>
              <a:ext cx="12119" cy="12151"/>
            </a:xfrm>
            <a:custGeom>
              <a:rect b="b" l="l" r="r" t="t"/>
              <a:pathLst>
                <a:path extrusionOk="0" h="373" w="372">
                  <a:moveTo>
                    <a:pt x="186" y="0"/>
                  </a:moveTo>
                  <a:cubicBezTo>
                    <a:pt x="82" y="0"/>
                    <a:pt x="0" y="84"/>
                    <a:pt x="0" y="187"/>
                  </a:cubicBezTo>
                  <a:cubicBezTo>
                    <a:pt x="0" y="290"/>
                    <a:pt x="83" y="372"/>
                    <a:pt x="186" y="372"/>
                  </a:cubicBezTo>
                  <a:cubicBezTo>
                    <a:pt x="290" y="372"/>
                    <a:pt x="371" y="289"/>
                    <a:pt x="371" y="187"/>
                  </a:cubicBezTo>
                  <a:cubicBezTo>
                    <a:pt x="371" y="84"/>
                    <a:pt x="289"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72"/>
          <p:cNvGrpSpPr/>
          <p:nvPr/>
        </p:nvGrpSpPr>
        <p:grpSpPr>
          <a:xfrm>
            <a:off x="1998786" y="2804820"/>
            <a:ext cx="254821" cy="309519"/>
            <a:chOff x="1998786" y="2804820"/>
            <a:chExt cx="254821" cy="309519"/>
          </a:xfrm>
        </p:grpSpPr>
        <p:sp>
          <p:nvSpPr>
            <p:cNvPr id="7708" name="Google Shape;7708;p72"/>
            <p:cNvSpPr/>
            <p:nvPr/>
          </p:nvSpPr>
          <p:spPr>
            <a:xfrm>
              <a:off x="1998786" y="2804820"/>
              <a:ext cx="254821" cy="309519"/>
            </a:xfrm>
            <a:custGeom>
              <a:rect b="b" l="l" r="r" t="t"/>
              <a:pathLst>
                <a:path extrusionOk="0" h="9501" w="7822">
                  <a:moveTo>
                    <a:pt x="4167" y="373"/>
                  </a:moveTo>
                  <a:lnTo>
                    <a:pt x="4167" y="1329"/>
                  </a:lnTo>
                  <a:cubicBezTo>
                    <a:pt x="4085" y="1307"/>
                    <a:pt x="3997" y="1296"/>
                    <a:pt x="3908" y="1296"/>
                  </a:cubicBezTo>
                  <a:cubicBezTo>
                    <a:pt x="3818" y="1296"/>
                    <a:pt x="3731" y="1307"/>
                    <a:pt x="3648" y="1329"/>
                  </a:cubicBezTo>
                  <a:lnTo>
                    <a:pt x="3648" y="373"/>
                  </a:lnTo>
                  <a:close/>
                  <a:moveTo>
                    <a:pt x="3275" y="655"/>
                  </a:moveTo>
                  <a:lnTo>
                    <a:pt x="3275" y="1521"/>
                  </a:lnTo>
                  <a:cubicBezTo>
                    <a:pt x="3095" y="1667"/>
                    <a:pt x="2966" y="1876"/>
                    <a:pt x="2922" y="2113"/>
                  </a:cubicBezTo>
                  <a:lnTo>
                    <a:pt x="2305" y="2113"/>
                  </a:lnTo>
                  <a:cubicBezTo>
                    <a:pt x="2312" y="1470"/>
                    <a:pt x="2699" y="902"/>
                    <a:pt x="3275" y="655"/>
                  </a:cubicBezTo>
                  <a:close/>
                  <a:moveTo>
                    <a:pt x="4538" y="655"/>
                  </a:moveTo>
                  <a:cubicBezTo>
                    <a:pt x="5116" y="902"/>
                    <a:pt x="5503" y="1470"/>
                    <a:pt x="5510" y="2113"/>
                  </a:cubicBezTo>
                  <a:lnTo>
                    <a:pt x="4892" y="2113"/>
                  </a:lnTo>
                  <a:cubicBezTo>
                    <a:pt x="4847" y="1875"/>
                    <a:pt x="4719" y="1667"/>
                    <a:pt x="4538" y="1521"/>
                  </a:cubicBezTo>
                  <a:lnTo>
                    <a:pt x="4538" y="655"/>
                  </a:lnTo>
                  <a:close/>
                  <a:moveTo>
                    <a:pt x="3907" y="1665"/>
                  </a:moveTo>
                  <a:cubicBezTo>
                    <a:pt x="4255" y="1665"/>
                    <a:pt x="4538" y="1949"/>
                    <a:pt x="4538" y="2297"/>
                  </a:cubicBezTo>
                  <a:cubicBezTo>
                    <a:pt x="4538" y="2646"/>
                    <a:pt x="4255" y="2928"/>
                    <a:pt x="3907" y="2928"/>
                  </a:cubicBezTo>
                  <a:cubicBezTo>
                    <a:pt x="3558" y="2928"/>
                    <a:pt x="3275" y="2645"/>
                    <a:pt x="3275" y="2297"/>
                  </a:cubicBezTo>
                  <a:cubicBezTo>
                    <a:pt x="3275" y="1950"/>
                    <a:pt x="3560" y="1665"/>
                    <a:pt x="3907" y="1665"/>
                  </a:cubicBezTo>
                  <a:close/>
                  <a:moveTo>
                    <a:pt x="2922" y="2484"/>
                  </a:moveTo>
                  <a:cubicBezTo>
                    <a:pt x="2954" y="2649"/>
                    <a:pt x="3026" y="2801"/>
                    <a:pt x="3129" y="2929"/>
                  </a:cubicBezTo>
                  <a:lnTo>
                    <a:pt x="2138" y="2929"/>
                  </a:lnTo>
                  <a:cubicBezTo>
                    <a:pt x="2014" y="2929"/>
                    <a:pt x="1915" y="2829"/>
                    <a:pt x="1915" y="2706"/>
                  </a:cubicBezTo>
                  <a:cubicBezTo>
                    <a:pt x="1915" y="2583"/>
                    <a:pt x="2014" y="2484"/>
                    <a:pt x="2138" y="2484"/>
                  </a:cubicBezTo>
                  <a:close/>
                  <a:moveTo>
                    <a:pt x="5677" y="2484"/>
                  </a:moveTo>
                  <a:cubicBezTo>
                    <a:pt x="5799" y="2484"/>
                    <a:pt x="5899" y="2582"/>
                    <a:pt x="5899" y="2706"/>
                  </a:cubicBezTo>
                  <a:cubicBezTo>
                    <a:pt x="5899" y="2829"/>
                    <a:pt x="5799" y="2929"/>
                    <a:pt x="5677" y="2929"/>
                  </a:cubicBezTo>
                  <a:lnTo>
                    <a:pt x="4685" y="2929"/>
                  </a:lnTo>
                  <a:cubicBezTo>
                    <a:pt x="4788" y="2801"/>
                    <a:pt x="4861" y="2649"/>
                    <a:pt x="4892" y="2484"/>
                  </a:cubicBezTo>
                  <a:close/>
                  <a:moveTo>
                    <a:pt x="5211" y="3299"/>
                  </a:moveTo>
                  <a:lnTo>
                    <a:pt x="5211" y="3723"/>
                  </a:lnTo>
                  <a:cubicBezTo>
                    <a:pt x="5211" y="4443"/>
                    <a:pt x="4626" y="5027"/>
                    <a:pt x="3907" y="5027"/>
                  </a:cubicBezTo>
                  <a:cubicBezTo>
                    <a:pt x="3189" y="5027"/>
                    <a:pt x="2604" y="4443"/>
                    <a:pt x="2604" y="3723"/>
                  </a:cubicBezTo>
                  <a:lnTo>
                    <a:pt x="2604" y="3299"/>
                  </a:lnTo>
                  <a:close/>
                  <a:moveTo>
                    <a:pt x="4368" y="5334"/>
                  </a:moveTo>
                  <a:lnTo>
                    <a:pt x="4368" y="5372"/>
                  </a:lnTo>
                  <a:cubicBezTo>
                    <a:pt x="4368" y="5485"/>
                    <a:pt x="4401" y="5588"/>
                    <a:pt x="4455" y="5677"/>
                  </a:cubicBezTo>
                  <a:lnTo>
                    <a:pt x="3909" y="6397"/>
                  </a:lnTo>
                  <a:lnTo>
                    <a:pt x="3363" y="5677"/>
                  </a:lnTo>
                  <a:cubicBezTo>
                    <a:pt x="3419" y="5588"/>
                    <a:pt x="3451" y="5485"/>
                    <a:pt x="3451" y="5372"/>
                  </a:cubicBezTo>
                  <a:lnTo>
                    <a:pt x="3451" y="5335"/>
                  </a:lnTo>
                  <a:cubicBezTo>
                    <a:pt x="3597" y="5376"/>
                    <a:pt x="3750" y="5398"/>
                    <a:pt x="3907" y="5398"/>
                  </a:cubicBezTo>
                  <a:cubicBezTo>
                    <a:pt x="4066" y="5398"/>
                    <a:pt x="4221" y="5376"/>
                    <a:pt x="4368" y="5334"/>
                  </a:cubicBezTo>
                  <a:close/>
                  <a:moveTo>
                    <a:pt x="1288" y="6059"/>
                  </a:moveTo>
                  <a:lnTo>
                    <a:pt x="1288" y="7821"/>
                  </a:lnTo>
                  <a:lnTo>
                    <a:pt x="371" y="7821"/>
                  </a:lnTo>
                  <a:lnTo>
                    <a:pt x="371" y="7430"/>
                  </a:lnTo>
                  <a:cubicBezTo>
                    <a:pt x="371" y="6812"/>
                    <a:pt x="750" y="6282"/>
                    <a:pt x="1288" y="6059"/>
                  </a:cubicBezTo>
                  <a:close/>
                  <a:moveTo>
                    <a:pt x="6530" y="6061"/>
                  </a:moveTo>
                  <a:cubicBezTo>
                    <a:pt x="7068" y="6283"/>
                    <a:pt x="7448" y="6813"/>
                    <a:pt x="7448" y="7431"/>
                  </a:cubicBezTo>
                  <a:lnTo>
                    <a:pt x="7448" y="7821"/>
                  </a:lnTo>
                  <a:lnTo>
                    <a:pt x="6530" y="7821"/>
                  </a:lnTo>
                  <a:lnTo>
                    <a:pt x="6530" y="6061"/>
                  </a:lnTo>
                  <a:close/>
                  <a:moveTo>
                    <a:pt x="1288" y="8191"/>
                  </a:moveTo>
                  <a:lnTo>
                    <a:pt x="1288" y="9128"/>
                  </a:lnTo>
                  <a:lnTo>
                    <a:pt x="371" y="9128"/>
                  </a:lnTo>
                  <a:lnTo>
                    <a:pt x="371" y="8191"/>
                  </a:lnTo>
                  <a:close/>
                  <a:moveTo>
                    <a:pt x="4745" y="5910"/>
                  </a:moveTo>
                  <a:cubicBezTo>
                    <a:pt x="4808" y="5933"/>
                    <a:pt x="4875" y="5947"/>
                    <a:pt x="4945" y="5947"/>
                  </a:cubicBezTo>
                  <a:lnTo>
                    <a:pt x="5254" y="5947"/>
                  </a:lnTo>
                  <a:lnTo>
                    <a:pt x="5254" y="7713"/>
                  </a:lnTo>
                  <a:lnTo>
                    <a:pt x="4741" y="7713"/>
                  </a:lnTo>
                  <a:cubicBezTo>
                    <a:pt x="4639" y="7713"/>
                    <a:pt x="4556" y="7796"/>
                    <a:pt x="4556" y="7900"/>
                  </a:cubicBezTo>
                  <a:cubicBezTo>
                    <a:pt x="4556" y="8001"/>
                    <a:pt x="4637" y="8085"/>
                    <a:pt x="4741" y="8085"/>
                  </a:cubicBezTo>
                  <a:lnTo>
                    <a:pt x="5439" y="8085"/>
                  </a:lnTo>
                  <a:cubicBezTo>
                    <a:pt x="5541" y="8085"/>
                    <a:pt x="5625" y="8002"/>
                    <a:pt x="5625" y="7900"/>
                  </a:cubicBezTo>
                  <a:lnTo>
                    <a:pt x="5625" y="5947"/>
                  </a:lnTo>
                  <a:lnTo>
                    <a:pt x="5967" y="5947"/>
                  </a:lnTo>
                  <a:cubicBezTo>
                    <a:pt x="6033" y="5947"/>
                    <a:pt x="6098" y="5952"/>
                    <a:pt x="6162" y="5959"/>
                  </a:cubicBezTo>
                  <a:lnTo>
                    <a:pt x="6162" y="9128"/>
                  </a:lnTo>
                  <a:lnTo>
                    <a:pt x="1659" y="9128"/>
                  </a:lnTo>
                  <a:lnTo>
                    <a:pt x="1659" y="5959"/>
                  </a:lnTo>
                  <a:cubicBezTo>
                    <a:pt x="1723" y="5952"/>
                    <a:pt x="1787" y="5947"/>
                    <a:pt x="1854" y="5947"/>
                  </a:cubicBezTo>
                  <a:lnTo>
                    <a:pt x="2195" y="5947"/>
                  </a:lnTo>
                  <a:lnTo>
                    <a:pt x="2195" y="7900"/>
                  </a:lnTo>
                  <a:cubicBezTo>
                    <a:pt x="2195" y="8001"/>
                    <a:pt x="2278" y="8085"/>
                    <a:pt x="2382" y="8085"/>
                  </a:cubicBezTo>
                  <a:lnTo>
                    <a:pt x="3070" y="8085"/>
                  </a:lnTo>
                  <a:cubicBezTo>
                    <a:pt x="3173" y="8085"/>
                    <a:pt x="3257" y="8002"/>
                    <a:pt x="3257" y="7900"/>
                  </a:cubicBezTo>
                  <a:cubicBezTo>
                    <a:pt x="3257" y="7797"/>
                    <a:pt x="3174" y="7713"/>
                    <a:pt x="3070" y="7713"/>
                  </a:cubicBezTo>
                  <a:lnTo>
                    <a:pt x="2567" y="7713"/>
                  </a:lnTo>
                  <a:lnTo>
                    <a:pt x="2567" y="5947"/>
                  </a:lnTo>
                  <a:lnTo>
                    <a:pt x="2876" y="5947"/>
                  </a:lnTo>
                  <a:cubicBezTo>
                    <a:pt x="2948" y="5947"/>
                    <a:pt x="3014" y="5933"/>
                    <a:pt x="3076" y="5910"/>
                  </a:cubicBezTo>
                  <a:lnTo>
                    <a:pt x="3763" y="6815"/>
                  </a:lnTo>
                  <a:cubicBezTo>
                    <a:pt x="3798" y="6860"/>
                    <a:pt x="3854" y="6889"/>
                    <a:pt x="3911" y="6889"/>
                  </a:cubicBezTo>
                  <a:cubicBezTo>
                    <a:pt x="3969" y="6889"/>
                    <a:pt x="4023" y="6860"/>
                    <a:pt x="4059" y="6815"/>
                  </a:cubicBezTo>
                  <a:lnTo>
                    <a:pt x="4745" y="5910"/>
                  </a:lnTo>
                  <a:close/>
                  <a:moveTo>
                    <a:pt x="7448" y="8191"/>
                  </a:moveTo>
                  <a:lnTo>
                    <a:pt x="7448" y="9128"/>
                  </a:lnTo>
                  <a:lnTo>
                    <a:pt x="6530" y="9128"/>
                  </a:lnTo>
                  <a:lnTo>
                    <a:pt x="6530" y="8191"/>
                  </a:lnTo>
                  <a:close/>
                  <a:moveTo>
                    <a:pt x="3630" y="1"/>
                  </a:moveTo>
                  <a:cubicBezTo>
                    <a:pt x="3469" y="1"/>
                    <a:pt x="3335" y="107"/>
                    <a:pt x="3291" y="253"/>
                  </a:cubicBezTo>
                  <a:cubicBezTo>
                    <a:pt x="2488" y="516"/>
                    <a:pt x="1934" y="1291"/>
                    <a:pt x="1934" y="2148"/>
                  </a:cubicBezTo>
                  <a:cubicBezTo>
                    <a:pt x="1707" y="2231"/>
                    <a:pt x="1545" y="2450"/>
                    <a:pt x="1545" y="2706"/>
                  </a:cubicBezTo>
                  <a:cubicBezTo>
                    <a:pt x="1545" y="3034"/>
                    <a:pt x="1811" y="3299"/>
                    <a:pt x="2138" y="3299"/>
                  </a:cubicBezTo>
                  <a:lnTo>
                    <a:pt x="2232" y="3299"/>
                  </a:lnTo>
                  <a:lnTo>
                    <a:pt x="2232" y="3723"/>
                  </a:lnTo>
                  <a:cubicBezTo>
                    <a:pt x="2232" y="4346"/>
                    <a:pt x="2574" y="4891"/>
                    <a:pt x="3081" y="5179"/>
                  </a:cubicBezTo>
                  <a:lnTo>
                    <a:pt x="3081" y="5372"/>
                  </a:lnTo>
                  <a:cubicBezTo>
                    <a:pt x="3081" y="5485"/>
                    <a:pt x="2990" y="5576"/>
                    <a:pt x="2876" y="5576"/>
                  </a:cubicBezTo>
                  <a:lnTo>
                    <a:pt x="1855" y="5576"/>
                  </a:lnTo>
                  <a:cubicBezTo>
                    <a:pt x="833" y="5576"/>
                    <a:pt x="1" y="6408"/>
                    <a:pt x="1" y="7430"/>
                  </a:cubicBezTo>
                  <a:lnTo>
                    <a:pt x="1" y="9315"/>
                  </a:lnTo>
                  <a:cubicBezTo>
                    <a:pt x="1" y="9417"/>
                    <a:pt x="83" y="9500"/>
                    <a:pt x="187" y="9500"/>
                  </a:cubicBezTo>
                  <a:lnTo>
                    <a:pt x="7636" y="9500"/>
                  </a:lnTo>
                  <a:cubicBezTo>
                    <a:pt x="7737" y="9500"/>
                    <a:pt x="7821" y="9419"/>
                    <a:pt x="7821" y="9315"/>
                  </a:cubicBezTo>
                  <a:lnTo>
                    <a:pt x="7821" y="7430"/>
                  </a:lnTo>
                  <a:cubicBezTo>
                    <a:pt x="7820" y="6408"/>
                    <a:pt x="6988" y="5576"/>
                    <a:pt x="5966" y="5576"/>
                  </a:cubicBezTo>
                  <a:lnTo>
                    <a:pt x="4944" y="5576"/>
                  </a:lnTo>
                  <a:cubicBezTo>
                    <a:pt x="4831" y="5576"/>
                    <a:pt x="4740" y="5485"/>
                    <a:pt x="4740" y="5372"/>
                  </a:cubicBezTo>
                  <a:lnTo>
                    <a:pt x="4740" y="5177"/>
                  </a:lnTo>
                  <a:cubicBezTo>
                    <a:pt x="5243" y="4888"/>
                    <a:pt x="5583" y="4344"/>
                    <a:pt x="5583" y="3723"/>
                  </a:cubicBezTo>
                  <a:lnTo>
                    <a:pt x="5583" y="3299"/>
                  </a:lnTo>
                  <a:lnTo>
                    <a:pt x="5678" y="3299"/>
                  </a:lnTo>
                  <a:cubicBezTo>
                    <a:pt x="6004" y="3299"/>
                    <a:pt x="6271" y="3034"/>
                    <a:pt x="6271" y="2706"/>
                  </a:cubicBezTo>
                  <a:cubicBezTo>
                    <a:pt x="6271" y="2450"/>
                    <a:pt x="6108" y="2232"/>
                    <a:pt x="5882" y="2148"/>
                  </a:cubicBezTo>
                  <a:cubicBezTo>
                    <a:pt x="5882" y="1291"/>
                    <a:pt x="5329" y="516"/>
                    <a:pt x="4524" y="253"/>
                  </a:cubicBezTo>
                  <a:cubicBezTo>
                    <a:pt x="4480" y="108"/>
                    <a:pt x="4346" y="1"/>
                    <a:pt x="4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2"/>
            <p:cNvSpPr/>
            <p:nvPr/>
          </p:nvSpPr>
          <p:spPr>
            <a:xfrm>
              <a:off x="2119909" y="3056123"/>
              <a:ext cx="12151" cy="12151"/>
            </a:xfrm>
            <a:custGeom>
              <a:rect b="b" l="l" r="r" t="t"/>
              <a:pathLst>
                <a:path extrusionOk="0" h="373" w="373">
                  <a:moveTo>
                    <a:pt x="186" y="0"/>
                  </a:moveTo>
                  <a:cubicBezTo>
                    <a:pt x="83" y="0"/>
                    <a:pt x="1" y="84"/>
                    <a:pt x="1" y="187"/>
                  </a:cubicBezTo>
                  <a:cubicBezTo>
                    <a:pt x="1" y="290"/>
                    <a:pt x="84" y="372"/>
                    <a:pt x="186" y="372"/>
                  </a:cubicBezTo>
                  <a:cubicBezTo>
                    <a:pt x="290" y="372"/>
                    <a:pt x="373" y="288"/>
                    <a:pt x="373" y="187"/>
                  </a:cubicBezTo>
                  <a:cubicBezTo>
                    <a:pt x="373" y="83"/>
                    <a:pt x="290"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0" name="Google Shape;7710;p72"/>
          <p:cNvGrpSpPr/>
          <p:nvPr/>
        </p:nvGrpSpPr>
        <p:grpSpPr>
          <a:xfrm>
            <a:off x="3326319" y="2804820"/>
            <a:ext cx="309584" cy="309519"/>
            <a:chOff x="3326319" y="2804820"/>
            <a:chExt cx="309584" cy="309519"/>
          </a:xfrm>
        </p:grpSpPr>
        <p:sp>
          <p:nvSpPr>
            <p:cNvPr id="7711" name="Google Shape;7711;p72"/>
            <p:cNvSpPr/>
            <p:nvPr/>
          </p:nvSpPr>
          <p:spPr>
            <a:xfrm>
              <a:off x="3326319" y="2855738"/>
              <a:ext cx="309584" cy="258600"/>
            </a:xfrm>
            <a:custGeom>
              <a:rect b="b" l="l" r="r" t="t"/>
              <a:pathLst>
                <a:path extrusionOk="0" h="7938" w="9503">
                  <a:moveTo>
                    <a:pt x="5774" y="373"/>
                  </a:moveTo>
                  <a:lnTo>
                    <a:pt x="5812" y="1185"/>
                  </a:lnTo>
                  <a:lnTo>
                    <a:pt x="4651" y="1185"/>
                  </a:lnTo>
                  <a:lnTo>
                    <a:pt x="4689" y="373"/>
                  </a:lnTo>
                  <a:close/>
                  <a:moveTo>
                    <a:pt x="8781" y="373"/>
                  </a:moveTo>
                  <a:lnTo>
                    <a:pt x="8819" y="1185"/>
                  </a:lnTo>
                  <a:lnTo>
                    <a:pt x="7656" y="1185"/>
                  </a:lnTo>
                  <a:lnTo>
                    <a:pt x="7694" y="373"/>
                  </a:lnTo>
                  <a:close/>
                  <a:moveTo>
                    <a:pt x="5831" y="1555"/>
                  </a:moveTo>
                  <a:lnTo>
                    <a:pt x="5862" y="2223"/>
                  </a:lnTo>
                  <a:lnTo>
                    <a:pt x="4602" y="2223"/>
                  </a:lnTo>
                  <a:lnTo>
                    <a:pt x="4634" y="1555"/>
                  </a:lnTo>
                  <a:close/>
                  <a:moveTo>
                    <a:pt x="8837" y="1555"/>
                  </a:moveTo>
                  <a:lnTo>
                    <a:pt x="8868" y="2223"/>
                  </a:lnTo>
                  <a:lnTo>
                    <a:pt x="7608" y="2223"/>
                  </a:lnTo>
                  <a:lnTo>
                    <a:pt x="7639" y="1555"/>
                  </a:lnTo>
                  <a:close/>
                  <a:moveTo>
                    <a:pt x="5879" y="2594"/>
                  </a:moveTo>
                  <a:lnTo>
                    <a:pt x="5911" y="3262"/>
                  </a:lnTo>
                  <a:lnTo>
                    <a:pt x="4553" y="3262"/>
                  </a:lnTo>
                  <a:lnTo>
                    <a:pt x="4584" y="2594"/>
                  </a:lnTo>
                  <a:close/>
                  <a:moveTo>
                    <a:pt x="8886" y="2594"/>
                  </a:moveTo>
                  <a:lnTo>
                    <a:pt x="8917" y="3262"/>
                  </a:lnTo>
                  <a:lnTo>
                    <a:pt x="7560" y="3262"/>
                  </a:lnTo>
                  <a:lnTo>
                    <a:pt x="7591" y="2594"/>
                  </a:lnTo>
                  <a:close/>
                  <a:moveTo>
                    <a:pt x="8934" y="3634"/>
                  </a:moveTo>
                  <a:lnTo>
                    <a:pt x="8965" y="4301"/>
                  </a:lnTo>
                  <a:lnTo>
                    <a:pt x="7509" y="4301"/>
                  </a:lnTo>
                  <a:lnTo>
                    <a:pt x="7541" y="3634"/>
                  </a:lnTo>
                  <a:close/>
                  <a:moveTo>
                    <a:pt x="8983" y="4672"/>
                  </a:moveTo>
                  <a:lnTo>
                    <a:pt x="9015" y="5339"/>
                  </a:lnTo>
                  <a:lnTo>
                    <a:pt x="7461" y="5339"/>
                  </a:lnTo>
                  <a:lnTo>
                    <a:pt x="7493" y="4672"/>
                  </a:lnTo>
                  <a:close/>
                  <a:moveTo>
                    <a:pt x="9032" y="5711"/>
                  </a:moveTo>
                  <a:lnTo>
                    <a:pt x="9064" y="6380"/>
                  </a:lnTo>
                  <a:lnTo>
                    <a:pt x="7413" y="6380"/>
                  </a:lnTo>
                  <a:lnTo>
                    <a:pt x="7444" y="5711"/>
                  </a:lnTo>
                  <a:close/>
                  <a:moveTo>
                    <a:pt x="9081" y="6750"/>
                  </a:moveTo>
                  <a:lnTo>
                    <a:pt x="9119" y="7565"/>
                  </a:lnTo>
                  <a:lnTo>
                    <a:pt x="7356" y="7565"/>
                  </a:lnTo>
                  <a:lnTo>
                    <a:pt x="7394" y="6750"/>
                  </a:lnTo>
                  <a:close/>
                  <a:moveTo>
                    <a:pt x="4508" y="1"/>
                  </a:moveTo>
                  <a:cubicBezTo>
                    <a:pt x="4408" y="1"/>
                    <a:pt x="4328" y="78"/>
                    <a:pt x="4323" y="178"/>
                  </a:cubicBezTo>
                  <a:lnTo>
                    <a:pt x="4177" y="3262"/>
                  </a:lnTo>
                  <a:lnTo>
                    <a:pt x="3251" y="3262"/>
                  </a:lnTo>
                  <a:cubicBezTo>
                    <a:pt x="3149" y="3262"/>
                    <a:pt x="3065" y="3344"/>
                    <a:pt x="3065" y="3447"/>
                  </a:cubicBezTo>
                  <a:cubicBezTo>
                    <a:pt x="3065" y="3550"/>
                    <a:pt x="3148" y="3634"/>
                    <a:pt x="3251" y="3634"/>
                  </a:cubicBezTo>
                  <a:lnTo>
                    <a:pt x="7165" y="3634"/>
                  </a:lnTo>
                  <a:lnTo>
                    <a:pt x="6980" y="7568"/>
                  </a:lnTo>
                  <a:lnTo>
                    <a:pt x="366" y="7568"/>
                  </a:lnTo>
                  <a:lnTo>
                    <a:pt x="366" y="3634"/>
                  </a:lnTo>
                  <a:lnTo>
                    <a:pt x="1581" y="3634"/>
                  </a:lnTo>
                  <a:cubicBezTo>
                    <a:pt x="1684" y="3634"/>
                    <a:pt x="1767" y="3551"/>
                    <a:pt x="1767" y="3447"/>
                  </a:cubicBezTo>
                  <a:cubicBezTo>
                    <a:pt x="1767" y="3346"/>
                    <a:pt x="1685" y="3262"/>
                    <a:pt x="1581" y="3262"/>
                  </a:cubicBezTo>
                  <a:lnTo>
                    <a:pt x="186" y="3262"/>
                  </a:lnTo>
                  <a:cubicBezTo>
                    <a:pt x="84" y="3262"/>
                    <a:pt x="0" y="3344"/>
                    <a:pt x="0" y="3447"/>
                  </a:cubicBezTo>
                  <a:lnTo>
                    <a:pt x="0" y="7752"/>
                  </a:lnTo>
                  <a:cubicBezTo>
                    <a:pt x="0" y="7854"/>
                    <a:pt x="82" y="7937"/>
                    <a:pt x="186" y="7937"/>
                  </a:cubicBezTo>
                  <a:lnTo>
                    <a:pt x="9314" y="7937"/>
                  </a:lnTo>
                  <a:cubicBezTo>
                    <a:pt x="9366" y="7937"/>
                    <a:pt x="9414" y="7916"/>
                    <a:pt x="9449" y="7880"/>
                  </a:cubicBezTo>
                  <a:cubicBezTo>
                    <a:pt x="9484" y="7843"/>
                    <a:pt x="9503" y="7794"/>
                    <a:pt x="9500" y="7744"/>
                  </a:cubicBezTo>
                  <a:lnTo>
                    <a:pt x="9142" y="178"/>
                  </a:lnTo>
                  <a:cubicBezTo>
                    <a:pt x="9137" y="78"/>
                    <a:pt x="9057" y="1"/>
                    <a:pt x="8957" y="1"/>
                  </a:cubicBezTo>
                  <a:lnTo>
                    <a:pt x="7517" y="1"/>
                  </a:lnTo>
                  <a:cubicBezTo>
                    <a:pt x="7417" y="1"/>
                    <a:pt x="7335" y="78"/>
                    <a:pt x="7330" y="178"/>
                  </a:cubicBezTo>
                  <a:lnTo>
                    <a:pt x="7185" y="3262"/>
                  </a:lnTo>
                  <a:lnTo>
                    <a:pt x="6280" y="3262"/>
                  </a:lnTo>
                  <a:lnTo>
                    <a:pt x="6135" y="178"/>
                  </a:lnTo>
                  <a:cubicBezTo>
                    <a:pt x="6130" y="78"/>
                    <a:pt x="6048" y="1"/>
                    <a:pt x="59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2"/>
            <p:cNvSpPr/>
            <p:nvPr/>
          </p:nvSpPr>
          <p:spPr>
            <a:xfrm>
              <a:off x="3358929" y="3009993"/>
              <a:ext cx="36356" cy="56359"/>
            </a:xfrm>
            <a:custGeom>
              <a:rect b="b" l="l" r="r" t="t"/>
              <a:pathLst>
                <a:path extrusionOk="0" h="1730" w="1116">
                  <a:moveTo>
                    <a:pt x="743" y="372"/>
                  </a:moveTo>
                  <a:lnTo>
                    <a:pt x="743" y="1358"/>
                  </a:lnTo>
                  <a:lnTo>
                    <a:pt x="373" y="1358"/>
                  </a:lnTo>
                  <a:lnTo>
                    <a:pt x="373" y="372"/>
                  </a:lnTo>
                  <a:close/>
                  <a:moveTo>
                    <a:pt x="186" y="1"/>
                  </a:moveTo>
                  <a:cubicBezTo>
                    <a:pt x="84" y="1"/>
                    <a:pt x="1" y="84"/>
                    <a:pt x="1" y="187"/>
                  </a:cubicBezTo>
                  <a:lnTo>
                    <a:pt x="1" y="1544"/>
                  </a:lnTo>
                  <a:cubicBezTo>
                    <a:pt x="1" y="1646"/>
                    <a:pt x="83" y="1729"/>
                    <a:pt x="186" y="1729"/>
                  </a:cubicBezTo>
                  <a:lnTo>
                    <a:pt x="929" y="1729"/>
                  </a:lnTo>
                  <a:cubicBezTo>
                    <a:pt x="1031" y="1729"/>
                    <a:pt x="1115" y="1647"/>
                    <a:pt x="1115" y="1544"/>
                  </a:cubicBezTo>
                  <a:lnTo>
                    <a:pt x="1115" y="187"/>
                  </a:lnTo>
                  <a:cubicBezTo>
                    <a:pt x="1115" y="85"/>
                    <a:pt x="1033" y="1"/>
                    <a:pt x="9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2"/>
            <p:cNvSpPr/>
            <p:nvPr/>
          </p:nvSpPr>
          <p:spPr>
            <a:xfrm>
              <a:off x="3407307" y="3009960"/>
              <a:ext cx="36324" cy="56359"/>
            </a:xfrm>
            <a:custGeom>
              <a:rect b="b" l="l" r="r" t="t"/>
              <a:pathLst>
                <a:path extrusionOk="0" h="1730" w="1115">
                  <a:moveTo>
                    <a:pt x="742" y="373"/>
                  </a:moveTo>
                  <a:lnTo>
                    <a:pt x="742" y="1359"/>
                  </a:lnTo>
                  <a:lnTo>
                    <a:pt x="371" y="1359"/>
                  </a:lnTo>
                  <a:lnTo>
                    <a:pt x="371" y="373"/>
                  </a:lnTo>
                  <a:close/>
                  <a:moveTo>
                    <a:pt x="187" y="1"/>
                  </a:moveTo>
                  <a:cubicBezTo>
                    <a:pt x="84" y="1"/>
                    <a:pt x="0" y="84"/>
                    <a:pt x="0" y="186"/>
                  </a:cubicBezTo>
                  <a:lnTo>
                    <a:pt x="0" y="1545"/>
                  </a:lnTo>
                  <a:cubicBezTo>
                    <a:pt x="0" y="1647"/>
                    <a:pt x="83" y="1729"/>
                    <a:pt x="187" y="1729"/>
                  </a:cubicBezTo>
                  <a:lnTo>
                    <a:pt x="929" y="1729"/>
                  </a:lnTo>
                  <a:cubicBezTo>
                    <a:pt x="1031" y="1729"/>
                    <a:pt x="1115" y="1647"/>
                    <a:pt x="1115" y="1543"/>
                  </a:cubicBezTo>
                  <a:lnTo>
                    <a:pt x="1115" y="186"/>
                  </a:lnTo>
                  <a:cubicBezTo>
                    <a:pt x="1115" y="85"/>
                    <a:pt x="1032" y="1"/>
                    <a:pt x="9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2"/>
            <p:cNvSpPr/>
            <p:nvPr/>
          </p:nvSpPr>
          <p:spPr>
            <a:xfrm>
              <a:off x="3455652" y="3009960"/>
              <a:ext cx="36324" cy="56392"/>
            </a:xfrm>
            <a:custGeom>
              <a:rect b="b" l="l" r="r" t="t"/>
              <a:pathLst>
                <a:path extrusionOk="0" h="1731" w="1115">
                  <a:moveTo>
                    <a:pt x="742" y="373"/>
                  </a:moveTo>
                  <a:lnTo>
                    <a:pt x="742" y="1359"/>
                  </a:lnTo>
                  <a:lnTo>
                    <a:pt x="372" y="1359"/>
                  </a:lnTo>
                  <a:lnTo>
                    <a:pt x="372" y="373"/>
                  </a:lnTo>
                  <a:close/>
                  <a:moveTo>
                    <a:pt x="186" y="1"/>
                  </a:moveTo>
                  <a:cubicBezTo>
                    <a:pt x="84" y="1"/>
                    <a:pt x="1" y="84"/>
                    <a:pt x="1" y="186"/>
                  </a:cubicBezTo>
                  <a:lnTo>
                    <a:pt x="1" y="1545"/>
                  </a:lnTo>
                  <a:cubicBezTo>
                    <a:pt x="1" y="1647"/>
                    <a:pt x="82" y="1730"/>
                    <a:pt x="186" y="1730"/>
                  </a:cubicBezTo>
                  <a:lnTo>
                    <a:pt x="929" y="1730"/>
                  </a:lnTo>
                  <a:lnTo>
                    <a:pt x="929" y="1729"/>
                  </a:lnTo>
                  <a:cubicBezTo>
                    <a:pt x="1030" y="1729"/>
                    <a:pt x="1114" y="1647"/>
                    <a:pt x="1114" y="1543"/>
                  </a:cubicBezTo>
                  <a:lnTo>
                    <a:pt x="1114" y="186"/>
                  </a:lnTo>
                  <a:cubicBezTo>
                    <a:pt x="1114" y="85"/>
                    <a:pt x="1031" y="1"/>
                    <a:pt x="9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2"/>
            <p:cNvSpPr/>
            <p:nvPr/>
          </p:nvSpPr>
          <p:spPr>
            <a:xfrm>
              <a:off x="3503964" y="3009960"/>
              <a:ext cx="36356" cy="56392"/>
            </a:xfrm>
            <a:custGeom>
              <a:rect b="b" l="l" r="r" t="t"/>
              <a:pathLst>
                <a:path extrusionOk="0" h="1731" w="1116">
                  <a:moveTo>
                    <a:pt x="744" y="373"/>
                  </a:moveTo>
                  <a:lnTo>
                    <a:pt x="744" y="1359"/>
                  </a:lnTo>
                  <a:lnTo>
                    <a:pt x="373" y="1359"/>
                  </a:lnTo>
                  <a:lnTo>
                    <a:pt x="373" y="373"/>
                  </a:lnTo>
                  <a:close/>
                  <a:moveTo>
                    <a:pt x="186" y="1"/>
                  </a:moveTo>
                  <a:cubicBezTo>
                    <a:pt x="85" y="1"/>
                    <a:pt x="1" y="84"/>
                    <a:pt x="1" y="186"/>
                  </a:cubicBezTo>
                  <a:lnTo>
                    <a:pt x="1" y="1545"/>
                  </a:lnTo>
                  <a:cubicBezTo>
                    <a:pt x="1" y="1647"/>
                    <a:pt x="84" y="1730"/>
                    <a:pt x="186" y="1730"/>
                  </a:cubicBezTo>
                  <a:lnTo>
                    <a:pt x="929" y="1730"/>
                  </a:lnTo>
                  <a:lnTo>
                    <a:pt x="929" y="1729"/>
                  </a:lnTo>
                  <a:cubicBezTo>
                    <a:pt x="1032" y="1729"/>
                    <a:pt x="1116" y="1647"/>
                    <a:pt x="1116" y="1543"/>
                  </a:cubicBezTo>
                  <a:lnTo>
                    <a:pt x="1116" y="186"/>
                  </a:lnTo>
                  <a:cubicBezTo>
                    <a:pt x="1116" y="85"/>
                    <a:pt x="1033" y="1"/>
                    <a:pt x="9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2"/>
            <p:cNvSpPr/>
            <p:nvPr/>
          </p:nvSpPr>
          <p:spPr>
            <a:xfrm>
              <a:off x="3442751" y="2804820"/>
              <a:ext cx="86982" cy="36324"/>
            </a:xfrm>
            <a:custGeom>
              <a:rect b="b" l="l" r="r" t="t"/>
              <a:pathLst>
                <a:path extrusionOk="0" h="1115" w="2670">
                  <a:moveTo>
                    <a:pt x="1660" y="1"/>
                  </a:moveTo>
                  <a:cubicBezTo>
                    <a:pt x="1384" y="1"/>
                    <a:pt x="1142" y="163"/>
                    <a:pt x="1033" y="406"/>
                  </a:cubicBezTo>
                  <a:cubicBezTo>
                    <a:pt x="870" y="457"/>
                    <a:pt x="740" y="583"/>
                    <a:pt x="683" y="742"/>
                  </a:cubicBezTo>
                  <a:lnTo>
                    <a:pt x="187" y="742"/>
                  </a:lnTo>
                  <a:cubicBezTo>
                    <a:pt x="84" y="742"/>
                    <a:pt x="1" y="825"/>
                    <a:pt x="1" y="929"/>
                  </a:cubicBezTo>
                  <a:cubicBezTo>
                    <a:pt x="2" y="1030"/>
                    <a:pt x="84" y="1114"/>
                    <a:pt x="187" y="1114"/>
                  </a:cubicBezTo>
                  <a:lnTo>
                    <a:pt x="833" y="1114"/>
                  </a:lnTo>
                  <a:cubicBezTo>
                    <a:pt x="936" y="1114"/>
                    <a:pt x="1020" y="1033"/>
                    <a:pt x="1020" y="929"/>
                  </a:cubicBezTo>
                  <a:cubicBezTo>
                    <a:pt x="1020" y="836"/>
                    <a:pt x="1091" y="758"/>
                    <a:pt x="1184" y="753"/>
                  </a:cubicBezTo>
                  <a:cubicBezTo>
                    <a:pt x="1266" y="748"/>
                    <a:pt x="1334" y="690"/>
                    <a:pt x="1352" y="611"/>
                  </a:cubicBezTo>
                  <a:cubicBezTo>
                    <a:pt x="1386" y="470"/>
                    <a:pt x="1513" y="373"/>
                    <a:pt x="1659" y="373"/>
                  </a:cubicBezTo>
                  <a:cubicBezTo>
                    <a:pt x="1803" y="373"/>
                    <a:pt x="1929" y="470"/>
                    <a:pt x="1965" y="611"/>
                  </a:cubicBezTo>
                  <a:cubicBezTo>
                    <a:pt x="1985" y="690"/>
                    <a:pt x="2053" y="748"/>
                    <a:pt x="2132" y="753"/>
                  </a:cubicBezTo>
                  <a:cubicBezTo>
                    <a:pt x="2226" y="760"/>
                    <a:pt x="2298" y="837"/>
                    <a:pt x="2298" y="929"/>
                  </a:cubicBezTo>
                  <a:cubicBezTo>
                    <a:pt x="2298" y="1030"/>
                    <a:pt x="2380" y="1114"/>
                    <a:pt x="2483" y="1114"/>
                  </a:cubicBezTo>
                  <a:cubicBezTo>
                    <a:pt x="2586" y="1114"/>
                    <a:pt x="2670" y="1033"/>
                    <a:pt x="2670" y="929"/>
                  </a:cubicBezTo>
                  <a:cubicBezTo>
                    <a:pt x="2670" y="685"/>
                    <a:pt x="2508" y="477"/>
                    <a:pt x="2285" y="406"/>
                  </a:cubicBezTo>
                  <a:cubicBezTo>
                    <a:pt x="2176" y="163"/>
                    <a:pt x="1934" y="1"/>
                    <a:pt x="16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2"/>
            <p:cNvSpPr/>
            <p:nvPr/>
          </p:nvSpPr>
          <p:spPr>
            <a:xfrm>
              <a:off x="3541298" y="2804820"/>
              <a:ext cx="86330" cy="36324"/>
            </a:xfrm>
            <a:custGeom>
              <a:rect b="b" l="l" r="r" t="t"/>
              <a:pathLst>
                <a:path extrusionOk="0" h="1115" w="2650">
                  <a:moveTo>
                    <a:pt x="1639" y="1"/>
                  </a:moveTo>
                  <a:cubicBezTo>
                    <a:pt x="1365" y="1"/>
                    <a:pt x="1123" y="163"/>
                    <a:pt x="1014" y="406"/>
                  </a:cubicBezTo>
                  <a:cubicBezTo>
                    <a:pt x="851" y="457"/>
                    <a:pt x="721" y="583"/>
                    <a:pt x="663" y="742"/>
                  </a:cubicBezTo>
                  <a:lnTo>
                    <a:pt x="186" y="742"/>
                  </a:lnTo>
                  <a:cubicBezTo>
                    <a:pt x="85" y="742"/>
                    <a:pt x="1" y="825"/>
                    <a:pt x="1" y="929"/>
                  </a:cubicBezTo>
                  <a:cubicBezTo>
                    <a:pt x="2" y="1030"/>
                    <a:pt x="85" y="1114"/>
                    <a:pt x="186" y="1114"/>
                  </a:cubicBezTo>
                  <a:lnTo>
                    <a:pt x="814" y="1114"/>
                  </a:lnTo>
                  <a:cubicBezTo>
                    <a:pt x="916" y="1114"/>
                    <a:pt x="999" y="1033"/>
                    <a:pt x="999" y="929"/>
                  </a:cubicBezTo>
                  <a:cubicBezTo>
                    <a:pt x="999" y="836"/>
                    <a:pt x="1072" y="758"/>
                    <a:pt x="1165" y="753"/>
                  </a:cubicBezTo>
                  <a:cubicBezTo>
                    <a:pt x="1246" y="748"/>
                    <a:pt x="1314" y="690"/>
                    <a:pt x="1332" y="611"/>
                  </a:cubicBezTo>
                  <a:cubicBezTo>
                    <a:pt x="1366" y="470"/>
                    <a:pt x="1494" y="373"/>
                    <a:pt x="1638" y="373"/>
                  </a:cubicBezTo>
                  <a:cubicBezTo>
                    <a:pt x="1784" y="373"/>
                    <a:pt x="1910" y="470"/>
                    <a:pt x="1945" y="611"/>
                  </a:cubicBezTo>
                  <a:cubicBezTo>
                    <a:pt x="1964" y="690"/>
                    <a:pt x="2032" y="748"/>
                    <a:pt x="2113" y="753"/>
                  </a:cubicBezTo>
                  <a:cubicBezTo>
                    <a:pt x="2206" y="760"/>
                    <a:pt x="2277" y="837"/>
                    <a:pt x="2277" y="929"/>
                  </a:cubicBezTo>
                  <a:cubicBezTo>
                    <a:pt x="2277" y="1030"/>
                    <a:pt x="2360" y="1114"/>
                    <a:pt x="2464" y="1114"/>
                  </a:cubicBezTo>
                  <a:cubicBezTo>
                    <a:pt x="2565" y="1114"/>
                    <a:pt x="2649" y="1033"/>
                    <a:pt x="2649" y="929"/>
                  </a:cubicBezTo>
                  <a:cubicBezTo>
                    <a:pt x="2649" y="685"/>
                    <a:pt x="2488" y="477"/>
                    <a:pt x="2266" y="406"/>
                  </a:cubicBezTo>
                  <a:cubicBezTo>
                    <a:pt x="2157" y="163"/>
                    <a:pt x="1915" y="1"/>
                    <a:pt x="16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2"/>
            <p:cNvSpPr/>
            <p:nvPr/>
          </p:nvSpPr>
          <p:spPr>
            <a:xfrm>
              <a:off x="3377335" y="2828992"/>
              <a:ext cx="50821" cy="12151"/>
            </a:xfrm>
            <a:custGeom>
              <a:rect b="b" l="l" r="r" t="t"/>
              <a:pathLst>
                <a:path extrusionOk="0" h="373" w="1560">
                  <a:moveTo>
                    <a:pt x="186" y="0"/>
                  </a:moveTo>
                  <a:cubicBezTo>
                    <a:pt x="84" y="0"/>
                    <a:pt x="0" y="83"/>
                    <a:pt x="0" y="187"/>
                  </a:cubicBezTo>
                  <a:cubicBezTo>
                    <a:pt x="0" y="288"/>
                    <a:pt x="84" y="372"/>
                    <a:pt x="186" y="372"/>
                  </a:cubicBezTo>
                  <a:lnTo>
                    <a:pt x="1374" y="372"/>
                  </a:lnTo>
                  <a:cubicBezTo>
                    <a:pt x="1475" y="372"/>
                    <a:pt x="1559" y="291"/>
                    <a:pt x="1559" y="187"/>
                  </a:cubicBezTo>
                  <a:cubicBezTo>
                    <a:pt x="1559" y="84"/>
                    <a:pt x="1477" y="0"/>
                    <a:pt x="13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2"/>
            <p:cNvSpPr/>
            <p:nvPr/>
          </p:nvSpPr>
          <p:spPr>
            <a:xfrm>
              <a:off x="3399097" y="2961974"/>
              <a:ext cx="12151" cy="12151"/>
            </a:xfrm>
            <a:custGeom>
              <a:rect b="b" l="l" r="r" t="t"/>
              <a:pathLst>
                <a:path extrusionOk="0" h="373" w="373">
                  <a:moveTo>
                    <a:pt x="187" y="1"/>
                  </a:moveTo>
                  <a:cubicBezTo>
                    <a:pt x="83" y="1"/>
                    <a:pt x="1" y="85"/>
                    <a:pt x="1" y="186"/>
                  </a:cubicBezTo>
                  <a:cubicBezTo>
                    <a:pt x="1" y="290"/>
                    <a:pt x="84" y="373"/>
                    <a:pt x="187" y="373"/>
                  </a:cubicBezTo>
                  <a:cubicBezTo>
                    <a:pt x="291" y="373"/>
                    <a:pt x="373" y="289"/>
                    <a:pt x="373" y="186"/>
                  </a:cubicBezTo>
                  <a:cubicBezTo>
                    <a:pt x="373" y="85"/>
                    <a:pt x="289"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0" name="Google Shape;7720;p72"/>
          <p:cNvGrpSpPr/>
          <p:nvPr/>
        </p:nvGrpSpPr>
        <p:grpSpPr>
          <a:xfrm>
            <a:off x="4054524" y="2804852"/>
            <a:ext cx="268960" cy="309584"/>
            <a:chOff x="4054524" y="2804852"/>
            <a:chExt cx="268960" cy="309584"/>
          </a:xfrm>
        </p:grpSpPr>
        <p:sp>
          <p:nvSpPr>
            <p:cNvPr id="7721" name="Google Shape;7721;p72"/>
            <p:cNvSpPr/>
            <p:nvPr/>
          </p:nvSpPr>
          <p:spPr>
            <a:xfrm>
              <a:off x="4054524" y="2804852"/>
              <a:ext cx="268960" cy="309584"/>
            </a:xfrm>
            <a:custGeom>
              <a:rect b="b" l="l" r="r" t="t"/>
              <a:pathLst>
                <a:path extrusionOk="0" h="9503" w="8256">
                  <a:moveTo>
                    <a:pt x="2456" y="3882"/>
                  </a:moveTo>
                  <a:lnTo>
                    <a:pt x="2456" y="7296"/>
                  </a:lnTo>
                  <a:lnTo>
                    <a:pt x="2085" y="7296"/>
                  </a:lnTo>
                  <a:lnTo>
                    <a:pt x="2085" y="3882"/>
                  </a:lnTo>
                  <a:close/>
                  <a:moveTo>
                    <a:pt x="4127" y="5162"/>
                  </a:moveTo>
                  <a:cubicBezTo>
                    <a:pt x="4434" y="5162"/>
                    <a:pt x="4683" y="5413"/>
                    <a:pt x="4683" y="5720"/>
                  </a:cubicBezTo>
                  <a:lnTo>
                    <a:pt x="4683" y="7296"/>
                  </a:lnTo>
                  <a:lnTo>
                    <a:pt x="3571" y="7296"/>
                  </a:lnTo>
                  <a:lnTo>
                    <a:pt x="3571" y="5720"/>
                  </a:lnTo>
                  <a:cubicBezTo>
                    <a:pt x="3571" y="5413"/>
                    <a:pt x="3821" y="5162"/>
                    <a:pt x="4127" y="5162"/>
                  </a:cubicBezTo>
                  <a:close/>
                  <a:moveTo>
                    <a:pt x="5426" y="3882"/>
                  </a:moveTo>
                  <a:lnTo>
                    <a:pt x="5426" y="7296"/>
                  </a:lnTo>
                  <a:lnTo>
                    <a:pt x="5054" y="7296"/>
                  </a:lnTo>
                  <a:lnTo>
                    <a:pt x="5054" y="5720"/>
                  </a:lnTo>
                  <a:cubicBezTo>
                    <a:pt x="5054" y="5207"/>
                    <a:pt x="4638" y="4792"/>
                    <a:pt x="4127" y="4792"/>
                  </a:cubicBezTo>
                  <a:cubicBezTo>
                    <a:pt x="3615" y="4792"/>
                    <a:pt x="3200" y="5208"/>
                    <a:pt x="3200" y="5720"/>
                  </a:cubicBezTo>
                  <a:lnTo>
                    <a:pt x="3200" y="7296"/>
                  </a:lnTo>
                  <a:lnTo>
                    <a:pt x="2828" y="7296"/>
                  </a:lnTo>
                  <a:lnTo>
                    <a:pt x="2828" y="3882"/>
                  </a:lnTo>
                  <a:close/>
                  <a:moveTo>
                    <a:pt x="6169" y="3882"/>
                  </a:moveTo>
                  <a:lnTo>
                    <a:pt x="6169" y="7296"/>
                  </a:lnTo>
                  <a:lnTo>
                    <a:pt x="5798" y="7296"/>
                  </a:lnTo>
                  <a:lnTo>
                    <a:pt x="5798" y="3882"/>
                  </a:lnTo>
                  <a:close/>
                  <a:moveTo>
                    <a:pt x="4964" y="370"/>
                  </a:moveTo>
                  <a:lnTo>
                    <a:pt x="6229" y="1535"/>
                  </a:lnTo>
                  <a:cubicBezTo>
                    <a:pt x="6240" y="1547"/>
                    <a:pt x="6255" y="1556"/>
                    <a:pt x="6270" y="1564"/>
                  </a:cubicBezTo>
                  <a:lnTo>
                    <a:pt x="7505" y="2206"/>
                  </a:lnTo>
                  <a:lnTo>
                    <a:pt x="7505" y="5574"/>
                  </a:lnTo>
                  <a:cubicBezTo>
                    <a:pt x="7505" y="5600"/>
                    <a:pt x="7510" y="5626"/>
                    <a:pt x="7521" y="5650"/>
                  </a:cubicBezTo>
                  <a:lnTo>
                    <a:pt x="7886" y="6447"/>
                  </a:lnTo>
                  <a:lnTo>
                    <a:pt x="7886" y="7296"/>
                  </a:lnTo>
                  <a:lnTo>
                    <a:pt x="6541" y="7296"/>
                  </a:lnTo>
                  <a:lnTo>
                    <a:pt x="6541" y="3882"/>
                  </a:lnTo>
                  <a:lnTo>
                    <a:pt x="6726" y="3882"/>
                  </a:lnTo>
                  <a:cubicBezTo>
                    <a:pt x="6829" y="3882"/>
                    <a:pt x="6913" y="3799"/>
                    <a:pt x="6913" y="3696"/>
                  </a:cubicBezTo>
                  <a:lnTo>
                    <a:pt x="6913" y="2657"/>
                  </a:lnTo>
                  <a:cubicBezTo>
                    <a:pt x="6913" y="2555"/>
                    <a:pt x="6830" y="2472"/>
                    <a:pt x="6726" y="2472"/>
                  </a:cubicBezTo>
                  <a:lnTo>
                    <a:pt x="4963" y="2472"/>
                  </a:lnTo>
                  <a:cubicBezTo>
                    <a:pt x="4861" y="2472"/>
                    <a:pt x="4777" y="2554"/>
                    <a:pt x="4777" y="2657"/>
                  </a:cubicBezTo>
                  <a:cubicBezTo>
                    <a:pt x="4777" y="2760"/>
                    <a:pt x="4859" y="2843"/>
                    <a:pt x="4963" y="2843"/>
                  </a:cubicBezTo>
                  <a:lnTo>
                    <a:pt x="6541" y="2843"/>
                  </a:lnTo>
                  <a:lnTo>
                    <a:pt x="6541" y="3511"/>
                  </a:lnTo>
                  <a:lnTo>
                    <a:pt x="1716" y="3511"/>
                  </a:lnTo>
                  <a:lnTo>
                    <a:pt x="1716" y="2843"/>
                  </a:lnTo>
                  <a:lnTo>
                    <a:pt x="3292" y="2843"/>
                  </a:lnTo>
                  <a:cubicBezTo>
                    <a:pt x="3394" y="2843"/>
                    <a:pt x="3478" y="2761"/>
                    <a:pt x="3478" y="2657"/>
                  </a:cubicBezTo>
                  <a:cubicBezTo>
                    <a:pt x="3478" y="2555"/>
                    <a:pt x="3395" y="2472"/>
                    <a:pt x="3292" y="2472"/>
                  </a:cubicBezTo>
                  <a:lnTo>
                    <a:pt x="1529" y="2472"/>
                  </a:lnTo>
                  <a:cubicBezTo>
                    <a:pt x="1427" y="2472"/>
                    <a:pt x="1344" y="2554"/>
                    <a:pt x="1344" y="2657"/>
                  </a:cubicBezTo>
                  <a:lnTo>
                    <a:pt x="1344" y="3696"/>
                  </a:lnTo>
                  <a:cubicBezTo>
                    <a:pt x="1344" y="3798"/>
                    <a:pt x="1425" y="3882"/>
                    <a:pt x="1529" y="3882"/>
                  </a:cubicBezTo>
                  <a:lnTo>
                    <a:pt x="1715" y="3882"/>
                  </a:lnTo>
                  <a:lnTo>
                    <a:pt x="1715" y="7296"/>
                  </a:lnTo>
                  <a:lnTo>
                    <a:pt x="375" y="7296"/>
                  </a:lnTo>
                  <a:lnTo>
                    <a:pt x="375" y="4712"/>
                  </a:lnTo>
                  <a:lnTo>
                    <a:pt x="739" y="3736"/>
                  </a:lnTo>
                  <a:cubicBezTo>
                    <a:pt x="748" y="3716"/>
                    <a:pt x="751" y="3694"/>
                    <a:pt x="751" y="3670"/>
                  </a:cubicBezTo>
                  <a:lnTo>
                    <a:pt x="751" y="2175"/>
                  </a:lnTo>
                  <a:lnTo>
                    <a:pt x="2911" y="370"/>
                  </a:lnTo>
                  <a:close/>
                  <a:moveTo>
                    <a:pt x="5508" y="7668"/>
                  </a:moveTo>
                  <a:lnTo>
                    <a:pt x="5733" y="8038"/>
                  </a:lnTo>
                  <a:lnTo>
                    <a:pt x="2520" y="8038"/>
                  </a:lnTo>
                  <a:lnTo>
                    <a:pt x="2745" y="7668"/>
                  </a:lnTo>
                  <a:close/>
                  <a:moveTo>
                    <a:pt x="5957" y="8410"/>
                  </a:moveTo>
                  <a:lnTo>
                    <a:pt x="6183" y="8781"/>
                  </a:lnTo>
                  <a:lnTo>
                    <a:pt x="2070" y="8781"/>
                  </a:lnTo>
                  <a:lnTo>
                    <a:pt x="2295" y="8410"/>
                  </a:lnTo>
                  <a:close/>
                  <a:moveTo>
                    <a:pt x="2843" y="1"/>
                  </a:moveTo>
                  <a:cubicBezTo>
                    <a:pt x="2800" y="1"/>
                    <a:pt x="2758" y="16"/>
                    <a:pt x="2723" y="44"/>
                  </a:cubicBezTo>
                  <a:lnTo>
                    <a:pt x="445" y="1946"/>
                  </a:lnTo>
                  <a:cubicBezTo>
                    <a:pt x="403" y="1982"/>
                    <a:pt x="378" y="2034"/>
                    <a:pt x="378" y="2090"/>
                  </a:cubicBezTo>
                  <a:lnTo>
                    <a:pt x="378" y="3640"/>
                  </a:lnTo>
                  <a:lnTo>
                    <a:pt x="12" y="4615"/>
                  </a:lnTo>
                  <a:cubicBezTo>
                    <a:pt x="5" y="4636"/>
                    <a:pt x="1" y="4658"/>
                    <a:pt x="1" y="4680"/>
                  </a:cubicBezTo>
                  <a:lnTo>
                    <a:pt x="1" y="7483"/>
                  </a:lnTo>
                  <a:cubicBezTo>
                    <a:pt x="1" y="7585"/>
                    <a:pt x="83" y="7669"/>
                    <a:pt x="187" y="7669"/>
                  </a:cubicBezTo>
                  <a:lnTo>
                    <a:pt x="2311" y="7669"/>
                  </a:lnTo>
                  <a:lnTo>
                    <a:pt x="1370" y="9220"/>
                  </a:lnTo>
                  <a:cubicBezTo>
                    <a:pt x="1315" y="9307"/>
                    <a:pt x="1345" y="9421"/>
                    <a:pt x="1433" y="9474"/>
                  </a:cubicBezTo>
                  <a:cubicBezTo>
                    <a:pt x="1462" y="9493"/>
                    <a:pt x="1496" y="9502"/>
                    <a:pt x="1528" y="9502"/>
                  </a:cubicBezTo>
                  <a:cubicBezTo>
                    <a:pt x="1591" y="9502"/>
                    <a:pt x="1653" y="9471"/>
                    <a:pt x="1686" y="9413"/>
                  </a:cubicBezTo>
                  <a:lnTo>
                    <a:pt x="1843" y="9154"/>
                  </a:lnTo>
                  <a:lnTo>
                    <a:pt x="6409" y="9154"/>
                  </a:lnTo>
                  <a:lnTo>
                    <a:pt x="6566" y="9413"/>
                  </a:lnTo>
                  <a:cubicBezTo>
                    <a:pt x="6601" y="9471"/>
                    <a:pt x="6661" y="9502"/>
                    <a:pt x="6724" y="9502"/>
                  </a:cubicBezTo>
                  <a:cubicBezTo>
                    <a:pt x="6757" y="9502"/>
                    <a:pt x="6789" y="9493"/>
                    <a:pt x="6820" y="9474"/>
                  </a:cubicBezTo>
                  <a:cubicBezTo>
                    <a:pt x="6908" y="9421"/>
                    <a:pt x="6935" y="9307"/>
                    <a:pt x="6882" y="9220"/>
                  </a:cubicBezTo>
                  <a:lnTo>
                    <a:pt x="5941" y="7669"/>
                  </a:lnTo>
                  <a:lnTo>
                    <a:pt x="8070" y="7669"/>
                  </a:lnTo>
                  <a:cubicBezTo>
                    <a:pt x="8172" y="7669"/>
                    <a:pt x="8256" y="7586"/>
                    <a:pt x="8256" y="7483"/>
                  </a:cubicBezTo>
                  <a:lnTo>
                    <a:pt x="8256" y="6408"/>
                  </a:lnTo>
                  <a:cubicBezTo>
                    <a:pt x="8256" y="6381"/>
                    <a:pt x="8251" y="6354"/>
                    <a:pt x="8239" y="6329"/>
                  </a:cubicBezTo>
                  <a:lnTo>
                    <a:pt x="7876" y="5533"/>
                  </a:lnTo>
                  <a:lnTo>
                    <a:pt x="7876" y="2093"/>
                  </a:lnTo>
                  <a:cubicBezTo>
                    <a:pt x="7876" y="2024"/>
                    <a:pt x="7837" y="1961"/>
                    <a:pt x="7776" y="1928"/>
                  </a:cubicBezTo>
                  <a:lnTo>
                    <a:pt x="6462" y="1245"/>
                  </a:lnTo>
                  <a:lnTo>
                    <a:pt x="5162" y="49"/>
                  </a:lnTo>
                  <a:cubicBezTo>
                    <a:pt x="5128" y="18"/>
                    <a:pt x="5084" y="1"/>
                    <a:pt x="50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2"/>
            <p:cNvSpPr/>
            <p:nvPr/>
          </p:nvSpPr>
          <p:spPr>
            <a:xfrm>
              <a:off x="4182846" y="2885384"/>
              <a:ext cx="12151" cy="12086"/>
            </a:xfrm>
            <a:custGeom>
              <a:rect b="b" l="l" r="r" t="t"/>
              <a:pathLst>
                <a:path extrusionOk="0" h="371" w="373">
                  <a:moveTo>
                    <a:pt x="187" y="0"/>
                  </a:moveTo>
                  <a:cubicBezTo>
                    <a:pt x="83" y="0"/>
                    <a:pt x="1" y="83"/>
                    <a:pt x="1" y="185"/>
                  </a:cubicBezTo>
                  <a:cubicBezTo>
                    <a:pt x="1" y="289"/>
                    <a:pt x="85" y="371"/>
                    <a:pt x="187" y="371"/>
                  </a:cubicBezTo>
                  <a:cubicBezTo>
                    <a:pt x="291" y="371"/>
                    <a:pt x="373" y="288"/>
                    <a:pt x="373" y="185"/>
                  </a:cubicBezTo>
                  <a:cubicBezTo>
                    <a:pt x="373" y="82"/>
                    <a:pt x="291"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72"/>
          <p:cNvGrpSpPr/>
          <p:nvPr/>
        </p:nvGrpSpPr>
        <p:grpSpPr>
          <a:xfrm>
            <a:off x="4716401" y="2804820"/>
            <a:ext cx="309975" cy="309519"/>
            <a:chOff x="4716401" y="2804820"/>
            <a:chExt cx="309975" cy="309519"/>
          </a:xfrm>
        </p:grpSpPr>
        <p:sp>
          <p:nvSpPr>
            <p:cNvPr id="7724" name="Google Shape;7724;p72"/>
            <p:cNvSpPr/>
            <p:nvPr/>
          </p:nvSpPr>
          <p:spPr>
            <a:xfrm>
              <a:off x="4716401" y="2804820"/>
              <a:ext cx="309975" cy="309519"/>
            </a:xfrm>
            <a:custGeom>
              <a:rect b="b" l="l" r="r" t="t"/>
              <a:pathLst>
                <a:path extrusionOk="0" h="9501" w="9515">
                  <a:moveTo>
                    <a:pt x="1237" y="7360"/>
                  </a:moveTo>
                  <a:lnTo>
                    <a:pt x="1451" y="8209"/>
                  </a:lnTo>
                  <a:lnTo>
                    <a:pt x="574" y="8198"/>
                  </a:lnTo>
                  <a:lnTo>
                    <a:pt x="1237" y="7360"/>
                  </a:lnTo>
                  <a:close/>
                  <a:moveTo>
                    <a:pt x="8879" y="8102"/>
                  </a:moveTo>
                  <a:lnTo>
                    <a:pt x="8116" y="8865"/>
                  </a:lnTo>
                  <a:lnTo>
                    <a:pt x="8116" y="8102"/>
                  </a:lnTo>
                  <a:close/>
                  <a:moveTo>
                    <a:pt x="1633" y="7408"/>
                  </a:moveTo>
                  <a:lnTo>
                    <a:pt x="2638" y="8182"/>
                  </a:lnTo>
                  <a:lnTo>
                    <a:pt x="2426" y="8939"/>
                  </a:lnTo>
                  <a:lnTo>
                    <a:pt x="1858" y="8303"/>
                  </a:lnTo>
                  <a:lnTo>
                    <a:pt x="1633" y="7408"/>
                  </a:lnTo>
                  <a:close/>
                  <a:moveTo>
                    <a:pt x="3462" y="7345"/>
                  </a:moveTo>
                  <a:lnTo>
                    <a:pt x="4414" y="8443"/>
                  </a:lnTo>
                  <a:lnTo>
                    <a:pt x="3692" y="9128"/>
                  </a:lnTo>
                  <a:lnTo>
                    <a:pt x="2757" y="9128"/>
                  </a:lnTo>
                  <a:lnTo>
                    <a:pt x="3028" y="8159"/>
                  </a:lnTo>
                  <a:cubicBezTo>
                    <a:pt x="3049" y="8086"/>
                    <a:pt x="3023" y="8010"/>
                    <a:pt x="2963" y="7962"/>
                  </a:cubicBezTo>
                  <a:lnTo>
                    <a:pt x="2804" y="7840"/>
                  </a:lnTo>
                  <a:lnTo>
                    <a:pt x="3462" y="7345"/>
                  </a:lnTo>
                  <a:close/>
                  <a:moveTo>
                    <a:pt x="595" y="8571"/>
                  </a:moveTo>
                  <a:lnTo>
                    <a:pt x="1609" y="8583"/>
                  </a:lnTo>
                  <a:lnTo>
                    <a:pt x="2097" y="9131"/>
                  </a:lnTo>
                  <a:lnTo>
                    <a:pt x="1053" y="9131"/>
                  </a:lnTo>
                  <a:lnTo>
                    <a:pt x="595" y="8571"/>
                  </a:lnTo>
                  <a:close/>
                  <a:moveTo>
                    <a:pt x="1906" y="1"/>
                  </a:moveTo>
                  <a:cubicBezTo>
                    <a:pt x="1804" y="1"/>
                    <a:pt x="1720" y="82"/>
                    <a:pt x="1720" y="186"/>
                  </a:cubicBezTo>
                  <a:lnTo>
                    <a:pt x="1720" y="4927"/>
                  </a:lnTo>
                  <a:cubicBezTo>
                    <a:pt x="1720" y="5029"/>
                    <a:pt x="1803" y="5113"/>
                    <a:pt x="1906" y="5113"/>
                  </a:cubicBezTo>
                  <a:cubicBezTo>
                    <a:pt x="2008" y="5113"/>
                    <a:pt x="2092" y="5030"/>
                    <a:pt x="2092" y="4927"/>
                  </a:cubicBezTo>
                  <a:lnTo>
                    <a:pt x="2092" y="372"/>
                  </a:lnTo>
                  <a:lnTo>
                    <a:pt x="9142" y="372"/>
                  </a:lnTo>
                  <a:lnTo>
                    <a:pt x="9142" y="7732"/>
                  </a:lnTo>
                  <a:lnTo>
                    <a:pt x="7931" y="7732"/>
                  </a:lnTo>
                  <a:cubicBezTo>
                    <a:pt x="7830" y="7732"/>
                    <a:pt x="7745" y="7814"/>
                    <a:pt x="7745" y="7917"/>
                  </a:cubicBezTo>
                  <a:lnTo>
                    <a:pt x="7745" y="9128"/>
                  </a:lnTo>
                  <a:lnTo>
                    <a:pt x="4233" y="9128"/>
                  </a:lnTo>
                  <a:lnTo>
                    <a:pt x="4800" y="8592"/>
                  </a:lnTo>
                  <a:cubicBezTo>
                    <a:pt x="4872" y="8524"/>
                    <a:pt x="4877" y="8411"/>
                    <a:pt x="4813" y="8335"/>
                  </a:cubicBezTo>
                  <a:lnTo>
                    <a:pt x="3632" y="6970"/>
                  </a:lnTo>
                  <a:cubicBezTo>
                    <a:pt x="3595" y="6928"/>
                    <a:pt x="3544" y="6907"/>
                    <a:pt x="3492" y="6907"/>
                  </a:cubicBezTo>
                  <a:cubicBezTo>
                    <a:pt x="3453" y="6907"/>
                    <a:pt x="3414" y="6919"/>
                    <a:pt x="3380" y="6944"/>
                  </a:cubicBezTo>
                  <a:lnTo>
                    <a:pt x="2501" y="7605"/>
                  </a:lnTo>
                  <a:lnTo>
                    <a:pt x="2093" y="7291"/>
                  </a:lnTo>
                  <a:lnTo>
                    <a:pt x="2093" y="6596"/>
                  </a:lnTo>
                  <a:cubicBezTo>
                    <a:pt x="2093" y="6494"/>
                    <a:pt x="2011" y="6410"/>
                    <a:pt x="1907" y="6410"/>
                  </a:cubicBezTo>
                  <a:cubicBezTo>
                    <a:pt x="1805" y="6410"/>
                    <a:pt x="1721" y="6493"/>
                    <a:pt x="1721" y="6596"/>
                  </a:cubicBezTo>
                  <a:lnTo>
                    <a:pt x="1721" y="7006"/>
                  </a:lnTo>
                  <a:lnTo>
                    <a:pt x="1447" y="6793"/>
                  </a:lnTo>
                  <a:cubicBezTo>
                    <a:pt x="1413" y="6768"/>
                    <a:pt x="1374" y="6756"/>
                    <a:pt x="1334" y="6756"/>
                  </a:cubicBezTo>
                  <a:cubicBezTo>
                    <a:pt x="1279" y="6756"/>
                    <a:pt x="1223" y="6780"/>
                    <a:pt x="1187" y="6827"/>
                  </a:cubicBezTo>
                  <a:lnTo>
                    <a:pt x="54" y="8263"/>
                  </a:lnTo>
                  <a:cubicBezTo>
                    <a:pt x="1" y="8331"/>
                    <a:pt x="2" y="8428"/>
                    <a:pt x="57" y="8495"/>
                  </a:cubicBezTo>
                  <a:lnTo>
                    <a:pt x="824" y="9432"/>
                  </a:lnTo>
                  <a:cubicBezTo>
                    <a:pt x="860" y="9475"/>
                    <a:pt x="912" y="9500"/>
                    <a:pt x="969" y="9500"/>
                  </a:cubicBezTo>
                  <a:lnTo>
                    <a:pt x="7932" y="9500"/>
                  </a:lnTo>
                  <a:cubicBezTo>
                    <a:pt x="7982" y="9500"/>
                    <a:pt x="8030" y="9480"/>
                    <a:pt x="8063" y="9446"/>
                  </a:cubicBezTo>
                  <a:lnTo>
                    <a:pt x="9461" y="8048"/>
                  </a:lnTo>
                  <a:cubicBezTo>
                    <a:pt x="9496" y="8013"/>
                    <a:pt x="9514" y="7966"/>
                    <a:pt x="9514" y="7917"/>
                  </a:cubicBezTo>
                  <a:lnTo>
                    <a:pt x="9514" y="186"/>
                  </a:lnTo>
                  <a:cubicBezTo>
                    <a:pt x="9512" y="85"/>
                    <a:pt x="9429" y="1"/>
                    <a:pt x="93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2"/>
            <p:cNvSpPr/>
            <p:nvPr/>
          </p:nvSpPr>
          <p:spPr>
            <a:xfrm>
              <a:off x="4803806" y="2880953"/>
              <a:ext cx="191132" cy="84669"/>
            </a:xfrm>
            <a:custGeom>
              <a:rect b="b" l="l" r="r" t="t"/>
              <a:pathLst>
                <a:path extrusionOk="0" h="2599" w="5867">
                  <a:moveTo>
                    <a:pt x="817" y="1824"/>
                  </a:moveTo>
                  <a:lnTo>
                    <a:pt x="817" y="2228"/>
                  </a:lnTo>
                  <a:lnTo>
                    <a:pt x="372" y="2228"/>
                  </a:lnTo>
                  <a:lnTo>
                    <a:pt x="372" y="1824"/>
                  </a:lnTo>
                  <a:close/>
                  <a:moveTo>
                    <a:pt x="2378" y="789"/>
                  </a:moveTo>
                  <a:lnTo>
                    <a:pt x="2378" y="2228"/>
                  </a:lnTo>
                  <a:lnTo>
                    <a:pt x="1932" y="2228"/>
                  </a:lnTo>
                  <a:lnTo>
                    <a:pt x="1932" y="789"/>
                  </a:lnTo>
                  <a:close/>
                  <a:moveTo>
                    <a:pt x="3935" y="1416"/>
                  </a:moveTo>
                  <a:lnTo>
                    <a:pt x="3935" y="2228"/>
                  </a:lnTo>
                  <a:lnTo>
                    <a:pt x="3490" y="2228"/>
                  </a:lnTo>
                  <a:lnTo>
                    <a:pt x="3490" y="1416"/>
                  </a:lnTo>
                  <a:close/>
                  <a:moveTo>
                    <a:pt x="5494" y="373"/>
                  </a:moveTo>
                  <a:lnTo>
                    <a:pt x="5494" y="2228"/>
                  </a:lnTo>
                  <a:lnTo>
                    <a:pt x="5049" y="2228"/>
                  </a:lnTo>
                  <a:lnTo>
                    <a:pt x="5049" y="373"/>
                  </a:lnTo>
                  <a:close/>
                  <a:moveTo>
                    <a:pt x="4865" y="1"/>
                  </a:moveTo>
                  <a:cubicBezTo>
                    <a:pt x="4762" y="1"/>
                    <a:pt x="4678" y="84"/>
                    <a:pt x="4678" y="186"/>
                  </a:cubicBezTo>
                  <a:lnTo>
                    <a:pt x="4678" y="2227"/>
                  </a:lnTo>
                  <a:lnTo>
                    <a:pt x="4308" y="2227"/>
                  </a:lnTo>
                  <a:lnTo>
                    <a:pt x="4308" y="1229"/>
                  </a:lnTo>
                  <a:cubicBezTo>
                    <a:pt x="4308" y="1127"/>
                    <a:pt x="4226" y="1043"/>
                    <a:pt x="4122" y="1043"/>
                  </a:cubicBezTo>
                  <a:lnTo>
                    <a:pt x="3306" y="1043"/>
                  </a:lnTo>
                  <a:cubicBezTo>
                    <a:pt x="3204" y="1043"/>
                    <a:pt x="3120" y="1126"/>
                    <a:pt x="3120" y="1229"/>
                  </a:cubicBezTo>
                  <a:lnTo>
                    <a:pt x="3120" y="2227"/>
                  </a:lnTo>
                  <a:lnTo>
                    <a:pt x="2750" y="2227"/>
                  </a:lnTo>
                  <a:lnTo>
                    <a:pt x="2750" y="603"/>
                  </a:lnTo>
                  <a:cubicBezTo>
                    <a:pt x="2750" y="501"/>
                    <a:pt x="2667" y="417"/>
                    <a:pt x="2564" y="417"/>
                  </a:cubicBezTo>
                  <a:lnTo>
                    <a:pt x="1748" y="417"/>
                  </a:lnTo>
                  <a:cubicBezTo>
                    <a:pt x="1645" y="417"/>
                    <a:pt x="1562" y="500"/>
                    <a:pt x="1562" y="603"/>
                  </a:cubicBezTo>
                  <a:lnTo>
                    <a:pt x="1562" y="2227"/>
                  </a:lnTo>
                  <a:lnTo>
                    <a:pt x="1189" y="2227"/>
                  </a:lnTo>
                  <a:lnTo>
                    <a:pt x="1189" y="1636"/>
                  </a:lnTo>
                  <a:cubicBezTo>
                    <a:pt x="1189" y="1534"/>
                    <a:pt x="1106" y="1450"/>
                    <a:pt x="1002" y="1450"/>
                  </a:cubicBezTo>
                  <a:lnTo>
                    <a:pt x="187" y="1450"/>
                  </a:lnTo>
                  <a:cubicBezTo>
                    <a:pt x="85" y="1450"/>
                    <a:pt x="1" y="1532"/>
                    <a:pt x="1" y="1636"/>
                  </a:cubicBezTo>
                  <a:lnTo>
                    <a:pt x="1" y="2412"/>
                  </a:lnTo>
                  <a:cubicBezTo>
                    <a:pt x="1" y="2515"/>
                    <a:pt x="83" y="2599"/>
                    <a:pt x="187" y="2599"/>
                  </a:cubicBezTo>
                  <a:lnTo>
                    <a:pt x="5681" y="2599"/>
                  </a:lnTo>
                  <a:cubicBezTo>
                    <a:pt x="5782" y="2599"/>
                    <a:pt x="5866" y="2516"/>
                    <a:pt x="5866" y="2412"/>
                  </a:cubicBezTo>
                  <a:lnTo>
                    <a:pt x="5866" y="186"/>
                  </a:lnTo>
                  <a:cubicBezTo>
                    <a:pt x="5866" y="85"/>
                    <a:pt x="5783" y="1"/>
                    <a:pt x="56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2"/>
            <p:cNvSpPr/>
            <p:nvPr/>
          </p:nvSpPr>
          <p:spPr>
            <a:xfrm>
              <a:off x="4802927" y="2837528"/>
              <a:ext cx="178883" cy="59910"/>
            </a:xfrm>
            <a:custGeom>
              <a:rect b="b" l="l" r="r" t="t"/>
              <a:pathLst>
                <a:path extrusionOk="0" h="1839" w="5491">
                  <a:moveTo>
                    <a:pt x="4786" y="0"/>
                  </a:moveTo>
                  <a:cubicBezTo>
                    <a:pt x="4683" y="0"/>
                    <a:pt x="4599" y="83"/>
                    <a:pt x="4599" y="187"/>
                  </a:cubicBezTo>
                  <a:cubicBezTo>
                    <a:pt x="4599" y="278"/>
                    <a:pt x="4665" y="353"/>
                    <a:pt x="4751" y="369"/>
                  </a:cubicBezTo>
                  <a:lnTo>
                    <a:pt x="3729" y="1147"/>
                  </a:lnTo>
                  <a:lnTo>
                    <a:pt x="2280" y="234"/>
                  </a:lnTo>
                  <a:cubicBezTo>
                    <a:pt x="2250" y="215"/>
                    <a:pt x="2216" y="206"/>
                    <a:pt x="2182" y="206"/>
                  </a:cubicBezTo>
                  <a:cubicBezTo>
                    <a:pt x="2147" y="206"/>
                    <a:pt x="2112" y="215"/>
                    <a:pt x="2081" y="235"/>
                  </a:cubicBezTo>
                  <a:lnTo>
                    <a:pt x="112" y="1497"/>
                  </a:lnTo>
                  <a:cubicBezTo>
                    <a:pt x="26" y="1552"/>
                    <a:pt x="0" y="1668"/>
                    <a:pt x="56" y="1754"/>
                  </a:cubicBezTo>
                  <a:cubicBezTo>
                    <a:pt x="91" y="1810"/>
                    <a:pt x="151" y="1839"/>
                    <a:pt x="211" y="1839"/>
                  </a:cubicBezTo>
                  <a:cubicBezTo>
                    <a:pt x="246" y="1839"/>
                    <a:pt x="280" y="1830"/>
                    <a:pt x="311" y="1811"/>
                  </a:cubicBezTo>
                  <a:lnTo>
                    <a:pt x="2181" y="611"/>
                  </a:lnTo>
                  <a:lnTo>
                    <a:pt x="3640" y="1529"/>
                  </a:lnTo>
                  <a:cubicBezTo>
                    <a:pt x="3670" y="1548"/>
                    <a:pt x="3704" y="1558"/>
                    <a:pt x="3738" y="1558"/>
                  </a:cubicBezTo>
                  <a:cubicBezTo>
                    <a:pt x="3777" y="1558"/>
                    <a:pt x="3817" y="1545"/>
                    <a:pt x="3850" y="1519"/>
                  </a:cubicBezTo>
                  <a:lnTo>
                    <a:pt x="4966" y="670"/>
                  </a:lnTo>
                  <a:lnTo>
                    <a:pt x="4966" y="670"/>
                  </a:lnTo>
                  <a:cubicBezTo>
                    <a:pt x="4954" y="760"/>
                    <a:pt x="5008" y="849"/>
                    <a:pt x="5098" y="875"/>
                  </a:cubicBezTo>
                  <a:cubicBezTo>
                    <a:pt x="5115" y="880"/>
                    <a:pt x="5133" y="883"/>
                    <a:pt x="5149" y="883"/>
                  </a:cubicBezTo>
                  <a:cubicBezTo>
                    <a:pt x="5231" y="883"/>
                    <a:pt x="5303" y="831"/>
                    <a:pt x="5328" y="748"/>
                  </a:cubicBezTo>
                  <a:lnTo>
                    <a:pt x="5475" y="236"/>
                  </a:lnTo>
                  <a:cubicBezTo>
                    <a:pt x="5491" y="180"/>
                    <a:pt x="5480" y="120"/>
                    <a:pt x="5446" y="74"/>
                  </a:cubicBezTo>
                  <a:cubicBezTo>
                    <a:pt x="5410" y="26"/>
                    <a:pt x="5355" y="0"/>
                    <a:pt x="52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2"/>
            <p:cNvSpPr/>
            <p:nvPr/>
          </p:nvSpPr>
          <p:spPr>
            <a:xfrm>
              <a:off x="4881243" y="2983735"/>
              <a:ext cx="112458" cy="12151"/>
            </a:xfrm>
            <a:custGeom>
              <a:rect b="b" l="l" r="r" t="t"/>
              <a:pathLst>
                <a:path extrusionOk="0" h="373" w="3452">
                  <a:moveTo>
                    <a:pt x="187" y="0"/>
                  </a:moveTo>
                  <a:cubicBezTo>
                    <a:pt x="85" y="0"/>
                    <a:pt x="1" y="83"/>
                    <a:pt x="1" y="187"/>
                  </a:cubicBezTo>
                  <a:cubicBezTo>
                    <a:pt x="1" y="288"/>
                    <a:pt x="83" y="372"/>
                    <a:pt x="187" y="372"/>
                  </a:cubicBezTo>
                  <a:lnTo>
                    <a:pt x="3265" y="372"/>
                  </a:lnTo>
                  <a:cubicBezTo>
                    <a:pt x="3368" y="372"/>
                    <a:pt x="3451" y="289"/>
                    <a:pt x="3451" y="187"/>
                  </a:cubicBezTo>
                  <a:cubicBezTo>
                    <a:pt x="3450" y="83"/>
                    <a:pt x="3368" y="0"/>
                    <a:pt x="32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2"/>
            <p:cNvSpPr/>
            <p:nvPr/>
          </p:nvSpPr>
          <p:spPr>
            <a:xfrm>
              <a:off x="4881243" y="3013967"/>
              <a:ext cx="112425" cy="12151"/>
            </a:xfrm>
            <a:custGeom>
              <a:rect b="b" l="l" r="r" t="t"/>
              <a:pathLst>
                <a:path extrusionOk="0" h="373" w="3451">
                  <a:moveTo>
                    <a:pt x="187" y="0"/>
                  </a:moveTo>
                  <a:cubicBezTo>
                    <a:pt x="85" y="0"/>
                    <a:pt x="1" y="83"/>
                    <a:pt x="1" y="187"/>
                  </a:cubicBezTo>
                  <a:cubicBezTo>
                    <a:pt x="1" y="288"/>
                    <a:pt x="83" y="372"/>
                    <a:pt x="187" y="372"/>
                  </a:cubicBezTo>
                  <a:lnTo>
                    <a:pt x="3265" y="372"/>
                  </a:lnTo>
                  <a:cubicBezTo>
                    <a:pt x="3368" y="372"/>
                    <a:pt x="3450" y="288"/>
                    <a:pt x="3450" y="187"/>
                  </a:cubicBezTo>
                  <a:cubicBezTo>
                    <a:pt x="3450" y="84"/>
                    <a:pt x="3368" y="0"/>
                    <a:pt x="32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2"/>
            <p:cNvSpPr/>
            <p:nvPr/>
          </p:nvSpPr>
          <p:spPr>
            <a:xfrm>
              <a:off x="4881243" y="3044232"/>
              <a:ext cx="62940" cy="12119"/>
            </a:xfrm>
            <a:custGeom>
              <a:rect b="b" l="l" r="r" t="t"/>
              <a:pathLst>
                <a:path extrusionOk="0" h="372" w="1932">
                  <a:moveTo>
                    <a:pt x="187" y="1"/>
                  </a:moveTo>
                  <a:cubicBezTo>
                    <a:pt x="85" y="1"/>
                    <a:pt x="1" y="82"/>
                    <a:pt x="1" y="186"/>
                  </a:cubicBezTo>
                  <a:cubicBezTo>
                    <a:pt x="1" y="289"/>
                    <a:pt x="83" y="371"/>
                    <a:pt x="187" y="371"/>
                  </a:cubicBezTo>
                  <a:lnTo>
                    <a:pt x="1745" y="371"/>
                  </a:lnTo>
                  <a:cubicBezTo>
                    <a:pt x="1847" y="371"/>
                    <a:pt x="1931" y="290"/>
                    <a:pt x="1931" y="186"/>
                  </a:cubicBezTo>
                  <a:cubicBezTo>
                    <a:pt x="1931" y="83"/>
                    <a:pt x="1849" y="1"/>
                    <a:pt x="17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2"/>
            <p:cNvSpPr/>
            <p:nvPr/>
          </p:nvSpPr>
          <p:spPr>
            <a:xfrm>
              <a:off x="4772369" y="2986472"/>
              <a:ext cx="12151" cy="12119"/>
            </a:xfrm>
            <a:custGeom>
              <a:rect b="b" l="l" r="r" t="t"/>
              <a:pathLst>
                <a:path extrusionOk="0" h="372" w="373">
                  <a:moveTo>
                    <a:pt x="186" y="0"/>
                  </a:moveTo>
                  <a:cubicBezTo>
                    <a:pt x="84" y="0"/>
                    <a:pt x="1" y="84"/>
                    <a:pt x="1" y="186"/>
                  </a:cubicBezTo>
                  <a:cubicBezTo>
                    <a:pt x="1" y="289"/>
                    <a:pt x="85" y="372"/>
                    <a:pt x="186" y="372"/>
                  </a:cubicBezTo>
                  <a:cubicBezTo>
                    <a:pt x="290" y="372"/>
                    <a:pt x="373" y="288"/>
                    <a:pt x="373" y="186"/>
                  </a:cubicBezTo>
                  <a:cubicBezTo>
                    <a:pt x="373" y="84"/>
                    <a:pt x="290"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1" name="Google Shape;7731;p72"/>
          <p:cNvGrpSpPr/>
          <p:nvPr/>
        </p:nvGrpSpPr>
        <p:grpSpPr>
          <a:xfrm>
            <a:off x="5397140" y="2804787"/>
            <a:ext cx="254756" cy="309519"/>
            <a:chOff x="5397140" y="2804787"/>
            <a:chExt cx="254756" cy="309519"/>
          </a:xfrm>
        </p:grpSpPr>
        <p:sp>
          <p:nvSpPr>
            <p:cNvPr id="7732" name="Google Shape;7732;p72"/>
            <p:cNvSpPr/>
            <p:nvPr/>
          </p:nvSpPr>
          <p:spPr>
            <a:xfrm>
              <a:off x="5397140" y="2804787"/>
              <a:ext cx="254756" cy="309519"/>
            </a:xfrm>
            <a:custGeom>
              <a:rect b="b" l="l" r="r" t="t"/>
              <a:pathLst>
                <a:path extrusionOk="0" h="9501" w="7820">
                  <a:moveTo>
                    <a:pt x="4164" y="374"/>
                  </a:moveTo>
                  <a:lnTo>
                    <a:pt x="4164" y="1239"/>
                  </a:lnTo>
                  <a:cubicBezTo>
                    <a:pt x="4083" y="1217"/>
                    <a:pt x="3995" y="1204"/>
                    <a:pt x="3906" y="1204"/>
                  </a:cubicBezTo>
                  <a:cubicBezTo>
                    <a:pt x="3816" y="1204"/>
                    <a:pt x="3729" y="1217"/>
                    <a:pt x="3646" y="1239"/>
                  </a:cubicBezTo>
                  <a:lnTo>
                    <a:pt x="3646" y="374"/>
                  </a:lnTo>
                  <a:close/>
                  <a:moveTo>
                    <a:pt x="3274" y="656"/>
                  </a:moveTo>
                  <a:lnTo>
                    <a:pt x="3274" y="1429"/>
                  </a:lnTo>
                  <a:cubicBezTo>
                    <a:pt x="3094" y="1575"/>
                    <a:pt x="2965" y="1784"/>
                    <a:pt x="2921" y="2020"/>
                  </a:cubicBezTo>
                  <a:lnTo>
                    <a:pt x="2307" y="2020"/>
                  </a:lnTo>
                  <a:cubicBezTo>
                    <a:pt x="2347" y="1418"/>
                    <a:pt x="2726" y="890"/>
                    <a:pt x="3274" y="656"/>
                  </a:cubicBezTo>
                  <a:close/>
                  <a:moveTo>
                    <a:pt x="4535" y="656"/>
                  </a:moveTo>
                  <a:cubicBezTo>
                    <a:pt x="5084" y="890"/>
                    <a:pt x="5462" y="1418"/>
                    <a:pt x="5503" y="2020"/>
                  </a:cubicBezTo>
                  <a:lnTo>
                    <a:pt x="4889" y="2020"/>
                  </a:lnTo>
                  <a:cubicBezTo>
                    <a:pt x="4844" y="1784"/>
                    <a:pt x="4715" y="1575"/>
                    <a:pt x="4535" y="1429"/>
                  </a:cubicBezTo>
                  <a:lnTo>
                    <a:pt x="4535" y="656"/>
                  </a:lnTo>
                  <a:close/>
                  <a:moveTo>
                    <a:pt x="2921" y="2391"/>
                  </a:moveTo>
                  <a:cubicBezTo>
                    <a:pt x="2952" y="2557"/>
                    <a:pt x="3025" y="2710"/>
                    <a:pt x="3127" y="2837"/>
                  </a:cubicBezTo>
                  <a:lnTo>
                    <a:pt x="2136" y="2837"/>
                  </a:lnTo>
                  <a:cubicBezTo>
                    <a:pt x="2014" y="2837"/>
                    <a:pt x="1914" y="2737"/>
                    <a:pt x="1914" y="2613"/>
                  </a:cubicBezTo>
                  <a:cubicBezTo>
                    <a:pt x="1914" y="2491"/>
                    <a:pt x="2014" y="2391"/>
                    <a:pt x="2136" y="2391"/>
                  </a:cubicBezTo>
                  <a:close/>
                  <a:moveTo>
                    <a:pt x="5673" y="2391"/>
                  </a:moveTo>
                  <a:cubicBezTo>
                    <a:pt x="5797" y="2391"/>
                    <a:pt x="5896" y="2491"/>
                    <a:pt x="5896" y="2613"/>
                  </a:cubicBezTo>
                  <a:cubicBezTo>
                    <a:pt x="5896" y="2737"/>
                    <a:pt x="5797" y="2837"/>
                    <a:pt x="5673" y="2837"/>
                  </a:cubicBezTo>
                  <a:lnTo>
                    <a:pt x="4682" y="2837"/>
                  </a:lnTo>
                  <a:cubicBezTo>
                    <a:pt x="4786" y="2710"/>
                    <a:pt x="4857" y="2557"/>
                    <a:pt x="4888" y="2391"/>
                  </a:cubicBezTo>
                  <a:close/>
                  <a:moveTo>
                    <a:pt x="3905" y="1575"/>
                  </a:moveTo>
                  <a:cubicBezTo>
                    <a:pt x="4252" y="1575"/>
                    <a:pt x="4535" y="1858"/>
                    <a:pt x="4535" y="2206"/>
                  </a:cubicBezTo>
                  <a:cubicBezTo>
                    <a:pt x="4535" y="2555"/>
                    <a:pt x="4252" y="2838"/>
                    <a:pt x="3905" y="2838"/>
                  </a:cubicBezTo>
                  <a:cubicBezTo>
                    <a:pt x="3556" y="2838"/>
                    <a:pt x="3273" y="2555"/>
                    <a:pt x="3273" y="2206"/>
                  </a:cubicBezTo>
                  <a:cubicBezTo>
                    <a:pt x="3274" y="1858"/>
                    <a:pt x="3557" y="1575"/>
                    <a:pt x="3905" y="1575"/>
                  </a:cubicBezTo>
                  <a:close/>
                  <a:moveTo>
                    <a:pt x="3709" y="3207"/>
                  </a:moveTo>
                  <a:lnTo>
                    <a:pt x="3629" y="3526"/>
                  </a:lnTo>
                  <a:cubicBezTo>
                    <a:pt x="3606" y="3622"/>
                    <a:pt x="3519" y="3690"/>
                    <a:pt x="3420" y="3690"/>
                  </a:cubicBezTo>
                  <a:lnTo>
                    <a:pt x="2600" y="3690"/>
                  </a:lnTo>
                  <a:lnTo>
                    <a:pt x="2600" y="3207"/>
                  </a:lnTo>
                  <a:close/>
                  <a:moveTo>
                    <a:pt x="5207" y="3207"/>
                  </a:moveTo>
                  <a:lnTo>
                    <a:pt x="5207" y="3690"/>
                  </a:lnTo>
                  <a:lnTo>
                    <a:pt x="4389" y="3690"/>
                  </a:lnTo>
                  <a:cubicBezTo>
                    <a:pt x="4289" y="3690"/>
                    <a:pt x="4204" y="3623"/>
                    <a:pt x="4179" y="3526"/>
                  </a:cubicBezTo>
                  <a:lnTo>
                    <a:pt x="4099" y="3207"/>
                  </a:lnTo>
                  <a:close/>
                  <a:moveTo>
                    <a:pt x="3904" y="3806"/>
                  </a:moveTo>
                  <a:cubicBezTo>
                    <a:pt x="4011" y="3963"/>
                    <a:pt x="4190" y="4061"/>
                    <a:pt x="4389" y="4061"/>
                  </a:cubicBezTo>
                  <a:lnTo>
                    <a:pt x="5185" y="4061"/>
                  </a:lnTo>
                  <a:cubicBezTo>
                    <a:pt x="5071" y="4664"/>
                    <a:pt x="4540" y="5121"/>
                    <a:pt x="3904" y="5121"/>
                  </a:cubicBezTo>
                  <a:cubicBezTo>
                    <a:pt x="3269" y="5121"/>
                    <a:pt x="2739" y="4665"/>
                    <a:pt x="2623" y="4061"/>
                  </a:cubicBezTo>
                  <a:lnTo>
                    <a:pt x="3420" y="4061"/>
                  </a:lnTo>
                  <a:cubicBezTo>
                    <a:pt x="3619" y="4061"/>
                    <a:pt x="3797" y="3962"/>
                    <a:pt x="3904" y="3806"/>
                  </a:cubicBezTo>
                  <a:close/>
                  <a:moveTo>
                    <a:pt x="4369" y="5428"/>
                  </a:moveTo>
                  <a:cubicBezTo>
                    <a:pt x="4381" y="5560"/>
                    <a:pt x="4439" y="5681"/>
                    <a:pt x="4527" y="5772"/>
                  </a:cubicBezTo>
                  <a:cubicBezTo>
                    <a:pt x="4360" y="5927"/>
                    <a:pt x="4141" y="6013"/>
                    <a:pt x="3908" y="6013"/>
                  </a:cubicBezTo>
                  <a:cubicBezTo>
                    <a:pt x="3674" y="6013"/>
                    <a:pt x="3455" y="5927"/>
                    <a:pt x="3289" y="5772"/>
                  </a:cubicBezTo>
                  <a:cubicBezTo>
                    <a:pt x="3377" y="5681"/>
                    <a:pt x="3435" y="5561"/>
                    <a:pt x="3447" y="5429"/>
                  </a:cubicBezTo>
                  <a:cubicBezTo>
                    <a:pt x="3592" y="5471"/>
                    <a:pt x="3747" y="5493"/>
                    <a:pt x="3906" y="5493"/>
                  </a:cubicBezTo>
                  <a:cubicBezTo>
                    <a:pt x="4067" y="5493"/>
                    <a:pt x="4221" y="5471"/>
                    <a:pt x="4369" y="5428"/>
                  </a:cubicBezTo>
                  <a:close/>
                  <a:moveTo>
                    <a:pt x="1286" y="6060"/>
                  </a:moveTo>
                  <a:lnTo>
                    <a:pt x="1286" y="7822"/>
                  </a:lnTo>
                  <a:lnTo>
                    <a:pt x="369" y="7822"/>
                  </a:lnTo>
                  <a:lnTo>
                    <a:pt x="369" y="7431"/>
                  </a:lnTo>
                  <a:cubicBezTo>
                    <a:pt x="369" y="6814"/>
                    <a:pt x="748" y="6284"/>
                    <a:pt x="1286" y="6060"/>
                  </a:cubicBezTo>
                  <a:close/>
                  <a:moveTo>
                    <a:pt x="6525" y="6059"/>
                  </a:moveTo>
                  <a:cubicBezTo>
                    <a:pt x="7065" y="6280"/>
                    <a:pt x="7446" y="6812"/>
                    <a:pt x="7446" y="7431"/>
                  </a:cubicBezTo>
                  <a:lnTo>
                    <a:pt x="7446" y="7822"/>
                  </a:lnTo>
                  <a:lnTo>
                    <a:pt x="6525" y="7822"/>
                  </a:lnTo>
                  <a:lnTo>
                    <a:pt x="6525" y="6059"/>
                  </a:lnTo>
                  <a:close/>
                  <a:moveTo>
                    <a:pt x="1278" y="8192"/>
                  </a:moveTo>
                  <a:cubicBezTo>
                    <a:pt x="1265" y="8506"/>
                    <a:pt x="1215" y="8818"/>
                    <a:pt x="1137" y="9122"/>
                  </a:cubicBezTo>
                  <a:lnTo>
                    <a:pt x="1135" y="9129"/>
                  </a:lnTo>
                  <a:lnTo>
                    <a:pt x="367" y="9129"/>
                  </a:lnTo>
                  <a:lnTo>
                    <a:pt x="367" y="8192"/>
                  </a:lnTo>
                  <a:close/>
                  <a:moveTo>
                    <a:pt x="2785" y="5949"/>
                  </a:moveTo>
                  <a:lnTo>
                    <a:pt x="2785" y="6702"/>
                  </a:lnTo>
                  <a:cubicBezTo>
                    <a:pt x="2785" y="6804"/>
                    <a:pt x="2866" y="6888"/>
                    <a:pt x="2970" y="6888"/>
                  </a:cubicBezTo>
                  <a:cubicBezTo>
                    <a:pt x="3073" y="6888"/>
                    <a:pt x="3157" y="6806"/>
                    <a:pt x="3157" y="6702"/>
                  </a:cubicBezTo>
                  <a:lnTo>
                    <a:pt x="3157" y="6144"/>
                  </a:lnTo>
                  <a:cubicBezTo>
                    <a:pt x="3372" y="6300"/>
                    <a:pt x="3632" y="6385"/>
                    <a:pt x="3908" y="6385"/>
                  </a:cubicBezTo>
                  <a:cubicBezTo>
                    <a:pt x="4180" y="6385"/>
                    <a:pt x="4440" y="6301"/>
                    <a:pt x="4655" y="6148"/>
                  </a:cubicBezTo>
                  <a:lnTo>
                    <a:pt x="4655" y="9129"/>
                  </a:lnTo>
                  <a:lnTo>
                    <a:pt x="3157" y="9129"/>
                  </a:lnTo>
                  <a:lnTo>
                    <a:pt x="3157" y="8372"/>
                  </a:lnTo>
                  <a:cubicBezTo>
                    <a:pt x="3157" y="8269"/>
                    <a:pt x="3074" y="8186"/>
                    <a:pt x="2970" y="8186"/>
                  </a:cubicBezTo>
                  <a:cubicBezTo>
                    <a:pt x="2868" y="8186"/>
                    <a:pt x="2785" y="8268"/>
                    <a:pt x="2785" y="8372"/>
                  </a:cubicBezTo>
                  <a:lnTo>
                    <a:pt x="2785" y="9129"/>
                  </a:lnTo>
                  <a:lnTo>
                    <a:pt x="1517" y="9129"/>
                  </a:lnTo>
                  <a:cubicBezTo>
                    <a:pt x="1608" y="8746"/>
                    <a:pt x="1655" y="8352"/>
                    <a:pt x="1655" y="7958"/>
                  </a:cubicBezTo>
                  <a:lnTo>
                    <a:pt x="1655" y="5963"/>
                  </a:lnTo>
                  <a:cubicBezTo>
                    <a:pt x="1720" y="5954"/>
                    <a:pt x="1784" y="5949"/>
                    <a:pt x="1851" y="5949"/>
                  </a:cubicBezTo>
                  <a:close/>
                  <a:moveTo>
                    <a:pt x="5963" y="5948"/>
                  </a:moveTo>
                  <a:cubicBezTo>
                    <a:pt x="6027" y="5948"/>
                    <a:pt x="6090" y="5952"/>
                    <a:pt x="6153" y="5960"/>
                  </a:cubicBezTo>
                  <a:lnTo>
                    <a:pt x="6153" y="7958"/>
                  </a:lnTo>
                  <a:cubicBezTo>
                    <a:pt x="6153" y="8352"/>
                    <a:pt x="6200" y="8746"/>
                    <a:pt x="6291" y="9129"/>
                  </a:cubicBezTo>
                  <a:lnTo>
                    <a:pt x="5023" y="9129"/>
                  </a:lnTo>
                  <a:lnTo>
                    <a:pt x="5023" y="5948"/>
                  </a:lnTo>
                  <a:close/>
                  <a:moveTo>
                    <a:pt x="7448" y="8192"/>
                  </a:moveTo>
                  <a:lnTo>
                    <a:pt x="7448" y="9129"/>
                  </a:lnTo>
                  <a:lnTo>
                    <a:pt x="6675" y="9129"/>
                  </a:lnTo>
                  <a:lnTo>
                    <a:pt x="6673" y="9123"/>
                  </a:lnTo>
                  <a:cubicBezTo>
                    <a:pt x="6595" y="8818"/>
                    <a:pt x="6547" y="8506"/>
                    <a:pt x="6531" y="8192"/>
                  </a:cubicBezTo>
                  <a:close/>
                  <a:moveTo>
                    <a:pt x="3628" y="1"/>
                  </a:moveTo>
                  <a:cubicBezTo>
                    <a:pt x="3468" y="1"/>
                    <a:pt x="3334" y="108"/>
                    <a:pt x="3290" y="254"/>
                  </a:cubicBezTo>
                  <a:cubicBezTo>
                    <a:pt x="2508" y="511"/>
                    <a:pt x="1964" y="1231"/>
                    <a:pt x="1935" y="2056"/>
                  </a:cubicBezTo>
                  <a:cubicBezTo>
                    <a:pt x="1707" y="2138"/>
                    <a:pt x="1544" y="2357"/>
                    <a:pt x="1544" y="2613"/>
                  </a:cubicBezTo>
                  <a:cubicBezTo>
                    <a:pt x="1544" y="2941"/>
                    <a:pt x="1810" y="3206"/>
                    <a:pt x="2137" y="3206"/>
                  </a:cubicBezTo>
                  <a:lnTo>
                    <a:pt x="2232" y="3206"/>
                  </a:lnTo>
                  <a:lnTo>
                    <a:pt x="2232" y="3817"/>
                  </a:lnTo>
                  <a:cubicBezTo>
                    <a:pt x="2232" y="4440"/>
                    <a:pt x="2574" y="4985"/>
                    <a:pt x="3080" y="5273"/>
                  </a:cubicBezTo>
                  <a:lnTo>
                    <a:pt x="3080" y="5373"/>
                  </a:lnTo>
                  <a:cubicBezTo>
                    <a:pt x="3080" y="5486"/>
                    <a:pt x="2989" y="5577"/>
                    <a:pt x="2876" y="5577"/>
                  </a:cubicBezTo>
                  <a:lnTo>
                    <a:pt x="1854" y="5577"/>
                  </a:lnTo>
                  <a:cubicBezTo>
                    <a:pt x="832" y="5577"/>
                    <a:pt x="0" y="6409"/>
                    <a:pt x="0" y="7431"/>
                  </a:cubicBezTo>
                  <a:lnTo>
                    <a:pt x="0" y="9316"/>
                  </a:lnTo>
                  <a:cubicBezTo>
                    <a:pt x="0" y="9365"/>
                    <a:pt x="20" y="9412"/>
                    <a:pt x="55" y="9447"/>
                  </a:cubicBezTo>
                  <a:cubicBezTo>
                    <a:pt x="89" y="9482"/>
                    <a:pt x="136" y="9500"/>
                    <a:pt x="186" y="9500"/>
                  </a:cubicBezTo>
                  <a:lnTo>
                    <a:pt x="7634" y="9500"/>
                  </a:lnTo>
                  <a:cubicBezTo>
                    <a:pt x="7736" y="9500"/>
                    <a:pt x="7819" y="9418"/>
                    <a:pt x="7819" y="9315"/>
                  </a:cubicBezTo>
                  <a:lnTo>
                    <a:pt x="7819" y="7430"/>
                  </a:lnTo>
                  <a:cubicBezTo>
                    <a:pt x="7817" y="6409"/>
                    <a:pt x="6986" y="5577"/>
                    <a:pt x="5963" y="5577"/>
                  </a:cubicBezTo>
                  <a:lnTo>
                    <a:pt x="4942" y="5577"/>
                  </a:lnTo>
                  <a:cubicBezTo>
                    <a:pt x="4829" y="5577"/>
                    <a:pt x="4736" y="5486"/>
                    <a:pt x="4736" y="5373"/>
                  </a:cubicBezTo>
                  <a:lnTo>
                    <a:pt x="4736" y="5271"/>
                  </a:lnTo>
                  <a:cubicBezTo>
                    <a:pt x="5239" y="4981"/>
                    <a:pt x="5580" y="4437"/>
                    <a:pt x="5580" y="3817"/>
                  </a:cubicBezTo>
                  <a:lnTo>
                    <a:pt x="5580" y="3206"/>
                  </a:lnTo>
                  <a:lnTo>
                    <a:pt x="5675" y="3206"/>
                  </a:lnTo>
                  <a:cubicBezTo>
                    <a:pt x="6002" y="3206"/>
                    <a:pt x="6268" y="2941"/>
                    <a:pt x="6268" y="2613"/>
                  </a:cubicBezTo>
                  <a:cubicBezTo>
                    <a:pt x="6268" y="2357"/>
                    <a:pt x="6106" y="2138"/>
                    <a:pt x="5877" y="2056"/>
                  </a:cubicBezTo>
                  <a:cubicBezTo>
                    <a:pt x="5848" y="1231"/>
                    <a:pt x="5303" y="511"/>
                    <a:pt x="4523" y="254"/>
                  </a:cubicBezTo>
                  <a:cubicBezTo>
                    <a:pt x="4479" y="109"/>
                    <a:pt x="4344" y="1"/>
                    <a:pt x="41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2"/>
            <p:cNvSpPr/>
            <p:nvPr/>
          </p:nvSpPr>
          <p:spPr>
            <a:xfrm>
              <a:off x="5487836" y="3044232"/>
              <a:ext cx="12151" cy="12151"/>
            </a:xfrm>
            <a:custGeom>
              <a:rect b="b" l="l" r="r" t="t"/>
              <a:pathLst>
                <a:path extrusionOk="0" h="373" w="373">
                  <a:moveTo>
                    <a:pt x="186" y="1"/>
                  </a:moveTo>
                  <a:cubicBezTo>
                    <a:pt x="82" y="1"/>
                    <a:pt x="1" y="84"/>
                    <a:pt x="1" y="186"/>
                  </a:cubicBezTo>
                  <a:cubicBezTo>
                    <a:pt x="1" y="290"/>
                    <a:pt x="84" y="373"/>
                    <a:pt x="186" y="373"/>
                  </a:cubicBezTo>
                  <a:cubicBezTo>
                    <a:pt x="290" y="373"/>
                    <a:pt x="373" y="289"/>
                    <a:pt x="373" y="186"/>
                  </a:cubicBezTo>
                  <a:cubicBezTo>
                    <a:pt x="373" y="84"/>
                    <a:pt x="289" y="2"/>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72"/>
          <p:cNvGrpSpPr/>
          <p:nvPr/>
        </p:nvGrpSpPr>
        <p:grpSpPr>
          <a:xfrm>
            <a:off x="6049146" y="2816971"/>
            <a:ext cx="309649" cy="285183"/>
            <a:chOff x="6049146" y="2816971"/>
            <a:chExt cx="309649" cy="285183"/>
          </a:xfrm>
        </p:grpSpPr>
        <p:sp>
          <p:nvSpPr>
            <p:cNvPr id="7735" name="Google Shape;7735;p72"/>
            <p:cNvSpPr/>
            <p:nvPr/>
          </p:nvSpPr>
          <p:spPr>
            <a:xfrm>
              <a:off x="6090096" y="3010025"/>
              <a:ext cx="51342" cy="51342"/>
            </a:xfrm>
            <a:custGeom>
              <a:rect b="b" l="l" r="r" t="t"/>
              <a:pathLst>
                <a:path extrusionOk="0" h="1576" w="1576">
                  <a:moveTo>
                    <a:pt x="788" y="372"/>
                  </a:moveTo>
                  <a:cubicBezTo>
                    <a:pt x="1017" y="372"/>
                    <a:pt x="1204" y="557"/>
                    <a:pt x="1204" y="789"/>
                  </a:cubicBezTo>
                  <a:cubicBezTo>
                    <a:pt x="1204" y="1017"/>
                    <a:pt x="1017" y="1205"/>
                    <a:pt x="788" y="1205"/>
                  </a:cubicBezTo>
                  <a:cubicBezTo>
                    <a:pt x="559" y="1205"/>
                    <a:pt x="371" y="1017"/>
                    <a:pt x="371" y="789"/>
                  </a:cubicBezTo>
                  <a:cubicBezTo>
                    <a:pt x="371" y="559"/>
                    <a:pt x="558" y="372"/>
                    <a:pt x="788" y="372"/>
                  </a:cubicBezTo>
                  <a:close/>
                  <a:moveTo>
                    <a:pt x="788" y="1"/>
                  </a:moveTo>
                  <a:cubicBezTo>
                    <a:pt x="355" y="1"/>
                    <a:pt x="1" y="355"/>
                    <a:pt x="1" y="789"/>
                  </a:cubicBezTo>
                  <a:cubicBezTo>
                    <a:pt x="1" y="1221"/>
                    <a:pt x="355" y="1575"/>
                    <a:pt x="788" y="1575"/>
                  </a:cubicBezTo>
                  <a:cubicBezTo>
                    <a:pt x="1221" y="1575"/>
                    <a:pt x="1575" y="1221"/>
                    <a:pt x="1575" y="789"/>
                  </a:cubicBezTo>
                  <a:cubicBezTo>
                    <a:pt x="1575" y="355"/>
                    <a:pt x="1221" y="1"/>
                    <a:pt x="7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2"/>
            <p:cNvSpPr/>
            <p:nvPr/>
          </p:nvSpPr>
          <p:spPr>
            <a:xfrm>
              <a:off x="6049146" y="2816971"/>
              <a:ext cx="309649" cy="285183"/>
            </a:xfrm>
            <a:custGeom>
              <a:rect b="b" l="l" r="r" t="t"/>
              <a:pathLst>
                <a:path extrusionOk="0" h="8754" w="9505">
                  <a:moveTo>
                    <a:pt x="5984" y="373"/>
                  </a:moveTo>
                  <a:lnTo>
                    <a:pt x="6517" y="864"/>
                  </a:lnTo>
                  <a:cubicBezTo>
                    <a:pt x="6551" y="895"/>
                    <a:pt x="6595" y="913"/>
                    <a:pt x="6642" y="913"/>
                  </a:cubicBezTo>
                  <a:lnTo>
                    <a:pt x="7379" y="913"/>
                  </a:lnTo>
                  <a:lnTo>
                    <a:pt x="7778" y="1257"/>
                  </a:lnTo>
                  <a:cubicBezTo>
                    <a:pt x="7812" y="1285"/>
                    <a:pt x="7854" y="1301"/>
                    <a:pt x="7898" y="1301"/>
                  </a:cubicBezTo>
                  <a:lnTo>
                    <a:pt x="8460" y="1301"/>
                  </a:lnTo>
                  <a:lnTo>
                    <a:pt x="8709" y="1590"/>
                  </a:lnTo>
                  <a:lnTo>
                    <a:pt x="4175" y="1590"/>
                  </a:lnTo>
                  <a:lnTo>
                    <a:pt x="3774" y="1268"/>
                  </a:lnTo>
                  <a:lnTo>
                    <a:pt x="4866" y="373"/>
                  </a:lnTo>
                  <a:close/>
                  <a:moveTo>
                    <a:pt x="2854" y="2116"/>
                  </a:moveTo>
                  <a:lnTo>
                    <a:pt x="2854" y="3753"/>
                  </a:lnTo>
                  <a:lnTo>
                    <a:pt x="710" y="3753"/>
                  </a:lnTo>
                  <a:lnTo>
                    <a:pt x="1246" y="2116"/>
                  </a:lnTo>
                  <a:close/>
                  <a:moveTo>
                    <a:pt x="2969" y="4125"/>
                  </a:moveTo>
                  <a:lnTo>
                    <a:pt x="4672" y="5613"/>
                  </a:lnTo>
                  <a:cubicBezTo>
                    <a:pt x="4706" y="5643"/>
                    <a:pt x="4750" y="5659"/>
                    <a:pt x="4794" y="5659"/>
                  </a:cubicBezTo>
                  <a:cubicBezTo>
                    <a:pt x="4810" y="5659"/>
                    <a:pt x="4827" y="5657"/>
                    <a:pt x="4842" y="5652"/>
                  </a:cubicBezTo>
                  <a:lnTo>
                    <a:pt x="5940" y="5353"/>
                  </a:lnTo>
                  <a:lnTo>
                    <a:pt x="5725" y="5569"/>
                  </a:lnTo>
                  <a:cubicBezTo>
                    <a:pt x="5652" y="5641"/>
                    <a:pt x="5652" y="5758"/>
                    <a:pt x="5725" y="5831"/>
                  </a:cubicBezTo>
                  <a:lnTo>
                    <a:pt x="5735" y="5841"/>
                  </a:lnTo>
                  <a:cubicBezTo>
                    <a:pt x="5692" y="5927"/>
                    <a:pt x="5654" y="6016"/>
                    <a:pt x="5624" y="6108"/>
                  </a:cubicBezTo>
                  <a:lnTo>
                    <a:pt x="5609" y="6108"/>
                  </a:lnTo>
                  <a:cubicBezTo>
                    <a:pt x="5508" y="6108"/>
                    <a:pt x="5423" y="6191"/>
                    <a:pt x="5423" y="6294"/>
                  </a:cubicBezTo>
                  <a:lnTo>
                    <a:pt x="5423" y="6528"/>
                  </a:lnTo>
                  <a:lnTo>
                    <a:pt x="4084" y="6528"/>
                  </a:lnTo>
                  <a:lnTo>
                    <a:pt x="4084" y="6294"/>
                  </a:lnTo>
                  <a:cubicBezTo>
                    <a:pt x="4084" y="6192"/>
                    <a:pt x="4001" y="6108"/>
                    <a:pt x="3898" y="6108"/>
                  </a:cubicBezTo>
                  <a:lnTo>
                    <a:pt x="3883" y="6108"/>
                  </a:lnTo>
                  <a:cubicBezTo>
                    <a:pt x="3854" y="6016"/>
                    <a:pt x="3817" y="5927"/>
                    <a:pt x="3772" y="5841"/>
                  </a:cubicBezTo>
                  <a:lnTo>
                    <a:pt x="3782" y="5831"/>
                  </a:lnTo>
                  <a:cubicBezTo>
                    <a:pt x="3855" y="5758"/>
                    <a:pt x="3855" y="5641"/>
                    <a:pt x="3782" y="5569"/>
                  </a:cubicBezTo>
                  <a:lnTo>
                    <a:pt x="3189" y="4976"/>
                  </a:lnTo>
                  <a:cubicBezTo>
                    <a:pt x="3154" y="4940"/>
                    <a:pt x="3107" y="4921"/>
                    <a:pt x="3058" y="4921"/>
                  </a:cubicBezTo>
                  <a:cubicBezTo>
                    <a:pt x="3010" y="4921"/>
                    <a:pt x="2961" y="4941"/>
                    <a:pt x="2927" y="4976"/>
                  </a:cubicBezTo>
                  <a:lnTo>
                    <a:pt x="2917" y="4986"/>
                  </a:lnTo>
                  <a:cubicBezTo>
                    <a:pt x="2830" y="4942"/>
                    <a:pt x="2742" y="4904"/>
                    <a:pt x="2650" y="4874"/>
                  </a:cubicBezTo>
                  <a:lnTo>
                    <a:pt x="2650" y="4859"/>
                  </a:lnTo>
                  <a:cubicBezTo>
                    <a:pt x="2650" y="4758"/>
                    <a:pt x="2567" y="4674"/>
                    <a:pt x="2463" y="4674"/>
                  </a:cubicBezTo>
                  <a:lnTo>
                    <a:pt x="1624" y="4674"/>
                  </a:lnTo>
                  <a:cubicBezTo>
                    <a:pt x="1523" y="4674"/>
                    <a:pt x="1439" y="4757"/>
                    <a:pt x="1439" y="4859"/>
                  </a:cubicBezTo>
                  <a:lnTo>
                    <a:pt x="1439" y="4874"/>
                  </a:lnTo>
                  <a:cubicBezTo>
                    <a:pt x="1347" y="4904"/>
                    <a:pt x="1258" y="4941"/>
                    <a:pt x="1172" y="4986"/>
                  </a:cubicBezTo>
                  <a:lnTo>
                    <a:pt x="1161" y="4976"/>
                  </a:lnTo>
                  <a:cubicBezTo>
                    <a:pt x="1126" y="4940"/>
                    <a:pt x="1078" y="4921"/>
                    <a:pt x="1030" y="4921"/>
                  </a:cubicBezTo>
                  <a:cubicBezTo>
                    <a:pt x="981" y="4921"/>
                    <a:pt x="933" y="4941"/>
                    <a:pt x="899" y="4976"/>
                  </a:cubicBezTo>
                  <a:lnTo>
                    <a:pt x="376" y="5499"/>
                  </a:lnTo>
                  <a:lnTo>
                    <a:pt x="376" y="4125"/>
                  </a:lnTo>
                  <a:close/>
                  <a:moveTo>
                    <a:pt x="7703" y="5046"/>
                  </a:moveTo>
                  <a:cubicBezTo>
                    <a:pt x="7715" y="5118"/>
                    <a:pt x="7768" y="5177"/>
                    <a:pt x="7842" y="5194"/>
                  </a:cubicBezTo>
                  <a:cubicBezTo>
                    <a:pt x="7993" y="5232"/>
                    <a:pt x="8139" y="5292"/>
                    <a:pt x="8274" y="5374"/>
                  </a:cubicBezTo>
                  <a:cubicBezTo>
                    <a:pt x="8304" y="5392"/>
                    <a:pt x="8337" y="5400"/>
                    <a:pt x="8369" y="5400"/>
                  </a:cubicBezTo>
                  <a:cubicBezTo>
                    <a:pt x="8408" y="5400"/>
                    <a:pt x="8446" y="5389"/>
                    <a:pt x="8478" y="5365"/>
                  </a:cubicBezTo>
                  <a:lnTo>
                    <a:pt x="8813" y="5701"/>
                  </a:lnTo>
                  <a:cubicBezTo>
                    <a:pt x="8771" y="5759"/>
                    <a:pt x="8767" y="5840"/>
                    <a:pt x="8805" y="5904"/>
                  </a:cubicBezTo>
                  <a:cubicBezTo>
                    <a:pt x="8886" y="6039"/>
                    <a:pt x="8947" y="6184"/>
                    <a:pt x="8984" y="6338"/>
                  </a:cubicBezTo>
                  <a:cubicBezTo>
                    <a:pt x="9003" y="6409"/>
                    <a:pt x="9061" y="6463"/>
                    <a:pt x="9133" y="6476"/>
                  </a:cubicBezTo>
                  <a:lnTo>
                    <a:pt x="9133" y="6950"/>
                  </a:lnTo>
                  <a:cubicBezTo>
                    <a:pt x="9061" y="6962"/>
                    <a:pt x="9003" y="7015"/>
                    <a:pt x="8984" y="7089"/>
                  </a:cubicBezTo>
                  <a:cubicBezTo>
                    <a:pt x="8946" y="7242"/>
                    <a:pt x="8886" y="7387"/>
                    <a:pt x="8805" y="7522"/>
                  </a:cubicBezTo>
                  <a:cubicBezTo>
                    <a:pt x="8766" y="7586"/>
                    <a:pt x="8769" y="7666"/>
                    <a:pt x="8813" y="7726"/>
                  </a:cubicBezTo>
                  <a:lnTo>
                    <a:pt x="8478" y="8061"/>
                  </a:lnTo>
                  <a:cubicBezTo>
                    <a:pt x="8445" y="8038"/>
                    <a:pt x="8407" y="8027"/>
                    <a:pt x="8369" y="8027"/>
                  </a:cubicBezTo>
                  <a:cubicBezTo>
                    <a:pt x="8337" y="8027"/>
                    <a:pt x="8304" y="8035"/>
                    <a:pt x="8274" y="8052"/>
                  </a:cubicBezTo>
                  <a:cubicBezTo>
                    <a:pt x="8139" y="8134"/>
                    <a:pt x="7993" y="8195"/>
                    <a:pt x="7841" y="8232"/>
                  </a:cubicBezTo>
                  <a:cubicBezTo>
                    <a:pt x="7768" y="8250"/>
                    <a:pt x="7715" y="8309"/>
                    <a:pt x="7701" y="8381"/>
                  </a:cubicBezTo>
                  <a:lnTo>
                    <a:pt x="7228" y="8381"/>
                  </a:lnTo>
                  <a:cubicBezTo>
                    <a:pt x="7216" y="8309"/>
                    <a:pt x="7162" y="8250"/>
                    <a:pt x="7089" y="8232"/>
                  </a:cubicBezTo>
                  <a:cubicBezTo>
                    <a:pt x="6936" y="8194"/>
                    <a:pt x="6790" y="8134"/>
                    <a:pt x="6656" y="8052"/>
                  </a:cubicBezTo>
                  <a:cubicBezTo>
                    <a:pt x="6626" y="8034"/>
                    <a:pt x="6592" y="8025"/>
                    <a:pt x="6559" y="8025"/>
                  </a:cubicBezTo>
                  <a:cubicBezTo>
                    <a:pt x="6521" y="8025"/>
                    <a:pt x="6484" y="8037"/>
                    <a:pt x="6453" y="8061"/>
                  </a:cubicBezTo>
                  <a:lnTo>
                    <a:pt x="6117" y="7726"/>
                  </a:lnTo>
                  <a:cubicBezTo>
                    <a:pt x="6159" y="7666"/>
                    <a:pt x="6164" y="7586"/>
                    <a:pt x="6125" y="7522"/>
                  </a:cubicBezTo>
                  <a:cubicBezTo>
                    <a:pt x="6044" y="7387"/>
                    <a:pt x="5982" y="7241"/>
                    <a:pt x="5946" y="7089"/>
                  </a:cubicBezTo>
                  <a:cubicBezTo>
                    <a:pt x="5928" y="7016"/>
                    <a:pt x="5868" y="6963"/>
                    <a:pt x="5798" y="6950"/>
                  </a:cubicBezTo>
                  <a:lnTo>
                    <a:pt x="5798" y="6476"/>
                  </a:lnTo>
                  <a:cubicBezTo>
                    <a:pt x="5870" y="6464"/>
                    <a:pt x="5929" y="6411"/>
                    <a:pt x="5946" y="6338"/>
                  </a:cubicBezTo>
                  <a:cubicBezTo>
                    <a:pt x="5983" y="6184"/>
                    <a:pt x="6044" y="6039"/>
                    <a:pt x="6125" y="5904"/>
                  </a:cubicBezTo>
                  <a:cubicBezTo>
                    <a:pt x="6165" y="5840"/>
                    <a:pt x="6160" y="5759"/>
                    <a:pt x="6118" y="5701"/>
                  </a:cubicBezTo>
                  <a:lnTo>
                    <a:pt x="6454" y="5365"/>
                  </a:lnTo>
                  <a:cubicBezTo>
                    <a:pt x="6485" y="5388"/>
                    <a:pt x="6523" y="5400"/>
                    <a:pt x="6562" y="5400"/>
                  </a:cubicBezTo>
                  <a:cubicBezTo>
                    <a:pt x="6595" y="5400"/>
                    <a:pt x="6628" y="5391"/>
                    <a:pt x="6657" y="5374"/>
                  </a:cubicBezTo>
                  <a:cubicBezTo>
                    <a:pt x="6792" y="5292"/>
                    <a:pt x="6937" y="5232"/>
                    <a:pt x="7091" y="5194"/>
                  </a:cubicBezTo>
                  <a:cubicBezTo>
                    <a:pt x="7162" y="5176"/>
                    <a:pt x="7216" y="5117"/>
                    <a:pt x="7229" y="5046"/>
                  </a:cubicBezTo>
                  <a:close/>
                  <a:moveTo>
                    <a:pt x="2282" y="5046"/>
                  </a:moveTo>
                  <a:cubicBezTo>
                    <a:pt x="2294" y="5118"/>
                    <a:pt x="2347" y="5177"/>
                    <a:pt x="2420" y="5194"/>
                  </a:cubicBezTo>
                  <a:cubicBezTo>
                    <a:pt x="2574" y="5231"/>
                    <a:pt x="2719" y="5292"/>
                    <a:pt x="2854" y="5373"/>
                  </a:cubicBezTo>
                  <a:cubicBezTo>
                    <a:pt x="2884" y="5391"/>
                    <a:pt x="2918" y="5400"/>
                    <a:pt x="2951" y="5400"/>
                  </a:cubicBezTo>
                  <a:cubicBezTo>
                    <a:pt x="2989" y="5400"/>
                    <a:pt x="3026" y="5389"/>
                    <a:pt x="3057" y="5366"/>
                  </a:cubicBezTo>
                  <a:lnTo>
                    <a:pt x="3393" y="5702"/>
                  </a:lnTo>
                  <a:cubicBezTo>
                    <a:pt x="3351" y="5761"/>
                    <a:pt x="3347" y="5841"/>
                    <a:pt x="3384" y="5905"/>
                  </a:cubicBezTo>
                  <a:cubicBezTo>
                    <a:pt x="3466" y="6040"/>
                    <a:pt x="3528" y="6185"/>
                    <a:pt x="3564" y="6339"/>
                  </a:cubicBezTo>
                  <a:cubicBezTo>
                    <a:pt x="3582" y="6411"/>
                    <a:pt x="3641" y="6464"/>
                    <a:pt x="3712" y="6477"/>
                  </a:cubicBezTo>
                  <a:lnTo>
                    <a:pt x="3712" y="6951"/>
                  </a:lnTo>
                  <a:lnTo>
                    <a:pt x="3713" y="6951"/>
                  </a:lnTo>
                  <a:cubicBezTo>
                    <a:pt x="3641" y="6963"/>
                    <a:pt x="3582" y="7016"/>
                    <a:pt x="3565" y="7090"/>
                  </a:cubicBezTo>
                  <a:cubicBezTo>
                    <a:pt x="3528" y="7244"/>
                    <a:pt x="3467" y="7388"/>
                    <a:pt x="3386" y="7523"/>
                  </a:cubicBezTo>
                  <a:cubicBezTo>
                    <a:pt x="3347" y="7587"/>
                    <a:pt x="3351" y="7668"/>
                    <a:pt x="3393" y="7727"/>
                  </a:cubicBezTo>
                  <a:lnTo>
                    <a:pt x="3057" y="8062"/>
                  </a:lnTo>
                  <a:cubicBezTo>
                    <a:pt x="3026" y="8039"/>
                    <a:pt x="2988" y="8028"/>
                    <a:pt x="2949" y="8028"/>
                  </a:cubicBezTo>
                  <a:cubicBezTo>
                    <a:pt x="2917" y="8028"/>
                    <a:pt x="2884" y="8036"/>
                    <a:pt x="2854" y="8054"/>
                  </a:cubicBezTo>
                  <a:cubicBezTo>
                    <a:pt x="2719" y="8135"/>
                    <a:pt x="2574" y="8197"/>
                    <a:pt x="2420" y="8234"/>
                  </a:cubicBezTo>
                  <a:cubicBezTo>
                    <a:pt x="2349" y="8252"/>
                    <a:pt x="2295" y="8310"/>
                    <a:pt x="2282" y="8382"/>
                  </a:cubicBezTo>
                  <a:lnTo>
                    <a:pt x="1808" y="8382"/>
                  </a:lnTo>
                  <a:cubicBezTo>
                    <a:pt x="1796" y="8310"/>
                    <a:pt x="1743" y="8252"/>
                    <a:pt x="1669" y="8234"/>
                  </a:cubicBezTo>
                  <a:cubicBezTo>
                    <a:pt x="1515" y="8195"/>
                    <a:pt x="1371" y="8135"/>
                    <a:pt x="1236" y="8054"/>
                  </a:cubicBezTo>
                  <a:cubicBezTo>
                    <a:pt x="1206" y="8036"/>
                    <a:pt x="1173" y="8027"/>
                    <a:pt x="1140" y="8027"/>
                  </a:cubicBezTo>
                  <a:cubicBezTo>
                    <a:pt x="1102" y="8027"/>
                    <a:pt x="1064" y="8039"/>
                    <a:pt x="1032" y="8062"/>
                  </a:cubicBezTo>
                  <a:lnTo>
                    <a:pt x="697" y="7727"/>
                  </a:lnTo>
                  <a:cubicBezTo>
                    <a:pt x="739" y="7668"/>
                    <a:pt x="743" y="7587"/>
                    <a:pt x="706" y="7523"/>
                  </a:cubicBezTo>
                  <a:cubicBezTo>
                    <a:pt x="624" y="7388"/>
                    <a:pt x="562" y="7242"/>
                    <a:pt x="525" y="7090"/>
                  </a:cubicBezTo>
                  <a:cubicBezTo>
                    <a:pt x="508" y="7019"/>
                    <a:pt x="449" y="6964"/>
                    <a:pt x="378" y="6951"/>
                  </a:cubicBezTo>
                  <a:lnTo>
                    <a:pt x="378" y="6477"/>
                  </a:lnTo>
                  <a:cubicBezTo>
                    <a:pt x="450" y="6465"/>
                    <a:pt x="509" y="6412"/>
                    <a:pt x="525" y="6339"/>
                  </a:cubicBezTo>
                  <a:cubicBezTo>
                    <a:pt x="564" y="6186"/>
                    <a:pt x="624" y="6040"/>
                    <a:pt x="706" y="5905"/>
                  </a:cubicBezTo>
                  <a:cubicBezTo>
                    <a:pt x="744" y="5841"/>
                    <a:pt x="740" y="5761"/>
                    <a:pt x="697" y="5702"/>
                  </a:cubicBezTo>
                  <a:lnTo>
                    <a:pt x="1032" y="5366"/>
                  </a:lnTo>
                  <a:cubicBezTo>
                    <a:pt x="1064" y="5389"/>
                    <a:pt x="1101" y="5400"/>
                    <a:pt x="1139" y="5400"/>
                  </a:cubicBezTo>
                  <a:cubicBezTo>
                    <a:pt x="1172" y="5400"/>
                    <a:pt x="1206" y="5391"/>
                    <a:pt x="1236" y="5373"/>
                  </a:cubicBezTo>
                  <a:cubicBezTo>
                    <a:pt x="1371" y="5292"/>
                    <a:pt x="1517" y="5231"/>
                    <a:pt x="1669" y="5194"/>
                  </a:cubicBezTo>
                  <a:cubicBezTo>
                    <a:pt x="1741" y="5176"/>
                    <a:pt x="1795" y="5117"/>
                    <a:pt x="1808" y="5046"/>
                  </a:cubicBezTo>
                  <a:close/>
                  <a:moveTo>
                    <a:pt x="4799" y="1"/>
                  </a:moveTo>
                  <a:cubicBezTo>
                    <a:pt x="4756" y="1"/>
                    <a:pt x="4715" y="15"/>
                    <a:pt x="4681" y="43"/>
                  </a:cubicBezTo>
                  <a:lnTo>
                    <a:pt x="3460" y="1044"/>
                  </a:lnTo>
                  <a:cubicBezTo>
                    <a:pt x="3393" y="1017"/>
                    <a:pt x="3319" y="1001"/>
                    <a:pt x="3246" y="1001"/>
                  </a:cubicBezTo>
                  <a:lnTo>
                    <a:pt x="2580" y="1001"/>
                  </a:lnTo>
                  <a:cubicBezTo>
                    <a:pt x="2477" y="1001"/>
                    <a:pt x="2393" y="1084"/>
                    <a:pt x="2393" y="1187"/>
                  </a:cubicBezTo>
                  <a:cubicBezTo>
                    <a:pt x="2393" y="1289"/>
                    <a:pt x="2476" y="1373"/>
                    <a:pt x="2580" y="1373"/>
                  </a:cubicBezTo>
                  <a:lnTo>
                    <a:pt x="3246" y="1373"/>
                  </a:lnTo>
                  <a:cubicBezTo>
                    <a:pt x="3288" y="1373"/>
                    <a:pt x="3330" y="1388"/>
                    <a:pt x="3362" y="1414"/>
                  </a:cubicBezTo>
                  <a:lnTo>
                    <a:pt x="3991" y="1919"/>
                  </a:lnTo>
                  <a:cubicBezTo>
                    <a:pt x="4023" y="1945"/>
                    <a:pt x="4064" y="1960"/>
                    <a:pt x="4107" y="1960"/>
                  </a:cubicBezTo>
                  <a:lnTo>
                    <a:pt x="9132" y="1960"/>
                  </a:lnTo>
                  <a:lnTo>
                    <a:pt x="9132" y="4097"/>
                  </a:lnTo>
                  <a:lnTo>
                    <a:pt x="4839" y="5266"/>
                  </a:lnTo>
                  <a:lnTo>
                    <a:pt x="3224" y="3853"/>
                  </a:lnTo>
                  <a:lnTo>
                    <a:pt x="3224" y="1928"/>
                  </a:lnTo>
                  <a:cubicBezTo>
                    <a:pt x="3224" y="1826"/>
                    <a:pt x="3141" y="1742"/>
                    <a:pt x="3037" y="1742"/>
                  </a:cubicBezTo>
                  <a:lnTo>
                    <a:pt x="372" y="1742"/>
                  </a:lnTo>
                  <a:lnTo>
                    <a:pt x="372" y="1372"/>
                  </a:lnTo>
                  <a:lnTo>
                    <a:pt x="910" y="1372"/>
                  </a:lnTo>
                  <a:cubicBezTo>
                    <a:pt x="1011" y="1372"/>
                    <a:pt x="1095" y="1289"/>
                    <a:pt x="1095" y="1185"/>
                  </a:cubicBezTo>
                  <a:cubicBezTo>
                    <a:pt x="1095" y="1084"/>
                    <a:pt x="1014" y="1000"/>
                    <a:pt x="910" y="1000"/>
                  </a:cubicBezTo>
                  <a:lnTo>
                    <a:pt x="187" y="1000"/>
                  </a:lnTo>
                  <a:cubicBezTo>
                    <a:pt x="84" y="1000"/>
                    <a:pt x="1" y="1082"/>
                    <a:pt x="1" y="1185"/>
                  </a:cubicBezTo>
                  <a:lnTo>
                    <a:pt x="1" y="1927"/>
                  </a:lnTo>
                  <a:cubicBezTo>
                    <a:pt x="1" y="2029"/>
                    <a:pt x="83" y="2113"/>
                    <a:pt x="187" y="2113"/>
                  </a:cubicBezTo>
                  <a:lnTo>
                    <a:pt x="853" y="2113"/>
                  </a:lnTo>
                  <a:lnTo>
                    <a:pt x="317" y="3751"/>
                  </a:lnTo>
                  <a:lnTo>
                    <a:pt x="187" y="3751"/>
                  </a:lnTo>
                  <a:cubicBezTo>
                    <a:pt x="84" y="3751"/>
                    <a:pt x="1" y="3834"/>
                    <a:pt x="1" y="3936"/>
                  </a:cubicBezTo>
                  <a:lnTo>
                    <a:pt x="1" y="5699"/>
                  </a:lnTo>
                  <a:cubicBezTo>
                    <a:pt x="1" y="5800"/>
                    <a:pt x="83" y="5884"/>
                    <a:pt x="187" y="5884"/>
                  </a:cubicBezTo>
                  <a:lnTo>
                    <a:pt x="291" y="5884"/>
                  </a:lnTo>
                  <a:cubicBezTo>
                    <a:pt x="256" y="5957"/>
                    <a:pt x="226" y="6031"/>
                    <a:pt x="202" y="6108"/>
                  </a:cubicBezTo>
                  <a:lnTo>
                    <a:pt x="187" y="6108"/>
                  </a:lnTo>
                  <a:cubicBezTo>
                    <a:pt x="84" y="6108"/>
                    <a:pt x="1" y="6191"/>
                    <a:pt x="1" y="6294"/>
                  </a:cubicBezTo>
                  <a:lnTo>
                    <a:pt x="1" y="7134"/>
                  </a:lnTo>
                  <a:cubicBezTo>
                    <a:pt x="1" y="7235"/>
                    <a:pt x="83" y="7319"/>
                    <a:pt x="187" y="7319"/>
                  </a:cubicBezTo>
                  <a:lnTo>
                    <a:pt x="202" y="7319"/>
                  </a:lnTo>
                  <a:cubicBezTo>
                    <a:pt x="231" y="7411"/>
                    <a:pt x="268" y="7501"/>
                    <a:pt x="313" y="7586"/>
                  </a:cubicBezTo>
                  <a:lnTo>
                    <a:pt x="302" y="7597"/>
                  </a:lnTo>
                  <a:cubicBezTo>
                    <a:pt x="267" y="7632"/>
                    <a:pt x="249" y="7680"/>
                    <a:pt x="249" y="7728"/>
                  </a:cubicBezTo>
                  <a:cubicBezTo>
                    <a:pt x="249" y="7778"/>
                    <a:pt x="268" y="7825"/>
                    <a:pt x="302" y="7859"/>
                  </a:cubicBezTo>
                  <a:lnTo>
                    <a:pt x="895" y="8452"/>
                  </a:lnTo>
                  <a:cubicBezTo>
                    <a:pt x="931" y="8488"/>
                    <a:pt x="979" y="8506"/>
                    <a:pt x="1026" y="8506"/>
                  </a:cubicBezTo>
                  <a:cubicBezTo>
                    <a:pt x="1074" y="8506"/>
                    <a:pt x="1121" y="8488"/>
                    <a:pt x="1157" y="8452"/>
                  </a:cubicBezTo>
                  <a:lnTo>
                    <a:pt x="1168" y="8441"/>
                  </a:lnTo>
                  <a:cubicBezTo>
                    <a:pt x="1254" y="8485"/>
                    <a:pt x="1344" y="8523"/>
                    <a:pt x="1435" y="8553"/>
                  </a:cubicBezTo>
                  <a:lnTo>
                    <a:pt x="1435" y="8567"/>
                  </a:lnTo>
                  <a:cubicBezTo>
                    <a:pt x="1435" y="8670"/>
                    <a:pt x="1517" y="8753"/>
                    <a:pt x="1621" y="8753"/>
                  </a:cubicBezTo>
                  <a:lnTo>
                    <a:pt x="2460" y="8753"/>
                  </a:lnTo>
                  <a:cubicBezTo>
                    <a:pt x="2562" y="8753"/>
                    <a:pt x="2646" y="8671"/>
                    <a:pt x="2646" y="8567"/>
                  </a:cubicBezTo>
                  <a:lnTo>
                    <a:pt x="2646" y="8553"/>
                  </a:lnTo>
                  <a:cubicBezTo>
                    <a:pt x="2738" y="8523"/>
                    <a:pt x="2828" y="8486"/>
                    <a:pt x="2913" y="8441"/>
                  </a:cubicBezTo>
                  <a:lnTo>
                    <a:pt x="2923" y="8452"/>
                  </a:lnTo>
                  <a:cubicBezTo>
                    <a:pt x="2959" y="8488"/>
                    <a:pt x="3007" y="8506"/>
                    <a:pt x="3055" y="8506"/>
                  </a:cubicBezTo>
                  <a:cubicBezTo>
                    <a:pt x="3102" y="8506"/>
                    <a:pt x="3150" y="8488"/>
                    <a:pt x="3185" y="8452"/>
                  </a:cubicBezTo>
                  <a:lnTo>
                    <a:pt x="3779" y="7859"/>
                  </a:lnTo>
                  <a:cubicBezTo>
                    <a:pt x="3850" y="7786"/>
                    <a:pt x="3850" y="7669"/>
                    <a:pt x="3779" y="7597"/>
                  </a:cubicBezTo>
                  <a:lnTo>
                    <a:pt x="3769" y="7586"/>
                  </a:lnTo>
                  <a:cubicBezTo>
                    <a:pt x="3812" y="7500"/>
                    <a:pt x="3849" y="7411"/>
                    <a:pt x="3880" y="7319"/>
                  </a:cubicBezTo>
                  <a:lnTo>
                    <a:pt x="3894" y="7319"/>
                  </a:lnTo>
                  <a:cubicBezTo>
                    <a:pt x="3996" y="7319"/>
                    <a:pt x="4080" y="7236"/>
                    <a:pt x="4080" y="7134"/>
                  </a:cubicBezTo>
                  <a:lnTo>
                    <a:pt x="4080" y="6899"/>
                  </a:lnTo>
                  <a:lnTo>
                    <a:pt x="5420" y="6899"/>
                  </a:lnTo>
                  <a:lnTo>
                    <a:pt x="5420" y="7134"/>
                  </a:lnTo>
                  <a:cubicBezTo>
                    <a:pt x="5420" y="7235"/>
                    <a:pt x="5502" y="7319"/>
                    <a:pt x="5605" y="7319"/>
                  </a:cubicBezTo>
                  <a:lnTo>
                    <a:pt x="5620" y="7319"/>
                  </a:lnTo>
                  <a:cubicBezTo>
                    <a:pt x="5650" y="7411"/>
                    <a:pt x="5687" y="7501"/>
                    <a:pt x="5731" y="7586"/>
                  </a:cubicBezTo>
                  <a:lnTo>
                    <a:pt x="5720" y="7597"/>
                  </a:lnTo>
                  <a:cubicBezTo>
                    <a:pt x="5649" y="7669"/>
                    <a:pt x="5649" y="7786"/>
                    <a:pt x="5720" y="7859"/>
                  </a:cubicBezTo>
                  <a:lnTo>
                    <a:pt x="6314" y="8452"/>
                  </a:lnTo>
                  <a:cubicBezTo>
                    <a:pt x="6350" y="8488"/>
                    <a:pt x="6397" y="8506"/>
                    <a:pt x="6445" y="8506"/>
                  </a:cubicBezTo>
                  <a:cubicBezTo>
                    <a:pt x="6492" y="8506"/>
                    <a:pt x="6540" y="8488"/>
                    <a:pt x="6576" y="8452"/>
                  </a:cubicBezTo>
                  <a:lnTo>
                    <a:pt x="6587" y="8441"/>
                  </a:lnTo>
                  <a:cubicBezTo>
                    <a:pt x="6673" y="8485"/>
                    <a:pt x="6762" y="8523"/>
                    <a:pt x="6854" y="8553"/>
                  </a:cubicBezTo>
                  <a:lnTo>
                    <a:pt x="6854" y="8567"/>
                  </a:lnTo>
                  <a:cubicBezTo>
                    <a:pt x="6854" y="8670"/>
                    <a:pt x="6936" y="8753"/>
                    <a:pt x="7039" y="8753"/>
                  </a:cubicBezTo>
                  <a:lnTo>
                    <a:pt x="7878" y="8753"/>
                  </a:lnTo>
                  <a:cubicBezTo>
                    <a:pt x="7981" y="8753"/>
                    <a:pt x="8065" y="8671"/>
                    <a:pt x="8065" y="8567"/>
                  </a:cubicBezTo>
                  <a:lnTo>
                    <a:pt x="8065" y="8553"/>
                  </a:lnTo>
                  <a:cubicBezTo>
                    <a:pt x="8156" y="8523"/>
                    <a:pt x="8245" y="8486"/>
                    <a:pt x="8332" y="8441"/>
                  </a:cubicBezTo>
                  <a:lnTo>
                    <a:pt x="8343" y="8452"/>
                  </a:lnTo>
                  <a:cubicBezTo>
                    <a:pt x="8379" y="8488"/>
                    <a:pt x="8426" y="8506"/>
                    <a:pt x="8473" y="8506"/>
                  </a:cubicBezTo>
                  <a:cubicBezTo>
                    <a:pt x="8521" y="8506"/>
                    <a:pt x="8568" y="8488"/>
                    <a:pt x="8604" y="8452"/>
                  </a:cubicBezTo>
                  <a:lnTo>
                    <a:pt x="9197" y="7859"/>
                  </a:lnTo>
                  <a:cubicBezTo>
                    <a:pt x="9233" y="7823"/>
                    <a:pt x="9251" y="7776"/>
                    <a:pt x="9251" y="7728"/>
                  </a:cubicBezTo>
                  <a:cubicBezTo>
                    <a:pt x="9251" y="7679"/>
                    <a:pt x="9232" y="7631"/>
                    <a:pt x="9197" y="7597"/>
                  </a:cubicBezTo>
                  <a:lnTo>
                    <a:pt x="9187" y="7586"/>
                  </a:lnTo>
                  <a:cubicBezTo>
                    <a:pt x="9230" y="7500"/>
                    <a:pt x="9269" y="7411"/>
                    <a:pt x="9298" y="7319"/>
                  </a:cubicBezTo>
                  <a:lnTo>
                    <a:pt x="9313" y="7319"/>
                  </a:lnTo>
                  <a:cubicBezTo>
                    <a:pt x="9415" y="7319"/>
                    <a:pt x="9499" y="7236"/>
                    <a:pt x="9499" y="7134"/>
                  </a:cubicBezTo>
                  <a:lnTo>
                    <a:pt x="9499" y="6294"/>
                  </a:lnTo>
                  <a:cubicBezTo>
                    <a:pt x="9499" y="6192"/>
                    <a:pt x="9416" y="6108"/>
                    <a:pt x="9313" y="6108"/>
                  </a:cubicBezTo>
                  <a:lnTo>
                    <a:pt x="9298" y="6108"/>
                  </a:lnTo>
                  <a:cubicBezTo>
                    <a:pt x="9269" y="6016"/>
                    <a:pt x="9232" y="5926"/>
                    <a:pt x="9187" y="5841"/>
                  </a:cubicBezTo>
                  <a:lnTo>
                    <a:pt x="9197" y="5831"/>
                  </a:lnTo>
                  <a:cubicBezTo>
                    <a:pt x="9270" y="5758"/>
                    <a:pt x="9270" y="5641"/>
                    <a:pt x="9197" y="5569"/>
                  </a:cubicBezTo>
                  <a:lnTo>
                    <a:pt x="8604" y="4976"/>
                  </a:lnTo>
                  <a:cubicBezTo>
                    <a:pt x="8569" y="4940"/>
                    <a:pt x="8522" y="4921"/>
                    <a:pt x="8473" y="4921"/>
                  </a:cubicBezTo>
                  <a:cubicBezTo>
                    <a:pt x="8425" y="4921"/>
                    <a:pt x="8376" y="4941"/>
                    <a:pt x="8343" y="4976"/>
                  </a:cubicBezTo>
                  <a:lnTo>
                    <a:pt x="8332" y="4986"/>
                  </a:lnTo>
                  <a:cubicBezTo>
                    <a:pt x="8245" y="4942"/>
                    <a:pt x="8156" y="4904"/>
                    <a:pt x="8065" y="4874"/>
                  </a:cubicBezTo>
                  <a:lnTo>
                    <a:pt x="8065" y="4860"/>
                  </a:lnTo>
                  <a:cubicBezTo>
                    <a:pt x="8065" y="4830"/>
                    <a:pt x="8059" y="4803"/>
                    <a:pt x="8045" y="4778"/>
                  </a:cubicBezTo>
                  <a:lnTo>
                    <a:pt x="9363" y="4418"/>
                  </a:lnTo>
                  <a:cubicBezTo>
                    <a:pt x="9444" y="4396"/>
                    <a:pt x="9499" y="4323"/>
                    <a:pt x="9499" y="4239"/>
                  </a:cubicBezTo>
                  <a:lnTo>
                    <a:pt x="9499" y="1775"/>
                  </a:lnTo>
                  <a:cubicBezTo>
                    <a:pt x="9504" y="1673"/>
                    <a:pt x="9422" y="1590"/>
                    <a:pt x="9319" y="1590"/>
                  </a:cubicBezTo>
                  <a:lnTo>
                    <a:pt x="9197" y="1590"/>
                  </a:lnTo>
                  <a:lnTo>
                    <a:pt x="8687" y="995"/>
                  </a:lnTo>
                  <a:cubicBezTo>
                    <a:pt x="8652" y="954"/>
                    <a:pt x="8600" y="929"/>
                    <a:pt x="8546" y="929"/>
                  </a:cubicBezTo>
                  <a:lnTo>
                    <a:pt x="7967" y="929"/>
                  </a:lnTo>
                  <a:lnTo>
                    <a:pt x="7568" y="586"/>
                  </a:lnTo>
                  <a:cubicBezTo>
                    <a:pt x="7535" y="557"/>
                    <a:pt x="7493" y="541"/>
                    <a:pt x="7448" y="541"/>
                  </a:cubicBezTo>
                  <a:lnTo>
                    <a:pt x="6715" y="541"/>
                  </a:lnTo>
                  <a:lnTo>
                    <a:pt x="6181" y="50"/>
                  </a:lnTo>
                  <a:cubicBezTo>
                    <a:pt x="6148" y="18"/>
                    <a:pt x="6103" y="1"/>
                    <a:pt x="60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2"/>
            <p:cNvSpPr/>
            <p:nvPr/>
          </p:nvSpPr>
          <p:spPr>
            <a:xfrm>
              <a:off x="6183007" y="2892909"/>
              <a:ext cx="12151" cy="54176"/>
            </a:xfrm>
            <a:custGeom>
              <a:rect b="b" l="l" r="r" t="t"/>
              <a:pathLst>
                <a:path extrusionOk="0" h="1663" w="373">
                  <a:moveTo>
                    <a:pt x="186" y="1"/>
                  </a:moveTo>
                  <a:cubicBezTo>
                    <a:pt x="82" y="1"/>
                    <a:pt x="0" y="83"/>
                    <a:pt x="0" y="186"/>
                  </a:cubicBezTo>
                  <a:lnTo>
                    <a:pt x="0" y="1477"/>
                  </a:lnTo>
                  <a:cubicBezTo>
                    <a:pt x="0" y="1578"/>
                    <a:pt x="82" y="1662"/>
                    <a:pt x="186" y="1662"/>
                  </a:cubicBezTo>
                  <a:cubicBezTo>
                    <a:pt x="289" y="1662"/>
                    <a:pt x="372" y="1578"/>
                    <a:pt x="372" y="1477"/>
                  </a:cubicBezTo>
                  <a:lnTo>
                    <a:pt x="372" y="186"/>
                  </a:lnTo>
                  <a:cubicBezTo>
                    <a:pt x="372" y="84"/>
                    <a:pt x="289"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2"/>
            <p:cNvSpPr/>
            <p:nvPr/>
          </p:nvSpPr>
          <p:spPr>
            <a:xfrm>
              <a:off x="6223892" y="2892909"/>
              <a:ext cx="12151" cy="54176"/>
            </a:xfrm>
            <a:custGeom>
              <a:rect b="b" l="l" r="r" t="t"/>
              <a:pathLst>
                <a:path extrusionOk="0" h="1663" w="373">
                  <a:moveTo>
                    <a:pt x="187" y="1"/>
                  </a:moveTo>
                  <a:cubicBezTo>
                    <a:pt x="84" y="1"/>
                    <a:pt x="0" y="83"/>
                    <a:pt x="0" y="186"/>
                  </a:cubicBezTo>
                  <a:lnTo>
                    <a:pt x="0" y="1477"/>
                  </a:lnTo>
                  <a:cubicBezTo>
                    <a:pt x="0" y="1578"/>
                    <a:pt x="83" y="1662"/>
                    <a:pt x="187" y="1662"/>
                  </a:cubicBezTo>
                  <a:cubicBezTo>
                    <a:pt x="290" y="1661"/>
                    <a:pt x="372" y="1578"/>
                    <a:pt x="372" y="1477"/>
                  </a:cubicBezTo>
                  <a:lnTo>
                    <a:pt x="372" y="186"/>
                  </a:lnTo>
                  <a:cubicBezTo>
                    <a:pt x="372" y="84"/>
                    <a:pt x="290"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2"/>
            <p:cNvSpPr/>
            <p:nvPr/>
          </p:nvSpPr>
          <p:spPr>
            <a:xfrm>
              <a:off x="6264809" y="2892909"/>
              <a:ext cx="12151" cy="54176"/>
            </a:xfrm>
            <a:custGeom>
              <a:rect b="b" l="l" r="r" t="t"/>
              <a:pathLst>
                <a:path extrusionOk="0" h="1663" w="373">
                  <a:moveTo>
                    <a:pt x="187" y="1"/>
                  </a:moveTo>
                  <a:cubicBezTo>
                    <a:pt x="84" y="1"/>
                    <a:pt x="0" y="83"/>
                    <a:pt x="0" y="186"/>
                  </a:cubicBezTo>
                  <a:lnTo>
                    <a:pt x="0" y="1477"/>
                  </a:lnTo>
                  <a:cubicBezTo>
                    <a:pt x="0" y="1578"/>
                    <a:pt x="83" y="1662"/>
                    <a:pt x="187" y="1662"/>
                  </a:cubicBezTo>
                  <a:cubicBezTo>
                    <a:pt x="289" y="1661"/>
                    <a:pt x="372" y="1578"/>
                    <a:pt x="372" y="1477"/>
                  </a:cubicBezTo>
                  <a:lnTo>
                    <a:pt x="372" y="186"/>
                  </a:lnTo>
                  <a:cubicBezTo>
                    <a:pt x="372" y="84"/>
                    <a:pt x="289"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2"/>
            <p:cNvSpPr/>
            <p:nvPr/>
          </p:nvSpPr>
          <p:spPr>
            <a:xfrm>
              <a:off x="6305727" y="2892909"/>
              <a:ext cx="12151" cy="54176"/>
            </a:xfrm>
            <a:custGeom>
              <a:rect b="b" l="l" r="r" t="t"/>
              <a:pathLst>
                <a:path extrusionOk="0" h="1663" w="373">
                  <a:moveTo>
                    <a:pt x="186" y="1"/>
                  </a:moveTo>
                  <a:cubicBezTo>
                    <a:pt x="84" y="1"/>
                    <a:pt x="0" y="83"/>
                    <a:pt x="0" y="186"/>
                  </a:cubicBezTo>
                  <a:lnTo>
                    <a:pt x="0" y="1477"/>
                  </a:lnTo>
                  <a:cubicBezTo>
                    <a:pt x="0" y="1578"/>
                    <a:pt x="82" y="1662"/>
                    <a:pt x="186" y="1662"/>
                  </a:cubicBezTo>
                  <a:cubicBezTo>
                    <a:pt x="289" y="1661"/>
                    <a:pt x="372" y="1578"/>
                    <a:pt x="372" y="1477"/>
                  </a:cubicBezTo>
                  <a:lnTo>
                    <a:pt x="372" y="186"/>
                  </a:lnTo>
                  <a:cubicBezTo>
                    <a:pt x="372" y="84"/>
                    <a:pt x="289"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2"/>
            <p:cNvSpPr/>
            <p:nvPr/>
          </p:nvSpPr>
          <p:spPr>
            <a:xfrm>
              <a:off x="6266666" y="3010025"/>
              <a:ext cx="51342" cy="51342"/>
            </a:xfrm>
            <a:custGeom>
              <a:rect b="b" l="l" r="r" t="t"/>
              <a:pathLst>
                <a:path extrusionOk="0" h="1576" w="1576">
                  <a:moveTo>
                    <a:pt x="787" y="372"/>
                  </a:moveTo>
                  <a:cubicBezTo>
                    <a:pt x="1017" y="372"/>
                    <a:pt x="1204" y="559"/>
                    <a:pt x="1204" y="789"/>
                  </a:cubicBezTo>
                  <a:cubicBezTo>
                    <a:pt x="1204" y="1017"/>
                    <a:pt x="1017" y="1205"/>
                    <a:pt x="787" y="1205"/>
                  </a:cubicBezTo>
                  <a:cubicBezTo>
                    <a:pt x="557" y="1205"/>
                    <a:pt x="371" y="1017"/>
                    <a:pt x="371" y="789"/>
                  </a:cubicBezTo>
                  <a:cubicBezTo>
                    <a:pt x="371" y="559"/>
                    <a:pt x="556" y="372"/>
                    <a:pt x="787" y="372"/>
                  </a:cubicBezTo>
                  <a:close/>
                  <a:moveTo>
                    <a:pt x="788" y="1"/>
                  </a:moveTo>
                  <a:cubicBezTo>
                    <a:pt x="353" y="1"/>
                    <a:pt x="1" y="355"/>
                    <a:pt x="1" y="789"/>
                  </a:cubicBezTo>
                  <a:cubicBezTo>
                    <a:pt x="1" y="1221"/>
                    <a:pt x="355" y="1575"/>
                    <a:pt x="788" y="1575"/>
                  </a:cubicBezTo>
                  <a:cubicBezTo>
                    <a:pt x="1221" y="1575"/>
                    <a:pt x="1575" y="1221"/>
                    <a:pt x="1575" y="789"/>
                  </a:cubicBezTo>
                  <a:cubicBezTo>
                    <a:pt x="1575" y="355"/>
                    <a:pt x="1221" y="1"/>
                    <a:pt x="7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2"/>
            <p:cNvSpPr/>
            <p:nvPr/>
          </p:nvSpPr>
          <p:spPr>
            <a:xfrm>
              <a:off x="6099967" y="2849614"/>
              <a:ext cx="12151" cy="12151"/>
            </a:xfrm>
            <a:custGeom>
              <a:rect b="b" l="l" r="r" t="t"/>
              <a:pathLst>
                <a:path extrusionOk="0" h="373" w="373">
                  <a:moveTo>
                    <a:pt x="187" y="0"/>
                  </a:moveTo>
                  <a:cubicBezTo>
                    <a:pt x="83" y="0"/>
                    <a:pt x="0" y="84"/>
                    <a:pt x="0" y="186"/>
                  </a:cubicBezTo>
                  <a:cubicBezTo>
                    <a:pt x="0" y="289"/>
                    <a:pt x="84" y="372"/>
                    <a:pt x="187" y="372"/>
                  </a:cubicBezTo>
                  <a:cubicBezTo>
                    <a:pt x="290" y="372"/>
                    <a:pt x="372" y="288"/>
                    <a:pt x="372" y="186"/>
                  </a:cubicBezTo>
                  <a:cubicBezTo>
                    <a:pt x="372" y="84"/>
                    <a:pt x="290"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72"/>
          <p:cNvGrpSpPr/>
          <p:nvPr/>
        </p:nvGrpSpPr>
        <p:grpSpPr>
          <a:xfrm>
            <a:off x="6844396" y="2866261"/>
            <a:ext cx="309617" cy="186669"/>
            <a:chOff x="6844396" y="2866261"/>
            <a:chExt cx="309617" cy="186669"/>
          </a:xfrm>
        </p:grpSpPr>
        <p:sp>
          <p:nvSpPr>
            <p:cNvPr id="7744" name="Google Shape;7744;p72"/>
            <p:cNvSpPr/>
            <p:nvPr/>
          </p:nvSpPr>
          <p:spPr>
            <a:xfrm>
              <a:off x="6844396" y="2869747"/>
              <a:ext cx="309617" cy="183183"/>
            </a:xfrm>
            <a:custGeom>
              <a:rect b="b" l="l" r="r" t="t"/>
              <a:pathLst>
                <a:path extrusionOk="0" h="5623" w="9504">
                  <a:moveTo>
                    <a:pt x="8762" y="2671"/>
                  </a:moveTo>
                  <a:cubicBezTo>
                    <a:pt x="8991" y="2835"/>
                    <a:pt x="9132" y="3097"/>
                    <a:pt x="9132" y="3380"/>
                  </a:cubicBezTo>
                  <a:cubicBezTo>
                    <a:pt x="9132" y="3662"/>
                    <a:pt x="8991" y="3923"/>
                    <a:pt x="8762" y="4089"/>
                  </a:cubicBezTo>
                  <a:lnTo>
                    <a:pt x="8762" y="2671"/>
                  </a:lnTo>
                  <a:close/>
                  <a:moveTo>
                    <a:pt x="6883" y="3577"/>
                  </a:moveTo>
                  <a:lnTo>
                    <a:pt x="6883" y="4296"/>
                  </a:lnTo>
                  <a:lnTo>
                    <a:pt x="709" y="4296"/>
                  </a:lnTo>
                  <a:lnTo>
                    <a:pt x="709" y="3577"/>
                  </a:lnTo>
                  <a:close/>
                  <a:moveTo>
                    <a:pt x="7641" y="2321"/>
                  </a:moveTo>
                  <a:lnTo>
                    <a:pt x="7641" y="4403"/>
                  </a:lnTo>
                  <a:lnTo>
                    <a:pt x="7253" y="4120"/>
                  </a:lnTo>
                  <a:lnTo>
                    <a:pt x="7253" y="3352"/>
                  </a:lnTo>
                  <a:cubicBezTo>
                    <a:pt x="7253" y="3097"/>
                    <a:pt x="7226" y="2848"/>
                    <a:pt x="7172" y="2607"/>
                  </a:cubicBezTo>
                  <a:lnTo>
                    <a:pt x="7641" y="2321"/>
                  </a:lnTo>
                  <a:close/>
                  <a:moveTo>
                    <a:pt x="8201" y="1827"/>
                  </a:moveTo>
                  <a:cubicBezTo>
                    <a:pt x="8306" y="1827"/>
                    <a:pt x="8392" y="1912"/>
                    <a:pt x="8392" y="2017"/>
                  </a:cubicBezTo>
                  <a:lnTo>
                    <a:pt x="8392" y="4740"/>
                  </a:lnTo>
                  <a:cubicBezTo>
                    <a:pt x="8390" y="4844"/>
                    <a:pt x="8305" y="4929"/>
                    <a:pt x="8201" y="4929"/>
                  </a:cubicBezTo>
                  <a:cubicBezTo>
                    <a:pt x="8096" y="4929"/>
                    <a:pt x="8012" y="4844"/>
                    <a:pt x="8012" y="4740"/>
                  </a:cubicBezTo>
                  <a:lnTo>
                    <a:pt x="8012" y="2017"/>
                  </a:lnTo>
                  <a:cubicBezTo>
                    <a:pt x="8012" y="1912"/>
                    <a:pt x="8096" y="1827"/>
                    <a:pt x="8201" y="1827"/>
                  </a:cubicBezTo>
                  <a:close/>
                  <a:moveTo>
                    <a:pt x="7068" y="4666"/>
                  </a:moveTo>
                  <a:cubicBezTo>
                    <a:pt x="7428" y="4666"/>
                    <a:pt x="7730" y="4915"/>
                    <a:pt x="7814" y="5250"/>
                  </a:cubicBezTo>
                  <a:lnTo>
                    <a:pt x="667" y="5250"/>
                  </a:lnTo>
                  <a:cubicBezTo>
                    <a:pt x="506" y="5250"/>
                    <a:pt x="375" y="5119"/>
                    <a:pt x="375" y="4959"/>
                  </a:cubicBezTo>
                  <a:cubicBezTo>
                    <a:pt x="375" y="4797"/>
                    <a:pt x="506" y="4666"/>
                    <a:pt x="667" y="4666"/>
                  </a:cubicBezTo>
                  <a:close/>
                  <a:moveTo>
                    <a:pt x="2964" y="0"/>
                  </a:moveTo>
                  <a:cubicBezTo>
                    <a:pt x="2948" y="0"/>
                    <a:pt x="2932" y="2"/>
                    <a:pt x="2916" y="7"/>
                  </a:cubicBezTo>
                  <a:cubicBezTo>
                    <a:pt x="1396" y="404"/>
                    <a:pt x="333" y="1780"/>
                    <a:pt x="333" y="3354"/>
                  </a:cubicBezTo>
                  <a:lnTo>
                    <a:pt x="333" y="4385"/>
                  </a:lnTo>
                  <a:cubicBezTo>
                    <a:pt x="134" y="4501"/>
                    <a:pt x="1" y="4714"/>
                    <a:pt x="1" y="4961"/>
                  </a:cubicBezTo>
                  <a:cubicBezTo>
                    <a:pt x="1" y="5326"/>
                    <a:pt x="297" y="5623"/>
                    <a:pt x="663" y="5623"/>
                  </a:cubicBezTo>
                  <a:lnTo>
                    <a:pt x="8018" y="5623"/>
                  </a:lnTo>
                  <a:cubicBezTo>
                    <a:pt x="8121" y="5623"/>
                    <a:pt x="8204" y="5541"/>
                    <a:pt x="8204" y="5437"/>
                  </a:cubicBezTo>
                  <a:cubicBezTo>
                    <a:pt x="8204" y="5391"/>
                    <a:pt x="8201" y="5346"/>
                    <a:pt x="8196" y="5301"/>
                  </a:cubicBezTo>
                  <a:lnTo>
                    <a:pt x="8198" y="5301"/>
                  </a:lnTo>
                  <a:cubicBezTo>
                    <a:pt x="8507" y="5301"/>
                    <a:pt x="8759" y="5050"/>
                    <a:pt x="8759" y="4741"/>
                  </a:cubicBezTo>
                  <a:lnTo>
                    <a:pt x="8759" y="4516"/>
                  </a:lnTo>
                  <a:cubicBezTo>
                    <a:pt x="9210" y="4309"/>
                    <a:pt x="9503" y="3867"/>
                    <a:pt x="9503" y="3379"/>
                  </a:cubicBezTo>
                  <a:cubicBezTo>
                    <a:pt x="9503" y="2892"/>
                    <a:pt x="9210" y="2450"/>
                    <a:pt x="8761" y="2242"/>
                  </a:cubicBezTo>
                  <a:lnTo>
                    <a:pt x="8761" y="2018"/>
                  </a:lnTo>
                  <a:cubicBezTo>
                    <a:pt x="8761" y="1709"/>
                    <a:pt x="8509" y="1457"/>
                    <a:pt x="8200" y="1457"/>
                  </a:cubicBezTo>
                  <a:cubicBezTo>
                    <a:pt x="7941" y="1457"/>
                    <a:pt x="7722" y="1634"/>
                    <a:pt x="7659" y="1874"/>
                  </a:cubicBezTo>
                  <a:lnTo>
                    <a:pt x="7068" y="2237"/>
                  </a:lnTo>
                  <a:cubicBezTo>
                    <a:pt x="6701" y="1160"/>
                    <a:pt x="5816" y="305"/>
                    <a:pt x="4669" y="7"/>
                  </a:cubicBezTo>
                  <a:cubicBezTo>
                    <a:pt x="4653" y="2"/>
                    <a:pt x="4637" y="0"/>
                    <a:pt x="4622" y="0"/>
                  </a:cubicBezTo>
                  <a:cubicBezTo>
                    <a:pt x="4539" y="0"/>
                    <a:pt x="4464" y="56"/>
                    <a:pt x="4442" y="139"/>
                  </a:cubicBezTo>
                  <a:cubicBezTo>
                    <a:pt x="4416" y="238"/>
                    <a:pt x="4476" y="340"/>
                    <a:pt x="4574" y="366"/>
                  </a:cubicBezTo>
                  <a:cubicBezTo>
                    <a:pt x="5885" y="707"/>
                    <a:pt x="6813" y="1864"/>
                    <a:pt x="6876" y="3206"/>
                  </a:cubicBezTo>
                  <a:lnTo>
                    <a:pt x="709" y="3206"/>
                  </a:lnTo>
                  <a:cubicBezTo>
                    <a:pt x="772" y="1862"/>
                    <a:pt x="1701" y="707"/>
                    <a:pt x="3010" y="366"/>
                  </a:cubicBezTo>
                  <a:cubicBezTo>
                    <a:pt x="3110" y="340"/>
                    <a:pt x="3169" y="238"/>
                    <a:pt x="3142" y="139"/>
                  </a:cubicBezTo>
                  <a:cubicBezTo>
                    <a:pt x="3120" y="55"/>
                    <a:pt x="3046" y="0"/>
                    <a:pt x="29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2"/>
            <p:cNvSpPr/>
            <p:nvPr/>
          </p:nvSpPr>
          <p:spPr>
            <a:xfrm>
              <a:off x="6961968" y="2866261"/>
              <a:ext cx="12151" cy="12119"/>
            </a:xfrm>
            <a:custGeom>
              <a:rect b="b" l="l" r="r" t="t"/>
              <a:pathLst>
                <a:path extrusionOk="0" h="372" w="373">
                  <a:moveTo>
                    <a:pt x="186" y="0"/>
                  </a:moveTo>
                  <a:cubicBezTo>
                    <a:pt x="82" y="0"/>
                    <a:pt x="1" y="83"/>
                    <a:pt x="1" y="186"/>
                  </a:cubicBezTo>
                  <a:cubicBezTo>
                    <a:pt x="1" y="290"/>
                    <a:pt x="84" y="371"/>
                    <a:pt x="186" y="371"/>
                  </a:cubicBezTo>
                  <a:cubicBezTo>
                    <a:pt x="290" y="371"/>
                    <a:pt x="372" y="288"/>
                    <a:pt x="372" y="186"/>
                  </a:cubicBezTo>
                  <a:cubicBezTo>
                    <a:pt x="372" y="84"/>
                    <a:pt x="289" y="1"/>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72"/>
          <p:cNvGrpSpPr/>
          <p:nvPr/>
        </p:nvGrpSpPr>
        <p:grpSpPr>
          <a:xfrm>
            <a:off x="7570744" y="2804820"/>
            <a:ext cx="309910" cy="309486"/>
            <a:chOff x="7570744" y="2804820"/>
            <a:chExt cx="309910" cy="309486"/>
          </a:xfrm>
        </p:grpSpPr>
        <p:sp>
          <p:nvSpPr>
            <p:cNvPr id="7747" name="Google Shape;7747;p72"/>
            <p:cNvSpPr/>
            <p:nvPr/>
          </p:nvSpPr>
          <p:spPr>
            <a:xfrm>
              <a:off x="7571102" y="2804820"/>
              <a:ext cx="309551" cy="139562"/>
            </a:xfrm>
            <a:custGeom>
              <a:rect b="b" l="l" r="r" t="t"/>
              <a:pathLst>
                <a:path extrusionOk="0" h="4284" w="9502">
                  <a:moveTo>
                    <a:pt x="5753" y="372"/>
                  </a:moveTo>
                  <a:lnTo>
                    <a:pt x="6296" y="639"/>
                  </a:lnTo>
                  <a:cubicBezTo>
                    <a:pt x="6321" y="652"/>
                    <a:pt x="6351" y="658"/>
                    <a:pt x="6378" y="658"/>
                  </a:cubicBezTo>
                  <a:lnTo>
                    <a:pt x="7059" y="658"/>
                  </a:lnTo>
                  <a:lnTo>
                    <a:pt x="7417" y="945"/>
                  </a:lnTo>
                  <a:lnTo>
                    <a:pt x="2303" y="945"/>
                  </a:lnTo>
                  <a:lnTo>
                    <a:pt x="3171" y="580"/>
                  </a:lnTo>
                  <a:lnTo>
                    <a:pt x="4180" y="580"/>
                  </a:lnTo>
                  <a:cubicBezTo>
                    <a:pt x="4199" y="580"/>
                    <a:pt x="4217" y="578"/>
                    <a:pt x="4234" y="573"/>
                  </a:cubicBezTo>
                  <a:lnTo>
                    <a:pt x="4895" y="372"/>
                  </a:lnTo>
                  <a:close/>
                  <a:moveTo>
                    <a:pt x="8943" y="1315"/>
                  </a:moveTo>
                  <a:cubicBezTo>
                    <a:pt x="9045" y="1315"/>
                    <a:pt x="9129" y="1399"/>
                    <a:pt x="9129" y="1501"/>
                  </a:cubicBezTo>
                  <a:cubicBezTo>
                    <a:pt x="9129" y="1604"/>
                    <a:pt x="9045" y="1687"/>
                    <a:pt x="8943" y="1687"/>
                  </a:cubicBezTo>
                  <a:lnTo>
                    <a:pt x="5584" y="1687"/>
                  </a:lnTo>
                  <a:cubicBezTo>
                    <a:pt x="5482" y="1687"/>
                    <a:pt x="5398" y="1769"/>
                    <a:pt x="5398" y="1873"/>
                  </a:cubicBezTo>
                  <a:cubicBezTo>
                    <a:pt x="5398" y="1975"/>
                    <a:pt x="5480" y="2058"/>
                    <a:pt x="5584" y="2058"/>
                  </a:cubicBezTo>
                  <a:lnTo>
                    <a:pt x="8757" y="2058"/>
                  </a:lnTo>
                  <a:lnTo>
                    <a:pt x="8757" y="3477"/>
                  </a:lnTo>
                  <a:cubicBezTo>
                    <a:pt x="8757" y="3718"/>
                    <a:pt x="8561" y="3915"/>
                    <a:pt x="8320" y="3915"/>
                  </a:cubicBezTo>
                  <a:lnTo>
                    <a:pt x="7068" y="3915"/>
                  </a:lnTo>
                  <a:lnTo>
                    <a:pt x="7068" y="3787"/>
                  </a:lnTo>
                  <a:cubicBezTo>
                    <a:pt x="7068" y="3685"/>
                    <a:pt x="6985" y="3601"/>
                    <a:pt x="6882" y="3601"/>
                  </a:cubicBezTo>
                  <a:cubicBezTo>
                    <a:pt x="6780" y="3601"/>
                    <a:pt x="6695" y="3684"/>
                    <a:pt x="6695" y="3787"/>
                  </a:cubicBezTo>
                  <a:lnTo>
                    <a:pt x="6695" y="3915"/>
                  </a:lnTo>
                  <a:lnTo>
                    <a:pt x="4936" y="3915"/>
                  </a:lnTo>
                  <a:lnTo>
                    <a:pt x="4936" y="3787"/>
                  </a:lnTo>
                  <a:cubicBezTo>
                    <a:pt x="4936" y="3685"/>
                    <a:pt x="4854" y="3601"/>
                    <a:pt x="4750" y="3601"/>
                  </a:cubicBezTo>
                  <a:cubicBezTo>
                    <a:pt x="4646" y="3601"/>
                    <a:pt x="4563" y="3684"/>
                    <a:pt x="4563" y="3787"/>
                  </a:cubicBezTo>
                  <a:lnTo>
                    <a:pt x="4563" y="3915"/>
                  </a:lnTo>
                  <a:lnTo>
                    <a:pt x="2802" y="3915"/>
                  </a:lnTo>
                  <a:lnTo>
                    <a:pt x="2802" y="3787"/>
                  </a:lnTo>
                  <a:cubicBezTo>
                    <a:pt x="2802" y="3685"/>
                    <a:pt x="2721" y="3601"/>
                    <a:pt x="2617" y="3601"/>
                  </a:cubicBezTo>
                  <a:cubicBezTo>
                    <a:pt x="2514" y="3601"/>
                    <a:pt x="2430" y="3684"/>
                    <a:pt x="2430" y="3787"/>
                  </a:cubicBezTo>
                  <a:lnTo>
                    <a:pt x="2430" y="3915"/>
                  </a:lnTo>
                  <a:lnTo>
                    <a:pt x="1179" y="3915"/>
                  </a:lnTo>
                  <a:cubicBezTo>
                    <a:pt x="938" y="3915"/>
                    <a:pt x="742" y="3718"/>
                    <a:pt x="742" y="3477"/>
                  </a:cubicBezTo>
                  <a:lnTo>
                    <a:pt x="742" y="2058"/>
                  </a:lnTo>
                  <a:lnTo>
                    <a:pt x="3914" y="2058"/>
                  </a:lnTo>
                  <a:cubicBezTo>
                    <a:pt x="4017" y="2058"/>
                    <a:pt x="4100" y="1976"/>
                    <a:pt x="4100" y="1873"/>
                  </a:cubicBezTo>
                  <a:cubicBezTo>
                    <a:pt x="4100" y="1770"/>
                    <a:pt x="4018" y="1687"/>
                    <a:pt x="3914" y="1687"/>
                  </a:cubicBezTo>
                  <a:lnTo>
                    <a:pt x="555" y="1687"/>
                  </a:lnTo>
                  <a:cubicBezTo>
                    <a:pt x="454" y="1687"/>
                    <a:pt x="370" y="1604"/>
                    <a:pt x="370" y="1501"/>
                  </a:cubicBezTo>
                  <a:cubicBezTo>
                    <a:pt x="372" y="1397"/>
                    <a:pt x="455" y="1315"/>
                    <a:pt x="557" y="1315"/>
                  </a:cubicBezTo>
                  <a:close/>
                  <a:moveTo>
                    <a:pt x="4870" y="1"/>
                  </a:moveTo>
                  <a:cubicBezTo>
                    <a:pt x="4851" y="1"/>
                    <a:pt x="4834" y="3"/>
                    <a:pt x="4817" y="8"/>
                  </a:cubicBezTo>
                  <a:lnTo>
                    <a:pt x="4155" y="208"/>
                  </a:lnTo>
                  <a:lnTo>
                    <a:pt x="3137" y="208"/>
                  </a:lnTo>
                  <a:cubicBezTo>
                    <a:pt x="3111" y="208"/>
                    <a:pt x="3088" y="213"/>
                    <a:pt x="3064" y="223"/>
                  </a:cubicBezTo>
                  <a:lnTo>
                    <a:pt x="1346" y="941"/>
                  </a:lnTo>
                  <a:lnTo>
                    <a:pt x="559" y="941"/>
                  </a:lnTo>
                  <a:cubicBezTo>
                    <a:pt x="253" y="941"/>
                    <a:pt x="3" y="1192"/>
                    <a:pt x="3" y="1499"/>
                  </a:cubicBezTo>
                  <a:cubicBezTo>
                    <a:pt x="0" y="1742"/>
                    <a:pt x="156" y="1949"/>
                    <a:pt x="372" y="2025"/>
                  </a:cubicBezTo>
                  <a:lnTo>
                    <a:pt x="372" y="3475"/>
                  </a:lnTo>
                  <a:cubicBezTo>
                    <a:pt x="372" y="3920"/>
                    <a:pt x="735" y="4283"/>
                    <a:pt x="1182" y="4283"/>
                  </a:cubicBezTo>
                  <a:lnTo>
                    <a:pt x="8322" y="4283"/>
                  </a:lnTo>
                  <a:cubicBezTo>
                    <a:pt x="8768" y="4283"/>
                    <a:pt x="9131" y="3921"/>
                    <a:pt x="9131" y="3475"/>
                  </a:cubicBezTo>
                  <a:lnTo>
                    <a:pt x="9131" y="2025"/>
                  </a:lnTo>
                  <a:cubicBezTo>
                    <a:pt x="9348" y="1949"/>
                    <a:pt x="9502" y="1742"/>
                    <a:pt x="9502" y="1500"/>
                  </a:cubicBezTo>
                  <a:cubicBezTo>
                    <a:pt x="9502" y="1193"/>
                    <a:pt x="9251" y="944"/>
                    <a:pt x="8945" y="944"/>
                  </a:cubicBezTo>
                  <a:lnTo>
                    <a:pt x="8017" y="944"/>
                  </a:lnTo>
                  <a:lnTo>
                    <a:pt x="7242" y="327"/>
                  </a:lnTo>
                  <a:cubicBezTo>
                    <a:pt x="7209" y="300"/>
                    <a:pt x="7169" y="286"/>
                    <a:pt x="7127" y="286"/>
                  </a:cubicBezTo>
                  <a:lnTo>
                    <a:pt x="6423" y="286"/>
                  </a:lnTo>
                  <a:lnTo>
                    <a:pt x="5880" y="19"/>
                  </a:lnTo>
                  <a:cubicBezTo>
                    <a:pt x="5855" y="5"/>
                    <a:pt x="5826" y="1"/>
                    <a:pt x="5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2"/>
            <p:cNvSpPr/>
            <p:nvPr/>
          </p:nvSpPr>
          <p:spPr>
            <a:xfrm>
              <a:off x="7570744" y="3037619"/>
              <a:ext cx="307532" cy="76687"/>
            </a:xfrm>
            <a:custGeom>
              <a:rect b="b" l="l" r="r" t="t"/>
              <a:pathLst>
                <a:path extrusionOk="0" h="2354" w="9440">
                  <a:moveTo>
                    <a:pt x="3173" y="696"/>
                  </a:moveTo>
                  <a:lnTo>
                    <a:pt x="3830" y="1982"/>
                  </a:lnTo>
                  <a:lnTo>
                    <a:pt x="576" y="1982"/>
                  </a:lnTo>
                  <a:lnTo>
                    <a:pt x="1101" y="1305"/>
                  </a:lnTo>
                  <a:lnTo>
                    <a:pt x="1965" y="1305"/>
                  </a:lnTo>
                  <a:cubicBezTo>
                    <a:pt x="2035" y="1305"/>
                    <a:pt x="2099" y="1265"/>
                    <a:pt x="2130" y="1204"/>
                  </a:cubicBezTo>
                  <a:lnTo>
                    <a:pt x="2391" y="696"/>
                  </a:lnTo>
                  <a:close/>
                  <a:moveTo>
                    <a:pt x="5829" y="371"/>
                  </a:moveTo>
                  <a:lnTo>
                    <a:pt x="6372" y="981"/>
                  </a:lnTo>
                  <a:cubicBezTo>
                    <a:pt x="6407" y="1021"/>
                    <a:pt x="6457" y="1044"/>
                    <a:pt x="6510" y="1044"/>
                  </a:cubicBezTo>
                  <a:lnTo>
                    <a:pt x="7253" y="1044"/>
                  </a:lnTo>
                  <a:lnTo>
                    <a:pt x="7659" y="1468"/>
                  </a:lnTo>
                  <a:cubicBezTo>
                    <a:pt x="7694" y="1505"/>
                    <a:pt x="7742" y="1526"/>
                    <a:pt x="7793" y="1526"/>
                  </a:cubicBezTo>
                  <a:lnTo>
                    <a:pt x="8373" y="1526"/>
                  </a:lnTo>
                  <a:lnTo>
                    <a:pt x="8806" y="1985"/>
                  </a:lnTo>
                  <a:lnTo>
                    <a:pt x="4247" y="1985"/>
                  </a:lnTo>
                  <a:lnTo>
                    <a:pt x="4247" y="1982"/>
                  </a:lnTo>
                  <a:lnTo>
                    <a:pt x="3830" y="1168"/>
                  </a:lnTo>
                  <a:lnTo>
                    <a:pt x="4702" y="371"/>
                  </a:lnTo>
                  <a:close/>
                  <a:moveTo>
                    <a:pt x="4631" y="0"/>
                  </a:moveTo>
                  <a:cubicBezTo>
                    <a:pt x="4586" y="0"/>
                    <a:pt x="4540" y="17"/>
                    <a:pt x="4505" y="49"/>
                  </a:cubicBezTo>
                  <a:lnTo>
                    <a:pt x="3656" y="825"/>
                  </a:lnTo>
                  <a:lnTo>
                    <a:pt x="3451" y="426"/>
                  </a:lnTo>
                  <a:cubicBezTo>
                    <a:pt x="3420" y="364"/>
                    <a:pt x="3356" y="325"/>
                    <a:pt x="3287" y="325"/>
                  </a:cubicBezTo>
                  <a:lnTo>
                    <a:pt x="2278" y="325"/>
                  </a:lnTo>
                  <a:cubicBezTo>
                    <a:pt x="2209" y="325"/>
                    <a:pt x="2145" y="364"/>
                    <a:pt x="2114" y="426"/>
                  </a:cubicBezTo>
                  <a:lnTo>
                    <a:pt x="1853" y="934"/>
                  </a:lnTo>
                  <a:lnTo>
                    <a:pt x="1010" y="934"/>
                  </a:lnTo>
                  <a:cubicBezTo>
                    <a:pt x="953" y="934"/>
                    <a:pt x="899" y="960"/>
                    <a:pt x="864" y="1006"/>
                  </a:cubicBezTo>
                  <a:lnTo>
                    <a:pt x="52" y="2055"/>
                  </a:lnTo>
                  <a:cubicBezTo>
                    <a:pt x="9" y="2111"/>
                    <a:pt x="1" y="2187"/>
                    <a:pt x="32" y="2250"/>
                  </a:cubicBezTo>
                  <a:cubicBezTo>
                    <a:pt x="63" y="2315"/>
                    <a:pt x="128" y="2353"/>
                    <a:pt x="199" y="2353"/>
                  </a:cubicBezTo>
                  <a:lnTo>
                    <a:pt x="9240" y="2353"/>
                  </a:lnTo>
                  <a:cubicBezTo>
                    <a:pt x="9316" y="2353"/>
                    <a:pt x="9382" y="2309"/>
                    <a:pt x="9411" y="2241"/>
                  </a:cubicBezTo>
                  <a:cubicBezTo>
                    <a:pt x="9439" y="2173"/>
                    <a:pt x="9427" y="2095"/>
                    <a:pt x="9376" y="2040"/>
                  </a:cubicBezTo>
                  <a:lnTo>
                    <a:pt x="8589" y="1212"/>
                  </a:lnTo>
                  <a:cubicBezTo>
                    <a:pt x="8553" y="1176"/>
                    <a:pt x="8505" y="1155"/>
                    <a:pt x="8454" y="1155"/>
                  </a:cubicBezTo>
                  <a:lnTo>
                    <a:pt x="7873" y="1155"/>
                  </a:lnTo>
                  <a:lnTo>
                    <a:pt x="7468" y="731"/>
                  </a:lnTo>
                  <a:cubicBezTo>
                    <a:pt x="7432" y="694"/>
                    <a:pt x="7384" y="673"/>
                    <a:pt x="7334" y="673"/>
                  </a:cubicBezTo>
                  <a:lnTo>
                    <a:pt x="6595" y="673"/>
                  </a:lnTo>
                  <a:lnTo>
                    <a:pt x="6054" y="63"/>
                  </a:lnTo>
                  <a:cubicBezTo>
                    <a:pt x="6018" y="23"/>
                    <a:pt x="5969" y="0"/>
                    <a:pt x="59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2"/>
            <p:cNvSpPr/>
            <p:nvPr/>
          </p:nvSpPr>
          <p:spPr>
            <a:xfrm>
              <a:off x="7811850" y="2961061"/>
              <a:ext cx="12151" cy="23651"/>
            </a:xfrm>
            <a:custGeom>
              <a:rect b="b" l="l" r="r" t="t"/>
              <a:pathLst>
                <a:path extrusionOk="0" h="726" w="373">
                  <a:moveTo>
                    <a:pt x="187" y="1"/>
                  </a:moveTo>
                  <a:cubicBezTo>
                    <a:pt x="85" y="1"/>
                    <a:pt x="1" y="83"/>
                    <a:pt x="1" y="187"/>
                  </a:cubicBezTo>
                  <a:lnTo>
                    <a:pt x="1" y="539"/>
                  </a:lnTo>
                  <a:cubicBezTo>
                    <a:pt x="1" y="642"/>
                    <a:pt x="84" y="726"/>
                    <a:pt x="187" y="726"/>
                  </a:cubicBezTo>
                  <a:cubicBezTo>
                    <a:pt x="289" y="723"/>
                    <a:pt x="373" y="642"/>
                    <a:pt x="373" y="539"/>
                  </a:cubicBezTo>
                  <a:lnTo>
                    <a:pt x="373" y="187"/>
                  </a:lnTo>
                  <a:cubicBezTo>
                    <a:pt x="373" y="84"/>
                    <a:pt x="291"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2"/>
            <p:cNvSpPr/>
            <p:nvPr/>
          </p:nvSpPr>
          <p:spPr>
            <a:xfrm>
              <a:off x="7636746" y="2953960"/>
              <a:ext cx="12151" cy="23619"/>
            </a:xfrm>
            <a:custGeom>
              <a:rect b="b" l="l" r="r" t="t"/>
              <a:pathLst>
                <a:path extrusionOk="0" h="725" w="373">
                  <a:moveTo>
                    <a:pt x="187" y="1"/>
                  </a:moveTo>
                  <a:cubicBezTo>
                    <a:pt x="83" y="1"/>
                    <a:pt x="1" y="85"/>
                    <a:pt x="1" y="186"/>
                  </a:cubicBezTo>
                  <a:lnTo>
                    <a:pt x="1" y="538"/>
                  </a:lnTo>
                  <a:cubicBezTo>
                    <a:pt x="1" y="641"/>
                    <a:pt x="83" y="725"/>
                    <a:pt x="187" y="725"/>
                  </a:cubicBezTo>
                  <a:cubicBezTo>
                    <a:pt x="289" y="725"/>
                    <a:pt x="373" y="642"/>
                    <a:pt x="373" y="538"/>
                  </a:cubicBezTo>
                  <a:lnTo>
                    <a:pt x="373" y="186"/>
                  </a:lnTo>
                  <a:cubicBezTo>
                    <a:pt x="373" y="85"/>
                    <a:pt x="290"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2"/>
            <p:cNvSpPr/>
            <p:nvPr/>
          </p:nvSpPr>
          <p:spPr>
            <a:xfrm>
              <a:off x="7719883" y="2972138"/>
              <a:ext cx="12151" cy="35086"/>
            </a:xfrm>
            <a:custGeom>
              <a:rect b="b" l="l" r="r" t="t"/>
              <a:pathLst>
                <a:path extrusionOk="0" h="1077" w="373">
                  <a:moveTo>
                    <a:pt x="187" y="0"/>
                  </a:moveTo>
                  <a:cubicBezTo>
                    <a:pt x="83" y="0"/>
                    <a:pt x="1" y="83"/>
                    <a:pt x="1" y="187"/>
                  </a:cubicBezTo>
                  <a:lnTo>
                    <a:pt x="1" y="890"/>
                  </a:lnTo>
                  <a:cubicBezTo>
                    <a:pt x="1" y="993"/>
                    <a:pt x="83" y="1077"/>
                    <a:pt x="187" y="1077"/>
                  </a:cubicBezTo>
                  <a:cubicBezTo>
                    <a:pt x="289" y="1077"/>
                    <a:pt x="372" y="994"/>
                    <a:pt x="372" y="890"/>
                  </a:cubicBezTo>
                  <a:lnTo>
                    <a:pt x="372" y="187"/>
                  </a:lnTo>
                  <a:cubicBezTo>
                    <a:pt x="372" y="84"/>
                    <a:pt x="291"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2"/>
            <p:cNvSpPr/>
            <p:nvPr/>
          </p:nvSpPr>
          <p:spPr>
            <a:xfrm>
              <a:off x="7659485" y="2975721"/>
              <a:ext cx="43947" cy="43133"/>
            </a:xfrm>
            <a:custGeom>
              <a:rect b="b" l="l" r="r" t="t"/>
              <a:pathLst>
                <a:path extrusionOk="0" h="1324" w="1349">
                  <a:moveTo>
                    <a:pt x="704" y="372"/>
                  </a:moveTo>
                  <a:cubicBezTo>
                    <a:pt x="718" y="373"/>
                    <a:pt x="744" y="380"/>
                    <a:pt x="765" y="407"/>
                  </a:cubicBezTo>
                  <a:lnTo>
                    <a:pt x="917" y="596"/>
                  </a:lnTo>
                  <a:cubicBezTo>
                    <a:pt x="943" y="630"/>
                    <a:pt x="942" y="679"/>
                    <a:pt x="914" y="711"/>
                  </a:cubicBezTo>
                  <a:lnTo>
                    <a:pt x="725" y="922"/>
                  </a:lnTo>
                  <a:cubicBezTo>
                    <a:pt x="701" y="948"/>
                    <a:pt x="674" y="952"/>
                    <a:pt x="659" y="952"/>
                  </a:cubicBezTo>
                  <a:cubicBezTo>
                    <a:pt x="645" y="952"/>
                    <a:pt x="616" y="948"/>
                    <a:pt x="592" y="923"/>
                  </a:cubicBezTo>
                  <a:lnTo>
                    <a:pt x="402" y="721"/>
                  </a:lnTo>
                  <a:cubicBezTo>
                    <a:pt x="380" y="696"/>
                    <a:pt x="376" y="668"/>
                    <a:pt x="377" y="655"/>
                  </a:cubicBezTo>
                  <a:cubicBezTo>
                    <a:pt x="380" y="640"/>
                    <a:pt x="383" y="613"/>
                    <a:pt x="409" y="592"/>
                  </a:cubicBezTo>
                  <a:lnTo>
                    <a:pt x="637" y="394"/>
                  </a:lnTo>
                  <a:cubicBezTo>
                    <a:pt x="658" y="376"/>
                    <a:pt x="680" y="372"/>
                    <a:pt x="696" y="372"/>
                  </a:cubicBezTo>
                  <a:close/>
                  <a:moveTo>
                    <a:pt x="692" y="1"/>
                  </a:moveTo>
                  <a:cubicBezTo>
                    <a:pt x="583" y="1"/>
                    <a:pt x="478" y="40"/>
                    <a:pt x="393" y="113"/>
                  </a:cubicBezTo>
                  <a:lnTo>
                    <a:pt x="166" y="310"/>
                  </a:lnTo>
                  <a:cubicBezTo>
                    <a:pt x="71" y="393"/>
                    <a:pt x="14" y="508"/>
                    <a:pt x="8" y="635"/>
                  </a:cubicBezTo>
                  <a:cubicBezTo>
                    <a:pt x="0" y="763"/>
                    <a:pt x="44" y="883"/>
                    <a:pt x="131" y="974"/>
                  </a:cubicBezTo>
                  <a:lnTo>
                    <a:pt x="323" y="1178"/>
                  </a:lnTo>
                  <a:cubicBezTo>
                    <a:pt x="409" y="1271"/>
                    <a:pt x="533" y="1323"/>
                    <a:pt x="659" y="1323"/>
                  </a:cubicBezTo>
                  <a:lnTo>
                    <a:pt x="665" y="1323"/>
                  </a:lnTo>
                  <a:cubicBezTo>
                    <a:pt x="793" y="1321"/>
                    <a:pt x="917" y="1266"/>
                    <a:pt x="1003" y="1169"/>
                  </a:cubicBezTo>
                  <a:lnTo>
                    <a:pt x="1191" y="959"/>
                  </a:lnTo>
                  <a:cubicBezTo>
                    <a:pt x="1341" y="791"/>
                    <a:pt x="1349" y="541"/>
                    <a:pt x="1208" y="365"/>
                  </a:cubicBezTo>
                  <a:lnTo>
                    <a:pt x="1056" y="174"/>
                  </a:lnTo>
                  <a:cubicBezTo>
                    <a:pt x="977" y="77"/>
                    <a:pt x="864" y="15"/>
                    <a:pt x="738" y="3"/>
                  </a:cubicBezTo>
                  <a:cubicBezTo>
                    <a:pt x="723" y="2"/>
                    <a:pt x="707" y="1"/>
                    <a:pt x="6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2"/>
            <p:cNvSpPr/>
            <p:nvPr/>
          </p:nvSpPr>
          <p:spPr>
            <a:xfrm>
              <a:off x="7753112" y="2958586"/>
              <a:ext cx="40624" cy="40038"/>
            </a:xfrm>
            <a:custGeom>
              <a:rect b="b" l="l" r="r" t="t"/>
              <a:pathLst>
                <a:path extrusionOk="0" h="1229" w="1247">
                  <a:moveTo>
                    <a:pt x="620" y="372"/>
                  </a:moveTo>
                  <a:cubicBezTo>
                    <a:pt x="671" y="374"/>
                    <a:pt x="719" y="398"/>
                    <a:pt x="753" y="436"/>
                  </a:cubicBezTo>
                  <a:lnTo>
                    <a:pt x="817" y="510"/>
                  </a:lnTo>
                  <a:cubicBezTo>
                    <a:pt x="853" y="550"/>
                    <a:pt x="868" y="599"/>
                    <a:pt x="863" y="651"/>
                  </a:cubicBezTo>
                  <a:cubicBezTo>
                    <a:pt x="858" y="702"/>
                    <a:pt x="833" y="747"/>
                    <a:pt x="793" y="781"/>
                  </a:cubicBezTo>
                  <a:lnTo>
                    <a:pt x="748" y="817"/>
                  </a:lnTo>
                  <a:cubicBezTo>
                    <a:pt x="714" y="845"/>
                    <a:pt x="673" y="858"/>
                    <a:pt x="632" y="858"/>
                  </a:cubicBezTo>
                  <a:cubicBezTo>
                    <a:pt x="587" y="858"/>
                    <a:pt x="542" y="842"/>
                    <a:pt x="505" y="810"/>
                  </a:cubicBezTo>
                  <a:lnTo>
                    <a:pt x="435" y="747"/>
                  </a:lnTo>
                  <a:cubicBezTo>
                    <a:pt x="395" y="713"/>
                    <a:pt x="373" y="663"/>
                    <a:pt x="372" y="610"/>
                  </a:cubicBezTo>
                  <a:cubicBezTo>
                    <a:pt x="372" y="556"/>
                    <a:pt x="393" y="508"/>
                    <a:pt x="430" y="472"/>
                  </a:cubicBezTo>
                  <a:lnTo>
                    <a:pt x="482" y="422"/>
                  </a:lnTo>
                  <a:cubicBezTo>
                    <a:pt x="517" y="390"/>
                    <a:pt x="561" y="372"/>
                    <a:pt x="610" y="372"/>
                  </a:cubicBezTo>
                  <a:close/>
                  <a:moveTo>
                    <a:pt x="610" y="0"/>
                  </a:moveTo>
                  <a:cubicBezTo>
                    <a:pt x="469" y="0"/>
                    <a:pt x="335" y="54"/>
                    <a:pt x="230" y="152"/>
                  </a:cubicBezTo>
                  <a:lnTo>
                    <a:pt x="179" y="200"/>
                  </a:lnTo>
                  <a:cubicBezTo>
                    <a:pt x="65" y="307"/>
                    <a:pt x="1" y="458"/>
                    <a:pt x="2" y="614"/>
                  </a:cubicBezTo>
                  <a:cubicBezTo>
                    <a:pt x="4" y="770"/>
                    <a:pt x="72" y="919"/>
                    <a:pt x="188" y="1024"/>
                  </a:cubicBezTo>
                  <a:lnTo>
                    <a:pt x="258" y="1086"/>
                  </a:lnTo>
                  <a:cubicBezTo>
                    <a:pt x="363" y="1182"/>
                    <a:pt x="498" y="1229"/>
                    <a:pt x="630" y="1229"/>
                  </a:cubicBezTo>
                  <a:cubicBezTo>
                    <a:pt x="753" y="1229"/>
                    <a:pt x="876" y="1189"/>
                    <a:pt x="978" y="1107"/>
                  </a:cubicBezTo>
                  <a:lnTo>
                    <a:pt x="1023" y="1071"/>
                  </a:lnTo>
                  <a:cubicBezTo>
                    <a:pt x="1144" y="975"/>
                    <a:pt x="1217" y="839"/>
                    <a:pt x="1232" y="686"/>
                  </a:cubicBezTo>
                  <a:cubicBezTo>
                    <a:pt x="1247" y="532"/>
                    <a:pt x="1199" y="385"/>
                    <a:pt x="1099" y="269"/>
                  </a:cubicBezTo>
                  <a:lnTo>
                    <a:pt x="1034" y="195"/>
                  </a:lnTo>
                  <a:cubicBezTo>
                    <a:pt x="934" y="79"/>
                    <a:pt x="795" y="9"/>
                    <a:pt x="641" y="1"/>
                  </a:cubicBezTo>
                  <a:cubicBezTo>
                    <a:pt x="631" y="1"/>
                    <a:pt x="621" y="0"/>
                    <a:pt x="6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2"/>
            <p:cNvSpPr/>
            <p:nvPr/>
          </p:nvSpPr>
          <p:spPr>
            <a:xfrm>
              <a:off x="7589932" y="3009602"/>
              <a:ext cx="46488" cy="43980"/>
            </a:xfrm>
            <a:custGeom>
              <a:rect b="b" l="l" r="r" t="t"/>
              <a:pathLst>
                <a:path extrusionOk="0" h="1350" w="1427">
                  <a:moveTo>
                    <a:pt x="603" y="383"/>
                  </a:moveTo>
                  <a:lnTo>
                    <a:pt x="1030" y="616"/>
                  </a:lnTo>
                  <a:lnTo>
                    <a:pt x="819" y="970"/>
                  </a:lnTo>
                  <a:lnTo>
                    <a:pt x="393" y="803"/>
                  </a:lnTo>
                  <a:lnTo>
                    <a:pt x="603" y="383"/>
                  </a:lnTo>
                  <a:close/>
                  <a:moveTo>
                    <a:pt x="591" y="1"/>
                  </a:moveTo>
                  <a:cubicBezTo>
                    <a:pt x="556" y="1"/>
                    <a:pt x="522" y="6"/>
                    <a:pt x="489" y="17"/>
                  </a:cubicBezTo>
                  <a:cubicBezTo>
                    <a:pt x="399" y="44"/>
                    <a:pt x="326" y="108"/>
                    <a:pt x="284" y="191"/>
                  </a:cubicBezTo>
                  <a:lnTo>
                    <a:pt x="47" y="667"/>
                  </a:lnTo>
                  <a:cubicBezTo>
                    <a:pt x="3" y="752"/>
                    <a:pt x="0" y="852"/>
                    <a:pt x="34" y="943"/>
                  </a:cubicBezTo>
                  <a:cubicBezTo>
                    <a:pt x="68" y="1032"/>
                    <a:pt x="140" y="1103"/>
                    <a:pt x="229" y="1139"/>
                  </a:cubicBezTo>
                  <a:lnTo>
                    <a:pt x="705" y="1327"/>
                  </a:lnTo>
                  <a:cubicBezTo>
                    <a:pt x="747" y="1342"/>
                    <a:pt x="789" y="1350"/>
                    <a:pt x="831" y="1350"/>
                  </a:cubicBezTo>
                  <a:cubicBezTo>
                    <a:pt x="947" y="1350"/>
                    <a:pt x="1061" y="1290"/>
                    <a:pt x="1124" y="1184"/>
                  </a:cubicBezTo>
                  <a:lnTo>
                    <a:pt x="1364" y="786"/>
                  </a:lnTo>
                  <a:cubicBezTo>
                    <a:pt x="1413" y="705"/>
                    <a:pt x="1426" y="609"/>
                    <a:pt x="1401" y="520"/>
                  </a:cubicBezTo>
                  <a:cubicBezTo>
                    <a:pt x="1378" y="428"/>
                    <a:pt x="1317" y="351"/>
                    <a:pt x="1234" y="306"/>
                  </a:cubicBezTo>
                  <a:lnTo>
                    <a:pt x="756" y="43"/>
                  </a:lnTo>
                  <a:cubicBezTo>
                    <a:pt x="705" y="15"/>
                    <a:pt x="648" y="1"/>
                    <a:pt x="5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2"/>
            <p:cNvSpPr/>
            <p:nvPr/>
          </p:nvSpPr>
          <p:spPr>
            <a:xfrm>
              <a:off x="7818691" y="3005497"/>
              <a:ext cx="46456" cy="43882"/>
            </a:xfrm>
            <a:custGeom>
              <a:rect b="b" l="l" r="r" t="t"/>
              <a:pathLst>
                <a:path extrusionOk="0" h="1347" w="1426">
                  <a:moveTo>
                    <a:pt x="606" y="376"/>
                  </a:moveTo>
                  <a:lnTo>
                    <a:pt x="1031" y="541"/>
                  </a:lnTo>
                  <a:lnTo>
                    <a:pt x="823" y="962"/>
                  </a:lnTo>
                  <a:lnTo>
                    <a:pt x="393" y="730"/>
                  </a:lnTo>
                  <a:lnTo>
                    <a:pt x="606" y="376"/>
                  </a:lnTo>
                  <a:close/>
                  <a:moveTo>
                    <a:pt x="594" y="0"/>
                  </a:moveTo>
                  <a:cubicBezTo>
                    <a:pt x="477" y="0"/>
                    <a:pt x="363" y="61"/>
                    <a:pt x="299" y="168"/>
                  </a:cubicBezTo>
                  <a:lnTo>
                    <a:pt x="61" y="567"/>
                  </a:lnTo>
                  <a:cubicBezTo>
                    <a:pt x="14" y="647"/>
                    <a:pt x="0" y="744"/>
                    <a:pt x="24" y="833"/>
                  </a:cubicBezTo>
                  <a:cubicBezTo>
                    <a:pt x="50" y="920"/>
                    <a:pt x="109" y="998"/>
                    <a:pt x="192" y="1043"/>
                  </a:cubicBezTo>
                  <a:lnTo>
                    <a:pt x="673" y="1305"/>
                  </a:lnTo>
                  <a:cubicBezTo>
                    <a:pt x="723" y="1332"/>
                    <a:pt x="780" y="1347"/>
                    <a:pt x="836" y="1347"/>
                  </a:cubicBezTo>
                  <a:cubicBezTo>
                    <a:pt x="872" y="1347"/>
                    <a:pt x="906" y="1342"/>
                    <a:pt x="940" y="1331"/>
                  </a:cubicBezTo>
                  <a:cubicBezTo>
                    <a:pt x="1029" y="1303"/>
                    <a:pt x="1102" y="1239"/>
                    <a:pt x="1144" y="1155"/>
                  </a:cubicBezTo>
                  <a:lnTo>
                    <a:pt x="1378" y="679"/>
                  </a:lnTo>
                  <a:cubicBezTo>
                    <a:pt x="1420" y="594"/>
                    <a:pt x="1425" y="494"/>
                    <a:pt x="1391" y="404"/>
                  </a:cubicBezTo>
                  <a:cubicBezTo>
                    <a:pt x="1355" y="315"/>
                    <a:pt x="1284" y="243"/>
                    <a:pt x="1195" y="208"/>
                  </a:cubicBezTo>
                  <a:lnTo>
                    <a:pt x="718" y="24"/>
                  </a:lnTo>
                  <a:cubicBezTo>
                    <a:pt x="678" y="8"/>
                    <a:pt x="636" y="0"/>
                    <a:pt x="5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2"/>
            <p:cNvSpPr/>
            <p:nvPr/>
          </p:nvSpPr>
          <p:spPr>
            <a:xfrm>
              <a:off x="7615603" y="2902943"/>
              <a:ext cx="12151" cy="15083"/>
            </a:xfrm>
            <a:custGeom>
              <a:rect b="b" l="l" r="r" t="t"/>
              <a:pathLst>
                <a:path extrusionOk="0" h="463" w="373">
                  <a:moveTo>
                    <a:pt x="187" y="1"/>
                  </a:moveTo>
                  <a:cubicBezTo>
                    <a:pt x="84" y="1"/>
                    <a:pt x="0" y="82"/>
                    <a:pt x="0" y="186"/>
                  </a:cubicBezTo>
                  <a:lnTo>
                    <a:pt x="0" y="276"/>
                  </a:lnTo>
                  <a:cubicBezTo>
                    <a:pt x="0" y="379"/>
                    <a:pt x="83" y="463"/>
                    <a:pt x="187" y="463"/>
                  </a:cubicBezTo>
                  <a:cubicBezTo>
                    <a:pt x="288" y="463"/>
                    <a:pt x="372" y="380"/>
                    <a:pt x="372" y="276"/>
                  </a:cubicBezTo>
                  <a:lnTo>
                    <a:pt x="372" y="186"/>
                  </a:lnTo>
                  <a:cubicBezTo>
                    <a:pt x="372" y="84"/>
                    <a:pt x="288"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2"/>
            <p:cNvSpPr/>
            <p:nvPr/>
          </p:nvSpPr>
          <p:spPr>
            <a:xfrm>
              <a:off x="7685025" y="2902943"/>
              <a:ext cx="12151" cy="15083"/>
            </a:xfrm>
            <a:custGeom>
              <a:rect b="b" l="l" r="r" t="t"/>
              <a:pathLst>
                <a:path extrusionOk="0" h="463" w="373">
                  <a:moveTo>
                    <a:pt x="187" y="1"/>
                  </a:moveTo>
                  <a:cubicBezTo>
                    <a:pt x="85" y="1"/>
                    <a:pt x="1" y="82"/>
                    <a:pt x="1" y="186"/>
                  </a:cubicBezTo>
                  <a:lnTo>
                    <a:pt x="1" y="276"/>
                  </a:lnTo>
                  <a:cubicBezTo>
                    <a:pt x="1" y="379"/>
                    <a:pt x="84" y="463"/>
                    <a:pt x="187" y="463"/>
                  </a:cubicBezTo>
                  <a:cubicBezTo>
                    <a:pt x="289" y="463"/>
                    <a:pt x="373" y="380"/>
                    <a:pt x="373" y="276"/>
                  </a:cubicBezTo>
                  <a:lnTo>
                    <a:pt x="373" y="186"/>
                  </a:lnTo>
                  <a:cubicBezTo>
                    <a:pt x="373" y="84"/>
                    <a:pt x="290"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2"/>
            <p:cNvSpPr/>
            <p:nvPr/>
          </p:nvSpPr>
          <p:spPr>
            <a:xfrm>
              <a:off x="7754513" y="2902943"/>
              <a:ext cx="12151" cy="15083"/>
            </a:xfrm>
            <a:custGeom>
              <a:rect b="b" l="l" r="r" t="t"/>
              <a:pathLst>
                <a:path extrusionOk="0" h="463" w="373">
                  <a:moveTo>
                    <a:pt x="187" y="1"/>
                  </a:moveTo>
                  <a:cubicBezTo>
                    <a:pt x="85" y="1"/>
                    <a:pt x="1" y="82"/>
                    <a:pt x="1" y="186"/>
                  </a:cubicBezTo>
                  <a:lnTo>
                    <a:pt x="1" y="276"/>
                  </a:lnTo>
                  <a:cubicBezTo>
                    <a:pt x="1" y="379"/>
                    <a:pt x="84" y="463"/>
                    <a:pt x="187" y="463"/>
                  </a:cubicBezTo>
                  <a:cubicBezTo>
                    <a:pt x="289" y="463"/>
                    <a:pt x="373" y="380"/>
                    <a:pt x="373" y="276"/>
                  </a:cubicBezTo>
                  <a:lnTo>
                    <a:pt x="373" y="186"/>
                  </a:lnTo>
                  <a:cubicBezTo>
                    <a:pt x="373" y="84"/>
                    <a:pt x="291"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2"/>
            <p:cNvSpPr/>
            <p:nvPr/>
          </p:nvSpPr>
          <p:spPr>
            <a:xfrm>
              <a:off x="7823969" y="2902943"/>
              <a:ext cx="12151" cy="15083"/>
            </a:xfrm>
            <a:custGeom>
              <a:rect b="b" l="l" r="r" t="t"/>
              <a:pathLst>
                <a:path extrusionOk="0" h="463" w="373">
                  <a:moveTo>
                    <a:pt x="187" y="1"/>
                  </a:moveTo>
                  <a:cubicBezTo>
                    <a:pt x="85" y="1"/>
                    <a:pt x="1" y="82"/>
                    <a:pt x="1" y="186"/>
                  </a:cubicBezTo>
                  <a:lnTo>
                    <a:pt x="1" y="276"/>
                  </a:lnTo>
                  <a:cubicBezTo>
                    <a:pt x="1" y="379"/>
                    <a:pt x="84" y="463"/>
                    <a:pt x="187" y="463"/>
                  </a:cubicBezTo>
                  <a:cubicBezTo>
                    <a:pt x="289" y="463"/>
                    <a:pt x="373" y="380"/>
                    <a:pt x="373" y="276"/>
                  </a:cubicBezTo>
                  <a:lnTo>
                    <a:pt x="373" y="186"/>
                  </a:lnTo>
                  <a:cubicBezTo>
                    <a:pt x="373" y="84"/>
                    <a:pt x="291"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2"/>
            <p:cNvSpPr/>
            <p:nvPr/>
          </p:nvSpPr>
          <p:spPr>
            <a:xfrm>
              <a:off x="7719753" y="2859713"/>
              <a:ext cx="12184" cy="12151"/>
            </a:xfrm>
            <a:custGeom>
              <a:rect b="b" l="l" r="r" t="t"/>
              <a:pathLst>
                <a:path extrusionOk="0" h="373" w="374">
                  <a:moveTo>
                    <a:pt x="187" y="0"/>
                  </a:moveTo>
                  <a:cubicBezTo>
                    <a:pt x="83" y="0"/>
                    <a:pt x="0" y="84"/>
                    <a:pt x="0" y="187"/>
                  </a:cubicBezTo>
                  <a:cubicBezTo>
                    <a:pt x="0" y="290"/>
                    <a:pt x="83" y="372"/>
                    <a:pt x="187" y="372"/>
                  </a:cubicBezTo>
                  <a:cubicBezTo>
                    <a:pt x="291" y="372"/>
                    <a:pt x="373" y="288"/>
                    <a:pt x="373" y="187"/>
                  </a:cubicBezTo>
                  <a:cubicBezTo>
                    <a:pt x="373" y="84"/>
                    <a:pt x="291"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72"/>
          <p:cNvGrpSpPr/>
          <p:nvPr/>
        </p:nvGrpSpPr>
        <p:grpSpPr>
          <a:xfrm>
            <a:off x="1265238" y="3551366"/>
            <a:ext cx="309551" cy="309519"/>
            <a:chOff x="1265238" y="3551366"/>
            <a:chExt cx="309551" cy="309519"/>
          </a:xfrm>
        </p:grpSpPr>
        <p:sp>
          <p:nvSpPr>
            <p:cNvPr id="7762" name="Google Shape;7762;p72"/>
            <p:cNvSpPr/>
            <p:nvPr/>
          </p:nvSpPr>
          <p:spPr>
            <a:xfrm>
              <a:off x="1265238" y="3551366"/>
              <a:ext cx="309551" cy="309519"/>
            </a:xfrm>
            <a:custGeom>
              <a:rect b="b" l="l" r="r" t="t"/>
              <a:pathLst>
                <a:path extrusionOk="0" h="9501" w="9502">
                  <a:moveTo>
                    <a:pt x="4750" y="371"/>
                  </a:moveTo>
                  <a:cubicBezTo>
                    <a:pt x="4783" y="371"/>
                    <a:pt x="4864" y="380"/>
                    <a:pt x="4912" y="464"/>
                  </a:cubicBezTo>
                  <a:lnTo>
                    <a:pt x="5832" y="2059"/>
                  </a:lnTo>
                  <a:cubicBezTo>
                    <a:pt x="5881" y="2143"/>
                    <a:pt x="5847" y="2218"/>
                    <a:pt x="5832" y="2245"/>
                  </a:cubicBezTo>
                  <a:cubicBezTo>
                    <a:pt x="5816" y="2272"/>
                    <a:pt x="5768" y="2338"/>
                    <a:pt x="5671" y="2338"/>
                  </a:cubicBezTo>
                  <a:lnTo>
                    <a:pt x="3830" y="2338"/>
                  </a:lnTo>
                  <a:cubicBezTo>
                    <a:pt x="3733" y="2338"/>
                    <a:pt x="3684" y="2274"/>
                    <a:pt x="3669" y="2245"/>
                  </a:cubicBezTo>
                  <a:cubicBezTo>
                    <a:pt x="3654" y="2218"/>
                    <a:pt x="3620" y="2143"/>
                    <a:pt x="3669" y="2059"/>
                  </a:cubicBezTo>
                  <a:lnTo>
                    <a:pt x="4589" y="464"/>
                  </a:lnTo>
                  <a:cubicBezTo>
                    <a:pt x="4638" y="380"/>
                    <a:pt x="4718" y="371"/>
                    <a:pt x="4750" y="371"/>
                  </a:cubicBezTo>
                  <a:close/>
                  <a:moveTo>
                    <a:pt x="2467" y="2710"/>
                  </a:moveTo>
                  <a:lnTo>
                    <a:pt x="372" y="4805"/>
                  </a:lnTo>
                  <a:lnTo>
                    <a:pt x="372" y="2710"/>
                  </a:lnTo>
                  <a:close/>
                  <a:moveTo>
                    <a:pt x="7067" y="2710"/>
                  </a:moveTo>
                  <a:lnTo>
                    <a:pt x="4210" y="5567"/>
                  </a:lnTo>
                  <a:lnTo>
                    <a:pt x="2434" y="5567"/>
                  </a:lnTo>
                  <a:lnTo>
                    <a:pt x="3242" y="4759"/>
                  </a:lnTo>
                  <a:cubicBezTo>
                    <a:pt x="3314" y="4687"/>
                    <a:pt x="3314" y="4569"/>
                    <a:pt x="3242" y="4497"/>
                  </a:cubicBezTo>
                  <a:cubicBezTo>
                    <a:pt x="3206" y="4461"/>
                    <a:pt x="3158" y="4443"/>
                    <a:pt x="3111" y="4443"/>
                  </a:cubicBezTo>
                  <a:cubicBezTo>
                    <a:pt x="3064" y="4443"/>
                    <a:pt x="3016" y="4461"/>
                    <a:pt x="2980" y="4497"/>
                  </a:cubicBezTo>
                  <a:lnTo>
                    <a:pt x="1910" y="5567"/>
                  </a:lnTo>
                  <a:lnTo>
                    <a:pt x="372" y="5567"/>
                  </a:lnTo>
                  <a:lnTo>
                    <a:pt x="372" y="5329"/>
                  </a:lnTo>
                  <a:cubicBezTo>
                    <a:pt x="373" y="5328"/>
                    <a:pt x="376" y="5326"/>
                    <a:pt x="377" y="5325"/>
                  </a:cubicBezTo>
                  <a:lnTo>
                    <a:pt x="2992" y="2710"/>
                  </a:lnTo>
                  <a:lnTo>
                    <a:pt x="4767" y="2710"/>
                  </a:lnTo>
                  <a:lnTo>
                    <a:pt x="4155" y="3322"/>
                  </a:lnTo>
                  <a:cubicBezTo>
                    <a:pt x="4084" y="3393"/>
                    <a:pt x="4084" y="3511"/>
                    <a:pt x="4155" y="3584"/>
                  </a:cubicBezTo>
                  <a:cubicBezTo>
                    <a:pt x="4192" y="3620"/>
                    <a:pt x="4239" y="3637"/>
                    <a:pt x="4286" y="3637"/>
                  </a:cubicBezTo>
                  <a:cubicBezTo>
                    <a:pt x="4335" y="3637"/>
                    <a:pt x="4383" y="3618"/>
                    <a:pt x="4418" y="3584"/>
                  </a:cubicBezTo>
                  <a:lnTo>
                    <a:pt x="5291" y="2710"/>
                  </a:lnTo>
                  <a:close/>
                  <a:moveTo>
                    <a:pt x="9129" y="2710"/>
                  </a:moveTo>
                  <a:lnTo>
                    <a:pt x="9129" y="2947"/>
                  </a:lnTo>
                  <a:lnTo>
                    <a:pt x="6509" y="5567"/>
                  </a:lnTo>
                  <a:lnTo>
                    <a:pt x="4735" y="5567"/>
                  </a:lnTo>
                  <a:lnTo>
                    <a:pt x="7593" y="2710"/>
                  </a:lnTo>
                  <a:close/>
                  <a:moveTo>
                    <a:pt x="9129" y="3472"/>
                  </a:moveTo>
                  <a:lnTo>
                    <a:pt x="9129" y="5567"/>
                  </a:lnTo>
                  <a:lnTo>
                    <a:pt x="7034" y="5567"/>
                  </a:lnTo>
                  <a:lnTo>
                    <a:pt x="9129" y="3472"/>
                  </a:lnTo>
                  <a:close/>
                  <a:moveTo>
                    <a:pt x="2005" y="5938"/>
                  </a:moveTo>
                  <a:lnTo>
                    <a:pt x="2005" y="8314"/>
                  </a:lnTo>
                  <a:lnTo>
                    <a:pt x="1373" y="8314"/>
                  </a:lnTo>
                  <a:lnTo>
                    <a:pt x="1373" y="5938"/>
                  </a:lnTo>
                  <a:close/>
                  <a:moveTo>
                    <a:pt x="8132" y="5938"/>
                  </a:moveTo>
                  <a:lnTo>
                    <a:pt x="8132" y="8314"/>
                  </a:lnTo>
                  <a:lnTo>
                    <a:pt x="7500" y="8314"/>
                  </a:lnTo>
                  <a:lnTo>
                    <a:pt x="7500" y="5938"/>
                  </a:lnTo>
                  <a:close/>
                  <a:moveTo>
                    <a:pt x="2320" y="8683"/>
                  </a:moveTo>
                  <a:lnTo>
                    <a:pt x="2320" y="9129"/>
                  </a:lnTo>
                  <a:lnTo>
                    <a:pt x="1059" y="9129"/>
                  </a:lnTo>
                  <a:lnTo>
                    <a:pt x="1059" y="8683"/>
                  </a:lnTo>
                  <a:close/>
                  <a:moveTo>
                    <a:pt x="8447" y="8683"/>
                  </a:moveTo>
                  <a:lnTo>
                    <a:pt x="8447" y="9129"/>
                  </a:lnTo>
                  <a:lnTo>
                    <a:pt x="7186" y="9129"/>
                  </a:lnTo>
                  <a:lnTo>
                    <a:pt x="7186" y="8683"/>
                  </a:lnTo>
                  <a:close/>
                  <a:moveTo>
                    <a:pt x="4750" y="1"/>
                  </a:moveTo>
                  <a:cubicBezTo>
                    <a:pt x="4549" y="1"/>
                    <a:pt x="4369" y="104"/>
                    <a:pt x="4269" y="280"/>
                  </a:cubicBezTo>
                  <a:lnTo>
                    <a:pt x="3348" y="1874"/>
                  </a:lnTo>
                  <a:cubicBezTo>
                    <a:pt x="3264" y="2019"/>
                    <a:pt x="3251" y="2186"/>
                    <a:pt x="3305" y="2339"/>
                  </a:cubicBezTo>
                  <a:lnTo>
                    <a:pt x="187" y="2339"/>
                  </a:lnTo>
                  <a:cubicBezTo>
                    <a:pt x="84" y="2339"/>
                    <a:pt x="1" y="2422"/>
                    <a:pt x="1" y="2526"/>
                  </a:cubicBezTo>
                  <a:lnTo>
                    <a:pt x="1" y="5753"/>
                  </a:lnTo>
                  <a:cubicBezTo>
                    <a:pt x="1" y="5855"/>
                    <a:pt x="83" y="5939"/>
                    <a:pt x="187" y="5939"/>
                  </a:cubicBezTo>
                  <a:lnTo>
                    <a:pt x="1003" y="5939"/>
                  </a:lnTo>
                  <a:lnTo>
                    <a:pt x="1003" y="8314"/>
                  </a:lnTo>
                  <a:lnTo>
                    <a:pt x="873" y="8314"/>
                  </a:lnTo>
                  <a:cubicBezTo>
                    <a:pt x="771" y="8314"/>
                    <a:pt x="687" y="8395"/>
                    <a:pt x="687" y="8499"/>
                  </a:cubicBezTo>
                  <a:lnTo>
                    <a:pt x="687" y="9315"/>
                  </a:lnTo>
                  <a:cubicBezTo>
                    <a:pt x="687" y="9417"/>
                    <a:pt x="770" y="9501"/>
                    <a:pt x="873" y="9501"/>
                  </a:cubicBezTo>
                  <a:lnTo>
                    <a:pt x="2507" y="9501"/>
                  </a:lnTo>
                  <a:cubicBezTo>
                    <a:pt x="2608" y="9501"/>
                    <a:pt x="2692" y="9419"/>
                    <a:pt x="2692" y="9315"/>
                  </a:cubicBezTo>
                  <a:lnTo>
                    <a:pt x="2692" y="8499"/>
                  </a:lnTo>
                  <a:cubicBezTo>
                    <a:pt x="2692" y="8397"/>
                    <a:pt x="2609" y="8314"/>
                    <a:pt x="2507" y="8314"/>
                  </a:cubicBezTo>
                  <a:lnTo>
                    <a:pt x="2377" y="8314"/>
                  </a:lnTo>
                  <a:lnTo>
                    <a:pt x="2377" y="5938"/>
                  </a:lnTo>
                  <a:lnTo>
                    <a:pt x="7132" y="5938"/>
                  </a:lnTo>
                  <a:lnTo>
                    <a:pt x="7132" y="8314"/>
                  </a:lnTo>
                  <a:lnTo>
                    <a:pt x="7001" y="8314"/>
                  </a:lnTo>
                  <a:cubicBezTo>
                    <a:pt x="6898" y="8314"/>
                    <a:pt x="6814" y="8395"/>
                    <a:pt x="6814" y="8499"/>
                  </a:cubicBezTo>
                  <a:lnTo>
                    <a:pt x="6814" y="9315"/>
                  </a:lnTo>
                  <a:cubicBezTo>
                    <a:pt x="6814" y="9417"/>
                    <a:pt x="6897" y="9501"/>
                    <a:pt x="7001" y="9501"/>
                  </a:cubicBezTo>
                  <a:lnTo>
                    <a:pt x="8633" y="9501"/>
                  </a:lnTo>
                  <a:cubicBezTo>
                    <a:pt x="8736" y="9501"/>
                    <a:pt x="8819" y="9419"/>
                    <a:pt x="8819" y="9315"/>
                  </a:cubicBezTo>
                  <a:lnTo>
                    <a:pt x="8819" y="8499"/>
                  </a:lnTo>
                  <a:cubicBezTo>
                    <a:pt x="8819" y="8397"/>
                    <a:pt x="8737" y="8314"/>
                    <a:pt x="8633" y="8314"/>
                  </a:cubicBezTo>
                  <a:lnTo>
                    <a:pt x="8504" y="8314"/>
                  </a:lnTo>
                  <a:lnTo>
                    <a:pt x="8504" y="5938"/>
                  </a:lnTo>
                  <a:lnTo>
                    <a:pt x="9316" y="5938"/>
                  </a:lnTo>
                  <a:cubicBezTo>
                    <a:pt x="9418" y="5938"/>
                    <a:pt x="9501" y="5855"/>
                    <a:pt x="9501" y="5752"/>
                  </a:cubicBezTo>
                  <a:lnTo>
                    <a:pt x="9501" y="2524"/>
                  </a:lnTo>
                  <a:cubicBezTo>
                    <a:pt x="9500" y="2422"/>
                    <a:pt x="9418" y="2338"/>
                    <a:pt x="9316" y="2338"/>
                  </a:cubicBezTo>
                  <a:lnTo>
                    <a:pt x="6196" y="2338"/>
                  </a:lnTo>
                  <a:cubicBezTo>
                    <a:pt x="6252" y="2186"/>
                    <a:pt x="6237" y="2019"/>
                    <a:pt x="6153" y="1873"/>
                  </a:cubicBezTo>
                  <a:lnTo>
                    <a:pt x="5232" y="280"/>
                  </a:lnTo>
                  <a:cubicBezTo>
                    <a:pt x="5132" y="106"/>
                    <a:pt x="4951" y="1"/>
                    <a:pt x="47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2"/>
            <p:cNvSpPr/>
            <p:nvPr/>
          </p:nvSpPr>
          <p:spPr>
            <a:xfrm>
              <a:off x="1413954" y="3578112"/>
              <a:ext cx="12119" cy="19579"/>
            </a:xfrm>
            <a:custGeom>
              <a:rect b="b" l="l" r="r" t="t"/>
              <a:pathLst>
                <a:path extrusionOk="0" h="601" w="372">
                  <a:moveTo>
                    <a:pt x="185" y="0"/>
                  </a:moveTo>
                  <a:cubicBezTo>
                    <a:pt x="82" y="0"/>
                    <a:pt x="0" y="83"/>
                    <a:pt x="0" y="187"/>
                  </a:cubicBezTo>
                  <a:lnTo>
                    <a:pt x="0" y="414"/>
                  </a:lnTo>
                  <a:cubicBezTo>
                    <a:pt x="0" y="517"/>
                    <a:pt x="84" y="600"/>
                    <a:pt x="185" y="600"/>
                  </a:cubicBezTo>
                  <a:cubicBezTo>
                    <a:pt x="288" y="600"/>
                    <a:pt x="372" y="518"/>
                    <a:pt x="372" y="414"/>
                  </a:cubicBezTo>
                  <a:lnTo>
                    <a:pt x="372" y="187"/>
                  </a:lnTo>
                  <a:cubicBezTo>
                    <a:pt x="372" y="84"/>
                    <a:pt x="289" y="0"/>
                    <a:pt x="1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2"/>
            <p:cNvSpPr/>
            <p:nvPr/>
          </p:nvSpPr>
          <p:spPr>
            <a:xfrm>
              <a:off x="1414020" y="3606715"/>
              <a:ext cx="12151" cy="12119"/>
            </a:xfrm>
            <a:custGeom>
              <a:rect b="b" l="l" r="r" t="t"/>
              <a:pathLst>
                <a:path extrusionOk="0" h="372" w="373">
                  <a:moveTo>
                    <a:pt x="187" y="0"/>
                  </a:moveTo>
                  <a:cubicBezTo>
                    <a:pt x="83" y="0"/>
                    <a:pt x="0" y="84"/>
                    <a:pt x="0" y="185"/>
                  </a:cubicBezTo>
                  <a:cubicBezTo>
                    <a:pt x="0" y="289"/>
                    <a:pt x="84" y="372"/>
                    <a:pt x="187" y="372"/>
                  </a:cubicBezTo>
                  <a:cubicBezTo>
                    <a:pt x="289" y="372"/>
                    <a:pt x="372" y="288"/>
                    <a:pt x="372" y="185"/>
                  </a:cubicBezTo>
                  <a:cubicBezTo>
                    <a:pt x="372" y="83"/>
                    <a:pt x="288"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2"/>
            <p:cNvSpPr/>
            <p:nvPr/>
          </p:nvSpPr>
          <p:spPr>
            <a:xfrm>
              <a:off x="1379716" y="3676789"/>
              <a:ext cx="12151" cy="12151"/>
            </a:xfrm>
            <a:custGeom>
              <a:rect b="b" l="l" r="r" t="t"/>
              <a:pathLst>
                <a:path extrusionOk="0" h="373" w="373">
                  <a:moveTo>
                    <a:pt x="187" y="1"/>
                  </a:moveTo>
                  <a:cubicBezTo>
                    <a:pt x="83" y="1"/>
                    <a:pt x="0" y="85"/>
                    <a:pt x="0" y="186"/>
                  </a:cubicBezTo>
                  <a:cubicBezTo>
                    <a:pt x="0" y="290"/>
                    <a:pt x="84" y="373"/>
                    <a:pt x="187" y="373"/>
                  </a:cubicBezTo>
                  <a:cubicBezTo>
                    <a:pt x="289" y="373"/>
                    <a:pt x="372" y="289"/>
                    <a:pt x="372" y="186"/>
                  </a:cubicBezTo>
                  <a:cubicBezTo>
                    <a:pt x="372" y="85"/>
                    <a:pt x="289" y="2"/>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72"/>
          <p:cNvGrpSpPr/>
          <p:nvPr/>
        </p:nvGrpSpPr>
        <p:grpSpPr>
          <a:xfrm>
            <a:off x="1971323" y="3551431"/>
            <a:ext cx="309617" cy="309389"/>
            <a:chOff x="1971323" y="3551431"/>
            <a:chExt cx="309617" cy="309389"/>
          </a:xfrm>
        </p:grpSpPr>
        <p:sp>
          <p:nvSpPr>
            <p:cNvPr id="7767" name="Google Shape;7767;p72"/>
            <p:cNvSpPr/>
            <p:nvPr/>
          </p:nvSpPr>
          <p:spPr>
            <a:xfrm>
              <a:off x="1971323" y="3551431"/>
              <a:ext cx="165526" cy="170902"/>
            </a:xfrm>
            <a:custGeom>
              <a:rect b="b" l="l" r="r" t="t"/>
              <a:pathLst>
                <a:path extrusionOk="0" h="5246" w="5081">
                  <a:moveTo>
                    <a:pt x="3473" y="397"/>
                  </a:moveTo>
                  <a:lnTo>
                    <a:pt x="4500" y="942"/>
                  </a:lnTo>
                  <a:lnTo>
                    <a:pt x="3393" y="1582"/>
                  </a:lnTo>
                  <a:lnTo>
                    <a:pt x="2634" y="881"/>
                  </a:lnTo>
                  <a:lnTo>
                    <a:pt x="3473" y="397"/>
                  </a:lnTo>
                  <a:close/>
                  <a:moveTo>
                    <a:pt x="2298" y="1075"/>
                  </a:moveTo>
                  <a:lnTo>
                    <a:pt x="3055" y="1776"/>
                  </a:lnTo>
                  <a:lnTo>
                    <a:pt x="1830" y="2483"/>
                  </a:lnTo>
                  <a:lnTo>
                    <a:pt x="1602" y="1477"/>
                  </a:lnTo>
                  <a:lnTo>
                    <a:pt x="2298" y="1075"/>
                  </a:lnTo>
                  <a:close/>
                  <a:moveTo>
                    <a:pt x="1267" y="1671"/>
                  </a:moveTo>
                  <a:lnTo>
                    <a:pt x="1494" y="2677"/>
                  </a:lnTo>
                  <a:lnTo>
                    <a:pt x="387" y="3317"/>
                  </a:lnTo>
                  <a:lnTo>
                    <a:pt x="428" y="2155"/>
                  </a:lnTo>
                  <a:lnTo>
                    <a:pt x="1267" y="1671"/>
                  </a:lnTo>
                  <a:close/>
                  <a:moveTo>
                    <a:pt x="4629" y="1296"/>
                  </a:moveTo>
                  <a:lnTo>
                    <a:pt x="4100" y="4212"/>
                  </a:lnTo>
                  <a:lnTo>
                    <a:pt x="3577" y="1903"/>
                  </a:lnTo>
                  <a:lnTo>
                    <a:pt x="4629" y="1296"/>
                  </a:lnTo>
                  <a:close/>
                  <a:moveTo>
                    <a:pt x="3242" y="2097"/>
                  </a:moveTo>
                  <a:lnTo>
                    <a:pt x="3768" y="4423"/>
                  </a:lnTo>
                  <a:lnTo>
                    <a:pt x="2017" y="2804"/>
                  </a:lnTo>
                  <a:lnTo>
                    <a:pt x="3242" y="2097"/>
                  </a:lnTo>
                  <a:close/>
                  <a:moveTo>
                    <a:pt x="1680" y="2998"/>
                  </a:moveTo>
                  <a:lnTo>
                    <a:pt x="3419" y="4605"/>
                  </a:lnTo>
                  <a:lnTo>
                    <a:pt x="3419" y="4605"/>
                  </a:lnTo>
                  <a:lnTo>
                    <a:pt x="628" y="3605"/>
                  </a:lnTo>
                  <a:lnTo>
                    <a:pt x="1680" y="2998"/>
                  </a:lnTo>
                  <a:close/>
                  <a:moveTo>
                    <a:pt x="3471" y="0"/>
                  </a:moveTo>
                  <a:cubicBezTo>
                    <a:pt x="3438" y="0"/>
                    <a:pt x="3406" y="9"/>
                    <a:pt x="3378" y="25"/>
                  </a:cubicBezTo>
                  <a:lnTo>
                    <a:pt x="152" y="1887"/>
                  </a:lnTo>
                  <a:cubicBezTo>
                    <a:pt x="98" y="1918"/>
                    <a:pt x="62" y="1977"/>
                    <a:pt x="59" y="2042"/>
                  </a:cubicBezTo>
                  <a:lnTo>
                    <a:pt x="4" y="3640"/>
                  </a:lnTo>
                  <a:cubicBezTo>
                    <a:pt x="0" y="3721"/>
                    <a:pt x="51" y="3794"/>
                    <a:pt x="126" y="3821"/>
                  </a:cubicBezTo>
                  <a:lnTo>
                    <a:pt x="4073" y="5235"/>
                  </a:lnTo>
                  <a:cubicBezTo>
                    <a:pt x="4092" y="5242"/>
                    <a:pt x="4113" y="5245"/>
                    <a:pt x="4134" y="5245"/>
                  </a:cubicBezTo>
                  <a:cubicBezTo>
                    <a:pt x="4168" y="5245"/>
                    <a:pt x="4199" y="5238"/>
                    <a:pt x="4227" y="5221"/>
                  </a:cubicBezTo>
                  <a:cubicBezTo>
                    <a:pt x="4275" y="5193"/>
                    <a:pt x="4307" y="5148"/>
                    <a:pt x="4318" y="5093"/>
                  </a:cubicBezTo>
                  <a:lnTo>
                    <a:pt x="5066" y="969"/>
                  </a:lnTo>
                  <a:cubicBezTo>
                    <a:pt x="5080" y="889"/>
                    <a:pt x="5040" y="811"/>
                    <a:pt x="4970" y="772"/>
                  </a:cubicBezTo>
                  <a:lnTo>
                    <a:pt x="3557" y="22"/>
                  </a:lnTo>
                  <a:cubicBezTo>
                    <a:pt x="3530" y="7"/>
                    <a:pt x="3500" y="0"/>
                    <a:pt x="34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2"/>
            <p:cNvSpPr/>
            <p:nvPr/>
          </p:nvSpPr>
          <p:spPr>
            <a:xfrm>
              <a:off x="2086745" y="3666951"/>
              <a:ext cx="194194" cy="193869"/>
            </a:xfrm>
            <a:custGeom>
              <a:rect b="b" l="l" r="r" t="t"/>
              <a:pathLst>
                <a:path extrusionOk="0" h="5951" w="5961">
                  <a:moveTo>
                    <a:pt x="5326" y="372"/>
                  </a:moveTo>
                  <a:lnTo>
                    <a:pt x="3521" y="2176"/>
                  </a:lnTo>
                  <a:lnTo>
                    <a:pt x="2962" y="372"/>
                  </a:lnTo>
                  <a:close/>
                  <a:moveTo>
                    <a:pt x="5587" y="635"/>
                  </a:moveTo>
                  <a:lnTo>
                    <a:pt x="5587" y="3000"/>
                  </a:lnTo>
                  <a:lnTo>
                    <a:pt x="3783" y="2440"/>
                  </a:lnTo>
                  <a:lnTo>
                    <a:pt x="5587" y="635"/>
                  </a:lnTo>
                  <a:close/>
                  <a:moveTo>
                    <a:pt x="3487" y="2734"/>
                  </a:moveTo>
                  <a:lnTo>
                    <a:pt x="5346" y="3310"/>
                  </a:lnTo>
                  <a:lnTo>
                    <a:pt x="1956" y="5563"/>
                  </a:lnTo>
                  <a:lnTo>
                    <a:pt x="966" y="5255"/>
                  </a:lnTo>
                  <a:lnTo>
                    <a:pt x="3487" y="2734"/>
                  </a:lnTo>
                  <a:close/>
                  <a:moveTo>
                    <a:pt x="2711" y="0"/>
                  </a:moveTo>
                  <a:cubicBezTo>
                    <a:pt x="2649" y="0"/>
                    <a:pt x="2590" y="32"/>
                    <a:pt x="2555" y="83"/>
                  </a:cubicBezTo>
                  <a:lnTo>
                    <a:pt x="1677" y="1405"/>
                  </a:lnTo>
                  <a:cubicBezTo>
                    <a:pt x="1621" y="1490"/>
                    <a:pt x="1643" y="1605"/>
                    <a:pt x="1729" y="1662"/>
                  </a:cubicBezTo>
                  <a:cubicBezTo>
                    <a:pt x="1761" y="1683"/>
                    <a:pt x="1797" y="1693"/>
                    <a:pt x="1832" y="1693"/>
                  </a:cubicBezTo>
                  <a:cubicBezTo>
                    <a:pt x="1892" y="1693"/>
                    <a:pt x="1951" y="1664"/>
                    <a:pt x="1986" y="1609"/>
                  </a:cubicBezTo>
                  <a:lnTo>
                    <a:pt x="2649" y="612"/>
                  </a:lnTo>
                  <a:lnTo>
                    <a:pt x="3225" y="2471"/>
                  </a:lnTo>
                  <a:lnTo>
                    <a:pt x="704" y="4992"/>
                  </a:lnTo>
                  <a:lnTo>
                    <a:pt x="397" y="4002"/>
                  </a:lnTo>
                  <a:lnTo>
                    <a:pt x="1063" y="3001"/>
                  </a:lnTo>
                  <a:cubicBezTo>
                    <a:pt x="1119" y="2917"/>
                    <a:pt x="1097" y="2801"/>
                    <a:pt x="1010" y="2745"/>
                  </a:cubicBezTo>
                  <a:cubicBezTo>
                    <a:pt x="979" y="2724"/>
                    <a:pt x="943" y="2714"/>
                    <a:pt x="908" y="2714"/>
                  </a:cubicBezTo>
                  <a:cubicBezTo>
                    <a:pt x="848" y="2714"/>
                    <a:pt x="789" y="2743"/>
                    <a:pt x="754" y="2797"/>
                  </a:cubicBezTo>
                  <a:lnTo>
                    <a:pt x="40" y="3871"/>
                  </a:lnTo>
                  <a:cubicBezTo>
                    <a:pt x="9" y="3917"/>
                    <a:pt x="0" y="3976"/>
                    <a:pt x="18" y="4028"/>
                  </a:cubicBezTo>
                  <a:lnTo>
                    <a:pt x="442" y="5396"/>
                  </a:lnTo>
                  <a:cubicBezTo>
                    <a:pt x="460" y="5455"/>
                    <a:pt x="506" y="5500"/>
                    <a:pt x="564" y="5518"/>
                  </a:cubicBezTo>
                  <a:lnTo>
                    <a:pt x="1932" y="5942"/>
                  </a:lnTo>
                  <a:cubicBezTo>
                    <a:pt x="1951" y="5947"/>
                    <a:pt x="1969" y="5950"/>
                    <a:pt x="1988" y="5950"/>
                  </a:cubicBezTo>
                  <a:cubicBezTo>
                    <a:pt x="2024" y="5950"/>
                    <a:pt x="2060" y="5940"/>
                    <a:pt x="2089" y="5919"/>
                  </a:cubicBezTo>
                  <a:lnTo>
                    <a:pt x="5878" y="3404"/>
                  </a:lnTo>
                  <a:cubicBezTo>
                    <a:pt x="5931" y="3369"/>
                    <a:pt x="5960" y="3310"/>
                    <a:pt x="5960" y="3249"/>
                  </a:cubicBezTo>
                  <a:lnTo>
                    <a:pt x="5960" y="184"/>
                  </a:lnTo>
                  <a:cubicBezTo>
                    <a:pt x="5959" y="84"/>
                    <a:pt x="5876" y="0"/>
                    <a:pt x="57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2"/>
            <p:cNvSpPr/>
            <p:nvPr/>
          </p:nvSpPr>
          <p:spPr>
            <a:xfrm>
              <a:off x="2188973" y="3578372"/>
              <a:ext cx="12119" cy="16973"/>
            </a:xfrm>
            <a:custGeom>
              <a:rect b="b" l="l" r="r" t="t"/>
              <a:pathLst>
                <a:path extrusionOk="0" h="521" w="372">
                  <a:moveTo>
                    <a:pt x="186" y="1"/>
                  </a:moveTo>
                  <a:cubicBezTo>
                    <a:pt x="84" y="1"/>
                    <a:pt x="1" y="83"/>
                    <a:pt x="1" y="186"/>
                  </a:cubicBezTo>
                  <a:lnTo>
                    <a:pt x="1" y="335"/>
                  </a:lnTo>
                  <a:cubicBezTo>
                    <a:pt x="1" y="437"/>
                    <a:pt x="83" y="520"/>
                    <a:pt x="186" y="520"/>
                  </a:cubicBezTo>
                  <a:cubicBezTo>
                    <a:pt x="289" y="520"/>
                    <a:pt x="372" y="437"/>
                    <a:pt x="372" y="335"/>
                  </a:cubicBezTo>
                  <a:lnTo>
                    <a:pt x="372" y="186"/>
                  </a:lnTo>
                  <a:cubicBezTo>
                    <a:pt x="372" y="84"/>
                    <a:pt x="290"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2"/>
            <p:cNvSpPr/>
            <p:nvPr/>
          </p:nvSpPr>
          <p:spPr>
            <a:xfrm>
              <a:off x="2188973" y="3617075"/>
              <a:ext cx="12119" cy="16973"/>
            </a:xfrm>
            <a:custGeom>
              <a:rect b="b" l="l" r="r" t="t"/>
              <a:pathLst>
                <a:path extrusionOk="0" h="521" w="372">
                  <a:moveTo>
                    <a:pt x="186" y="1"/>
                  </a:moveTo>
                  <a:cubicBezTo>
                    <a:pt x="84" y="1"/>
                    <a:pt x="1" y="82"/>
                    <a:pt x="1" y="186"/>
                  </a:cubicBezTo>
                  <a:lnTo>
                    <a:pt x="1" y="334"/>
                  </a:lnTo>
                  <a:cubicBezTo>
                    <a:pt x="1" y="437"/>
                    <a:pt x="83" y="520"/>
                    <a:pt x="186" y="520"/>
                  </a:cubicBezTo>
                  <a:cubicBezTo>
                    <a:pt x="289" y="520"/>
                    <a:pt x="372" y="437"/>
                    <a:pt x="372" y="334"/>
                  </a:cubicBezTo>
                  <a:lnTo>
                    <a:pt x="372" y="186"/>
                  </a:lnTo>
                  <a:cubicBezTo>
                    <a:pt x="372" y="84"/>
                    <a:pt x="290"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2"/>
            <p:cNvSpPr/>
            <p:nvPr/>
          </p:nvSpPr>
          <p:spPr>
            <a:xfrm>
              <a:off x="2205881" y="3600102"/>
              <a:ext cx="16973" cy="12151"/>
            </a:xfrm>
            <a:custGeom>
              <a:rect b="b" l="l" r="r" t="t"/>
              <a:pathLst>
                <a:path extrusionOk="0" h="373" w="521">
                  <a:moveTo>
                    <a:pt x="186" y="1"/>
                  </a:moveTo>
                  <a:cubicBezTo>
                    <a:pt x="83" y="1"/>
                    <a:pt x="1" y="84"/>
                    <a:pt x="1" y="187"/>
                  </a:cubicBezTo>
                  <a:cubicBezTo>
                    <a:pt x="2" y="289"/>
                    <a:pt x="84" y="373"/>
                    <a:pt x="186" y="373"/>
                  </a:cubicBezTo>
                  <a:lnTo>
                    <a:pt x="334" y="373"/>
                  </a:lnTo>
                  <a:cubicBezTo>
                    <a:pt x="436" y="373"/>
                    <a:pt x="520" y="291"/>
                    <a:pt x="520" y="187"/>
                  </a:cubicBezTo>
                  <a:cubicBezTo>
                    <a:pt x="520" y="85"/>
                    <a:pt x="437" y="1"/>
                    <a:pt x="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2"/>
            <p:cNvSpPr/>
            <p:nvPr/>
          </p:nvSpPr>
          <p:spPr>
            <a:xfrm>
              <a:off x="2167179" y="3600102"/>
              <a:ext cx="16973" cy="12151"/>
            </a:xfrm>
            <a:custGeom>
              <a:rect b="b" l="l" r="r" t="t"/>
              <a:pathLst>
                <a:path extrusionOk="0" h="373" w="521">
                  <a:moveTo>
                    <a:pt x="186" y="1"/>
                  </a:moveTo>
                  <a:cubicBezTo>
                    <a:pt x="84" y="1"/>
                    <a:pt x="1" y="84"/>
                    <a:pt x="1" y="187"/>
                  </a:cubicBezTo>
                  <a:cubicBezTo>
                    <a:pt x="2" y="289"/>
                    <a:pt x="84" y="373"/>
                    <a:pt x="186" y="373"/>
                  </a:cubicBezTo>
                  <a:lnTo>
                    <a:pt x="335" y="373"/>
                  </a:lnTo>
                  <a:cubicBezTo>
                    <a:pt x="436" y="373"/>
                    <a:pt x="520" y="291"/>
                    <a:pt x="520" y="187"/>
                  </a:cubicBezTo>
                  <a:cubicBezTo>
                    <a:pt x="520" y="85"/>
                    <a:pt x="437" y="1"/>
                    <a:pt x="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2"/>
            <p:cNvSpPr/>
            <p:nvPr/>
          </p:nvSpPr>
          <p:spPr>
            <a:xfrm>
              <a:off x="2007679" y="3743182"/>
              <a:ext cx="52222" cy="52254"/>
            </a:xfrm>
            <a:custGeom>
              <a:rect b="b" l="l" r="r" t="t"/>
              <a:pathLst>
                <a:path extrusionOk="0" h="1604" w="1603">
                  <a:moveTo>
                    <a:pt x="801" y="490"/>
                  </a:moveTo>
                  <a:cubicBezTo>
                    <a:pt x="896" y="603"/>
                    <a:pt x="999" y="705"/>
                    <a:pt x="1112" y="800"/>
                  </a:cubicBezTo>
                  <a:cubicBezTo>
                    <a:pt x="999" y="896"/>
                    <a:pt x="896" y="999"/>
                    <a:pt x="801" y="1111"/>
                  </a:cubicBezTo>
                  <a:cubicBezTo>
                    <a:pt x="707" y="998"/>
                    <a:pt x="604" y="894"/>
                    <a:pt x="491" y="800"/>
                  </a:cubicBezTo>
                  <a:cubicBezTo>
                    <a:pt x="604" y="705"/>
                    <a:pt x="707" y="603"/>
                    <a:pt x="801" y="490"/>
                  </a:cubicBezTo>
                  <a:close/>
                  <a:moveTo>
                    <a:pt x="801" y="0"/>
                  </a:moveTo>
                  <a:cubicBezTo>
                    <a:pt x="740" y="0"/>
                    <a:pt x="684" y="30"/>
                    <a:pt x="649" y="80"/>
                  </a:cubicBezTo>
                  <a:cubicBezTo>
                    <a:pt x="496" y="302"/>
                    <a:pt x="304" y="494"/>
                    <a:pt x="80" y="648"/>
                  </a:cubicBezTo>
                  <a:cubicBezTo>
                    <a:pt x="30" y="682"/>
                    <a:pt x="0" y="740"/>
                    <a:pt x="0" y="802"/>
                  </a:cubicBezTo>
                  <a:cubicBezTo>
                    <a:pt x="0" y="863"/>
                    <a:pt x="30" y="919"/>
                    <a:pt x="80" y="955"/>
                  </a:cubicBezTo>
                  <a:cubicBezTo>
                    <a:pt x="303" y="1108"/>
                    <a:pt x="494" y="1299"/>
                    <a:pt x="649" y="1523"/>
                  </a:cubicBezTo>
                  <a:cubicBezTo>
                    <a:pt x="682" y="1573"/>
                    <a:pt x="740" y="1603"/>
                    <a:pt x="801" y="1603"/>
                  </a:cubicBezTo>
                  <a:cubicBezTo>
                    <a:pt x="863" y="1603"/>
                    <a:pt x="920" y="1573"/>
                    <a:pt x="954" y="1523"/>
                  </a:cubicBezTo>
                  <a:cubicBezTo>
                    <a:pt x="1107" y="1300"/>
                    <a:pt x="1299" y="1109"/>
                    <a:pt x="1523" y="955"/>
                  </a:cubicBezTo>
                  <a:cubicBezTo>
                    <a:pt x="1573" y="920"/>
                    <a:pt x="1603" y="863"/>
                    <a:pt x="1603" y="802"/>
                  </a:cubicBezTo>
                  <a:cubicBezTo>
                    <a:pt x="1603" y="740"/>
                    <a:pt x="1573" y="682"/>
                    <a:pt x="1523" y="648"/>
                  </a:cubicBezTo>
                  <a:cubicBezTo>
                    <a:pt x="1300" y="495"/>
                    <a:pt x="1109" y="304"/>
                    <a:pt x="954" y="80"/>
                  </a:cubicBezTo>
                  <a:cubicBezTo>
                    <a:pt x="921" y="30"/>
                    <a:pt x="863" y="0"/>
                    <a:pt x="8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2"/>
            <p:cNvSpPr/>
            <p:nvPr/>
          </p:nvSpPr>
          <p:spPr>
            <a:xfrm>
              <a:off x="2125252" y="3732692"/>
              <a:ext cx="12119" cy="12151"/>
            </a:xfrm>
            <a:custGeom>
              <a:rect b="b" l="l" r="r" t="t"/>
              <a:pathLst>
                <a:path extrusionOk="0" h="373" w="372">
                  <a:moveTo>
                    <a:pt x="187" y="1"/>
                  </a:moveTo>
                  <a:cubicBezTo>
                    <a:pt x="83" y="1"/>
                    <a:pt x="0" y="85"/>
                    <a:pt x="0" y="187"/>
                  </a:cubicBezTo>
                  <a:cubicBezTo>
                    <a:pt x="0" y="291"/>
                    <a:pt x="84" y="373"/>
                    <a:pt x="187" y="373"/>
                  </a:cubicBezTo>
                  <a:cubicBezTo>
                    <a:pt x="289" y="373"/>
                    <a:pt x="372" y="289"/>
                    <a:pt x="372" y="187"/>
                  </a:cubicBezTo>
                  <a:cubicBezTo>
                    <a:pt x="372" y="84"/>
                    <a:pt x="289"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5" name="Google Shape;7775;p72"/>
          <p:cNvGrpSpPr/>
          <p:nvPr/>
        </p:nvGrpSpPr>
        <p:grpSpPr>
          <a:xfrm>
            <a:off x="4033804" y="3551366"/>
            <a:ext cx="310007" cy="309519"/>
            <a:chOff x="4033804" y="3551366"/>
            <a:chExt cx="310007" cy="309519"/>
          </a:xfrm>
        </p:grpSpPr>
        <p:sp>
          <p:nvSpPr>
            <p:cNvPr id="7776" name="Google Shape;7776;p72"/>
            <p:cNvSpPr/>
            <p:nvPr/>
          </p:nvSpPr>
          <p:spPr>
            <a:xfrm>
              <a:off x="4033804" y="3622710"/>
              <a:ext cx="282186" cy="238174"/>
            </a:xfrm>
            <a:custGeom>
              <a:rect b="b" l="l" r="r" t="t"/>
              <a:pathLst>
                <a:path extrusionOk="0" h="7311" w="8662">
                  <a:moveTo>
                    <a:pt x="6815" y="370"/>
                  </a:moveTo>
                  <a:lnTo>
                    <a:pt x="5749" y="1924"/>
                  </a:lnTo>
                  <a:lnTo>
                    <a:pt x="4684" y="370"/>
                  </a:lnTo>
                  <a:close/>
                  <a:moveTo>
                    <a:pt x="3979" y="371"/>
                  </a:moveTo>
                  <a:lnTo>
                    <a:pt x="2913" y="1925"/>
                  </a:lnTo>
                  <a:lnTo>
                    <a:pt x="1847" y="371"/>
                  </a:lnTo>
                  <a:close/>
                  <a:moveTo>
                    <a:pt x="1501" y="524"/>
                  </a:moveTo>
                  <a:lnTo>
                    <a:pt x="2560" y="2066"/>
                  </a:lnTo>
                  <a:lnTo>
                    <a:pt x="537" y="2066"/>
                  </a:lnTo>
                  <a:lnTo>
                    <a:pt x="1501" y="524"/>
                  </a:lnTo>
                  <a:close/>
                  <a:moveTo>
                    <a:pt x="4331" y="514"/>
                  </a:moveTo>
                  <a:lnTo>
                    <a:pt x="5397" y="2066"/>
                  </a:lnTo>
                  <a:lnTo>
                    <a:pt x="3265" y="2066"/>
                  </a:lnTo>
                  <a:lnTo>
                    <a:pt x="4331" y="514"/>
                  </a:lnTo>
                  <a:close/>
                  <a:moveTo>
                    <a:pt x="7161" y="524"/>
                  </a:moveTo>
                  <a:lnTo>
                    <a:pt x="8126" y="2066"/>
                  </a:lnTo>
                  <a:lnTo>
                    <a:pt x="6103" y="2066"/>
                  </a:lnTo>
                  <a:lnTo>
                    <a:pt x="7161" y="524"/>
                  </a:lnTo>
                  <a:close/>
                  <a:moveTo>
                    <a:pt x="5500" y="2438"/>
                  </a:moveTo>
                  <a:lnTo>
                    <a:pt x="4330" y="6315"/>
                  </a:lnTo>
                  <a:lnTo>
                    <a:pt x="3161" y="2438"/>
                  </a:lnTo>
                  <a:close/>
                  <a:moveTo>
                    <a:pt x="2774" y="2437"/>
                  </a:moveTo>
                  <a:lnTo>
                    <a:pt x="3973" y="6417"/>
                  </a:lnTo>
                  <a:lnTo>
                    <a:pt x="602" y="2437"/>
                  </a:lnTo>
                  <a:close/>
                  <a:moveTo>
                    <a:pt x="1494" y="0"/>
                  </a:moveTo>
                  <a:cubicBezTo>
                    <a:pt x="1430" y="0"/>
                    <a:pt x="1370" y="33"/>
                    <a:pt x="1337" y="87"/>
                  </a:cubicBezTo>
                  <a:lnTo>
                    <a:pt x="44" y="2154"/>
                  </a:lnTo>
                  <a:cubicBezTo>
                    <a:pt x="1" y="2222"/>
                    <a:pt x="7" y="2311"/>
                    <a:pt x="60" y="2373"/>
                  </a:cubicBezTo>
                  <a:lnTo>
                    <a:pt x="4190" y="7246"/>
                  </a:lnTo>
                  <a:cubicBezTo>
                    <a:pt x="4225" y="7287"/>
                    <a:pt x="4276" y="7311"/>
                    <a:pt x="4332" y="7311"/>
                  </a:cubicBezTo>
                  <a:cubicBezTo>
                    <a:pt x="4386" y="7311"/>
                    <a:pt x="4437" y="7287"/>
                    <a:pt x="4473" y="7246"/>
                  </a:cubicBezTo>
                  <a:lnTo>
                    <a:pt x="6226" y="5177"/>
                  </a:lnTo>
                  <a:cubicBezTo>
                    <a:pt x="6293" y="5098"/>
                    <a:pt x="6282" y="4982"/>
                    <a:pt x="6205" y="4915"/>
                  </a:cubicBezTo>
                  <a:cubicBezTo>
                    <a:pt x="6170" y="4885"/>
                    <a:pt x="6127" y="4870"/>
                    <a:pt x="6085" y="4870"/>
                  </a:cubicBezTo>
                  <a:cubicBezTo>
                    <a:pt x="6033" y="4870"/>
                    <a:pt x="5980" y="4893"/>
                    <a:pt x="5943" y="4937"/>
                  </a:cubicBezTo>
                  <a:lnTo>
                    <a:pt x="4689" y="6418"/>
                  </a:lnTo>
                  <a:lnTo>
                    <a:pt x="5888" y="2438"/>
                  </a:lnTo>
                  <a:lnTo>
                    <a:pt x="8060" y="2438"/>
                  </a:lnTo>
                  <a:lnTo>
                    <a:pt x="7024" y="3663"/>
                  </a:lnTo>
                  <a:cubicBezTo>
                    <a:pt x="6957" y="3741"/>
                    <a:pt x="6967" y="3858"/>
                    <a:pt x="7045" y="3925"/>
                  </a:cubicBezTo>
                  <a:cubicBezTo>
                    <a:pt x="7080" y="3955"/>
                    <a:pt x="7122" y="3969"/>
                    <a:pt x="7165" y="3969"/>
                  </a:cubicBezTo>
                  <a:cubicBezTo>
                    <a:pt x="7217" y="3969"/>
                    <a:pt x="7270" y="3947"/>
                    <a:pt x="7307" y="3904"/>
                  </a:cubicBezTo>
                  <a:lnTo>
                    <a:pt x="8603" y="2374"/>
                  </a:lnTo>
                  <a:cubicBezTo>
                    <a:pt x="8655" y="2312"/>
                    <a:pt x="8661" y="2224"/>
                    <a:pt x="8618" y="2155"/>
                  </a:cubicBezTo>
                  <a:lnTo>
                    <a:pt x="7325" y="87"/>
                  </a:lnTo>
                  <a:cubicBezTo>
                    <a:pt x="7291" y="34"/>
                    <a:pt x="7231" y="0"/>
                    <a:pt x="7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2"/>
            <p:cNvSpPr/>
            <p:nvPr/>
          </p:nvSpPr>
          <p:spPr>
            <a:xfrm>
              <a:off x="4242333" y="3551366"/>
              <a:ext cx="12151" cy="16973"/>
            </a:xfrm>
            <a:custGeom>
              <a:rect b="b" l="l" r="r" t="t"/>
              <a:pathLst>
                <a:path extrusionOk="0" h="521" w="373">
                  <a:moveTo>
                    <a:pt x="186" y="1"/>
                  </a:moveTo>
                  <a:cubicBezTo>
                    <a:pt x="84" y="1"/>
                    <a:pt x="1" y="83"/>
                    <a:pt x="1" y="186"/>
                  </a:cubicBezTo>
                  <a:lnTo>
                    <a:pt x="1" y="334"/>
                  </a:lnTo>
                  <a:cubicBezTo>
                    <a:pt x="1" y="437"/>
                    <a:pt x="83" y="521"/>
                    <a:pt x="186" y="521"/>
                  </a:cubicBezTo>
                  <a:cubicBezTo>
                    <a:pt x="289" y="521"/>
                    <a:pt x="373" y="438"/>
                    <a:pt x="373" y="334"/>
                  </a:cubicBezTo>
                  <a:lnTo>
                    <a:pt x="373" y="186"/>
                  </a:lnTo>
                  <a:cubicBezTo>
                    <a:pt x="373" y="85"/>
                    <a:pt x="290"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2"/>
            <p:cNvSpPr/>
            <p:nvPr/>
          </p:nvSpPr>
          <p:spPr>
            <a:xfrm>
              <a:off x="4242333" y="3590035"/>
              <a:ext cx="12151" cy="17005"/>
            </a:xfrm>
            <a:custGeom>
              <a:rect b="b" l="l" r="r" t="t"/>
              <a:pathLst>
                <a:path extrusionOk="0" h="522" w="373">
                  <a:moveTo>
                    <a:pt x="186" y="1"/>
                  </a:moveTo>
                  <a:cubicBezTo>
                    <a:pt x="84" y="1"/>
                    <a:pt x="1" y="84"/>
                    <a:pt x="1" y="187"/>
                  </a:cubicBezTo>
                  <a:lnTo>
                    <a:pt x="1" y="335"/>
                  </a:lnTo>
                  <a:cubicBezTo>
                    <a:pt x="1" y="438"/>
                    <a:pt x="83" y="522"/>
                    <a:pt x="186" y="522"/>
                  </a:cubicBezTo>
                  <a:cubicBezTo>
                    <a:pt x="289" y="522"/>
                    <a:pt x="373" y="439"/>
                    <a:pt x="373" y="335"/>
                  </a:cubicBezTo>
                  <a:lnTo>
                    <a:pt x="373" y="187"/>
                  </a:lnTo>
                  <a:cubicBezTo>
                    <a:pt x="373" y="85"/>
                    <a:pt x="290"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2"/>
            <p:cNvSpPr/>
            <p:nvPr/>
          </p:nvSpPr>
          <p:spPr>
            <a:xfrm>
              <a:off x="4259241" y="3573127"/>
              <a:ext cx="16940" cy="12151"/>
            </a:xfrm>
            <a:custGeom>
              <a:rect b="b" l="l" r="r" t="t"/>
              <a:pathLst>
                <a:path extrusionOk="0" h="373" w="520">
                  <a:moveTo>
                    <a:pt x="186" y="0"/>
                  </a:moveTo>
                  <a:cubicBezTo>
                    <a:pt x="84" y="0"/>
                    <a:pt x="0" y="83"/>
                    <a:pt x="0" y="187"/>
                  </a:cubicBezTo>
                  <a:cubicBezTo>
                    <a:pt x="0" y="289"/>
                    <a:pt x="84" y="372"/>
                    <a:pt x="186" y="372"/>
                  </a:cubicBezTo>
                  <a:lnTo>
                    <a:pt x="334" y="372"/>
                  </a:lnTo>
                  <a:cubicBezTo>
                    <a:pt x="436" y="372"/>
                    <a:pt x="520" y="289"/>
                    <a:pt x="520" y="187"/>
                  </a:cubicBezTo>
                  <a:cubicBezTo>
                    <a:pt x="520" y="83"/>
                    <a:pt x="437" y="0"/>
                    <a:pt x="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2"/>
            <p:cNvSpPr/>
            <p:nvPr/>
          </p:nvSpPr>
          <p:spPr>
            <a:xfrm>
              <a:off x="4220539" y="3573127"/>
              <a:ext cx="16940" cy="12151"/>
            </a:xfrm>
            <a:custGeom>
              <a:rect b="b" l="l" r="r" t="t"/>
              <a:pathLst>
                <a:path extrusionOk="0" h="373" w="520">
                  <a:moveTo>
                    <a:pt x="187" y="0"/>
                  </a:moveTo>
                  <a:cubicBezTo>
                    <a:pt x="84" y="0"/>
                    <a:pt x="0" y="83"/>
                    <a:pt x="0" y="187"/>
                  </a:cubicBezTo>
                  <a:cubicBezTo>
                    <a:pt x="0" y="289"/>
                    <a:pt x="84" y="372"/>
                    <a:pt x="187" y="372"/>
                  </a:cubicBezTo>
                  <a:lnTo>
                    <a:pt x="334" y="372"/>
                  </a:lnTo>
                  <a:cubicBezTo>
                    <a:pt x="436" y="372"/>
                    <a:pt x="520" y="289"/>
                    <a:pt x="520" y="187"/>
                  </a:cubicBezTo>
                  <a:cubicBezTo>
                    <a:pt x="520" y="83"/>
                    <a:pt x="438" y="0"/>
                    <a:pt x="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2"/>
            <p:cNvSpPr/>
            <p:nvPr/>
          </p:nvSpPr>
          <p:spPr>
            <a:xfrm>
              <a:off x="4291558" y="3580718"/>
              <a:ext cx="52254" cy="52254"/>
            </a:xfrm>
            <a:custGeom>
              <a:rect b="b" l="l" r="r" t="t"/>
              <a:pathLst>
                <a:path extrusionOk="0" h="1604" w="1604">
                  <a:moveTo>
                    <a:pt x="802" y="490"/>
                  </a:moveTo>
                  <a:cubicBezTo>
                    <a:pt x="896" y="603"/>
                    <a:pt x="1000" y="706"/>
                    <a:pt x="1113" y="800"/>
                  </a:cubicBezTo>
                  <a:cubicBezTo>
                    <a:pt x="1000" y="897"/>
                    <a:pt x="896" y="999"/>
                    <a:pt x="802" y="1111"/>
                  </a:cubicBezTo>
                  <a:cubicBezTo>
                    <a:pt x="707" y="998"/>
                    <a:pt x="605" y="894"/>
                    <a:pt x="492" y="800"/>
                  </a:cubicBezTo>
                  <a:cubicBezTo>
                    <a:pt x="605" y="706"/>
                    <a:pt x="707" y="603"/>
                    <a:pt x="802" y="490"/>
                  </a:cubicBezTo>
                  <a:close/>
                  <a:moveTo>
                    <a:pt x="802" y="1"/>
                  </a:moveTo>
                  <a:cubicBezTo>
                    <a:pt x="741" y="1"/>
                    <a:pt x="684" y="30"/>
                    <a:pt x="649" y="80"/>
                  </a:cubicBezTo>
                  <a:cubicBezTo>
                    <a:pt x="496" y="303"/>
                    <a:pt x="304" y="494"/>
                    <a:pt x="81" y="648"/>
                  </a:cubicBezTo>
                  <a:cubicBezTo>
                    <a:pt x="31" y="683"/>
                    <a:pt x="0" y="740"/>
                    <a:pt x="0" y="802"/>
                  </a:cubicBezTo>
                  <a:cubicBezTo>
                    <a:pt x="0" y="863"/>
                    <a:pt x="31" y="920"/>
                    <a:pt x="81" y="955"/>
                  </a:cubicBezTo>
                  <a:cubicBezTo>
                    <a:pt x="304" y="1108"/>
                    <a:pt x="495" y="1300"/>
                    <a:pt x="649" y="1523"/>
                  </a:cubicBezTo>
                  <a:cubicBezTo>
                    <a:pt x="683" y="1573"/>
                    <a:pt x="741" y="1604"/>
                    <a:pt x="802" y="1604"/>
                  </a:cubicBezTo>
                  <a:cubicBezTo>
                    <a:pt x="864" y="1604"/>
                    <a:pt x="920" y="1573"/>
                    <a:pt x="956" y="1523"/>
                  </a:cubicBezTo>
                  <a:cubicBezTo>
                    <a:pt x="1109" y="1301"/>
                    <a:pt x="1299" y="1109"/>
                    <a:pt x="1523" y="955"/>
                  </a:cubicBezTo>
                  <a:cubicBezTo>
                    <a:pt x="1574" y="921"/>
                    <a:pt x="1603" y="863"/>
                    <a:pt x="1603" y="802"/>
                  </a:cubicBezTo>
                  <a:cubicBezTo>
                    <a:pt x="1603" y="740"/>
                    <a:pt x="1574" y="683"/>
                    <a:pt x="1523" y="648"/>
                  </a:cubicBezTo>
                  <a:cubicBezTo>
                    <a:pt x="1301" y="495"/>
                    <a:pt x="1110" y="305"/>
                    <a:pt x="956" y="80"/>
                  </a:cubicBezTo>
                  <a:cubicBezTo>
                    <a:pt x="921" y="30"/>
                    <a:pt x="864" y="1"/>
                    <a:pt x="8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2"/>
            <p:cNvSpPr/>
            <p:nvPr/>
          </p:nvSpPr>
          <p:spPr>
            <a:xfrm>
              <a:off x="4243506" y="3760578"/>
              <a:ext cx="12151" cy="12151"/>
            </a:xfrm>
            <a:custGeom>
              <a:rect b="b" l="l" r="r" t="t"/>
              <a:pathLst>
                <a:path extrusionOk="0" h="373" w="373">
                  <a:moveTo>
                    <a:pt x="186" y="1"/>
                  </a:moveTo>
                  <a:cubicBezTo>
                    <a:pt x="82" y="1"/>
                    <a:pt x="0" y="85"/>
                    <a:pt x="0" y="186"/>
                  </a:cubicBezTo>
                  <a:cubicBezTo>
                    <a:pt x="0" y="290"/>
                    <a:pt x="84" y="373"/>
                    <a:pt x="186" y="373"/>
                  </a:cubicBezTo>
                  <a:cubicBezTo>
                    <a:pt x="289" y="373"/>
                    <a:pt x="372" y="289"/>
                    <a:pt x="372" y="186"/>
                  </a:cubicBezTo>
                  <a:cubicBezTo>
                    <a:pt x="372" y="85"/>
                    <a:pt x="289" y="2"/>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72"/>
          <p:cNvGrpSpPr/>
          <p:nvPr/>
        </p:nvGrpSpPr>
        <p:grpSpPr>
          <a:xfrm>
            <a:off x="3341728" y="3551366"/>
            <a:ext cx="275475" cy="309486"/>
            <a:chOff x="3341728" y="3551366"/>
            <a:chExt cx="275475" cy="309486"/>
          </a:xfrm>
        </p:grpSpPr>
        <p:sp>
          <p:nvSpPr>
            <p:cNvPr id="7784" name="Google Shape;7784;p72"/>
            <p:cNvSpPr/>
            <p:nvPr/>
          </p:nvSpPr>
          <p:spPr>
            <a:xfrm>
              <a:off x="3444054" y="3631083"/>
              <a:ext cx="130571" cy="130571"/>
            </a:xfrm>
            <a:custGeom>
              <a:rect b="b" l="l" r="r" t="t"/>
              <a:pathLst>
                <a:path extrusionOk="0" h="4008" w="4008">
                  <a:moveTo>
                    <a:pt x="1889" y="447"/>
                  </a:moveTo>
                  <a:lnTo>
                    <a:pt x="3562" y="2119"/>
                  </a:lnTo>
                  <a:lnTo>
                    <a:pt x="3256" y="2425"/>
                  </a:lnTo>
                  <a:lnTo>
                    <a:pt x="1584" y="752"/>
                  </a:lnTo>
                  <a:lnTo>
                    <a:pt x="1889" y="447"/>
                  </a:lnTo>
                  <a:close/>
                  <a:moveTo>
                    <a:pt x="1321" y="1014"/>
                  </a:moveTo>
                  <a:lnTo>
                    <a:pt x="2993" y="2687"/>
                  </a:lnTo>
                  <a:lnTo>
                    <a:pt x="2688" y="2992"/>
                  </a:lnTo>
                  <a:lnTo>
                    <a:pt x="1016" y="1320"/>
                  </a:lnTo>
                  <a:lnTo>
                    <a:pt x="1321" y="1014"/>
                  </a:lnTo>
                  <a:close/>
                  <a:moveTo>
                    <a:pt x="755" y="1583"/>
                  </a:moveTo>
                  <a:lnTo>
                    <a:pt x="2427" y="3255"/>
                  </a:lnTo>
                  <a:lnTo>
                    <a:pt x="2121" y="3560"/>
                  </a:lnTo>
                  <a:lnTo>
                    <a:pt x="449" y="1888"/>
                  </a:lnTo>
                  <a:lnTo>
                    <a:pt x="755" y="1583"/>
                  </a:lnTo>
                  <a:close/>
                  <a:moveTo>
                    <a:pt x="1888" y="0"/>
                  </a:moveTo>
                  <a:cubicBezTo>
                    <a:pt x="1841" y="0"/>
                    <a:pt x="1793" y="18"/>
                    <a:pt x="1757" y="55"/>
                  </a:cubicBezTo>
                  <a:lnTo>
                    <a:pt x="55" y="1757"/>
                  </a:lnTo>
                  <a:cubicBezTo>
                    <a:pt x="19" y="1792"/>
                    <a:pt x="0" y="1840"/>
                    <a:pt x="0" y="1888"/>
                  </a:cubicBezTo>
                  <a:cubicBezTo>
                    <a:pt x="1" y="1936"/>
                    <a:pt x="21" y="1985"/>
                    <a:pt x="55" y="2019"/>
                  </a:cubicBezTo>
                  <a:lnTo>
                    <a:pt x="1989" y="3953"/>
                  </a:lnTo>
                  <a:cubicBezTo>
                    <a:pt x="2025" y="3989"/>
                    <a:pt x="2072" y="4007"/>
                    <a:pt x="2120" y="4007"/>
                  </a:cubicBezTo>
                  <a:cubicBezTo>
                    <a:pt x="2167" y="4007"/>
                    <a:pt x="2216" y="3988"/>
                    <a:pt x="2251" y="3953"/>
                  </a:cubicBezTo>
                  <a:lnTo>
                    <a:pt x="3953" y="2250"/>
                  </a:lnTo>
                  <a:cubicBezTo>
                    <a:pt x="3989" y="2216"/>
                    <a:pt x="4007" y="2169"/>
                    <a:pt x="4007" y="2119"/>
                  </a:cubicBezTo>
                  <a:cubicBezTo>
                    <a:pt x="4007" y="2070"/>
                    <a:pt x="3987" y="2023"/>
                    <a:pt x="3953" y="1988"/>
                  </a:cubicBezTo>
                  <a:lnTo>
                    <a:pt x="2019" y="55"/>
                  </a:lnTo>
                  <a:cubicBezTo>
                    <a:pt x="1983" y="18"/>
                    <a:pt x="1935" y="0"/>
                    <a:pt x="18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2"/>
            <p:cNvSpPr/>
            <p:nvPr/>
          </p:nvSpPr>
          <p:spPr>
            <a:xfrm>
              <a:off x="3341728" y="3551366"/>
              <a:ext cx="275475" cy="309486"/>
            </a:xfrm>
            <a:custGeom>
              <a:rect b="b" l="l" r="r" t="t"/>
              <a:pathLst>
                <a:path extrusionOk="0" h="9500" w="8456">
                  <a:moveTo>
                    <a:pt x="7870" y="373"/>
                  </a:moveTo>
                  <a:cubicBezTo>
                    <a:pt x="7926" y="373"/>
                    <a:pt x="7981" y="394"/>
                    <a:pt x="8023" y="436"/>
                  </a:cubicBezTo>
                  <a:cubicBezTo>
                    <a:pt x="8063" y="475"/>
                    <a:pt x="8086" y="531"/>
                    <a:pt x="8086" y="589"/>
                  </a:cubicBezTo>
                  <a:cubicBezTo>
                    <a:pt x="8086" y="646"/>
                    <a:pt x="8063" y="700"/>
                    <a:pt x="8023" y="742"/>
                  </a:cubicBezTo>
                  <a:lnTo>
                    <a:pt x="6280" y="2485"/>
                  </a:lnTo>
                  <a:lnTo>
                    <a:pt x="5975" y="2180"/>
                  </a:lnTo>
                  <a:lnTo>
                    <a:pt x="7717" y="436"/>
                  </a:lnTo>
                  <a:cubicBezTo>
                    <a:pt x="7759" y="394"/>
                    <a:pt x="7815" y="373"/>
                    <a:pt x="7870" y="373"/>
                  </a:cubicBezTo>
                  <a:close/>
                  <a:moveTo>
                    <a:pt x="7329" y="3009"/>
                  </a:moveTo>
                  <a:lnTo>
                    <a:pt x="7590" y="3270"/>
                  </a:lnTo>
                  <a:lnTo>
                    <a:pt x="7329" y="3532"/>
                  </a:lnTo>
                  <a:lnTo>
                    <a:pt x="7067" y="3270"/>
                  </a:lnTo>
                  <a:lnTo>
                    <a:pt x="7329" y="3009"/>
                  </a:lnTo>
                  <a:close/>
                  <a:moveTo>
                    <a:pt x="7870" y="0"/>
                  </a:moveTo>
                  <a:cubicBezTo>
                    <a:pt x="7719" y="0"/>
                    <a:pt x="7569" y="57"/>
                    <a:pt x="7454" y="172"/>
                  </a:cubicBezTo>
                  <a:lnTo>
                    <a:pt x="5710" y="1916"/>
                  </a:lnTo>
                  <a:cubicBezTo>
                    <a:pt x="5526" y="1741"/>
                    <a:pt x="5285" y="1644"/>
                    <a:pt x="5029" y="1644"/>
                  </a:cubicBezTo>
                  <a:cubicBezTo>
                    <a:pt x="4765" y="1644"/>
                    <a:pt x="4517" y="1747"/>
                    <a:pt x="4330" y="1934"/>
                  </a:cubicBezTo>
                  <a:lnTo>
                    <a:pt x="4016" y="2248"/>
                  </a:lnTo>
                  <a:cubicBezTo>
                    <a:pt x="3944" y="2319"/>
                    <a:pt x="3944" y="2438"/>
                    <a:pt x="4016" y="2510"/>
                  </a:cubicBezTo>
                  <a:cubicBezTo>
                    <a:pt x="4052" y="2546"/>
                    <a:pt x="4099" y="2563"/>
                    <a:pt x="4147" y="2563"/>
                  </a:cubicBezTo>
                  <a:cubicBezTo>
                    <a:pt x="4194" y="2563"/>
                    <a:pt x="4242" y="2546"/>
                    <a:pt x="4278" y="2510"/>
                  </a:cubicBezTo>
                  <a:lnTo>
                    <a:pt x="4592" y="2196"/>
                  </a:lnTo>
                  <a:cubicBezTo>
                    <a:pt x="4709" y="2078"/>
                    <a:pt x="4863" y="2014"/>
                    <a:pt x="5028" y="2014"/>
                  </a:cubicBezTo>
                  <a:cubicBezTo>
                    <a:pt x="5193" y="2014"/>
                    <a:pt x="5348" y="2078"/>
                    <a:pt x="5464" y="2196"/>
                  </a:cubicBezTo>
                  <a:lnTo>
                    <a:pt x="7398" y="4130"/>
                  </a:lnTo>
                  <a:cubicBezTo>
                    <a:pt x="7639" y="4370"/>
                    <a:pt x="7639" y="4762"/>
                    <a:pt x="7398" y="5001"/>
                  </a:cubicBezTo>
                  <a:lnTo>
                    <a:pt x="5579" y="6821"/>
                  </a:lnTo>
                  <a:cubicBezTo>
                    <a:pt x="5474" y="6925"/>
                    <a:pt x="5335" y="6981"/>
                    <a:pt x="5190" y="6981"/>
                  </a:cubicBezTo>
                  <a:cubicBezTo>
                    <a:pt x="5153" y="6981"/>
                    <a:pt x="5115" y="6977"/>
                    <a:pt x="5077" y="6970"/>
                  </a:cubicBezTo>
                  <a:cubicBezTo>
                    <a:pt x="5065" y="6967"/>
                    <a:pt x="5052" y="6966"/>
                    <a:pt x="5040" y="6966"/>
                  </a:cubicBezTo>
                  <a:cubicBezTo>
                    <a:pt x="4992" y="6966"/>
                    <a:pt x="4945" y="6985"/>
                    <a:pt x="4909" y="7021"/>
                  </a:cubicBezTo>
                  <a:lnTo>
                    <a:pt x="2982" y="8947"/>
                  </a:lnTo>
                  <a:cubicBezTo>
                    <a:pt x="2862" y="9067"/>
                    <a:pt x="2704" y="9127"/>
                    <a:pt x="2546" y="9127"/>
                  </a:cubicBezTo>
                  <a:cubicBezTo>
                    <a:pt x="2388" y="9127"/>
                    <a:pt x="2230" y="9067"/>
                    <a:pt x="2110" y="8947"/>
                  </a:cubicBezTo>
                  <a:lnTo>
                    <a:pt x="646" y="7483"/>
                  </a:lnTo>
                  <a:cubicBezTo>
                    <a:pt x="405" y="7242"/>
                    <a:pt x="405" y="6850"/>
                    <a:pt x="646" y="6610"/>
                  </a:cubicBezTo>
                  <a:lnTo>
                    <a:pt x="2572" y="4685"/>
                  </a:lnTo>
                  <a:cubicBezTo>
                    <a:pt x="2618" y="4640"/>
                    <a:pt x="2635" y="4577"/>
                    <a:pt x="2624" y="4515"/>
                  </a:cubicBezTo>
                  <a:cubicBezTo>
                    <a:pt x="2586" y="4334"/>
                    <a:pt x="2642" y="4146"/>
                    <a:pt x="2773" y="4014"/>
                  </a:cubicBezTo>
                  <a:lnTo>
                    <a:pt x="3097" y="3690"/>
                  </a:lnTo>
                  <a:cubicBezTo>
                    <a:pt x="3170" y="3617"/>
                    <a:pt x="3170" y="3499"/>
                    <a:pt x="3097" y="3428"/>
                  </a:cubicBezTo>
                  <a:cubicBezTo>
                    <a:pt x="3062" y="3391"/>
                    <a:pt x="3014" y="3373"/>
                    <a:pt x="2967" y="3373"/>
                  </a:cubicBezTo>
                  <a:cubicBezTo>
                    <a:pt x="2919" y="3373"/>
                    <a:pt x="2872" y="3391"/>
                    <a:pt x="2835" y="3428"/>
                  </a:cubicBezTo>
                  <a:lnTo>
                    <a:pt x="2511" y="3752"/>
                  </a:lnTo>
                  <a:cubicBezTo>
                    <a:pt x="2316" y="3947"/>
                    <a:pt x="2219" y="4216"/>
                    <a:pt x="2246" y="4488"/>
                  </a:cubicBezTo>
                  <a:lnTo>
                    <a:pt x="385" y="6349"/>
                  </a:lnTo>
                  <a:cubicBezTo>
                    <a:pt x="1" y="6734"/>
                    <a:pt x="1" y="7361"/>
                    <a:pt x="385" y="7746"/>
                  </a:cubicBezTo>
                  <a:lnTo>
                    <a:pt x="1850" y="9210"/>
                  </a:lnTo>
                  <a:cubicBezTo>
                    <a:pt x="2036" y="9396"/>
                    <a:pt x="2284" y="9499"/>
                    <a:pt x="2549" y="9499"/>
                  </a:cubicBezTo>
                  <a:cubicBezTo>
                    <a:pt x="2813" y="9499"/>
                    <a:pt x="3061" y="9396"/>
                    <a:pt x="3248" y="9210"/>
                  </a:cubicBezTo>
                  <a:lnTo>
                    <a:pt x="5109" y="7350"/>
                  </a:lnTo>
                  <a:cubicBezTo>
                    <a:pt x="5136" y="7352"/>
                    <a:pt x="5164" y="7353"/>
                    <a:pt x="5191" y="7353"/>
                  </a:cubicBezTo>
                  <a:cubicBezTo>
                    <a:pt x="5434" y="7353"/>
                    <a:pt x="5670" y="7259"/>
                    <a:pt x="5845" y="7084"/>
                  </a:cubicBezTo>
                  <a:lnTo>
                    <a:pt x="7664" y="5265"/>
                  </a:lnTo>
                  <a:cubicBezTo>
                    <a:pt x="8048" y="4880"/>
                    <a:pt x="8048" y="4252"/>
                    <a:pt x="7664" y="3868"/>
                  </a:cubicBezTo>
                  <a:lnTo>
                    <a:pt x="7592" y="3795"/>
                  </a:lnTo>
                  <a:lnTo>
                    <a:pt x="7867" y="3521"/>
                  </a:lnTo>
                  <a:cubicBezTo>
                    <a:pt x="8004" y="3383"/>
                    <a:pt x="8004" y="3159"/>
                    <a:pt x="7867" y="3021"/>
                  </a:cubicBezTo>
                  <a:lnTo>
                    <a:pt x="7579" y="2733"/>
                  </a:lnTo>
                  <a:cubicBezTo>
                    <a:pt x="7510" y="2664"/>
                    <a:pt x="7419" y="2630"/>
                    <a:pt x="7329" y="2630"/>
                  </a:cubicBezTo>
                  <a:cubicBezTo>
                    <a:pt x="7239" y="2630"/>
                    <a:pt x="7148" y="2664"/>
                    <a:pt x="7079" y="2733"/>
                  </a:cubicBezTo>
                  <a:lnTo>
                    <a:pt x="6805" y="3009"/>
                  </a:lnTo>
                  <a:lnTo>
                    <a:pt x="6543" y="2747"/>
                  </a:lnTo>
                  <a:lnTo>
                    <a:pt x="8285" y="1002"/>
                  </a:lnTo>
                  <a:cubicBezTo>
                    <a:pt x="8396" y="891"/>
                    <a:pt x="8456" y="745"/>
                    <a:pt x="8456" y="588"/>
                  </a:cubicBezTo>
                  <a:cubicBezTo>
                    <a:pt x="8456" y="430"/>
                    <a:pt x="8395" y="284"/>
                    <a:pt x="8285" y="172"/>
                  </a:cubicBezTo>
                  <a:cubicBezTo>
                    <a:pt x="8170" y="57"/>
                    <a:pt x="8020" y="0"/>
                    <a:pt x="78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2"/>
            <p:cNvSpPr/>
            <p:nvPr/>
          </p:nvSpPr>
          <p:spPr>
            <a:xfrm>
              <a:off x="3427146" y="3718097"/>
              <a:ext cx="16973" cy="15833"/>
            </a:xfrm>
            <a:custGeom>
              <a:rect b="b" l="l" r="r" t="t"/>
              <a:pathLst>
                <a:path extrusionOk="0" h="486" w="521">
                  <a:moveTo>
                    <a:pt x="203" y="1"/>
                  </a:moveTo>
                  <a:cubicBezTo>
                    <a:pt x="156" y="1"/>
                    <a:pt x="108" y="19"/>
                    <a:pt x="72" y="55"/>
                  </a:cubicBezTo>
                  <a:cubicBezTo>
                    <a:pt x="1" y="127"/>
                    <a:pt x="1" y="245"/>
                    <a:pt x="72" y="317"/>
                  </a:cubicBezTo>
                  <a:lnTo>
                    <a:pt x="186" y="431"/>
                  </a:lnTo>
                  <a:cubicBezTo>
                    <a:pt x="223" y="468"/>
                    <a:pt x="270" y="485"/>
                    <a:pt x="317" y="485"/>
                  </a:cubicBezTo>
                  <a:cubicBezTo>
                    <a:pt x="364" y="485"/>
                    <a:pt x="412" y="468"/>
                    <a:pt x="448" y="431"/>
                  </a:cubicBezTo>
                  <a:cubicBezTo>
                    <a:pt x="520" y="359"/>
                    <a:pt x="520" y="241"/>
                    <a:pt x="448" y="169"/>
                  </a:cubicBezTo>
                  <a:lnTo>
                    <a:pt x="334" y="55"/>
                  </a:lnTo>
                  <a:cubicBezTo>
                    <a:pt x="298" y="19"/>
                    <a:pt x="251" y="1"/>
                    <a:pt x="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2"/>
            <p:cNvSpPr/>
            <p:nvPr/>
          </p:nvSpPr>
          <p:spPr>
            <a:xfrm>
              <a:off x="3449169" y="3740120"/>
              <a:ext cx="17005" cy="15833"/>
            </a:xfrm>
            <a:custGeom>
              <a:rect b="b" l="l" r="r" t="t"/>
              <a:pathLst>
                <a:path extrusionOk="0" h="486" w="522">
                  <a:moveTo>
                    <a:pt x="203" y="0"/>
                  </a:moveTo>
                  <a:cubicBezTo>
                    <a:pt x="156" y="0"/>
                    <a:pt x="108" y="18"/>
                    <a:pt x="72" y="55"/>
                  </a:cubicBezTo>
                  <a:cubicBezTo>
                    <a:pt x="0" y="127"/>
                    <a:pt x="0" y="244"/>
                    <a:pt x="72" y="317"/>
                  </a:cubicBezTo>
                  <a:lnTo>
                    <a:pt x="186" y="431"/>
                  </a:lnTo>
                  <a:cubicBezTo>
                    <a:pt x="223" y="467"/>
                    <a:pt x="270" y="485"/>
                    <a:pt x="317" y="485"/>
                  </a:cubicBezTo>
                  <a:cubicBezTo>
                    <a:pt x="364" y="485"/>
                    <a:pt x="411" y="467"/>
                    <a:pt x="448" y="431"/>
                  </a:cubicBezTo>
                  <a:cubicBezTo>
                    <a:pt x="521" y="359"/>
                    <a:pt x="521" y="242"/>
                    <a:pt x="448" y="169"/>
                  </a:cubicBezTo>
                  <a:lnTo>
                    <a:pt x="334" y="55"/>
                  </a:lnTo>
                  <a:cubicBezTo>
                    <a:pt x="298" y="18"/>
                    <a:pt x="251" y="0"/>
                    <a:pt x="2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2"/>
            <p:cNvSpPr/>
            <p:nvPr/>
          </p:nvSpPr>
          <p:spPr>
            <a:xfrm>
              <a:off x="3471224" y="3762175"/>
              <a:ext cx="16940" cy="15768"/>
            </a:xfrm>
            <a:custGeom>
              <a:rect b="b" l="l" r="r" t="t"/>
              <a:pathLst>
                <a:path extrusionOk="0" h="484" w="520">
                  <a:moveTo>
                    <a:pt x="203" y="1"/>
                  </a:moveTo>
                  <a:cubicBezTo>
                    <a:pt x="156" y="1"/>
                    <a:pt x="108" y="19"/>
                    <a:pt x="72" y="54"/>
                  </a:cubicBezTo>
                  <a:cubicBezTo>
                    <a:pt x="0" y="127"/>
                    <a:pt x="0" y="245"/>
                    <a:pt x="72" y="316"/>
                  </a:cubicBezTo>
                  <a:lnTo>
                    <a:pt x="186" y="430"/>
                  </a:lnTo>
                  <a:cubicBezTo>
                    <a:pt x="222" y="467"/>
                    <a:pt x="269" y="484"/>
                    <a:pt x="317" y="484"/>
                  </a:cubicBezTo>
                  <a:cubicBezTo>
                    <a:pt x="364" y="484"/>
                    <a:pt x="413" y="466"/>
                    <a:pt x="448" y="430"/>
                  </a:cubicBezTo>
                  <a:cubicBezTo>
                    <a:pt x="520" y="358"/>
                    <a:pt x="520" y="241"/>
                    <a:pt x="448" y="169"/>
                  </a:cubicBezTo>
                  <a:lnTo>
                    <a:pt x="334" y="54"/>
                  </a:lnTo>
                  <a:cubicBezTo>
                    <a:pt x="298" y="19"/>
                    <a:pt x="251" y="1"/>
                    <a:pt x="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2"/>
            <p:cNvSpPr/>
            <p:nvPr/>
          </p:nvSpPr>
          <p:spPr>
            <a:xfrm>
              <a:off x="3402420" y="3742856"/>
              <a:ext cx="16940" cy="15768"/>
            </a:xfrm>
            <a:custGeom>
              <a:rect b="b" l="l" r="r" t="t"/>
              <a:pathLst>
                <a:path extrusionOk="0" h="484" w="520">
                  <a:moveTo>
                    <a:pt x="203" y="0"/>
                  </a:moveTo>
                  <a:cubicBezTo>
                    <a:pt x="155" y="0"/>
                    <a:pt x="108" y="18"/>
                    <a:pt x="71" y="54"/>
                  </a:cubicBezTo>
                  <a:cubicBezTo>
                    <a:pt x="0" y="127"/>
                    <a:pt x="0" y="244"/>
                    <a:pt x="71" y="316"/>
                  </a:cubicBezTo>
                  <a:lnTo>
                    <a:pt x="186" y="431"/>
                  </a:lnTo>
                  <a:cubicBezTo>
                    <a:pt x="222" y="467"/>
                    <a:pt x="269" y="484"/>
                    <a:pt x="317" y="484"/>
                  </a:cubicBezTo>
                  <a:cubicBezTo>
                    <a:pt x="364" y="484"/>
                    <a:pt x="411" y="466"/>
                    <a:pt x="448" y="431"/>
                  </a:cubicBezTo>
                  <a:cubicBezTo>
                    <a:pt x="520" y="358"/>
                    <a:pt x="520" y="241"/>
                    <a:pt x="448" y="169"/>
                  </a:cubicBezTo>
                  <a:lnTo>
                    <a:pt x="333" y="54"/>
                  </a:lnTo>
                  <a:cubicBezTo>
                    <a:pt x="298" y="18"/>
                    <a:pt x="250" y="0"/>
                    <a:pt x="2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2"/>
            <p:cNvSpPr/>
            <p:nvPr/>
          </p:nvSpPr>
          <p:spPr>
            <a:xfrm>
              <a:off x="3424410" y="3764846"/>
              <a:ext cx="17005" cy="15833"/>
            </a:xfrm>
            <a:custGeom>
              <a:rect b="b" l="l" r="r" t="t"/>
              <a:pathLst>
                <a:path extrusionOk="0" h="486" w="522">
                  <a:moveTo>
                    <a:pt x="204" y="1"/>
                  </a:moveTo>
                  <a:cubicBezTo>
                    <a:pt x="156" y="1"/>
                    <a:pt x="108" y="19"/>
                    <a:pt x="72" y="55"/>
                  </a:cubicBezTo>
                  <a:cubicBezTo>
                    <a:pt x="1" y="127"/>
                    <a:pt x="1" y="245"/>
                    <a:pt x="72" y="317"/>
                  </a:cubicBezTo>
                  <a:lnTo>
                    <a:pt x="186" y="431"/>
                  </a:lnTo>
                  <a:cubicBezTo>
                    <a:pt x="223" y="468"/>
                    <a:pt x="270" y="486"/>
                    <a:pt x="317" y="486"/>
                  </a:cubicBezTo>
                  <a:cubicBezTo>
                    <a:pt x="364" y="486"/>
                    <a:pt x="413" y="468"/>
                    <a:pt x="448" y="431"/>
                  </a:cubicBezTo>
                  <a:cubicBezTo>
                    <a:pt x="522" y="359"/>
                    <a:pt x="522" y="243"/>
                    <a:pt x="448" y="169"/>
                  </a:cubicBezTo>
                  <a:lnTo>
                    <a:pt x="334" y="55"/>
                  </a:lnTo>
                  <a:cubicBezTo>
                    <a:pt x="298" y="19"/>
                    <a:pt x="251" y="1"/>
                    <a:pt x="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2"/>
            <p:cNvSpPr/>
            <p:nvPr/>
          </p:nvSpPr>
          <p:spPr>
            <a:xfrm>
              <a:off x="3446465" y="3786934"/>
              <a:ext cx="16973" cy="15768"/>
            </a:xfrm>
            <a:custGeom>
              <a:rect b="b" l="l" r="r" t="t"/>
              <a:pathLst>
                <a:path extrusionOk="0" h="484" w="521">
                  <a:moveTo>
                    <a:pt x="204" y="0"/>
                  </a:moveTo>
                  <a:cubicBezTo>
                    <a:pt x="156" y="0"/>
                    <a:pt x="109" y="18"/>
                    <a:pt x="73" y="54"/>
                  </a:cubicBezTo>
                  <a:cubicBezTo>
                    <a:pt x="1" y="126"/>
                    <a:pt x="1" y="245"/>
                    <a:pt x="73" y="316"/>
                  </a:cubicBezTo>
                  <a:lnTo>
                    <a:pt x="186" y="430"/>
                  </a:lnTo>
                  <a:cubicBezTo>
                    <a:pt x="223" y="467"/>
                    <a:pt x="270" y="483"/>
                    <a:pt x="317" y="483"/>
                  </a:cubicBezTo>
                  <a:cubicBezTo>
                    <a:pt x="364" y="483"/>
                    <a:pt x="413" y="466"/>
                    <a:pt x="448" y="430"/>
                  </a:cubicBezTo>
                  <a:cubicBezTo>
                    <a:pt x="520" y="358"/>
                    <a:pt x="520" y="240"/>
                    <a:pt x="448" y="168"/>
                  </a:cubicBezTo>
                  <a:lnTo>
                    <a:pt x="335" y="54"/>
                  </a:lnTo>
                  <a:cubicBezTo>
                    <a:pt x="299" y="18"/>
                    <a:pt x="251" y="0"/>
                    <a:pt x="2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2"/>
            <p:cNvSpPr/>
            <p:nvPr/>
          </p:nvSpPr>
          <p:spPr>
            <a:xfrm>
              <a:off x="3377661" y="3767583"/>
              <a:ext cx="16973" cy="15800"/>
            </a:xfrm>
            <a:custGeom>
              <a:rect b="b" l="l" r="r" t="t"/>
              <a:pathLst>
                <a:path extrusionOk="0" h="485" w="521">
                  <a:moveTo>
                    <a:pt x="204" y="1"/>
                  </a:moveTo>
                  <a:cubicBezTo>
                    <a:pt x="156" y="1"/>
                    <a:pt x="109" y="19"/>
                    <a:pt x="72" y="55"/>
                  </a:cubicBezTo>
                  <a:cubicBezTo>
                    <a:pt x="1" y="127"/>
                    <a:pt x="1" y="245"/>
                    <a:pt x="72" y="317"/>
                  </a:cubicBezTo>
                  <a:lnTo>
                    <a:pt x="186" y="431"/>
                  </a:lnTo>
                  <a:cubicBezTo>
                    <a:pt x="223" y="468"/>
                    <a:pt x="270" y="484"/>
                    <a:pt x="317" y="484"/>
                  </a:cubicBezTo>
                  <a:cubicBezTo>
                    <a:pt x="364" y="484"/>
                    <a:pt x="412" y="467"/>
                    <a:pt x="448" y="431"/>
                  </a:cubicBezTo>
                  <a:cubicBezTo>
                    <a:pt x="520" y="359"/>
                    <a:pt x="520" y="241"/>
                    <a:pt x="448" y="169"/>
                  </a:cubicBezTo>
                  <a:lnTo>
                    <a:pt x="334" y="55"/>
                  </a:lnTo>
                  <a:cubicBezTo>
                    <a:pt x="298" y="19"/>
                    <a:pt x="251" y="1"/>
                    <a:pt x="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2"/>
            <p:cNvSpPr/>
            <p:nvPr/>
          </p:nvSpPr>
          <p:spPr>
            <a:xfrm>
              <a:off x="3399716" y="3789605"/>
              <a:ext cx="16973" cy="15800"/>
            </a:xfrm>
            <a:custGeom>
              <a:rect b="b" l="l" r="r" t="t"/>
              <a:pathLst>
                <a:path extrusionOk="0" h="485" w="521">
                  <a:moveTo>
                    <a:pt x="203" y="0"/>
                  </a:moveTo>
                  <a:cubicBezTo>
                    <a:pt x="156" y="0"/>
                    <a:pt x="108" y="18"/>
                    <a:pt x="73" y="55"/>
                  </a:cubicBezTo>
                  <a:cubicBezTo>
                    <a:pt x="0" y="127"/>
                    <a:pt x="0" y="244"/>
                    <a:pt x="73" y="317"/>
                  </a:cubicBezTo>
                  <a:lnTo>
                    <a:pt x="186" y="431"/>
                  </a:lnTo>
                  <a:cubicBezTo>
                    <a:pt x="223" y="467"/>
                    <a:pt x="270" y="484"/>
                    <a:pt x="317" y="484"/>
                  </a:cubicBezTo>
                  <a:cubicBezTo>
                    <a:pt x="364" y="484"/>
                    <a:pt x="413" y="466"/>
                    <a:pt x="448" y="431"/>
                  </a:cubicBezTo>
                  <a:cubicBezTo>
                    <a:pt x="520" y="358"/>
                    <a:pt x="520" y="241"/>
                    <a:pt x="448" y="169"/>
                  </a:cubicBezTo>
                  <a:lnTo>
                    <a:pt x="335" y="55"/>
                  </a:lnTo>
                  <a:cubicBezTo>
                    <a:pt x="299" y="18"/>
                    <a:pt x="251" y="0"/>
                    <a:pt x="2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2"/>
            <p:cNvSpPr/>
            <p:nvPr/>
          </p:nvSpPr>
          <p:spPr>
            <a:xfrm>
              <a:off x="3421738" y="3811627"/>
              <a:ext cx="16940" cy="15800"/>
            </a:xfrm>
            <a:custGeom>
              <a:rect b="b" l="l" r="r" t="t"/>
              <a:pathLst>
                <a:path extrusionOk="0" h="485" w="520">
                  <a:moveTo>
                    <a:pt x="203" y="0"/>
                  </a:moveTo>
                  <a:cubicBezTo>
                    <a:pt x="156" y="0"/>
                    <a:pt x="108" y="19"/>
                    <a:pt x="72" y="55"/>
                  </a:cubicBezTo>
                  <a:cubicBezTo>
                    <a:pt x="0" y="128"/>
                    <a:pt x="0" y="246"/>
                    <a:pt x="72" y="317"/>
                  </a:cubicBezTo>
                  <a:lnTo>
                    <a:pt x="186" y="431"/>
                  </a:lnTo>
                  <a:cubicBezTo>
                    <a:pt x="222" y="468"/>
                    <a:pt x="269" y="485"/>
                    <a:pt x="317" y="485"/>
                  </a:cubicBezTo>
                  <a:cubicBezTo>
                    <a:pt x="364" y="485"/>
                    <a:pt x="413" y="467"/>
                    <a:pt x="448" y="431"/>
                  </a:cubicBezTo>
                  <a:cubicBezTo>
                    <a:pt x="520" y="359"/>
                    <a:pt x="520" y="242"/>
                    <a:pt x="448" y="170"/>
                  </a:cubicBezTo>
                  <a:lnTo>
                    <a:pt x="334" y="55"/>
                  </a:lnTo>
                  <a:cubicBezTo>
                    <a:pt x="298" y="19"/>
                    <a:pt x="251" y="0"/>
                    <a:pt x="2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2"/>
            <p:cNvSpPr/>
            <p:nvPr/>
          </p:nvSpPr>
          <p:spPr>
            <a:xfrm>
              <a:off x="3451547" y="3642029"/>
              <a:ext cx="12151" cy="12151"/>
            </a:xfrm>
            <a:custGeom>
              <a:rect b="b" l="l" r="r" t="t"/>
              <a:pathLst>
                <a:path extrusionOk="0" h="373" w="373">
                  <a:moveTo>
                    <a:pt x="186" y="0"/>
                  </a:moveTo>
                  <a:cubicBezTo>
                    <a:pt x="83" y="0"/>
                    <a:pt x="1" y="84"/>
                    <a:pt x="1" y="186"/>
                  </a:cubicBezTo>
                  <a:cubicBezTo>
                    <a:pt x="1" y="289"/>
                    <a:pt x="85" y="372"/>
                    <a:pt x="186" y="372"/>
                  </a:cubicBezTo>
                  <a:cubicBezTo>
                    <a:pt x="290" y="372"/>
                    <a:pt x="373" y="288"/>
                    <a:pt x="373" y="186"/>
                  </a:cubicBezTo>
                  <a:cubicBezTo>
                    <a:pt x="373" y="83"/>
                    <a:pt x="290"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6" name="Google Shape;7796;p72"/>
          <p:cNvGrpSpPr/>
          <p:nvPr/>
        </p:nvGrpSpPr>
        <p:grpSpPr>
          <a:xfrm>
            <a:off x="2660011" y="3594857"/>
            <a:ext cx="310040" cy="222504"/>
            <a:chOff x="2660011" y="3594857"/>
            <a:chExt cx="310040" cy="222504"/>
          </a:xfrm>
        </p:grpSpPr>
        <p:sp>
          <p:nvSpPr>
            <p:cNvPr id="7797" name="Google Shape;7797;p72"/>
            <p:cNvSpPr/>
            <p:nvPr/>
          </p:nvSpPr>
          <p:spPr>
            <a:xfrm>
              <a:off x="2660011" y="3594857"/>
              <a:ext cx="310040" cy="222504"/>
            </a:xfrm>
            <a:custGeom>
              <a:rect b="b" l="l" r="r" t="t"/>
              <a:pathLst>
                <a:path extrusionOk="0" h="6830" w="9517">
                  <a:moveTo>
                    <a:pt x="2563" y="398"/>
                  </a:moveTo>
                  <a:lnTo>
                    <a:pt x="3049" y="719"/>
                  </a:lnTo>
                  <a:lnTo>
                    <a:pt x="2897" y="779"/>
                  </a:lnTo>
                  <a:cubicBezTo>
                    <a:pt x="2802" y="817"/>
                    <a:pt x="2756" y="925"/>
                    <a:pt x="2794" y="1020"/>
                  </a:cubicBezTo>
                  <a:cubicBezTo>
                    <a:pt x="2823" y="1093"/>
                    <a:pt x="2893" y="1137"/>
                    <a:pt x="2966" y="1137"/>
                  </a:cubicBezTo>
                  <a:cubicBezTo>
                    <a:pt x="2989" y="1137"/>
                    <a:pt x="3012" y="1133"/>
                    <a:pt x="3035" y="1124"/>
                  </a:cubicBezTo>
                  <a:lnTo>
                    <a:pt x="4033" y="727"/>
                  </a:lnTo>
                  <a:lnTo>
                    <a:pt x="4794" y="727"/>
                  </a:lnTo>
                  <a:lnTo>
                    <a:pt x="5342" y="1120"/>
                  </a:lnTo>
                  <a:lnTo>
                    <a:pt x="5427" y="1549"/>
                  </a:lnTo>
                  <a:lnTo>
                    <a:pt x="903" y="1549"/>
                  </a:lnTo>
                  <a:lnTo>
                    <a:pt x="1363" y="963"/>
                  </a:lnTo>
                  <a:lnTo>
                    <a:pt x="2563" y="398"/>
                  </a:lnTo>
                  <a:close/>
                  <a:moveTo>
                    <a:pt x="5787" y="1920"/>
                  </a:moveTo>
                  <a:cubicBezTo>
                    <a:pt x="5888" y="1920"/>
                    <a:pt x="5971" y="2003"/>
                    <a:pt x="5971" y="2104"/>
                  </a:cubicBezTo>
                  <a:cubicBezTo>
                    <a:pt x="5971" y="2207"/>
                    <a:pt x="5888" y="2289"/>
                    <a:pt x="5787" y="2289"/>
                  </a:cubicBezTo>
                  <a:lnTo>
                    <a:pt x="554" y="2289"/>
                  </a:lnTo>
                  <a:cubicBezTo>
                    <a:pt x="451" y="2289"/>
                    <a:pt x="369" y="2207"/>
                    <a:pt x="369" y="2104"/>
                  </a:cubicBezTo>
                  <a:cubicBezTo>
                    <a:pt x="369" y="2004"/>
                    <a:pt x="451" y="1920"/>
                    <a:pt x="554" y="1920"/>
                  </a:cubicBezTo>
                  <a:close/>
                  <a:moveTo>
                    <a:pt x="5554" y="2660"/>
                  </a:moveTo>
                  <a:lnTo>
                    <a:pt x="5381" y="3376"/>
                  </a:lnTo>
                  <a:lnTo>
                    <a:pt x="2666" y="4744"/>
                  </a:lnTo>
                  <a:lnTo>
                    <a:pt x="1206" y="3825"/>
                  </a:lnTo>
                  <a:lnTo>
                    <a:pt x="818" y="2660"/>
                  </a:lnTo>
                  <a:close/>
                  <a:moveTo>
                    <a:pt x="5040" y="4795"/>
                  </a:moveTo>
                  <a:lnTo>
                    <a:pt x="4668" y="6332"/>
                  </a:lnTo>
                  <a:cubicBezTo>
                    <a:pt x="4643" y="6437"/>
                    <a:pt x="4553" y="6455"/>
                    <a:pt x="4525" y="6457"/>
                  </a:cubicBezTo>
                  <a:cubicBezTo>
                    <a:pt x="4521" y="6457"/>
                    <a:pt x="4515" y="6458"/>
                    <a:pt x="4508" y="6458"/>
                  </a:cubicBezTo>
                  <a:cubicBezTo>
                    <a:pt x="4470" y="6458"/>
                    <a:pt x="4399" y="6445"/>
                    <a:pt x="4360" y="6364"/>
                  </a:cubicBezTo>
                  <a:lnTo>
                    <a:pt x="3887" y="5376"/>
                  </a:lnTo>
                  <a:lnTo>
                    <a:pt x="5040" y="4795"/>
                  </a:lnTo>
                  <a:close/>
                  <a:moveTo>
                    <a:pt x="1996" y="4943"/>
                  </a:moveTo>
                  <a:cubicBezTo>
                    <a:pt x="2414" y="4943"/>
                    <a:pt x="2754" y="5284"/>
                    <a:pt x="2754" y="5702"/>
                  </a:cubicBezTo>
                  <a:cubicBezTo>
                    <a:pt x="2754" y="6120"/>
                    <a:pt x="2414" y="6460"/>
                    <a:pt x="1996" y="6460"/>
                  </a:cubicBezTo>
                  <a:cubicBezTo>
                    <a:pt x="1578" y="6460"/>
                    <a:pt x="1237" y="6120"/>
                    <a:pt x="1237" y="5702"/>
                  </a:cubicBezTo>
                  <a:cubicBezTo>
                    <a:pt x="1237" y="5284"/>
                    <a:pt x="1578" y="4943"/>
                    <a:pt x="1996" y="4943"/>
                  </a:cubicBezTo>
                  <a:close/>
                  <a:moveTo>
                    <a:pt x="2582" y="1"/>
                  </a:moveTo>
                  <a:cubicBezTo>
                    <a:pt x="2555" y="1"/>
                    <a:pt x="2528" y="7"/>
                    <a:pt x="2504" y="18"/>
                  </a:cubicBezTo>
                  <a:lnTo>
                    <a:pt x="1168" y="647"/>
                  </a:lnTo>
                  <a:cubicBezTo>
                    <a:pt x="1142" y="658"/>
                    <a:pt x="1118" y="677"/>
                    <a:pt x="1101" y="700"/>
                  </a:cubicBezTo>
                  <a:lnTo>
                    <a:pt x="423" y="1566"/>
                  </a:lnTo>
                  <a:cubicBezTo>
                    <a:pt x="180" y="1626"/>
                    <a:pt x="1" y="1845"/>
                    <a:pt x="1" y="2105"/>
                  </a:cubicBezTo>
                  <a:cubicBezTo>
                    <a:pt x="1" y="2366"/>
                    <a:pt x="182" y="2586"/>
                    <a:pt x="425" y="2645"/>
                  </a:cubicBezTo>
                  <a:lnTo>
                    <a:pt x="879" y="4004"/>
                  </a:lnTo>
                  <a:cubicBezTo>
                    <a:pt x="891" y="4045"/>
                    <a:pt x="919" y="4080"/>
                    <a:pt x="955" y="4103"/>
                  </a:cubicBezTo>
                  <a:lnTo>
                    <a:pt x="1746" y="4601"/>
                  </a:lnTo>
                  <a:cubicBezTo>
                    <a:pt x="1245" y="4716"/>
                    <a:pt x="868" y="5164"/>
                    <a:pt x="868" y="5702"/>
                  </a:cubicBezTo>
                  <a:cubicBezTo>
                    <a:pt x="868" y="6325"/>
                    <a:pt x="1374" y="6830"/>
                    <a:pt x="1997" y="6830"/>
                  </a:cubicBezTo>
                  <a:cubicBezTo>
                    <a:pt x="2600" y="6830"/>
                    <a:pt x="3094" y="6355"/>
                    <a:pt x="3124" y="5759"/>
                  </a:cubicBezTo>
                  <a:lnTo>
                    <a:pt x="3556" y="5541"/>
                  </a:lnTo>
                  <a:lnTo>
                    <a:pt x="4027" y="6524"/>
                  </a:lnTo>
                  <a:cubicBezTo>
                    <a:pt x="4117" y="6714"/>
                    <a:pt x="4301" y="6829"/>
                    <a:pt x="4507" y="6829"/>
                  </a:cubicBezTo>
                  <a:cubicBezTo>
                    <a:pt x="4527" y="6829"/>
                    <a:pt x="4546" y="6828"/>
                    <a:pt x="4564" y="6827"/>
                  </a:cubicBezTo>
                  <a:cubicBezTo>
                    <a:pt x="4793" y="6803"/>
                    <a:pt x="4976" y="6643"/>
                    <a:pt x="5029" y="6419"/>
                  </a:cubicBezTo>
                  <a:lnTo>
                    <a:pt x="5475" y="4575"/>
                  </a:lnTo>
                  <a:lnTo>
                    <a:pt x="6402" y="4108"/>
                  </a:lnTo>
                  <a:cubicBezTo>
                    <a:pt x="6494" y="4062"/>
                    <a:pt x="6531" y="3951"/>
                    <a:pt x="6484" y="3859"/>
                  </a:cubicBezTo>
                  <a:cubicBezTo>
                    <a:pt x="6452" y="3794"/>
                    <a:pt x="6386" y="3757"/>
                    <a:pt x="6318" y="3757"/>
                  </a:cubicBezTo>
                  <a:cubicBezTo>
                    <a:pt x="6290" y="3757"/>
                    <a:pt x="6262" y="3763"/>
                    <a:pt x="6235" y="3776"/>
                  </a:cubicBezTo>
                  <a:lnTo>
                    <a:pt x="3076" y="5368"/>
                  </a:lnTo>
                  <a:cubicBezTo>
                    <a:pt x="3039" y="5248"/>
                    <a:pt x="2981" y="5137"/>
                    <a:pt x="2909" y="5037"/>
                  </a:cubicBezTo>
                  <a:lnTo>
                    <a:pt x="8858" y="2040"/>
                  </a:lnTo>
                  <a:cubicBezTo>
                    <a:pt x="8885" y="2027"/>
                    <a:pt x="8914" y="2020"/>
                    <a:pt x="8942" y="2020"/>
                  </a:cubicBezTo>
                  <a:cubicBezTo>
                    <a:pt x="8961" y="2020"/>
                    <a:pt x="8981" y="2023"/>
                    <a:pt x="9000" y="2030"/>
                  </a:cubicBezTo>
                  <a:cubicBezTo>
                    <a:pt x="9047" y="2045"/>
                    <a:pt x="9085" y="2078"/>
                    <a:pt x="9108" y="2123"/>
                  </a:cubicBezTo>
                  <a:cubicBezTo>
                    <a:pt x="9130" y="2167"/>
                    <a:pt x="9134" y="2217"/>
                    <a:pt x="9118" y="2264"/>
                  </a:cubicBezTo>
                  <a:cubicBezTo>
                    <a:pt x="9102" y="2312"/>
                    <a:pt x="9069" y="2349"/>
                    <a:pt x="9025" y="2371"/>
                  </a:cubicBezTo>
                  <a:lnTo>
                    <a:pt x="7726" y="3026"/>
                  </a:lnTo>
                  <a:cubicBezTo>
                    <a:pt x="7634" y="3072"/>
                    <a:pt x="7597" y="3183"/>
                    <a:pt x="7643" y="3275"/>
                  </a:cubicBezTo>
                  <a:cubicBezTo>
                    <a:pt x="7676" y="3340"/>
                    <a:pt x="7741" y="3377"/>
                    <a:pt x="7809" y="3377"/>
                  </a:cubicBezTo>
                  <a:cubicBezTo>
                    <a:pt x="7837" y="3377"/>
                    <a:pt x="7865" y="3371"/>
                    <a:pt x="7892" y="3357"/>
                  </a:cubicBezTo>
                  <a:lnTo>
                    <a:pt x="9191" y="2702"/>
                  </a:lnTo>
                  <a:cubicBezTo>
                    <a:pt x="9323" y="2636"/>
                    <a:pt x="9423" y="2521"/>
                    <a:pt x="9469" y="2381"/>
                  </a:cubicBezTo>
                  <a:cubicBezTo>
                    <a:pt x="9516" y="2239"/>
                    <a:pt x="9504" y="2088"/>
                    <a:pt x="9438" y="1955"/>
                  </a:cubicBezTo>
                  <a:cubicBezTo>
                    <a:pt x="9371" y="1822"/>
                    <a:pt x="9255" y="1723"/>
                    <a:pt x="9115" y="1678"/>
                  </a:cubicBezTo>
                  <a:cubicBezTo>
                    <a:pt x="9058" y="1659"/>
                    <a:pt x="8999" y="1649"/>
                    <a:pt x="8940" y="1649"/>
                  </a:cubicBezTo>
                  <a:cubicBezTo>
                    <a:pt x="8854" y="1649"/>
                    <a:pt x="8769" y="1669"/>
                    <a:pt x="8691" y="1709"/>
                  </a:cubicBezTo>
                  <a:lnTo>
                    <a:pt x="5818" y="3157"/>
                  </a:lnTo>
                  <a:lnTo>
                    <a:pt x="5818" y="3157"/>
                  </a:lnTo>
                  <a:lnTo>
                    <a:pt x="5942" y="2639"/>
                  </a:lnTo>
                  <a:cubicBezTo>
                    <a:pt x="6174" y="2573"/>
                    <a:pt x="6344" y="2359"/>
                    <a:pt x="6344" y="2105"/>
                  </a:cubicBezTo>
                  <a:cubicBezTo>
                    <a:pt x="6344" y="1806"/>
                    <a:pt x="6106" y="1560"/>
                    <a:pt x="5809" y="1550"/>
                  </a:cubicBezTo>
                  <a:lnTo>
                    <a:pt x="5692" y="977"/>
                  </a:lnTo>
                  <a:cubicBezTo>
                    <a:pt x="5683" y="931"/>
                    <a:pt x="5657" y="890"/>
                    <a:pt x="5619" y="863"/>
                  </a:cubicBezTo>
                  <a:lnTo>
                    <a:pt x="4964" y="391"/>
                  </a:lnTo>
                  <a:cubicBezTo>
                    <a:pt x="4933" y="369"/>
                    <a:pt x="4894" y="356"/>
                    <a:pt x="4855" y="356"/>
                  </a:cubicBezTo>
                  <a:lnTo>
                    <a:pt x="3999" y="356"/>
                  </a:lnTo>
                  <a:cubicBezTo>
                    <a:pt x="3975" y="356"/>
                    <a:pt x="3951" y="360"/>
                    <a:pt x="3930" y="369"/>
                  </a:cubicBezTo>
                  <a:lnTo>
                    <a:pt x="3473" y="552"/>
                  </a:lnTo>
                  <a:lnTo>
                    <a:pt x="2684" y="31"/>
                  </a:lnTo>
                  <a:cubicBezTo>
                    <a:pt x="2653" y="11"/>
                    <a:pt x="2618" y="1"/>
                    <a:pt x="25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2"/>
            <p:cNvSpPr/>
            <p:nvPr/>
          </p:nvSpPr>
          <p:spPr>
            <a:xfrm>
              <a:off x="2884047" y="3705001"/>
              <a:ext cx="12151" cy="12151"/>
            </a:xfrm>
            <a:custGeom>
              <a:rect b="b" l="l" r="r" t="t"/>
              <a:pathLst>
                <a:path extrusionOk="0" h="373" w="373">
                  <a:moveTo>
                    <a:pt x="186" y="0"/>
                  </a:moveTo>
                  <a:cubicBezTo>
                    <a:pt x="83" y="0"/>
                    <a:pt x="0" y="84"/>
                    <a:pt x="0" y="186"/>
                  </a:cubicBezTo>
                  <a:cubicBezTo>
                    <a:pt x="0" y="289"/>
                    <a:pt x="84" y="372"/>
                    <a:pt x="186" y="372"/>
                  </a:cubicBezTo>
                  <a:cubicBezTo>
                    <a:pt x="289" y="372"/>
                    <a:pt x="372" y="288"/>
                    <a:pt x="372" y="186"/>
                  </a:cubicBezTo>
                  <a:cubicBezTo>
                    <a:pt x="372" y="84"/>
                    <a:pt x="288"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2"/>
            <p:cNvSpPr/>
            <p:nvPr/>
          </p:nvSpPr>
          <p:spPr>
            <a:xfrm>
              <a:off x="2718879" y="3774522"/>
              <a:ext cx="12151" cy="12151"/>
            </a:xfrm>
            <a:custGeom>
              <a:rect b="b" l="l" r="r" t="t"/>
              <a:pathLst>
                <a:path extrusionOk="0" h="373" w="373">
                  <a:moveTo>
                    <a:pt x="187" y="0"/>
                  </a:moveTo>
                  <a:cubicBezTo>
                    <a:pt x="84" y="0"/>
                    <a:pt x="1" y="84"/>
                    <a:pt x="1" y="187"/>
                  </a:cubicBezTo>
                  <a:cubicBezTo>
                    <a:pt x="1" y="290"/>
                    <a:pt x="85" y="372"/>
                    <a:pt x="187" y="372"/>
                  </a:cubicBezTo>
                  <a:cubicBezTo>
                    <a:pt x="290" y="372"/>
                    <a:pt x="373" y="288"/>
                    <a:pt x="373" y="187"/>
                  </a:cubicBezTo>
                  <a:cubicBezTo>
                    <a:pt x="373" y="84"/>
                    <a:pt x="290"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0" name="Google Shape;7800;p72"/>
          <p:cNvGrpSpPr/>
          <p:nvPr/>
        </p:nvGrpSpPr>
        <p:grpSpPr>
          <a:xfrm>
            <a:off x="4716759" y="3551301"/>
            <a:ext cx="310203" cy="309584"/>
            <a:chOff x="4716759" y="3551301"/>
            <a:chExt cx="310203" cy="309584"/>
          </a:xfrm>
        </p:grpSpPr>
        <p:sp>
          <p:nvSpPr>
            <p:cNvPr id="7801" name="Google Shape;7801;p72"/>
            <p:cNvSpPr/>
            <p:nvPr/>
          </p:nvSpPr>
          <p:spPr>
            <a:xfrm>
              <a:off x="4716759" y="3551301"/>
              <a:ext cx="310203" cy="309584"/>
            </a:xfrm>
            <a:custGeom>
              <a:rect b="b" l="l" r="r" t="t"/>
              <a:pathLst>
                <a:path extrusionOk="0" h="9503" w="9522">
                  <a:moveTo>
                    <a:pt x="7424" y="375"/>
                  </a:moveTo>
                  <a:lnTo>
                    <a:pt x="7424" y="2645"/>
                  </a:lnTo>
                  <a:cubicBezTo>
                    <a:pt x="7424" y="2769"/>
                    <a:pt x="7324" y="2868"/>
                    <a:pt x="7201" y="2868"/>
                  </a:cubicBezTo>
                  <a:cubicBezTo>
                    <a:pt x="7078" y="2868"/>
                    <a:pt x="6978" y="2769"/>
                    <a:pt x="6978" y="2645"/>
                  </a:cubicBezTo>
                  <a:lnTo>
                    <a:pt x="6978" y="375"/>
                  </a:lnTo>
                  <a:close/>
                  <a:moveTo>
                    <a:pt x="6450" y="1163"/>
                  </a:moveTo>
                  <a:lnTo>
                    <a:pt x="6606" y="1253"/>
                  </a:lnTo>
                  <a:lnTo>
                    <a:pt x="6606" y="2645"/>
                  </a:lnTo>
                  <a:cubicBezTo>
                    <a:pt x="6606" y="2973"/>
                    <a:pt x="6873" y="3238"/>
                    <a:pt x="7199" y="3238"/>
                  </a:cubicBezTo>
                  <a:cubicBezTo>
                    <a:pt x="7527" y="3238"/>
                    <a:pt x="7793" y="2973"/>
                    <a:pt x="7793" y="2645"/>
                  </a:cubicBezTo>
                  <a:lnTo>
                    <a:pt x="7793" y="1939"/>
                  </a:lnTo>
                  <a:lnTo>
                    <a:pt x="9015" y="2645"/>
                  </a:lnTo>
                  <a:cubicBezTo>
                    <a:pt x="9067" y="2675"/>
                    <a:pt x="9104" y="2724"/>
                    <a:pt x="9120" y="2782"/>
                  </a:cubicBezTo>
                  <a:cubicBezTo>
                    <a:pt x="9138" y="2840"/>
                    <a:pt x="9130" y="2902"/>
                    <a:pt x="9100" y="2953"/>
                  </a:cubicBezTo>
                  <a:lnTo>
                    <a:pt x="8065" y="4746"/>
                  </a:lnTo>
                  <a:cubicBezTo>
                    <a:pt x="8034" y="4799"/>
                    <a:pt x="7986" y="4835"/>
                    <a:pt x="7926" y="4851"/>
                  </a:cubicBezTo>
                  <a:cubicBezTo>
                    <a:pt x="7907" y="4857"/>
                    <a:pt x="7887" y="4859"/>
                    <a:pt x="7867" y="4859"/>
                  </a:cubicBezTo>
                  <a:cubicBezTo>
                    <a:pt x="7828" y="4859"/>
                    <a:pt x="7790" y="4849"/>
                    <a:pt x="7756" y="4829"/>
                  </a:cubicBezTo>
                  <a:lnTo>
                    <a:pt x="5190" y="3348"/>
                  </a:lnTo>
                  <a:lnTo>
                    <a:pt x="6450" y="1163"/>
                  </a:lnTo>
                  <a:close/>
                  <a:moveTo>
                    <a:pt x="5033" y="2650"/>
                  </a:moveTo>
                  <a:cubicBezTo>
                    <a:pt x="5076" y="2650"/>
                    <a:pt x="5119" y="2653"/>
                    <a:pt x="5161" y="2659"/>
                  </a:cubicBezTo>
                  <a:lnTo>
                    <a:pt x="4787" y="3306"/>
                  </a:lnTo>
                  <a:cubicBezTo>
                    <a:pt x="4560" y="3546"/>
                    <a:pt x="4436" y="3859"/>
                    <a:pt x="4436" y="4189"/>
                  </a:cubicBezTo>
                  <a:lnTo>
                    <a:pt x="4436" y="4958"/>
                  </a:lnTo>
                  <a:lnTo>
                    <a:pt x="4006" y="4959"/>
                  </a:lnTo>
                  <a:lnTo>
                    <a:pt x="4006" y="3677"/>
                  </a:lnTo>
                  <a:cubicBezTo>
                    <a:pt x="4006" y="3111"/>
                    <a:pt x="4467" y="2650"/>
                    <a:pt x="5033" y="2650"/>
                  </a:cubicBezTo>
                  <a:close/>
                  <a:moveTo>
                    <a:pt x="2634" y="5414"/>
                  </a:moveTo>
                  <a:cubicBezTo>
                    <a:pt x="2479" y="5604"/>
                    <a:pt x="2381" y="5843"/>
                    <a:pt x="2364" y="6103"/>
                  </a:cubicBezTo>
                  <a:cubicBezTo>
                    <a:pt x="2157" y="6338"/>
                    <a:pt x="2044" y="6637"/>
                    <a:pt x="2044" y="6952"/>
                  </a:cubicBezTo>
                  <a:lnTo>
                    <a:pt x="2044" y="8128"/>
                  </a:lnTo>
                  <a:lnTo>
                    <a:pt x="1615" y="8128"/>
                  </a:lnTo>
                  <a:lnTo>
                    <a:pt x="1615" y="6440"/>
                  </a:lnTo>
                  <a:cubicBezTo>
                    <a:pt x="1615" y="5877"/>
                    <a:pt x="2072" y="5417"/>
                    <a:pt x="2634" y="5414"/>
                  </a:cubicBezTo>
                  <a:close/>
                  <a:moveTo>
                    <a:pt x="4565" y="8500"/>
                  </a:moveTo>
                  <a:lnTo>
                    <a:pt x="4565" y="9131"/>
                  </a:lnTo>
                  <a:lnTo>
                    <a:pt x="372" y="9131"/>
                  </a:lnTo>
                  <a:lnTo>
                    <a:pt x="372" y="8500"/>
                  </a:lnTo>
                  <a:close/>
                  <a:moveTo>
                    <a:pt x="6794" y="1"/>
                  </a:moveTo>
                  <a:cubicBezTo>
                    <a:pt x="6692" y="1"/>
                    <a:pt x="6607" y="84"/>
                    <a:pt x="6607" y="187"/>
                  </a:cubicBezTo>
                  <a:lnTo>
                    <a:pt x="6607" y="825"/>
                  </a:lnTo>
                  <a:lnTo>
                    <a:pt x="6477" y="749"/>
                  </a:lnTo>
                  <a:cubicBezTo>
                    <a:pt x="6448" y="732"/>
                    <a:pt x="6418" y="724"/>
                    <a:pt x="6386" y="724"/>
                  </a:cubicBezTo>
                  <a:cubicBezTo>
                    <a:pt x="6370" y="724"/>
                    <a:pt x="6353" y="726"/>
                    <a:pt x="6336" y="731"/>
                  </a:cubicBezTo>
                  <a:cubicBezTo>
                    <a:pt x="6289" y="744"/>
                    <a:pt x="6248" y="774"/>
                    <a:pt x="6223" y="817"/>
                  </a:cubicBezTo>
                  <a:lnTo>
                    <a:pt x="5358" y="2316"/>
                  </a:lnTo>
                  <a:cubicBezTo>
                    <a:pt x="5251" y="2292"/>
                    <a:pt x="5143" y="2278"/>
                    <a:pt x="5032" y="2278"/>
                  </a:cubicBezTo>
                  <a:cubicBezTo>
                    <a:pt x="4262" y="2278"/>
                    <a:pt x="3634" y="2906"/>
                    <a:pt x="3634" y="3676"/>
                  </a:cubicBezTo>
                  <a:lnTo>
                    <a:pt x="3634" y="4959"/>
                  </a:lnTo>
                  <a:lnTo>
                    <a:pt x="3585" y="4959"/>
                  </a:lnTo>
                  <a:cubicBezTo>
                    <a:pt x="3383" y="4959"/>
                    <a:pt x="3191" y="5008"/>
                    <a:pt x="3024" y="5096"/>
                  </a:cubicBezTo>
                  <a:cubicBezTo>
                    <a:pt x="2899" y="5061"/>
                    <a:pt x="2771" y="5043"/>
                    <a:pt x="2640" y="5043"/>
                  </a:cubicBezTo>
                  <a:cubicBezTo>
                    <a:pt x="1870" y="5043"/>
                    <a:pt x="1243" y="5670"/>
                    <a:pt x="1243" y="6440"/>
                  </a:cubicBezTo>
                  <a:lnTo>
                    <a:pt x="1243" y="8129"/>
                  </a:lnTo>
                  <a:lnTo>
                    <a:pt x="186" y="8129"/>
                  </a:lnTo>
                  <a:cubicBezTo>
                    <a:pt x="84" y="8129"/>
                    <a:pt x="0" y="8212"/>
                    <a:pt x="0" y="8316"/>
                  </a:cubicBezTo>
                  <a:lnTo>
                    <a:pt x="0" y="9317"/>
                  </a:lnTo>
                  <a:cubicBezTo>
                    <a:pt x="0" y="9419"/>
                    <a:pt x="83" y="9503"/>
                    <a:pt x="186" y="9503"/>
                  </a:cubicBezTo>
                  <a:lnTo>
                    <a:pt x="4751" y="9503"/>
                  </a:lnTo>
                  <a:cubicBezTo>
                    <a:pt x="4853" y="9503"/>
                    <a:pt x="4938" y="9421"/>
                    <a:pt x="4938" y="9317"/>
                  </a:cubicBezTo>
                  <a:lnTo>
                    <a:pt x="4938" y="8316"/>
                  </a:lnTo>
                  <a:cubicBezTo>
                    <a:pt x="4938" y="8213"/>
                    <a:pt x="4855" y="8129"/>
                    <a:pt x="4751" y="8129"/>
                  </a:cubicBezTo>
                  <a:lnTo>
                    <a:pt x="2416" y="8129"/>
                  </a:lnTo>
                  <a:lnTo>
                    <a:pt x="2416" y="6954"/>
                  </a:lnTo>
                  <a:cubicBezTo>
                    <a:pt x="2416" y="6737"/>
                    <a:pt x="2491" y="6532"/>
                    <a:pt x="2629" y="6367"/>
                  </a:cubicBezTo>
                  <a:lnTo>
                    <a:pt x="3696" y="6367"/>
                  </a:lnTo>
                  <a:cubicBezTo>
                    <a:pt x="3798" y="6367"/>
                    <a:pt x="3882" y="6284"/>
                    <a:pt x="3882" y="6181"/>
                  </a:cubicBezTo>
                  <a:cubicBezTo>
                    <a:pt x="3882" y="6079"/>
                    <a:pt x="3799" y="5995"/>
                    <a:pt x="3696" y="5995"/>
                  </a:cubicBezTo>
                  <a:lnTo>
                    <a:pt x="2753" y="5995"/>
                  </a:lnTo>
                  <a:cubicBezTo>
                    <a:pt x="2838" y="5614"/>
                    <a:pt x="3180" y="5330"/>
                    <a:pt x="3586" y="5330"/>
                  </a:cubicBezTo>
                  <a:lnTo>
                    <a:pt x="6245" y="5327"/>
                  </a:lnTo>
                  <a:cubicBezTo>
                    <a:pt x="6291" y="5327"/>
                    <a:pt x="6328" y="5363"/>
                    <a:pt x="6328" y="5410"/>
                  </a:cubicBezTo>
                  <a:lnTo>
                    <a:pt x="6328" y="5912"/>
                  </a:lnTo>
                  <a:cubicBezTo>
                    <a:pt x="6328" y="5959"/>
                    <a:pt x="6291" y="5995"/>
                    <a:pt x="6245" y="5995"/>
                  </a:cubicBezTo>
                  <a:lnTo>
                    <a:pt x="5365" y="5995"/>
                  </a:lnTo>
                  <a:cubicBezTo>
                    <a:pt x="5263" y="5995"/>
                    <a:pt x="5180" y="6077"/>
                    <a:pt x="5180" y="6181"/>
                  </a:cubicBezTo>
                  <a:cubicBezTo>
                    <a:pt x="5180" y="6283"/>
                    <a:pt x="5262" y="6367"/>
                    <a:pt x="5365" y="6367"/>
                  </a:cubicBezTo>
                  <a:lnTo>
                    <a:pt x="6245" y="6367"/>
                  </a:lnTo>
                  <a:cubicBezTo>
                    <a:pt x="6495" y="6367"/>
                    <a:pt x="6700" y="6164"/>
                    <a:pt x="6700" y="5912"/>
                  </a:cubicBezTo>
                  <a:lnTo>
                    <a:pt x="6700" y="5410"/>
                  </a:lnTo>
                  <a:cubicBezTo>
                    <a:pt x="6700" y="5159"/>
                    <a:pt x="6496" y="4955"/>
                    <a:pt x="6245" y="4955"/>
                  </a:cubicBezTo>
                  <a:lnTo>
                    <a:pt x="4807" y="4956"/>
                  </a:lnTo>
                  <a:lnTo>
                    <a:pt x="4807" y="4188"/>
                  </a:lnTo>
                  <a:cubicBezTo>
                    <a:pt x="4807" y="3994"/>
                    <a:pt x="4866" y="3809"/>
                    <a:pt x="4977" y="3654"/>
                  </a:cubicBezTo>
                  <a:lnTo>
                    <a:pt x="7569" y="5150"/>
                  </a:lnTo>
                  <a:cubicBezTo>
                    <a:pt x="7661" y="5204"/>
                    <a:pt x="7763" y="5230"/>
                    <a:pt x="7867" y="5230"/>
                  </a:cubicBezTo>
                  <a:cubicBezTo>
                    <a:pt x="7919" y="5230"/>
                    <a:pt x="7970" y="5223"/>
                    <a:pt x="8023" y="5209"/>
                  </a:cubicBezTo>
                  <a:cubicBezTo>
                    <a:pt x="8177" y="5168"/>
                    <a:pt x="8306" y="5069"/>
                    <a:pt x="8385" y="4932"/>
                  </a:cubicBezTo>
                  <a:lnTo>
                    <a:pt x="9421" y="3137"/>
                  </a:lnTo>
                  <a:cubicBezTo>
                    <a:pt x="9501" y="3001"/>
                    <a:pt x="9522" y="2840"/>
                    <a:pt x="9481" y="2686"/>
                  </a:cubicBezTo>
                  <a:cubicBezTo>
                    <a:pt x="9439" y="2531"/>
                    <a:pt x="9341" y="2403"/>
                    <a:pt x="9203" y="2323"/>
                  </a:cubicBezTo>
                  <a:lnTo>
                    <a:pt x="7795" y="1509"/>
                  </a:lnTo>
                  <a:lnTo>
                    <a:pt x="7795" y="187"/>
                  </a:lnTo>
                  <a:cubicBezTo>
                    <a:pt x="7795" y="85"/>
                    <a:pt x="7714" y="1"/>
                    <a:pt x="76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2"/>
            <p:cNvSpPr/>
            <p:nvPr/>
          </p:nvSpPr>
          <p:spPr>
            <a:xfrm>
              <a:off x="4858243" y="3746603"/>
              <a:ext cx="12151" cy="12151"/>
            </a:xfrm>
            <a:custGeom>
              <a:rect b="b" l="l" r="r" t="t"/>
              <a:pathLst>
                <a:path extrusionOk="0" h="373" w="373">
                  <a:moveTo>
                    <a:pt x="187" y="0"/>
                  </a:moveTo>
                  <a:cubicBezTo>
                    <a:pt x="83" y="0"/>
                    <a:pt x="1" y="84"/>
                    <a:pt x="1" y="186"/>
                  </a:cubicBezTo>
                  <a:cubicBezTo>
                    <a:pt x="1" y="289"/>
                    <a:pt x="84" y="372"/>
                    <a:pt x="187" y="372"/>
                  </a:cubicBezTo>
                  <a:cubicBezTo>
                    <a:pt x="291" y="372"/>
                    <a:pt x="373" y="288"/>
                    <a:pt x="373" y="186"/>
                  </a:cubicBezTo>
                  <a:cubicBezTo>
                    <a:pt x="373" y="84"/>
                    <a:pt x="291" y="1"/>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3" name="Google Shape;7803;p72"/>
          <p:cNvGrpSpPr/>
          <p:nvPr/>
        </p:nvGrpSpPr>
        <p:grpSpPr>
          <a:xfrm>
            <a:off x="5457832" y="3551398"/>
            <a:ext cx="136825" cy="309486"/>
            <a:chOff x="5457832" y="3551398"/>
            <a:chExt cx="136825" cy="309486"/>
          </a:xfrm>
        </p:grpSpPr>
        <p:sp>
          <p:nvSpPr>
            <p:cNvPr id="7804" name="Google Shape;7804;p72"/>
            <p:cNvSpPr/>
            <p:nvPr/>
          </p:nvSpPr>
          <p:spPr>
            <a:xfrm>
              <a:off x="5457832" y="3551398"/>
              <a:ext cx="136825" cy="309486"/>
            </a:xfrm>
            <a:custGeom>
              <a:rect b="b" l="l" r="r" t="t"/>
              <a:pathLst>
                <a:path extrusionOk="0" h="9500" w="4200">
                  <a:moveTo>
                    <a:pt x="1632" y="418"/>
                  </a:moveTo>
                  <a:lnTo>
                    <a:pt x="1632" y="418"/>
                  </a:lnTo>
                  <a:cubicBezTo>
                    <a:pt x="1901" y="486"/>
                    <a:pt x="2151" y="616"/>
                    <a:pt x="2364" y="800"/>
                  </a:cubicBezTo>
                  <a:cubicBezTo>
                    <a:pt x="2653" y="1051"/>
                    <a:pt x="2852" y="1376"/>
                    <a:pt x="2940" y="1746"/>
                  </a:cubicBezTo>
                  <a:cubicBezTo>
                    <a:pt x="2976" y="1893"/>
                    <a:pt x="3101" y="1993"/>
                    <a:pt x="3253" y="1997"/>
                  </a:cubicBezTo>
                  <a:cubicBezTo>
                    <a:pt x="3254" y="1997"/>
                    <a:pt x="3255" y="1997"/>
                    <a:pt x="3257" y="1997"/>
                  </a:cubicBezTo>
                  <a:cubicBezTo>
                    <a:pt x="3346" y="1997"/>
                    <a:pt x="3428" y="1962"/>
                    <a:pt x="3488" y="1903"/>
                  </a:cubicBezTo>
                  <a:cubicBezTo>
                    <a:pt x="3721" y="2316"/>
                    <a:pt x="3768" y="2815"/>
                    <a:pt x="3607" y="3293"/>
                  </a:cubicBezTo>
                  <a:cubicBezTo>
                    <a:pt x="3525" y="3535"/>
                    <a:pt x="3384" y="3757"/>
                    <a:pt x="3197" y="3933"/>
                  </a:cubicBezTo>
                  <a:lnTo>
                    <a:pt x="3196" y="3933"/>
                  </a:lnTo>
                  <a:cubicBezTo>
                    <a:pt x="3269" y="3558"/>
                    <a:pt x="3153" y="3163"/>
                    <a:pt x="2875" y="2885"/>
                  </a:cubicBezTo>
                  <a:lnTo>
                    <a:pt x="2180" y="2190"/>
                  </a:lnTo>
                  <a:cubicBezTo>
                    <a:pt x="2144" y="2155"/>
                    <a:pt x="2097" y="2136"/>
                    <a:pt x="2049" y="2136"/>
                  </a:cubicBezTo>
                  <a:cubicBezTo>
                    <a:pt x="1999" y="2136"/>
                    <a:pt x="1951" y="2156"/>
                    <a:pt x="1918" y="2190"/>
                  </a:cubicBezTo>
                  <a:lnTo>
                    <a:pt x="1222" y="2885"/>
                  </a:lnTo>
                  <a:cubicBezTo>
                    <a:pt x="948" y="3161"/>
                    <a:pt x="831" y="3545"/>
                    <a:pt x="898" y="3916"/>
                  </a:cubicBezTo>
                  <a:cubicBezTo>
                    <a:pt x="573" y="3605"/>
                    <a:pt x="388" y="3172"/>
                    <a:pt x="388" y="2721"/>
                  </a:cubicBezTo>
                  <a:cubicBezTo>
                    <a:pt x="385" y="2355"/>
                    <a:pt x="464" y="1999"/>
                    <a:pt x="615" y="1672"/>
                  </a:cubicBezTo>
                  <a:cubicBezTo>
                    <a:pt x="704" y="1850"/>
                    <a:pt x="885" y="1963"/>
                    <a:pt x="1085" y="1963"/>
                  </a:cubicBezTo>
                  <a:cubicBezTo>
                    <a:pt x="1092" y="1963"/>
                    <a:pt x="1099" y="1962"/>
                    <a:pt x="1106" y="1962"/>
                  </a:cubicBezTo>
                  <a:cubicBezTo>
                    <a:pt x="1324" y="1955"/>
                    <a:pt x="1505" y="1824"/>
                    <a:pt x="1582" y="1621"/>
                  </a:cubicBezTo>
                  <a:cubicBezTo>
                    <a:pt x="1662" y="1403"/>
                    <a:pt x="1703" y="1174"/>
                    <a:pt x="1703" y="940"/>
                  </a:cubicBezTo>
                  <a:cubicBezTo>
                    <a:pt x="1703" y="762"/>
                    <a:pt x="1679" y="588"/>
                    <a:pt x="1632" y="418"/>
                  </a:cubicBezTo>
                  <a:close/>
                  <a:moveTo>
                    <a:pt x="2048" y="2583"/>
                  </a:moveTo>
                  <a:lnTo>
                    <a:pt x="2613" y="3148"/>
                  </a:lnTo>
                  <a:cubicBezTo>
                    <a:pt x="2819" y="3354"/>
                    <a:pt x="2895" y="3656"/>
                    <a:pt x="2815" y="3934"/>
                  </a:cubicBezTo>
                  <a:lnTo>
                    <a:pt x="1280" y="3934"/>
                  </a:lnTo>
                  <a:cubicBezTo>
                    <a:pt x="1200" y="3656"/>
                    <a:pt x="1275" y="3355"/>
                    <a:pt x="1483" y="3148"/>
                  </a:cubicBezTo>
                  <a:lnTo>
                    <a:pt x="2048" y="2583"/>
                  </a:lnTo>
                  <a:close/>
                  <a:moveTo>
                    <a:pt x="3715" y="4303"/>
                  </a:moveTo>
                  <a:lnTo>
                    <a:pt x="3715" y="4824"/>
                  </a:lnTo>
                  <a:lnTo>
                    <a:pt x="2881" y="4824"/>
                  </a:lnTo>
                  <a:cubicBezTo>
                    <a:pt x="2778" y="4824"/>
                    <a:pt x="2694" y="4906"/>
                    <a:pt x="2694" y="5010"/>
                  </a:cubicBezTo>
                  <a:cubicBezTo>
                    <a:pt x="2694" y="5112"/>
                    <a:pt x="2777" y="5196"/>
                    <a:pt x="2881" y="5196"/>
                  </a:cubicBezTo>
                  <a:lnTo>
                    <a:pt x="3292" y="5196"/>
                  </a:lnTo>
                  <a:lnTo>
                    <a:pt x="2599" y="9130"/>
                  </a:lnTo>
                  <a:lnTo>
                    <a:pt x="1488" y="9130"/>
                  </a:lnTo>
                  <a:lnTo>
                    <a:pt x="795" y="5196"/>
                  </a:lnTo>
                  <a:lnTo>
                    <a:pt x="1212" y="5196"/>
                  </a:lnTo>
                  <a:cubicBezTo>
                    <a:pt x="1315" y="5196"/>
                    <a:pt x="1398" y="5113"/>
                    <a:pt x="1398" y="5010"/>
                  </a:cubicBezTo>
                  <a:cubicBezTo>
                    <a:pt x="1398" y="4908"/>
                    <a:pt x="1316" y="4824"/>
                    <a:pt x="1212" y="4824"/>
                  </a:cubicBezTo>
                  <a:lnTo>
                    <a:pt x="376" y="4824"/>
                  </a:lnTo>
                  <a:lnTo>
                    <a:pt x="376" y="4303"/>
                  </a:lnTo>
                  <a:close/>
                  <a:moveTo>
                    <a:pt x="1348" y="0"/>
                  </a:moveTo>
                  <a:cubicBezTo>
                    <a:pt x="1288" y="0"/>
                    <a:pt x="1230" y="30"/>
                    <a:pt x="1195" y="81"/>
                  </a:cubicBezTo>
                  <a:cubicBezTo>
                    <a:pt x="1157" y="136"/>
                    <a:pt x="1152" y="205"/>
                    <a:pt x="1179" y="265"/>
                  </a:cubicBezTo>
                  <a:cubicBezTo>
                    <a:pt x="1280" y="478"/>
                    <a:pt x="1330" y="705"/>
                    <a:pt x="1330" y="941"/>
                  </a:cubicBezTo>
                  <a:cubicBezTo>
                    <a:pt x="1330" y="1131"/>
                    <a:pt x="1298" y="1317"/>
                    <a:pt x="1232" y="1493"/>
                  </a:cubicBezTo>
                  <a:cubicBezTo>
                    <a:pt x="1197" y="1583"/>
                    <a:pt x="1117" y="1592"/>
                    <a:pt x="1091" y="1593"/>
                  </a:cubicBezTo>
                  <a:cubicBezTo>
                    <a:pt x="1090" y="1593"/>
                    <a:pt x="1088" y="1593"/>
                    <a:pt x="1086" y="1593"/>
                  </a:cubicBezTo>
                  <a:cubicBezTo>
                    <a:pt x="1055" y="1593"/>
                    <a:pt x="981" y="1584"/>
                    <a:pt x="944" y="1501"/>
                  </a:cubicBezTo>
                  <a:cubicBezTo>
                    <a:pt x="898" y="1398"/>
                    <a:pt x="861" y="1291"/>
                    <a:pt x="838" y="1181"/>
                  </a:cubicBezTo>
                  <a:cubicBezTo>
                    <a:pt x="822" y="1107"/>
                    <a:pt x="765" y="1051"/>
                    <a:pt x="691" y="1037"/>
                  </a:cubicBezTo>
                  <a:cubicBezTo>
                    <a:pt x="679" y="1035"/>
                    <a:pt x="667" y="1033"/>
                    <a:pt x="655" y="1033"/>
                  </a:cubicBezTo>
                  <a:cubicBezTo>
                    <a:pt x="594" y="1033"/>
                    <a:pt x="536" y="1064"/>
                    <a:pt x="503" y="1116"/>
                  </a:cubicBezTo>
                  <a:cubicBezTo>
                    <a:pt x="183" y="1590"/>
                    <a:pt x="14" y="2145"/>
                    <a:pt x="14" y="2721"/>
                  </a:cubicBezTo>
                  <a:cubicBezTo>
                    <a:pt x="14" y="3161"/>
                    <a:pt x="158" y="3586"/>
                    <a:pt x="416" y="3934"/>
                  </a:cubicBezTo>
                  <a:lnTo>
                    <a:pt x="187" y="3934"/>
                  </a:lnTo>
                  <a:cubicBezTo>
                    <a:pt x="85" y="3934"/>
                    <a:pt x="1" y="4015"/>
                    <a:pt x="1" y="4119"/>
                  </a:cubicBezTo>
                  <a:lnTo>
                    <a:pt x="1" y="5010"/>
                  </a:lnTo>
                  <a:cubicBezTo>
                    <a:pt x="1" y="5112"/>
                    <a:pt x="84" y="5196"/>
                    <a:pt x="187" y="5196"/>
                  </a:cubicBezTo>
                  <a:lnTo>
                    <a:pt x="416" y="5196"/>
                  </a:lnTo>
                  <a:lnTo>
                    <a:pt x="1149" y="9347"/>
                  </a:lnTo>
                  <a:cubicBezTo>
                    <a:pt x="1165" y="9436"/>
                    <a:pt x="1242" y="9500"/>
                    <a:pt x="1332" y="9500"/>
                  </a:cubicBezTo>
                  <a:lnTo>
                    <a:pt x="2755" y="9500"/>
                  </a:lnTo>
                  <a:cubicBezTo>
                    <a:pt x="2845" y="9500"/>
                    <a:pt x="2923" y="9436"/>
                    <a:pt x="2938" y="9347"/>
                  </a:cubicBezTo>
                  <a:lnTo>
                    <a:pt x="3672" y="5196"/>
                  </a:lnTo>
                  <a:lnTo>
                    <a:pt x="3901" y="5196"/>
                  </a:lnTo>
                  <a:cubicBezTo>
                    <a:pt x="4003" y="5196"/>
                    <a:pt x="4086" y="5113"/>
                    <a:pt x="4086" y="5010"/>
                  </a:cubicBezTo>
                  <a:lnTo>
                    <a:pt x="4086" y="4119"/>
                  </a:lnTo>
                  <a:cubicBezTo>
                    <a:pt x="4085" y="4015"/>
                    <a:pt x="4002" y="3934"/>
                    <a:pt x="3899" y="3934"/>
                  </a:cubicBezTo>
                  <a:lnTo>
                    <a:pt x="3687" y="3934"/>
                  </a:lnTo>
                  <a:cubicBezTo>
                    <a:pt x="3803" y="3774"/>
                    <a:pt x="3894" y="3599"/>
                    <a:pt x="3957" y="3412"/>
                  </a:cubicBezTo>
                  <a:cubicBezTo>
                    <a:pt x="4200" y="2694"/>
                    <a:pt x="4054" y="1936"/>
                    <a:pt x="3569" y="1384"/>
                  </a:cubicBezTo>
                  <a:cubicBezTo>
                    <a:pt x="3533" y="1343"/>
                    <a:pt x="3481" y="1320"/>
                    <a:pt x="3429" y="1320"/>
                  </a:cubicBezTo>
                  <a:cubicBezTo>
                    <a:pt x="3410" y="1320"/>
                    <a:pt x="3392" y="1323"/>
                    <a:pt x="3374" y="1328"/>
                  </a:cubicBezTo>
                  <a:cubicBezTo>
                    <a:pt x="3309" y="1349"/>
                    <a:pt x="3259" y="1406"/>
                    <a:pt x="3247" y="1473"/>
                  </a:cubicBezTo>
                  <a:cubicBezTo>
                    <a:pt x="3124" y="1105"/>
                    <a:pt x="2905" y="778"/>
                    <a:pt x="2607" y="522"/>
                  </a:cubicBezTo>
                  <a:cubicBezTo>
                    <a:pt x="2254" y="218"/>
                    <a:pt x="1825" y="38"/>
                    <a:pt x="1363" y="1"/>
                  </a:cubicBezTo>
                  <a:cubicBezTo>
                    <a:pt x="1358" y="1"/>
                    <a:pt x="1353" y="0"/>
                    <a:pt x="13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2"/>
            <p:cNvSpPr/>
            <p:nvPr/>
          </p:nvSpPr>
          <p:spPr>
            <a:xfrm>
              <a:off x="5518426" y="3708552"/>
              <a:ext cx="12151" cy="12119"/>
            </a:xfrm>
            <a:custGeom>
              <a:rect b="b" l="l" r="r" t="t"/>
              <a:pathLst>
                <a:path extrusionOk="0" h="372" w="373">
                  <a:moveTo>
                    <a:pt x="186" y="0"/>
                  </a:moveTo>
                  <a:cubicBezTo>
                    <a:pt x="83" y="0"/>
                    <a:pt x="0" y="84"/>
                    <a:pt x="0" y="186"/>
                  </a:cubicBezTo>
                  <a:cubicBezTo>
                    <a:pt x="0" y="289"/>
                    <a:pt x="84" y="372"/>
                    <a:pt x="186" y="372"/>
                  </a:cubicBezTo>
                  <a:cubicBezTo>
                    <a:pt x="289" y="372"/>
                    <a:pt x="372" y="288"/>
                    <a:pt x="372" y="186"/>
                  </a:cubicBezTo>
                  <a:cubicBezTo>
                    <a:pt x="372" y="82"/>
                    <a:pt x="288"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6" name="Google Shape;7806;p72"/>
          <p:cNvGrpSpPr/>
          <p:nvPr/>
        </p:nvGrpSpPr>
        <p:grpSpPr>
          <a:xfrm>
            <a:off x="6048397" y="3585540"/>
            <a:ext cx="311278" cy="241008"/>
            <a:chOff x="6048397" y="3585540"/>
            <a:chExt cx="311278" cy="241008"/>
          </a:xfrm>
        </p:grpSpPr>
        <p:sp>
          <p:nvSpPr>
            <p:cNvPr id="7807" name="Google Shape;7807;p72"/>
            <p:cNvSpPr/>
            <p:nvPr/>
          </p:nvSpPr>
          <p:spPr>
            <a:xfrm>
              <a:off x="6048397" y="3585540"/>
              <a:ext cx="311278" cy="241008"/>
            </a:xfrm>
            <a:custGeom>
              <a:rect b="b" l="l" r="r" t="t"/>
              <a:pathLst>
                <a:path extrusionOk="0" h="7398" w="9555">
                  <a:moveTo>
                    <a:pt x="3904" y="375"/>
                  </a:moveTo>
                  <a:cubicBezTo>
                    <a:pt x="3938" y="375"/>
                    <a:pt x="3958" y="398"/>
                    <a:pt x="3970" y="420"/>
                  </a:cubicBezTo>
                  <a:cubicBezTo>
                    <a:pt x="3983" y="447"/>
                    <a:pt x="3992" y="487"/>
                    <a:pt x="3947" y="519"/>
                  </a:cubicBezTo>
                  <a:cubicBezTo>
                    <a:pt x="3458" y="887"/>
                    <a:pt x="2993" y="1296"/>
                    <a:pt x="2566" y="1741"/>
                  </a:cubicBezTo>
                  <a:lnTo>
                    <a:pt x="2122" y="1368"/>
                  </a:lnTo>
                  <a:cubicBezTo>
                    <a:pt x="2636" y="923"/>
                    <a:pt x="3224" y="591"/>
                    <a:pt x="3876" y="380"/>
                  </a:cubicBezTo>
                  <a:cubicBezTo>
                    <a:pt x="3886" y="376"/>
                    <a:pt x="3896" y="375"/>
                    <a:pt x="3904" y="375"/>
                  </a:cubicBezTo>
                  <a:close/>
                  <a:moveTo>
                    <a:pt x="5650" y="375"/>
                  </a:moveTo>
                  <a:cubicBezTo>
                    <a:pt x="5659" y="375"/>
                    <a:pt x="5669" y="376"/>
                    <a:pt x="5679" y="380"/>
                  </a:cubicBezTo>
                  <a:cubicBezTo>
                    <a:pt x="6330" y="591"/>
                    <a:pt x="6920" y="923"/>
                    <a:pt x="7433" y="1369"/>
                  </a:cubicBezTo>
                  <a:lnTo>
                    <a:pt x="6989" y="1742"/>
                  </a:lnTo>
                  <a:cubicBezTo>
                    <a:pt x="6561" y="1299"/>
                    <a:pt x="6097" y="887"/>
                    <a:pt x="5607" y="519"/>
                  </a:cubicBezTo>
                  <a:cubicBezTo>
                    <a:pt x="5563" y="487"/>
                    <a:pt x="5571" y="446"/>
                    <a:pt x="5585" y="420"/>
                  </a:cubicBezTo>
                  <a:cubicBezTo>
                    <a:pt x="5597" y="397"/>
                    <a:pt x="5616" y="375"/>
                    <a:pt x="5650" y="375"/>
                  </a:cubicBezTo>
                  <a:close/>
                  <a:moveTo>
                    <a:pt x="956" y="1107"/>
                  </a:moveTo>
                  <a:lnTo>
                    <a:pt x="1347" y="1435"/>
                  </a:lnTo>
                  <a:lnTo>
                    <a:pt x="1000" y="1846"/>
                  </a:lnTo>
                  <a:lnTo>
                    <a:pt x="609" y="1520"/>
                  </a:lnTo>
                  <a:lnTo>
                    <a:pt x="956" y="1107"/>
                  </a:lnTo>
                  <a:close/>
                  <a:moveTo>
                    <a:pt x="8600" y="1107"/>
                  </a:moveTo>
                  <a:lnTo>
                    <a:pt x="8947" y="1521"/>
                  </a:lnTo>
                  <a:lnTo>
                    <a:pt x="8556" y="1849"/>
                  </a:lnTo>
                  <a:lnTo>
                    <a:pt x="8209" y="1435"/>
                  </a:lnTo>
                  <a:lnTo>
                    <a:pt x="8600" y="1107"/>
                  </a:lnTo>
                  <a:close/>
                  <a:moveTo>
                    <a:pt x="7810" y="1536"/>
                  </a:moveTo>
                  <a:lnTo>
                    <a:pt x="8386" y="2223"/>
                  </a:lnTo>
                  <a:lnTo>
                    <a:pt x="7733" y="2771"/>
                  </a:lnTo>
                  <a:lnTo>
                    <a:pt x="7157" y="2085"/>
                  </a:lnTo>
                  <a:lnTo>
                    <a:pt x="7810" y="1536"/>
                  </a:lnTo>
                  <a:close/>
                  <a:moveTo>
                    <a:pt x="1746" y="1537"/>
                  </a:moveTo>
                  <a:lnTo>
                    <a:pt x="2399" y="2086"/>
                  </a:lnTo>
                  <a:lnTo>
                    <a:pt x="1823" y="2773"/>
                  </a:lnTo>
                  <a:lnTo>
                    <a:pt x="1170" y="2224"/>
                  </a:lnTo>
                  <a:lnTo>
                    <a:pt x="1746" y="1537"/>
                  </a:lnTo>
                  <a:close/>
                  <a:moveTo>
                    <a:pt x="6988" y="2459"/>
                  </a:moveTo>
                  <a:lnTo>
                    <a:pt x="7335" y="2873"/>
                  </a:lnTo>
                  <a:lnTo>
                    <a:pt x="5487" y="4424"/>
                  </a:lnTo>
                  <a:lnTo>
                    <a:pt x="5067" y="4072"/>
                  </a:lnTo>
                  <a:lnTo>
                    <a:pt x="6988" y="2459"/>
                  </a:lnTo>
                  <a:close/>
                  <a:moveTo>
                    <a:pt x="1070" y="2624"/>
                  </a:moveTo>
                  <a:lnTo>
                    <a:pt x="1514" y="2997"/>
                  </a:lnTo>
                  <a:cubicBezTo>
                    <a:pt x="1152" y="3494"/>
                    <a:pt x="827" y="4023"/>
                    <a:pt x="550" y="4569"/>
                  </a:cubicBezTo>
                  <a:cubicBezTo>
                    <a:pt x="533" y="4604"/>
                    <a:pt x="508" y="4614"/>
                    <a:pt x="485" y="4614"/>
                  </a:cubicBezTo>
                  <a:cubicBezTo>
                    <a:pt x="475" y="4614"/>
                    <a:pt x="465" y="4612"/>
                    <a:pt x="456" y="4609"/>
                  </a:cubicBezTo>
                  <a:cubicBezTo>
                    <a:pt x="427" y="4600"/>
                    <a:pt x="393" y="4578"/>
                    <a:pt x="401" y="4522"/>
                  </a:cubicBezTo>
                  <a:cubicBezTo>
                    <a:pt x="495" y="3845"/>
                    <a:pt x="720" y="3207"/>
                    <a:pt x="1070" y="2624"/>
                  </a:cubicBezTo>
                  <a:close/>
                  <a:moveTo>
                    <a:pt x="8486" y="2624"/>
                  </a:moveTo>
                  <a:cubicBezTo>
                    <a:pt x="8834" y="3207"/>
                    <a:pt x="9059" y="3845"/>
                    <a:pt x="9155" y="4522"/>
                  </a:cubicBezTo>
                  <a:cubicBezTo>
                    <a:pt x="9163" y="4578"/>
                    <a:pt x="9130" y="4600"/>
                    <a:pt x="9100" y="4609"/>
                  </a:cubicBezTo>
                  <a:cubicBezTo>
                    <a:pt x="9091" y="4612"/>
                    <a:pt x="9081" y="4614"/>
                    <a:pt x="9071" y="4614"/>
                  </a:cubicBezTo>
                  <a:cubicBezTo>
                    <a:pt x="9048" y="4614"/>
                    <a:pt x="9023" y="4604"/>
                    <a:pt x="9006" y="4569"/>
                  </a:cubicBezTo>
                  <a:cubicBezTo>
                    <a:pt x="8728" y="4023"/>
                    <a:pt x="8404" y="3495"/>
                    <a:pt x="8042" y="2997"/>
                  </a:cubicBezTo>
                  <a:lnTo>
                    <a:pt x="8486" y="2624"/>
                  </a:lnTo>
                  <a:close/>
                  <a:moveTo>
                    <a:pt x="4069" y="4908"/>
                  </a:moveTo>
                  <a:lnTo>
                    <a:pt x="4488" y="5260"/>
                  </a:lnTo>
                  <a:lnTo>
                    <a:pt x="2405" y="7009"/>
                  </a:lnTo>
                  <a:lnTo>
                    <a:pt x="2058" y="6595"/>
                  </a:lnTo>
                  <a:lnTo>
                    <a:pt x="4069" y="4908"/>
                  </a:lnTo>
                  <a:close/>
                  <a:moveTo>
                    <a:pt x="3903" y="1"/>
                  </a:moveTo>
                  <a:cubicBezTo>
                    <a:pt x="3856" y="1"/>
                    <a:pt x="3808" y="8"/>
                    <a:pt x="3760" y="24"/>
                  </a:cubicBezTo>
                  <a:cubicBezTo>
                    <a:pt x="3032" y="259"/>
                    <a:pt x="2374" y="638"/>
                    <a:pt x="1808" y="1148"/>
                  </a:cubicBezTo>
                  <a:cubicBezTo>
                    <a:pt x="1784" y="1142"/>
                    <a:pt x="1759" y="1140"/>
                    <a:pt x="1734" y="1140"/>
                  </a:cubicBezTo>
                  <a:cubicBezTo>
                    <a:pt x="1726" y="1140"/>
                    <a:pt x="1718" y="1140"/>
                    <a:pt x="1710" y="1140"/>
                  </a:cubicBezTo>
                  <a:cubicBezTo>
                    <a:pt x="1673" y="1143"/>
                    <a:pt x="1640" y="1154"/>
                    <a:pt x="1609" y="1169"/>
                  </a:cubicBezTo>
                  <a:lnTo>
                    <a:pt x="1159" y="791"/>
                  </a:lnTo>
                  <a:cubicBezTo>
                    <a:pt x="1099" y="741"/>
                    <a:pt x="1026" y="715"/>
                    <a:pt x="950" y="715"/>
                  </a:cubicBezTo>
                  <a:cubicBezTo>
                    <a:pt x="940" y="715"/>
                    <a:pt x="931" y="715"/>
                    <a:pt x="921" y="716"/>
                  </a:cubicBezTo>
                  <a:cubicBezTo>
                    <a:pt x="834" y="724"/>
                    <a:pt x="756" y="765"/>
                    <a:pt x="699" y="831"/>
                  </a:cubicBezTo>
                  <a:lnTo>
                    <a:pt x="295" y="1314"/>
                  </a:lnTo>
                  <a:cubicBezTo>
                    <a:pt x="238" y="1380"/>
                    <a:pt x="212" y="1464"/>
                    <a:pt x="220" y="1552"/>
                  </a:cubicBezTo>
                  <a:cubicBezTo>
                    <a:pt x="228" y="1639"/>
                    <a:pt x="269" y="1718"/>
                    <a:pt x="336" y="1773"/>
                  </a:cubicBezTo>
                  <a:lnTo>
                    <a:pt x="784" y="2150"/>
                  </a:lnTo>
                  <a:cubicBezTo>
                    <a:pt x="767" y="2217"/>
                    <a:pt x="773" y="2286"/>
                    <a:pt x="799" y="2350"/>
                  </a:cubicBezTo>
                  <a:cubicBezTo>
                    <a:pt x="396" y="2999"/>
                    <a:pt x="138" y="3711"/>
                    <a:pt x="32" y="4470"/>
                  </a:cubicBezTo>
                  <a:cubicBezTo>
                    <a:pt x="0" y="4691"/>
                    <a:pt x="128" y="4894"/>
                    <a:pt x="343" y="4961"/>
                  </a:cubicBezTo>
                  <a:cubicBezTo>
                    <a:pt x="390" y="4976"/>
                    <a:pt x="437" y="4983"/>
                    <a:pt x="483" y="4983"/>
                  </a:cubicBezTo>
                  <a:cubicBezTo>
                    <a:pt x="649" y="4983"/>
                    <a:pt x="801" y="4893"/>
                    <a:pt x="880" y="4736"/>
                  </a:cubicBezTo>
                  <a:cubicBezTo>
                    <a:pt x="1158" y="4190"/>
                    <a:pt x="1484" y="3660"/>
                    <a:pt x="1849" y="3164"/>
                  </a:cubicBezTo>
                  <a:cubicBezTo>
                    <a:pt x="1887" y="3161"/>
                    <a:pt x="1925" y="3153"/>
                    <a:pt x="1959" y="3136"/>
                  </a:cubicBezTo>
                  <a:lnTo>
                    <a:pt x="3780" y="4664"/>
                  </a:lnTo>
                  <a:lnTo>
                    <a:pt x="1785" y="6340"/>
                  </a:lnTo>
                  <a:cubicBezTo>
                    <a:pt x="1719" y="6396"/>
                    <a:pt x="1678" y="6475"/>
                    <a:pt x="1670" y="6561"/>
                  </a:cubicBezTo>
                  <a:cubicBezTo>
                    <a:pt x="1662" y="6648"/>
                    <a:pt x="1689" y="6732"/>
                    <a:pt x="1745" y="6799"/>
                  </a:cubicBezTo>
                  <a:lnTo>
                    <a:pt x="2149" y="7281"/>
                  </a:lnTo>
                  <a:cubicBezTo>
                    <a:pt x="2213" y="7358"/>
                    <a:pt x="2306" y="7398"/>
                    <a:pt x="2399" y="7398"/>
                  </a:cubicBezTo>
                  <a:cubicBezTo>
                    <a:pt x="2473" y="7398"/>
                    <a:pt x="2547" y="7373"/>
                    <a:pt x="2609" y="7321"/>
                  </a:cubicBezTo>
                  <a:lnTo>
                    <a:pt x="4778" y="5502"/>
                  </a:lnTo>
                  <a:lnTo>
                    <a:pt x="6946" y="7321"/>
                  </a:lnTo>
                  <a:cubicBezTo>
                    <a:pt x="7006" y="7373"/>
                    <a:pt x="7081" y="7398"/>
                    <a:pt x="7156" y="7398"/>
                  </a:cubicBezTo>
                  <a:cubicBezTo>
                    <a:pt x="7249" y="7398"/>
                    <a:pt x="7341" y="7358"/>
                    <a:pt x="7406" y="7281"/>
                  </a:cubicBezTo>
                  <a:lnTo>
                    <a:pt x="7810" y="6799"/>
                  </a:lnTo>
                  <a:cubicBezTo>
                    <a:pt x="7867" y="6732"/>
                    <a:pt x="7893" y="6649"/>
                    <a:pt x="7885" y="6561"/>
                  </a:cubicBezTo>
                  <a:cubicBezTo>
                    <a:pt x="7877" y="6473"/>
                    <a:pt x="7836" y="6396"/>
                    <a:pt x="7769" y="6340"/>
                  </a:cubicBezTo>
                  <a:lnTo>
                    <a:pt x="5774" y="4664"/>
                  </a:lnTo>
                  <a:lnTo>
                    <a:pt x="7596" y="3136"/>
                  </a:lnTo>
                  <a:cubicBezTo>
                    <a:pt x="7631" y="3152"/>
                    <a:pt x="7668" y="3161"/>
                    <a:pt x="7706" y="3164"/>
                  </a:cubicBezTo>
                  <a:cubicBezTo>
                    <a:pt x="8071" y="3662"/>
                    <a:pt x="8397" y="4190"/>
                    <a:pt x="8675" y="4736"/>
                  </a:cubicBezTo>
                  <a:cubicBezTo>
                    <a:pt x="8754" y="4891"/>
                    <a:pt x="8906" y="4983"/>
                    <a:pt x="9072" y="4983"/>
                  </a:cubicBezTo>
                  <a:cubicBezTo>
                    <a:pt x="9117" y="4983"/>
                    <a:pt x="9164" y="4977"/>
                    <a:pt x="9211" y="4961"/>
                  </a:cubicBezTo>
                  <a:cubicBezTo>
                    <a:pt x="9426" y="4895"/>
                    <a:pt x="9555" y="4693"/>
                    <a:pt x="9523" y="4471"/>
                  </a:cubicBezTo>
                  <a:cubicBezTo>
                    <a:pt x="9417" y="3713"/>
                    <a:pt x="9159" y="3001"/>
                    <a:pt x="8755" y="2352"/>
                  </a:cubicBezTo>
                  <a:cubicBezTo>
                    <a:pt x="8781" y="2290"/>
                    <a:pt x="8787" y="2218"/>
                    <a:pt x="8770" y="2152"/>
                  </a:cubicBezTo>
                  <a:lnTo>
                    <a:pt x="9219" y="1774"/>
                  </a:lnTo>
                  <a:cubicBezTo>
                    <a:pt x="9286" y="1719"/>
                    <a:pt x="9326" y="1640"/>
                    <a:pt x="9335" y="1553"/>
                  </a:cubicBezTo>
                  <a:cubicBezTo>
                    <a:pt x="9342" y="1467"/>
                    <a:pt x="9315" y="1381"/>
                    <a:pt x="9259" y="1315"/>
                  </a:cubicBezTo>
                  <a:lnTo>
                    <a:pt x="8855" y="833"/>
                  </a:lnTo>
                  <a:cubicBezTo>
                    <a:pt x="8798" y="766"/>
                    <a:pt x="8720" y="726"/>
                    <a:pt x="8634" y="718"/>
                  </a:cubicBezTo>
                  <a:cubicBezTo>
                    <a:pt x="8624" y="717"/>
                    <a:pt x="8614" y="717"/>
                    <a:pt x="8603" y="717"/>
                  </a:cubicBezTo>
                  <a:cubicBezTo>
                    <a:pt x="8527" y="717"/>
                    <a:pt x="8454" y="744"/>
                    <a:pt x="8395" y="793"/>
                  </a:cubicBezTo>
                  <a:lnTo>
                    <a:pt x="7946" y="1170"/>
                  </a:lnTo>
                  <a:cubicBezTo>
                    <a:pt x="7915" y="1155"/>
                    <a:pt x="7879" y="1146"/>
                    <a:pt x="7844" y="1142"/>
                  </a:cubicBezTo>
                  <a:cubicBezTo>
                    <a:pt x="7835" y="1142"/>
                    <a:pt x="7826" y="1141"/>
                    <a:pt x="7818" y="1141"/>
                  </a:cubicBezTo>
                  <a:cubicBezTo>
                    <a:pt x="7794" y="1141"/>
                    <a:pt x="7770" y="1144"/>
                    <a:pt x="7747" y="1149"/>
                  </a:cubicBezTo>
                  <a:cubicBezTo>
                    <a:pt x="7179" y="640"/>
                    <a:pt x="6523" y="262"/>
                    <a:pt x="5795" y="25"/>
                  </a:cubicBezTo>
                  <a:cubicBezTo>
                    <a:pt x="5747" y="9"/>
                    <a:pt x="5699" y="2"/>
                    <a:pt x="5652" y="2"/>
                  </a:cubicBezTo>
                  <a:cubicBezTo>
                    <a:pt x="5488" y="2"/>
                    <a:pt x="5337" y="92"/>
                    <a:pt x="5256" y="247"/>
                  </a:cubicBezTo>
                  <a:cubicBezTo>
                    <a:pt x="5154" y="446"/>
                    <a:pt x="5206" y="679"/>
                    <a:pt x="5385" y="815"/>
                  </a:cubicBezTo>
                  <a:cubicBezTo>
                    <a:pt x="5874" y="1182"/>
                    <a:pt x="6338" y="1595"/>
                    <a:pt x="6764" y="2041"/>
                  </a:cubicBezTo>
                  <a:cubicBezTo>
                    <a:pt x="6764" y="2044"/>
                    <a:pt x="6763" y="2047"/>
                    <a:pt x="6763" y="2050"/>
                  </a:cubicBezTo>
                  <a:cubicBezTo>
                    <a:pt x="6760" y="2086"/>
                    <a:pt x="6763" y="2122"/>
                    <a:pt x="6771" y="2155"/>
                  </a:cubicBezTo>
                  <a:lnTo>
                    <a:pt x="4778" y="3830"/>
                  </a:lnTo>
                  <a:lnTo>
                    <a:pt x="4570" y="3655"/>
                  </a:lnTo>
                  <a:cubicBezTo>
                    <a:pt x="4535" y="3626"/>
                    <a:pt x="4493" y="3612"/>
                    <a:pt x="4451" y="3612"/>
                  </a:cubicBezTo>
                  <a:cubicBezTo>
                    <a:pt x="4398" y="3612"/>
                    <a:pt x="4345" y="3634"/>
                    <a:pt x="4308" y="3678"/>
                  </a:cubicBezTo>
                  <a:cubicBezTo>
                    <a:pt x="4243" y="3756"/>
                    <a:pt x="4254" y="3872"/>
                    <a:pt x="4331" y="3940"/>
                  </a:cubicBezTo>
                  <a:lnTo>
                    <a:pt x="7496" y="6595"/>
                  </a:lnTo>
                  <a:lnTo>
                    <a:pt x="7149" y="7009"/>
                  </a:lnTo>
                  <a:lnTo>
                    <a:pt x="2220" y="2873"/>
                  </a:lnTo>
                  <a:lnTo>
                    <a:pt x="2567" y="2459"/>
                  </a:lnTo>
                  <a:lnTo>
                    <a:pt x="3051" y="2866"/>
                  </a:lnTo>
                  <a:cubicBezTo>
                    <a:pt x="3087" y="2894"/>
                    <a:pt x="3129" y="2909"/>
                    <a:pt x="3170" y="2909"/>
                  </a:cubicBezTo>
                  <a:cubicBezTo>
                    <a:pt x="3223" y="2909"/>
                    <a:pt x="3276" y="2887"/>
                    <a:pt x="3313" y="2842"/>
                  </a:cubicBezTo>
                  <a:cubicBezTo>
                    <a:pt x="3379" y="2763"/>
                    <a:pt x="3368" y="2647"/>
                    <a:pt x="3291" y="2580"/>
                  </a:cubicBezTo>
                  <a:lnTo>
                    <a:pt x="2783" y="2154"/>
                  </a:lnTo>
                  <a:cubicBezTo>
                    <a:pt x="2792" y="2120"/>
                    <a:pt x="2794" y="2085"/>
                    <a:pt x="2792" y="2049"/>
                  </a:cubicBezTo>
                  <a:cubicBezTo>
                    <a:pt x="2792" y="2045"/>
                    <a:pt x="2791" y="2043"/>
                    <a:pt x="2791" y="2040"/>
                  </a:cubicBezTo>
                  <a:cubicBezTo>
                    <a:pt x="3217" y="1594"/>
                    <a:pt x="3680" y="1182"/>
                    <a:pt x="4170" y="813"/>
                  </a:cubicBezTo>
                  <a:cubicBezTo>
                    <a:pt x="4349" y="678"/>
                    <a:pt x="4401" y="446"/>
                    <a:pt x="4298" y="245"/>
                  </a:cubicBezTo>
                  <a:cubicBezTo>
                    <a:pt x="4218" y="90"/>
                    <a:pt x="4066" y="1"/>
                    <a:pt x="39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2"/>
            <p:cNvSpPr/>
            <p:nvPr/>
          </p:nvSpPr>
          <p:spPr>
            <a:xfrm>
              <a:off x="6166556" y="3685618"/>
              <a:ext cx="12151" cy="12151"/>
            </a:xfrm>
            <a:custGeom>
              <a:rect b="b" l="l" r="r" t="t"/>
              <a:pathLst>
                <a:path extrusionOk="0" h="373" w="373">
                  <a:moveTo>
                    <a:pt x="187" y="0"/>
                  </a:moveTo>
                  <a:cubicBezTo>
                    <a:pt x="83" y="0"/>
                    <a:pt x="0" y="84"/>
                    <a:pt x="0" y="187"/>
                  </a:cubicBezTo>
                  <a:cubicBezTo>
                    <a:pt x="0" y="290"/>
                    <a:pt x="84" y="372"/>
                    <a:pt x="187" y="372"/>
                  </a:cubicBezTo>
                  <a:cubicBezTo>
                    <a:pt x="290" y="372"/>
                    <a:pt x="372" y="288"/>
                    <a:pt x="372" y="187"/>
                  </a:cubicBezTo>
                  <a:cubicBezTo>
                    <a:pt x="372" y="84"/>
                    <a:pt x="290"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9" name="Google Shape;7809;p72"/>
          <p:cNvGrpSpPr/>
          <p:nvPr/>
        </p:nvGrpSpPr>
        <p:grpSpPr>
          <a:xfrm>
            <a:off x="6844265" y="3592446"/>
            <a:ext cx="309812" cy="227391"/>
            <a:chOff x="6844265" y="3592446"/>
            <a:chExt cx="309812" cy="227391"/>
          </a:xfrm>
        </p:grpSpPr>
        <p:sp>
          <p:nvSpPr>
            <p:cNvPr id="7810" name="Google Shape;7810;p72"/>
            <p:cNvSpPr/>
            <p:nvPr/>
          </p:nvSpPr>
          <p:spPr>
            <a:xfrm>
              <a:off x="6844265" y="3592446"/>
              <a:ext cx="309812" cy="227293"/>
            </a:xfrm>
            <a:custGeom>
              <a:rect b="b" l="l" r="r" t="t"/>
              <a:pathLst>
                <a:path extrusionOk="0" h="6977" w="9510">
                  <a:moveTo>
                    <a:pt x="5176" y="1336"/>
                  </a:moveTo>
                  <a:lnTo>
                    <a:pt x="5176" y="2005"/>
                  </a:lnTo>
                  <a:lnTo>
                    <a:pt x="4805" y="2005"/>
                  </a:lnTo>
                  <a:lnTo>
                    <a:pt x="4805" y="1336"/>
                  </a:lnTo>
                  <a:close/>
                  <a:moveTo>
                    <a:pt x="3672" y="1896"/>
                  </a:moveTo>
                  <a:lnTo>
                    <a:pt x="4031" y="2126"/>
                  </a:lnTo>
                  <a:lnTo>
                    <a:pt x="3142" y="3517"/>
                  </a:lnTo>
                  <a:lnTo>
                    <a:pt x="2783" y="3288"/>
                  </a:lnTo>
                  <a:lnTo>
                    <a:pt x="3672" y="1896"/>
                  </a:lnTo>
                  <a:close/>
                  <a:moveTo>
                    <a:pt x="8403" y="372"/>
                  </a:moveTo>
                  <a:cubicBezTo>
                    <a:pt x="8584" y="372"/>
                    <a:pt x="8732" y="521"/>
                    <a:pt x="8732" y="701"/>
                  </a:cubicBezTo>
                  <a:lnTo>
                    <a:pt x="8732" y="3905"/>
                  </a:lnTo>
                  <a:cubicBezTo>
                    <a:pt x="8732" y="4085"/>
                    <a:pt x="8584" y="4232"/>
                    <a:pt x="8403" y="4232"/>
                  </a:cubicBezTo>
                  <a:lnTo>
                    <a:pt x="3925" y="4231"/>
                  </a:lnTo>
                  <a:cubicBezTo>
                    <a:pt x="3713" y="4231"/>
                    <a:pt x="3540" y="4059"/>
                    <a:pt x="3540" y="3847"/>
                  </a:cubicBezTo>
                  <a:lnTo>
                    <a:pt x="3540" y="3585"/>
                  </a:lnTo>
                  <a:lnTo>
                    <a:pt x="4312" y="2376"/>
                  </a:lnTo>
                  <a:lnTo>
                    <a:pt x="5422" y="2376"/>
                  </a:lnTo>
                  <a:cubicBezTo>
                    <a:pt x="5500" y="2376"/>
                    <a:pt x="5570" y="2326"/>
                    <a:pt x="5597" y="2251"/>
                  </a:cubicBezTo>
                  <a:lnTo>
                    <a:pt x="6176" y="592"/>
                  </a:lnTo>
                  <a:cubicBezTo>
                    <a:pt x="6222" y="460"/>
                    <a:pt x="6346" y="372"/>
                    <a:pt x="6486" y="372"/>
                  </a:cubicBezTo>
                  <a:close/>
                  <a:moveTo>
                    <a:pt x="2906" y="3807"/>
                  </a:moveTo>
                  <a:lnTo>
                    <a:pt x="2957" y="3840"/>
                  </a:lnTo>
                  <a:cubicBezTo>
                    <a:pt x="3016" y="3878"/>
                    <a:pt x="3081" y="3895"/>
                    <a:pt x="3147" y="3895"/>
                  </a:cubicBezTo>
                  <a:cubicBezTo>
                    <a:pt x="3155" y="3895"/>
                    <a:pt x="3163" y="3895"/>
                    <a:pt x="3170" y="3893"/>
                  </a:cubicBezTo>
                  <a:cubicBezTo>
                    <a:pt x="3180" y="4046"/>
                    <a:pt x="3234" y="4185"/>
                    <a:pt x="3321" y="4300"/>
                  </a:cubicBezTo>
                  <a:cubicBezTo>
                    <a:pt x="2983" y="4411"/>
                    <a:pt x="2698" y="4649"/>
                    <a:pt x="2530" y="4972"/>
                  </a:cubicBezTo>
                  <a:lnTo>
                    <a:pt x="2160" y="4972"/>
                  </a:lnTo>
                  <a:lnTo>
                    <a:pt x="2906" y="3807"/>
                  </a:lnTo>
                  <a:close/>
                  <a:moveTo>
                    <a:pt x="3750" y="4603"/>
                  </a:moveTo>
                  <a:cubicBezTo>
                    <a:pt x="4057" y="4603"/>
                    <a:pt x="4342" y="4744"/>
                    <a:pt x="4528" y="4974"/>
                  </a:cubicBezTo>
                  <a:lnTo>
                    <a:pt x="2970" y="4974"/>
                  </a:lnTo>
                  <a:cubicBezTo>
                    <a:pt x="3159" y="4743"/>
                    <a:pt x="3442" y="4603"/>
                    <a:pt x="3750" y="4603"/>
                  </a:cubicBezTo>
                  <a:close/>
                  <a:moveTo>
                    <a:pt x="5496" y="5343"/>
                  </a:moveTo>
                  <a:lnTo>
                    <a:pt x="5496" y="5345"/>
                  </a:lnTo>
                  <a:cubicBezTo>
                    <a:pt x="5639" y="5345"/>
                    <a:pt x="5756" y="5461"/>
                    <a:pt x="5756" y="5604"/>
                  </a:cubicBezTo>
                  <a:cubicBezTo>
                    <a:pt x="5756" y="5746"/>
                    <a:pt x="5639" y="5864"/>
                    <a:pt x="5496" y="5864"/>
                  </a:cubicBezTo>
                  <a:lnTo>
                    <a:pt x="2006" y="5864"/>
                  </a:lnTo>
                  <a:lnTo>
                    <a:pt x="2006" y="5343"/>
                  </a:lnTo>
                  <a:close/>
                  <a:moveTo>
                    <a:pt x="1370" y="3613"/>
                  </a:moveTo>
                  <a:cubicBezTo>
                    <a:pt x="1515" y="3613"/>
                    <a:pt x="1635" y="3732"/>
                    <a:pt x="1635" y="3878"/>
                  </a:cubicBezTo>
                  <a:lnTo>
                    <a:pt x="1635" y="6337"/>
                  </a:lnTo>
                  <a:cubicBezTo>
                    <a:pt x="1635" y="6409"/>
                    <a:pt x="1607" y="6477"/>
                    <a:pt x="1556" y="6529"/>
                  </a:cubicBezTo>
                  <a:cubicBezTo>
                    <a:pt x="1505" y="6579"/>
                    <a:pt x="1437" y="6607"/>
                    <a:pt x="1364" y="6607"/>
                  </a:cubicBezTo>
                  <a:lnTo>
                    <a:pt x="536" y="6607"/>
                  </a:lnTo>
                  <a:lnTo>
                    <a:pt x="961" y="5954"/>
                  </a:lnTo>
                  <a:cubicBezTo>
                    <a:pt x="980" y="5926"/>
                    <a:pt x="989" y="5895"/>
                    <a:pt x="991" y="5864"/>
                  </a:cubicBezTo>
                  <a:lnTo>
                    <a:pt x="1107" y="3863"/>
                  </a:lnTo>
                  <a:cubicBezTo>
                    <a:pt x="1115" y="3722"/>
                    <a:pt x="1231" y="3613"/>
                    <a:pt x="1370" y="3613"/>
                  </a:cubicBezTo>
                  <a:close/>
                  <a:moveTo>
                    <a:pt x="4527" y="6237"/>
                  </a:moveTo>
                  <a:cubicBezTo>
                    <a:pt x="4342" y="6467"/>
                    <a:pt x="4059" y="6607"/>
                    <a:pt x="3750" y="6607"/>
                  </a:cubicBezTo>
                  <a:cubicBezTo>
                    <a:pt x="3443" y="6607"/>
                    <a:pt x="3159" y="6467"/>
                    <a:pt x="2970" y="6237"/>
                  </a:cubicBezTo>
                  <a:close/>
                  <a:moveTo>
                    <a:pt x="8135" y="4603"/>
                  </a:moveTo>
                  <a:cubicBezTo>
                    <a:pt x="8687" y="4603"/>
                    <a:pt x="9136" y="5053"/>
                    <a:pt x="9136" y="5605"/>
                  </a:cubicBezTo>
                  <a:cubicBezTo>
                    <a:pt x="9136" y="6158"/>
                    <a:pt x="8687" y="6607"/>
                    <a:pt x="8135" y="6607"/>
                  </a:cubicBezTo>
                  <a:cubicBezTo>
                    <a:pt x="7582" y="6607"/>
                    <a:pt x="7133" y="6158"/>
                    <a:pt x="7133" y="5605"/>
                  </a:cubicBezTo>
                  <a:cubicBezTo>
                    <a:pt x="7133" y="5053"/>
                    <a:pt x="7582" y="4603"/>
                    <a:pt x="8135" y="4603"/>
                  </a:cubicBezTo>
                  <a:close/>
                  <a:moveTo>
                    <a:pt x="4621" y="0"/>
                  </a:moveTo>
                  <a:cubicBezTo>
                    <a:pt x="4520" y="0"/>
                    <a:pt x="4436" y="83"/>
                    <a:pt x="4436" y="187"/>
                  </a:cubicBezTo>
                  <a:cubicBezTo>
                    <a:pt x="4436" y="288"/>
                    <a:pt x="4518" y="372"/>
                    <a:pt x="4621" y="372"/>
                  </a:cubicBezTo>
                  <a:cubicBezTo>
                    <a:pt x="4724" y="372"/>
                    <a:pt x="4808" y="456"/>
                    <a:pt x="4808" y="559"/>
                  </a:cubicBezTo>
                  <a:lnTo>
                    <a:pt x="4808" y="966"/>
                  </a:lnTo>
                  <a:lnTo>
                    <a:pt x="4763" y="966"/>
                  </a:lnTo>
                  <a:cubicBezTo>
                    <a:pt x="4584" y="966"/>
                    <a:pt x="4437" y="1113"/>
                    <a:pt x="4437" y="1292"/>
                  </a:cubicBezTo>
                  <a:lnTo>
                    <a:pt x="4437" y="2005"/>
                  </a:lnTo>
                  <a:lnTo>
                    <a:pt x="4392" y="2005"/>
                  </a:lnTo>
                  <a:cubicBezTo>
                    <a:pt x="4368" y="1933"/>
                    <a:pt x="4319" y="1868"/>
                    <a:pt x="4249" y="1823"/>
                  </a:cubicBezTo>
                  <a:lnTo>
                    <a:pt x="3861" y="1575"/>
                  </a:lnTo>
                  <a:cubicBezTo>
                    <a:pt x="3802" y="1537"/>
                    <a:pt x="3736" y="1519"/>
                    <a:pt x="3671" y="1519"/>
                  </a:cubicBezTo>
                  <a:cubicBezTo>
                    <a:pt x="3555" y="1519"/>
                    <a:pt x="3440" y="1577"/>
                    <a:pt x="3373" y="1682"/>
                  </a:cubicBezTo>
                  <a:lnTo>
                    <a:pt x="2463" y="3103"/>
                  </a:lnTo>
                  <a:cubicBezTo>
                    <a:pt x="2412" y="3183"/>
                    <a:pt x="2395" y="3277"/>
                    <a:pt x="2416" y="3368"/>
                  </a:cubicBezTo>
                  <a:cubicBezTo>
                    <a:pt x="2437" y="3460"/>
                    <a:pt x="2491" y="3540"/>
                    <a:pt x="2571" y="3590"/>
                  </a:cubicBezTo>
                  <a:lnTo>
                    <a:pt x="2595" y="3605"/>
                  </a:lnTo>
                  <a:lnTo>
                    <a:pt x="2008" y="4524"/>
                  </a:lnTo>
                  <a:lnTo>
                    <a:pt x="2008" y="3875"/>
                  </a:lnTo>
                  <a:cubicBezTo>
                    <a:pt x="2008" y="3524"/>
                    <a:pt x="1723" y="3240"/>
                    <a:pt x="1373" y="3240"/>
                  </a:cubicBezTo>
                  <a:cubicBezTo>
                    <a:pt x="1036" y="3240"/>
                    <a:pt x="757" y="3503"/>
                    <a:pt x="739" y="3839"/>
                  </a:cubicBezTo>
                  <a:lnTo>
                    <a:pt x="626" y="5790"/>
                  </a:lnTo>
                  <a:lnTo>
                    <a:pt x="41" y="6689"/>
                  </a:lnTo>
                  <a:cubicBezTo>
                    <a:pt x="5" y="6747"/>
                    <a:pt x="0" y="6819"/>
                    <a:pt x="33" y="6879"/>
                  </a:cubicBezTo>
                  <a:cubicBezTo>
                    <a:pt x="65" y="6939"/>
                    <a:pt x="128" y="6976"/>
                    <a:pt x="196" y="6976"/>
                  </a:cubicBezTo>
                  <a:lnTo>
                    <a:pt x="1368" y="6976"/>
                  </a:lnTo>
                  <a:cubicBezTo>
                    <a:pt x="1539" y="6976"/>
                    <a:pt x="1700" y="6909"/>
                    <a:pt x="1820" y="6789"/>
                  </a:cubicBezTo>
                  <a:cubicBezTo>
                    <a:pt x="1941" y="6668"/>
                    <a:pt x="2008" y="6507"/>
                    <a:pt x="2008" y="6336"/>
                  </a:cubicBezTo>
                  <a:lnTo>
                    <a:pt x="2008" y="6233"/>
                  </a:lnTo>
                  <a:lnTo>
                    <a:pt x="2532" y="6233"/>
                  </a:lnTo>
                  <a:cubicBezTo>
                    <a:pt x="2767" y="6687"/>
                    <a:pt x="3237" y="6976"/>
                    <a:pt x="3752" y="6976"/>
                  </a:cubicBezTo>
                  <a:lnTo>
                    <a:pt x="5156" y="6976"/>
                  </a:lnTo>
                  <a:cubicBezTo>
                    <a:pt x="5258" y="6976"/>
                    <a:pt x="5342" y="6893"/>
                    <a:pt x="5342" y="6790"/>
                  </a:cubicBezTo>
                  <a:cubicBezTo>
                    <a:pt x="5342" y="6688"/>
                    <a:pt x="5259" y="6604"/>
                    <a:pt x="5156" y="6604"/>
                  </a:cubicBezTo>
                  <a:lnTo>
                    <a:pt x="4690" y="6604"/>
                  </a:lnTo>
                  <a:cubicBezTo>
                    <a:pt x="4804" y="6499"/>
                    <a:pt x="4899" y="6374"/>
                    <a:pt x="4971" y="6233"/>
                  </a:cubicBezTo>
                  <a:lnTo>
                    <a:pt x="5497" y="6233"/>
                  </a:lnTo>
                  <a:cubicBezTo>
                    <a:pt x="5846" y="6233"/>
                    <a:pt x="6129" y="5951"/>
                    <a:pt x="6129" y="5603"/>
                  </a:cubicBezTo>
                  <a:cubicBezTo>
                    <a:pt x="6129" y="5254"/>
                    <a:pt x="5846" y="4971"/>
                    <a:pt x="5497" y="4971"/>
                  </a:cubicBezTo>
                  <a:lnTo>
                    <a:pt x="4971" y="4971"/>
                  </a:lnTo>
                  <a:cubicBezTo>
                    <a:pt x="4898" y="4830"/>
                    <a:pt x="4804" y="4705"/>
                    <a:pt x="4690" y="4600"/>
                  </a:cubicBezTo>
                  <a:lnTo>
                    <a:pt x="7198" y="4600"/>
                  </a:lnTo>
                  <a:cubicBezTo>
                    <a:pt x="6930" y="4852"/>
                    <a:pt x="6763" y="5208"/>
                    <a:pt x="6763" y="5603"/>
                  </a:cubicBezTo>
                  <a:cubicBezTo>
                    <a:pt x="6763" y="5998"/>
                    <a:pt x="6930" y="6354"/>
                    <a:pt x="7198" y="6604"/>
                  </a:cubicBezTo>
                  <a:lnTo>
                    <a:pt x="6826" y="6604"/>
                  </a:lnTo>
                  <a:cubicBezTo>
                    <a:pt x="6723" y="6604"/>
                    <a:pt x="6639" y="6687"/>
                    <a:pt x="6639" y="6790"/>
                  </a:cubicBezTo>
                  <a:cubicBezTo>
                    <a:pt x="6639" y="6892"/>
                    <a:pt x="6722" y="6976"/>
                    <a:pt x="6826" y="6976"/>
                  </a:cubicBezTo>
                  <a:lnTo>
                    <a:pt x="8136" y="6976"/>
                  </a:lnTo>
                  <a:cubicBezTo>
                    <a:pt x="8893" y="6976"/>
                    <a:pt x="9509" y="6360"/>
                    <a:pt x="9509" y="5603"/>
                  </a:cubicBezTo>
                  <a:cubicBezTo>
                    <a:pt x="9507" y="5111"/>
                    <a:pt x="9246" y="4680"/>
                    <a:pt x="8855" y="4437"/>
                  </a:cubicBezTo>
                  <a:cubicBezTo>
                    <a:pt x="9007" y="4309"/>
                    <a:pt x="9103" y="4117"/>
                    <a:pt x="9103" y="3905"/>
                  </a:cubicBezTo>
                  <a:lnTo>
                    <a:pt x="9103" y="701"/>
                  </a:lnTo>
                  <a:cubicBezTo>
                    <a:pt x="9103" y="314"/>
                    <a:pt x="8789" y="2"/>
                    <a:pt x="8403" y="2"/>
                  </a:cubicBezTo>
                  <a:lnTo>
                    <a:pt x="6486" y="2"/>
                  </a:lnTo>
                  <a:cubicBezTo>
                    <a:pt x="6189" y="2"/>
                    <a:pt x="5924" y="191"/>
                    <a:pt x="5826" y="471"/>
                  </a:cubicBezTo>
                  <a:lnTo>
                    <a:pt x="5547" y="1271"/>
                  </a:lnTo>
                  <a:cubicBezTo>
                    <a:pt x="5537" y="1100"/>
                    <a:pt x="5394" y="966"/>
                    <a:pt x="5223" y="966"/>
                  </a:cubicBezTo>
                  <a:lnTo>
                    <a:pt x="5178" y="966"/>
                  </a:lnTo>
                  <a:lnTo>
                    <a:pt x="5178" y="558"/>
                  </a:lnTo>
                  <a:cubicBezTo>
                    <a:pt x="5178" y="251"/>
                    <a:pt x="4928" y="0"/>
                    <a:pt x="46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2"/>
            <p:cNvSpPr/>
            <p:nvPr/>
          </p:nvSpPr>
          <p:spPr>
            <a:xfrm>
              <a:off x="7036635" y="3616618"/>
              <a:ext cx="80010" cy="63168"/>
            </a:xfrm>
            <a:custGeom>
              <a:rect b="b" l="l" r="r" t="t"/>
              <a:pathLst>
                <a:path extrusionOk="0" h="1939" w="2456">
                  <a:moveTo>
                    <a:pt x="2084" y="372"/>
                  </a:moveTo>
                  <a:lnTo>
                    <a:pt x="2084" y="1567"/>
                  </a:lnTo>
                  <a:lnTo>
                    <a:pt x="459" y="1567"/>
                  </a:lnTo>
                  <a:lnTo>
                    <a:pt x="874" y="372"/>
                  </a:lnTo>
                  <a:close/>
                  <a:moveTo>
                    <a:pt x="742" y="1"/>
                  </a:moveTo>
                  <a:cubicBezTo>
                    <a:pt x="664" y="1"/>
                    <a:pt x="593" y="51"/>
                    <a:pt x="566" y="126"/>
                  </a:cubicBezTo>
                  <a:lnTo>
                    <a:pt x="21" y="1692"/>
                  </a:lnTo>
                  <a:cubicBezTo>
                    <a:pt x="1" y="1748"/>
                    <a:pt x="10" y="1811"/>
                    <a:pt x="44" y="1860"/>
                  </a:cubicBezTo>
                  <a:cubicBezTo>
                    <a:pt x="79" y="1909"/>
                    <a:pt x="136" y="1939"/>
                    <a:pt x="195" y="1939"/>
                  </a:cubicBezTo>
                  <a:lnTo>
                    <a:pt x="2268" y="1939"/>
                  </a:lnTo>
                  <a:cubicBezTo>
                    <a:pt x="2372" y="1938"/>
                    <a:pt x="2455" y="1855"/>
                    <a:pt x="2455" y="1754"/>
                  </a:cubicBezTo>
                  <a:lnTo>
                    <a:pt x="2455" y="187"/>
                  </a:lnTo>
                  <a:cubicBezTo>
                    <a:pt x="2455" y="85"/>
                    <a:pt x="2372" y="1"/>
                    <a:pt x="22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2"/>
            <p:cNvSpPr/>
            <p:nvPr/>
          </p:nvSpPr>
          <p:spPr>
            <a:xfrm>
              <a:off x="6995132" y="3682881"/>
              <a:ext cx="29874" cy="12151"/>
            </a:xfrm>
            <a:custGeom>
              <a:rect b="b" l="l" r="r" t="t"/>
              <a:pathLst>
                <a:path extrusionOk="0" h="373" w="917">
                  <a:moveTo>
                    <a:pt x="187" y="0"/>
                  </a:moveTo>
                  <a:cubicBezTo>
                    <a:pt x="85" y="0"/>
                    <a:pt x="1" y="83"/>
                    <a:pt x="1" y="187"/>
                  </a:cubicBezTo>
                  <a:cubicBezTo>
                    <a:pt x="1" y="288"/>
                    <a:pt x="84" y="372"/>
                    <a:pt x="187" y="372"/>
                  </a:cubicBezTo>
                  <a:lnTo>
                    <a:pt x="730" y="372"/>
                  </a:lnTo>
                  <a:cubicBezTo>
                    <a:pt x="833" y="372"/>
                    <a:pt x="916" y="290"/>
                    <a:pt x="916" y="187"/>
                  </a:cubicBezTo>
                  <a:cubicBezTo>
                    <a:pt x="916" y="84"/>
                    <a:pt x="834" y="0"/>
                    <a:pt x="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2"/>
            <p:cNvSpPr/>
            <p:nvPr/>
          </p:nvSpPr>
          <p:spPr>
            <a:xfrm>
              <a:off x="6995132" y="3707086"/>
              <a:ext cx="29874" cy="12119"/>
            </a:xfrm>
            <a:custGeom>
              <a:rect b="b" l="l" r="r" t="t"/>
              <a:pathLst>
                <a:path extrusionOk="0" h="372" w="917">
                  <a:moveTo>
                    <a:pt x="187" y="0"/>
                  </a:moveTo>
                  <a:cubicBezTo>
                    <a:pt x="85" y="0"/>
                    <a:pt x="1" y="83"/>
                    <a:pt x="1" y="187"/>
                  </a:cubicBezTo>
                  <a:cubicBezTo>
                    <a:pt x="1" y="288"/>
                    <a:pt x="84" y="372"/>
                    <a:pt x="187" y="372"/>
                  </a:cubicBezTo>
                  <a:lnTo>
                    <a:pt x="730" y="372"/>
                  </a:lnTo>
                  <a:cubicBezTo>
                    <a:pt x="833" y="372"/>
                    <a:pt x="916" y="289"/>
                    <a:pt x="916" y="187"/>
                  </a:cubicBezTo>
                  <a:cubicBezTo>
                    <a:pt x="916" y="84"/>
                    <a:pt x="834" y="0"/>
                    <a:pt x="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2"/>
            <p:cNvSpPr/>
            <p:nvPr/>
          </p:nvSpPr>
          <p:spPr>
            <a:xfrm>
              <a:off x="7033247" y="3807685"/>
              <a:ext cx="12184" cy="12151"/>
            </a:xfrm>
            <a:custGeom>
              <a:rect b="b" l="l" r="r" t="t"/>
              <a:pathLst>
                <a:path extrusionOk="0" h="373" w="374">
                  <a:moveTo>
                    <a:pt x="187" y="0"/>
                  </a:moveTo>
                  <a:cubicBezTo>
                    <a:pt x="84" y="0"/>
                    <a:pt x="1" y="84"/>
                    <a:pt x="1" y="186"/>
                  </a:cubicBezTo>
                  <a:cubicBezTo>
                    <a:pt x="1" y="290"/>
                    <a:pt x="86" y="372"/>
                    <a:pt x="187" y="372"/>
                  </a:cubicBezTo>
                  <a:cubicBezTo>
                    <a:pt x="291" y="372"/>
                    <a:pt x="374" y="288"/>
                    <a:pt x="374" y="186"/>
                  </a:cubicBezTo>
                  <a:cubicBezTo>
                    <a:pt x="374" y="82"/>
                    <a:pt x="290"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2"/>
            <p:cNvSpPr/>
            <p:nvPr/>
          </p:nvSpPr>
          <p:spPr>
            <a:xfrm>
              <a:off x="7088694" y="3754486"/>
              <a:ext cx="41145" cy="41145"/>
            </a:xfrm>
            <a:custGeom>
              <a:rect b="b" l="l" r="r" t="t"/>
              <a:pathLst>
                <a:path extrusionOk="0" h="1263" w="1263">
                  <a:moveTo>
                    <a:pt x="632" y="372"/>
                  </a:moveTo>
                  <a:cubicBezTo>
                    <a:pt x="774" y="372"/>
                    <a:pt x="891" y="488"/>
                    <a:pt x="891" y="631"/>
                  </a:cubicBezTo>
                  <a:cubicBezTo>
                    <a:pt x="891" y="774"/>
                    <a:pt x="774" y="891"/>
                    <a:pt x="632" y="891"/>
                  </a:cubicBezTo>
                  <a:cubicBezTo>
                    <a:pt x="490" y="891"/>
                    <a:pt x="372" y="774"/>
                    <a:pt x="372" y="631"/>
                  </a:cubicBezTo>
                  <a:cubicBezTo>
                    <a:pt x="372" y="488"/>
                    <a:pt x="490" y="372"/>
                    <a:pt x="632" y="372"/>
                  </a:cubicBezTo>
                  <a:close/>
                  <a:moveTo>
                    <a:pt x="632" y="0"/>
                  </a:moveTo>
                  <a:cubicBezTo>
                    <a:pt x="283" y="0"/>
                    <a:pt x="0" y="283"/>
                    <a:pt x="0" y="631"/>
                  </a:cubicBezTo>
                  <a:cubicBezTo>
                    <a:pt x="0" y="980"/>
                    <a:pt x="283" y="1263"/>
                    <a:pt x="632" y="1263"/>
                  </a:cubicBezTo>
                  <a:cubicBezTo>
                    <a:pt x="980" y="1263"/>
                    <a:pt x="1263" y="980"/>
                    <a:pt x="1263" y="631"/>
                  </a:cubicBezTo>
                  <a:cubicBezTo>
                    <a:pt x="1263" y="283"/>
                    <a:pt x="979" y="0"/>
                    <a:pt x="6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72"/>
          <p:cNvGrpSpPr/>
          <p:nvPr/>
        </p:nvGrpSpPr>
        <p:grpSpPr>
          <a:xfrm>
            <a:off x="7570874" y="3607953"/>
            <a:ext cx="309845" cy="196377"/>
            <a:chOff x="7570874" y="3607953"/>
            <a:chExt cx="309845" cy="196377"/>
          </a:xfrm>
        </p:grpSpPr>
        <p:sp>
          <p:nvSpPr>
            <p:cNvPr id="7817" name="Google Shape;7817;p72"/>
            <p:cNvSpPr/>
            <p:nvPr/>
          </p:nvSpPr>
          <p:spPr>
            <a:xfrm>
              <a:off x="7570874" y="3607953"/>
              <a:ext cx="309845" cy="196345"/>
            </a:xfrm>
            <a:custGeom>
              <a:rect b="b" l="l" r="r" t="t"/>
              <a:pathLst>
                <a:path extrusionOk="0" h="6027" w="9511">
                  <a:moveTo>
                    <a:pt x="7000" y="440"/>
                  </a:moveTo>
                  <a:lnTo>
                    <a:pt x="8049" y="778"/>
                  </a:lnTo>
                  <a:lnTo>
                    <a:pt x="8544" y="1653"/>
                  </a:lnTo>
                  <a:lnTo>
                    <a:pt x="7000" y="1454"/>
                  </a:lnTo>
                  <a:lnTo>
                    <a:pt x="7000" y="440"/>
                  </a:lnTo>
                  <a:close/>
                  <a:moveTo>
                    <a:pt x="6628" y="435"/>
                  </a:moveTo>
                  <a:lnTo>
                    <a:pt x="6628" y="1493"/>
                  </a:lnTo>
                  <a:lnTo>
                    <a:pt x="5274" y="2051"/>
                  </a:lnTo>
                  <a:lnTo>
                    <a:pt x="4477" y="2051"/>
                  </a:lnTo>
                  <a:lnTo>
                    <a:pt x="5259" y="844"/>
                  </a:lnTo>
                  <a:lnTo>
                    <a:pt x="6628" y="435"/>
                  </a:lnTo>
                  <a:close/>
                  <a:moveTo>
                    <a:pt x="6839" y="1807"/>
                  </a:moveTo>
                  <a:lnTo>
                    <a:pt x="8633" y="2038"/>
                  </a:lnTo>
                  <a:lnTo>
                    <a:pt x="8377" y="2733"/>
                  </a:lnTo>
                  <a:lnTo>
                    <a:pt x="8224" y="2601"/>
                  </a:lnTo>
                  <a:cubicBezTo>
                    <a:pt x="8190" y="2572"/>
                    <a:pt x="8147" y="2556"/>
                    <a:pt x="8103" y="2556"/>
                  </a:cubicBezTo>
                  <a:lnTo>
                    <a:pt x="6445" y="2556"/>
                  </a:lnTo>
                  <a:cubicBezTo>
                    <a:pt x="6400" y="2556"/>
                    <a:pt x="6356" y="2573"/>
                    <a:pt x="6322" y="2603"/>
                  </a:cubicBezTo>
                  <a:lnTo>
                    <a:pt x="6142" y="2761"/>
                  </a:lnTo>
                  <a:lnTo>
                    <a:pt x="5648" y="2299"/>
                  </a:lnTo>
                  <a:lnTo>
                    <a:pt x="6839" y="1807"/>
                  </a:lnTo>
                  <a:close/>
                  <a:moveTo>
                    <a:pt x="5405" y="2579"/>
                  </a:moveTo>
                  <a:lnTo>
                    <a:pt x="5862" y="3006"/>
                  </a:lnTo>
                  <a:lnTo>
                    <a:pt x="5087" y="3693"/>
                  </a:lnTo>
                  <a:lnTo>
                    <a:pt x="5405" y="2579"/>
                  </a:lnTo>
                  <a:close/>
                  <a:moveTo>
                    <a:pt x="3652" y="2056"/>
                  </a:moveTo>
                  <a:lnTo>
                    <a:pt x="4226" y="2395"/>
                  </a:lnTo>
                  <a:cubicBezTo>
                    <a:pt x="4254" y="2412"/>
                    <a:pt x="4287" y="2421"/>
                    <a:pt x="4320" y="2421"/>
                  </a:cubicBezTo>
                  <a:lnTo>
                    <a:pt x="5065" y="2421"/>
                  </a:lnTo>
                  <a:lnTo>
                    <a:pt x="4606" y="4020"/>
                  </a:lnTo>
                  <a:lnTo>
                    <a:pt x="3085" y="3562"/>
                  </a:lnTo>
                  <a:lnTo>
                    <a:pt x="2600" y="2991"/>
                  </a:lnTo>
                  <a:lnTo>
                    <a:pt x="3652" y="2056"/>
                  </a:lnTo>
                  <a:close/>
                  <a:moveTo>
                    <a:pt x="8034" y="2926"/>
                  </a:moveTo>
                  <a:lnTo>
                    <a:pt x="8941" y="3708"/>
                  </a:lnTo>
                  <a:lnTo>
                    <a:pt x="7376" y="4158"/>
                  </a:lnTo>
                  <a:lnTo>
                    <a:pt x="6747" y="2926"/>
                  </a:lnTo>
                  <a:close/>
                  <a:moveTo>
                    <a:pt x="1524" y="3106"/>
                  </a:moveTo>
                  <a:lnTo>
                    <a:pt x="2267" y="3170"/>
                  </a:lnTo>
                  <a:lnTo>
                    <a:pt x="2963" y="3991"/>
                  </a:lnTo>
                  <a:lnTo>
                    <a:pt x="1807" y="4295"/>
                  </a:lnTo>
                  <a:lnTo>
                    <a:pt x="1074" y="3482"/>
                  </a:lnTo>
                  <a:lnTo>
                    <a:pt x="1524" y="3106"/>
                  </a:lnTo>
                  <a:close/>
                  <a:moveTo>
                    <a:pt x="849" y="3787"/>
                  </a:moveTo>
                  <a:lnTo>
                    <a:pt x="1508" y="4516"/>
                  </a:lnTo>
                  <a:lnTo>
                    <a:pt x="838" y="5485"/>
                  </a:lnTo>
                  <a:lnTo>
                    <a:pt x="403" y="4675"/>
                  </a:lnTo>
                  <a:lnTo>
                    <a:pt x="849" y="3787"/>
                  </a:lnTo>
                  <a:close/>
                  <a:moveTo>
                    <a:pt x="6386" y="3039"/>
                  </a:moveTo>
                  <a:lnTo>
                    <a:pt x="7044" y="4326"/>
                  </a:lnTo>
                  <a:lnTo>
                    <a:pt x="5438" y="5571"/>
                  </a:lnTo>
                  <a:lnTo>
                    <a:pt x="4952" y="4306"/>
                  </a:lnTo>
                  <a:lnTo>
                    <a:pt x="6386" y="3039"/>
                  </a:lnTo>
                  <a:close/>
                  <a:moveTo>
                    <a:pt x="3478" y="4068"/>
                  </a:moveTo>
                  <a:lnTo>
                    <a:pt x="4593" y="4403"/>
                  </a:lnTo>
                  <a:lnTo>
                    <a:pt x="5074" y="5655"/>
                  </a:lnTo>
                  <a:lnTo>
                    <a:pt x="3127" y="5655"/>
                  </a:lnTo>
                  <a:lnTo>
                    <a:pt x="3475" y="4137"/>
                  </a:lnTo>
                  <a:cubicBezTo>
                    <a:pt x="3480" y="4113"/>
                    <a:pt x="3480" y="4091"/>
                    <a:pt x="3478" y="4068"/>
                  </a:cubicBezTo>
                  <a:close/>
                  <a:moveTo>
                    <a:pt x="3044" y="4353"/>
                  </a:moveTo>
                  <a:lnTo>
                    <a:pt x="2745" y="5656"/>
                  </a:lnTo>
                  <a:lnTo>
                    <a:pt x="1170" y="5656"/>
                  </a:lnTo>
                  <a:lnTo>
                    <a:pt x="1856" y="4665"/>
                  </a:lnTo>
                  <a:lnTo>
                    <a:pt x="3044" y="4353"/>
                  </a:lnTo>
                  <a:close/>
                  <a:moveTo>
                    <a:pt x="6816" y="0"/>
                  </a:moveTo>
                  <a:cubicBezTo>
                    <a:pt x="6797" y="0"/>
                    <a:pt x="6779" y="3"/>
                    <a:pt x="6762" y="8"/>
                  </a:cubicBezTo>
                  <a:lnTo>
                    <a:pt x="5088" y="508"/>
                  </a:lnTo>
                  <a:cubicBezTo>
                    <a:pt x="5046" y="521"/>
                    <a:pt x="5009" y="548"/>
                    <a:pt x="4986" y="585"/>
                  </a:cubicBezTo>
                  <a:lnTo>
                    <a:pt x="4129" y="1906"/>
                  </a:lnTo>
                  <a:lnTo>
                    <a:pt x="3726" y="1669"/>
                  </a:lnTo>
                  <a:cubicBezTo>
                    <a:pt x="3697" y="1651"/>
                    <a:pt x="3664" y="1643"/>
                    <a:pt x="3631" y="1643"/>
                  </a:cubicBezTo>
                  <a:cubicBezTo>
                    <a:pt x="3587" y="1643"/>
                    <a:pt x="3543" y="1658"/>
                    <a:pt x="3509" y="1690"/>
                  </a:cubicBezTo>
                  <a:lnTo>
                    <a:pt x="2261" y="2797"/>
                  </a:lnTo>
                  <a:lnTo>
                    <a:pt x="1482" y="2729"/>
                  </a:lnTo>
                  <a:cubicBezTo>
                    <a:pt x="1477" y="2728"/>
                    <a:pt x="1471" y="2728"/>
                    <a:pt x="1466" y="2728"/>
                  </a:cubicBezTo>
                  <a:cubicBezTo>
                    <a:pt x="1423" y="2728"/>
                    <a:pt x="1380" y="2743"/>
                    <a:pt x="1347" y="2771"/>
                  </a:cubicBezTo>
                  <a:lnTo>
                    <a:pt x="688" y="3319"/>
                  </a:lnTo>
                  <a:cubicBezTo>
                    <a:pt x="669" y="3334"/>
                    <a:pt x="653" y="3355"/>
                    <a:pt x="641" y="3377"/>
                  </a:cubicBezTo>
                  <a:lnTo>
                    <a:pt x="28" y="4592"/>
                  </a:lnTo>
                  <a:cubicBezTo>
                    <a:pt x="1" y="4646"/>
                    <a:pt x="2" y="4710"/>
                    <a:pt x="31" y="4764"/>
                  </a:cubicBezTo>
                  <a:lnTo>
                    <a:pt x="654" y="5928"/>
                  </a:lnTo>
                  <a:cubicBezTo>
                    <a:pt x="687" y="5988"/>
                    <a:pt x="750" y="6027"/>
                    <a:pt x="818" y="6027"/>
                  </a:cubicBezTo>
                  <a:lnTo>
                    <a:pt x="6296" y="6027"/>
                  </a:lnTo>
                  <a:cubicBezTo>
                    <a:pt x="6397" y="6027"/>
                    <a:pt x="6481" y="5944"/>
                    <a:pt x="6481" y="5840"/>
                  </a:cubicBezTo>
                  <a:cubicBezTo>
                    <a:pt x="6481" y="5739"/>
                    <a:pt x="6400" y="5655"/>
                    <a:pt x="6296" y="5655"/>
                  </a:cubicBezTo>
                  <a:lnTo>
                    <a:pt x="5934" y="5655"/>
                  </a:lnTo>
                  <a:lnTo>
                    <a:pt x="7366" y="4545"/>
                  </a:lnTo>
                  <a:lnTo>
                    <a:pt x="9139" y="4038"/>
                  </a:lnTo>
                  <a:lnTo>
                    <a:pt x="9139" y="5068"/>
                  </a:lnTo>
                  <a:lnTo>
                    <a:pt x="8521" y="5655"/>
                  </a:lnTo>
                  <a:lnTo>
                    <a:pt x="7964" y="5655"/>
                  </a:lnTo>
                  <a:cubicBezTo>
                    <a:pt x="7862" y="5655"/>
                    <a:pt x="7778" y="5736"/>
                    <a:pt x="7778" y="5840"/>
                  </a:cubicBezTo>
                  <a:cubicBezTo>
                    <a:pt x="7778" y="5943"/>
                    <a:pt x="7861" y="6027"/>
                    <a:pt x="7964" y="6027"/>
                  </a:cubicBezTo>
                  <a:lnTo>
                    <a:pt x="8595" y="6027"/>
                  </a:lnTo>
                  <a:cubicBezTo>
                    <a:pt x="8642" y="6027"/>
                    <a:pt x="8689" y="6008"/>
                    <a:pt x="8723" y="5975"/>
                  </a:cubicBezTo>
                  <a:lnTo>
                    <a:pt x="9453" y="5283"/>
                  </a:lnTo>
                  <a:cubicBezTo>
                    <a:pt x="9490" y="5247"/>
                    <a:pt x="9511" y="5199"/>
                    <a:pt x="9511" y="5148"/>
                  </a:cubicBezTo>
                  <a:lnTo>
                    <a:pt x="9511" y="3792"/>
                  </a:lnTo>
                  <a:cubicBezTo>
                    <a:pt x="9508" y="3740"/>
                    <a:pt x="9485" y="3688"/>
                    <a:pt x="9444" y="3654"/>
                  </a:cubicBezTo>
                  <a:lnTo>
                    <a:pt x="8678" y="2992"/>
                  </a:lnTo>
                  <a:lnTo>
                    <a:pt x="9062" y="1948"/>
                  </a:lnTo>
                  <a:cubicBezTo>
                    <a:pt x="9081" y="1897"/>
                    <a:pt x="9077" y="1841"/>
                    <a:pt x="9050" y="1792"/>
                  </a:cubicBezTo>
                  <a:lnTo>
                    <a:pt x="8338" y="532"/>
                  </a:lnTo>
                  <a:cubicBezTo>
                    <a:pt x="8313" y="491"/>
                    <a:pt x="8277" y="461"/>
                    <a:pt x="8233" y="446"/>
                  </a:cubicBezTo>
                  <a:lnTo>
                    <a:pt x="6872" y="9"/>
                  </a:lnTo>
                  <a:cubicBezTo>
                    <a:pt x="6854" y="3"/>
                    <a:pt x="6835" y="0"/>
                    <a:pt x="68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2"/>
            <p:cNvSpPr/>
            <p:nvPr/>
          </p:nvSpPr>
          <p:spPr>
            <a:xfrm>
              <a:off x="7796994" y="3792179"/>
              <a:ext cx="12119" cy="12151"/>
            </a:xfrm>
            <a:custGeom>
              <a:rect b="b" l="l" r="r" t="t"/>
              <a:pathLst>
                <a:path extrusionOk="0" h="373" w="372">
                  <a:moveTo>
                    <a:pt x="187" y="1"/>
                  </a:moveTo>
                  <a:cubicBezTo>
                    <a:pt x="83" y="1"/>
                    <a:pt x="0" y="85"/>
                    <a:pt x="0" y="186"/>
                  </a:cubicBezTo>
                  <a:cubicBezTo>
                    <a:pt x="0" y="290"/>
                    <a:pt x="84" y="373"/>
                    <a:pt x="187" y="373"/>
                  </a:cubicBezTo>
                  <a:cubicBezTo>
                    <a:pt x="289" y="373"/>
                    <a:pt x="372" y="289"/>
                    <a:pt x="372" y="186"/>
                  </a:cubicBezTo>
                  <a:cubicBezTo>
                    <a:pt x="372" y="85"/>
                    <a:pt x="289"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9" name="Google Shape;7819;p72"/>
          <p:cNvGrpSpPr/>
          <p:nvPr/>
        </p:nvGrpSpPr>
        <p:grpSpPr>
          <a:xfrm>
            <a:off x="4716792" y="4294393"/>
            <a:ext cx="309519" cy="309519"/>
            <a:chOff x="4716792" y="4294393"/>
            <a:chExt cx="309519" cy="309519"/>
          </a:xfrm>
        </p:grpSpPr>
        <p:sp>
          <p:nvSpPr>
            <p:cNvPr id="7820" name="Google Shape;7820;p72"/>
            <p:cNvSpPr/>
            <p:nvPr/>
          </p:nvSpPr>
          <p:spPr>
            <a:xfrm>
              <a:off x="4716792" y="4294393"/>
              <a:ext cx="309519" cy="309519"/>
            </a:xfrm>
            <a:custGeom>
              <a:rect b="b" l="l" r="r" t="t"/>
              <a:pathLst>
                <a:path extrusionOk="0" h="9501" w="9501">
                  <a:moveTo>
                    <a:pt x="1151" y="369"/>
                  </a:moveTo>
                  <a:cubicBezTo>
                    <a:pt x="1211" y="369"/>
                    <a:pt x="1271" y="393"/>
                    <a:pt x="1314" y="437"/>
                  </a:cubicBezTo>
                  <a:lnTo>
                    <a:pt x="1479" y="603"/>
                  </a:lnTo>
                  <a:lnTo>
                    <a:pt x="606" y="1476"/>
                  </a:lnTo>
                  <a:lnTo>
                    <a:pt x="439" y="1312"/>
                  </a:lnTo>
                  <a:cubicBezTo>
                    <a:pt x="396" y="1269"/>
                    <a:pt x="371" y="1210"/>
                    <a:pt x="371" y="1148"/>
                  </a:cubicBezTo>
                  <a:cubicBezTo>
                    <a:pt x="371" y="1087"/>
                    <a:pt x="394" y="1028"/>
                    <a:pt x="439" y="985"/>
                  </a:cubicBezTo>
                  <a:lnTo>
                    <a:pt x="986" y="437"/>
                  </a:lnTo>
                  <a:cubicBezTo>
                    <a:pt x="1030" y="394"/>
                    <a:pt x="1089" y="369"/>
                    <a:pt x="1151" y="369"/>
                  </a:cubicBezTo>
                  <a:close/>
                  <a:moveTo>
                    <a:pt x="1539" y="1065"/>
                  </a:moveTo>
                  <a:lnTo>
                    <a:pt x="2431" y="1956"/>
                  </a:lnTo>
                  <a:lnTo>
                    <a:pt x="1958" y="2430"/>
                  </a:lnTo>
                  <a:lnTo>
                    <a:pt x="1067" y="1537"/>
                  </a:lnTo>
                  <a:lnTo>
                    <a:pt x="1539" y="1065"/>
                  </a:lnTo>
                  <a:close/>
                  <a:moveTo>
                    <a:pt x="2116" y="487"/>
                  </a:moveTo>
                  <a:lnTo>
                    <a:pt x="3743" y="2113"/>
                  </a:lnTo>
                  <a:lnTo>
                    <a:pt x="2116" y="3740"/>
                  </a:lnTo>
                  <a:lnTo>
                    <a:pt x="491" y="2115"/>
                  </a:lnTo>
                  <a:lnTo>
                    <a:pt x="806" y="1799"/>
                  </a:lnTo>
                  <a:lnTo>
                    <a:pt x="1828" y="2822"/>
                  </a:lnTo>
                  <a:cubicBezTo>
                    <a:pt x="1865" y="2858"/>
                    <a:pt x="1912" y="2876"/>
                    <a:pt x="1959" y="2876"/>
                  </a:cubicBezTo>
                  <a:cubicBezTo>
                    <a:pt x="2006" y="2876"/>
                    <a:pt x="2056" y="2857"/>
                    <a:pt x="2090" y="2822"/>
                  </a:cubicBezTo>
                  <a:lnTo>
                    <a:pt x="2826" y="2087"/>
                  </a:lnTo>
                  <a:cubicBezTo>
                    <a:pt x="2860" y="2051"/>
                    <a:pt x="2879" y="2005"/>
                    <a:pt x="2879" y="1956"/>
                  </a:cubicBezTo>
                  <a:cubicBezTo>
                    <a:pt x="2879" y="1907"/>
                    <a:pt x="2859" y="1860"/>
                    <a:pt x="2826" y="1825"/>
                  </a:cubicBezTo>
                  <a:lnTo>
                    <a:pt x="1802" y="802"/>
                  </a:lnTo>
                  <a:lnTo>
                    <a:pt x="2116" y="487"/>
                  </a:lnTo>
                  <a:close/>
                  <a:moveTo>
                    <a:pt x="3748" y="2636"/>
                  </a:moveTo>
                  <a:lnTo>
                    <a:pt x="4062" y="2950"/>
                  </a:lnTo>
                  <a:lnTo>
                    <a:pt x="2951" y="4061"/>
                  </a:lnTo>
                  <a:lnTo>
                    <a:pt x="2637" y="3746"/>
                  </a:lnTo>
                  <a:lnTo>
                    <a:pt x="3748" y="2636"/>
                  </a:lnTo>
                  <a:close/>
                  <a:moveTo>
                    <a:pt x="4038" y="3500"/>
                  </a:moveTo>
                  <a:lnTo>
                    <a:pt x="5709" y="5171"/>
                  </a:lnTo>
                  <a:lnTo>
                    <a:pt x="5173" y="5706"/>
                  </a:lnTo>
                  <a:lnTo>
                    <a:pt x="3502" y="4036"/>
                  </a:lnTo>
                  <a:lnTo>
                    <a:pt x="4038" y="3500"/>
                  </a:lnTo>
                  <a:close/>
                  <a:moveTo>
                    <a:pt x="5834" y="5570"/>
                  </a:moveTo>
                  <a:lnTo>
                    <a:pt x="6631" y="6366"/>
                  </a:lnTo>
                  <a:lnTo>
                    <a:pt x="6752" y="6751"/>
                  </a:lnTo>
                  <a:lnTo>
                    <a:pt x="6752" y="6751"/>
                  </a:lnTo>
                  <a:lnTo>
                    <a:pt x="6369" y="6628"/>
                  </a:lnTo>
                  <a:lnTo>
                    <a:pt x="5573" y="5832"/>
                  </a:lnTo>
                  <a:lnTo>
                    <a:pt x="5834" y="5570"/>
                  </a:lnTo>
                  <a:close/>
                  <a:moveTo>
                    <a:pt x="1151" y="0"/>
                  </a:moveTo>
                  <a:cubicBezTo>
                    <a:pt x="989" y="0"/>
                    <a:pt x="838" y="63"/>
                    <a:pt x="724" y="176"/>
                  </a:cubicBezTo>
                  <a:lnTo>
                    <a:pt x="177" y="724"/>
                  </a:lnTo>
                  <a:cubicBezTo>
                    <a:pt x="63" y="838"/>
                    <a:pt x="0" y="988"/>
                    <a:pt x="0" y="1149"/>
                  </a:cubicBezTo>
                  <a:cubicBezTo>
                    <a:pt x="0" y="1311"/>
                    <a:pt x="63" y="1462"/>
                    <a:pt x="177" y="1575"/>
                  </a:cubicBezTo>
                  <a:lnTo>
                    <a:pt x="343" y="1740"/>
                  </a:lnTo>
                  <a:lnTo>
                    <a:pt x="98" y="1985"/>
                  </a:lnTo>
                  <a:cubicBezTo>
                    <a:pt x="25" y="2057"/>
                    <a:pt x="25" y="2175"/>
                    <a:pt x="98" y="2247"/>
                  </a:cubicBezTo>
                  <a:lnTo>
                    <a:pt x="1987" y="4136"/>
                  </a:lnTo>
                  <a:cubicBezTo>
                    <a:pt x="2023" y="4173"/>
                    <a:pt x="2070" y="4191"/>
                    <a:pt x="2118" y="4191"/>
                  </a:cubicBezTo>
                  <a:cubicBezTo>
                    <a:pt x="2165" y="4191"/>
                    <a:pt x="2212" y="4172"/>
                    <a:pt x="2248" y="4136"/>
                  </a:cubicBezTo>
                  <a:lnTo>
                    <a:pt x="2376" y="4009"/>
                  </a:lnTo>
                  <a:lnTo>
                    <a:pt x="2823" y="4456"/>
                  </a:lnTo>
                  <a:cubicBezTo>
                    <a:pt x="2859" y="4492"/>
                    <a:pt x="2906" y="4510"/>
                    <a:pt x="2954" y="4510"/>
                  </a:cubicBezTo>
                  <a:cubicBezTo>
                    <a:pt x="3001" y="4510"/>
                    <a:pt x="3049" y="4491"/>
                    <a:pt x="3084" y="4456"/>
                  </a:cubicBezTo>
                  <a:lnTo>
                    <a:pt x="3241" y="4301"/>
                  </a:lnTo>
                  <a:lnTo>
                    <a:pt x="5042" y="6102"/>
                  </a:lnTo>
                  <a:cubicBezTo>
                    <a:pt x="5079" y="6139"/>
                    <a:pt x="5126" y="6157"/>
                    <a:pt x="5173" y="6157"/>
                  </a:cubicBezTo>
                  <a:cubicBezTo>
                    <a:pt x="5221" y="6157"/>
                    <a:pt x="5269" y="6139"/>
                    <a:pt x="5304" y="6102"/>
                  </a:cubicBezTo>
                  <a:lnTo>
                    <a:pt x="5310" y="6097"/>
                  </a:lnTo>
                  <a:lnTo>
                    <a:pt x="5607" y="6394"/>
                  </a:lnTo>
                  <a:lnTo>
                    <a:pt x="5317" y="6394"/>
                  </a:lnTo>
                  <a:cubicBezTo>
                    <a:pt x="5249" y="6394"/>
                    <a:pt x="5186" y="6432"/>
                    <a:pt x="5153" y="6492"/>
                  </a:cubicBezTo>
                  <a:lnTo>
                    <a:pt x="4528" y="7660"/>
                  </a:lnTo>
                  <a:lnTo>
                    <a:pt x="3556" y="7660"/>
                  </a:lnTo>
                  <a:cubicBezTo>
                    <a:pt x="3493" y="7660"/>
                    <a:pt x="3434" y="7692"/>
                    <a:pt x="3400" y="7746"/>
                  </a:cubicBezTo>
                  <a:lnTo>
                    <a:pt x="2452" y="9214"/>
                  </a:lnTo>
                  <a:cubicBezTo>
                    <a:pt x="2415" y="9271"/>
                    <a:pt x="2413" y="9344"/>
                    <a:pt x="2445" y="9403"/>
                  </a:cubicBezTo>
                  <a:cubicBezTo>
                    <a:pt x="2478" y="9464"/>
                    <a:pt x="2541" y="9501"/>
                    <a:pt x="2608" y="9501"/>
                  </a:cubicBezTo>
                  <a:lnTo>
                    <a:pt x="9316" y="9501"/>
                  </a:lnTo>
                  <a:cubicBezTo>
                    <a:pt x="9417" y="9501"/>
                    <a:pt x="9501" y="9418"/>
                    <a:pt x="9501" y="9314"/>
                  </a:cubicBezTo>
                  <a:lnTo>
                    <a:pt x="9501" y="6635"/>
                  </a:lnTo>
                  <a:cubicBezTo>
                    <a:pt x="9501" y="6533"/>
                    <a:pt x="9418" y="6449"/>
                    <a:pt x="9316" y="6449"/>
                  </a:cubicBezTo>
                  <a:cubicBezTo>
                    <a:pt x="9213" y="6449"/>
                    <a:pt x="9129" y="6532"/>
                    <a:pt x="9129" y="6635"/>
                  </a:cubicBezTo>
                  <a:lnTo>
                    <a:pt x="9129" y="9128"/>
                  </a:lnTo>
                  <a:lnTo>
                    <a:pt x="2948" y="9128"/>
                  </a:lnTo>
                  <a:lnTo>
                    <a:pt x="3656" y="8031"/>
                  </a:lnTo>
                  <a:lnTo>
                    <a:pt x="4639" y="8031"/>
                  </a:lnTo>
                  <a:cubicBezTo>
                    <a:pt x="4707" y="8031"/>
                    <a:pt x="4770" y="7993"/>
                    <a:pt x="4803" y="7933"/>
                  </a:cubicBezTo>
                  <a:lnTo>
                    <a:pt x="5428" y="6763"/>
                  </a:lnTo>
                  <a:lnTo>
                    <a:pt x="5978" y="6763"/>
                  </a:lnTo>
                  <a:lnTo>
                    <a:pt x="6138" y="6925"/>
                  </a:lnTo>
                  <a:cubicBezTo>
                    <a:pt x="6159" y="6946"/>
                    <a:pt x="6185" y="6961"/>
                    <a:pt x="6213" y="6970"/>
                  </a:cubicBezTo>
                  <a:lnTo>
                    <a:pt x="6980" y="7213"/>
                  </a:lnTo>
                  <a:cubicBezTo>
                    <a:pt x="6998" y="7218"/>
                    <a:pt x="7017" y="7222"/>
                    <a:pt x="7037" y="7222"/>
                  </a:cubicBezTo>
                  <a:cubicBezTo>
                    <a:pt x="7085" y="7222"/>
                    <a:pt x="7132" y="7203"/>
                    <a:pt x="7168" y="7168"/>
                  </a:cubicBezTo>
                  <a:cubicBezTo>
                    <a:pt x="7216" y="7120"/>
                    <a:pt x="7234" y="7047"/>
                    <a:pt x="7213" y="6981"/>
                  </a:cubicBezTo>
                  <a:lnTo>
                    <a:pt x="6971" y="6213"/>
                  </a:lnTo>
                  <a:cubicBezTo>
                    <a:pt x="6962" y="6184"/>
                    <a:pt x="6946" y="6160"/>
                    <a:pt x="6925" y="6139"/>
                  </a:cubicBezTo>
                  <a:lnTo>
                    <a:pt x="6803" y="6018"/>
                  </a:lnTo>
                  <a:lnTo>
                    <a:pt x="6933" y="5425"/>
                  </a:lnTo>
                  <a:lnTo>
                    <a:pt x="7721" y="4444"/>
                  </a:lnTo>
                  <a:cubicBezTo>
                    <a:pt x="7736" y="4427"/>
                    <a:pt x="7746" y="4407"/>
                    <a:pt x="7753" y="4386"/>
                  </a:cubicBezTo>
                  <a:lnTo>
                    <a:pt x="8134" y="3227"/>
                  </a:lnTo>
                  <a:lnTo>
                    <a:pt x="9129" y="2872"/>
                  </a:lnTo>
                  <a:lnTo>
                    <a:pt x="9129" y="4967"/>
                  </a:lnTo>
                  <a:cubicBezTo>
                    <a:pt x="9129" y="5068"/>
                    <a:pt x="9212" y="5153"/>
                    <a:pt x="9316" y="5153"/>
                  </a:cubicBezTo>
                  <a:cubicBezTo>
                    <a:pt x="9417" y="5153"/>
                    <a:pt x="9501" y="5071"/>
                    <a:pt x="9501" y="4967"/>
                  </a:cubicBezTo>
                  <a:lnTo>
                    <a:pt x="9501" y="2605"/>
                  </a:lnTo>
                  <a:lnTo>
                    <a:pt x="9500" y="2605"/>
                  </a:lnTo>
                  <a:cubicBezTo>
                    <a:pt x="9500" y="2544"/>
                    <a:pt x="9471" y="2488"/>
                    <a:pt x="9421" y="2453"/>
                  </a:cubicBezTo>
                  <a:cubicBezTo>
                    <a:pt x="9389" y="2430"/>
                    <a:pt x="9352" y="2419"/>
                    <a:pt x="9315" y="2419"/>
                  </a:cubicBezTo>
                  <a:cubicBezTo>
                    <a:pt x="9294" y="2419"/>
                    <a:pt x="9273" y="2422"/>
                    <a:pt x="9253" y="2430"/>
                  </a:cubicBezTo>
                  <a:lnTo>
                    <a:pt x="7924" y="2902"/>
                  </a:lnTo>
                  <a:cubicBezTo>
                    <a:pt x="7871" y="2922"/>
                    <a:pt x="7829" y="2965"/>
                    <a:pt x="7810" y="3018"/>
                  </a:cubicBezTo>
                  <a:lnTo>
                    <a:pt x="7411" y="4234"/>
                  </a:lnTo>
                  <a:lnTo>
                    <a:pt x="6616" y="5222"/>
                  </a:lnTo>
                  <a:cubicBezTo>
                    <a:pt x="6598" y="5244"/>
                    <a:pt x="6587" y="5271"/>
                    <a:pt x="6579" y="5299"/>
                  </a:cubicBezTo>
                  <a:lnTo>
                    <a:pt x="6492" y="5702"/>
                  </a:lnTo>
                  <a:lnTo>
                    <a:pt x="6097" y="5308"/>
                  </a:lnTo>
                  <a:lnTo>
                    <a:pt x="6103" y="5303"/>
                  </a:lnTo>
                  <a:cubicBezTo>
                    <a:pt x="6175" y="5231"/>
                    <a:pt x="6175" y="5114"/>
                    <a:pt x="6103" y="5041"/>
                  </a:cubicBezTo>
                  <a:lnTo>
                    <a:pt x="4301" y="3239"/>
                  </a:lnTo>
                  <a:lnTo>
                    <a:pt x="4457" y="3083"/>
                  </a:lnTo>
                  <a:cubicBezTo>
                    <a:pt x="4492" y="3049"/>
                    <a:pt x="4510" y="3002"/>
                    <a:pt x="4510" y="2952"/>
                  </a:cubicBezTo>
                  <a:cubicBezTo>
                    <a:pt x="4510" y="2903"/>
                    <a:pt x="4490" y="2856"/>
                    <a:pt x="4457" y="2821"/>
                  </a:cubicBezTo>
                  <a:lnTo>
                    <a:pt x="4011" y="2375"/>
                  </a:lnTo>
                  <a:lnTo>
                    <a:pt x="4137" y="2248"/>
                  </a:lnTo>
                  <a:cubicBezTo>
                    <a:pt x="4210" y="2176"/>
                    <a:pt x="4210" y="2059"/>
                    <a:pt x="4137" y="1986"/>
                  </a:cubicBezTo>
                  <a:lnTo>
                    <a:pt x="2247" y="97"/>
                  </a:lnTo>
                  <a:cubicBezTo>
                    <a:pt x="2212" y="60"/>
                    <a:pt x="2164" y="42"/>
                    <a:pt x="2117" y="42"/>
                  </a:cubicBezTo>
                  <a:cubicBezTo>
                    <a:pt x="2069" y="42"/>
                    <a:pt x="2022" y="60"/>
                    <a:pt x="1986" y="97"/>
                  </a:cubicBezTo>
                  <a:lnTo>
                    <a:pt x="1740" y="342"/>
                  </a:lnTo>
                  <a:lnTo>
                    <a:pt x="1576" y="176"/>
                  </a:lnTo>
                  <a:cubicBezTo>
                    <a:pt x="1462" y="63"/>
                    <a:pt x="1311" y="0"/>
                    <a:pt x="11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2"/>
            <p:cNvSpPr/>
            <p:nvPr/>
          </p:nvSpPr>
          <p:spPr>
            <a:xfrm>
              <a:off x="4932813" y="4376065"/>
              <a:ext cx="17071" cy="34728"/>
            </a:xfrm>
            <a:custGeom>
              <a:rect b="b" l="l" r="r" t="t"/>
              <a:pathLst>
                <a:path extrusionOk="0" h="1066" w="524">
                  <a:moveTo>
                    <a:pt x="322" y="0"/>
                  </a:moveTo>
                  <a:cubicBezTo>
                    <a:pt x="233" y="0"/>
                    <a:pt x="155" y="64"/>
                    <a:pt x="140" y="154"/>
                  </a:cubicBezTo>
                  <a:lnTo>
                    <a:pt x="18" y="848"/>
                  </a:lnTo>
                  <a:cubicBezTo>
                    <a:pt x="1" y="947"/>
                    <a:pt x="68" y="1045"/>
                    <a:pt x="168" y="1062"/>
                  </a:cubicBezTo>
                  <a:cubicBezTo>
                    <a:pt x="179" y="1064"/>
                    <a:pt x="191" y="1065"/>
                    <a:pt x="202" y="1065"/>
                  </a:cubicBezTo>
                  <a:cubicBezTo>
                    <a:pt x="289" y="1065"/>
                    <a:pt x="367" y="1003"/>
                    <a:pt x="383" y="913"/>
                  </a:cubicBezTo>
                  <a:lnTo>
                    <a:pt x="505" y="218"/>
                  </a:lnTo>
                  <a:cubicBezTo>
                    <a:pt x="523" y="117"/>
                    <a:pt x="455" y="20"/>
                    <a:pt x="355" y="3"/>
                  </a:cubicBezTo>
                  <a:cubicBezTo>
                    <a:pt x="344" y="1"/>
                    <a:pt x="333" y="0"/>
                    <a:pt x="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2"/>
            <p:cNvSpPr/>
            <p:nvPr/>
          </p:nvSpPr>
          <p:spPr>
            <a:xfrm>
              <a:off x="4894991" y="4384079"/>
              <a:ext cx="24531" cy="30590"/>
            </a:xfrm>
            <a:custGeom>
              <a:rect b="b" l="l" r="r" t="t"/>
              <a:pathLst>
                <a:path extrusionOk="0" h="939" w="753">
                  <a:moveTo>
                    <a:pt x="212" y="1"/>
                  </a:moveTo>
                  <a:cubicBezTo>
                    <a:pt x="181" y="1"/>
                    <a:pt x="149" y="9"/>
                    <a:pt x="119" y="25"/>
                  </a:cubicBezTo>
                  <a:cubicBezTo>
                    <a:pt x="30" y="77"/>
                    <a:pt x="1" y="191"/>
                    <a:pt x="51" y="280"/>
                  </a:cubicBezTo>
                  <a:lnTo>
                    <a:pt x="379" y="846"/>
                  </a:lnTo>
                  <a:cubicBezTo>
                    <a:pt x="413" y="904"/>
                    <a:pt x="475" y="939"/>
                    <a:pt x="539" y="939"/>
                  </a:cubicBezTo>
                  <a:cubicBezTo>
                    <a:pt x="571" y="939"/>
                    <a:pt x="602" y="931"/>
                    <a:pt x="633" y="914"/>
                  </a:cubicBezTo>
                  <a:cubicBezTo>
                    <a:pt x="722" y="862"/>
                    <a:pt x="752" y="748"/>
                    <a:pt x="701" y="661"/>
                  </a:cubicBezTo>
                  <a:lnTo>
                    <a:pt x="374" y="93"/>
                  </a:lnTo>
                  <a:cubicBezTo>
                    <a:pt x="339" y="34"/>
                    <a:pt x="277" y="1"/>
                    <a:pt x="2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2"/>
            <p:cNvSpPr/>
            <p:nvPr/>
          </p:nvSpPr>
          <p:spPr>
            <a:xfrm>
              <a:off x="4798105" y="4509209"/>
              <a:ext cx="35738" cy="15768"/>
            </a:xfrm>
            <a:custGeom>
              <a:rect b="b" l="l" r="r" t="t"/>
              <a:pathLst>
                <a:path extrusionOk="0" h="484" w="1097">
                  <a:moveTo>
                    <a:pt x="898" y="0"/>
                  </a:moveTo>
                  <a:cubicBezTo>
                    <a:pt x="888" y="0"/>
                    <a:pt x="877" y="1"/>
                    <a:pt x="867" y="3"/>
                  </a:cubicBezTo>
                  <a:lnTo>
                    <a:pt x="170" y="116"/>
                  </a:lnTo>
                  <a:cubicBezTo>
                    <a:pt x="69" y="132"/>
                    <a:pt x="1" y="227"/>
                    <a:pt x="16" y="328"/>
                  </a:cubicBezTo>
                  <a:cubicBezTo>
                    <a:pt x="31" y="420"/>
                    <a:pt x="110" y="484"/>
                    <a:pt x="200" y="484"/>
                  </a:cubicBezTo>
                  <a:cubicBezTo>
                    <a:pt x="210" y="484"/>
                    <a:pt x="220" y="483"/>
                    <a:pt x="230" y="481"/>
                  </a:cubicBezTo>
                  <a:lnTo>
                    <a:pt x="927" y="369"/>
                  </a:lnTo>
                  <a:cubicBezTo>
                    <a:pt x="1027" y="352"/>
                    <a:pt x="1097" y="257"/>
                    <a:pt x="1080" y="156"/>
                  </a:cubicBezTo>
                  <a:cubicBezTo>
                    <a:pt x="1065" y="65"/>
                    <a:pt x="987" y="0"/>
                    <a:pt x="8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2"/>
            <p:cNvSpPr/>
            <p:nvPr/>
          </p:nvSpPr>
          <p:spPr>
            <a:xfrm>
              <a:off x="4806347" y="4471550"/>
              <a:ext cx="32089" cy="23032"/>
            </a:xfrm>
            <a:custGeom>
              <a:rect b="b" l="l" r="r" t="t"/>
              <a:pathLst>
                <a:path extrusionOk="0" h="707" w="985">
                  <a:moveTo>
                    <a:pt x="213" y="0"/>
                  </a:moveTo>
                  <a:cubicBezTo>
                    <a:pt x="149" y="0"/>
                    <a:pt x="87" y="33"/>
                    <a:pt x="53" y="90"/>
                  </a:cubicBezTo>
                  <a:cubicBezTo>
                    <a:pt x="0" y="178"/>
                    <a:pt x="30" y="293"/>
                    <a:pt x="117" y="345"/>
                  </a:cubicBezTo>
                  <a:lnTo>
                    <a:pt x="679" y="680"/>
                  </a:lnTo>
                  <a:cubicBezTo>
                    <a:pt x="708" y="698"/>
                    <a:pt x="741" y="706"/>
                    <a:pt x="773" y="706"/>
                  </a:cubicBezTo>
                  <a:cubicBezTo>
                    <a:pt x="836" y="706"/>
                    <a:pt x="897" y="674"/>
                    <a:pt x="933" y="616"/>
                  </a:cubicBezTo>
                  <a:cubicBezTo>
                    <a:pt x="985" y="528"/>
                    <a:pt x="957" y="414"/>
                    <a:pt x="869" y="362"/>
                  </a:cubicBezTo>
                  <a:lnTo>
                    <a:pt x="307" y="26"/>
                  </a:lnTo>
                  <a:cubicBezTo>
                    <a:pt x="278" y="9"/>
                    <a:pt x="245" y="0"/>
                    <a:pt x="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2"/>
            <p:cNvSpPr/>
            <p:nvPr/>
          </p:nvSpPr>
          <p:spPr>
            <a:xfrm>
              <a:off x="4851597" y="4499632"/>
              <a:ext cx="12151" cy="12151"/>
            </a:xfrm>
            <a:custGeom>
              <a:rect b="b" l="l" r="r" t="t"/>
              <a:pathLst>
                <a:path extrusionOk="0" h="373" w="373">
                  <a:moveTo>
                    <a:pt x="187" y="0"/>
                  </a:moveTo>
                  <a:cubicBezTo>
                    <a:pt x="83" y="0"/>
                    <a:pt x="0" y="84"/>
                    <a:pt x="0" y="186"/>
                  </a:cubicBezTo>
                  <a:cubicBezTo>
                    <a:pt x="0" y="290"/>
                    <a:pt x="84" y="372"/>
                    <a:pt x="187" y="372"/>
                  </a:cubicBezTo>
                  <a:cubicBezTo>
                    <a:pt x="291" y="372"/>
                    <a:pt x="372" y="289"/>
                    <a:pt x="372" y="186"/>
                  </a:cubicBezTo>
                  <a:cubicBezTo>
                    <a:pt x="372" y="82"/>
                    <a:pt x="291"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2"/>
            <p:cNvSpPr/>
            <p:nvPr/>
          </p:nvSpPr>
          <p:spPr>
            <a:xfrm>
              <a:off x="4911801" y="4348472"/>
              <a:ext cx="12151" cy="12151"/>
            </a:xfrm>
            <a:custGeom>
              <a:rect b="b" l="l" r="r" t="t"/>
              <a:pathLst>
                <a:path extrusionOk="0" h="373" w="373">
                  <a:moveTo>
                    <a:pt x="186" y="1"/>
                  </a:moveTo>
                  <a:cubicBezTo>
                    <a:pt x="83" y="1"/>
                    <a:pt x="0" y="82"/>
                    <a:pt x="0" y="186"/>
                  </a:cubicBezTo>
                  <a:cubicBezTo>
                    <a:pt x="0" y="290"/>
                    <a:pt x="84" y="373"/>
                    <a:pt x="186" y="373"/>
                  </a:cubicBezTo>
                  <a:cubicBezTo>
                    <a:pt x="289" y="373"/>
                    <a:pt x="372" y="289"/>
                    <a:pt x="372" y="186"/>
                  </a:cubicBezTo>
                  <a:cubicBezTo>
                    <a:pt x="372" y="84"/>
                    <a:pt x="289"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2"/>
            <p:cNvSpPr/>
            <p:nvPr/>
          </p:nvSpPr>
          <p:spPr>
            <a:xfrm>
              <a:off x="5014159" y="4477186"/>
              <a:ext cx="12119" cy="12151"/>
            </a:xfrm>
            <a:custGeom>
              <a:rect b="b" l="l" r="r" t="t"/>
              <a:pathLst>
                <a:path extrusionOk="0" h="373" w="372">
                  <a:moveTo>
                    <a:pt x="185" y="0"/>
                  </a:moveTo>
                  <a:cubicBezTo>
                    <a:pt x="82" y="0"/>
                    <a:pt x="0" y="84"/>
                    <a:pt x="0" y="187"/>
                  </a:cubicBezTo>
                  <a:cubicBezTo>
                    <a:pt x="0" y="289"/>
                    <a:pt x="82" y="372"/>
                    <a:pt x="185" y="372"/>
                  </a:cubicBezTo>
                  <a:cubicBezTo>
                    <a:pt x="289" y="372"/>
                    <a:pt x="372" y="288"/>
                    <a:pt x="372" y="187"/>
                  </a:cubicBezTo>
                  <a:cubicBezTo>
                    <a:pt x="372" y="84"/>
                    <a:pt x="289" y="0"/>
                    <a:pt x="1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72"/>
          <p:cNvGrpSpPr/>
          <p:nvPr/>
        </p:nvGrpSpPr>
        <p:grpSpPr>
          <a:xfrm>
            <a:off x="5461513" y="4294296"/>
            <a:ext cx="125879" cy="309551"/>
            <a:chOff x="5461513" y="4294296"/>
            <a:chExt cx="125879" cy="309551"/>
          </a:xfrm>
        </p:grpSpPr>
        <p:sp>
          <p:nvSpPr>
            <p:cNvPr id="7829" name="Google Shape;7829;p72"/>
            <p:cNvSpPr/>
            <p:nvPr/>
          </p:nvSpPr>
          <p:spPr>
            <a:xfrm>
              <a:off x="5461513" y="4294393"/>
              <a:ext cx="125879" cy="309454"/>
            </a:xfrm>
            <a:custGeom>
              <a:rect b="b" l="l" r="r" t="t"/>
              <a:pathLst>
                <a:path extrusionOk="0" h="9499" w="3864">
                  <a:moveTo>
                    <a:pt x="2777" y="1112"/>
                  </a:moveTo>
                  <a:lnTo>
                    <a:pt x="2777" y="1528"/>
                  </a:lnTo>
                  <a:lnTo>
                    <a:pt x="1931" y="1956"/>
                  </a:lnTo>
                  <a:lnTo>
                    <a:pt x="1084" y="1528"/>
                  </a:lnTo>
                  <a:lnTo>
                    <a:pt x="1084" y="1112"/>
                  </a:lnTo>
                  <a:close/>
                  <a:moveTo>
                    <a:pt x="2116" y="2279"/>
                  </a:moveTo>
                  <a:lnTo>
                    <a:pt x="2116" y="4656"/>
                  </a:lnTo>
                  <a:lnTo>
                    <a:pt x="1746" y="4656"/>
                  </a:lnTo>
                  <a:lnTo>
                    <a:pt x="1746" y="2279"/>
                  </a:lnTo>
                  <a:lnTo>
                    <a:pt x="1847" y="2329"/>
                  </a:lnTo>
                  <a:cubicBezTo>
                    <a:pt x="1874" y="2343"/>
                    <a:pt x="1902" y="2349"/>
                    <a:pt x="1931" y="2349"/>
                  </a:cubicBezTo>
                  <a:cubicBezTo>
                    <a:pt x="1960" y="2349"/>
                    <a:pt x="1988" y="2342"/>
                    <a:pt x="2014" y="2329"/>
                  </a:cubicBezTo>
                  <a:lnTo>
                    <a:pt x="2116" y="2279"/>
                  </a:lnTo>
                  <a:close/>
                  <a:moveTo>
                    <a:pt x="2263" y="5029"/>
                  </a:moveTo>
                  <a:lnTo>
                    <a:pt x="2263" y="5549"/>
                  </a:lnTo>
                  <a:cubicBezTo>
                    <a:pt x="2263" y="5743"/>
                    <a:pt x="2422" y="5902"/>
                    <a:pt x="2616" y="5902"/>
                  </a:cubicBezTo>
                  <a:lnTo>
                    <a:pt x="3235" y="5902"/>
                  </a:lnTo>
                  <a:cubicBezTo>
                    <a:pt x="3375" y="5902"/>
                    <a:pt x="3488" y="6015"/>
                    <a:pt x="3488" y="6156"/>
                  </a:cubicBezTo>
                  <a:lnTo>
                    <a:pt x="3488" y="7025"/>
                  </a:lnTo>
                  <a:lnTo>
                    <a:pt x="3491" y="7025"/>
                  </a:lnTo>
                  <a:cubicBezTo>
                    <a:pt x="3491" y="7644"/>
                    <a:pt x="3176" y="8209"/>
                    <a:pt x="2649" y="8535"/>
                  </a:cubicBezTo>
                  <a:lnTo>
                    <a:pt x="2634" y="8544"/>
                  </a:lnTo>
                  <a:cubicBezTo>
                    <a:pt x="2386" y="8697"/>
                    <a:pt x="2151" y="8872"/>
                    <a:pt x="1931" y="9063"/>
                  </a:cubicBezTo>
                  <a:cubicBezTo>
                    <a:pt x="1706" y="8868"/>
                    <a:pt x="1466" y="8691"/>
                    <a:pt x="1213" y="8535"/>
                  </a:cubicBezTo>
                  <a:cubicBezTo>
                    <a:pt x="685" y="8209"/>
                    <a:pt x="370" y="7643"/>
                    <a:pt x="370" y="7024"/>
                  </a:cubicBezTo>
                  <a:lnTo>
                    <a:pt x="370" y="6156"/>
                  </a:lnTo>
                  <a:cubicBezTo>
                    <a:pt x="370" y="6015"/>
                    <a:pt x="484" y="5902"/>
                    <a:pt x="623" y="5902"/>
                  </a:cubicBezTo>
                  <a:lnTo>
                    <a:pt x="1243" y="5902"/>
                  </a:lnTo>
                  <a:cubicBezTo>
                    <a:pt x="1437" y="5902"/>
                    <a:pt x="1595" y="5743"/>
                    <a:pt x="1595" y="5549"/>
                  </a:cubicBezTo>
                  <a:lnTo>
                    <a:pt x="1595" y="5029"/>
                  </a:lnTo>
                  <a:close/>
                  <a:moveTo>
                    <a:pt x="813" y="0"/>
                  </a:moveTo>
                  <a:cubicBezTo>
                    <a:pt x="506" y="0"/>
                    <a:pt x="256" y="251"/>
                    <a:pt x="256" y="556"/>
                  </a:cubicBezTo>
                  <a:cubicBezTo>
                    <a:pt x="256" y="830"/>
                    <a:pt x="454" y="1058"/>
                    <a:pt x="714" y="1104"/>
                  </a:cubicBezTo>
                  <a:lnTo>
                    <a:pt x="714" y="1644"/>
                  </a:lnTo>
                  <a:cubicBezTo>
                    <a:pt x="714" y="1713"/>
                    <a:pt x="753" y="1777"/>
                    <a:pt x="816" y="1808"/>
                  </a:cubicBezTo>
                  <a:lnTo>
                    <a:pt x="1374" y="2091"/>
                  </a:lnTo>
                  <a:lnTo>
                    <a:pt x="1374" y="4722"/>
                  </a:lnTo>
                  <a:cubicBezTo>
                    <a:pt x="1285" y="4787"/>
                    <a:pt x="1227" y="4891"/>
                    <a:pt x="1227" y="5009"/>
                  </a:cubicBezTo>
                  <a:lnTo>
                    <a:pt x="1227" y="5530"/>
                  </a:lnTo>
                  <a:lnTo>
                    <a:pt x="626" y="5530"/>
                  </a:lnTo>
                  <a:cubicBezTo>
                    <a:pt x="282" y="5530"/>
                    <a:pt x="1" y="5810"/>
                    <a:pt x="1" y="6156"/>
                  </a:cubicBezTo>
                  <a:lnTo>
                    <a:pt x="1" y="7024"/>
                  </a:lnTo>
                  <a:cubicBezTo>
                    <a:pt x="1" y="7389"/>
                    <a:pt x="95" y="7750"/>
                    <a:pt x="273" y="8070"/>
                  </a:cubicBezTo>
                  <a:cubicBezTo>
                    <a:pt x="451" y="8389"/>
                    <a:pt x="709" y="8660"/>
                    <a:pt x="1020" y="8852"/>
                  </a:cubicBezTo>
                  <a:cubicBezTo>
                    <a:pt x="1301" y="9025"/>
                    <a:pt x="1565" y="9226"/>
                    <a:pt x="1806" y="9450"/>
                  </a:cubicBezTo>
                  <a:cubicBezTo>
                    <a:pt x="1842" y="9482"/>
                    <a:pt x="1888" y="9499"/>
                    <a:pt x="1932" y="9499"/>
                  </a:cubicBezTo>
                  <a:cubicBezTo>
                    <a:pt x="1977" y="9499"/>
                    <a:pt x="2023" y="9483"/>
                    <a:pt x="2057" y="9451"/>
                  </a:cubicBezTo>
                  <a:lnTo>
                    <a:pt x="2075" y="9435"/>
                  </a:lnTo>
                  <a:cubicBezTo>
                    <a:pt x="2308" y="9221"/>
                    <a:pt x="2563" y="9028"/>
                    <a:pt x="2832" y="8861"/>
                  </a:cubicBezTo>
                  <a:lnTo>
                    <a:pt x="2847" y="8852"/>
                  </a:lnTo>
                  <a:cubicBezTo>
                    <a:pt x="3157" y="8660"/>
                    <a:pt x="3416" y="8389"/>
                    <a:pt x="3592" y="8072"/>
                  </a:cubicBezTo>
                  <a:cubicBezTo>
                    <a:pt x="3769" y="7753"/>
                    <a:pt x="3863" y="7392"/>
                    <a:pt x="3863" y="7026"/>
                  </a:cubicBezTo>
                  <a:lnTo>
                    <a:pt x="3863" y="6156"/>
                  </a:lnTo>
                  <a:cubicBezTo>
                    <a:pt x="3862" y="5810"/>
                    <a:pt x="3582" y="5530"/>
                    <a:pt x="3236" y="5530"/>
                  </a:cubicBezTo>
                  <a:lnTo>
                    <a:pt x="2637" y="5530"/>
                  </a:lnTo>
                  <a:lnTo>
                    <a:pt x="2637" y="5009"/>
                  </a:lnTo>
                  <a:cubicBezTo>
                    <a:pt x="2637" y="4891"/>
                    <a:pt x="2578" y="4787"/>
                    <a:pt x="2489" y="4722"/>
                  </a:cubicBezTo>
                  <a:lnTo>
                    <a:pt x="2489" y="2091"/>
                  </a:lnTo>
                  <a:lnTo>
                    <a:pt x="3046" y="1808"/>
                  </a:lnTo>
                  <a:cubicBezTo>
                    <a:pt x="3109" y="1777"/>
                    <a:pt x="3149" y="1713"/>
                    <a:pt x="3149" y="1644"/>
                  </a:cubicBezTo>
                  <a:lnTo>
                    <a:pt x="3149" y="1104"/>
                  </a:lnTo>
                  <a:cubicBezTo>
                    <a:pt x="3409" y="1057"/>
                    <a:pt x="3607" y="829"/>
                    <a:pt x="3607" y="556"/>
                  </a:cubicBezTo>
                  <a:cubicBezTo>
                    <a:pt x="3607" y="251"/>
                    <a:pt x="3356" y="0"/>
                    <a:pt x="3051" y="0"/>
                  </a:cubicBezTo>
                  <a:lnTo>
                    <a:pt x="2768" y="0"/>
                  </a:lnTo>
                  <a:cubicBezTo>
                    <a:pt x="2665" y="0"/>
                    <a:pt x="2581" y="83"/>
                    <a:pt x="2581" y="186"/>
                  </a:cubicBezTo>
                  <a:cubicBezTo>
                    <a:pt x="2581" y="288"/>
                    <a:pt x="2664" y="372"/>
                    <a:pt x="2768" y="372"/>
                  </a:cubicBezTo>
                  <a:lnTo>
                    <a:pt x="3051" y="372"/>
                  </a:lnTo>
                  <a:cubicBezTo>
                    <a:pt x="3152" y="372"/>
                    <a:pt x="3236" y="456"/>
                    <a:pt x="3236" y="557"/>
                  </a:cubicBezTo>
                  <a:cubicBezTo>
                    <a:pt x="3236" y="660"/>
                    <a:pt x="3152" y="744"/>
                    <a:pt x="3051" y="744"/>
                  </a:cubicBezTo>
                  <a:lnTo>
                    <a:pt x="813" y="744"/>
                  </a:lnTo>
                  <a:cubicBezTo>
                    <a:pt x="710" y="744"/>
                    <a:pt x="626" y="660"/>
                    <a:pt x="626" y="557"/>
                  </a:cubicBezTo>
                  <a:cubicBezTo>
                    <a:pt x="626" y="456"/>
                    <a:pt x="710" y="372"/>
                    <a:pt x="813" y="372"/>
                  </a:cubicBezTo>
                  <a:lnTo>
                    <a:pt x="1096" y="372"/>
                  </a:lnTo>
                  <a:cubicBezTo>
                    <a:pt x="1197" y="372"/>
                    <a:pt x="1281" y="289"/>
                    <a:pt x="1281" y="186"/>
                  </a:cubicBezTo>
                  <a:cubicBezTo>
                    <a:pt x="1281" y="84"/>
                    <a:pt x="1198" y="0"/>
                    <a:pt x="10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2"/>
            <p:cNvSpPr/>
            <p:nvPr/>
          </p:nvSpPr>
          <p:spPr>
            <a:xfrm>
              <a:off x="5518329" y="4294296"/>
              <a:ext cx="12184" cy="12119"/>
            </a:xfrm>
            <a:custGeom>
              <a:rect b="b" l="l" r="r" t="t"/>
              <a:pathLst>
                <a:path extrusionOk="0" h="372" w="374">
                  <a:moveTo>
                    <a:pt x="187" y="0"/>
                  </a:moveTo>
                  <a:cubicBezTo>
                    <a:pt x="83" y="0"/>
                    <a:pt x="0" y="84"/>
                    <a:pt x="0" y="187"/>
                  </a:cubicBezTo>
                  <a:cubicBezTo>
                    <a:pt x="0" y="290"/>
                    <a:pt x="85" y="372"/>
                    <a:pt x="187" y="372"/>
                  </a:cubicBezTo>
                  <a:cubicBezTo>
                    <a:pt x="290" y="372"/>
                    <a:pt x="373" y="288"/>
                    <a:pt x="373" y="187"/>
                  </a:cubicBezTo>
                  <a:cubicBezTo>
                    <a:pt x="373" y="84"/>
                    <a:pt x="289" y="1"/>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1" name="Google Shape;7831;p72"/>
          <p:cNvGrpSpPr/>
          <p:nvPr/>
        </p:nvGrpSpPr>
        <p:grpSpPr>
          <a:xfrm>
            <a:off x="6049081" y="4306349"/>
            <a:ext cx="309714" cy="285379"/>
            <a:chOff x="6049081" y="4306349"/>
            <a:chExt cx="309714" cy="285379"/>
          </a:xfrm>
        </p:grpSpPr>
        <p:sp>
          <p:nvSpPr>
            <p:cNvPr id="7832" name="Google Shape;7832;p72"/>
            <p:cNvSpPr/>
            <p:nvPr/>
          </p:nvSpPr>
          <p:spPr>
            <a:xfrm>
              <a:off x="6049081" y="4306349"/>
              <a:ext cx="309714" cy="285379"/>
            </a:xfrm>
            <a:custGeom>
              <a:rect b="b" l="l" r="r" t="t"/>
              <a:pathLst>
                <a:path extrusionOk="0" h="8760" w="9507">
                  <a:moveTo>
                    <a:pt x="4063" y="4975"/>
                  </a:moveTo>
                  <a:lnTo>
                    <a:pt x="3457" y="5580"/>
                  </a:lnTo>
                  <a:lnTo>
                    <a:pt x="3457" y="4975"/>
                  </a:lnTo>
                  <a:close/>
                  <a:moveTo>
                    <a:pt x="6057" y="4975"/>
                  </a:moveTo>
                  <a:lnTo>
                    <a:pt x="6057" y="5580"/>
                  </a:lnTo>
                  <a:lnTo>
                    <a:pt x="5450" y="4975"/>
                  </a:lnTo>
                  <a:close/>
                  <a:moveTo>
                    <a:pt x="3087" y="4974"/>
                  </a:moveTo>
                  <a:lnTo>
                    <a:pt x="3087" y="8388"/>
                  </a:lnTo>
                  <a:lnTo>
                    <a:pt x="2716" y="8388"/>
                  </a:lnTo>
                  <a:lnTo>
                    <a:pt x="2716" y="4974"/>
                  </a:lnTo>
                  <a:close/>
                  <a:moveTo>
                    <a:pt x="6798" y="4974"/>
                  </a:moveTo>
                  <a:lnTo>
                    <a:pt x="6798" y="8388"/>
                  </a:lnTo>
                  <a:lnTo>
                    <a:pt x="6427" y="8388"/>
                  </a:lnTo>
                  <a:lnTo>
                    <a:pt x="6427" y="4974"/>
                  </a:lnTo>
                  <a:close/>
                  <a:moveTo>
                    <a:pt x="5557" y="373"/>
                  </a:moveTo>
                  <a:lnTo>
                    <a:pt x="6480" y="2057"/>
                  </a:lnTo>
                  <a:lnTo>
                    <a:pt x="4439" y="2057"/>
                  </a:lnTo>
                  <a:cubicBezTo>
                    <a:pt x="4337" y="2057"/>
                    <a:pt x="4254" y="2139"/>
                    <a:pt x="4254" y="2243"/>
                  </a:cubicBezTo>
                  <a:cubicBezTo>
                    <a:pt x="4254" y="2345"/>
                    <a:pt x="4336" y="2429"/>
                    <a:pt x="4439" y="2429"/>
                  </a:cubicBezTo>
                  <a:lnTo>
                    <a:pt x="6758" y="2429"/>
                  </a:lnTo>
                  <a:lnTo>
                    <a:pt x="8308" y="3014"/>
                  </a:lnTo>
                  <a:lnTo>
                    <a:pt x="8308" y="6385"/>
                  </a:lnTo>
                  <a:cubicBezTo>
                    <a:pt x="8308" y="6428"/>
                    <a:pt x="8324" y="6471"/>
                    <a:pt x="8351" y="6504"/>
                  </a:cubicBezTo>
                  <a:lnTo>
                    <a:pt x="9135" y="7438"/>
                  </a:lnTo>
                  <a:lnTo>
                    <a:pt x="9135" y="8388"/>
                  </a:lnTo>
                  <a:lnTo>
                    <a:pt x="7170" y="8388"/>
                  </a:lnTo>
                  <a:lnTo>
                    <a:pt x="7170" y="4974"/>
                  </a:lnTo>
                  <a:lnTo>
                    <a:pt x="7356" y="4974"/>
                  </a:lnTo>
                  <a:cubicBezTo>
                    <a:pt x="7458" y="4974"/>
                    <a:pt x="7542" y="4892"/>
                    <a:pt x="7542" y="4788"/>
                  </a:cubicBezTo>
                  <a:lnTo>
                    <a:pt x="7542" y="3750"/>
                  </a:lnTo>
                  <a:cubicBezTo>
                    <a:pt x="7542" y="3648"/>
                    <a:pt x="7459" y="3564"/>
                    <a:pt x="7356" y="3564"/>
                  </a:cubicBezTo>
                  <a:lnTo>
                    <a:pt x="5590" y="3564"/>
                  </a:lnTo>
                  <a:cubicBezTo>
                    <a:pt x="5489" y="3564"/>
                    <a:pt x="5405" y="3647"/>
                    <a:pt x="5405" y="3750"/>
                  </a:cubicBezTo>
                  <a:cubicBezTo>
                    <a:pt x="5405" y="3852"/>
                    <a:pt x="5487" y="3936"/>
                    <a:pt x="5590" y="3936"/>
                  </a:cubicBezTo>
                  <a:lnTo>
                    <a:pt x="7171" y="3936"/>
                  </a:lnTo>
                  <a:lnTo>
                    <a:pt x="7171" y="4604"/>
                  </a:lnTo>
                  <a:lnTo>
                    <a:pt x="2346" y="4604"/>
                  </a:lnTo>
                  <a:lnTo>
                    <a:pt x="2346" y="3936"/>
                  </a:lnTo>
                  <a:lnTo>
                    <a:pt x="3921" y="3936"/>
                  </a:lnTo>
                  <a:cubicBezTo>
                    <a:pt x="4023" y="3936"/>
                    <a:pt x="4107" y="3854"/>
                    <a:pt x="4107" y="3750"/>
                  </a:cubicBezTo>
                  <a:cubicBezTo>
                    <a:pt x="4107" y="3648"/>
                    <a:pt x="4024" y="3564"/>
                    <a:pt x="3921" y="3564"/>
                  </a:cubicBezTo>
                  <a:lnTo>
                    <a:pt x="2160" y="3564"/>
                  </a:lnTo>
                  <a:cubicBezTo>
                    <a:pt x="2058" y="3564"/>
                    <a:pt x="1974" y="3647"/>
                    <a:pt x="1974" y="3750"/>
                  </a:cubicBezTo>
                  <a:lnTo>
                    <a:pt x="1974" y="4788"/>
                  </a:lnTo>
                  <a:cubicBezTo>
                    <a:pt x="1974" y="4890"/>
                    <a:pt x="2056" y="4974"/>
                    <a:pt x="2160" y="4974"/>
                  </a:cubicBezTo>
                  <a:lnTo>
                    <a:pt x="2346" y="4974"/>
                  </a:lnTo>
                  <a:lnTo>
                    <a:pt x="2346" y="8388"/>
                  </a:lnTo>
                  <a:lnTo>
                    <a:pt x="410" y="8388"/>
                  </a:lnTo>
                  <a:lnTo>
                    <a:pt x="1195" y="3236"/>
                  </a:lnTo>
                  <a:lnTo>
                    <a:pt x="3561" y="373"/>
                  </a:lnTo>
                  <a:close/>
                  <a:moveTo>
                    <a:pt x="4925" y="4974"/>
                  </a:moveTo>
                  <a:lnTo>
                    <a:pt x="6057" y="6105"/>
                  </a:lnTo>
                  <a:lnTo>
                    <a:pt x="6057" y="8389"/>
                  </a:lnTo>
                  <a:lnTo>
                    <a:pt x="3457" y="8389"/>
                  </a:lnTo>
                  <a:lnTo>
                    <a:pt x="3457" y="6105"/>
                  </a:lnTo>
                  <a:lnTo>
                    <a:pt x="4589" y="4974"/>
                  </a:lnTo>
                  <a:close/>
                  <a:moveTo>
                    <a:pt x="3473" y="1"/>
                  </a:moveTo>
                  <a:cubicBezTo>
                    <a:pt x="3418" y="1"/>
                    <a:pt x="3365" y="26"/>
                    <a:pt x="3331" y="68"/>
                  </a:cubicBezTo>
                  <a:lnTo>
                    <a:pt x="874" y="3039"/>
                  </a:lnTo>
                  <a:cubicBezTo>
                    <a:pt x="853" y="3065"/>
                    <a:pt x="838" y="3097"/>
                    <a:pt x="833" y="3129"/>
                  </a:cubicBezTo>
                  <a:lnTo>
                    <a:pt x="8" y="8547"/>
                  </a:lnTo>
                  <a:cubicBezTo>
                    <a:pt x="0" y="8601"/>
                    <a:pt x="16" y="8654"/>
                    <a:pt x="52" y="8696"/>
                  </a:cubicBezTo>
                  <a:cubicBezTo>
                    <a:pt x="86" y="8737"/>
                    <a:pt x="138" y="8760"/>
                    <a:pt x="191" y="8760"/>
                  </a:cubicBezTo>
                  <a:lnTo>
                    <a:pt x="9320" y="8760"/>
                  </a:lnTo>
                  <a:cubicBezTo>
                    <a:pt x="9422" y="8760"/>
                    <a:pt x="9506" y="8678"/>
                    <a:pt x="9506" y="8574"/>
                  </a:cubicBezTo>
                  <a:lnTo>
                    <a:pt x="9506" y="7370"/>
                  </a:lnTo>
                  <a:cubicBezTo>
                    <a:pt x="9506" y="7327"/>
                    <a:pt x="9492" y="7285"/>
                    <a:pt x="9462" y="7250"/>
                  </a:cubicBezTo>
                  <a:lnTo>
                    <a:pt x="8679" y="6317"/>
                  </a:lnTo>
                  <a:lnTo>
                    <a:pt x="8679" y="2885"/>
                  </a:lnTo>
                  <a:cubicBezTo>
                    <a:pt x="8679" y="2807"/>
                    <a:pt x="8632" y="2738"/>
                    <a:pt x="8558" y="2710"/>
                  </a:cubicBezTo>
                  <a:lnTo>
                    <a:pt x="6922" y="2092"/>
                  </a:lnTo>
                  <a:lnTo>
                    <a:pt x="5829" y="98"/>
                  </a:lnTo>
                  <a:cubicBezTo>
                    <a:pt x="5796" y="39"/>
                    <a:pt x="5735" y="1"/>
                    <a:pt x="56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2"/>
            <p:cNvSpPr/>
            <p:nvPr/>
          </p:nvSpPr>
          <p:spPr>
            <a:xfrm>
              <a:off x="6197863" y="4422423"/>
              <a:ext cx="12151" cy="12151"/>
            </a:xfrm>
            <a:custGeom>
              <a:rect b="b" l="l" r="r" t="t"/>
              <a:pathLst>
                <a:path extrusionOk="0" h="373" w="373">
                  <a:moveTo>
                    <a:pt x="186" y="1"/>
                  </a:moveTo>
                  <a:cubicBezTo>
                    <a:pt x="83" y="1"/>
                    <a:pt x="1" y="85"/>
                    <a:pt x="1" y="187"/>
                  </a:cubicBezTo>
                  <a:cubicBezTo>
                    <a:pt x="1" y="291"/>
                    <a:pt x="85" y="373"/>
                    <a:pt x="186" y="373"/>
                  </a:cubicBezTo>
                  <a:cubicBezTo>
                    <a:pt x="290" y="373"/>
                    <a:pt x="373" y="289"/>
                    <a:pt x="373" y="187"/>
                  </a:cubicBezTo>
                  <a:cubicBezTo>
                    <a:pt x="373" y="85"/>
                    <a:pt x="290"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4" name="Google Shape;7834;p72"/>
          <p:cNvGrpSpPr/>
          <p:nvPr/>
        </p:nvGrpSpPr>
        <p:grpSpPr>
          <a:xfrm>
            <a:off x="6844461" y="4294361"/>
            <a:ext cx="309551" cy="309486"/>
            <a:chOff x="6844461" y="4294361"/>
            <a:chExt cx="309551" cy="309486"/>
          </a:xfrm>
        </p:grpSpPr>
        <p:sp>
          <p:nvSpPr>
            <p:cNvPr id="7835" name="Google Shape;7835;p72"/>
            <p:cNvSpPr/>
            <p:nvPr/>
          </p:nvSpPr>
          <p:spPr>
            <a:xfrm>
              <a:off x="6844461" y="4294361"/>
              <a:ext cx="309551" cy="309486"/>
            </a:xfrm>
            <a:custGeom>
              <a:rect b="b" l="l" r="r" t="t"/>
              <a:pathLst>
                <a:path extrusionOk="0" h="9500" w="9502">
                  <a:moveTo>
                    <a:pt x="3271" y="719"/>
                  </a:moveTo>
                  <a:cubicBezTo>
                    <a:pt x="3590" y="719"/>
                    <a:pt x="3849" y="977"/>
                    <a:pt x="3849" y="1296"/>
                  </a:cubicBezTo>
                  <a:cubicBezTo>
                    <a:pt x="3849" y="1557"/>
                    <a:pt x="3636" y="1768"/>
                    <a:pt x="3375" y="1768"/>
                  </a:cubicBezTo>
                  <a:cubicBezTo>
                    <a:pt x="3115" y="1768"/>
                    <a:pt x="2903" y="1557"/>
                    <a:pt x="2903" y="1296"/>
                  </a:cubicBezTo>
                  <a:cubicBezTo>
                    <a:pt x="2903" y="1081"/>
                    <a:pt x="2976" y="883"/>
                    <a:pt x="3101" y="726"/>
                  </a:cubicBezTo>
                  <a:cubicBezTo>
                    <a:pt x="3155" y="721"/>
                    <a:pt x="3212" y="719"/>
                    <a:pt x="3269" y="719"/>
                  </a:cubicBezTo>
                  <a:cubicBezTo>
                    <a:pt x="3270" y="719"/>
                    <a:pt x="3270" y="719"/>
                    <a:pt x="3271" y="719"/>
                  </a:cubicBezTo>
                  <a:close/>
                  <a:moveTo>
                    <a:pt x="7002" y="2150"/>
                  </a:moveTo>
                  <a:cubicBezTo>
                    <a:pt x="7125" y="2150"/>
                    <a:pt x="7227" y="2250"/>
                    <a:pt x="7227" y="2375"/>
                  </a:cubicBezTo>
                  <a:lnTo>
                    <a:pt x="7227" y="2720"/>
                  </a:lnTo>
                  <a:cubicBezTo>
                    <a:pt x="6846" y="2577"/>
                    <a:pt x="6433" y="2499"/>
                    <a:pt x="6002" y="2499"/>
                  </a:cubicBezTo>
                  <a:cubicBezTo>
                    <a:pt x="5572" y="2499"/>
                    <a:pt x="5159" y="2577"/>
                    <a:pt x="4777" y="2720"/>
                  </a:cubicBezTo>
                  <a:lnTo>
                    <a:pt x="4777" y="2375"/>
                  </a:lnTo>
                  <a:cubicBezTo>
                    <a:pt x="4777" y="2250"/>
                    <a:pt x="4877" y="2150"/>
                    <a:pt x="5002" y="2150"/>
                  </a:cubicBezTo>
                  <a:close/>
                  <a:moveTo>
                    <a:pt x="1628" y="2674"/>
                  </a:moveTo>
                  <a:cubicBezTo>
                    <a:pt x="1673" y="2920"/>
                    <a:pt x="1802" y="3142"/>
                    <a:pt x="1992" y="3305"/>
                  </a:cubicBezTo>
                  <a:cubicBezTo>
                    <a:pt x="1802" y="3468"/>
                    <a:pt x="1673" y="3690"/>
                    <a:pt x="1628" y="3936"/>
                  </a:cubicBezTo>
                  <a:cubicBezTo>
                    <a:pt x="1510" y="3894"/>
                    <a:pt x="1386" y="3873"/>
                    <a:pt x="1263" y="3873"/>
                  </a:cubicBezTo>
                  <a:cubicBezTo>
                    <a:pt x="1139" y="3873"/>
                    <a:pt x="1015" y="3894"/>
                    <a:pt x="897" y="3936"/>
                  </a:cubicBezTo>
                  <a:cubicBezTo>
                    <a:pt x="852" y="3690"/>
                    <a:pt x="724" y="3468"/>
                    <a:pt x="533" y="3305"/>
                  </a:cubicBezTo>
                  <a:cubicBezTo>
                    <a:pt x="724" y="3143"/>
                    <a:pt x="852" y="2920"/>
                    <a:pt x="897" y="2674"/>
                  </a:cubicBezTo>
                  <a:cubicBezTo>
                    <a:pt x="1015" y="2716"/>
                    <a:pt x="1139" y="2736"/>
                    <a:pt x="1263" y="2736"/>
                  </a:cubicBezTo>
                  <a:cubicBezTo>
                    <a:pt x="1386" y="2736"/>
                    <a:pt x="1510" y="2716"/>
                    <a:pt x="1628" y="2674"/>
                  </a:cubicBezTo>
                  <a:close/>
                  <a:moveTo>
                    <a:pt x="3830" y="0"/>
                  </a:moveTo>
                  <a:cubicBezTo>
                    <a:pt x="3475" y="0"/>
                    <a:pt x="3153" y="144"/>
                    <a:pt x="2918" y="375"/>
                  </a:cubicBezTo>
                  <a:cubicBezTo>
                    <a:pt x="1940" y="534"/>
                    <a:pt x="1176" y="1343"/>
                    <a:pt x="1086" y="2344"/>
                  </a:cubicBezTo>
                  <a:cubicBezTo>
                    <a:pt x="997" y="2322"/>
                    <a:pt x="912" y="2282"/>
                    <a:pt x="835" y="2226"/>
                  </a:cubicBezTo>
                  <a:cubicBezTo>
                    <a:pt x="803" y="2202"/>
                    <a:pt x="765" y="2191"/>
                    <a:pt x="726" y="2191"/>
                  </a:cubicBezTo>
                  <a:cubicBezTo>
                    <a:pt x="694" y="2191"/>
                    <a:pt x="661" y="2199"/>
                    <a:pt x="631" y="2216"/>
                  </a:cubicBezTo>
                  <a:cubicBezTo>
                    <a:pt x="567" y="2252"/>
                    <a:pt x="532" y="2323"/>
                    <a:pt x="540" y="2396"/>
                  </a:cubicBezTo>
                  <a:cubicBezTo>
                    <a:pt x="574" y="2711"/>
                    <a:pt x="403" y="3009"/>
                    <a:pt x="112" y="3138"/>
                  </a:cubicBezTo>
                  <a:cubicBezTo>
                    <a:pt x="45" y="3167"/>
                    <a:pt x="1" y="3233"/>
                    <a:pt x="1" y="3307"/>
                  </a:cubicBezTo>
                  <a:cubicBezTo>
                    <a:pt x="1" y="3381"/>
                    <a:pt x="44" y="3448"/>
                    <a:pt x="112" y="3478"/>
                  </a:cubicBezTo>
                  <a:cubicBezTo>
                    <a:pt x="403" y="3606"/>
                    <a:pt x="574" y="3903"/>
                    <a:pt x="540" y="4219"/>
                  </a:cubicBezTo>
                  <a:cubicBezTo>
                    <a:pt x="532" y="4292"/>
                    <a:pt x="567" y="4363"/>
                    <a:pt x="631" y="4400"/>
                  </a:cubicBezTo>
                  <a:cubicBezTo>
                    <a:pt x="661" y="4417"/>
                    <a:pt x="693" y="4425"/>
                    <a:pt x="725" y="4425"/>
                  </a:cubicBezTo>
                  <a:cubicBezTo>
                    <a:pt x="764" y="4425"/>
                    <a:pt x="802" y="4413"/>
                    <a:pt x="835" y="4390"/>
                  </a:cubicBezTo>
                  <a:cubicBezTo>
                    <a:pt x="962" y="4296"/>
                    <a:pt x="1112" y="4249"/>
                    <a:pt x="1263" y="4249"/>
                  </a:cubicBezTo>
                  <a:cubicBezTo>
                    <a:pt x="1413" y="4249"/>
                    <a:pt x="1563" y="4296"/>
                    <a:pt x="1692" y="4390"/>
                  </a:cubicBezTo>
                  <a:cubicBezTo>
                    <a:pt x="1724" y="4413"/>
                    <a:pt x="1762" y="4424"/>
                    <a:pt x="1802" y="4424"/>
                  </a:cubicBezTo>
                  <a:cubicBezTo>
                    <a:pt x="1833" y="4424"/>
                    <a:pt x="1865" y="4417"/>
                    <a:pt x="1894" y="4400"/>
                  </a:cubicBezTo>
                  <a:cubicBezTo>
                    <a:pt x="1959" y="4363"/>
                    <a:pt x="1993" y="4292"/>
                    <a:pt x="1986" y="4219"/>
                  </a:cubicBezTo>
                  <a:cubicBezTo>
                    <a:pt x="1951" y="3903"/>
                    <a:pt x="2123" y="3606"/>
                    <a:pt x="2414" y="3478"/>
                  </a:cubicBezTo>
                  <a:cubicBezTo>
                    <a:pt x="2481" y="3448"/>
                    <a:pt x="2525" y="3381"/>
                    <a:pt x="2525" y="3307"/>
                  </a:cubicBezTo>
                  <a:cubicBezTo>
                    <a:pt x="2525" y="3234"/>
                    <a:pt x="2482" y="3167"/>
                    <a:pt x="2414" y="3138"/>
                  </a:cubicBezTo>
                  <a:cubicBezTo>
                    <a:pt x="2123" y="3009"/>
                    <a:pt x="1952" y="2711"/>
                    <a:pt x="1986" y="2396"/>
                  </a:cubicBezTo>
                  <a:cubicBezTo>
                    <a:pt x="1993" y="2323"/>
                    <a:pt x="1959" y="2252"/>
                    <a:pt x="1894" y="2216"/>
                  </a:cubicBezTo>
                  <a:cubicBezTo>
                    <a:pt x="1864" y="2199"/>
                    <a:pt x="1832" y="2191"/>
                    <a:pt x="1800" y="2191"/>
                  </a:cubicBezTo>
                  <a:cubicBezTo>
                    <a:pt x="1762" y="2191"/>
                    <a:pt x="1724" y="2202"/>
                    <a:pt x="1692" y="2226"/>
                  </a:cubicBezTo>
                  <a:cubicBezTo>
                    <a:pt x="1619" y="2279"/>
                    <a:pt x="1542" y="2316"/>
                    <a:pt x="1459" y="2338"/>
                  </a:cubicBezTo>
                  <a:cubicBezTo>
                    <a:pt x="1535" y="1652"/>
                    <a:pt x="1993" y="1080"/>
                    <a:pt x="2615" y="840"/>
                  </a:cubicBezTo>
                  <a:lnTo>
                    <a:pt x="2615" y="840"/>
                  </a:lnTo>
                  <a:cubicBezTo>
                    <a:pt x="2562" y="983"/>
                    <a:pt x="2532" y="1137"/>
                    <a:pt x="2532" y="1297"/>
                  </a:cubicBezTo>
                  <a:cubicBezTo>
                    <a:pt x="2532" y="1762"/>
                    <a:pt x="2910" y="2140"/>
                    <a:pt x="3375" y="2140"/>
                  </a:cubicBezTo>
                  <a:cubicBezTo>
                    <a:pt x="3840" y="2140"/>
                    <a:pt x="4218" y="1762"/>
                    <a:pt x="4218" y="1297"/>
                  </a:cubicBezTo>
                  <a:cubicBezTo>
                    <a:pt x="4218" y="886"/>
                    <a:pt x="3955" y="535"/>
                    <a:pt x="3589" y="403"/>
                  </a:cubicBezTo>
                  <a:cubicBezTo>
                    <a:pt x="3666" y="383"/>
                    <a:pt x="3746" y="372"/>
                    <a:pt x="3829" y="372"/>
                  </a:cubicBezTo>
                  <a:cubicBezTo>
                    <a:pt x="4292" y="372"/>
                    <a:pt x="4741" y="536"/>
                    <a:pt x="5093" y="836"/>
                  </a:cubicBezTo>
                  <a:cubicBezTo>
                    <a:pt x="5385" y="1085"/>
                    <a:pt x="5597" y="1415"/>
                    <a:pt x="5702" y="1779"/>
                  </a:cubicBezTo>
                  <a:lnTo>
                    <a:pt x="5000" y="1779"/>
                  </a:lnTo>
                  <a:cubicBezTo>
                    <a:pt x="4672" y="1779"/>
                    <a:pt x="4405" y="2046"/>
                    <a:pt x="4405" y="2375"/>
                  </a:cubicBezTo>
                  <a:lnTo>
                    <a:pt x="4405" y="2884"/>
                  </a:lnTo>
                  <a:cubicBezTo>
                    <a:pt x="3274" y="3466"/>
                    <a:pt x="2500" y="4643"/>
                    <a:pt x="2500" y="6000"/>
                  </a:cubicBezTo>
                  <a:cubicBezTo>
                    <a:pt x="2500" y="6415"/>
                    <a:pt x="2573" y="6821"/>
                    <a:pt x="2714" y="7208"/>
                  </a:cubicBezTo>
                  <a:cubicBezTo>
                    <a:pt x="2742" y="7283"/>
                    <a:pt x="2812" y="7329"/>
                    <a:pt x="2888" y="7329"/>
                  </a:cubicBezTo>
                  <a:cubicBezTo>
                    <a:pt x="2909" y="7329"/>
                    <a:pt x="2931" y="7325"/>
                    <a:pt x="2952" y="7318"/>
                  </a:cubicBezTo>
                  <a:cubicBezTo>
                    <a:pt x="3048" y="7282"/>
                    <a:pt x="3097" y="7176"/>
                    <a:pt x="3062" y="7079"/>
                  </a:cubicBezTo>
                  <a:cubicBezTo>
                    <a:pt x="2935" y="6734"/>
                    <a:pt x="2871" y="6371"/>
                    <a:pt x="2871" y="6000"/>
                  </a:cubicBezTo>
                  <a:cubicBezTo>
                    <a:pt x="2871" y="4274"/>
                    <a:pt x="4275" y="2872"/>
                    <a:pt x="5999" y="2872"/>
                  </a:cubicBezTo>
                  <a:cubicBezTo>
                    <a:pt x="7726" y="2872"/>
                    <a:pt x="9127" y="4275"/>
                    <a:pt x="9127" y="6000"/>
                  </a:cubicBezTo>
                  <a:cubicBezTo>
                    <a:pt x="9127" y="7726"/>
                    <a:pt x="7724" y="9128"/>
                    <a:pt x="5999" y="9128"/>
                  </a:cubicBezTo>
                  <a:cubicBezTo>
                    <a:pt x="5246" y="9128"/>
                    <a:pt x="4518" y="8858"/>
                    <a:pt x="3951" y="8365"/>
                  </a:cubicBezTo>
                  <a:cubicBezTo>
                    <a:pt x="3916" y="8335"/>
                    <a:pt x="3872" y="8319"/>
                    <a:pt x="3829" y="8319"/>
                  </a:cubicBezTo>
                  <a:cubicBezTo>
                    <a:pt x="3777" y="8319"/>
                    <a:pt x="3726" y="8341"/>
                    <a:pt x="3689" y="8383"/>
                  </a:cubicBezTo>
                  <a:cubicBezTo>
                    <a:pt x="3622" y="8461"/>
                    <a:pt x="3631" y="8578"/>
                    <a:pt x="3708" y="8645"/>
                  </a:cubicBezTo>
                  <a:cubicBezTo>
                    <a:pt x="4343" y="9196"/>
                    <a:pt x="5157" y="9500"/>
                    <a:pt x="5999" y="9500"/>
                  </a:cubicBezTo>
                  <a:cubicBezTo>
                    <a:pt x="7930" y="9500"/>
                    <a:pt x="9499" y="7930"/>
                    <a:pt x="9499" y="6000"/>
                  </a:cubicBezTo>
                  <a:cubicBezTo>
                    <a:pt x="9501" y="4643"/>
                    <a:pt x="8727" y="3465"/>
                    <a:pt x="7597" y="2884"/>
                  </a:cubicBezTo>
                  <a:lnTo>
                    <a:pt x="7597" y="2375"/>
                  </a:lnTo>
                  <a:cubicBezTo>
                    <a:pt x="7597" y="2046"/>
                    <a:pt x="7330" y="1779"/>
                    <a:pt x="7002" y="1779"/>
                  </a:cubicBezTo>
                  <a:lnTo>
                    <a:pt x="6088" y="1779"/>
                  </a:lnTo>
                  <a:cubicBezTo>
                    <a:pt x="5974" y="1304"/>
                    <a:pt x="5711" y="873"/>
                    <a:pt x="5336" y="553"/>
                  </a:cubicBezTo>
                  <a:cubicBezTo>
                    <a:pt x="4917" y="196"/>
                    <a:pt x="4381" y="0"/>
                    <a:pt x="38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2"/>
            <p:cNvSpPr/>
            <p:nvPr/>
          </p:nvSpPr>
          <p:spPr>
            <a:xfrm>
              <a:off x="7033866" y="4483701"/>
              <a:ext cx="80923" cy="80923"/>
            </a:xfrm>
            <a:custGeom>
              <a:rect b="b" l="l" r="r" t="t"/>
              <a:pathLst>
                <a:path extrusionOk="0" h="2484" w="2484">
                  <a:moveTo>
                    <a:pt x="2298" y="0"/>
                  </a:moveTo>
                  <a:cubicBezTo>
                    <a:pt x="2196" y="0"/>
                    <a:pt x="2112" y="83"/>
                    <a:pt x="2112" y="187"/>
                  </a:cubicBezTo>
                  <a:cubicBezTo>
                    <a:pt x="2112" y="1247"/>
                    <a:pt x="1249" y="2111"/>
                    <a:pt x="186" y="2111"/>
                  </a:cubicBezTo>
                  <a:cubicBezTo>
                    <a:pt x="85" y="2111"/>
                    <a:pt x="1" y="2194"/>
                    <a:pt x="1" y="2298"/>
                  </a:cubicBezTo>
                  <a:cubicBezTo>
                    <a:pt x="1" y="2399"/>
                    <a:pt x="84" y="2483"/>
                    <a:pt x="186" y="2483"/>
                  </a:cubicBezTo>
                  <a:cubicBezTo>
                    <a:pt x="1453" y="2482"/>
                    <a:pt x="2484" y="1453"/>
                    <a:pt x="2484" y="187"/>
                  </a:cubicBezTo>
                  <a:cubicBezTo>
                    <a:pt x="2484" y="84"/>
                    <a:pt x="2401" y="0"/>
                    <a:pt x="22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2"/>
            <p:cNvSpPr/>
            <p:nvPr/>
          </p:nvSpPr>
          <p:spPr>
            <a:xfrm>
              <a:off x="6944995" y="4545077"/>
              <a:ext cx="12151" cy="12151"/>
            </a:xfrm>
            <a:custGeom>
              <a:rect b="b" l="l" r="r" t="t"/>
              <a:pathLst>
                <a:path extrusionOk="0" h="373" w="373">
                  <a:moveTo>
                    <a:pt x="187" y="1"/>
                  </a:moveTo>
                  <a:cubicBezTo>
                    <a:pt x="84" y="1"/>
                    <a:pt x="1" y="85"/>
                    <a:pt x="1" y="186"/>
                  </a:cubicBezTo>
                  <a:cubicBezTo>
                    <a:pt x="1" y="290"/>
                    <a:pt x="85" y="373"/>
                    <a:pt x="187" y="373"/>
                  </a:cubicBezTo>
                  <a:cubicBezTo>
                    <a:pt x="291" y="373"/>
                    <a:pt x="373" y="289"/>
                    <a:pt x="373" y="186"/>
                  </a:cubicBezTo>
                  <a:cubicBezTo>
                    <a:pt x="373" y="85"/>
                    <a:pt x="291"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72"/>
          <p:cNvGrpSpPr/>
          <p:nvPr/>
        </p:nvGrpSpPr>
        <p:grpSpPr>
          <a:xfrm>
            <a:off x="7571069" y="4343227"/>
            <a:ext cx="309551" cy="211656"/>
            <a:chOff x="7571069" y="4343227"/>
            <a:chExt cx="309551" cy="211656"/>
          </a:xfrm>
        </p:grpSpPr>
        <p:sp>
          <p:nvSpPr>
            <p:cNvPr id="7839" name="Google Shape;7839;p72"/>
            <p:cNvSpPr/>
            <p:nvPr/>
          </p:nvSpPr>
          <p:spPr>
            <a:xfrm>
              <a:off x="7571069" y="4343227"/>
              <a:ext cx="309551" cy="211623"/>
            </a:xfrm>
            <a:custGeom>
              <a:rect b="b" l="l" r="r" t="t"/>
              <a:pathLst>
                <a:path extrusionOk="0" h="6496" w="9502">
                  <a:moveTo>
                    <a:pt x="5296" y="373"/>
                  </a:moveTo>
                  <a:cubicBezTo>
                    <a:pt x="5405" y="373"/>
                    <a:pt x="5494" y="462"/>
                    <a:pt x="5494" y="571"/>
                  </a:cubicBezTo>
                  <a:lnTo>
                    <a:pt x="5494" y="2549"/>
                  </a:lnTo>
                  <a:cubicBezTo>
                    <a:pt x="5269" y="2437"/>
                    <a:pt x="5018" y="2374"/>
                    <a:pt x="4751" y="2374"/>
                  </a:cubicBezTo>
                  <a:cubicBezTo>
                    <a:pt x="4487" y="2374"/>
                    <a:pt x="4237" y="2436"/>
                    <a:pt x="4013" y="2546"/>
                  </a:cubicBezTo>
                  <a:lnTo>
                    <a:pt x="4013" y="571"/>
                  </a:lnTo>
                  <a:cubicBezTo>
                    <a:pt x="4013" y="462"/>
                    <a:pt x="4102" y="373"/>
                    <a:pt x="4212" y="373"/>
                  </a:cubicBezTo>
                  <a:close/>
                  <a:moveTo>
                    <a:pt x="3644" y="852"/>
                  </a:moveTo>
                  <a:lnTo>
                    <a:pt x="3644" y="2797"/>
                  </a:lnTo>
                  <a:cubicBezTo>
                    <a:pt x="3332" y="3074"/>
                    <a:pt x="3126" y="3463"/>
                    <a:pt x="3088" y="3898"/>
                  </a:cubicBezTo>
                  <a:lnTo>
                    <a:pt x="1378" y="3898"/>
                  </a:lnTo>
                  <a:cubicBezTo>
                    <a:pt x="1436" y="2515"/>
                    <a:pt x="2341" y="1304"/>
                    <a:pt x="3644" y="852"/>
                  </a:cubicBezTo>
                  <a:close/>
                  <a:moveTo>
                    <a:pt x="5866" y="854"/>
                  </a:moveTo>
                  <a:cubicBezTo>
                    <a:pt x="7165" y="1306"/>
                    <a:pt x="8067" y="2516"/>
                    <a:pt x="8125" y="3898"/>
                  </a:cubicBezTo>
                  <a:lnTo>
                    <a:pt x="6416" y="3898"/>
                  </a:lnTo>
                  <a:cubicBezTo>
                    <a:pt x="6378" y="3464"/>
                    <a:pt x="6174" y="3076"/>
                    <a:pt x="5866" y="2802"/>
                  </a:cubicBezTo>
                  <a:lnTo>
                    <a:pt x="5866" y="854"/>
                  </a:lnTo>
                  <a:close/>
                  <a:moveTo>
                    <a:pt x="3097" y="4269"/>
                  </a:moveTo>
                  <a:cubicBezTo>
                    <a:pt x="3139" y="4575"/>
                    <a:pt x="3263" y="4856"/>
                    <a:pt x="3448" y="5085"/>
                  </a:cubicBezTo>
                  <a:lnTo>
                    <a:pt x="1007" y="5085"/>
                  </a:lnTo>
                  <a:lnTo>
                    <a:pt x="1007" y="4269"/>
                  </a:lnTo>
                  <a:close/>
                  <a:moveTo>
                    <a:pt x="8497" y="4269"/>
                  </a:moveTo>
                  <a:lnTo>
                    <a:pt x="8497" y="5085"/>
                  </a:lnTo>
                  <a:lnTo>
                    <a:pt x="6056" y="5085"/>
                  </a:lnTo>
                  <a:cubicBezTo>
                    <a:pt x="6240" y="4856"/>
                    <a:pt x="6364" y="4575"/>
                    <a:pt x="6406" y="4269"/>
                  </a:cubicBezTo>
                  <a:close/>
                  <a:moveTo>
                    <a:pt x="4752" y="2745"/>
                  </a:moveTo>
                  <a:cubicBezTo>
                    <a:pt x="5468" y="2745"/>
                    <a:pt x="6051" y="3327"/>
                    <a:pt x="6051" y="4044"/>
                  </a:cubicBezTo>
                  <a:cubicBezTo>
                    <a:pt x="6051" y="4761"/>
                    <a:pt x="5468" y="5343"/>
                    <a:pt x="4752" y="5343"/>
                  </a:cubicBezTo>
                  <a:cubicBezTo>
                    <a:pt x="4036" y="5343"/>
                    <a:pt x="3453" y="4761"/>
                    <a:pt x="3453" y="4044"/>
                  </a:cubicBezTo>
                  <a:cubicBezTo>
                    <a:pt x="3453" y="3327"/>
                    <a:pt x="4036" y="2745"/>
                    <a:pt x="4752" y="2745"/>
                  </a:cubicBezTo>
                  <a:close/>
                  <a:moveTo>
                    <a:pt x="4212" y="0"/>
                  </a:moveTo>
                  <a:cubicBezTo>
                    <a:pt x="3938" y="0"/>
                    <a:pt x="3709" y="197"/>
                    <a:pt x="3655" y="456"/>
                  </a:cubicBezTo>
                  <a:cubicBezTo>
                    <a:pt x="2920" y="681"/>
                    <a:pt x="2260" y="1137"/>
                    <a:pt x="1786" y="1749"/>
                  </a:cubicBezTo>
                  <a:cubicBezTo>
                    <a:pt x="1303" y="2372"/>
                    <a:pt x="1036" y="3113"/>
                    <a:pt x="1006" y="3897"/>
                  </a:cubicBezTo>
                  <a:lnTo>
                    <a:pt x="819" y="3897"/>
                  </a:lnTo>
                  <a:cubicBezTo>
                    <a:pt x="718" y="3897"/>
                    <a:pt x="634" y="3980"/>
                    <a:pt x="634" y="4084"/>
                  </a:cubicBezTo>
                  <a:lnTo>
                    <a:pt x="634" y="5090"/>
                  </a:lnTo>
                  <a:cubicBezTo>
                    <a:pt x="279" y="5125"/>
                    <a:pt x="0" y="5426"/>
                    <a:pt x="0" y="5791"/>
                  </a:cubicBezTo>
                  <a:cubicBezTo>
                    <a:pt x="0" y="6180"/>
                    <a:pt x="316" y="6495"/>
                    <a:pt x="704" y="6495"/>
                  </a:cubicBezTo>
                  <a:lnTo>
                    <a:pt x="2027" y="6495"/>
                  </a:lnTo>
                  <a:cubicBezTo>
                    <a:pt x="2129" y="6495"/>
                    <a:pt x="2213" y="6413"/>
                    <a:pt x="2213" y="6309"/>
                  </a:cubicBezTo>
                  <a:cubicBezTo>
                    <a:pt x="2213" y="6207"/>
                    <a:pt x="2131" y="6123"/>
                    <a:pt x="2027" y="6123"/>
                  </a:cubicBezTo>
                  <a:lnTo>
                    <a:pt x="704" y="6123"/>
                  </a:lnTo>
                  <a:cubicBezTo>
                    <a:pt x="520" y="6123"/>
                    <a:pt x="371" y="5974"/>
                    <a:pt x="371" y="5789"/>
                  </a:cubicBezTo>
                  <a:cubicBezTo>
                    <a:pt x="371" y="5605"/>
                    <a:pt x="520" y="5455"/>
                    <a:pt x="704" y="5455"/>
                  </a:cubicBezTo>
                  <a:lnTo>
                    <a:pt x="3860" y="5455"/>
                  </a:lnTo>
                  <a:cubicBezTo>
                    <a:pt x="4118" y="5618"/>
                    <a:pt x="4423" y="5712"/>
                    <a:pt x="4750" y="5712"/>
                  </a:cubicBezTo>
                  <a:cubicBezTo>
                    <a:pt x="5076" y="5712"/>
                    <a:pt x="5380" y="5618"/>
                    <a:pt x="5638" y="5455"/>
                  </a:cubicBezTo>
                  <a:lnTo>
                    <a:pt x="8795" y="5455"/>
                  </a:lnTo>
                  <a:cubicBezTo>
                    <a:pt x="8979" y="5455"/>
                    <a:pt x="9129" y="5605"/>
                    <a:pt x="9129" y="5789"/>
                  </a:cubicBezTo>
                  <a:cubicBezTo>
                    <a:pt x="9129" y="5974"/>
                    <a:pt x="8979" y="6123"/>
                    <a:pt x="8795" y="6123"/>
                  </a:cubicBezTo>
                  <a:lnTo>
                    <a:pt x="3697" y="6123"/>
                  </a:lnTo>
                  <a:cubicBezTo>
                    <a:pt x="3594" y="6123"/>
                    <a:pt x="3511" y="6206"/>
                    <a:pt x="3511" y="6309"/>
                  </a:cubicBezTo>
                  <a:cubicBezTo>
                    <a:pt x="3511" y="6412"/>
                    <a:pt x="3593" y="6495"/>
                    <a:pt x="3697" y="6495"/>
                  </a:cubicBezTo>
                  <a:lnTo>
                    <a:pt x="8795" y="6495"/>
                  </a:lnTo>
                  <a:cubicBezTo>
                    <a:pt x="9183" y="6495"/>
                    <a:pt x="9499" y="6178"/>
                    <a:pt x="9499" y="5791"/>
                  </a:cubicBezTo>
                  <a:cubicBezTo>
                    <a:pt x="9502" y="5426"/>
                    <a:pt x="9223" y="5125"/>
                    <a:pt x="8868" y="5090"/>
                  </a:cubicBezTo>
                  <a:lnTo>
                    <a:pt x="8868" y="4084"/>
                  </a:lnTo>
                  <a:cubicBezTo>
                    <a:pt x="8868" y="3981"/>
                    <a:pt x="8785" y="3897"/>
                    <a:pt x="8683" y="3897"/>
                  </a:cubicBezTo>
                  <a:lnTo>
                    <a:pt x="8496" y="3897"/>
                  </a:lnTo>
                  <a:cubicBezTo>
                    <a:pt x="8436" y="2310"/>
                    <a:pt x="7371" y="923"/>
                    <a:pt x="5854" y="457"/>
                  </a:cubicBezTo>
                  <a:cubicBezTo>
                    <a:pt x="5802" y="197"/>
                    <a:pt x="5571" y="0"/>
                    <a:pt x="52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2"/>
            <p:cNvSpPr/>
            <p:nvPr/>
          </p:nvSpPr>
          <p:spPr>
            <a:xfrm>
              <a:off x="7695613" y="4444739"/>
              <a:ext cx="60496" cy="60464"/>
            </a:xfrm>
            <a:custGeom>
              <a:rect b="b" l="l" r="r" t="t"/>
              <a:pathLst>
                <a:path extrusionOk="0" h="1856" w="1857">
                  <a:moveTo>
                    <a:pt x="928" y="372"/>
                  </a:moveTo>
                  <a:cubicBezTo>
                    <a:pt x="1235" y="372"/>
                    <a:pt x="1484" y="622"/>
                    <a:pt x="1484" y="928"/>
                  </a:cubicBezTo>
                  <a:cubicBezTo>
                    <a:pt x="1486" y="1235"/>
                    <a:pt x="1236" y="1484"/>
                    <a:pt x="928" y="1484"/>
                  </a:cubicBezTo>
                  <a:cubicBezTo>
                    <a:pt x="622" y="1484"/>
                    <a:pt x="372" y="1235"/>
                    <a:pt x="372" y="928"/>
                  </a:cubicBezTo>
                  <a:cubicBezTo>
                    <a:pt x="372" y="622"/>
                    <a:pt x="622" y="372"/>
                    <a:pt x="928" y="372"/>
                  </a:cubicBezTo>
                  <a:close/>
                  <a:moveTo>
                    <a:pt x="928" y="1"/>
                  </a:moveTo>
                  <a:cubicBezTo>
                    <a:pt x="416" y="1"/>
                    <a:pt x="1" y="417"/>
                    <a:pt x="1" y="928"/>
                  </a:cubicBezTo>
                  <a:cubicBezTo>
                    <a:pt x="1" y="1440"/>
                    <a:pt x="418" y="1855"/>
                    <a:pt x="928" y="1855"/>
                  </a:cubicBezTo>
                  <a:cubicBezTo>
                    <a:pt x="1440" y="1855"/>
                    <a:pt x="1855" y="1438"/>
                    <a:pt x="1855" y="928"/>
                  </a:cubicBezTo>
                  <a:cubicBezTo>
                    <a:pt x="1856" y="416"/>
                    <a:pt x="1440" y="1"/>
                    <a:pt x="9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2"/>
            <p:cNvSpPr/>
            <p:nvPr/>
          </p:nvSpPr>
          <p:spPr>
            <a:xfrm>
              <a:off x="7658279" y="4542732"/>
              <a:ext cx="12151" cy="12151"/>
            </a:xfrm>
            <a:custGeom>
              <a:rect b="b" l="l" r="r" t="t"/>
              <a:pathLst>
                <a:path extrusionOk="0" h="373" w="373">
                  <a:moveTo>
                    <a:pt x="187" y="1"/>
                  </a:moveTo>
                  <a:cubicBezTo>
                    <a:pt x="83" y="1"/>
                    <a:pt x="1" y="84"/>
                    <a:pt x="1" y="187"/>
                  </a:cubicBezTo>
                  <a:cubicBezTo>
                    <a:pt x="1" y="291"/>
                    <a:pt x="84" y="372"/>
                    <a:pt x="187" y="372"/>
                  </a:cubicBezTo>
                  <a:cubicBezTo>
                    <a:pt x="291" y="372"/>
                    <a:pt x="373" y="289"/>
                    <a:pt x="373" y="187"/>
                  </a:cubicBezTo>
                  <a:cubicBezTo>
                    <a:pt x="373" y="83"/>
                    <a:pt x="289"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72"/>
          <p:cNvGrpSpPr/>
          <p:nvPr/>
        </p:nvGrpSpPr>
        <p:grpSpPr>
          <a:xfrm>
            <a:off x="4034293" y="4294296"/>
            <a:ext cx="309519" cy="309519"/>
            <a:chOff x="4034293" y="4294296"/>
            <a:chExt cx="309519" cy="309519"/>
          </a:xfrm>
        </p:grpSpPr>
        <p:sp>
          <p:nvSpPr>
            <p:cNvPr id="7843" name="Google Shape;7843;p72"/>
            <p:cNvSpPr/>
            <p:nvPr/>
          </p:nvSpPr>
          <p:spPr>
            <a:xfrm>
              <a:off x="4034293" y="4294296"/>
              <a:ext cx="309519" cy="309519"/>
            </a:xfrm>
            <a:custGeom>
              <a:rect b="b" l="l" r="r" t="t"/>
              <a:pathLst>
                <a:path extrusionOk="0" h="9501" w="9501">
                  <a:moveTo>
                    <a:pt x="3649" y="1115"/>
                  </a:moveTo>
                  <a:lnTo>
                    <a:pt x="3649" y="1484"/>
                  </a:lnTo>
                  <a:lnTo>
                    <a:pt x="372" y="1484"/>
                  </a:lnTo>
                  <a:lnTo>
                    <a:pt x="372" y="1115"/>
                  </a:lnTo>
                  <a:close/>
                  <a:moveTo>
                    <a:pt x="6161" y="1113"/>
                  </a:moveTo>
                  <a:lnTo>
                    <a:pt x="5991" y="4738"/>
                  </a:lnTo>
                  <a:cubicBezTo>
                    <a:pt x="5961" y="5390"/>
                    <a:pt x="6398" y="5977"/>
                    <a:pt x="7031" y="6136"/>
                  </a:cubicBezTo>
                  <a:lnTo>
                    <a:pt x="7995" y="6375"/>
                  </a:lnTo>
                  <a:cubicBezTo>
                    <a:pt x="8603" y="6527"/>
                    <a:pt x="9044" y="7035"/>
                    <a:pt x="9120" y="7644"/>
                  </a:cubicBezTo>
                  <a:lnTo>
                    <a:pt x="6551" y="7644"/>
                  </a:lnTo>
                  <a:lnTo>
                    <a:pt x="6551" y="7645"/>
                  </a:lnTo>
                  <a:cubicBezTo>
                    <a:pt x="6305" y="7213"/>
                    <a:pt x="5889" y="6885"/>
                    <a:pt x="5380" y="6757"/>
                  </a:cubicBezTo>
                  <a:lnTo>
                    <a:pt x="4416" y="6518"/>
                  </a:lnTo>
                  <a:cubicBezTo>
                    <a:pt x="3953" y="6403"/>
                    <a:pt x="3635" y="5974"/>
                    <a:pt x="3658" y="5498"/>
                  </a:cubicBezTo>
                  <a:lnTo>
                    <a:pt x="3829" y="1854"/>
                  </a:lnTo>
                  <a:lnTo>
                    <a:pt x="3837" y="1854"/>
                  </a:lnTo>
                  <a:cubicBezTo>
                    <a:pt x="3939" y="1854"/>
                    <a:pt x="4023" y="1773"/>
                    <a:pt x="4023" y="1669"/>
                  </a:cubicBezTo>
                  <a:lnTo>
                    <a:pt x="4023" y="1113"/>
                  </a:lnTo>
                  <a:close/>
                  <a:moveTo>
                    <a:pt x="3455" y="1854"/>
                  </a:moveTo>
                  <a:lnTo>
                    <a:pt x="3286" y="5480"/>
                  </a:lnTo>
                  <a:cubicBezTo>
                    <a:pt x="3255" y="6133"/>
                    <a:pt x="3691" y="6719"/>
                    <a:pt x="4325" y="6878"/>
                  </a:cubicBezTo>
                  <a:lnTo>
                    <a:pt x="5289" y="7117"/>
                  </a:lnTo>
                  <a:cubicBezTo>
                    <a:pt x="5898" y="7269"/>
                    <a:pt x="6340" y="7777"/>
                    <a:pt x="6414" y="8386"/>
                  </a:cubicBezTo>
                  <a:lnTo>
                    <a:pt x="669" y="8386"/>
                  </a:lnTo>
                  <a:lnTo>
                    <a:pt x="669" y="7575"/>
                  </a:lnTo>
                  <a:cubicBezTo>
                    <a:pt x="669" y="7375"/>
                    <a:pt x="706" y="7179"/>
                    <a:pt x="777" y="6993"/>
                  </a:cubicBezTo>
                  <a:cubicBezTo>
                    <a:pt x="883" y="6714"/>
                    <a:pt x="926" y="6410"/>
                    <a:pt x="901" y="6113"/>
                  </a:cubicBezTo>
                  <a:lnTo>
                    <a:pt x="552" y="1854"/>
                  </a:lnTo>
                  <a:close/>
                  <a:moveTo>
                    <a:pt x="9128" y="8017"/>
                  </a:moveTo>
                  <a:lnTo>
                    <a:pt x="9128" y="8388"/>
                  </a:lnTo>
                  <a:lnTo>
                    <a:pt x="6787" y="8388"/>
                  </a:lnTo>
                  <a:cubicBezTo>
                    <a:pt x="6774" y="8260"/>
                    <a:pt x="6749" y="8137"/>
                    <a:pt x="6712" y="8017"/>
                  </a:cubicBezTo>
                  <a:close/>
                  <a:moveTo>
                    <a:pt x="6425" y="8760"/>
                  </a:moveTo>
                  <a:lnTo>
                    <a:pt x="6425" y="9130"/>
                  </a:lnTo>
                  <a:lnTo>
                    <a:pt x="669" y="9130"/>
                  </a:lnTo>
                  <a:lnTo>
                    <a:pt x="669" y="8760"/>
                  </a:lnTo>
                  <a:close/>
                  <a:moveTo>
                    <a:pt x="2889" y="0"/>
                  </a:moveTo>
                  <a:cubicBezTo>
                    <a:pt x="2787" y="0"/>
                    <a:pt x="2703" y="83"/>
                    <a:pt x="2703" y="187"/>
                  </a:cubicBezTo>
                  <a:lnTo>
                    <a:pt x="2703" y="743"/>
                  </a:lnTo>
                  <a:lnTo>
                    <a:pt x="186" y="743"/>
                  </a:lnTo>
                  <a:cubicBezTo>
                    <a:pt x="84" y="743"/>
                    <a:pt x="1" y="826"/>
                    <a:pt x="1" y="929"/>
                  </a:cubicBezTo>
                  <a:lnTo>
                    <a:pt x="1" y="1669"/>
                  </a:lnTo>
                  <a:cubicBezTo>
                    <a:pt x="1" y="1769"/>
                    <a:pt x="80" y="1851"/>
                    <a:pt x="180" y="1853"/>
                  </a:cubicBezTo>
                  <a:lnTo>
                    <a:pt x="532" y="6142"/>
                  </a:lnTo>
                  <a:cubicBezTo>
                    <a:pt x="552" y="6384"/>
                    <a:pt x="516" y="6631"/>
                    <a:pt x="430" y="6860"/>
                  </a:cubicBezTo>
                  <a:cubicBezTo>
                    <a:pt x="342" y="7089"/>
                    <a:pt x="299" y="7330"/>
                    <a:pt x="299" y="7574"/>
                  </a:cubicBezTo>
                  <a:lnTo>
                    <a:pt x="299" y="9315"/>
                  </a:lnTo>
                  <a:cubicBezTo>
                    <a:pt x="299" y="9417"/>
                    <a:pt x="381" y="9501"/>
                    <a:pt x="485" y="9501"/>
                  </a:cubicBezTo>
                  <a:lnTo>
                    <a:pt x="6612" y="9501"/>
                  </a:lnTo>
                  <a:cubicBezTo>
                    <a:pt x="6714" y="9501"/>
                    <a:pt x="6797" y="9418"/>
                    <a:pt x="6797" y="9315"/>
                  </a:cubicBezTo>
                  <a:lnTo>
                    <a:pt x="6797" y="8758"/>
                  </a:lnTo>
                  <a:lnTo>
                    <a:pt x="9315" y="8758"/>
                  </a:lnTo>
                  <a:cubicBezTo>
                    <a:pt x="9416" y="8758"/>
                    <a:pt x="9500" y="8676"/>
                    <a:pt x="9500" y="8573"/>
                  </a:cubicBezTo>
                  <a:lnTo>
                    <a:pt x="9500" y="7830"/>
                  </a:lnTo>
                  <a:cubicBezTo>
                    <a:pt x="9500" y="6971"/>
                    <a:pt x="8918" y="6225"/>
                    <a:pt x="8083" y="6016"/>
                  </a:cubicBezTo>
                  <a:lnTo>
                    <a:pt x="7119" y="5776"/>
                  </a:lnTo>
                  <a:cubicBezTo>
                    <a:pt x="6656" y="5661"/>
                    <a:pt x="6338" y="5233"/>
                    <a:pt x="6360" y="4756"/>
                  </a:cubicBezTo>
                  <a:lnTo>
                    <a:pt x="6532" y="1114"/>
                  </a:lnTo>
                  <a:lnTo>
                    <a:pt x="6540" y="1114"/>
                  </a:lnTo>
                  <a:cubicBezTo>
                    <a:pt x="6642" y="1114"/>
                    <a:pt x="6726" y="1031"/>
                    <a:pt x="6726" y="927"/>
                  </a:cubicBezTo>
                  <a:lnTo>
                    <a:pt x="6726" y="187"/>
                  </a:lnTo>
                  <a:cubicBezTo>
                    <a:pt x="6726" y="84"/>
                    <a:pt x="6643" y="0"/>
                    <a:pt x="6540" y="0"/>
                  </a:cubicBezTo>
                  <a:lnTo>
                    <a:pt x="5585" y="0"/>
                  </a:lnTo>
                  <a:cubicBezTo>
                    <a:pt x="5483" y="0"/>
                    <a:pt x="5399" y="83"/>
                    <a:pt x="5399" y="187"/>
                  </a:cubicBezTo>
                  <a:cubicBezTo>
                    <a:pt x="5399" y="288"/>
                    <a:pt x="5482" y="372"/>
                    <a:pt x="5585" y="372"/>
                  </a:cubicBezTo>
                  <a:lnTo>
                    <a:pt x="6354" y="372"/>
                  </a:lnTo>
                  <a:lnTo>
                    <a:pt x="6354" y="742"/>
                  </a:lnTo>
                  <a:lnTo>
                    <a:pt x="3076" y="742"/>
                  </a:lnTo>
                  <a:lnTo>
                    <a:pt x="3076" y="372"/>
                  </a:lnTo>
                  <a:lnTo>
                    <a:pt x="3915" y="372"/>
                  </a:lnTo>
                  <a:cubicBezTo>
                    <a:pt x="4018" y="372"/>
                    <a:pt x="4102" y="290"/>
                    <a:pt x="4102" y="187"/>
                  </a:cubicBezTo>
                  <a:cubicBezTo>
                    <a:pt x="4102" y="84"/>
                    <a:pt x="4019" y="0"/>
                    <a:pt x="39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2"/>
            <p:cNvSpPr/>
            <p:nvPr/>
          </p:nvSpPr>
          <p:spPr>
            <a:xfrm>
              <a:off x="4182944" y="4294296"/>
              <a:ext cx="12151" cy="12119"/>
            </a:xfrm>
            <a:custGeom>
              <a:rect b="b" l="l" r="r" t="t"/>
              <a:pathLst>
                <a:path extrusionOk="0" h="372" w="373">
                  <a:moveTo>
                    <a:pt x="186" y="0"/>
                  </a:moveTo>
                  <a:cubicBezTo>
                    <a:pt x="84" y="0"/>
                    <a:pt x="1" y="84"/>
                    <a:pt x="1" y="187"/>
                  </a:cubicBezTo>
                  <a:cubicBezTo>
                    <a:pt x="1" y="290"/>
                    <a:pt x="85" y="372"/>
                    <a:pt x="186" y="372"/>
                  </a:cubicBezTo>
                  <a:cubicBezTo>
                    <a:pt x="290" y="372"/>
                    <a:pt x="373" y="288"/>
                    <a:pt x="373" y="187"/>
                  </a:cubicBezTo>
                  <a:cubicBezTo>
                    <a:pt x="373" y="84"/>
                    <a:pt x="290" y="1"/>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5" name="Google Shape;7845;p72"/>
          <p:cNvGrpSpPr/>
          <p:nvPr/>
        </p:nvGrpSpPr>
        <p:grpSpPr>
          <a:xfrm>
            <a:off x="3326156" y="4294296"/>
            <a:ext cx="309910" cy="309519"/>
            <a:chOff x="3326156" y="4294296"/>
            <a:chExt cx="309910" cy="309519"/>
          </a:xfrm>
        </p:grpSpPr>
        <p:sp>
          <p:nvSpPr>
            <p:cNvPr id="7846" name="Google Shape;7846;p72"/>
            <p:cNvSpPr/>
            <p:nvPr/>
          </p:nvSpPr>
          <p:spPr>
            <a:xfrm>
              <a:off x="3326156" y="4341142"/>
              <a:ext cx="161487" cy="262672"/>
            </a:xfrm>
            <a:custGeom>
              <a:rect b="b" l="l" r="r" t="t"/>
              <a:pathLst>
                <a:path extrusionOk="0" h="8063" w="4957">
                  <a:moveTo>
                    <a:pt x="4211" y="3057"/>
                  </a:moveTo>
                  <a:cubicBezTo>
                    <a:pt x="4315" y="3057"/>
                    <a:pt x="4417" y="3113"/>
                    <a:pt x="4469" y="3210"/>
                  </a:cubicBezTo>
                  <a:cubicBezTo>
                    <a:pt x="4539" y="3337"/>
                    <a:pt x="4506" y="3494"/>
                    <a:pt x="4389" y="3582"/>
                  </a:cubicBezTo>
                  <a:lnTo>
                    <a:pt x="3559" y="4209"/>
                  </a:lnTo>
                  <a:cubicBezTo>
                    <a:pt x="3633" y="3894"/>
                    <a:pt x="3685" y="3577"/>
                    <a:pt x="3714" y="3254"/>
                  </a:cubicBezTo>
                  <a:lnTo>
                    <a:pt x="4092" y="3082"/>
                  </a:lnTo>
                  <a:cubicBezTo>
                    <a:pt x="4130" y="3065"/>
                    <a:pt x="4171" y="3057"/>
                    <a:pt x="4211" y="3057"/>
                  </a:cubicBezTo>
                  <a:close/>
                  <a:moveTo>
                    <a:pt x="2332" y="369"/>
                  </a:moveTo>
                  <a:cubicBezTo>
                    <a:pt x="2454" y="369"/>
                    <a:pt x="2554" y="469"/>
                    <a:pt x="2554" y="592"/>
                  </a:cubicBezTo>
                  <a:lnTo>
                    <a:pt x="2554" y="3249"/>
                  </a:lnTo>
                  <a:cubicBezTo>
                    <a:pt x="2554" y="3352"/>
                    <a:pt x="2637" y="3435"/>
                    <a:pt x="2740" y="3435"/>
                  </a:cubicBezTo>
                  <a:cubicBezTo>
                    <a:pt x="2842" y="3435"/>
                    <a:pt x="2926" y="3353"/>
                    <a:pt x="2926" y="3249"/>
                  </a:cubicBezTo>
                  <a:lnTo>
                    <a:pt x="2926" y="1007"/>
                  </a:lnTo>
                  <a:cubicBezTo>
                    <a:pt x="2926" y="885"/>
                    <a:pt x="3025" y="785"/>
                    <a:pt x="3149" y="785"/>
                  </a:cubicBezTo>
                  <a:cubicBezTo>
                    <a:pt x="3272" y="785"/>
                    <a:pt x="3371" y="885"/>
                    <a:pt x="3371" y="1007"/>
                  </a:cubicBezTo>
                  <a:lnTo>
                    <a:pt x="3371" y="2678"/>
                  </a:lnTo>
                  <a:cubicBezTo>
                    <a:pt x="3371" y="3299"/>
                    <a:pt x="3280" y="3913"/>
                    <a:pt x="3098" y="4505"/>
                  </a:cubicBezTo>
                  <a:lnTo>
                    <a:pt x="798" y="4505"/>
                  </a:lnTo>
                  <a:cubicBezTo>
                    <a:pt x="588" y="4177"/>
                    <a:pt x="478" y="3801"/>
                    <a:pt x="478" y="3411"/>
                  </a:cubicBezTo>
                  <a:lnTo>
                    <a:pt x="478" y="1415"/>
                  </a:lnTo>
                  <a:lnTo>
                    <a:pt x="474" y="1415"/>
                  </a:lnTo>
                  <a:cubicBezTo>
                    <a:pt x="474" y="1291"/>
                    <a:pt x="574" y="1192"/>
                    <a:pt x="698" y="1192"/>
                  </a:cubicBezTo>
                  <a:cubicBezTo>
                    <a:pt x="820" y="1192"/>
                    <a:pt x="920" y="1291"/>
                    <a:pt x="920" y="1415"/>
                  </a:cubicBezTo>
                  <a:lnTo>
                    <a:pt x="920" y="3249"/>
                  </a:lnTo>
                  <a:cubicBezTo>
                    <a:pt x="920" y="3352"/>
                    <a:pt x="1002" y="3435"/>
                    <a:pt x="1106" y="3435"/>
                  </a:cubicBezTo>
                  <a:cubicBezTo>
                    <a:pt x="1208" y="3435"/>
                    <a:pt x="1292" y="3353"/>
                    <a:pt x="1292" y="3249"/>
                  </a:cubicBezTo>
                  <a:lnTo>
                    <a:pt x="1292" y="996"/>
                  </a:lnTo>
                  <a:cubicBezTo>
                    <a:pt x="1292" y="872"/>
                    <a:pt x="1391" y="772"/>
                    <a:pt x="1515" y="772"/>
                  </a:cubicBezTo>
                  <a:cubicBezTo>
                    <a:pt x="1637" y="772"/>
                    <a:pt x="1737" y="872"/>
                    <a:pt x="1737" y="996"/>
                  </a:cubicBezTo>
                  <a:lnTo>
                    <a:pt x="1737" y="3249"/>
                  </a:lnTo>
                  <a:cubicBezTo>
                    <a:pt x="1737" y="3352"/>
                    <a:pt x="1820" y="3435"/>
                    <a:pt x="1923" y="3435"/>
                  </a:cubicBezTo>
                  <a:cubicBezTo>
                    <a:pt x="2025" y="3435"/>
                    <a:pt x="2109" y="3353"/>
                    <a:pt x="2109" y="3249"/>
                  </a:cubicBezTo>
                  <a:lnTo>
                    <a:pt x="2109" y="592"/>
                  </a:lnTo>
                  <a:cubicBezTo>
                    <a:pt x="2109" y="469"/>
                    <a:pt x="2208" y="369"/>
                    <a:pt x="2332" y="369"/>
                  </a:cubicBezTo>
                  <a:close/>
                  <a:moveTo>
                    <a:pt x="3045" y="4875"/>
                  </a:moveTo>
                  <a:lnTo>
                    <a:pt x="3045" y="5387"/>
                  </a:lnTo>
                  <a:lnTo>
                    <a:pt x="882" y="5387"/>
                  </a:lnTo>
                  <a:lnTo>
                    <a:pt x="882" y="4875"/>
                  </a:lnTo>
                  <a:close/>
                  <a:moveTo>
                    <a:pt x="3081" y="5759"/>
                  </a:moveTo>
                  <a:lnTo>
                    <a:pt x="3506" y="7692"/>
                  </a:lnTo>
                  <a:lnTo>
                    <a:pt x="421" y="7692"/>
                  </a:lnTo>
                  <a:lnTo>
                    <a:pt x="846" y="5759"/>
                  </a:lnTo>
                  <a:close/>
                  <a:moveTo>
                    <a:pt x="2332" y="0"/>
                  </a:moveTo>
                  <a:cubicBezTo>
                    <a:pt x="2053" y="0"/>
                    <a:pt x="1819" y="194"/>
                    <a:pt x="1755" y="455"/>
                  </a:cubicBezTo>
                  <a:cubicBezTo>
                    <a:pt x="1680" y="422"/>
                    <a:pt x="1600" y="404"/>
                    <a:pt x="1515" y="404"/>
                  </a:cubicBezTo>
                  <a:cubicBezTo>
                    <a:pt x="1231" y="404"/>
                    <a:pt x="992" y="605"/>
                    <a:pt x="934" y="872"/>
                  </a:cubicBezTo>
                  <a:cubicBezTo>
                    <a:pt x="862" y="841"/>
                    <a:pt x="782" y="823"/>
                    <a:pt x="699" y="823"/>
                  </a:cubicBezTo>
                  <a:cubicBezTo>
                    <a:pt x="371" y="823"/>
                    <a:pt x="106" y="1089"/>
                    <a:pt x="106" y="1416"/>
                  </a:cubicBezTo>
                  <a:lnTo>
                    <a:pt x="106" y="3411"/>
                  </a:lnTo>
                  <a:cubicBezTo>
                    <a:pt x="106" y="3891"/>
                    <a:pt x="247" y="4351"/>
                    <a:pt x="514" y="4748"/>
                  </a:cubicBezTo>
                  <a:lnTo>
                    <a:pt x="514" y="5558"/>
                  </a:lnTo>
                  <a:lnTo>
                    <a:pt x="12" y="7837"/>
                  </a:lnTo>
                  <a:cubicBezTo>
                    <a:pt x="1" y="7893"/>
                    <a:pt x="13" y="7951"/>
                    <a:pt x="49" y="7994"/>
                  </a:cubicBezTo>
                  <a:cubicBezTo>
                    <a:pt x="85" y="8037"/>
                    <a:pt x="137" y="8063"/>
                    <a:pt x="193" y="8063"/>
                  </a:cubicBezTo>
                  <a:lnTo>
                    <a:pt x="3741" y="8063"/>
                  </a:lnTo>
                  <a:cubicBezTo>
                    <a:pt x="3796" y="8063"/>
                    <a:pt x="3851" y="8038"/>
                    <a:pt x="3884" y="7994"/>
                  </a:cubicBezTo>
                  <a:cubicBezTo>
                    <a:pt x="3920" y="7951"/>
                    <a:pt x="3933" y="7892"/>
                    <a:pt x="3921" y="7837"/>
                  </a:cubicBezTo>
                  <a:lnTo>
                    <a:pt x="3418" y="5554"/>
                  </a:lnTo>
                  <a:lnTo>
                    <a:pt x="3418" y="4784"/>
                  </a:lnTo>
                  <a:lnTo>
                    <a:pt x="4616" y="3879"/>
                  </a:lnTo>
                  <a:cubicBezTo>
                    <a:pt x="4879" y="3680"/>
                    <a:pt x="4956" y="3325"/>
                    <a:pt x="4799" y="3034"/>
                  </a:cubicBezTo>
                  <a:cubicBezTo>
                    <a:pt x="4678" y="2813"/>
                    <a:pt x="4449" y="2686"/>
                    <a:pt x="4212" y="2686"/>
                  </a:cubicBezTo>
                  <a:cubicBezTo>
                    <a:pt x="4121" y="2686"/>
                    <a:pt x="4028" y="2705"/>
                    <a:pt x="3940" y="2745"/>
                  </a:cubicBezTo>
                  <a:lnTo>
                    <a:pt x="3738" y="2836"/>
                  </a:lnTo>
                  <a:cubicBezTo>
                    <a:pt x="3740" y="2784"/>
                    <a:pt x="3741" y="2730"/>
                    <a:pt x="3741" y="2678"/>
                  </a:cubicBezTo>
                  <a:lnTo>
                    <a:pt x="3741" y="1007"/>
                  </a:lnTo>
                  <a:cubicBezTo>
                    <a:pt x="3741" y="680"/>
                    <a:pt x="3475" y="414"/>
                    <a:pt x="3148" y="414"/>
                  </a:cubicBezTo>
                  <a:cubicBezTo>
                    <a:pt x="3064" y="414"/>
                    <a:pt x="2982" y="431"/>
                    <a:pt x="2910" y="463"/>
                  </a:cubicBezTo>
                  <a:cubicBezTo>
                    <a:pt x="2851" y="199"/>
                    <a:pt x="2615" y="0"/>
                    <a:pt x="23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2"/>
            <p:cNvSpPr/>
            <p:nvPr/>
          </p:nvSpPr>
          <p:spPr>
            <a:xfrm>
              <a:off x="3474612" y="4294296"/>
              <a:ext cx="161454" cy="262640"/>
            </a:xfrm>
            <a:custGeom>
              <a:rect b="b" l="l" r="r" t="t"/>
              <a:pathLst>
                <a:path extrusionOk="0" h="8062" w="4956">
                  <a:moveTo>
                    <a:pt x="741" y="3060"/>
                  </a:moveTo>
                  <a:cubicBezTo>
                    <a:pt x="781" y="3060"/>
                    <a:pt x="821" y="3068"/>
                    <a:pt x="860" y="3085"/>
                  </a:cubicBezTo>
                  <a:lnTo>
                    <a:pt x="1238" y="3257"/>
                  </a:lnTo>
                  <a:cubicBezTo>
                    <a:pt x="1265" y="3580"/>
                    <a:pt x="1318" y="3897"/>
                    <a:pt x="1393" y="4211"/>
                  </a:cubicBezTo>
                  <a:lnTo>
                    <a:pt x="562" y="3585"/>
                  </a:lnTo>
                  <a:cubicBezTo>
                    <a:pt x="447" y="3497"/>
                    <a:pt x="414" y="3340"/>
                    <a:pt x="483" y="3213"/>
                  </a:cubicBezTo>
                  <a:cubicBezTo>
                    <a:pt x="535" y="3116"/>
                    <a:pt x="636" y="3060"/>
                    <a:pt x="741" y="3060"/>
                  </a:cubicBezTo>
                  <a:close/>
                  <a:moveTo>
                    <a:pt x="2623" y="372"/>
                  </a:moveTo>
                  <a:cubicBezTo>
                    <a:pt x="2747" y="372"/>
                    <a:pt x="2846" y="471"/>
                    <a:pt x="2846" y="595"/>
                  </a:cubicBezTo>
                  <a:lnTo>
                    <a:pt x="2846" y="3252"/>
                  </a:lnTo>
                  <a:cubicBezTo>
                    <a:pt x="2846" y="3353"/>
                    <a:pt x="2929" y="3438"/>
                    <a:pt x="3032" y="3438"/>
                  </a:cubicBezTo>
                  <a:cubicBezTo>
                    <a:pt x="3134" y="3438"/>
                    <a:pt x="3218" y="3355"/>
                    <a:pt x="3218" y="3252"/>
                  </a:cubicBezTo>
                  <a:lnTo>
                    <a:pt x="3218" y="998"/>
                  </a:lnTo>
                  <a:cubicBezTo>
                    <a:pt x="3218" y="875"/>
                    <a:pt x="3318" y="775"/>
                    <a:pt x="3440" y="775"/>
                  </a:cubicBezTo>
                  <a:cubicBezTo>
                    <a:pt x="3564" y="775"/>
                    <a:pt x="3663" y="875"/>
                    <a:pt x="3663" y="998"/>
                  </a:cubicBezTo>
                  <a:lnTo>
                    <a:pt x="3663" y="3252"/>
                  </a:lnTo>
                  <a:cubicBezTo>
                    <a:pt x="3663" y="3353"/>
                    <a:pt x="3746" y="3438"/>
                    <a:pt x="3849" y="3438"/>
                  </a:cubicBezTo>
                  <a:cubicBezTo>
                    <a:pt x="3951" y="3438"/>
                    <a:pt x="4035" y="3355"/>
                    <a:pt x="4035" y="3252"/>
                  </a:cubicBezTo>
                  <a:lnTo>
                    <a:pt x="4035" y="1417"/>
                  </a:lnTo>
                  <a:cubicBezTo>
                    <a:pt x="4035" y="1294"/>
                    <a:pt x="4135" y="1194"/>
                    <a:pt x="4257" y="1194"/>
                  </a:cubicBezTo>
                  <a:cubicBezTo>
                    <a:pt x="4381" y="1194"/>
                    <a:pt x="4480" y="1294"/>
                    <a:pt x="4480" y="1417"/>
                  </a:cubicBezTo>
                  <a:lnTo>
                    <a:pt x="4480" y="3414"/>
                  </a:lnTo>
                  <a:cubicBezTo>
                    <a:pt x="4480" y="3806"/>
                    <a:pt x="4369" y="4182"/>
                    <a:pt x="4160" y="4508"/>
                  </a:cubicBezTo>
                  <a:lnTo>
                    <a:pt x="1860" y="4508"/>
                  </a:lnTo>
                  <a:cubicBezTo>
                    <a:pt x="1678" y="3915"/>
                    <a:pt x="1586" y="3301"/>
                    <a:pt x="1586" y="2681"/>
                  </a:cubicBezTo>
                  <a:lnTo>
                    <a:pt x="1586" y="1009"/>
                  </a:lnTo>
                  <a:lnTo>
                    <a:pt x="1584" y="1009"/>
                  </a:lnTo>
                  <a:cubicBezTo>
                    <a:pt x="1584" y="885"/>
                    <a:pt x="1683" y="786"/>
                    <a:pt x="1807" y="786"/>
                  </a:cubicBezTo>
                  <a:cubicBezTo>
                    <a:pt x="1930" y="786"/>
                    <a:pt x="2029" y="885"/>
                    <a:pt x="2029" y="1009"/>
                  </a:cubicBezTo>
                  <a:lnTo>
                    <a:pt x="2029" y="3252"/>
                  </a:lnTo>
                  <a:cubicBezTo>
                    <a:pt x="2029" y="3353"/>
                    <a:pt x="2112" y="3438"/>
                    <a:pt x="2216" y="3438"/>
                  </a:cubicBezTo>
                  <a:cubicBezTo>
                    <a:pt x="2317" y="3438"/>
                    <a:pt x="2401" y="3355"/>
                    <a:pt x="2401" y="3252"/>
                  </a:cubicBezTo>
                  <a:lnTo>
                    <a:pt x="2401" y="595"/>
                  </a:lnTo>
                  <a:cubicBezTo>
                    <a:pt x="2401" y="471"/>
                    <a:pt x="2501" y="372"/>
                    <a:pt x="2623" y="372"/>
                  </a:cubicBezTo>
                  <a:close/>
                  <a:moveTo>
                    <a:pt x="4070" y="4880"/>
                  </a:moveTo>
                  <a:lnTo>
                    <a:pt x="4070" y="5392"/>
                  </a:lnTo>
                  <a:lnTo>
                    <a:pt x="1908" y="5392"/>
                  </a:lnTo>
                  <a:lnTo>
                    <a:pt x="1908" y="4880"/>
                  </a:lnTo>
                  <a:close/>
                  <a:moveTo>
                    <a:pt x="2623" y="0"/>
                  </a:moveTo>
                  <a:cubicBezTo>
                    <a:pt x="2340" y="0"/>
                    <a:pt x="2103" y="199"/>
                    <a:pt x="2045" y="464"/>
                  </a:cubicBezTo>
                  <a:cubicBezTo>
                    <a:pt x="1973" y="433"/>
                    <a:pt x="1892" y="414"/>
                    <a:pt x="1808" y="414"/>
                  </a:cubicBezTo>
                  <a:cubicBezTo>
                    <a:pt x="1480" y="414"/>
                    <a:pt x="1214" y="680"/>
                    <a:pt x="1214" y="1008"/>
                  </a:cubicBezTo>
                  <a:lnTo>
                    <a:pt x="1214" y="2679"/>
                  </a:lnTo>
                  <a:cubicBezTo>
                    <a:pt x="1214" y="2731"/>
                    <a:pt x="1216" y="2785"/>
                    <a:pt x="1217" y="2837"/>
                  </a:cubicBezTo>
                  <a:lnTo>
                    <a:pt x="1015" y="2745"/>
                  </a:lnTo>
                  <a:cubicBezTo>
                    <a:pt x="927" y="2705"/>
                    <a:pt x="835" y="2686"/>
                    <a:pt x="743" y="2686"/>
                  </a:cubicBezTo>
                  <a:cubicBezTo>
                    <a:pt x="507" y="2686"/>
                    <a:pt x="278" y="2813"/>
                    <a:pt x="158" y="3033"/>
                  </a:cubicBezTo>
                  <a:cubicBezTo>
                    <a:pt x="1" y="3324"/>
                    <a:pt x="77" y="3679"/>
                    <a:pt x="341" y="3878"/>
                  </a:cubicBezTo>
                  <a:lnTo>
                    <a:pt x="1538" y="4782"/>
                  </a:lnTo>
                  <a:lnTo>
                    <a:pt x="1538" y="5552"/>
                  </a:lnTo>
                  <a:lnTo>
                    <a:pt x="1035" y="7836"/>
                  </a:lnTo>
                  <a:cubicBezTo>
                    <a:pt x="1023" y="7892"/>
                    <a:pt x="1036" y="7949"/>
                    <a:pt x="1072" y="7992"/>
                  </a:cubicBezTo>
                  <a:cubicBezTo>
                    <a:pt x="1107" y="8035"/>
                    <a:pt x="1161" y="8061"/>
                    <a:pt x="1216" y="8061"/>
                  </a:cubicBezTo>
                  <a:lnTo>
                    <a:pt x="2155" y="8061"/>
                  </a:lnTo>
                  <a:cubicBezTo>
                    <a:pt x="2256" y="8061"/>
                    <a:pt x="2340" y="7980"/>
                    <a:pt x="2340" y="7876"/>
                  </a:cubicBezTo>
                  <a:cubicBezTo>
                    <a:pt x="2340" y="7773"/>
                    <a:pt x="2259" y="7689"/>
                    <a:pt x="2155" y="7689"/>
                  </a:cubicBezTo>
                  <a:lnTo>
                    <a:pt x="1448" y="7689"/>
                  </a:lnTo>
                  <a:lnTo>
                    <a:pt x="1873" y="5757"/>
                  </a:lnTo>
                  <a:lnTo>
                    <a:pt x="4107" y="5757"/>
                  </a:lnTo>
                  <a:lnTo>
                    <a:pt x="4532" y="7689"/>
                  </a:lnTo>
                  <a:lnTo>
                    <a:pt x="3825" y="7689"/>
                  </a:lnTo>
                  <a:cubicBezTo>
                    <a:pt x="3722" y="7689"/>
                    <a:pt x="3638" y="7772"/>
                    <a:pt x="3638" y="7876"/>
                  </a:cubicBezTo>
                  <a:cubicBezTo>
                    <a:pt x="3638" y="7977"/>
                    <a:pt x="3721" y="8061"/>
                    <a:pt x="3825" y="8061"/>
                  </a:cubicBezTo>
                  <a:lnTo>
                    <a:pt x="4763" y="8061"/>
                  </a:lnTo>
                  <a:cubicBezTo>
                    <a:pt x="4820" y="8061"/>
                    <a:pt x="4873" y="8037"/>
                    <a:pt x="4908" y="7992"/>
                  </a:cubicBezTo>
                  <a:cubicBezTo>
                    <a:pt x="4941" y="7953"/>
                    <a:pt x="4955" y="7896"/>
                    <a:pt x="4942" y="7840"/>
                  </a:cubicBezTo>
                  <a:lnTo>
                    <a:pt x="4442" y="5561"/>
                  </a:lnTo>
                  <a:lnTo>
                    <a:pt x="4442" y="4751"/>
                  </a:lnTo>
                  <a:cubicBezTo>
                    <a:pt x="4708" y="4355"/>
                    <a:pt x="4849" y="3894"/>
                    <a:pt x="4849" y="3414"/>
                  </a:cubicBezTo>
                  <a:lnTo>
                    <a:pt x="4849" y="1417"/>
                  </a:lnTo>
                  <a:cubicBezTo>
                    <a:pt x="4849" y="1090"/>
                    <a:pt x="4584" y="824"/>
                    <a:pt x="4256" y="824"/>
                  </a:cubicBezTo>
                  <a:cubicBezTo>
                    <a:pt x="4173" y="824"/>
                    <a:pt x="4093" y="841"/>
                    <a:pt x="4021" y="873"/>
                  </a:cubicBezTo>
                  <a:cubicBezTo>
                    <a:pt x="3963" y="606"/>
                    <a:pt x="3725" y="403"/>
                    <a:pt x="3440" y="403"/>
                  </a:cubicBezTo>
                  <a:cubicBezTo>
                    <a:pt x="3355" y="403"/>
                    <a:pt x="3275" y="422"/>
                    <a:pt x="3201" y="455"/>
                  </a:cubicBezTo>
                  <a:cubicBezTo>
                    <a:pt x="3139" y="194"/>
                    <a:pt x="2904" y="0"/>
                    <a:pt x="26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2"/>
            <p:cNvSpPr/>
            <p:nvPr/>
          </p:nvSpPr>
          <p:spPr>
            <a:xfrm>
              <a:off x="3565894" y="4544914"/>
              <a:ext cx="12151" cy="12151"/>
            </a:xfrm>
            <a:custGeom>
              <a:rect b="b" l="l" r="r" t="t"/>
              <a:pathLst>
                <a:path extrusionOk="0" h="373" w="373">
                  <a:moveTo>
                    <a:pt x="186" y="1"/>
                  </a:moveTo>
                  <a:cubicBezTo>
                    <a:pt x="82" y="1"/>
                    <a:pt x="0" y="84"/>
                    <a:pt x="0" y="187"/>
                  </a:cubicBezTo>
                  <a:cubicBezTo>
                    <a:pt x="0" y="290"/>
                    <a:pt x="84" y="372"/>
                    <a:pt x="186" y="372"/>
                  </a:cubicBezTo>
                  <a:cubicBezTo>
                    <a:pt x="289" y="372"/>
                    <a:pt x="372" y="289"/>
                    <a:pt x="372" y="187"/>
                  </a:cubicBezTo>
                  <a:cubicBezTo>
                    <a:pt x="372" y="84"/>
                    <a:pt x="289" y="2"/>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9" name="Google Shape;7849;p72"/>
          <p:cNvGrpSpPr/>
          <p:nvPr/>
        </p:nvGrpSpPr>
        <p:grpSpPr>
          <a:xfrm>
            <a:off x="2705946" y="4294361"/>
            <a:ext cx="217618" cy="309454"/>
            <a:chOff x="2705946" y="4294361"/>
            <a:chExt cx="217618" cy="309454"/>
          </a:xfrm>
        </p:grpSpPr>
        <p:sp>
          <p:nvSpPr>
            <p:cNvPr id="7850" name="Google Shape;7850;p72"/>
            <p:cNvSpPr/>
            <p:nvPr/>
          </p:nvSpPr>
          <p:spPr>
            <a:xfrm>
              <a:off x="2705946" y="4294361"/>
              <a:ext cx="217618" cy="309454"/>
            </a:xfrm>
            <a:custGeom>
              <a:rect b="b" l="l" r="r" t="t"/>
              <a:pathLst>
                <a:path extrusionOk="0" h="9499" w="6680">
                  <a:moveTo>
                    <a:pt x="2547" y="611"/>
                  </a:moveTo>
                  <a:cubicBezTo>
                    <a:pt x="2530" y="677"/>
                    <a:pt x="2520" y="745"/>
                    <a:pt x="2520" y="815"/>
                  </a:cubicBezTo>
                  <a:cubicBezTo>
                    <a:pt x="2520" y="886"/>
                    <a:pt x="2530" y="954"/>
                    <a:pt x="2547" y="1019"/>
                  </a:cubicBezTo>
                  <a:lnTo>
                    <a:pt x="685" y="1019"/>
                  </a:lnTo>
                  <a:cubicBezTo>
                    <a:pt x="572" y="1019"/>
                    <a:pt x="481" y="928"/>
                    <a:pt x="481" y="815"/>
                  </a:cubicBezTo>
                  <a:cubicBezTo>
                    <a:pt x="481" y="703"/>
                    <a:pt x="572" y="611"/>
                    <a:pt x="685" y="611"/>
                  </a:cubicBezTo>
                  <a:close/>
                  <a:moveTo>
                    <a:pt x="5991" y="611"/>
                  </a:moveTo>
                  <a:cubicBezTo>
                    <a:pt x="6103" y="611"/>
                    <a:pt x="6195" y="703"/>
                    <a:pt x="6195" y="815"/>
                  </a:cubicBezTo>
                  <a:cubicBezTo>
                    <a:pt x="6195" y="928"/>
                    <a:pt x="6103" y="1019"/>
                    <a:pt x="5991" y="1019"/>
                  </a:cubicBezTo>
                  <a:lnTo>
                    <a:pt x="4128" y="1019"/>
                  </a:lnTo>
                  <a:cubicBezTo>
                    <a:pt x="4146" y="954"/>
                    <a:pt x="4155" y="886"/>
                    <a:pt x="4155" y="815"/>
                  </a:cubicBezTo>
                  <a:cubicBezTo>
                    <a:pt x="4155" y="745"/>
                    <a:pt x="4146" y="677"/>
                    <a:pt x="4128" y="611"/>
                  </a:cubicBezTo>
                  <a:close/>
                  <a:moveTo>
                    <a:pt x="3338" y="370"/>
                  </a:moveTo>
                  <a:cubicBezTo>
                    <a:pt x="3584" y="370"/>
                    <a:pt x="3783" y="571"/>
                    <a:pt x="3783" y="815"/>
                  </a:cubicBezTo>
                  <a:cubicBezTo>
                    <a:pt x="3783" y="1061"/>
                    <a:pt x="3583" y="1260"/>
                    <a:pt x="3338" y="1260"/>
                  </a:cubicBezTo>
                  <a:cubicBezTo>
                    <a:pt x="3091" y="1260"/>
                    <a:pt x="2892" y="1060"/>
                    <a:pt x="2892" y="815"/>
                  </a:cubicBezTo>
                  <a:cubicBezTo>
                    <a:pt x="2892" y="571"/>
                    <a:pt x="3091" y="370"/>
                    <a:pt x="3338" y="370"/>
                  </a:cubicBezTo>
                  <a:close/>
                  <a:moveTo>
                    <a:pt x="3561" y="1601"/>
                  </a:moveTo>
                  <a:lnTo>
                    <a:pt x="3561" y="2486"/>
                  </a:lnTo>
                  <a:lnTo>
                    <a:pt x="3115" y="2486"/>
                  </a:lnTo>
                  <a:lnTo>
                    <a:pt x="3115" y="1601"/>
                  </a:lnTo>
                  <a:cubicBezTo>
                    <a:pt x="3186" y="1621"/>
                    <a:pt x="3261" y="1632"/>
                    <a:pt x="3338" y="1632"/>
                  </a:cubicBezTo>
                  <a:cubicBezTo>
                    <a:pt x="3415" y="1632"/>
                    <a:pt x="3489" y="1622"/>
                    <a:pt x="3561" y="1601"/>
                  </a:cubicBezTo>
                  <a:close/>
                  <a:moveTo>
                    <a:pt x="4148" y="2857"/>
                  </a:moveTo>
                  <a:cubicBezTo>
                    <a:pt x="4220" y="2857"/>
                    <a:pt x="4277" y="2915"/>
                    <a:pt x="4277" y="2985"/>
                  </a:cubicBezTo>
                  <a:lnTo>
                    <a:pt x="4277" y="3340"/>
                  </a:lnTo>
                  <a:lnTo>
                    <a:pt x="2402" y="3340"/>
                  </a:lnTo>
                  <a:lnTo>
                    <a:pt x="2402" y="2985"/>
                  </a:lnTo>
                  <a:lnTo>
                    <a:pt x="2400" y="2985"/>
                  </a:lnTo>
                  <a:cubicBezTo>
                    <a:pt x="2400" y="2915"/>
                    <a:pt x="2458" y="2857"/>
                    <a:pt x="2529" y="2857"/>
                  </a:cubicBezTo>
                  <a:close/>
                  <a:moveTo>
                    <a:pt x="6306" y="3711"/>
                  </a:moveTo>
                  <a:lnTo>
                    <a:pt x="6306" y="4193"/>
                  </a:lnTo>
                  <a:lnTo>
                    <a:pt x="4170" y="4193"/>
                  </a:lnTo>
                  <a:cubicBezTo>
                    <a:pt x="4069" y="4193"/>
                    <a:pt x="3985" y="4275"/>
                    <a:pt x="3985" y="4379"/>
                  </a:cubicBezTo>
                  <a:cubicBezTo>
                    <a:pt x="3985" y="4481"/>
                    <a:pt x="4068" y="4565"/>
                    <a:pt x="4170" y="4565"/>
                  </a:cubicBezTo>
                  <a:lnTo>
                    <a:pt x="6028" y="4565"/>
                  </a:lnTo>
                  <a:lnTo>
                    <a:pt x="6028" y="8274"/>
                  </a:lnTo>
                  <a:lnTo>
                    <a:pt x="647" y="8274"/>
                  </a:lnTo>
                  <a:lnTo>
                    <a:pt x="647" y="4565"/>
                  </a:lnTo>
                  <a:lnTo>
                    <a:pt x="2502" y="4565"/>
                  </a:lnTo>
                  <a:cubicBezTo>
                    <a:pt x="2603" y="4565"/>
                    <a:pt x="2687" y="4482"/>
                    <a:pt x="2687" y="4379"/>
                  </a:cubicBezTo>
                  <a:cubicBezTo>
                    <a:pt x="2687" y="4276"/>
                    <a:pt x="2604" y="4193"/>
                    <a:pt x="2502" y="4193"/>
                  </a:cubicBezTo>
                  <a:lnTo>
                    <a:pt x="370" y="4193"/>
                  </a:lnTo>
                  <a:lnTo>
                    <a:pt x="370" y="3711"/>
                  </a:lnTo>
                  <a:close/>
                  <a:moveTo>
                    <a:pt x="6306" y="8645"/>
                  </a:moveTo>
                  <a:lnTo>
                    <a:pt x="6306" y="9128"/>
                  </a:lnTo>
                  <a:lnTo>
                    <a:pt x="370" y="9128"/>
                  </a:lnTo>
                  <a:lnTo>
                    <a:pt x="370" y="8645"/>
                  </a:lnTo>
                  <a:close/>
                  <a:moveTo>
                    <a:pt x="3340" y="0"/>
                  </a:moveTo>
                  <a:cubicBezTo>
                    <a:pt x="3112" y="0"/>
                    <a:pt x="2908" y="91"/>
                    <a:pt x="2760" y="241"/>
                  </a:cubicBezTo>
                  <a:lnTo>
                    <a:pt x="686" y="241"/>
                  </a:lnTo>
                  <a:cubicBezTo>
                    <a:pt x="370" y="241"/>
                    <a:pt x="111" y="499"/>
                    <a:pt x="111" y="815"/>
                  </a:cubicBezTo>
                  <a:cubicBezTo>
                    <a:pt x="111" y="1133"/>
                    <a:pt x="370" y="1390"/>
                    <a:pt x="686" y="1390"/>
                  </a:cubicBezTo>
                  <a:lnTo>
                    <a:pt x="2746" y="1390"/>
                  </a:lnTo>
                  <a:lnTo>
                    <a:pt x="2746" y="2485"/>
                  </a:lnTo>
                  <a:lnTo>
                    <a:pt x="2530" y="2485"/>
                  </a:lnTo>
                  <a:cubicBezTo>
                    <a:pt x="2255" y="2485"/>
                    <a:pt x="2031" y="2709"/>
                    <a:pt x="2031" y="2984"/>
                  </a:cubicBezTo>
                  <a:lnTo>
                    <a:pt x="2031" y="3339"/>
                  </a:lnTo>
                  <a:lnTo>
                    <a:pt x="356" y="3339"/>
                  </a:lnTo>
                  <a:cubicBezTo>
                    <a:pt x="160" y="3339"/>
                    <a:pt x="1" y="3499"/>
                    <a:pt x="1" y="3695"/>
                  </a:cubicBezTo>
                  <a:lnTo>
                    <a:pt x="1" y="4208"/>
                  </a:lnTo>
                  <a:cubicBezTo>
                    <a:pt x="1" y="4377"/>
                    <a:pt x="120" y="4521"/>
                    <a:pt x="281" y="4555"/>
                  </a:cubicBezTo>
                  <a:lnTo>
                    <a:pt x="281" y="8283"/>
                  </a:lnTo>
                  <a:cubicBezTo>
                    <a:pt x="121" y="8319"/>
                    <a:pt x="1" y="8461"/>
                    <a:pt x="1" y="8630"/>
                  </a:cubicBezTo>
                  <a:lnTo>
                    <a:pt x="1" y="9144"/>
                  </a:lnTo>
                  <a:cubicBezTo>
                    <a:pt x="1" y="9341"/>
                    <a:pt x="161" y="9499"/>
                    <a:pt x="356" y="9499"/>
                  </a:cubicBezTo>
                  <a:lnTo>
                    <a:pt x="6325" y="9499"/>
                  </a:lnTo>
                  <a:cubicBezTo>
                    <a:pt x="6521" y="9499"/>
                    <a:pt x="6679" y="9339"/>
                    <a:pt x="6679" y="9144"/>
                  </a:cubicBezTo>
                  <a:lnTo>
                    <a:pt x="6679" y="8630"/>
                  </a:lnTo>
                  <a:cubicBezTo>
                    <a:pt x="6679" y="8462"/>
                    <a:pt x="6561" y="8319"/>
                    <a:pt x="6401" y="8283"/>
                  </a:cubicBezTo>
                  <a:lnTo>
                    <a:pt x="6401" y="4555"/>
                  </a:lnTo>
                  <a:cubicBezTo>
                    <a:pt x="6558" y="4521"/>
                    <a:pt x="6677" y="4377"/>
                    <a:pt x="6677" y="4208"/>
                  </a:cubicBezTo>
                  <a:lnTo>
                    <a:pt x="6677" y="3695"/>
                  </a:lnTo>
                  <a:cubicBezTo>
                    <a:pt x="6677" y="3499"/>
                    <a:pt x="6517" y="3339"/>
                    <a:pt x="6322" y="3339"/>
                  </a:cubicBezTo>
                  <a:lnTo>
                    <a:pt x="4647" y="3339"/>
                  </a:lnTo>
                  <a:lnTo>
                    <a:pt x="4647" y="2984"/>
                  </a:lnTo>
                  <a:cubicBezTo>
                    <a:pt x="4647" y="2709"/>
                    <a:pt x="4423" y="2485"/>
                    <a:pt x="4148" y="2485"/>
                  </a:cubicBezTo>
                  <a:lnTo>
                    <a:pt x="3933" y="2485"/>
                  </a:lnTo>
                  <a:lnTo>
                    <a:pt x="3933" y="1390"/>
                  </a:lnTo>
                  <a:lnTo>
                    <a:pt x="5992" y="1390"/>
                  </a:lnTo>
                  <a:cubicBezTo>
                    <a:pt x="6309" y="1390"/>
                    <a:pt x="6567" y="1133"/>
                    <a:pt x="6567" y="815"/>
                  </a:cubicBezTo>
                  <a:cubicBezTo>
                    <a:pt x="6567" y="499"/>
                    <a:pt x="6309" y="241"/>
                    <a:pt x="5992" y="241"/>
                  </a:cubicBezTo>
                  <a:lnTo>
                    <a:pt x="3918" y="241"/>
                  </a:lnTo>
                  <a:cubicBezTo>
                    <a:pt x="3770" y="91"/>
                    <a:pt x="3566" y="0"/>
                    <a:pt x="33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2"/>
            <p:cNvSpPr/>
            <p:nvPr/>
          </p:nvSpPr>
          <p:spPr>
            <a:xfrm>
              <a:off x="2794817" y="4475003"/>
              <a:ext cx="46097" cy="60496"/>
            </a:xfrm>
            <a:custGeom>
              <a:rect b="b" l="l" r="r" t="t"/>
              <a:pathLst>
                <a:path extrusionOk="0" h="1857" w="1415">
                  <a:moveTo>
                    <a:pt x="1228" y="0"/>
                  </a:moveTo>
                  <a:cubicBezTo>
                    <a:pt x="1126" y="0"/>
                    <a:pt x="1042" y="83"/>
                    <a:pt x="1042" y="187"/>
                  </a:cubicBezTo>
                  <a:lnTo>
                    <a:pt x="1042" y="1100"/>
                  </a:lnTo>
                  <a:lnTo>
                    <a:pt x="340" y="84"/>
                  </a:lnTo>
                  <a:cubicBezTo>
                    <a:pt x="305" y="32"/>
                    <a:pt x="247" y="4"/>
                    <a:pt x="186" y="4"/>
                  </a:cubicBezTo>
                  <a:cubicBezTo>
                    <a:pt x="168" y="4"/>
                    <a:pt x="150" y="6"/>
                    <a:pt x="132" y="12"/>
                  </a:cubicBezTo>
                  <a:cubicBezTo>
                    <a:pt x="54" y="36"/>
                    <a:pt x="2" y="108"/>
                    <a:pt x="2" y="189"/>
                  </a:cubicBezTo>
                  <a:lnTo>
                    <a:pt x="2" y="1670"/>
                  </a:lnTo>
                  <a:cubicBezTo>
                    <a:pt x="1" y="1774"/>
                    <a:pt x="85" y="1856"/>
                    <a:pt x="187" y="1856"/>
                  </a:cubicBezTo>
                  <a:cubicBezTo>
                    <a:pt x="289" y="1856"/>
                    <a:pt x="373" y="1774"/>
                    <a:pt x="373" y="1670"/>
                  </a:cubicBezTo>
                  <a:lnTo>
                    <a:pt x="373" y="784"/>
                  </a:lnTo>
                  <a:lnTo>
                    <a:pt x="1037" y="1744"/>
                  </a:lnTo>
                  <a:cubicBezTo>
                    <a:pt x="1079" y="1805"/>
                    <a:pt x="1141" y="1839"/>
                    <a:pt x="1208" y="1839"/>
                  </a:cubicBezTo>
                  <a:cubicBezTo>
                    <a:pt x="1228" y="1839"/>
                    <a:pt x="1248" y="1836"/>
                    <a:pt x="1268" y="1829"/>
                  </a:cubicBezTo>
                  <a:cubicBezTo>
                    <a:pt x="1356" y="1802"/>
                    <a:pt x="1414" y="1719"/>
                    <a:pt x="1414" y="1620"/>
                  </a:cubicBezTo>
                  <a:lnTo>
                    <a:pt x="1414" y="187"/>
                  </a:lnTo>
                  <a:cubicBezTo>
                    <a:pt x="1414" y="84"/>
                    <a:pt x="1331" y="0"/>
                    <a:pt x="12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2"/>
            <p:cNvSpPr/>
            <p:nvPr/>
          </p:nvSpPr>
          <p:spPr>
            <a:xfrm>
              <a:off x="2747384" y="4475003"/>
              <a:ext cx="36389" cy="60529"/>
            </a:xfrm>
            <a:custGeom>
              <a:rect b="b" l="l" r="r" t="t"/>
              <a:pathLst>
                <a:path extrusionOk="0" h="1858" w="1117">
                  <a:moveTo>
                    <a:pt x="187" y="0"/>
                  </a:moveTo>
                  <a:cubicBezTo>
                    <a:pt x="85" y="0"/>
                    <a:pt x="1" y="83"/>
                    <a:pt x="1" y="187"/>
                  </a:cubicBezTo>
                  <a:cubicBezTo>
                    <a:pt x="1" y="288"/>
                    <a:pt x="84" y="372"/>
                    <a:pt x="187" y="372"/>
                  </a:cubicBezTo>
                  <a:lnTo>
                    <a:pt x="372" y="372"/>
                  </a:lnTo>
                  <a:lnTo>
                    <a:pt x="372" y="1671"/>
                  </a:lnTo>
                  <a:cubicBezTo>
                    <a:pt x="372" y="1774"/>
                    <a:pt x="454" y="1857"/>
                    <a:pt x="557" y="1857"/>
                  </a:cubicBezTo>
                  <a:cubicBezTo>
                    <a:pt x="661" y="1857"/>
                    <a:pt x="743" y="1775"/>
                    <a:pt x="743" y="1671"/>
                  </a:cubicBezTo>
                  <a:lnTo>
                    <a:pt x="743" y="372"/>
                  </a:lnTo>
                  <a:lnTo>
                    <a:pt x="931" y="372"/>
                  </a:lnTo>
                  <a:cubicBezTo>
                    <a:pt x="1033" y="372"/>
                    <a:pt x="1116" y="290"/>
                    <a:pt x="1116" y="187"/>
                  </a:cubicBezTo>
                  <a:cubicBezTo>
                    <a:pt x="1115" y="84"/>
                    <a:pt x="1032" y="0"/>
                    <a:pt x="9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2"/>
            <p:cNvSpPr/>
            <p:nvPr/>
          </p:nvSpPr>
          <p:spPr>
            <a:xfrm>
              <a:off x="2851958" y="4475003"/>
              <a:ext cx="36389" cy="60529"/>
            </a:xfrm>
            <a:custGeom>
              <a:rect b="b" l="l" r="r" t="t"/>
              <a:pathLst>
                <a:path extrusionOk="0" h="1858" w="1117">
                  <a:moveTo>
                    <a:pt x="188" y="0"/>
                  </a:moveTo>
                  <a:cubicBezTo>
                    <a:pt x="85" y="0"/>
                    <a:pt x="2" y="83"/>
                    <a:pt x="2" y="187"/>
                  </a:cubicBezTo>
                  <a:cubicBezTo>
                    <a:pt x="1" y="288"/>
                    <a:pt x="84" y="372"/>
                    <a:pt x="186" y="372"/>
                  </a:cubicBezTo>
                  <a:lnTo>
                    <a:pt x="371" y="372"/>
                  </a:lnTo>
                  <a:lnTo>
                    <a:pt x="371" y="1671"/>
                  </a:lnTo>
                  <a:cubicBezTo>
                    <a:pt x="371" y="1774"/>
                    <a:pt x="453" y="1857"/>
                    <a:pt x="557" y="1857"/>
                  </a:cubicBezTo>
                  <a:cubicBezTo>
                    <a:pt x="660" y="1857"/>
                    <a:pt x="742" y="1775"/>
                    <a:pt x="742" y="1671"/>
                  </a:cubicBezTo>
                  <a:lnTo>
                    <a:pt x="742" y="372"/>
                  </a:lnTo>
                  <a:lnTo>
                    <a:pt x="930" y="372"/>
                  </a:lnTo>
                  <a:cubicBezTo>
                    <a:pt x="1032" y="372"/>
                    <a:pt x="1116" y="290"/>
                    <a:pt x="1116" y="187"/>
                  </a:cubicBezTo>
                  <a:cubicBezTo>
                    <a:pt x="1116" y="84"/>
                    <a:pt x="1034" y="0"/>
                    <a:pt x="9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2"/>
            <p:cNvSpPr/>
            <p:nvPr/>
          </p:nvSpPr>
          <p:spPr>
            <a:xfrm>
              <a:off x="2808500" y="4430926"/>
              <a:ext cx="12151" cy="12151"/>
            </a:xfrm>
            <a:custGeom>
              <a:rect b="b" l="l" r="r" t="t"/>
              <a:pathLst>
                <a:path extrusionOk="0" h="373" w="373">
                  <a:moveTo>
                    <a:pt x="187" y="1"/>
                  </a:moveTo>
                  <a:cubicBezTo>
                    <a:pt x="84" y="1"/>
                    <a:pt x="1" y="84"/>
                    <a:pt x="1" y="187"/>
                  </a:cubicBezTo>
                  <a:cubicBezTo>
                    <a:pt x="1" y="290"/>
                    <a:pt x="85" y="373"/>
                    <a:pt x="187" y="373"/>
                  </a:cubicBezTo>
                  <a:cubicBezTo>
                    <a:pt x="291" y="373"/>
                    <a:pt x="373" y="289"/>
                    <a:pt x="373" y="187"/>
                  </a:cubicBezTo>
                  <a:cubicBezTo>
                    <a:pt x="373" y="84"/>
                    <a:pt x="291"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72"/>
          <p:cNvGrpSpPr/>
          <p:nvPr/>
        </p:nvGrpSpPr>
        <p:grpSpPr>
          <a:xfrm>
            <a:off x="1970118" y="4306610"/>
            <a:ext cx="314047" cy="284923"/>
            <a:chOff x="1970118" y="4306610"/>
            <a:chExt cx="314047" cy="284923"/>
          </a:xfrm>
        </p:grpSpPr>
        <p:sp>
          <p:nvSpPr>
            <p:cNvPr id="7856" name="Google Shape;7856;p72"/>
            <p:cNvSpPr/>
            <p:nvPr/>
          </p:nvSpPr>
          <p:spPr>
            <a:xfrm>
              <a:off x="1970118" y="4367302"/>
              <a:ext cx="314047" cy="224231"/>
            </a:xfrm>
            <a:custGeom>
              <a:rect b="b" l="l" r="r" t="t"/>
              <a:pathLst>
                <a:path extrusionOk="0" h="6883" w="9640">
                  <a:moveTo>
                    <a:pt x="1974" y="2141"/>
                  </a:moveTo>
                  <a:lnTo>
                    <a:pt x="2447" y="2400"/>
                  </a:lnTo>
                  <a:lnTo>
                    <a:pt x="2212" y="2792"/>
                  </a:lnTo>
                  <a:lnTo>
                    <a:pt x="1742" y="2607"/>
                  </a:lnTo>
                  <a:lnTo>
                    <a:pt x="1974" y="2141"/>
                  </a:lnTo>
                  <a:close/>
                  <a:moveTo>
                    <a:pt x="7730" y="2226"/>
                  </a:moveTo>
                  <a:lnTo>
                    <a:pt x="8010" y="2578"/>
                  </a:lnTo>
                  <a:lnTo>
                    <a:pt x="7287" y="3167"/>
                  </a:lnTo>
                  <a:lnTo>
                    <a:pt x="6925" y="2780"/>
                  </a:lnTo>
                  <a:lnTo>
                    <a:pt x="7730" y="2226"/>
                  </a:lnTo>
                  <a:close/>
                  <a:moveTo>
                    <a:pt x="4695" y="0"/>
                  </a:moveTo>
                  <a:cubicBezTo>
                    <a:pt x="4668" y="0"/>
                    <a:pt x="4641" y="6"/>
                    <a:pt x="4615" y="19"/>
                  </a:cubicBezTo>
                  <a:lnTo>
                    <a:pt x="3179" y="686"/>
                  </a:lnTo>
                  <a:cubicBezTo>
                    <a:pt x="3148" y="701"/>
                    <a:pt x="3120" y="724"/>
                    <a:pt x="3102" y="754"/>
                  </a:cubicBezTo>
                  <a:lnTo>
                    <a:pt x="2347" y="1922"/>
                  </a:lnTo>
                  <a:lnTo>
                    <a:pt x="2136" y="1806"/>
                  </a:lnTo>
                  <a:cubicBezTo>
                    <a:pt x="2083" y="1777"/>
                    <a:pt x="2025" y="1762"/>
                    <a:pt x="1966" y="1762"/>
                  </a:cubicBezTo>
                  <a:cubicBezTo>
                    <a:pt x="1931" y="1762"/>
                    <a:pt x="1895" y="1768"/>
                    <a:pt x="1860" y="1779"/>
                  </a:cubicBezTo>
                  <a:cubicBezTo>
                    <a:pt x="1770" y="1807"/>
                    <a:pt x="1693" y="1873"/>
                    <a:pt x="1651" y="1958"/>
                  </a:cubicBezTo>
                  <a:lnTo>
                    <a:pt x="1400" y="2461"/>
                  </a:lnTo>
                  <a:cubicBezTo>
                    <a:pt x="1357" y="2547"/>
                    <a:pt x="1352" y="2646"/>
                    <a:pt x="1385" y="2737"/>
                  </a:cubicBezTo>
                  <a:lnTo>
                    <a:pt x="1147" y="2868"/>
                  </a:lnTo>
                  <a:cubicBezTo>
                    <a:pt x="1106" y="2890"/>
                    <a:pt x="1076" y="2926"/>
                    <a:pt x="1062" y="2969"/>
                  </a:cubicBezTo>
                  <a:lnTo>
                    <a:pt x="714" y="3956"/>
                  </a:lnTo>
                  <a:lnTo>
                    <a:pt x="173" y="4750"/>
                  </a:lnTo>
                  <a:cubicBezTo>
                    <a:pt x="32" y="4954"/>
                    <a:pt x="1" y="5215"/>
                    <a:pt x="89" y="5446"/>
                  </a:cubicBezTo>
                  <a:cubicBezTo>
                    <a:pt x="177" y="5678"/>
                    <a:pt x="372" y="5852"/>
                    <a:pt x="611" y="5914"/>
                  </a:cubicBezTo>
                  <a:lnTo>
                    <a:pt x="1004" y="6013"/>
                  </a:lnTo>
                  <a:cubicBezTo>
                    <a:pt x="1322" y="6095"/>
                    <a:pt x="1633" y="6211"/>
                    <a:pt x="1926" y="6359"/>
                  </a:cubicBezTo>
                  <a:cubicBezTo>
                    <a:pt x="2599" y="6700"/>
                    <a:pt x="3353" y="6883"/>
                    <a:pt x="4108" y="6883"/>
                  </a:cubicBezTo>
                  <a:lnTo>
                    <a:pt x="4873" y="6883"/>
                  </a:lnTo>
                  <a:cubicBezTo>
                    <a:pt x="5433" y="6883"/>
                    <a:pt x="5989" y="6805"/>
                    <a:pt x="6527" y="6651"/>
                  </a:cubicBezTo>
                  <a:cubicBezTo>
                    <a:pt x="6626" y="6624"/>
                    <a:pt x="6683" y="6520"/>
                    <a:pt x="6654" y="6422"/>
                  </a:cubicBezTo>
                  <a:cubicBezTo>
                    <a:pt x="6631" y="6341"/>
                    <a:pt x="6557" y="6287"/>
                    <a:pt x="6477" y="6287"/>
                  </a:cubicBezTo>
                  <a:cubicBezTo>
                    <a:pt x="6460" y="6287"/>
                    <a:pt x="6443" y="6290"/>
                    <a:pt x="6426" y="6295"/>
                  </a:cubicBezTo>
                  <a:cubicBezTo>
                    <a:pt x="5920" y="6438"/>
                    <a:pt x="5397" y="6512"/>
                    <a:pt x="4872" y="6512"/>
                  </a:cubicBezTo>
                  <a:lnTo>
                    <a:pt x="4107" y="6512"/>
                  </a:lnTo>
                  <a:cubicBezTo>
                    <a:pt x="3411" y="6512"/>
                    <a:pt x="2714" y="6346"/>
                    <a:pt x="2094" y="6029"/>
                  </a:cubicBezTo>
                  <a:cubicBezTo>
                    <a:pt x="1776" y="5867"/>
                    <a:pt x="1440" y="5741"/>
                    <a:pt x="1095" y="5653"/>
                  </a:cubicBezTo>
                  <a:lnTo>
                    <a:pt x="703" y="5553"/>
                  </a:lnTo>
                  <a:cubicBezTo>
                    <a:pt x="578" y="5522"/>
                    <a:pt x="482" y="5435"/>
                    <a:pt x="435" y="5315"/>
                  </a:cubicBezTo>
                  <a:cubicBezTo>
                    <a:pt x="389" y="5195"/>
                    <a:pt x="405" y="5065"/>
                    <a:pt x="478" y="4960"/>
                  </a:cubicBezTo>
                  <a:lnTo>
                    <a:pt x="1036" y="4147"/>
                  </a:lnTo>
                  <a:cubicBezTo>
                    <a:pt x="1044" y="4134"/>
                    <a:pt x="1053" y="4120"/>
                    <a:pt x="1058" y="4104"/>
                  </a:cubicBezTo>
                  <a:lnTo>
                    <a:pt x="1389" y="3159"/>
                  </a:lnTo>
                  <a:lnTo>
                    <a:pt x="1699" y="2990"/>
                  </a:lnTo>
                  <a:lnTo>
                    <a:pt x="2094" y="3144"/>
                  </a:lnTo>
                  <a:cubicBezTo>
                    <a:pt x="2136" y="3161"/>
                    <a:pt x="2180" y="3169"/>
                    <a:pt x="2223" y="3169"/>
                  </a:cubicBezTo>
                  <a:cubicBezTo>
                    <a:pt x="2343" y="3169"/>
                    <a:pt x="2458" y="3107"/>
                    <a:pt x="2524" y="2999"/>
                  </a:cubicBezTo>
                  <a:lnTo>
                    <a:pt x="2778" y="2577"/>
                  </a:lnTo>
                  <a:cubicBezTo>
                    <a:pt x="2828" y="2496"/>
                    <a:pt x="2841" y="2395"/>
                    <a:pt x="2817" y="2304"/>
                  </a:cubicBezTo>
                  <a:cubicBezTo>
                    <a:pt x="2794" y="2222"/>
                    <a:pt x="2744" y="2152"/>
                    <a:pt x="2676" y="2104"/>
                  </a:cubicBezTo>
                  <a:lnTo>
                    <a:pt x="3389" y="1001"/>
                  </a:lnTo>
                  <a:lnTo>
                    <a:pt x="4678" y="402"/>
                  </a:lnTo>
                  <a:lnTo>
                    <a:pt x="6108" y="1400"/>
                  </a:lnTo>
                  <a:lnTo>
                    <a:pt x="6476" y="1922"/>
                  </a:lnTo>
                  <a:cubicBezTo>
                    <a:pt x="6492" y="1944"/>
                    <a:pt x="6512" y="1963"/>
                    <a:pt x="6536" y="1976"/>
                  </a:cubicBezTo>
                  <a:lnTo>
                    <a:pt x="7030" y="2262"/>
                  </a:lnTo>
                  <a:lnTo>
                    <a:pt x="6710" y="2483"/>
                  </a:lnTo>
                  <a:cubicBezTo>
                    <a:pt x="6623" y="2542"/>
                    <a:pt x="6565" y="2637"/>
                    <a:pt x="6554" y="2741"/>
                  </a:cubicBezTo>
                  <a:cubicBezTo>
                    <a:pt x="6543" y="2846"/>
                    <a:pt x="6579" y="2951"/>
                    <a:pt x="6651" y="3028"/>
                  </a:cubicBezTo>
                  <a:lnTo>
                    <a:pt x="7024" y="3428"/>
                  </a:lnTo>
                  <a:cubicBezTo>
                    <a:pt x="7094" y="3504"/>
                    <a:pt x="7191" y="3542"/>
                    <a:pt x="7288" y="3542"/>
                  </a:cubicBezTo>
                  <a:cubicBezTo>
                    <a:pt x="7370" y="3542"/>
                    <a:pt x="7449" y="3516"/>
                    <a:pt x="7516" y="3461"/>
                  </a:cubicBezTo>
                  <a:lnTo>
                    <a:pt x="7921" y="3132"/>
                  </a:lnTo>
                  <a:lnTo>
                    <a:pt x="8170" y="3415"/>
                  </a:lnTo>
                  <a:cubicBezTo>
                    <a:pt x="8176" y="3422"/>
                    <a:pt x="8184" y="3430"/>
                    <a:pt x="8192" y="3436"/>
                  </a:cubicBezTo>
                  <a:lnTo>
                    <a:pt x="8806" y="3934"/>
                  </a:lnTo>
                  <a:lnTo>
                    <a:pt x="9141" y="4727"/>
                  </a:lnTo>
                  <a:cubicBezTo>
                    <a:pt x="9223" y="4919"/>
                    <a:pt x="9134" y="5146"/>
                    <a:pt x="8942" y="5232"/>
                  </a:cubicBezTo>
                  <a:lnTo>
                    <a:pt x="7947" y="5677"/>
                  </a:lnTo>
                  <a:cubicBezTo>
                    <a:pt x="7854" y="5719"/>
                    <a:pt x="7812" y="5829"/>
                    <a:pt x="7852" y="5921"/>
                  </a:cubicBezTo>
                  <a:cubicBezTo>
                    <a:pt x="7884" y="5991"/>
                    <a:pt x="7951" y="6031"/>
                    <a:pt x="8021" y="6031"/>
                  </a:cubicBezTo>
                  <a:cubicBezTo>
                    <a:pt x="8046" y="6031"/>
                    <a:pt x="8072" y="6026"/>
                    <a:pt x="8098" y="6015"/>
                  </a:cubicBezTo>
                  <a:lnTo>
                    <a:pt x="9093" y="5570"/>
                  </a:lnTo>
                  <a:cubicBezTo>
                    <a:pt x="9466" y="5401"/>
                    <a:pt x="9640" y="4959"/>
                    <a:pt x="9480" y="4582"/>
                  </a:cubicBezTo>
                  <a:lnTo>
                    <a:pt x="9126" y="3745"/>
                  </a:lnTo>
                  <a:cubicBezTo>
                    <a:pt x="9115" y="3718"/>
                    <a:pt x="9096" y="3693"/>
                    <a:pt x="9073" y="3673"/>
                  </a:cubicBezTo>
                  <a:lnTo>
                    <a:pt x="8435" y="3156"/>
                  </a:lnTo>
                  <a:lnTo>
                    <a:pt x="8207" y="2896"/>
                  </a:lnTo>
                  <a:lnTo>
                    <a:pt x="8250" y="2861"/>
                  </a:lnTo>
                  <a:cubicBezTo>
                    <a:pt x="8402" y="2737"/>
                    <a:pt x="8428" y="2509"/>
                    <a:pt x="8304" y="2355"/>
                  </a:cubicBezTo>
                  <a:lnTo>
                    <a:pt x="8014" y="1989"/>
                  </a:lnTo>
                  <a:cubicBezTo>
                    <a:pt x="7943" y="1900"/>
                    <a:pt x="7837" y="1854"/>
                    <a:pt x="7730" y="1854"/>
                  </a:cubicBezTo>
                  <a:cubicBezTo>
                    <a:pt x="7659" y="1854"/>
                    <a:pt x="7587" y="1874"/>
                    <a:pt x="7526" y="1917"/>
                  </a:cubicBezTo>
                  <a:lnTo>
                    <a:pt x="7365" y="2027"/>
                  </a:lnTo>
                  <a:lnTo>
                    <a:pt x="6752" y="1674"/>
                  </a:lnTo>
                  <a:lnTo>
                    <a:pt x="6390" y="1158"/>
                  </a:lnTo>
                  <a:cubicBezTo>
                    <a:pt x="6378" y="1142"/>
                    <a:pt x="6363" y="1126"/>
                    <a:pt x="6344" y="1113"/>
                  </a:cubicBezTo>
                  <a:lnTo>
                    <a:pt x="4800" y="34"/>
                  </a:lnTo>
                  <a:cubicBezTo>
                    <a:pt x="4769" y="12"/>
                    <a:pt x="4732" y="0"/>
                    <a:pt x="46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2"/>
            <p:cNvSpPr/>
            <p:nvPr/>
          </p:nvSpPr>
          <p:spPr>
            <a:xfrm>
              <a:off x="2100721" y="4508004"/>
              <a:ext cx="48443" cy="48671"/>
            </a:xfrm>
            <a:custGeom>
              <a:rect b="b" l="l" r="r" t="t"/>
              <a:pathLst>
                <a:path extrusionOk="0" h="1494" w="1487">
                  <a:moveTo>
                    <a:pt x="794" y="380"/>
                  </a:moveTo>
                  <a:lnTo>
                    <a:pt x="1078" y="739"/>
                  </a:lnTo>
                  <a:lnTo>
                    <a:pt x="742" y="1114"/>
                  </a:lnTo>
                  <a:lnTo>
                    <a:pt x="385" y="734"/>
                  </a:lnTo>
                  <a:lnTo>
                    <a:pt x="794" y="380"/>
                  </a:lnTo>
                  <a:close/>
                  <a:moveTo>
                    <a:pt x="797" y="1"/>
                  </a:moveTo>
                  <a:cubicBezTo>
                    <a:pt x="714" y="1"/>
                    <a:pt x="630" y="31"/>
                    <a:pt x="567" y="86"/>
                  </a:cubicBezTo>
                  <a:lnTo>
                    <a:pt x="129" y="464"/>
                  </a:lnTo>
                  <a:cubicBezTo>
                    <a:pt x="56" y="527"/>
                    <a:pt x="11" y="618"/>
                    <a:pt x="6" y="712"/>
                  </a:cubicBezTo>
                  <a:cubicBezTo>
                    <a:pt x="1" y="808"/>
                    <a:pt x="35" y="902"/>
                    <a:pt x="100" y="971"/>
                  </a:cubicBezTo>
                  <a:lnTo>
                    <a:pt x="486" y="1383"/>
                  </a:lnTo>
                  <a:cubicBezTo>
                    <a:pt x="553" y="1453"/>
                    <a:pt x="645" y="1494"/>
                    <a:pt x="743" y="1494"/>
                  </a:cubicBezTo>
                  <a:lnTo>
                    <a:pt x="747" y="1494"/>
                  </a:lnTo>
                  <a:cubicBezTo>
                    <a:pt x="845" y="1493"/>
                    <a:pt x="940" y="1451"/>
                    <a:pt x="1004" y="1376"/>
                  </a:cubicBezTo>
                  <a:lnTo>
                    <a:pt x="1366" y="972"/>
                  </a:lnTo>
                  <a:cubicBezTo>
                    <a:pt x="1481" y="844"/>
                    <a:pt x="1486" y="653"/>
                    <a:pt x="1378" y="519"/>
                  </a:cubicBezTo>
                  <a:lnTo>
                    <a:pt x="1073" y="133"/>
                  </a:lnTo>
                  <a:cubicBezTo>
                    <a:pt x="1014" y="59"/>
                    <a:pt x="925" y="12"/>
                    <a:pt x="831" y="2"/>
                  </a:cubicBezTo>
                  <a:cubicBezTo>
                    <a:pt x="820" y="1"/>
                    <a:pt x="808" y="1"/>
                    <a:pt x="7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2"/>
            <p:cNvSpPr/>
            <p:nvPr/>
          </p:nvSpPr>
          <p:spPr>
            <a:xfrm>
              <a:off x="2096974" y="4418839"/>
              <a:ext cx="48573" cy="45771"/>
            </a:xfrm>
            <a:custGeom>
              <a:rect b="b" l="l" r="r" t="t"/>
              <a:pathLst>
                <a:path extrusionOk="0" h="1405" w="1491">
                  <a:moveTo>
                    <a:pt x="627" y="376"/>
                  </a:moveTo>
                  <a:lnTo>
                    <a:pt x="1097" y="559"/>
                  </a:lnTo>
                  <a:lnTo>
                    <a:pt x="867" y="1026"/>
                  </a:lnTo>
                  <a:lnTo>
                    <a:pt x="392" y="769"/>
                  </a:lnTo>
                  <a:lnTo>
                    <a:pt x="627" y="376"/>
                  </a:lnTo>
                  <a:close/>
                  <a:moveTo>
                    <a:pt x="619" y="1"/>
                  </a:moveTo>
                  <a:cubicBezTo>
                    <a:pt x="498" y="1"/>
                    <a:pt x="383" y="63"/>
                    <a:pt x="318" y="173"/>
                  </a:cubicBezTo>
                  <a:lnTo>
                    <a:pt x="65" y="595"/>
                  </a:lnTo>
                  <a:cubicBezTo>
                    <a:pt x="15" y="676"/>
                    <a:pt x="1" y="776"/>
                    <a:pt x="27" y="868"/>
                  </a:cubicBezTo>
                  <a:cubicBezTo>
                    <a:pt x="52" y="959"/>
                    <a:pt x="115" y="1040"/>
                    <a:pt x="199" y="1085"/>
                  </a:cubicBezTo>
                  <a:lnTo>
                    <a:pt x="709" y="1362"/>
                  </a:lnTo>
                  <a:cubicBezTo>
                    <a:pt x="761" y="1391"/>
                    <a:pt x="819" y="1405"/>
                    <a:pt x="877" y="1405"/>
                  </a:cubicBezTo>
                  <a:cubicBezTo>
                    <a:pt x="913" y="1405"/>
                    <a:pt x="950" y="1399"/>
                    <a:pt x="983" y="1389"/>
                  </a:cubicBezTo>
                  <a:cubicBezTo>
                    <a:pt x="1073" y="1361"/>
                    <a:pt x="1151" y="1295"/>
                    <a:pt x="1193" y="1210"/>
                  </a:cubicBezTo>
                  <a:lnTo>
                    <a:pt x="1442" y="706"/>
                  </a:lnTo>
                  <a:cubicBezTo>
                    <a:pt x="1485" y="617"/>
                    <a:pt x="1490" y="514"/>
                    <a:pt x="1454" y="421"/>
                  </a:cubicBezTo>
                  <a:cubicBezTo>
                    <a:pt x="1418" y="330"/>
                    <a:pt x="1345" y="256"/>
                    <a:pt x="1254" y="221"/>
                  </a:cubicBezTo>
                  <a:lnTo>
                    <a:pt x="748" y="25"/>
                  </a:lnTo>
                  <a:cubicBezTo>
                    <a:pt x="705" y="8"/>
                    <a:pt x="662" y="1"/>
                    <a:pt x="6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2"/>
            <p:cNvSpPr/>
            <p:nvPr/>
          </p:nvSpPr>
          <p:spPr>
            <a:xfrm>
              <a:off x="2175779" y="4500348"/>
              <a:ext cx="38083" cy="38083"/>
            </a:xfrm>
            <a:custGeom>
              <a:rect b="b" l="l" r="r" t="t"/>
              <a:pathLst>
                <a:path extrusionOk="0" h="1169" w="1169">
                  <a:moveTo>
                    <a:pt x="585" y="373"/>
                  </a:moveTo>
                  <a:cubicBezTo>
                    <a:pt x="702" y="373"/>
                    <a:pt x="797" y="469"/>
                    <a:pt x="797" y="586"/>
                  </a:cubicBezTo>
                  <a:cubicBezTo>
                    <a:pt x="797" y="702"/>
                    <a:pt x="701" y="798"/>
                    <a:pt x="585" y="798"/>
                  </a:cubicBezTo>
                  <a:cubicBezTo>
                    <a:pt x="467" y="798"/>
                    <a:pt x="372" y="702"/>
                    <a:pt x="372" y="586"/>
                  </a:cubicBezTo>
                  <a:cubicBezTo>
                    <a:pt x="372" y="468"/>
                    <a:pt x="469" y="373"/>
                    <a:pt x="585" y="373"/>
                  </a:cubicBezTo>
                  <a:close/>
                  <a:moveTo>
                    <a:pt x="585" y="0"/>
                  </a:moveTo>
                  <a:cubicBezTo>
                    <a:pt x="262" y="0"/>
                    <a:pt x="1" y="262"/>
                    <a:pt x="1" y="584"/>
                  </a:cubicBezTo>
                  <a:cubicBezTo>
                    <a:pt x="1" y="907"/>
                    <a:pt x="262" y="1169"/>
                    <a:pt x="585" y="1169"/>
                  </a:cubicBezTo>
                  <a:cubicBezTo>
                    <a:pt x="907" y="1169"/>
                    <a:pt x="1169" y="907"/>
                    <a:pt x="1169" y="584"/>
                  </a:cubicBezTo>
                  <a:cubicBezTo>
                    <a:pt x="1168" y="262"/>
                    <a:pt x="906" y="0"/>
                    <a:pt x="5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2"/>
            <p:cNvSpPr/>
            <p:nvPr/>
          </p:nvSpPr>
          <p:spPr>
            <a:xfrm>
              <a:off x="2037129" y="4493214"/>
              <a:ext cx="38083" cy="38083"/>
            </a:xfrm>
            <a:custGeom>
              <a:rect b="b" l="l" r="r" t="t"/>
              <a:pathLst>
                <a:path extrusionOk="0" h="1169" w="1169">
                  <a:moveTo>
                    <a:pt x="584" y="373"/>
                  </a:moveTo>
                  <a:cubicBezTo>
                    <a:pt x="702" y="373"/>
                    <a:pt x="796" y="469"/>
                    <a:pt x="796" y="586"/>
                  </a:cubicBezTo>
                  <a:cubicBezTo>
                    <a:pt x="797" y="702"/>
                    <a:pt x="702" y="798"/>
                    <a:pt x="584" y="798"/>
                  </a:cubicBezTo>
                  <a:cubicBezTo>
                    <a:pt x="466" y="798"/>
                    <a:pt x="372" y="702"/>
                    <a:pt x="372" y="586"/>
                  </a:cubicBezTo>
                  <a:cubicBezTo>
                    <a:pt x="372" y="468"/>
                    <a:pt x="467" y="373"/>
                    <a:pt x="584" y="373"/>
                  </a:cubicBezTo>
                  <a:close/>
                  <a:moveTo>
                    <a:pt x="584" y="0"/>
                  </a:moveTo>
                  <a:cubicBezTo>
                    <a:pt x="262" y="0"/>
                    <a:pt x="0" y="262"/>
                    <a:pt x="0" y="585"/>
                  </a:cubicBezTo>
                  <a:cubicBezTo>
                    <a:pt x="0" y="907"/>
                    <a:pt x="262" y="1169"/>
                    <a:pt x="584" y="1169"/>
                  </a:cubicBezTo>
                  <a:cubicBezTo>
                    <a:pt x="906" y="1169"/>
                    <a:pt x="1168" y="907"/>
                    <a:pt x="1168" y="585"/>
                  </a:cubicBezTo>
                  <a:cubicBezTo>
                    <a:pt x="1168" y="262"/>
                    <a:pt x="906" y="0"/>
                    <a:pt x="5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2"/>
            <p:cNvSpPr/>
            <p:nvPr/>
          </p:nvSpPr>
          <p:spPr>
            <a:xfrm>
              <a:off x="2148545" y="4475166"/>
              <a:ext cx="16745" cy="16191"/>
            </a:xfrm>
            <a:custGeom>
              <a:rect b="b" l="l" r="r" t="t"/>
              <a:pathLst>
                <a:path extrusionOk="0" h="497" w="514">
                  <a:moveTo>
                    <a:pt x="306" y="0"/>
                  </a:moveTo>
                  <a:cubicBezTo>
                    <a:pt x="249" y="0"/>
                    <a:pt x="193" y="26"/>
                    <a:pt x="156" y="76"/>
                  </a:cubicBezTo>
                  <a:lnTo>
                    <a:pt x="61" y="201"/>
                  </a:lnTo>
                  <a:cubicBezTo>
                    <a:pt x="1" y="283"/>
                    <a:pt x="17" y="400"/>
                    <a:pt x="98" y="460"/>
                  </a:cubicBezTo>
                  <a:cubicBezTo>
                    <a:pt x="133" y="485"/>
                    <a:pt x="170" y="497"/>
                    <a:pt x="210" y="497"/>
                  </a:cubicBezTo>
                  <a:cubicBezTo>
                    <a:pt x="266" y="497"/>
                    <a:pt x="322" y="471"/>
                    <a:pt x="358" y="422"/>
                  </a:cubicBezTo>
                  <a:lnTo>
                    <a:pt x="452" y="297"/>
                  </a:lnTo>
                  <a:cubicBezTo>
                    <a:pt x="514" y="214"/>
                    <a:pt x="496" y="99"/>
                    <a:pt x="415" y="37"/>
                  </a:cubicBezTo>
                  <a:cubicBezTo>
                    <a:pt x="382" y="12"/>
                    <a:pt x="344" y="0"/>
                    <a:pt x="3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2"/>
            <p:cNvSpPr/>
            <p:nvPr/>
          </p:nvSpPr>
          <p:spPr>
            <a:xfrm>
              <a:off x="2085572" y="4475655"/>
              <a:ext cx="17852" cy="15214"/>
            </a:xfrm>
            <a:custGeom>
              <a:rect b="b" l="l" r="r" t="t"/>
              <a:pathLst>
                <a:path extrusionOk="0" h="467" w="548">
                  <a:moveTo>
                    <a:pt x="213" y="1"/>
                  </a:moveTo>
                  <a:cubicBezTo>
                    <a:pt x="157" y="1"/>
                    <a:pt x="101" y="26"/>
                    <a:pt x="65" y="74"/>
                  </a:cubicBezTo>
                  <a:cubicBezTo>
                    <a:pt x="1" y="157"/>
                    <a:pt x="18" y="273"/>
                    <a:pt x="100" y="335"/>
                  </a:cubicBezTo>
                  <a:lnTo>
                    <a:pt x="226" y="429"/>
                  </a:lnTo>
                  <a:cubicBezTo>
                    <a:pt x="258" y="455"/>
                    <a:pt x="297" y="466"/>
                    <a:pt x="337" y="466"/>
                  </a:cubicBezTo>
                  <a:cubicBezTo>
                    <a:pt x="394" y="466"/>
                    <a:pt x="449" y="440"/>
                    <a:pt x="486" y="392"/>
                  </a:cubicBezTo>
                  <a:cubicBezTo>
                    <a:pt x="548" y="309"/>
                    <a:pt x="531" y="194"/>
                    <a:pt x="449" y="132"/>
                  </a:cubicBezTo>
                  <a:lnTo>
                    <a:pt x="323" y="38"/>
                  </a:lnTo>
                  <a:cubicBezTo>
                    <a:pt x="290" y="13"/>
                    <a:pt x="251" y="1"/>
                    <a:pt x="2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2"/>
            <p:cNvSpPr/>
            <p:nvPr/>
          </p:nvSpPr>
          <p:spPr>
            <a:xfrm>
              <a:off x="2228294" y="4506473"/>
              <a:ext cx="17787" cy="15181"/>
            </a:xfrm>
            <a:custGeom>
              <a:rect b="b" l="l" r="r" t="t"/>
              <a:pathLst>
                <a:path extrusionOk="0" h="466" w="546">
                  <a:moveTo>
                    <a:pt x="210" y="0"/>
                  </a:moveTo>
                  <a:cubicBezTo>
                    <a:pt x="154" y="0"/>
                    <a:pt x="99" y="26"/>
                    <a:pt x="63" y="74"/>
                  </a:cubicBezTo>
                  <a:cubicBezTo>
                    <a:pt x="1" y="156"/>
                    <a:pt x="18" y="271"/>
                    <a:pt x="99" y="333"/>
                  </a:cubicBezTo>
                  <a:lnTo>
                    <a:pt x="225" y="428"/>
                  </a:lnTo>
                  <a:cubicBezTo>
                    <a:pt x="257" y="454"/>
                    <a:pt x="297" y="465"/>
                    <a:pt x="336" y="465"/>
                  </a:cubicBezTo>
                  <a:cubicBezTo>
                    <a:pt x="393" y="465"/>
                    <a:pt x="448" y="439"/>
                    <a:pt x="484" y="391"/>
                  </a:cubicBezTo>
                  <a:cubicBezTo>
                    <a:pt x="546" y="308"/>
                    <a:pt x="529" y="193"/>
                    <a:pt x="447" y="132"/>
                  </a:cubicBezTo>
                  <a:lnTo>
                    <a:pt x="321" y="38"/>
                  </a:lnTo>
                  <a:cubicBezTo>
                    <a:pt x="288" y="12"/>
                    <a:pt x="249" y="0"/>
                    <a:pt x="2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2"/>
            <p:cNvSpPr/>
            <p:nvPr/>
          </p:nvSpPr>
          <p:spPr>
            <a:xfrm>
              <a:off x="2007973" y="4517647"/>
              <a:ext cx="17787" cy="15149"/>
            </a:xfrm>
            <a:custGeom>
              <a:rect b="b" l="l" r="r" t="t"/>
              <a:pathLst>
                <a:path extrusionOk="0" h="465" w="546">
                  <a:moveTo>
                    <a:pt x="210" y="1"/>
                  </a:moveTo>
                  <a:cubicBezTo>
                    <a:pt x="153" y="1"/>
                    <a:pt x="98" y="26"/>
                    <a:pt x="61" y="74"/>
                  </a:cubicBezTo>
                  <a:cubicBezTo>
                    <a:pt x="1" y="157"/>
                    <a:pt x="17" y="272"/>
                    <a:pt x="99" y="334"/>
                  </a:cubicBezTo>
                  <a:lnTo>
                    <a:pt x="225" y="428"/>
                  </a:lnTo>
                  <a:cubicBezTo>
                    <a:pt x="257" y="452"/>
                    <a:pt x="296" y="465"/>
                    <a:pt x="336" y="465"/>
                  </a:cubicBezTo>
                  <a:cubicBezTo>
                    <a:pt x="392" y="465"/>
                    <a:pt x="448" y="438"/>
                    <a:pt x="483" y="389"/>
                  </a:cubicBezTo>
                  <a:cubicBezTo>
                    <a:pt x="545" y="308"/>
                    <a:pt x="529" y="192"/>
                    <a:pt x="447" y="130"/>
                  </a:cubicBezTo>
                  <a:lnTo>
                    <a:pt x="321" y="37"/>
                  </a:lnTo>
                  <a:cubicBezTo>
                    <a:pt x="287" y="13"/>
                    <a:pt x="248" y="1"/>
                    <a:pt x="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2"/>
            <p:cNvSpPr/>
            <p:nvPr/>
          </p:nvSpPr>
          <p:spPr>
            <a:xfrm>
              <a:off x="2072509" y="4540679"/>
              <a:ext cx="15344" cy="16940"/>
            </a:xfrm>
            <a:custGeom>
              <a:rect b="b" l="l" r="r" t="t"/>
              <a:pathLst>
                <a:path extrusionOk="0" h="520" w="471">
                  <a:moveTo>
                    <a:pt x="263" y="1"/>
                  </a:moveTo>
                  <a:cubicBezTo>
                    <a:pt x="186" y="1"/>
                    <a:pt x="114" y="49"/>
                    <a:pt x="87" y="124"/>
                  </a:cubicBezTo>
                  <a:lnTo>
                    <a:pt x="35" y="272"/>
                  </a:lnTo>
                  <a:cubicBezTo>
                    <a:pt x="1" y="369"/>
                    <a:pt x="51" y="475"/>
                    <a:pt x="147" y="509"/>
                  </a:cubicBezTo>
                  <a:cubicBezTo>
                    <a:pt x="168" y="517"/>
                    <a:pt x="189" y="519"/>
                    <a:pt x="209" y="519"/>
                  </a:cubicBezTo>
                  <a:cubicBezTo>
                    <a:pt x="284" y="519"/>
                    <a:pt x="357" y="472"/>
                    <a:pt x="384" y="397"/>
                  </a:cubicBezTo>
                  <a:lnTo>
                    <a:pt x="436" y="249"/>
                  </a:lnTo>
                  <a:cubicBezTo>
                    <a:pt x="471" y="152"/>
                    <a:pt x="420" y="46"/>
                    <a:pt x="324" y="11"/>
                  </a:cubicBezTo>
                  <a:cubicBezTo>
                    <a:pt x="304" y="4"/>
                    <a:pt x="283" y="1"/>
                    <a:pt x="2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2"/>
            <p:cNvSpPr/>
            <p:nvPr/>
          </p:nvSpPr>
          <p:spPr>
            <a:xfrm>
              <a:off x="2120072" y="4306610"/>
              <a:ext cx="12151" cy="41113"/>
            </a:xfrm>
            <a:custGeom>
              <a:rect b="b" l="l" r="r" t="t"/>
              <a:pathLst>
                <a:path extrusionOk="0" h="1262" w="373">
                  <a:moveTo>
                    <a:pt x="186" y="0"/>
                  </a:moveTo>
                  <a:cubicBezTo>
                    <a:pt x="85" y="0"/>
                    <a:pt x="1" y="83"/>
                    <a:pt x="1" y="187"/>
                  </a:cubicBezTo>
                  <a:lnTo>
                    <a:pt x="1" y="1076"/>
                  </a:lnTo>
                  <a:cubicBezTo>
                    <a:pt x="2" y="1178"/>
                    <a:pt x="85" y="1262"/>
                    <a:pt x="186" y="1262"/>
                  </a:cubicBezTo>
                  <a:cubicBezTo>
                    <a:pt x="289" y="1262"/>
                    <a:pt x="373" y="1180"/>
                    <a:pt x="373" y="1076"/>
                  </a:cubicBezTo>
                  <a:lnTo>
                    <a:pt x="373" y="187"/>
                  </a:lnTo>
                  <a:cubicBezTo>
                    <a:pt x="373" y="85"/>
                    <a:pt x="290"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2"/>
            <p:cNvSpPr/>
            <p:nvPr/>
          </p:nvSpPr>
          <p:spPr>
            <a:xfrm>
              <a:off x="2039182" y="4328013"/>
              <a:ext cx="28277" cy="37204"/>
            </a:xfrm>
            <a:custGeom>
              <a:rect b="b" l="l" r="r" t="t"/>
              <a:pathLst>
                <a:path extrusionOk="0" h="1142" w="868">
                  <a:moveTo>
                    <a:pt x="211" y="0"/>
                  </a:moveTo>
                  <a:cubicBezTo>
                    <a:pt x="180" y="0"/>
                    <a:pt x="148" y="8"/>
                    <a:pt x="118" y="25"/>
                  </a:cubicBezTo>
                  <a:cubicBezTo>
                    <a:pt x="29" y="75"/>
                    <a:pt x="0" y="190"/>
                    <a:pt x="50" y="279"/>
                  </a:cubicBezTo>
                  <a:lnTo>
                    <a:pt x="494" y="1049"/>
                  </a:lnTo>
                  <a:cubicBezTo>
                    <a:pt x="529" y="1107"/>
                    <a:pt x="592" y="1142"/>
                    <a:pt x="656" y="1142"/>
                  </a:cubicBezTo>
                  <a:cubicBezTo>
                    <a:pt x="687" y="1142"/>
                    <a:pt x="719" y="1134"/>
                    <a:pt x="749" y="1117"/>
                  </a:cubicBezTo>
                  <a:cubicBezTo>
                    <a:pt x="838" y="1065"/>
                    <a:pt x="867" y="952"/>
                    <a:pt x="817" y="863"/>
                  </a:cubicBezTo>
                  <a:lnTo>
                    <a:pt x="373" y="93"/>
                  </a:lnTo>
                  <a:cubicBezTo>
                    <a:pt x="339" y="34"/>
                    <a:pt x="276" y="0"/>
                    <a:pt x="2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2"/>
            <p:cNvSpPr/>
            <p:nvPr/>
          </p:nvSpPr>
          <p:spPr>
            <a:xfrm>
              <a:off x="1980412" y="4386555"/>
              <a:ext cx="38930" cy="26616"/>
            </a:xfrm>
            <a:custGeom>
              <a:rect b="b" l="l" r="r" t="t"/>
              <a:pathLst>
                <a:path extrusionOk="0" h="817" w="1195">
                  <a:moveTo>
                    <a:pt x="213" y="1"/>
                  </a:moveTo>
                  <a:cubicBezTo>
                    <a:pt x="149" y="1"/>
                    <a:pt x="87" y="34"/>
                    <a:pt x="51" y="94"/>
                  </a:cubicBezTo>
                  <a:cubicBezTo>
                    <a:pt x="0" y="183"/>
                    <a:pt x="31" y="295"/>
                    <a:pt x="119" y="347"/>
                  </a:cubicBezTo>
                  <a:lnTo>
                    <a:pt x="889" y="792"/>
                  </a:lnTo>
                  <a:cubicBezTo>
                    <a:pt x="919" y="808"/>
                    <a:pt x="951" y="817"/>
                    <a:pt x="983" y="817"/>
                  </a:cubicBezTo>
                  <a:cubicBezTo>
                    <a:pt x="1047" y="817"/>
                    <a:pt x="1109" y="783"/>
                    <a:pt x="1144" y="724"/>
                  </a:cubicBezTo>
                  <a:cubicBezTo>
                    <a:pt x="1194" y="635"/>
                    <a:pt x="1165" y="521"/>
                    <a:pt x="1076" y="469"/>
                  </a:cubicBezTo>
                  <a:lnTo>
                    <a:pt x="306" y="26"/>
                  </a:lnTo>
                  <a:cubicBezTo>
                    <a:pt x="277" y="9"/>
                    <a:pt x="245" y="1"/>
                    <a:pt x="2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2"/>
            <p:cNvSpPr/>
            <p:nvPr/>
          </p:nvSpPr>
          <p:spPr>
            <a:xfrm>
              <a:off x="2184868" y="4328013"/>
              <a:ext cx="28310" cy="37204"/>
            </a:xfrm>
            <a:custGeom>
              <a:rect b="b" l="l" r="r" t="t"/>
              <a:pathLst>
                <a:path extrusionOk="0" h="1142" w="869">
                  <a:moveTo>
                    <a:pt x="657" y="0"/>
                  </a:moveTo>
                  <a:cubicBezTo>
                    <a:pt x="593" y="0"/>
                    <a:pt x="531" y="34"/>
                    <a:pt x="496" y="93"/>
                  </a:cubicBezTo>
                  <a:lnTo>
                    <a:pt x="52" y="863"/>
                  </a:lnTo>
                  <a:cubicBezTo>
                    <a:pt x="0" y="952"/>
                    <a:pt x="31" y="1065"/>
                    <a:pt x="120" y="1117"/>
                  </a:cubicBezTo>
                  <a:cubicBezTo>
                    <a:pt x="149" y="1134"/>
                    <a:pt x="181" y="1142"/>
                    <a:pt x="213" y="1142"/>
                  </a:cubicBezTo>
                  <a:cubicBezTo>
                    <a:pt x="277" y="1142"/>
                    <a:pt x="340" y="1109"/>
                    <a:pt x="374" y="1049"/>
                  </a:cubicBezTo>
                  <a:lnTo>
                    <a:pt x="818" y="279"/>
                  </a:lnTo>
                  <a:cubicBezTo>
                    <a:pt x="869" y="190"/>
                    <a:pt x="839" y="78"/>
                    <a:pt x="750" y="25"/>
                  </a:cubicBezTo>
                  <a:cubicBezTo>
                    <a:pt x="721" y="8"/>
                    <a:pt x="689" y="0"/>
                    <a:pt x="6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2"/>
            <p:cNvSpPr/>
            <p:nvPr/>
          </p:nvSpPr>
          <p:spPr>
            <a:xfrm>
              <a:off x="2232985" y="4386555"/>
              <a:ext cx="38963" cy="26616"/>
            </a:xfrm>
            <a:custGeom>
              <a:rect b="b" l="l" r="r" t="t"/>
              <a:pathLst>
                <a:path extrusionOk="0" h="817" w="1196">
                  <a:moveTo>
                    <a:pt x="983" y="1"/>
                  </a:moveTo>
                  <a:cubicBezTo>
                    <a:pt x="951" y="1"/>
                    <a:pt x="919" y="9"/>
                    <a:pt x="890" y="26"/>
                  </a:cubicBezTo>
                  <a:lnTo>
                    <a:pt x="120" y="469"/>
                  </a:lnTo>
                  <a:cubicBezTo>
                    <a:pt x="31" y="520"/>
                    <a:pt x="0" y="635"/>
                    <a:pt x="52" y="724"/>
                  </a:cubicBezTo>
                  <a:cubicBezTo>
                    <a:pt x="86" y="783"/>
                    <a:pt x="149" y="817"/>
                    <a:pt x="213" y="817"/>
                  </a:cubicBezTo>
                  <a:cubicBezTo>
                    <a:pt x="244" y="817"/>
                    <a:pt x="276" y="808"/>
                    <a:pt x="306" y="792"/>
                  </a:cubicBezTo>
                  <a:lnTo>
                    <a:pt x="1076" y="347"/>
                  </a:lnTo>
                  <a:cubicBezTo>
                    <a:pt x="1165" y="297"/>
                    <a:pt x="1196" y="183"/>
                    <a:pt x="1144" y="94"/>
                  </a:cubicBezTo>
                  <a:cubicBezTo>
                    <a:pt x="1110" y="34"/>
                    <a:pt x="1047" y="1"/>
                    <a:pt x="9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2"/>
            <p:cNvSpPr/>
            <p:nvPr/>
          </p:nvSpPr>
          <p:spPr>
            <a:xfrm>
              <a:off x="2200440" y="4562669"/>
              <a:ext cx="12151" cy="12151"/>
            </a:xfrm>
            <a:custGeom>
              <a:rect b="b" l="l" r="r" t="t"/>
              <a:pathLst>
                <a:path extrusionOk="0" h="373" w="373">
                  <a:moveTo>
                    <a:pt x="186" y="0"/>
                  </a:moveTo>
                  <a:cubicBezTo>
                    <a:pt x="84" y="0"/>
                    <a:pt x="1" y="84"/>
                    <a:pt x="1" y="187"/>
                  </a:cubicBezTo>
                  <a:cubicBezTo>
                    <a:pt x="1" y="289"/>
                    <a:pt x="85" y="372"/>
                    <a:pt x="186" y="372"/>
                  </a:cubicBezTo>
                  <a:cubicBezTo>
                    <a:pt x="290" y="372"/>
                    <a:pt x="373" y="288"/>
                    <a:pt x="373" y="187"/>
                  </a:cubicBezTo>
                  <a:cubicBezTo>
                    <a:pt x="373" y="84"/>
                    <a:pt x="289" y="1"/>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72"/>
          <p:cNvGrpSpPr/>
          <p:nvPr/>
        </p:nvGrpSpPr>
        <p:grpSpPr>
          <a:xfrm>
            <a:off x="1263284" y="4294296"/>
            <a:ext cx="311473" cy="309519"/>
            <a:chOff x="1263284" y="4294296"/>
            <a:chExt cx="311473" cy="309519"/>
          </a:xfrm>
        </p:grpSpPr>
        <p:sp>
          <p:nvSpPr>
            <p:cNvPr id="7873" name="Google Shape;7873;p72"/>
            <p:cNvSpPr/>
            <p:nvPr/>
          </p:nvSpPr>
          <p:spPr>
            <a:xfrm>
              <a:off x="1263284" y="4294296"/>
              <a:ext cx="311473" cy="309486"/>
            </a:xfrm>
            <a:custGeom>
              <a:rect b="b" l="l" r="r" t="t"/>
              <a:pathLst>
                <a:path extrusionOk="0" h="9500" w="9561">
                  <a:moveTo>
                    <a:pt x="2777" y="371"/>
                  </a:moveTo>
                  <a:cubicBezTo>
                    <a:pt x="2810" y="371"/>
                    <a:pt x="2841" y="379"/>
                    <a:pt x="2870" y="396"/>
                  </a:cubicBezTo>
                  <a:cubicBezTo>
                    <a:pt x="2913" y="420"/>
                    <a:pt x="2944" y="460"/>
                    <a:pt x="2956" y="508"/>
                  </a:cubicBezTo>
                  <a:cubicBezTo>
                    <a:pt x="2970" y="557"/>
                    <a:pt x="2963" y="607"/>
                    <a:pt x="2938" y="650"/>
                  </a:cubicBezTo>
                  <a:cubicBezTo>
                    <a:pt x="2913" y="692"/>
                    <a:pt x="2872" y="723"/>
                    <a:pt x="2825" y="736"/>
                  </a:cubicBezTo>
                  <a:lnTo>
                    <a:pt x="666" y="1315"/>
                  </a:lnTo>
                  <a:cubicBezTo>
                    <a:pt x="649" y="1320"/>
                    <a:pt x="633" y="1322"/>
                    <a:pt x="616" y="1322"/>
                  </a:cubicBezTo>
                  <a:cubicBezTo>
                    <a:pt x="535" y="1322"/>
                    <a:pt x="461" y="1267"/>
                    <a:pt x="438" y="1184"/>
                  </a:cubicBezTo>
                  <a:cubicBezTo>
                    <a:pt x="425" y="1136"/>
                    <a:pt x="432" y="1086"/>
                    <a:pt x="457" y="1042"/>
                  </a:cubicBezTo>
                  <a:cubicBezTo>
                    <a:pt x="482" y="999"/>
                    <a:pt x="521" y="969"/>
                    <a:pt x="569" y="956"/>
                  </a:cubicBezTo>
                  <a:lnTo>
                    <a:pt x="2729" y="377"/>
                  </a:lnTo>
                  <a:cubicBezTo>
                    <a:pt x="2745" y="374"/>
                    <a:pt x="2761" y="371"/>
                    <a:pt x="2777" y="371"/>
                  </a:cubicBezTo>
                  <a:close/>
                  <a:moveTo>
                    <a:pt x="2658" y="1166"/>
                  </a:moveTo>
                  <a:lnTo>
                    <a:pt x="2766" y="1568"/>
                  </a:lnTo>
                  <a:lnTo>
                    <a:pt x="2059" y="2200"/>
                  </a:lnTo>
                  <a:lnTo>
                    <a:pt x="1132" y="2005"/>
                  </a:lnTo>
                  <a:lnTo>
                    <a:pt x="1024" y="1603"/>
                  </a:lnTo>
                  <a:lnTo>
                    <a:pt x="2658" y="1166"/>
                  </a:lnTo>
                  <a:close/>
                  <a:moveTo>
                    <a:pt x="2322" y="2463"/>
                  </a:moveTo>
                  <a:lnTo>
                    <a:pt x="2988" y="4948"/>
                  </a:lnTo>
                  <a:lnTo>
                    <a:pt x="2628" y="5043"/>
                  </a:lnTo>
                  <a:lnTo>
                    <a:pt x="1963" y="2559"/>
                  </a:lnTo>
                  <a:lnTo>
                    <a:pt x="2076" y="2582"/>
                  </a:lnTo>
                  <a:cubicBezTo>
                    <a:pt x="2090" y="2586"/>
                    <a:pt x="2102" y="2587"/>
                    <a:pt x="2114" y="2587"/>
                  </a:cubicBezTo>
                  <a:cubicBezTo>
                    <a:pt x="2160" y="2587"/>
                    <a:pt x="2204" y="2570"/>
                    <a:pt x="2238" y="2539"/>
                  </a:cubicBezTo>
                  <a:lnTo>
                    <a:pt x="2322" y="2463"/>
                  </a:lnTo>
                  <a:close/>
                  <a:moveTo>
                    <a:pt x="3085" y="5308"/>
                  </a:moveTo>
                  <a:lnTo>
                    <a:pt x="3394" y="6461"/>
                  </a:lnTo>
                  <a:cubicBezTo>
                    <a:pt x="3420" y="6558"/>
                    <a:pt x="3361" y="6661"/>
                    <a:pt x="3263" y="6688"/>
                  </a:cubicBezTo>
                  <a:cubicBezTo>
                    <a:pt x="3247" y="6692"/>
                    <a:pt x="3230" y="6695"/>
                    <a:pt x="3214" y="6695"/>
                  </a:cubicBezTo>
                  <a:cubicBezTo>
                    <a:pt x="3182" y="6695"/>
                    <a:pt x="3150" y="6686"/>
                    <a:pt x="3122" y="6670"/>
                  </a:cubicBezTo>
                  <a:cubicBezTo>
                    <a:pt x="3078" y="6645"/>
                    <a:pt x="3048" y="6605"/>
                    <a:pt x="3035" y="6557"/>
                  </a:cubicBezTo>
                  <a:lnTo>
                    <a:pt x="2726" y="5404"/>
                  </a:lnTo>
                  <a:lnTo>
                    <a:pt x="3085" y="5308"/>
                  </a:lnTo>
                  <a:close/>
                  <a:moveTo>
                    <a:pt x="4377" y="5499"/>
                  </a:moveTo>
                  <a:lnTo>
                    <a:pt x="4695" y="6686"/>
                  </a:lnTo>
                  <a:lnTo>
                    <a:pt x="4101" y="7509"/>
                  </a:lnTo>
                  <a:lnTo>
                    <a:pt x="3044" y="7509"/>
                  </a:lnTo>
                  <a:lnTo>
                    <a:pt x="3044" y="7511"/>
                  </a:lnTo>
                  <a:cubicBezTo>
                    <a:pt x="2994" y="7511"/>
                    <a:pt x="2947" y="7531"/>
                    <a:pt x="2911" y="7567"/>
                  </a:cubicBezTo>
                  <a:lnTo>
                    <a:pt x="2395" y="8093"/>
                  </a:lnTo>
                  <a:cubicBezTo>
                    <a:pt x="2218" y="7899"/>
                    <a:pt x="2091" y="7666"/>
                    <a:pt x="2021" y="7410"/>
                  </a:cubicBezTo>
                  <a:lnTo>
                    <a:pt x="1701" y="6218"/>
                  </a:lnTo>
                  <a:lnTo>
                    <a:pt x="2502" y="6003"/>
                  </a:lnTo>
                  <a:lnTo>
                    <a:pt x="2675" y="6651"/>
                  </a:lnTo>
                  <a:cubicBezTo>
                    <a:pt x="2714" y="6796"/>
                    <a:pt x="2806" y="6914"/>
                    <a:pt x="2935" y="6990"/>
                  </a:cubicBezTo>
                  <a:cubicBezTo>
                    <a:pt x="3020" y="7039"/>
                    <a:pt x="3115" y="7064"/>
                    <a:pt x="3213" y="7064"/>
                  </a:cubicBezTo>
                  <a:cubicBezTo>
                    <a:pt x="3261" y="7064"/>
                    <a:pt x="3309" y="7058"/>
                    <a:pt x="3359" y="7044"/>
                  </a:cubicBezTo>
                  <a:cubicBezTo>
                    <a:pt x="3654" y="6964"/>
                    <a:pt x="3831" y="6660"/>
                    <a:pt x="3751" y="6362"/>
                  </a:cubicBezTo>
                  <a:lnTo>
                    <a:pt x="3577" y="5714"/>
                  </a:lnTo>
                  <a:lnTo>
                    <a:pt x="4377" y="5499"/>
                  </a:lnTo>
                  <a:close/>
                  <a:moveTo>
                    <a:pt x="2780" y="0"/>
                  </a:moveTo>
                  <a:cubicBezTo>
                    <a:pt x="2731" y="0"/>
                    <a:pt x="2681" y="7"/>
                    <a:pt x="2633" y="20"/>
                  </a:cubicBezTo>
                  <a:lnTo>
                    <a:pt x="473" y="599"/>
                  </a:lnTo>
                  <a:cubicBezTo>
                    <a:pt x="178" y="679"/>
                    <a:pt x="1" y="984"/>
                    <a:pt x="80" y="1281"/>
                  </a:cubicBezTo>
                  <a:cubicBezTo>
                    <a:pt x="147" y="1530"/>
                    <a:pt x="372" y="1694"/>
                    <a:pt x="618" y="1694"/>
                  </a:cubicBezTo>
                  <a:cubicBezTo>
                    <a:pt x="634" y="1694"/>
                    <a:pt x="649" y="1692"/>
                    <a:pt x="663" y="1691"/>
                  </a:cubicBezTo>
                  <a:lnTo>
                    <a:pt x="803" y="2212"/>
                  </a:lnTo>
                  <a:cubicBezTo>
                    <a:pt x="822" y="2280"/>
                    <a:pt x="876" y="2331"/>
                    <a:pt x="945" y="2346"/>
                  </a:cubicBezTo>
                  <a:lnTo>
                    <a:pt x="1558" y="2473"/>
                  </a:lnTo>
                  <a:lnTo>
                    <a:pt x="2407" y="5646"/>
                  </a:lnTo>
                  <a:lnTo>
                    <a:pt x="1428" y="5907"/>
                  </a:lnTo>
                  <a:cubicBezTo>
                    <a:pt x="1328" y="5934"/>
                    <a:pt x="1271" y="6035"/>
                    <a:pt x="1297" y="6134"/>
                  </a:cubicBezTo>
                  <a:lnTo>
                    <a:pt x="1663" y="7505"/>
                  </a:lnTo>
                  <a:cubicBezTo>
                    <a:pt x="1750" y="7826"/>
                    <a:pt x="1912" y="8117"/>
                    <a:pt x="2134" y="8356"/>
                  </a:cubicBezTo>
                  <a:lnTo>
                    <a:pt x="1320" y="9184"/>
                  </a:lnTo>
                  <a:cubicBezTo>
                    <a:pt x="1268" y="9238"/>
                    <a:pt x="1252" y="9316"/>
                    <a:pt x="1280" y="9385"/>
                  </a:cubicBezTo>
                  <a:cubicBezTo>
                    <a:pt x="1309" y="9455"/>
                    <a:pt x="1378" y="9500"/>
                    <a:pt x="1452" y="9500"/>
                  </a:cubicBezTo>
                  <a:lnTo>
                    <a:pt x="5511" y="9500"/>
                  </a:lnTo>
                  <a:cubicBezTo>
                    <a:pt x="5613" y="9500"/>
                    <a:pt x="5697" y="9417"/>
                    <a:pt x="5697" y="9313"/>
                  </a:cubicBezTo>
                  <a:cubicBezTo>
                    <a:pt x="5697" y="9212"/>
                    <a:pt x="5615" y="9128"/>
                    <a:pt x="5511" y="9128"/>
                  </a:cubicBezTo>
                  <a:lnTo>
                    <a:pt x="1896" y="9128"/>
                  </a:lnTo>
                  <a:lnTo>
                    <a:pt x="3123" y="7880"/>
                  </a:lnTo>
                  <a:lnTo>
                    <a:pt x="4102" y="7880"/>
                  </a:lnTo>
                  <a:lnTo>
                    <a:pt x="4372" y="8256"/>
                  </a:lnTo>
                  <a:cubicBezTo>
                    <a:pt x="4408" y="8307"/>
                    <a:pt x="4465" y="8334"/>
                    <a:pt x="4522" y="8334"/>
                  </a:cubicBezTo>
                  <a:cubicBezTo>
                    <a:pt x="4559" y="8334"/>
                    <a:pt x="4597" y="8322"/>
                    <a:pt x="4630" y="8300"/>
                  </a:cubicBezTo>
                  <a:cubicBezTo>
                    <a:pt x="4714" y="8240"/>
                    <a:pt x="4732" y="8124"/>
                    <a:pt x="4673" y="8040"/>
                  </a:cubicBezTo>
                  <a:lnTo>
                    <a:pt x="4426" y="7695"/>
                  </a:lnTo>
                  <a:lnTo>
                    <a:pt x="5510" y="6191"/>
                  </a:lnTo>
                  <a:lnTo>
                    <a:pt x="7072" y="6191"/>
                  </a:lnTo>
                  <a:lnTo>
                    <a:pt x="7560" y="7098"/>
                  </a:lnTo>
                  <a:lnTo>
                    <a:pt x="7045" y="7679"/>
                  </a:lnTo>
                  <a:cubicBezTo>
                    <a:pt x="6976" y="7756"/>
                    <a:pt x="6984" y="7873"/>
                    <a:pt x="7061" y="7941"/>
                  </a:cubicBezTo>
                  <a:cubicBezTo>
                    <a:pt x="7095" y="7972"/>
                    <a:pt x="7140" y="7988"/>
                    <a:pt x="7183" y="7988"/>
                  </a:cubicBezTo>
                  <a:cubicBezTo>
                    <a:pt x="7235" y="7988"/>
                    <a:pt x="7286" y="7967"/>
                    <a:pt x="7323" y="7925"/>
                  </a:cubicBezTo>
                  <a:lnTo>
                    <a:pt x="7850" y="7331"/>
                  </a:lnTo>
                  <a:lnTo>
                    <a:pt x="8524" y="7500"/>
                  </a:lnTo>
                  <a:lnTo>
                    <a:pt x="9190" y="8339"/>
                  </a:lnTo>
                  <a:lnTo>
                    <a:pt x="9190" y="9128"/>
                  </a:lnTo>
                  <a:lnTo>
                    <a:pt x="7182" y="9128"/>
                  </a:lnTo>
                  <a:cubicBezTo>
                    <a:pt x="7080" y="9128"/>
                    <a:pt x="6996" y="9211"/>
                    <a:pt x="6996" y="9313"/>
                  </a:cubicBezTo>
                  <a:cubicBezTo>
                    <a:pt x="6996" y="9416"/>
                    <a:pt x="7079" y="9500"/>
                    <a:pt x="7182" y="9500"/>
                  </a:cubicBezTo>
                  <a:lnTo>
                    <a:pt x="9374" y="9500"/>
                  </a:lnTo>
                  <a:cubicBezTo>
                    <a:pt x="9476" y="9500"/>
                    <a:pt x="9560" y="9417"/>
                    <a:pt x="9560" y="9313"/>
                  </a:cubicBezTo>
                  <a:lnTo>
                    <a:pt x="9560" y="8275"/>
                  </a:lnTo>
                  <a:cubicBezTo>
                    <a:pt x="9560" y="8234"/>
                    <a:pt x="9547" y="8194"/>
                    <a:pt x="9520" y="8161"/>
                  </a:cubicBezTo>
                  <a:lnTo>
                    <a:pt x="8776" y="7221"/>
                  </a:lnTo>
                  <a:cubicBezTo>
                    <a:pt x="8750" y="7190"/>
                    <a:pt x="8716" y="7166"/>
                    <a:pt x="8675" y="7157"/>
                  </a:cubicBezTo>
                  <a:lnTo>
                    <a:pt x="7910" y="6966"/>
                  </a:lnTo>
                  <a:lnTo>
                    <a:pt x="7347" y="5921"/>
                  </a:lnTo>
                  <a:cubicBezTo>
                    <a:pt x="7314" y="5860"/>
                    <a:pt x="7251" y="5824"/>
                    <a:pt x="7183" y="5824"/>
                  </a:cubicBezTo>
                  <a:lnTo>
                    <a:pt x="5416" y="5824"/>
                  </a:lnTo>
                  <a:cubicBezTo>
                    <a:pt x="5355" y="5824"/>
                    <a:pt x="5301" y="5853"/>
                    <a:pt x="5265" y="5901"/>
                  </a:cubicBezTo>
                  <a:lnTo>
                    <a:pt x="4977" y="6300"/>
                  </a:lnTo>
                  <a:lnTo>
                    <a:pt x="4689" y="5226"/>
                  </a:lnTo>
                  <a:cubicBezTo>
                    <a:pt x="4675" y="5179"/>
                    <a:pt x="4646" y="5139"/>
                    <a:pt x="4602" y="5114"/>
                  </a:cubicBezTo>
                  <a:cubicBezTo>
                    <a:pt x="4573" y="5098"/>
                    <a:pt x="4542" y="5089"/>
                    <a:pt x="4510" y="5089"/>
                  </a:cubicBezTo>
                  <a:cubicBezTo>
                    <a:pt x="4493" y="5089"/>
                    <a:pt x="4477" y="5091"/>
                    <a:pt x="4461" y="5096"/>
                  </a:cubicBezTo>
                  <a:lnTo>
                    <a:pt x="3481" y="5357"/>
                  </a:lnTo>
                  <a:lnTo>
                    <a:pt x="2631" y="2186"/>
                  </a:lnTo>
                  <a:lnTo>
                    <a:pt x="3098" y="1768"/>
                  </a:lnTo>
                  <a:cubicBezTo>
                    <a:pt x="3150" y="1721"/>
                    <a:pt x="3171" y="1649"/>
                    <a:pt x="3153" y="1582"/>
                  </a:cubicBezTo>
                  <a:lnTo>
                    <a:pt x="3014" y="1061"/>
                  </a:lnTo>
                  <a:cubicBezTo>
                    <a:pt x="3254" y="948"/>
                    <a:pt x="3386" y="678"/>
                    <a:pt x="3316" y="413"/>
                  </a:cubicBezTo>
                  <a:cubicBezTo>
                    <a:pt x="3277" y="269"/>
                    <a:pt x="3185" y="150"/>
                    <a:pt x="3056" y="75"/>
                  </a:cubicBezTo>
                  <a:cubicBezTo>
                    <a:pt x="2971" y="25"/>
                    <a:pt x="2876" y="0"/>
                    <a:pt x="27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2"/>
            <p:cNvSpPr/>
            <p:nvPr/>
          </p:nvSpPr>
          <p:spPr>
            <a:xfrm>
              <a:off x="1463994" y="4591663"/>
              <a:ext cx="12151" cy="12151"/>
            </a:xfrm>
            <a:custGeom>
              <a:rect b="b" l="l" r="r" t="t"/>
              <a:pathLst>
                <a:path extrusionOk="0" h="373" w="373">
                  <a:moveTo>
                    <a:pt x="186" y="1"/>
                  </a:moveTo>
                  <a:cubicBezTo>
                    <a:pt x="84" y="1"/>
                    <a:pt x="1" y="85"/>
                    <a:pt x="1" y="187"/>
                  </a:cubicBezTo>
                  <a:cubicBezTo>
                    <a:pt x="1" y="290"/>
                    <a:pt x="85" y="373"/>
                    <a:pt x="186" y="373"/>
                  </a:cubicBezTo>
                  <a:cubicBezTo>
                    <a:pt x="290" y="373"/>
                    <a:pt x="373" y="289"/>
                    <a:pt x="373" y="187"/>
                  </a:cubicBezTo>
                  <a:cubicBezTo>
                    <a:pt x="373" y="85"/>
                    <a:pt x="289" y="2"/>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78" name="Shape 7878"/>
        <p:cNvGrpSpPr/>
        <p:nvPr/>
      </p:nvGrpSpPr>
      <p:grpSpPr>
        <a:xfrm>
          <a:off x="0" y="0"/>
          <a:ext cx="0" cy="0"/>
          <a:chOff x="0" y="0"/>
          <a:chExt cx="0" cy="0"/>
        </a:xfrm>
      </p:grpSpPr>
      <p:sp>
        <p:nvSpPr>
          <p:cNvPr id="7879" name="Google Shape;7879;p7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a:t>
            </a:r>
            <a:r>
              <a:rPr lang="en"/>
              <a:t>lternative resources</a:t>
            </a:r>
            <a:endParaRPr/>
          </a:p>
        </p:txBody>
      </p:sp>
      <p:sp>
        <p:nvSpPr>
          <p:cNvPr id="7880" name="Google Shape;7880;p73"/>
          <p:cNvSpPr txBox="1"/>
          <p:nvPr>
            <p:ph idx="1" type="body"/>
          </p:nvPr>
        </p:nvSpPr>
        <p:spPr>
          <a:xfrm>
            <a:off x="720000" y="1215749"/>
            <a:ext cx="7704000" cy="75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a:t>
            </a:r>
            <a:endParaRPr/>
          </a:p>
          <a:p>
            <a:pPr indent="-317500" lvl="0" marL="457200" rtl="0" algn="l">
              <a:spcBef>
                <a:spcPts val="0"/>
              </a:spcBef>
              <a:spcAft>
                <a:spcPts val="0"/>
              </a:spcAft>
              <a:buSzPts val="1400"/>
              <a:buChar char="●"/>
            </a:pPr>
            <a:r>
              <a:rPr lang="en">
                <a:uFill>
                  <a:noFill/>
                </a:uFill>
                <a:hlinkClick r:id="rId3"/>
              </a:rPr>
              <a:t>Isometric mining industry composition with factory industrial vehicles digging quarry mine precious stones dynamite shovel</a:t>
            </a:r>
            <a:endParaRPr/>
          </a:p>
        </p:txBody>
      </p:sp>
      <p:grpSp>
        <p:nvGrpSpPr>
          <p:cNvPr id="7881" name="Google Shape;7881;p73"/>
          <p:cNvGrpSpPr/>
          <p:nvPr/>
        </p:nvGrpSpPr>
        <p:grpSpPr>
          <a:xfrm>
            <a:off x="1532450" y="2720597"/>
            <a:ext cx="943075" cy="1210963"/>
            <a:chOff x="1218125" y="2720584"/>
            <a:chExt cx="943075" cy="1210963"/>
          </a:xfrm>
        </p:grpSpPr>
        <p:sp>
          <p:nvSpPr>
            <p:cNvPr id="7882" name="Google Shape;7882;p73"/>
            <p:cNvSpPr/>
            <p:nvPr/>
          </p:nvSpPr>
          <p:spPr>
            <a:xfrm>
              <a:off x="1219750" y="2722375"/>
              <a:ext cx="941450" cy="1207800"/>
            </a:xfrm>
            <a:custGeom>
              <a:rect b="b" l="l" r="r" t="t"/>
              <a:pathLst>
                <a:path extrusionOk="0" h="48312" w="37658">
                  <a:moveTo>
                    <a:pt x="16165" y="0"/>
                  </a:moveTo>
                  <a:lnTo>
                    <a:pt x="0" y="20574"/>
                  </a:lnTo>
                  <a:lnTo>
                    <a:pt x="92" y="40138"/>
                  </a:lnTo>
                  <a:lnTo>
                    <a:pt x="10470" y="46843"/>
                  </a:lnTo>
                  <a:lnTo>
                    <a:pt x="21492" y="48312"/>
                  </a:lnTo>
                  <a:lnTo>
                    <a:pt x="37658" y="27647"/>
                  </a:lnTo>
                  <a:lnTo>
                    <a:pt x="37474" y="8267"/>
                  </a:lnTo>
                  <a:lnTo>
                    <a:pt x="27279" y="1562"/>
                  </a:lnTo>
                  <a:close/>
                </a:path>
              </a:pathLst>
            </a:custGeom>
            <a:solidFill>
              <a:schemeClr val="accent3"/>
            </a:solidFill>
            <a:ln>
              <a:noFill/>
            </a:ln>
          </p:spPr>
        </p:sp>
        <p:sp>
          <p:nvSpPr>
            <p:cNvPr id="7883" name="Google Shape;7883;p73"/>
            <p:cNvSpPr/>
            <p:nvPr/>
          </p:nvSpPr>
          <p:spPr>
            <a:xfrm>
              <a:off x="1275908" y="2907998"/>
              <a:ext cx="456621" cy="800546"/>
            </a:xfrm>
            <a:custGeom>
              <a:rect b="b" l="l" r="r" t="t"/>
              <a:pathLst>
                <a:path extrusionOk="0" h="8368" w="4773">
                  <a:moveTo>
                    <a:pt x="2903" y="0"/>
                  </a:moveTo>
                  <a:lnTo>
                    <a:pt x="1" y="3690"/>
                  </a:lnTo>
                  <a:lnTo>
                    <a:pt x="39" y="7170"/>
                  </a:lnTo>
                  <a:lnTo>
                    <a:pt x="1871" y="8368"/>
                  </a:lnTo>
                  <a:lnTo>
                    <a:pt x="4773" y="4678"/>
                  </a:lnTo>
                  <a:lnTo>
                    <a:pt x="4739" y="1198"/>
                  </a:lnTo>
                  <a:lnTo>
                    <a:pt x="2903" y="0"/>
                  </a:ln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3"/>
            <p:cNvSpPr/>
            <p:nvPr/>
          </p:nvSpPr>
          <p:spPr>
            <a:xfrm>
              <a:off x="1218125" y="3238244"/>
              <a:ext cx="61514" cy="487330"/>
            </a:xfrm>
            <a:custGeom>
              <a:rect b="b" l="l" r="r" t="t"/>
              <a:pathLst>
                <a:path extrusionOk="0" h="5094" w="643">
                  <a:moveTo>
                    <a:pt x="0" y="0"/>
                  </a:moveTo>
                  <a:lnTo>
                    <a:pt x="50" y="5094"/>
                  </a:lnTo>
                  <a:lnTo>
                    <a:pt x="643" y="3718"/>
                  </a:lnTo>
                  <a:lnTo>
                    <a:pt x="605" y="238"/>
                  </a:lnTo>
                  <a:lnTo>
                    <a:pt x="0"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3"/>
            <p:cNvSpPr/>
            <p:nvPr/>
          </p:nvSpPr>
          <p:spPr>
            <a:xfrm>
              <a:off x="1218125" y="2720584"/>
              <a:ext cx="406683" cy="540426"/>
            </a:xfrm>
            <a:custGeom>
              <a:rect b="b" l="l" r="r" t="t"/>
              <a:pathLst>
                <a:path extrusionOk="0" h="5649" w="4251">
                  <a:moveTo>
                    <a:pt x="4250" y="0"/>
                  </a:moveTo>
                  <a:lnTo>
                    <a:pt x="0" y="5411"/>
                  </a:lnTo>
                  <a:lnTo>
                    <a:pt x="605" y="5649"/>
                  </a:lnTo>
                  <a:lnTo>
                    <a:pt x="3507" y="1959"/>
                  </a:lnTo>
                  <a:lnTo>
                    <a:pt x="4250"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3"/>
            <p:cNvSpPr/>
            <p:nvPr/>
          </p:nvSpPr>
          <p:spPr>
            <a:xfrm>
              <a:off x="1553537" y="2720584"/>
              <a:ext cx="328140" cy="302022"/>
            </a:xfrm>
            <a:custGeom>
              <a:rect b="b" l="l" r="r" t="t"/>
              <a:pathLst>
                <a:path extrusionOk="0" h="3157" w="3430">
                  <a:moveTo>
                    <a:pt x="744" y="0"/>
                  </a:moveTo>
                  <a:lnTo>
                    <a:pt x="1" y="1959"/>
                  </a:lnTo>
                  <a:lnTo>
                    <a:pt x="1837" y="3157"/>
                  </a:lnTo>
                  <a:lnTo>
                    <a:pt x="3429" y="1754"/>
                  </a:lnTo>
                  <a:lnTo>
                    <a:pt x="744" y="0"/>
                  </a:lnTo>
                  <a:close/>
                </a:path>
              </a:pathLst>
            </a:custGeom>
            <a:solidFill>
              <a:srgbClr val="333233">
                <a:alpha val="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3"/>
            <p:cNvSpPr/>
            <p:nvPr/>
          </p:nvSpPr>
          <p:spPr>
            <a:xfrm>
              <a:off x="1729279" y="2888386"/>
              <a:ext cx="157660" cy="487330"/>
            </a:xfrm>
            <a:custGeom>
              <a:rect b="b" l="l" r="r" t="t"/>
              <a:pathLst>
                <a:path extrusionOk="0" h="5094" w="1648">
                  <a:moveTo>
                    <a:pt x="1592" y="0"/>
                  </a:moveTo>
                  <a:lnTo>
                    <a:pt x="0" y="1403"/>
                  </a:lnTo>
                  <a:lnTo>
                    <a:pt x="34" y="4883"/>
                  </a:lnTo>
                  <a:lnTo>
                    <a:pt x="1648" y="5093"/>
                  </a:lnTo>
                  <a:lnTo>
                    <a:pt x="1592" y="0"/>
                  </a:lnTo>
                  <a:close/>
                </a:path>
              </a:pathLst>
            </a:custGeom>
            <a:solidFill>
              <a:srgbClr val="333233">
                <a:alpha val="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3"/>
            <p:cNvSpPr/>
            <p:nvPr/>
          </p:nvSpPr>
          <p:spPr>
            <a:xfrm>
              <a:off x="1454808" y="3355437"/>
              <a:ext cx="432130" cy="537938"/>
            </a:xfrm>
            <a:custGeom>
              <a:rect b="b" l="l" r="r" t="t"/>
              <a:pathLst>
                <a:path extrusionOk="0" h="5623" w="4517">
                  <a:moveTo>
                    <a:pt x="2903" y="1"/>
                  </a:moveTo>
                  <a:lnTo>
                    <a:pt x="1" y="3691"/>
                  </a:lnTo>
                  <a:lnTo>
                    <a:pt x="262" y="5622"/>
                  </a:lnTo>
                  <a:lnTo>
                    <a:pt x="4517" y="211"/>
                  </a:lnTo>
                  <a:lnTo>
                    <a:pt x="2903" y="1"/>
                  </a:lnTo>
                  <a:close/>
                </a:path>
              </a:pathLst>
            </a:custGeom>
            <a:solidFill>
              <a:srgbClr val="333233">
                <a:alpha val="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3"/>
            <p:cNvSpPr/>
            <p:nvPr/>
          </p:nvSpPr>
          <p:spPr>
            <a:xfrm>
              <a:off x="1222813" y="3593937"/>
              <a:ext cx="257059" cy="299439"/>
            </a:xfrm>
            <a:custGeom>
              <a:rect b="b" l="l" r="r" t="t"/>
              <a:pathLst>
                <a:path extrusionOk="0" h="3130" w="2687">
                  <a:moveTo>
                    <a:pt x="594" y="0"/>
                  </a:moveTo>
                  <a:lnTo>
                    <a:pt x="1" y="1376"/>
                  </a:lnTo>
                  <a:lnTo>
                    <a:pt x="2687" y="3129"/>
                  </a:lnTo>
                  <a:lnTo>
                    <a:pt x="2426" y="1198"/>
                  </a:lnTo>
                  <a:lnTo>
                    <a:pt x="594" y="0"/>
                  </a:lnTo>
                  <a:close/>
                </a:path>
              </a:pathLst>
            </a:custGeom>
            <a:solidFill>
              <a:srgbClr val="333233">
                <a:alpha val="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3"/>
            <p:cNvSpPr/>
            <p:nvPr/>
          </p:nvSpPr>
          <p:spPr>
            <a:xfrm>
              <a:off x="1624714" y="2720584"/>
              <a:ext cx="530859" cy="206068"/>
            </a:xfrm>
            <a:custGeom>
              <a:rect b="b" l="l" r="r" t="t"/>
              <a:pathLst>
                <a:path extrusionOk="0" h="2154" w="5549">
                  <a:moveTo>
                    <a:pt x="0" y="0"/>
                  </a:moveTo>
                  <a:lnTo>
                    <a:pt x="2685" y="1754"/>
                  </a:lnTo>
                  <a:lnTo>
                    <a:pt x="5549" y="2153"/>
                  </a:lnTo>
                  <a:lnTo>
                    <a:pt x="2858" y="406"/>
                  </a:lnTo>
                  <a:lnTo>
                    <a:pt x="0" y="0"/>
                  </a:lnTo>
                  <a:close/>
                </a:path>
              </a:pathLst>
            </a:custGeom>
            <a:solidFill>
              <a:srgbClr val="333233">
                <a:alpha val="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3"/>
            <p:cNvSpPr/>
            <p:nvPr/>
          </p:nvSpPr>
          <p:spPr>
            <a:xfrm>
              <a:off x="1881582" y="2888386"/>
              <a:ext cx="278775" cy="525980"/>
            </a:xfrm>
            <a:custGeom>
              <a:rect b="b" l="l" r="r" t="t"/>
              <a:pathLst>
                <a:path extrusionOk="0" h="5498" w="2914">
                  <a:moveTo>
                    <a:pt x="0" y="0"/>
                  </a:moveTo>
                  <a:lnTo>
                    <a:pt x="56" y="5093"/>
                  </a:lnTo>
                  <a:lnTo>
                    <a:pt x="2914" y="5498"/>
                  </a:lnTo>
                  <a:lnTo>
                    <a:pt x="2864" y="399"/>
                  </a:lnTo>
                  <a:lnTo>
                    <a:pt x="0" y="0"/>
                  </a:lnTo>
                  <a:close/>
                </a:path>
              </a:pathLst>
            </a:custGeom>
            <a:solidFill>
              <a:srgbClr val="B54F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3"/>
            <p:cNvSpPr/>
            <p:nvPr/>
          </p:nvSpPr>
          <p:spPr>
            <a:xfrm>
              <a:off x="1881582" y="2888386"/>
              <a:ext cx="278775" cy="525980"/>
            </a:xfrm>
            <a:custGeom>
              <a:rect b="b" l="l" r="r" t="t"/>
              <a:pathLst>
                <a:path extrusionOk="0" h="5498" w="2914">
                  <a:moveTo>
                    <a:pt x="0" y="0"/>
                  </a:moveTo>
                  <a:lnTo>
                    <a:pt x="56" y="5093"/>
                  </a:lnTo>
                  <a:lnTo>
                    <a:pt x="2914" y="5498"/>
                  </a:lnTo>
                  <a:lnTo>
                    <a:pt x="2864" y="399"/>
                  </a:lnTo>
                  <a:lnTo>
                    <a:pt x="0" y="0"/>
                  </a:lnTo>
                  <a:close/>
                </a:path>
              </a:pathLst>
            </a:custGeom>
            <a:solidFill>
              <a:srgbClr val="333233">
                <a:alpha val="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3"/>
            <p:cNvSpPr/>
            <p:nvPr/>
          </p:nvSpPr>
          <p:spPr>
            <a:xfrm>
              <a:off x="1479777" y="3375623"/>
              <a:ext cx="680579" cy="555924"/>
            </a:xfrm>
            <a:custGeom>
              <a:rect b="b" l="l" r="r" t="t"/>
              <a:pathLst>
                <a:path extrusionOk="0" h="5811" w="7114">
                  <a:moveTo>
                    <a:pt x="4256" y="0"/>
                  </a:moveTo>
                  <a:lnTo>
                    <a:pt x="1" y="5411"/>
                  </a:lnTo>
                  <a:lnTo>
                    <a:pt x="2857" y="5810"/>
                  </a:lnTo>
                  <a:lnTo>
                    <a:pt x="7114" y="405"/>
                  </a:lnTo>
                  <a:lnTo>
                    <a:pt x="4256" y="0"/>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4" name="Google Shape;7894;p73"/>
          <p:cNvGrpSpPr/>
          <p:nvPr/>
        </p:nvGrpSpPr>
        <p:grpSpPr>
          <a:xfrm>
            <a:off x="6064629" y="2666050"/>
            <a:ext cx="1247296" cy="1138925"/>
            <a:chOff x="2045079" y="3466150"/>
            <a:chExt cx="1247296" cy="1138925"/>
          </a:xfrm>
        </p:grpSpPr>
        <p:sp>
          <p:nvSpPr>
            <p:cNvPr id="7895" name="Google Shape;7895;p73"/>
            <p:cNvSpPr/>
            <p:nvPr/>
          </p:nvSpPr>
          <p:spPr>
            <a:xfrm>
              <a:off x="2050150" y="3466150"/>
              <a:ext cx="1242225" cy="1138925"/>
            </a:xfrm>
            <a:custGeom>
              <a:rect b="b" l="l" r="r" t="t"/>
              <a:pathLst>
                <a:path extrusionOk="0" h="45557" w="49689">
                  <a:moveTo>
                    <a:pt x="9001" y="5603"/>
                  </a:moveTo>
                  <a:lnTo>
                    <a:pt x="4316" y="12124"/>
                  </a:lnTo>
                  <a:lnTo>
                    <a:pt x="0" y="27554"/>
                  </a:lnTo>
                  <a:lnTo>
                    <a:pt x="28656" y="45557"/>
                  </a:lnTo>
                  <a:lnTo>
                    <a:pt x="45097" y="27830"/>
                  </a:lnTo>
                  <a:lnTo>
                    <a:pt x="49689" y="12124"/>
                  </a:lnTo>
                  <a:lnTo>
                    <a:pt x="41239" y="5695"/>
                  </a:lnTo>
                  <a:lnTo>
                    <a:pt x="26727" y="0"/>
                  </a:lnTo>
                  <a:close/>
                </a:path>
              </a:pathLst>
            </a:custGeom>
            <a:solidFill>
              <a:schemeClr val="accent6"/>
            </a:solidFill>
            <a:ln>
              <a:noFill/>
            </a:ln>
          </p:spPr>
        </p:sp>
        <p:sp>
          <p:nvSpPr>
            <p:cNvPr id="7896" name="Google Shape;7896;p73"/>
            <p:cNvSpPr/>
            <p:nvPr/>
          </p:nvSpPr>
          <p:spPr>
            <a:xfrm>
              <a:off x="2045079" y="3567820"/>
              <a:ext cx="1247026" cy="787822"/>
            </a:xfrm>
            <a:custGeom>
              <a:rect b="b" l="l" r="r" t="t"/>
              <a:pathLst>
                <a:path extrusionOk="0" h="8235" w="13035">
                  <a:moveTo>
                    <a:pt x="7736" y="1"/>
                  </a:moveTo>
                  <a:lnTo>
                    <a:pt x="1215" y="2026"/>
                  </a:lnTo>
                  <a:lnTo>
                    <a:pt x="0" y="6143"/>
                  </a:lnTo>
                  <a:lnTo>
                    <a:pt x="5305" y="8235"/>
                  </a:lnTo>
                  <a:lnTo>
                    <a:pt x="11819" y="6210"/>
                  </a:lnTo>
                  <a:lnTo>
                    <a:pt x="13034" y="2093"/>
                  </a:lnTo>
                  <a:lnTo>
                    <a:pt x="77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3"/>
            <p:cNvSpPr/>
            <p:nvPr/>
          </p:nvSpPr>
          <p:spPr>
            <a:xfrm>
              <a:off x="2045079" y="3885725"/>
              <a:ext cx="509142" cy="469919"/>
            </a:xfrm>
            <a:custGeom>
              <a:rect b="b" l="l" r="r" t="t"/>
              <a:pathLst>
                <a:path extrusionOk="0" h="4912" w="5322">
                  <a:moveTo>
                    <a:pt x="1549" y="1"/>
                  </a:moveTo>
                  <a:lnTo>
                    <a:pt x="0" y="2820"/>
                  </a:lnTo>
                  <a:lnTo>
                    <a:pt x="5305" y="4912"/>
                  </a:lnTo>
                  <a:lnTo>
                    <a:pt x="5322" y="1488"/>
                  </a:lnTo>
                  <a:lnTo>
                    <a:pt x="1549" y="1"/>
                  </a:ln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3"/>
            <p:cNvSpPr/>
            <p:nvPr/>
          </p:nvSpPr>
          <p:spPr>
            <a:xfrm>
              <a:off x="2552598" y="3890030"/>
              <a:ext cx="623274" cy="465614"/>
            </a:xfrm>
            <a:custGeom>
              <a:rect b="b" l="l" r="r" t="t"/>
              <a:pathLst>
                <a:path extrusionOk="0" h="4867" w="6515">
                  <a:moveTo>
                    <a:pt x="4657" y="1"/>
                  </a:moveTo>
                  <a:lnTo>
                    <a:pt x="17" y="1443"/>
                  </a:lnTo>
                  <a:lnTo>
                    <a:pt x="0" y="4867"/>
                  </a:lnTo>
                  <a:lnTo>
                    <a:pt x="6514" y="2842"/>
                  </a:lnTo>
                  <a:lnTo>
                    <a:pt x="4657" y="1"/>
                  </a:lnTo>
                  <a:close/>
                </a:path>
              </a:pathLst>
            </a:custGeom>
            <a:solidFill>
              <a:srgbClr val="333233">
                <a:alpha val="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3"/>
            <p:cNvSpPr/>
            <p:nvPr/>
          </p:nvSpPr>
          <p:spPr>
            <a:xfrm>
              <a:off x="2998028" y="3609723"/>
              <a:ext cx="294082" cy="552193"/>
            </a:xfrm>
            <a:custGeom>
              <a:rect b="b" l="l" r="r" t="t"/>
              <a:pathLst>
                <a:path extrusionOk="0" h="5772" w="3074">
                  <a:moveTo>
                    <a:pt x="866" y="1"/>
                  </a:moveTo>
                  <a:lnTo>
                    <a:pt x="1" y="2931"/>
                  </a:lnTo>
                  <a:lnTo>
                    <a:pt x="1858" y="5772"/>
                  </a:lnTo>
                  <a:lnTo>
                    <a:pt x="3073" y="1655"/>
                  </a:lnTo>
                  <a:lnTo>
                    <a:pt x="866" y="1"/>
                  </a:lnTo>
                  <a:close/>
                </a:path>
              </a:pathLst>
            </a:custGeom>
            <a:solidFill>
              <a:srgbClr val="333233">
                <a:alpha val="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3"/>
            <p:cNvSpPr/>
            <p:nvPr/>
          </p:nvSpPr>
          <p:spPr>
            <a:xfrm>
              <a:off x="2045079" y="3605035"/>
              <a:ext cx="230559" cy="550471"/>
            </a:xfrm>
            <a:custGeom>
              <a:rect b="b" l="l" r="r" t="t"/>
              <a:pathLst>
                <a:path extrusionOk="0" h="5754" w="2410">
                  <a:moveTo>
                    <a:pt x="2410" y="0"/>
                  </a:moveTo>
                  <a:lnTo>
                    <a:pt x="1215" y="1637"/>
                  </a:lnTo>
                  <a:lnTo>
                    <a:pt x="0" y="5754"/>
                  </a:lnTo>
                  <a:lnTo>
                    <a:pt x="1549" y="2935"/>
                  </a:lnTo>
                  <a:lnTo>
                    <a:pt x="24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3"/>
            <p:cNvSpPr/>
            <p:nvPr/>
          </p:nvSpPr>
          <p:spPr>
            <a:xfrm>
              <a:off x="2552598" y="4161823"/>
              <a:ext cx="623274" cy="442175"/>
            </a:xfrm>
            <a:custGeom>
              <a:rect b="b" l="l" r="r" t="t"/>
              <a:pathLst>
                <a:path extrusionOk="0" h="4622" w="6515">
                  <a:moveTo>
                    <a:pt x="6514" y="1"/>
                  </a:moveTo>
                  <a:lnTo>
                    <a:pt x="0" y="2026"/>
                  </a:lnTo>
                  <a:lnTo>
                    <a:pt x="2214" y="4622"/>
                  </a:lnTo>
                  <a:lnTo>
                    <a:pt x="6514" y="1"/>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3"/>
            <p:cNvSpPr/>
            <p:nvPr/>
          </p:nvSpPr>
          <p:spPr>
            <a:xfrm>
              <a:off x="2045079" y="4155413"/>
              <a:ext cx="719324" cy="448585"/>
            </a:xfrm>
            <a:custGeom>
              <a:rect b="b" l="l" r="r" t="t"/>
              <a:pathLst>
                <a:path extrusionOk="0" h="4689" w="7519">
                  <a:moveTo>
                    <a:pt x="0" y="1"/>
                  </a:moveTo>
                  <a:lnTo>
                    <a:pt x="7519" y="4689"/>
                  </a:lnTo>
                  <a:lnTo>
                    <a:pt x="7519" y="4689"/>
                  </a:lnTo>
                  <a:lnTo>
                    <a:pt x="5305" y="2093"/>
                  </a:lnTo>
                  <a:lnTo>
                    <a:pt x="0" y="1"/>
                  </a:lnTo>
                  <a:close/>
                </a:path>
              </a:pathLst>
            </a:custGeom>
            <a:solidFill>
              <a:srgbClr val="333233">
                <a:alpha val="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3"/>
            <p:cNvSpPr/>
            <p:nvPr/>
          </p:nvSpPr>
          <p:spPr>
            <a:xfrm>
              <a:off x="2193269" y="3466890"/>
              <a:ext cx="887603" cy="561281"/>
            </a:xfrm>
            <a:custGeom>
              <a:rect b="b" l="l" r="r" t="t"/>
              <a:pathLst>
                <a:path extrusionOk="0" h="5867" w="9278">
                  <a:moveTo>
                    <a:pt x="5503" y="1"/>
                  </a:moveTo>
                  <a:lnTo>
                    <a:pt x="861" y="1444"/>
                  </a:lnTo>
                  <a:lnTo>
                    <a:pt x="0" y="4379"/>
                  </a:lnTo>
                  <a:lnTo>
                    <a:pt x="3773" y="5866"/>
                  </a:lnTo>
                  <a:lnTo>
                    <a:pt x="8413" y="4424"/>
                  </a:lnTo>
                  <a:lnTo>
                    <a:pt x="9278" y="1494"/>
                  </a:lnTo>
                  <a:lnTo>
                    <a:pt x="5503"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4" name="Google Shape;7904;p73"/>
          <p:cNvGrpSpPr/>
          <p:nvPr/>
        </p:nvGrpSpPr>
        <p:grpSpPr>
          <a:xfrm>
            <a:off x="3640384" y="2792188"/>
            <a:ext cx="1551732" cy="1067750"/>
            <a:chOff x="2668834" y="2617550"/>
            <a:chExt cx="1551732" cy="1067750"/>
          </a:xfrm>
        </p:grpSpPr>
        <p:sp>
          <p:nvSpPr>
            <p:cNvPr id="7905" name="Google Shape;7905;p73"/>
            <p:cNvSpPr/>
            <p:nvPr/>
          </p:nvSpPr>
          <p:spPr>
            <a:xfrm>
              <a:off x="2670250" y="2624450"/>
              <a:ext cx="1547650" cy="1060850"/>
            </a:xfrm>
            <a:custGeom>
              <a:rect b="b" l="l" r="r" t="t"/>
              <a:pathLst>
                <a:path extrusionOk="0" h="42434" w="61906">
                  <a:moveTo>
                    <a:pt x="6797" y="9093"/>
                  </a:moveTo>
                  <a:lnTo>
                    <a:pt x="22962" y="0"/>
                  </a:lnTo>
                  <a:lnTo>
                    <a:pt x="55293" y="18553"/>
                  </a:lnTo>
                  <a:lnTo>
                    <a:pt x="61906" y="27463"/>
                  </a:lnTo>
                  <a:lnTo>
                    <a:pt x="55293" y="33065"/>
                  </a:lnTo>
                  <a:lnTo>
                    <a:pt x="39036" y="42434"/>
                  </a:lnTo>
                  <a:lnTo>
                    <a:pt x="6705" y="23697"/>
                  </a:lnTo>
                  <a:lnTo>
                    <a:pt x="0" y="15430"/>
                  </a:lnTo>
                  <a:close/>
                </a:path>
              </a:pathLst>
            </a:custGeom>
            <a:solidFill>
              <a:schemeClr val="accent4"/>
            </a:solidFill>
            <a:ln>
              <a:noFill/>
            </a:ln>
          </p:spPr>
        </p:sp>
        <p:sp>
          <p:nvSpPr>
            <p:cNvPr id="7906" name="Google Shape;7906;p73"/>
            <p:cNvSpPr/>
            <p:nvPr/>
          </p:nvSpPr>
          <p:spPr>
            <a:xfrm>
              <a:off x="2838645" y="2617550"/>
              <a:ext cx="462457" cy="266530"/>
            </a:xfrm>
            <a:custGeom>
              <a:rect b="b" l="l" r="r" t="t"/>
              <a:pathLst>
                <a:path extrusionOk="0" h="2786" w="4834">
                  <a:moveTo>
                    <a:pt x="4224" y="0"/>
                  </a:moveTo>
                  <a:lnTo>
                    <a:pt x="1" y="2431"/>
                  </a:lnTo>
                  <a:lnTo>
                    <a:pt x="1837" y="2786"/>
                  </a:lnTo>
                  <a:lnTo>
                    <a:pt x="4834" y="1055"/>
                  </a:lnTo>
                  <a:lnTo>
                    <a:pt x="4224" y="0"/>
                  </a:ln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3"/>
            <p:cNvSpPr/>
            <p:nvPr/>
          </p:nvSpPr>
          <p:spPr>
            <a:xfrm>
              <a:off x="3646657" y="3084314"/>
              <a:ext cx="573909" cy="522919"/>
            </a:xfrm>
            <a:custGeom>
              <a:rect b="b" l="l" r="r" t="t"/>
              <a:pathLst>
                <a:path extrusionOk="0" h="5466" w="5999">
                  <a:moveTo>
                    <a:pt x="4223" y="0"/>
                  </a:moveTo>
                  <a:lnTo>
                    <a:pt x="1" y="2431"/>
                  </a:lnTo>
                  <a:lnTo>
                    <a:pt x="594" y="5465"/>
                  </a:lnTo>
                  <a:lnTo>
                    <a:pt x="5998" y="2347"/>
                  </a:lnTo>
                  <a:lnTo>
                    <a:pt x="4223" y="0"/>
                  </a:lnTo>
                  <a:close/>
                </a:path>
              </a:pathLst>
            </a:custGeom>
            <a:solidFill>
              <a:srgbClr val="333233">
                <a:alpha val="3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3"/>
            <p:cNvSpPr/>
            <p:nvPr/>
          </p:nvSpPr>
          <p:spPr>
            <a:xfrm>
              <a:off x="2668834" y="2850023"/>
              <a:ext cx="1034644" cy="757208"/>
            </a:xfrm>
            <a:custGeom>
              <a:rect b="b" l="l" r="r" t="t"/>
              <a:pathLst>
                <a:path extrusionOk="0" h="7915" w="10815">
                  <a:moveTo>
                    <a:pt x="1776" y="1"/>
                  </a:moveTo>
                  <a:lnTo>
                    <a:pt x="0" y="1672"/>
                  </a:lnTo>
                  <a:lnTo>
                    <a:pt x="4196" y="4091"/>
                  </a:lnTo>
                  <a:lnTo>
                    <a:pt x="10815" y="7914"/>
                  </a:lnTo>
                  <a:lnTo>
                    <a:pt x="10222" y="4885"/>
                  </a:lnTo>
                  <a:lnTo>
                    <a:pt x="1776"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3"/>
            <p:cNvSpPr/>
            <p:nvPr/>
          </p:nvSpPr>
          <p:spPr>
            <a:xfrm>
              <a:off x="3646657" y="3308751"/>
              <a:ext cx="573909" cy="376547"/>
            </a:xfrm>
            <a:custGeom>
              <a:rect b="b" l="l" r="r" t="t"/>
              <a:pathLst>
                <a:path extrusionOk="0" h="3936" w="5999">
                  <a:moveTo>
                    <a:pt x="5998" y="1"/>
                  </a:moveTo>
                  <a:lnTo>
                    <a:pt x="594" y="3119"/>
                  </a:lnTo>
                  <a:lnTo>
                    <a:pt x="1" y="3935"/>
                  </a:lnTo>
                  <a:lnTo>
                    <a:pt x="4223" y="1499"/>
                  </a:lnTo>
                  <a:lnTo>
                    <a:pt x="5998" y="1"/>
                  </a:lnTo>
                  <a:close/>
                </a:path>
              </a:pathLst>
            </a:custGeom>
            <a:solidFill>
              <a:srgbClr val="333233">
                <a:alpha val="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3"/>
            <p:cNvSpPr/>
            <p:nvPr/>
          </p:nvSpPr>
          <p:spPr>
            <a:xfrm>
              <a:off x="2668834" y="3009884"/>
              <a:ext cx="1034644" cy="675413"/>
            </a:xfrm>
            <a:custGeom>
              <a:rect b="b" l="l" r="r" t="t"/>
              <a:pathLst>
                <a:path extrusionOk="0" h="7060" w="10815">
                  <a:moveTo>
                    <a:pt x="0" y="1"/>
                  </a:moveTo>
                  <a:lnTo>
                    <a:pt x="1776" y="2182"/>
                  </a:lnTo>
                  <a:lnTo>
                    <a:pt x="10222" y="7059"/>
                  </a:lnTo>
                  <a:lnTo>
                    <a:pt x="10815" y="6243"/>
                  </a:lnTo>
                  <a:lnTo>
                    <a:pt x="0" y="1"/>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3"/>
            <p:cNvSpPr/>
            <p:nvPr/>
          </p:nvSpPr>
          <p:spPr>
            <a:xfrm>
              <a:off x="2838645" y="2617550"/>
              <a:ext cx="1212012" cy="699808"/>
            </a:xfrm>
            <a:custGeom>
              <a:rect b="b" l="l" r="r" t="t"/>
              <a:pathLst>
                <a:path extrusionOk="0" h="7315" w="12669">
                  <a:moveTo>
                    <a:pt x="4224" y="0"/>
                  </a:moveTo>
                  <a:lnTo>
                    <a:pt x="1" y="2431"/>
                  </a:lnTo>
                  <a:lnTo>
                    <a:pt x="2481" y="3869"/>
                  </a:lnTo>
                  <a:lnTo>
                    <a:pt x="3403" y="4395"/>
                  </a:lnTo>
                  <a:lnTo>
                    <a:pt x="8447" y="7315"/>
                  </a:lnTo>
                  <a:lnTo>
                    <a:pt x="12669" y="4879"/>
                  </a:lnTo>
                  <a:lnTo>
                    <a:pt x="9451" y="3020"/>
                  </a:lnTo>
                  <a:lnTo>
                    <a:pt x="6431" y="1277"/>
                  </a:lnTo>
                  <a:lnTo>
                    <a:pt x="4224" y="0"/>
                  </a:lnTo>
                  <a:close/>
                </a:path>
              </a:pathLst>
            </a:custGeom>
            <a:solidFill>
              <a:srgbClr val="F3F0E7">
                <a:alpha val="2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5" name="Shape 7915"/>
        <p:cNvGrpSpPr/>
        <p:nvPr/>
      </p:nvGrpSpPr>
      <p:grpSpPr>
        <a:xfrm>
          <a:off x="0" y="0"/>
          <a:ext cx="0" cy="0"/>
          <a:chOff x="0" y="0"/>
          <a:chExt cx="0" cy="0"/>
        </a:xfrm>
      </p:grpSpPr>
      <p:grpSp>
        <p:nvGrpSpPr>
          <p:cNvPr id="7916" name="Google Shape;7916;p74"/>
          <p:cNvGrpSpPr/>
          <p:nvPr/>
        </p:nvGrpSpPr>
        <p:grpSpPr>
          <a:xfrm>
            <a:off x="5094876" y="3787714"/>
            <a:ext cx="1186184" cy="844418"/>
            <a:chOff x="7088023" y="1297048"/>
            <a:chExt cx="830894" cy="591536"/>
          </a:xfrm>
        </p:grpSpPr>
        <p:sp>
          <p:nvSpPr>
            <p:cNvPr id="7917" name="Google Shape;7917;p74"/>
            <p:cNvSpPr/>
            <p:nvPr/>
          </p:nvSpPr>
          <p:spPr>
            <a:xfrm>
              <a:off x="7101379" y="1303020"/>
              <a:ext cx="802475" cy="547740"/>
            </a:xfrm>
            <a:custGeom>
              <a:rect b="b" l="l" r="r" t="t"/>
              <a:pathLst>
                <a:path extrusionOk="0" h="1926" w="2824">
                  <a:moveTo>
                    <a:pt x="915" y="88"/>
                  </a:moveTo>
                  <a:cubicBezTo>
                    <a:pt x="694" y="176"/>
                    <a:pt x="749" y="282"/>
                    <a:pt x="545" y="397"/>
                  </a:cubicBezTo>
                  <a:cubicBezTo>
                    <a:pt x="318" y="528"/>
                    <a:pt x="272" y="733"/>
                    <a:pt x="195" y="931"/>
                  </a:cubicBezTo>
                  <a:cubicBezTo>
                    <a:pt x="158" y="1017"/>
                    <a:pt x="54" y="1146"/>
                    <a:pt x="0" y="1246"/>
                  </a:cubicBezTo>
                  <a:lnTo>
                    <a:pt x="1187" y="1925"/>
                  </a:lnTo>
                  <a:cubicBezTo>
                    <a:pt x="1234" y="1923"/>
                    <a:pt x="1279" y="1921"/>
                    <a:pt x="1314" y="1915"/>
                  </a:cubicBezTo>
                  <a:lnTo>
                    <a:pt x="1680" y="1858"/>
                  </a:lnTo>
                  <a:cubicBezTo>
                    <a:pt x="1723" y="1817"/>
                    <a:pt x="1866" y="1772"/>
                    <a:pt x="1926" y="1729"/>
                  </a:cubicBezTo>
                  <a:cubicBezTo>
                    <a:pt x="2036" y="1649"/>
                    <a:pt x="2177" y="1647"/>
                    <a:pt x="2341" y="1592"/>
                  </a:cubicBezTo>
                  <a:cubicBezTo>
                    <a:pt x="2388" y="1575"/>
                    <a:pt x="2433" y="1502"/>
                    <a:pt x="2472" y="1543"/>
                  </a:cubicBezTo>
                  <a:cubicBezTo>
                    <a:pt x="2644" y="1473"/>
                    <a:pt x="2818" y="1383"/>
                    <a:pt x="2818" y="1340"/>
                  </a:cubicBezTo>
                  <a:cubicBezTo>
                    <a:pt x="2824" y="886"/>
                    <a:pt x="2478" y="569"/>
                    <a:pt x="2181" y="293"/>
                  </a:cubicBezTo>
                  <a:cubicBezTo>
                    <a:pt x="2016" y="139"/>
                    <a:pt x="1717" y="80"/>
                    <a:pt x="1498" y="31"/>
                  </a:cubicBezTo>
                  <a:cubicBezTo>
                    <a:pt x="1343" y="0"/>
                    <a:pt x="987" y="59"/>
                    <a:pt x="915" y="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4"/>
            <p:cNvSpPr/>
            <p:nvPr/>
          </p:nvSpPr>
          <p:spPr>
            <a:xfrm>
              <a:off x="7101379" y="1317524"/>
              <a:ext cx="449545" cy="533236"/>
            </a:xfrm>
            <a:custGeom>
              <a:rect b="b" l="l" r="r" t="t"/>
              <a:pathLst>
                <a:path extrusionOk="0" h="1875" w="1582">
                  <a:moveTo>
                    <a:pt x="915" y="37"/>
                  </a:moveTo>
                  <a:cubicBezTo>
                    <a:pt x="694" y="125"/>
                    <a:pt x="749" y="231"/>
                    <a:pt x="545" y="346"/>
                  </a:cubicBezTo>
                  <a:cubicBezTo>
                    <a:pt x="318" y="477"/>
                    <a:pt x="272" y="682"/>
                    <a:pt x="195" y="880"/>
                  </a:cubicBezTo>
                  <a:cubicBezTo>
                    <a:pt x="158" y="966"/>
                    <a:pt x="54" y="1095"/>
                    <a:pt x="0" y="1195"/>
                  </a:cubicBezTo>
                  <a:lnTo>
                    <a:pt x="1187" y="1874"/>
                  </a:lnTo>
                  <a:cubicBezTo>
                    <a:pt x="1234" y="1872"/>
                    <a:pt x="1279" y="1870"/>
                    <a:pt x="1314" y="1864"/>
                  </a:cubicBezTo>
                  <a:lnTo>
                    <a:pt x="1566" y="1823"/>
                  </a:lnTo>
                  <a:cubicBezTo>
                    <a:pt x="1582" y="1786"/>
                    <a:pt x="1580" y="1737"/>
                    <a:pt x="1551" y="1680"/>
                  </a:cubicBezTo>
                  <a:cubicBezTo>
                    <a:pt x="1508" y="1594"/>
                    <a:pt x="1478" y="1269"/>
                    <a:pt x="1365" y="1277"/>
                  </a:cubicBezTo>
                  <a:cubicBezTo>
                    <a:pt x="1345" y="1271"/>
                    <a:pt x="1351" y="1179"/>
                    <a:pt x="1351" y="1162"/>
                  </a:cubicBezTo>
                  <a:cubicBezTo>
                    <a:pt x="1351" y="1040"/>
                    <a:pt x="1259" y="1195"/>
                    <a:pt x="1146" y="1220"/>
                  </a:cubicBezTo>
                  <a:cubicBezTo>
                    <a:pt x="1079" y="1236"/>
                    <a:pt x="962" y="1244"/>
                    <a:pt x="921" y="1197"/>
                  </a:cubicBezTo>
                  <a:cubicBezTo>
                    <a:pt x="731" y="999"/>
                    <a:pt x="1445" y="990"/>
                    <a:pt x="1353" y="849"/>
                  </a:cubicBezTo>
                  <a:cubicBezTo>
                    <a:pt x="1306" y="780"/>
                    <a:pt x="1173" y="821"/>
                    <a:pt x="1095" y="815"/>
                  </a:cubicBezTo>
                  <a:cubicBezTo>
                    <a:pt x="1095" y="784"/>
                    <a:pt x="1117" y="663"/>
                    <a:pt x="1054" y="665"/>
                  </a:cubicBezTo>
                  <a:cubicBezTo>
                    <a:pt x="987" y="671"/>
                    <a:pt x="813" y="780"/>
                    <a:pt x="856" y="688"/>
                  </a:cubicBezTo>
                  <a:cubicBezTo>
                    <a:pt x="872" y="655"/>
                    <a:pt x="925" y="612"/>
                    <a:pt x="913" y="583"/>
                  </a:cubicBezTo>
                  <a:cubicBezTo>
                    <a:pt x="892" y="540"/>
                    <a:pt x="759" y="606"/>
                    <a:pt x="759" y="522"/>
                  </a:cubicBezTo>
                  <a:cubicBezTo>
                    <a:pt x="790" y="493"/>
                    <a:pt x="917" y="397"/>
                    <a:pt x="856" y="369"/>
                  </a:cubicBezTo>
                  <a:cubicBezTo>
                    <a:pt x="800" y="344"/>
                    <a:pt x="770" y="330"/>
                    <a:pt x="788" y="268"/>
                  </a:cubicBezTo>
                  <a:cubicBezTo>
                    <a:pt x="819" y="164"/>
                    <a:pt x="884" y="37"/>
                    <a:pt x="1050" y="0"/>
                  </a:cubicBezTo>
                  <a:cubicBezTo>
                    <a:pt x="984" y="17"/>
                    <a:pt x="935" y="29"/>
                    <a:pt x="915" y="37"/>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4"/>
            <p:cNvSpPr/>
            <p:nvPr/>
          </p:nvSpPr>
          <p:spPr>
            <a:xfrm>
              <a:off x="7096832" y="1490150"/>
              <a:ext cx="382767" cy="360041"/>
            </a:xfrm>
            <a:custGeom>
              <a:rect b="b" l="l" r="r" t="t"/>
              <a:pathLst>
                <a:path extrusionOk="0" h="1266" w="1347">
                  <a:moveTo>
                    <a:pt x="315" y="1"/>
                  </a:moveTo>
                  <a:cubicBezTo>
                    <a:pt x="272" y="87"/>
                    <a:pt x="243" y="181"/>
                    <a:pt x="209" y="271"/>
                  </a:cubicBezTo>
                  <a:cubicBezTo>
                    <a:pt x="172" y="357"/>
                    <a:pt x="68" y="486"/>
                    <a:pt x="12" y="586"/>
                  </a:cubicBezTo>
                  <a:cubicBezTo>
                    <a:pt x="0" y="969"/>
                    <a:pt x="728" y="1265"/>
                    <a:pt x="1199" y="1265"/>
                  </a:cubicBezTo>
                  <a:cubicBezTo>
                    <a:pt x="1240" y="1263"/>
                    <a:pt x="1279" y="1261"/>
                    <a:pt x="1311" y="1257"/>
                  </a:cubicBezTo>
                  <a:cubicBezTo>
                    <a:pt x="1268" y="1226"/>
                    <a:pt x="1238" y="1200"/>
                    <a:pt x="1256" y="1181"/>
                  </a:cubicBezTo>
                  <a:cubicBezTo>
                    <a:pt x="1346" y="1098"/>
                    <a:pt x="765" y="1214"/>
                    <a:pt x="1025" y="960"/>
                  </a:cubicBezTo>
                  <a:cubicBezTo>
                    <a:pt x="1074" y="915"/>
                    <a:pt x="1209" y="711"/>
                    <a:pt x="1003" y="836"/>
                  </a:cubicBezTo>
                  <a:cubicBezTo>
                    <a:pt x="829" y="940"/>
                    <a:pt x="704" y="868"/>
                    <a:pt x="704" y="729"/>
                  </a:cubicBezTo>
                  <a:cubicBezTo>
                    <a:pt x="704" y="580"/>
                    <a:pt x="516" y="895"/>
                    <a:pt x="516" y="600"/>
                  </a:cubicBezTo>
                  <a:cubicBezTo>
                    <a:pt x="516" y="496"/>
                    <a:pt x="4" y="725"/>
                    <a:pt x="254" y="324"/>
                  </a:cubicBezTo>
                  <a:cubicBezTo>
                    <a:pt x="352" y="167"/>
                    <a:pt x="364" y="240"/>
                    <a:pt x="321" y="107"/>
                  </a:cubicBezTo>
                  <a:cubicBezTo>
                    <a:pt x="311" y="75"/>
                    <a:pt x="311" y="38"/>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4"/>
            <p:cNvSpPr/>
            <p:nvPr/>
          </p:nvSpPr>
          <p:spPr>
            <a:xfrm>
              <a:off x="7503754" y="1559542"/>
              <a:ext cx="141513" cy="108354"/>
            </a:xfrm>
            <a:custGeom>
              <a:rect b="b" l="l" r="r" t="t"/>
              <a:pathLst>
                <a:path extrusionOk="0" h="381" w="498">
                  <a:moveTo>
                    <a:pt x="260" y="0"/>
                  </a:moveTo>
                  <a:cubicBezTo>
                    <a:pt x="215" y="56"/>
                    <a:pt x="178" y="86"/>
                    <a:pt x="135" y="125"/>
                  </a:cubicBezTo>
                  <a:cubicBezTo>
                    <a:pt x="98" y="164"/>
                    <a:pt x="47" y="180"/>
                    <a:pt x="27" y="215"/>
                  </a:cubicBezTo>
                  <a:cubicBezTo>
                    <a:pt x="0" y="258"/>
                    <a:pt x="123" y="381"/>
                    <a:pt x="162" y="381"/>
                  </a:cubicBezTo>
                  <a:cubicBezTo>
                    <a:pt x="260" y="381"/>
                    <a:pt x="287" y="330"/>
                    <a:pt x="358" y="307"/>
                  </a:cubicBezTo>
                  <a:cubicBezTo>
                    <a:pt x="387" y="297"/>
                    <a:pt x="469" y="254"/>
                    <a:pt x="481" y="234"/>
                  </a:cubicBezTo>
                  <a:cubicBezTo>
                    <a:pt x="497" y="209"/>
                    <a:pt x="479" y="180"/>
                    <a:pt x="456" y="166"/>
                  </a:cubicBezTo>
                  <a:cubicBezTo>
                    <a:pt x="436" y="154"/>
                    <a:pt x="428" y="144"/>
                    <a:pt x="407" y="125"/>
                  </a:cubicBezTo>
                  <a:cubicBezTo>
                    <a:pt x="375" y="94"/>
                    <a:pt x="375" y="80"/>
                    <a:pt x="358" y="52"/>
                  </a:cubicBezTo>
                  <a:cubicBezTo>
                    <a:pt x="334" y="13"/>
                    <a:pt x="311" y="19"/>
                    <a:pt x="260" y="0"/>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4"/>
            <p:cNvSpPr/>
            <p:nvPr/>
          </p:nvSpPr>
          <p:spPr>
            <a:xfrm>
              <a:off x="7438681" y="1507214"/>
              <a:ext cx="47171" cy="21614"/>
            </a:xfrm>
            <a:custGeom>
              <a:rect b="b" l="l" r="r" t="t"/>
              <a:pathLst>
                <a:path extrusionOk="0" h="76" w="166">
                  <a:moveTo>
                    <a:pt x="61" y="15"/>
                  </a:moveTo>
                  <a:cubicBezTo>
                    <a:pt x="43" y="23"/>
                    <a:pt x="41" y="27"/>
                    <a:pt x="31" y="35"/>
                  </a:cubicBezTo>
                  <a:cubicBezTo>
                    <a:pt x="0" y="60"/>
                    <a:pt x="33" y="49"/>
                    <a:pt x="59" y="66"/>
                  </a:cubicBezTo>
                  <a:cubicBezTo>
                    <a:pt x="70" y="70"/>
                    <a:pt x="76" y="72"/>
                    <a:pt x="90" y="72"/>
                  </a:cubicBezTo>
                  <a:cubicBezTo>
                    <a:pt x="102" y="72"/>
                    <a:pt x="106" y="76"/>
                    <a:pt x="113" y="70"/>
                  </a:cubicBezTo>
                  <a:cubicBezTo>
                    <a:pt x="115" y="68"/>
                    <a:pt x="121" y="68"/>
                    <a:pt x="123" y="68"/>
                  </a:cubicBezTo>
                  <a:cubicBezTo>
                    <a:pt x="125" y="64"/>
                    <a:pt x="125" y="60"/>
                    <a:pt x="127" y="58"/>
                  </a:cubicBezTo>
                  <a:cubicBezTo>
                    <a:pt x="137" y="47"/>
                    <a:pt x="143" y="39"/>
                    <a:pt x="149" y="27"/>
                  </a:cubicBezTo>
                  <a:cubicBezTo>
                    <a:pt x="153" y="23"/>
                    <a:pt x="166" y="8"/>
                    <a:pt x="160" y="6"/>
                  </a:cubicBezTo>
                  <a:cubicBezTo>
                    <a:pt x="153" y="0"/>
                    <a:pt x="115" y="2"/>
                    <a:pt x="104" y="2"/>
                  </a:cubicBezTo>
                  <a:cubicBezTo>
                    <a:pt x="94" y="2"/>
                    <a:pt x="86" y="2"/>
                    <a:pt x="82" y="6"/>
                  </a:cubicBezTo>
                  <a:cubicBezTo>
                    <a:pt x="70" y="8"/>
                    <a:pt x="57" y="15"/>
                    <a:pt x="61" y="15"/>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4"/>
            <p:cNvSpPr/>
            <p:nvPr/>
          </p:nvSpPr>
          <p:spPr>
            <a:xfrm>
              <a:off x="7352011" y="1430997"/>
              <a:ext cx="66494" cy="32705"/>
            </a:xfrm>
            <a:custGeom>
              <a:rect b="b" l="l" r="r" t="t"/>
              <a:pathLst>
                <a:path extrusionOk="0" h="115" w="234">
                  <a:moveTo>
                    <a:pt x="53" y="0"/>
                  </a:moveTo>
                  <a:cubicBezTo>
                    <a:pt x="41" y="12"/>
                    <a:pt x="0" y="39"/>
                    <a:pt x="19" y="51"/>
                  </a:cubicBezTo>
                  <a:lnTo>
                    <a:pt x="60" y="80"/>
                  </a:lnTo>
                  <a:cubicBezTo>
                    <a:pt x="78" y="92"/>
                    <a:pt x="92" y="115"/>
                    <a:pt x="125" y="115"/>
                  </a:cubicBezTo>
                  <a:cubicBezTo>
                    <a:pt x="152" y="115"/>
                    <a:pt x="190" y="92"/>
                    <a:pt x="201" y="82"/>
                  </a:cubicBezTo>
                  <a:cubicBezTo>
                    <a:pt x="233" y="53"/>
                    <a:pt x="184" y="41"/>
                    <a:pt x="156" y="29"/>
                  </a:cubicBezTo>
                  <a:cubicBezTo>
                    <a:pt x="121" y="10"/>
                    <a:pt x="105"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4"/>
            <p:cNvSpPr/>
            <p:nvPr/>
          </p:nvSpPr>
          <p:spPr>
            <a:xfrm>
              <a:off x="7344907" y="1397723"/>
              <a:ext cx="24722" cy="27017"/>
            </a:xfrm>
            <a:custGeom>
              <a:rect b="b" l="l" r="r" t="t"/>
              <a:pathLst>
                <a:path extrusionOk="0" h="95" w="87">
                  <a:moveTo>
                    <a:pt x="76" y="3"/>
                  </a:moveTo>
                  <a:cubicBezTo>
                    <a:pt x="74" y="3"/>
                    <a:pt x="46" y="3"/>
                    <a:pt x="42" y="5"/>
                  </a:cubicBezTo>
                  <a:cubicBezTo>
                    <a:pt x="33" y="7"/>
                    <a:pt x="33" y="11"/>
                    <a:pt x="27" y="13"/>
                  </a:cubicBezTo>
                  <a:cubicBezTo>
                    <a:pt x="17" y="15"/>
                    <a:pt x="13" y="17"/>
                    <a:pt x="11" y="25"/>
                  </a:cubicBezTo>
                  <a:cubicBezTo>
                    <a:pt x="7" y="31"/>
                    <a:pt x="1" y="33"/>
                    <a:pt x="3" y="42"/>
                  </a:cubicBezTo>
                  <a:lnTo>
                    <a:pt x="5" y="62"/>
                  </a:lnTo>
                  <a:cubicBezTo>
                    <a:pt x="5" y="74"/>
                    <a:pt x="33" y="74"/>
                    <a:pt x="46" y="78"/>
                  </a:cubicBezTo>
                  <a:cubicBezTo>
                    <a:pt x="54" y="82"/>
                    <a:pt x="74" y="95"/>
                    <a:pt x="82" y="84"/>
                  </a:cubicBezTo>
                  <a:cubicBezTo>
                    <a:pt x="87" y="70"/>
                    <a:pt x="78" y="1"/>
                    <a:pt x="76"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4"/>
            <p:cNvSpPr/>
            <p:nvPr/>
          </p:nvSpPr>
          <p:spPr>
            <a:xfrm>
              <a:off x="7197142" y="1599642"/>
              <a:ext cx="93489" cy="39815"/>
            </a:xfrm>
            <a:custGeom>
              <a:rect b="b" l="l" r="r" t="t"/>
              <a:pathLst>
                <a:path extrusionOk="0" h="140" w="329">
                  <a:moveTo>
                    <a:pt x="5" y="11"/>
                  </a:moveTo>
                  <a:cubicBezTo>
                    <a:pt x="5" y="13"/>
                    <a:pt x="1" y="62"/>
                    <a:pt x="5" y="70"/>
                  </a:cubicBezTo>
                  <a:cubicBezTo>
                    <a:pt x="13" y="82"/>
                    <a:pt x="23" y="82"/>
                    <a:pt x="30" y="93"/>
                  </a:cubicBezTo>
                  <a:cubicBezTo>
                    <a:pt x="36" y="111"/>
                    <a:pt x="42" y="121"/>
                    <a:pt x="73" y="123"/>
                  </a:cubicBezTo>
                  <a:cubicBezTo>
                    <a:pt x="93" y="125"/>
                    <a:pt x="101" y="140"/>
                    <a:pt x="126" y="140"/>
                  </a:cubicBezTo>
                  <a:lnTo>
                    <a:pt x="204" y="140"/>
                  </a:lnTo>
                  <a:cubicBezTo>
                    <a:pt x="251" y="140"/>
                    <a:pt x="251" y="95"/>
                    <a:pt x="269" y="72"/>
                  </a:cubicBezTo>
                  <a:cubicBezTo>
                    <a:pt x="279" y="60"/>
                    <a:pt x="328" y="25"/>
                    <a:pt x="291" y="13"/>
                  </a:cubicBezTo>
                  <a:cubicBezTo>
                    <a:pt x="265" y="1"/>
                    <a:pt x="3" y="9"/>
                    <a:pt x="5" y="11"/>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4"/>
            <p:cNvSpPr/>
            <p:nvPr/>
          </p:nvSpPr>
          <p:spPr>
            <a:xfrm>
              <a:off x="7338087" y="1686381"/>
              <a:ext cx="47739" cy="46072"/>
            </a:xfrm>
            <a:custGeom>
              <a:rect b="b" l="l" r="r" t="t"/>
              <a:pathLst>
                <a:path extrusionOk="0" h="162" w="168">
                  <a:moveTo>
                    <a:pt x="168" y="35"/>
                  </a:moveTo>
                  <a:cubicBezTo>
                    <a:pt x="149" y="25"/>
                    <a:pt x="109" y="0"/>
                    <a:pt x="92" y="13"/>
                  </a:cubicBezTo>
                  <a:lnTo>
                    <a:pt x="55" y="41"/>
                  </a:lnTo>
                  <a:cubicBezTo>
                    <a:pt x="37" y="54"/>
                    <a:pt x="0" y="64"/>
                    <a:pt x="4" y="86"/>
                  </a:cubicBezTo>
                  <a:cubicBezTo>
                    <a:pt x="4" y="105"/>
                    <a:pt x="39" y="131"/>
                    <a:pt x="51" y="137"/>
                  </a:cubicBezTo>
                  <a:cubicBezTo>
                    <a:pt x="92" y="162"/>
                    <a:pt x="113" y="127"/>
                    <a:pt x="131" y="107"/>
                  </a:cubicBezTo>
                  <a:cubicBezTo>
                    <a:pt x="149" y="82"/>
                    <a:pt x="168" y="72"/>
                    <a:pt x="168" y="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4"/>
            <p:cNvSpPr/>
            <p:nvPr/>
          </p:nvSpPr>
          <p:spPr>
            <a:xfrm>
              <a:off x="7303703" y="1600210"/>
              <a:ext cx="24722" cy="40953"/>
            </a:xfrm>
            <a:custGeom>
              <a:rect b="b" l="l" r="r" t="t"/>
              <a:pathLst>
                <a:path extrusionOk="0" h="144" w="87">
                  <a:moveTo>
                    <a:pt x="86" y="7"/>
                  </a:moveTo>
                  <a:cubicBezTo>
                    <a:pt x="82" y="7"/>
                    <a:pt x="56" y="1"/>
                    <a:pt x="49" y="3"/>
                  </a:cubicBezTo>
                  <a:cubicBezTo>
                    <a:pt x="43" y="7"/>
                    <a:pt x="43" y="11"/>
                    <a:pt x="35" y="13"/>
                  </a:cubicBezTo>
                  <a:cubicBezTo>
                    <a:pt x="25" y="17"/>
                    <a:pt x="17" y="19"/>
                    <a:pt x="17" y="31"/>
                  </a:cubicBezTo>
                  <a:cubicBezTo>
                    <a:pt x="15" y="41"/>
                    <a:pt x="7" y="44"/>
                    <a:pt x="7" y="54"/>
                  </a:cubicBezTo>
                  <a:lnTo>
                    <a:pt x="4" y="89"/>
                  </a:lnTo>
                  <a:cubicBezTo>
                    <a:pt x="0" y="109"/>
                    <a:pt x="29" y="111"/>
                    <a:pt x="43" y="119"/>
                  </a:cubicBezTo>
                  <a:cubicBezTo>
                    <a:pt x="49" y="123"/>
                    <a:pt x="68" y="144"/>
                    <a:pt x="78" y="132"/>
                  </a:cubicBezTo>
                  <a:cubicBezTo>
                    <a:pt x="86" y="119"/>
                    <a:pt x="86" y="7"/>
                    <a:pt x="86" y="7"/>
                  </a:cubicBez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4"/>
            <p:cNvSpPr/>
            <p:nvPr/>
          </p:nvSpPr>
          <p:spPr>
            <a:xfrm>
              <a:off x="7825711" y="1518305"/>
              <a:ext cx="93205" cy="90437"/>
            </a:xfrm>
            <a:custGeom>
              <a:rect b="b" l="l" r="r" t="t"/>
              <a:pathLst>
                <a:path extrusionOk="0" h="318" w="328">
                  <a:moveTo>
                    <a:pt x="328" y="133"/>
                  </a:moveTo>
                  <a:lnTo>
                    <a:pt x="177" y="0"/>
                  </a:lnTo>
                  <a:lnTo>
                    <a:pt x="1" y="88"/>
                  </a:lnTo>
                  <a:lnTo>
                    <a:pt x="84" y="317"/>
                  </a:lnTo>
                  <a:lnTo>
                    <a:pt x="320" y="299"/>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4"/>
            <p:cNvSpPr/>
            <p:nvPr/>
          </p:nvSpPr>
          <p:spPr>
            <a:xfrm>
              <a:off x="7794453" y="1662492"/>
              <a:ext cx="105993" cy="84749"/>
            </a:xfrm>
            <a:custGeom>
              <a:rect b="b" l="l" r="r" t="t"/>
              <a:pathLst>
                <a:path extrusionOk="0" h="298" w="373">
                  <a:moveTo>
                    <a:pt x="372" y="154"/>
                  </a:moveTo>
                  <a:lnTo>
                    <a:pt x="225" y="0"/>
                  </a:lnTo>
                  <a:lnTo>
                    <a:pt x="0" y="41"/>
                  </a:lnTo>
                  <a:lnTo>
                    <a:pt x="49" y="262"/>
                  </a:lnTo>
                  <a:lnTo>
                    <a:pt x="327" y="2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4"/>
            <p:cNvSpPr/>
            <p:nvPr/>
          </p:nvSpPr>
          <p:spPr>
            <a:xfrm>
              <a:off x="7731085" y="1480481"/>
              <a:ext cx="118212" cy="90437"/>
            </a:xfrm>
            <a:custGeom>
              <a:rect b="b" l="l" r="r" t="t"/>
              <a:pathLst>
                <a:path extrusionOk="0" h="318" w="416">
                  <a:moveTo>
                    <a:pt x="45" y="41"/>
                  </a:moveTo>
                  <a:lnTo>
                    <a:pt x="252" y="0"/>
                  </a:lnTo>
                  <a:lnTo>
                    <a:pt x="415" y="160"/>
                  </a:lnTo>
                  <a:lnTo>
                    <a:pt x="252" y="317"/>
                  </a:lnTo>
                  <a:lnTo>
                    <a:pt x="0" y="1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4"/>
            <p:cNvSpPr/>
            <p:nvPr/>
          </p:nvSpPr>
          <p:spPr>
            <a:xfrm>
              <a:off x="7681072" y="1661355"/>
              <a:ext cx="107129" cy="133949"/>
            </a:xfrm>
            <a:custGeom>
              <a:rect b="b" l="l" r="r" t="t"/>
              <a:pathLst>
                <a:path extrusionOk="0" h="471" w="377">
                  <a:moveTo>
                    <a:pt x="192" y="0"/>
                  </a:moveTo>
                  <a:lnTo>
                    <a:pt x="0" y="185"/>
                  </a:lnTo>
                  <a:lnTo>
                    <a:pt x="47" y="471"/>
                  </a:lnTo>
                  <a:lnTo>
                    <a:pt x="330" y="414"/>
                  </a:lnTo>
                  <a:lnTo>
                    <a:pt x="377" y="6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4"/>
            <p:cNvSpPr/>
            <p:nvPr/>
          </p:nvSpPr>
          <p:spPr>
            <a:xfrm>
              <a:off x="7750124" y="1662492"/>
              <a:ext cx="102583" cy="86455"/>
            </a:xfrm>
            <a:custGeom>
              <a:rect b="b" l="l" r="r" t="t"/>
              <a:pathLst>
                <a:path extrusionOk="0" h="304" w="361">
                  <a:moveTo>
                    <a:pt x="213" y="303"/>
                  </a:moveTo>
                  <a:lnTo>
                    <a:pt x="9" y="213"/>
                  </a:lnTo>
                  <a:lnTo>
                    <a:pt x="1" y="13"/>
                  </a:lnTo>
                  <a:lnTo>
                    <a:pt x="258" y="0"/>
                  </a:lnTo>
                  <a:lnTo>
                    <a:pt x="361" y="23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4"/>
            <p:cNvSpPr/>
            <p:nvPr/>
          </p:nvSpPr>
          <p:spPr>
            <a:xfrm>
              <a:off x="7497218" y="1795019"/>
              <a:ext cx="96899" cy="93565"/>
            </a:xfrm>
            <a:custGeom>
              <a:rect b="b" l="l" r="r" t="t"/>
              <a:pathLst>
                <a:path extrusionOk="0" h="329" w="341">
                  <a:moveTo>
                    <a:pt x="142" y="1"/>
                  </a:moveTo>
                  <a:lnTo>
                    <a:pt x="334" y="99"/>
                  </a:lnTo>
                  <a:lnTo>
                    <a:pt x="340" y="316"/>
                  </a:lnTo>
                  <a:lnTo>
                    <a:pt x="99" y="328"/>
                  </a:lnTo>
                  <a:lnTo>
                    <a:pt x="1" y="8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4"/>
            <p:cNvSpPr/>
            <p:nvPr/>
          </p:nvSpPr>
          <p:spPr>
            <a:xfrm>
              <a:off x="7414811" y="1776534"/>
              <a:ext cx="116507" cy="104372"/>
            </a:xfrm>
            <a:custGeom>
              <a:rect b="b" l="l" r="r" t="t"/>
              <a:pathLst>
                <a:path extrusionOk="0" h="367" w="410">
                  <a:moveTo>
                    <a:pt x="25" y="91"/>
                  </a:moveTo>
                  <a:lnTo>
                    <a:pt x="240" y="0"/>
                  </a:lnTo>
                  <a:lnTo>
                    <a:pt x="409" y="170"/>
                  </a:lnTo>
                  <a:lnTo>
                    <a:pt x="266" y="367"/>
                  </a:lnTo>
                  <a:lnTo>
                    <a:pt x="0" y="21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4"/>
            <p:cNvSpPr/>
            <p:nvPr/>
          </p:nvSpPr>
          <p:spPr>
            <a:xfrm>
              <a:off x="7361104" y="1732168"/>
              <a:ext cx="97468" cy="92428"/>
            </a:xfrm>
            <a:custGeom>
              <a:rect b="b" l="l" r="r" t="t"/>
              <a:pathLst>
                <a:path extrusionOk="0" h="325" w="343">
                  <a:moveTo>
                    <a:pt x="142" y="1"/>
                  </a:moveTo>
                  <a:lnTo>
                    <a:pt x="334" y="97"/>
                  </a:lnTo>
                  <a:lnTo>
                    <a:pt x="343" y="314"/>
                  </a:lnTo>
                  <a:lnTo>
                    <a:pt x="111" y="324"/>
                  </a:lnTo>
                  <a:lnTo>
                    <a:pt x="93" y="318"/>
                  </a:lnTo>
                  <a:lnTo>
                    <a:pt x="1" y="79"/>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4"/>
            <p:cNvSpPr/>
            <p:nvPr/>
          </p:nvSpPr>
          <p:spPr>
            <a:xfrm>
              <a:off x="7322742" y="1759755"/>
              <a:ext cx="87522" cy="68823"/>
            </a:xfrm>
            <a:custGeom>
              <a:rect b="b" l="l" r="r" t="t"/>
              <a:pathLst>
                <a:path extrusionOk="0" h="242" w="308">
                  <a:moveTo>
                    <a:pt x="1" y="90"/>
                  </a:moveTo>
                  <a:lnTo>
                    <a:pt x="85" y="0"/>
                  </a:lnTo>
                  <a:lnTo>
                    <a:pt x="308" y="39"/>
                  </a:lnTo>
                  <a:lnTo>
                    <a:pt x="267" y="242"/>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4"/>
            <p:cNvSpPr/>
            <p:nvPr/>
          </p:nvSpPr>
          <p:spPr>
            <a:xfrm>
              <a:off x="7431008" y="1799854"/>
              <a:ext cx="57685" cy="47494"/>
            </a:xfrm>
            <a:custGeom>
              <a:rect b="b" l="l" r="r" t="t"/>
              <a:pathLst>
                <a:path extrusionOk="0" h="167" w="203">
                  <a:moveTo>
                    <a:pt x="84" y="166"/>
                  </a:moveTo>
                  <a:lnTo>
                    <a:pt x="199" y="117"/>
                  </a:lnTo>
                  <a:lnTo>
                    <a:pt x="203" y="9"/>
                  </a:lnTo>
                  <a:lnTo>
                    <a:pt x="60" y="0"/>
                  </a:lnTo>
                  <a:lnTo>
                    <a:pt x="0" y="12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4"/>
            <p:cNvSpPr/>
            <p:nvPr/>
          </p:nvSpPr>
          <p:spPr>
            <a:xfrm>
              <a:off x="7242040" y="1442657"/>
              <a:ext cx="86385" cy="86740"/>
            </a:xfrm>
            <a:custGeom>
              <a:rect b="b" l="l" r="r" t="t"/>
              <a:pathLst>
                <a:path extrusionOk="0" h="305" w="304">
                  <a:moveTo>
                    <a:pt x="303" y="145"/>
                  </a:moveTo>
                  <a:lnTo>
                    <a:pt x="178" y="305"/>
                  </a:lnTo>
                  <a:lnTo>
                    <a:pt x="1" y="266"/>
                  </a:lnTo>
                  <a:lnTo>
                    <a:pt x="50" y="37"/>
                  </a:lnTo>
                  <a:lnTo>
                    <a:pt x="275" y="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4"/>
            <p:cNvSpPr/>
            <p:nvPr/>
          </p:nvSpPr>
          <p:spPr>
            <a:xfrm>
              <a:off x="7269319" y="1451757"/>
              <a:ext cx="96331" cy="86455"/>
            </a:xfrm>
            <a:custGeom>
              <a:rect b="b" l="l" r="r" t="t"/>
              <a:pathLst>
                <a:path extrusionOk="0" h="304" w="339">
                  <a:moveTo>
                    <a:pt x="338" y="152"/>
                  </a:moveTo>
                  <a:lnTo>
                    <a:pt x="201" y="304"/>
                  </a:lnTo>
                  <a:lnTo>
                    <a:pt x="1" y="257"/>
                  </a:lnTo>
                  <a:lnTo>
                    <a:pt x="46" y="30"/>
                  </a:lnTo>
                  <a:lnTo>
                    <a:pt x="3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4"/>
            <p:cNvSpPr/>
            <p:nvPr/>
          </p:nvSpPr>
          <p:spPr>
            <a:xfrm>
              <a:off x="7269888" y="1427868"/>
              <a:ext cx="78145" cy="95840"/>
            </a:xfrm>
            <a:custGeom>
              <a:rect b="b" l="l" r="r" t="t"/>
              <a:pathLst>
                <a:path extrusionOk="0" h="337" w="275">
                  <a:moveTo>
                    <a:pt x="70" y="308"/>
                  </a:moveTo>
                  <a:lnTo>
                    <a:pt x="1" y="142"/>
                  </a:lnTo>
                  <a:lnTo>
                    <a:pt x="111" y="1"/>
                  </a:lnTo>
                  <a:lnTo>
                    <a:pt x="275" y="126"/>
                  </a:lnTo>
                  <a:lnTo>
                    <a:pt x="203" y="337"/>
                  </a:ln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4"/>
            <p:cNvSpPr/>
            <p:nvPr/>
          </p:nvSpPr>
          <p:spPr>
            <a:xfrm>
              <a:off x="7315636" y="1371845"/>
              <a:ext cx="92637" cy="78777"/>
            </a:xfrm>
            <a:custGeom>
              <a:rect b="b" l="l" r="r" t="t"/>
              <a:pathLst>
                <a:path extrusionOk="0" h="277" w="326">
                  <a:moveTo>
                    <a:pt x="1" y="111"/>
                  </a:moveTo>
                  <a:lnTo>
                    <a:pt x="154" y="0"/>
                  </a:lnTo>
                  <a:lnTo>
                    <a:pt x="326" y="78"/>
                  </a:lnTo>
                  <a:lnTo>
                    <a:pt x="234" y="276"/>
                  </a:lnTo>
                  <a:lnTo>
                    <a:pt x="3" y="250"/>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4"/>
            <p:cNvSpPr/>
            <p:nvPr/>
          </p:nvSpPr>
          <p:spPr>
            <a:xfrm>
              <a:off x="7486136" y="1429859"/>
              <a:ext cx="53707" cy="87308"/>
            </a:xfrm>
            <a:custGeom>
              <a:rect b="b" l="l" r="r" t="t"/>
              <a:pathLst>
                <a:path extrusionOk="0" h="307" w="189">
                  <a:moveTo>
                    <a:pt x="93" y="307"/>
                  </a:moveTo>
                  <a:lnTo>
                    <a:pt x="1" y="211"/>
                  </a:lnTo>
                  <a:lnTo>
                    <a:pt x="31" y="6"/>
                  </a:lnTo>
                  <a:lnTo>
                    <a:pt x="175" y="0"/>
                  </a:lnTo>
                  <a:lnTo>
                    <a:pt x="189" y="235"/>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4"/>
            <p:cNvSpPr/>
            <p:nvPr/>
          </p:nvSpPr>
          <p:spPr>
            <a:xfrm>
              <a:off x="7347748" y="1438960"/>
              <a:ext cx="88090" cy="81905"/>
            </a:xfrm>
            <a:custGeom>
              <a:rect b="b" l="l" r="r" t="t"/>
              <a:pathLst>
                <a:path extrusionOk="0" h="288" w="310">
                  <a:moveTo>
                    <a:pt x="148" y="287"/>
                  </a:moveTo>
                  <a:lnTo>
                    <a:pt x="310" y="181"/>
                  </a:lnTo>
                  <a:lnTo>
                    <a:pt x="271" y="1"/>
                  </a:lnTo>
                  <a:lnTo>
                    <a:pt x="42" y="19"/>
                  </a:lnTo>
                  <a:lnTo>
                    <a:pt x="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4"/>
            <p:cNvSpPr/>
            <p:nvPr/>
          </p:nvSpPr>
          <p:spPr>
            <a:xfrm>
              <a:off x="7492103" y="1297048"/>
              <a:ext cx="92637" cy="89868"/>
            </a:xfrm>
            <a:custGeom>
              <a:rect b="b" l="l" r="r" t="t"/>
              <a:pathLst>
                <a:path extrusionOk="0" h="316" w="326">
                  <a:moveTo>
                    <a:pt x="326" y="197"/>
                  </a:moveTo>
                  <a:lnTo>
                    <a:pt x="227" y="21"/>
                  </a:lnTo>
                  <a:lnTo>
                    <a:pt x="15" y="1"/>
                  </a:lnTo>
                  <a:lnTo>
                    <a:pt x="0" y="218"/>
                  </a:lnTo>
                  <a:lnTo>
                    <a:pt x="250" y="316"/>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4"/>
            <p:cNvSpPr/>
            <p:nvPr/>
          </p:nvSpPr>
          <p:spPr>
            <a:xfrm>
              <a:off x="7585025" y="1334872"/>
              <a:ext cx="101446" cy="95271"/>
            </a:xfrm>
            <a:custGeom>
              <a:rect b="b" l="l" r="r" t="t"/>
              <a:pathLst>
                <a:path extrusionOk="0" h="335" w="357">
                  <a:moveTo>
                    <a:pt x="357" y="195"/>
                  </a:moveTo>
                  <a:lnTo>
                    <a:pt x="258" y="21"/>
                  </a:lnTo>
                  <a:lnTo>
                    <a:pt x="46" y="1"/>
                  </a:lnTo>
                  <a:lnTo>
                    <a:pt x="1" y="334"/>
                  </a:lnTo>
                  <a:lnTo>
                    <a:pt x="281" y="3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4"/>
            <p:cNvSpPr/>
            <p:nvPr/>
          </p:nvSpPr>
          <p:spPr>
            <a:xfrm>
              <a:off x="7127522" y="1473940"/>
              <a:ext cx="85817" cy="110344"/>
            </a:xfrm>
            <a:custGeom>
              <a:rect b="b" l="l" r="r" t="t"/>
              <a:pathLst>
                <a:path extrusionOk="0" h="388" w="302">
                  <a:moveTo>
                    <a:pt x="301" y="76"/>
                  </a:moveTo>
                  <a:lnTo>
                    <a:pt x="291" y="277"/>
                  </a:lnTo>
                  <a:lnTo>
                    <a:pt x="105" y="387"/>
                  </a:lnTo>
                  <a:lnTo>
                    <a:pt x="0" y="197"/>
                  </a:lnTo>
                  <a:lnTo>
                    <a:pt x="180" y="1"/>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4"/>
            <p:cNvSpPr/>
            <p:nvPr/>
          </p:nvSpPr>
          <p:spPr>
            <a:xfrm>
              <a:off x="7278128" y="1324918"/>
              <a:ext cx="92069" cy="78208"/>
            </a:xfrm>
            <a:custGeom>
              <a:rect b="b" l="l" r="r" t="t"/>
              <a:pathLst>
                <a:path extrusionOk="0" h="275" w="324">
                  <a:moveTo>
                    <a:pt x="0" y="107"/>
                  </a:moveTo>
                  <a:lnTo>
                    <a:pt x="154" y="1"/>
                  </a:lnTo>
                  <a:lnTo>
                    <a:pt x="324" y="79"/>
                  </a:lnTo>
                  <a:lnTo>
                    <a:pt x="232" y="275"/>
                  </a:lnTo>
                  <a:lnTo>
                    <a:pt x="2" y="2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4"/>
            <p:cNvSpPr/>
            <p:nvPr/>
          </p:nvSpPr>
          <p:spPr>
            <a:xfrm>
              <a:off x="7251417" y="1457161"/>
              <a:ext cx="68767" cy="52613"/>
            </a:xfrm>
            <a:custGeom>
              <a:rect b="b" l="l" r="r" t="t"/>
              <a:pathLst>
                <a:path extrusionOk="0" h="185" w="242">
                  <a:moveTo>
                    <a:pt x="242" y="115"/>
                  </a:moveTo>
                  <a:lnTo>
                    <a:pt x="129" y="184"/>
                  </a:lnTo>
                  <a:lnTo>
                    <a:pt x="0" y="125"/>
                  </a:lnTo>
                  <a:lnTo>
                    <a:pt x="66" y="0"/>
                  </a:lnTo>
                  <a:lnTo>
                    <a:pt x="238" y="2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4"/>
            <p:cNvSpPr/>
            <p:nvPr/>
          </p:nvSpPr>
          <p:spPr>
            <a:xfrm>
              <a:off x="7088023" y="1621255"/>
              <a:ext cx="54275" cy="88730"/>
            </a:xfrm>
            <a:custGeom>
              <a:rect b="b" l="l" r="r" t="t"/>
              <a:pathLst>
                <a:path extrusionOk="0" h="312" w="191">
                  <a:moveTo>
                    <a:pt x="96" y="311"/>
                  </a:moveTo>
                  <a:lnTo>
                    <a:pt x="0" y="217"/>
                  </a:lnTo>
                  <a:lnTo>
                    <a:pt x="35" y="12"/>
                  </a:lnTo>
                  <a:lnTo>
                    <a:pt x="178" y="0"/>
                  </a:lnTo>
                  <a:lnTo>
                    <a:pt x="191" y="238"/>
                  </a:lnTo>
                  <a:close/>
                </a:path>
              </a:pathLst>
            </a:custGeom>
            <a:solidFill>
              <a:srgbClr val="F3F0E7">
                <a:alpha val="6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4"/>
            <p:cNvSpPr/>
            <p:nvPr/>
          </p:nvSpPr>
          <p:spPr>
            <a:xfrm>
              <a:off x="7182649" y="1706573"/>
              <a:ext cx="101446" cy="94703"/>
            </a:xfrm>
            <a:custGeom>
              <a:rect b="b" l="l" r="r" t="t"/>
              <a:pathLst>
                <a:path extrusionOk="0" h="333" w="357">
                  <a:moveTo>
                    <a:pt x="357" y="197"/>
                  </a:moveTo>
                  <a:lnTo>
                    <a:pt x="259" y="21"/>
                  </a:lnTo>
                  <a:lnTo>
                    <a:pt x="44" y="1"/>
                  </a:lnTo>
                  <a:lnTo>
                    <a:pt x="1" y="332"/>
                  </a:lnTo>
                  <a:lnTo>
                    <a:pt x="277" y="3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0" name="Google Shape;7950;p74"/>
          <p:cNvSpPr txBox="1"/>
          <p:nvPr>
            <p:ph idx="1" type="body"/>
          </p:nvPr>
        </p:nvSpPr>
        <p:spPr>
          <a:xfrm>
            <a:off x="720000" y="1080125"/>
            <a:ext cx="7704000" cy="3552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a:solidFill>
                  <a:schemeClr val="dk1"/>
                </a:solidFill>
              </a:rPr>
              <a:t>Did you like the resources on this template? Get them for free at our other websites:</a:t>
            </a:r>
            <a:endParaRPr/>
          </a:p>
          <a:p>
            <a:pPr indent="0" lvl="0" marL="0" rtl="0" algn="l">
              <a:lnSpc>
                <a:spcPct val="115000"/>
              </a:lnSpc>
              <a:spcBef>
                <a:spcPts val="0"/>
              </a:spcBef>
              <a:spcAft>
                <a:spcPts val="0"/>
              </a:spcAft>
              <a:buClr>
                <a:schemeClr val="dk1"/>
              </a:buClr>
              <a:buSzPts val="1100"/>
              <a:buFont typeface="Arial"/>
              <a:buNone/>
            </a:pPr>
            <a:r>
              <a:rPr b="1" lang="en" sz="2400">
                <a:latin typeface="Lilita One"/>
                <a:ea typeface="Lilita One"/>
                <a:cs typeface="Lilita One"/>
                <a:sym typeface="Lilita One"/>
              </a:rPr>
              <a:t>Vectors</a:t>
            </a:r>
            <a:endParaRPr b="1" sz="2400">
              <a:solidFill>
                <a:schemeClr val="dk1"/>
              </a:solidFill>
              <a:latin typeface="Lilita One"/>
              <a:ea typeface="Lilita One"/>
              <a:cs typeface="Lilita One"/>
              <a:sym typeface="Lilita One"/>
            </a:endParaRPr>
          </a:p>
          <a:p>
            <a:pPr indent="-317500" lvl="0" marL="457200" rtl="0" algn="l">
              <a:lnSpc>
                <a:spcPct val="115000"/>
              </a:lnSpc>
              <a:spcBef>
                <a:spcPts val="0"/>
              </a:spcBef>
              <a:spcAft>
                <a:spcPts val="0"/>
              </a:spcAft>
              <a:buSzPts val="1400"/>
              <a:buChar char="●"/>
            </a:pPr>
            <a:r>
              <a:rPr lang="en">
                <a:solidFill>
                  <a:schemeClr val="hlink"/>
                </a:solidFill>
                <a:uFill>
                  <a:noFill/>
                </a:uFill>
                <a:hlinkClick r:id="rId3"/>
              </a:rPr>
              <a:t>Isometric mining industry concept</a:t>
            </a:r>
            <a:endParaRPr/>
          </a:p>
          <a:p>
            <a:pPr indent="-317500" lvl="0" marL="457200" rtl="0" algn="l">
              <a:lnSpc>
                <a:spcPct val="115000"/>
              </a:lnSpc>
              <a:spcBef>
                <a:spcPts val="0"/>
              </a:spcBef>
              <a:spcAft>
                <a:spcPts val="0"/>
              </a:spcAft>
              <a:buSzPts val="1400"/>
              <a:buChar char="●"/>
            </a:pPr>
            <a:r>
              <a:rPr lang="en">
                <a:solidFill>
                  <a:schemeClr val="hlink"/>
                </a:solidFill>
                <a:uFill>
                  <a:noFill/>
                </a:uFill>
                <a:hlinkClick r:id="rId4"/>
              </a:rPr>
              <a:t>Isometric mining industry composition with factory industrial vehicles digging quarry mine precious stones dynamite shovel</a:t>
            </a:r>
            <a:endParaRPr/>
          </a:p>
          <a:p>
            <a:pPr indent="0" lvl="0" marL="0" rtl="0" algn="l">
              <a:lnSpc>
                <a:spcPct val="115000"/>
              </a:lnSpc>
              <a:spcBef>
                <a:spcPts val="0"/>
              </a:spcBef>
              <a:spcAft>
                <a:spcPts val="0"/>
              </a:spcAft>
              <a:buNone/>
            </a:pPr>
            <a:r>
              <a:rPr b="1" lang="en" sz="2400">
                <a:latin typeface="Lilita One"/>
                <a:ea typeface="Lilita One"/>
                <a:cs typeface="Lilita One"/>
                <a:sym typeface="Lilita One"/>
              </a:rPr>
              <a:t>Photos</a:t>
            </a:r>
            <a:endParaRPr b="1" sz="2400">
              <a:solidFill>
                <a:schemeClr val="dk1"/>
              </a:solidFill>
              <a:latin typeface="Lilita One"/>
              <a:ea typeface="Lilita One"/>
              <a:cs typeface="Lilita One"/>
              <a:sym typeface="Lilita One"/>
            </a:endParaRPr>
          </a:p>
          <a:p>
            <a:pPr indent="-317500" lvl="0" marL="457200" rtl="0" algn="l">
              <a:lnSpc>
                <a:spcPct val="115000"/>
              </a:lnSpc>
              <a:spcBef>
                <a:spcPts val="0"/>
              </a:spcBef>
              <a:spcAft>
                <a:spcPts val="0"/>
              </a:spcAft>
              <a:buSzPts val="1400"/>
              <a:buChar char="●"/>
            </a:pPr>
            <a:r>
              <a:rPr lang="en">
                <a:solidFill>
                  <a:schemeClr val="hlink"/>
                </a:solidFill>
                <a:uFill>
                  <a:noFill/>
                </a:uFill>
                <a:hlinkClick r:id="rId5"/>
              </a:rPr>
              <a:t>Wall stone texture</a:t>
            </a:r>
            <a:endParaRPr/>
          </a:p>
          <a:p>
            <a:pPr indent="-317500" lvl="0" marL="457200" rtl="0" algn="l">
              <a:lnSpc>
                <a:spcPct val="115000"/>
              </a:lnSpc>
              <a:spcBef>
                <a:spcPts val="0"/>
              </a:spcBef>
              <a:spcAft>
                <a:spcPts val="0"/>
              </a:spcAft>
              <a:buSzPts val="1400"/>
              <a:buChar char="●"/>
            </a:pPr>
            <a:r>
              <a:rPr lang="en">
                <a:solidFill>
                  <a:schemeClr val="hlink"/>
                </a:solidFill>
                <a:uFill>
                  <a:noFill/>
                </a:uFill>
                <a:hlinkClick r:id="rId6"/>
              </a:rPr>
              <a:t>Medium shot man looking down</a:t>
            </a:r>
            <a:endParaRPr/>
          </a:p>
          <a:p>
            <a:pPr indent="-317500" lvl="0" marL="457200" rtl="0" algn="l">
              <a:lnSpc>
                <a:spcPct val="115000"/>
              </a:lnSpc>
              <a:spcBef>
                <a:spcPts val="0"/>
              </a:spcBef>
              <a:spcAft>
                <a:spcPts val="0"/>
              </a:spcAft>
              <a:buSzPts val="1400"/>
              <a:buChar char="●"/>
            </a:pPr>
            <a:r>
              <a:rPr lang="en">
                <a:solidFill>
                  <a:schemeClr val="hlink"/>
                </a:solidFill>
                <a:uFill>
                  <a:noFill/>
                </a:uFill>
                <a:hlinkClick r:id="rId7"/>
              </a:rPr>
              <a:t>Front view of worker with schematic</a:t>
            </a:r>
            <a:endParaRPr/>
          </a:p>
          <a:p>
            <a:pPr indent="-317500" lvl="0" marL="457200" rtl="0" algn="l">
              <a:lnSpc>
                <a:spcPct val="115000"/>
              </a:lnSpc>
              <a:spcBef>
                <a:spcPts val="0"/>
              </a:spcBef>
              <a:spcAft>
                <a:spcPts val="0"/>
              </a:spcAft>
              <a:buSzPts val="1400"/>
              <a:buChar char="●"/>
            </a:pPr>
            <a:r>
              <a:rPr lang="en">
                <a:solidFill>
                  <a:schemeClr val="hlink"/>
                </a:solidFill>
                <a:uFill>
                  <a:noFill/>
                </a:uFill>
                <a:hlinkClick r:id="rId8"/>
              </a:rPr>
              <a:t>Portrait female construction worker</a:t>
            </a:r>
            <a:endParaRPr/>
          </a:p>
          <a:p>
            <a:pPr indent="0" lvl="0" marL="0" rtl="0" algn="l">
              <a:lnSpc>
                <a:spcPct val="115000"/>
              </a:lnSpc>
              <a:spcBef>
                <a:spcPts val="0"/>
              </a:spcBef>
              <a:spcAft>
                <a:spcPts val="0"/>
              </a:spcAft>
              <a:buNone/>
            </a:pPr>
            <a:r>
              <a:rPr b="1" lang="en" sz="2400">
                <a:latin typeface="Lilita One"/>
                <a:ea typeface="Lilita One"/>
                <a:cs typeface="Lilita One"/>
                <a:sym typeface="Lilita One"/>
              </a:rPr>
              <a:t>Icons</a:t>
            </a:r>
            <a:endParaRPr b="1" sz="2400">
              <a:latin typeface="Lilita One"/>
              <a:ea typeface="Lilita One"/>
              <a:cs typeface="Lilita One"/>
              <a:sym typeface="Lilita One"/>
            </a:endParaRPr>
          </a:p>
          <a:p>
            <a:pPr indent="-317500" lvl="0" marL="457200" rtl="0" algn="l">
              <a:spcBef>
                <a:spcPts val="0"/>
              </a:spcBef>
              <a:spcAft>
                <a:spcPts val="0"/>
              </a:spcAft>
              <a:buSzPts val="1400"/>
              <a:buChar char="●"/>
            </a:pPr>
            <a:r>
              <a:rPr lang="en">
                <a:solidFill>
                  <a:schemeClr val="hlink"/>
                </a:solidFill>
                <a:uFill>
                  <a:noFill/>
                </a:uFill>
                <a:hlinkClick r:id="rId9"/>
              </a:rPr>
              <a:t>Icon Pack: Mining | Lineal</a:t>
            </a:r>
            <a:endParaRPr/>
          </a:p>
        </p:txBody>
      </p:sp>
      <p:sp>
        <p:nvSpPr>
          <p:cNvPr id="7951" name="Google Shape;7951;p7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a:t>
            </a:r>
            <a:r>
              <a:rPr lang="en"/>
              <a:t>esources</a:t>
            </a:r>
            <a:endParaRPr/>
          </a:p>
        </p:txBody>
      </p:sp>
      <p:grpSp>
        <p:nvGrpSpPr>
          <p:cNvPr id="7952" name="Google Shape;7952;p74"/>
          <p:cNvGrpSpPr/>
          <p:nvPr/>
        </p:nvGrpSpPr>
        <p:grpSpPr>
          <a:xfrm>
            <a:off x="5710666" y="2796539"/>
            <a:ext cx="3170084" cy="1929112"/>
            <a:chOff x="5710666" y="2796539"/>
            <a:chExt cx="3170084" cy="1929112"/>
          </a:xfrm>
        </p:grpSpPr>
        <p:grpSp>
          <p:nvGrpSpPr>
            <p:cNvPr id="7953" name="Google Shape;7953;p74"/>
            <p:cNvGrpSpPr/>
            <p:nvPr/>
          </p:nvGrpSpPr>
          <p:grpSpPr>
            <a:xfrm>
              <a:off x="5710666" y="2796539"/>
              <a:ext cx="1023519" cy="1929112"/>
              <a:chOff x="8120491" y="1434464"/>
              <a:chExt cx="1023519" cy="1929112"/>
            </a:xfrm>
          </p:grpSpPr>
          <p:sp>
            <p:nvSpPr>
              <p:cNvPr id="7954" name="Google Shape;7954;p74"/>
              <p:cNvSpPr/>
              <p:nvPr/>
            </p:nvSpPr>
            <p:spPr>
              <a:xfrm>
                <a:off x="8373063" y="3158678"/>
                <a:ext cx="158854" cy="204898"/>
              </a:xfrm>
              <a:custGeom>
                <a:rect b="b" l="l" r="r" t="t"/>
                <a:pathLst>
                  <a:path extrusionOk="0" h="1246" w="966">
                    <a:moveTo>
                      <a:pt x="700" y="0"/>
                    </a:moveTo>
                    <a:cubicBezTo>
                      <a:pt x="635" y="0"/>
                      <a:pt x="561" y="22"/>
                      <a:pt x="483" y="68"/>
                    </a:cubicBezTo>
                    <a:cubicBezTo>
                      <a:pt x="217" y="224"/>
                      <a:pt x="0" y="596"/>
                      <a:pt x="6" y="900"/>
                    </a:cubicBezTo>
                    <a:cubicBezTo>
                      <a:pt x="6" y="1119"/>
                      <a:pt x="115" y="1246"/>
                      <a:pt x="272" y="1246"/>
                    </a:cubicBezTo>
                    <a:cubicBezTo>
                      <a:pt x="337" y="1246"/>
                      <a:pt x="411" y="1224"/>
                      <a:pt x="489" y="1178"/>
                    </a:cubicBezTo>
                    <a:cubicBezTo>
                      <a:pt x="755" y="1022"/>
                      <a:pt x="966" y="650"/>
                      <a:pt x="966" y="345"/>
                    </a:cubicBezTo>
                    <a:cubicBezTo>
                      <a:pt x="966" y="126"/>
                      <a:pt x="858" y="0"/>
                      <a:pt x="700" y="0"/>
                    </a:cubicBezTo>
                    <a:close/>
                  </a:path>
                </a:pathLst>
              </a:custGeom>
              <a:solidFill>
                <a:srgbClr val="5D443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5" name="Google Shape;7955;p74"/>
              <p:cNvGrpSpPr/>
              <p:nvPr/>
            </p:nvGrpSpPr>
            <p:grpSpPr>
              <a:xfrm>
                <a:off x="8120491" y="1434464"/>
                <a:ext cx="1023519" cy="1790889"/>
                <a:chOff x="4281125" y="1817875"/>
                <a:chExt cx="2329356" cy="4075759"/>
              </a:xfrm>
            </p:grpSpPr>
            <p:sp>
              <p:nvSpPr>
                <p:cNvPr id="7956" name="Google Shape;7956;p74"/>
                <p:cNvSpPr/>
                <p:nvPr/>
              </p:nvSpPr>
              <p:spPr>
                <a:xfrm>
                  <a:off x="5011915" y="3978179"/>
                  <a:ext cx="361450" cy="1915455"/>
                </a:xfrm>
                <a:custGeom>
                  <a:rect b="b" l="l" r="r" t="t"/>
                  <a:pathLst>
                    <a:path extrusionOk="0" h="11648" w="2198">
                      <a:moveTo>
                        <a:pt x="527" y="0"/>
                      </a:moveTo>
                      <a:lnTo>
                        <a:pt x="0" y="11630"/>
                      </a:lnTo>
                      <a:lnTo>
                        <a:pt x="84" y="11648"/>
                      </a:lnTo>
                      <a:lnTo>
                        <a:pt x="322" y="11441"/>
                      </a:lnTo>
                      <a:lnTo>
                        <a:pt x="2197" y="239"/>
                      </a:lnTo>
                      <a:lnTo>
                        <a:pt x="1582" y="150"/>
                      </a:lnTo>
                      <a:lnTo>
                        <a:pt x="5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4"/>
                <p:cNvSpPr/>
                <p:nvPr/>
              </p:nvSpPr>
              <p:spPr>
                <a:xfrm>
                  <a:off x="5025728" y="4002845"/>
                  <a:ext cx="347637" cy="1890789"/>
                </a:xfrm>
                <a:custGeom>
                  <a:rect b="b" l="l" r="r" t="t"/>
                  <a:pathLst>
                    <a:path extrusionOk="0" h="11498" w="2114">
                      <a:moveTo>
                        <a:pt x="1498" y="0"/>
                      </a:moveTo>
                      <a:lnTo>
                        <a:pt x="0" y="11498"/>
                      </a:lnTo>
                      <a:lnTo>
                        <a:pt x="0" y="11498"/>
                      </a:lnTo>
                      <a:lnTo>
                        <a:pt x="238" y="11276"/>
                      </a:lnTo>
                      <a:lnTo>
                        <a:pt x="2113" y="89"/>
                      </a:lnTo>
                      <a:lnTo>
                        <a:pt x="149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4"/>
                <p:cNvSpPr/>
                <p:nvPr/>
              </p:nvSpPr>
              <p:spPr>
                <a:xfrm>
                  <a:off x="4899600" y="4431058"/>
                  <a:ext cx="574406" cy="331357"/>
                </a:xfrm>
                <a:custGeom>
                  <a:rect b="b" l="l" r="r" t="t"/>
                  <a:pathLst>
                    <a:path extrusionOk="0" h="2015" w="3493">
                      <a:moveTo>
                        <a:pt x="1741" y="1"/>
                      </a:moveTo>
                      <a:cubicBezTo>
                        <a:pt x="1299" y="1"/>
                        <a:pt x="857" y="96"/>
                        <a:pt x="517" y="289"/>
                      </a:cubicBezTo>
                      <a:cubicBezTo>
                        <a:pt x="179" y="483"/>
                        <a:pt x="6" y="738"/>
                        <a:pt x="0" y="993"/>
                      </a:cubicBezTo>
                      <a:lnTo>
                        <a:pt x="0" y="1026"/>
                      </a:lnTo>
                      <a:cubicBezTo>
                        <a:pt x="6" y="1275"/>
                        <a:pt x="172" y="1525"/>
                        <a:pt x="500" y="1713"/>
                      </a:cubicBezTo>
                      <a:cubicBezTo>
                        <a:pt x="841" y="1914"/>
                        <a:pt x="1290" y="2014"/>
                        <a:pt x="1740" y="2014"/>
                      </a:cubicBezTo>
                      <a:cubicBezTo>
                        <a:pt x="2184" y="2014"/>
                        <a:pt x="2628" y="1917"/>
                        <a:pt x="2969" y="1724"/>
                      </a:cubicBezTo>
                      <a:cubicBezTo>
                        <a:pt x="3258" y="1557"/>
                        <a:pt x="3430" y="1347"/>
                        <a:pt x="3475" y="1131"/>
                      </a:cubicBezTo>
                      <a:cubicBezTo>
                        <a:pt x="3481" y="1097"/>
                        <a:pt x="3486" y="1064"/>
                        <a:pt x="3486" y="1031"/>
                      </a:cubicBezTo>
                      <a:cubicBezTo>
                        <a:pt x="3492" y="764"/>
                        <a:pt x="3324" y="503"/>
                        <a:pt x="2986" y="299"/>
                      </a:cubicBezTo>
                      <a:cubicBezTo>
                        <a:pt x="2644" y="101"/>
                        <a:pt x="2193" y="1"/>
                        <a:pt x="17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4"/>
                <p:cNvSpPr/>
                <p:nvPr/>
              </p:nvSpPr>
              <p:spPr>
                <a:xfrm>
                  <a:off x="4906177" y="4377120"/>
                  <a:ext cx="574900" cy="331028"/>
                </a:xfrm>
                <a:custGeom>
                  <a:rect b="b" l="l" r="r" t="t"/>
                  <a:pathLst>
                    <a:path extrusionOk="0" h="2013" w="3496">
                      <a:moveTo>
                        <a:pt x="1741" y="1"/>
                      </a:moveTo>
                      <a:cubicBezTo>
                        <a:pt x="1299" y="1"/>
                        <a:pt x="856" y="97"/>
                        <a:pt x="516" y="289"/>
                      </a:cubicBezTo>
                      <a:cubicBezTo>
                        <a:pt x="178" y="483"/>
                        <a:pt x="5" y="738"/>
                        <a:pt x="0" y="994"/>
                      </a:cubicBezTo>
                      <a:lnTo>
                        <a:pt x="0" y="1026"/>
                      </a:lnTo>
                      <a:cubicBezTo>
                        <a:pt x="5" y="1276"/>
                        <a:pt x="172" y="1525"/>
                        <a:pt x="499" y="1714"/>
                      </a:cubicBezTo>
                      <a:cubicBezTo>
                        <a:pt x="841" y="1912"/>
                        <a:pt x="1293" y="2012"/>
                        <a:pt x="1745" y="2012"/>
                      </a:cubicBezTo>
                      <a:cubicBezTo>
                        <a:pt x="2187" y="2012"/>
                        <a:pt x="2629" y="1917"/>
                        <a:pt x="2969" y="1724"/>
                      </a:cubicBezTo>
                      <a:cubicBezTo>
                        <a:pt x="3258" y="1559"/>
                        <a:pt x="3430" y="1347"/>
                        <a:pt x="3474" y="1131"/>
                      </a:cubicBezTo>
                      <a:cubicBezTo>
                        <a:pt x="3479" y="1099"/>
                        <a:pt x="3485" y="1064"/>
                        <a:pt x="3485" y="1032"/>
                      </a:cubicBezTo>
                      <a:cubicBezTo>
                        <a:pt x="3495" y="764"/>
                        <a:pt x="3323" y="498"/>
                        <a:pt x="2986" y="299"/>
                      </a:cubicBezTo>
                      <a:cubicBezTo>
                        <a:pt x="2644" y="101"/>
                        <a:pt x="2192" y="1"/>
                        <a:pt x="17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4"/>
                <p:cNvSpPr/>
                <p:nvPr/>
              </p:nvSpPr>
              <p:spPr>
                <a:xfrm>
                  <a:off x="4911604" y="4322525"/>
                  <a:ext cx="575886" cy="331357"/>
                </a:xfrm>
                <a:custGeom>
                  <a:rect b="b" l="l" r="r" t="t"/>
                  <a:pathLst>
                    <a:path extrusionOk="0" h="2015" w="3502">
                      <a:moveTo>
                        <a:pt x="1747" y="1"/>
                      </a:moveTo>
                      <a:cubicBezTo>
                        <a:pt x="1305" y="1"/>
                        <a:pt x="862" y="96"/>
                        <a:pt x="522" y="289"/>
                      </a:cubicBezTo>
                      <a:cubicBezTo>
                        <a:pt x="184" y="483"/>
                        <a:pt x="11" y="738"/>
                        <a:pt x="6" y="993"/>
                      </a:cubicBezTo>
                      <a:cubicBezTo>
                        <a:pt x="1" y="1003"/>
                        <a:pt x="6" y="1016"/>
                        <a:pt x="6" y="1026"/>
                      </a:cubicBezTo>
                      <a:cubicBezTo>
                        <a:pt x="11" y="1275"/>
                        <a:pt x="178" y="1525"/>
                        <a:pt x="506" y="1713"/>
                      </a:cubicBezTo>
                      <a:cubicBezTo>
                        <a:pt x="846" y="1914"/>
                        <a:pt x="1295" y="2014"/>
                        <a:pt x="1745" y="2014"/>
                      </a:cubicBezTo>
                      <a:cubicBezTo>
                        <a:pt x="2189" y="2014"/>
                        <a:pt x="2634" y="1917"/>
                        <a:pt x="2975" y="1724"/>
                      </a:cubicBezTo>
                      <a:cubicBezTo>
                        <a:pt x="3264" y="1557"/>
                        <a:pt x="3431" y="1347"/>
                        <a:pt x="3481" y="1131"/>
                      </a:cubicBezTo>
                      <a:cubicBezTo>
                        <a:pt x="3486" y="1097"/>
                        <a:pt x="3491" y="1064"/>
                        <a:pt x="3491" y="1031"/>
                      </a:cubicBezTo>
                      <a:cubicBezTo>
                        <a:pt x="3502" y="764"/>
                        <a:pt x="3335" y="503"/>
                        <a:pt x="2992" y="299"/>
                      </a:cubicBezTo>
                      <a:cubicBezTo>
                        <a:pt x="2650" y="101"/>
                        <a:pt x="2198" y="1"/>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4"/>
                <p:cNvSpPr/>
                <p:nvPr/>
              </p:nvSpPr>
              <p:spPr>
                <a:xfrm>
                  <a:off x="4912262" y="2782669"/>
                  <a:ext cx="744114" cy="1811526"/>
                </a:xfrm>
                <a:custGeom>
                  <a:rect b="b" l="l" r="r" t="t"/>
                  <a:pathLst>
                    <a:path extrusionOk="0" h="11016" w="4525">
                      <a:moveTo>
                        <a:pt x="2683" y="0"/>
                      </a:moveTo>
                      <a:cubicBezTo>
                        <a:pt x="2181" y="0"/>
                        <a:pt x="1718" y="219"/>
                        <a:pt x="1393" y="572"/>
                      </a:cubicBezTo>
                      <a:cubicBezTo>
                        <a:pt x="1154" y="834"/>
                        <a:pt x="999" y="1167"/>
                        <a:pt x="954" y="1544"/>
                      </a:cubicBezTo>
                      <a:lnTo>
                        <a:pt x="11" y="9773"/>
                      </a:lnTo>
                      <a:cubicBezTo>
                        <a:pt x="6" y="9852"/>
                        <a:pt x="1" y="9929"/>
                        <a:pt x="1" y="10001"/>
                      </a:cubicBezTo>
                      <a:lnTo>
                        <a:pt x="1" y="10034"/>
                      </a:lnTo>
                      <a:cubicBezTo>
                        <a:pt x="12" y="10282"/>
                        <a:pt x="179" y="10533"/>
                        <a:pt x="507" y="10721"/>
                      </a:cubicBezTo>
                      <a:cubicBezTo>
                        <a:pt x="848" y="10917"/>
                        <a:pt x="1292" y="11015"/>
                        <a:pt x="1737" y="11015"/>
                      </a:cubicBezTo>
                      <a:cubicBezTo>
                        <a:pt x="2010" y="11015"/>
                        <a:pt x="2283" y="10978"/>
                        <a:pt x="2532" y="10905"/>
                      </a:cubicBezTo>
                      <a:cubicBezTo>
                        <a:pt x="2688" y="10860"/>
                        <a:pt x="2843" y="10799"/>
                        <a:pt x="2976" y="10721"/>
                      </a:cubicBezTo>
                      <a:cubicBezTo>
                        <a:pt x="3264" y="10548"/>
                        <a:pt x="3431" y="10338"/>
                        <a:pt x="3475" y="10121"/>
                      </a:cubicBezTo>
                      <a:lnTo>
                        <a:pt x="3485" y="10021"/>
                      </a:lnTo>
                      <a:lnTo>
                        <a:pt x="4412" y="1949"/>
                      </a:lnTo>
                      <a:cubicBezTo>
                        <a:pt x="4524" y="989"/>
                        <a:pt x="3836" y="129"/>
                        <a:pt x="2881" y="12"/>
                      </a:cubicBezTo>
                      <a:cubicBezTo>
                        <a:pt x="2814" y="4"/>
                        <a:pt x="2748" y="0"/>
                        <a:pt x="26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4"/>
                <p:cNvSpPr/>
                <p:nvPr/>
              </p:nvSpPr>
              <p:spPr>
                <a:xfrm>
                  <a:off x="4911440" y="2867029"/>
                  <a:ext cx="609927" cy="1727988"/>
                </a:xfrm>
                <a:custGeom>
                  <a:rect b="b" l="l" r="r" t="t"/>
                  <a:pathLst>
                    <a:path extrusionOk="0" h="10508" w="3709">
                      <a:moveTo>
                        <a:pt x="1863" y="0"/>
                      </a:moveTo>
                      <a:cubicBezTo>
                        <a:pt x="1701" y="0"/>
                        <a:pt x="1544" y="21"/>
                        <a:pt x="1393" y="64"/>
                      </a:cubicBezTo>
                      <a:cubicBezTo>
                        <a:pt x="1154" y="326"/>
                        <a:pt x="999" y="659"/>
                        <a:pt x="954" y="1037"/>
                      </a:cubicBezTo>
                      <a:lnTo>
                        <a:pt x="11" y="9265"/>
                      </a:lnTo>
                      <a:cubicBezTo>
                        <a:pt x="6" y="9344"/>
                        <a:pt x="1" y="9422"/>
                        <a:pt x="1" y="9493"/>
                      </a:cubicBezTo>
                      <a:lnTo>
                        <a:pt x="1" y="9526"/>
                      </a:lnTo>
                      <a:cubicBezTo>
                        <a:pt x="12" y="9775"/>
                        <a:pt x="179" y="10025"/>
                        <a:pt x="507" y="10214"/>
                      </a:cubicBezTo>
                      <a:cubicBezTo>
                        <a:pt x="847" y="10410"/>
                        <a:pt x="1292" y="10507"/>
                        <a:pt x="1737" y="10507"/>
                      </a:cubicBezTo>
                      <a:cubicBezTo>
                        <a:pt x="2010" y="10507"/>
                        <a:pt x="2283" y="10471"/>
                        <a:pt x="2532" y="10397"/>
                      </a:cubicBezTo>
                      <a:cubicBezTo>
                        <a:pt x="2598" y="10303"/>
                        <a:pt x="2636" y="10214"/>
                        <a:pt x="2660" y="10119"/>
                      </a:cubicBezTo>
                      <a:lnTo>
                        <a:pt x="2670" y="10020"/>
                      </a:lnTo>
                      <a:lnTo>
                        <a:pt x="3597" y="1947"/>
                      </a:lnTo>
                      <a:cubicBezTo>
                        <a:pt x="3708" y="986"/>
                        <a:pt x="3021" y="126"/>
                        <a:pt x="2058" y="10"/>
                      </a:cubicBezTo>
                      <a:cubicBezTo>
                        <a:pt x="1992" y="4"/>
                        <a:pt x="1927" y="0"/>
                        <a:pt x="18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4"/>
                <p:cNvSpPr/>
                <p:nvPr/>
              </p:nvSpPr>
              <p:spPr>
                <a:xfrm>
                  <a:off x="4359072" y="2000408"/>
                  <a:ext cx="694945" cy="381841"/>
                </a:xfrm>
                <a:custGeom>
                  <a:rect b="b" l="l" r="r" t="t"/>
                  <a:pathLst>
                    <a:path extrusionOk="0" h="2322" w="4226">
                      <a:moveTo>
                        <a:pt x="4206" y="2274"/>
                      </a:moveTo>
                      <a:lnTo>
                        <a:pt x="4225" y="2285"/>
                      </a:lnTo>
                      <a:cubicBezTo>
                        <a:pt x="4221" y="2281"/>
                        <a:pt x="4215" y="2277"/>
                        <a:pt x="4206" y="2274"/>
                      </a:cubicBezTo>
                      <a:close/>
                      <a:moveTo>
                        <a:pt x="202" y="0"/>
                      </a:moveTo>
                      <a:cubicBezTo>
                        <a:pt x="185" y="0"/>
                        <a:pt x="185" y="5"/>
                        <a:pt x="180" y="5"/>
                      </a:cubicBezTo>
                      <a:lnTo>
                        <a:pt x="163" y="5"/>
                      </a:lnTo>
                      <a:cubicBezTo>
                        <a:pt x="158" y="5"/>
                        <a:pt x="153" y="10"/>
                        <a:pt x="153" y="10"/>
                      </a:cubicBezTo>
                      <a:cubicBezTo>
                        <a:pt x="148" y="10"/>
                        <a:pt x="136" y="16"/>
                        <a:pt x="131" y="16"/>
                      </a:cubicBezTo>
                      <a:cubicBezTo>
                        <a:pt x="126" y="16"/>
                        <a:pt x="126" y="21"/>
                        <a:pt x="121" y="21"/>
                      </a:cubicBezTo>
                      <a:cubicBezTo>
                        <a:pt x="115" y="21"/>
                        <a:pt x="110" y="26"/>
                        <a:pt x="110" y="26"/>
                      </a:cubicBezTo>
                      <a:cubicBezTo>
                        <a:pt x="100" y="31"/>
                        <a:pt x="87" y="37"/>
                        <a:pt x="77" y="37"/>
                      </a:cubicBezTo>
                      <a:cubicBezTo>
                        <a:pt x="71" y="42"/>
                        <a:pt x="66" y="42"/>
                        <a:pt x="66" y="42"/>
                      </a:cubicBezTo>
                      <a:cubicBezTo>
                        <a:pt x="39" y="52"/>
                        <a:pt x="17" y="64"/>
                        <a:pt x="0" y="74"/>
                      </a:cubicBezTo>
                      <a:lnTo>
                        <a:pt x="3867" y="2321"/>
                      </a:lnTo>
                      <a:cubicBezTo>
                        <a:pt x="3889" y="2311"/>
                        <a:pt x="3911" y="2299"/>
                        <a:pt x="3929" y="2289"/>
                      </a:cubicBezTo>
                      <a:cubicBezTo>
                        <a:pt x="3942" y="2289"/>
                        <a:pt x="3950" y="2289"/>
                        <a:pt x="3955" y="2284"/>
                      </a:cubicBezTo>
                      <a:cubicBezTo>
                        <a:pt x="3965" y="2279"/>
                        <a:pt x="3977" y="2273"/>
                        <a:pt x="3987" y="2273"/>
                      </a:cubicBezTo>
                      <a:cubicBezTo>
                        <a:pt x="3998" y="2268"/>
                        <a:pt x="4004" y="2268"/>
                        <a:pt x="4009" y="2268"/>
                      </a:cubicBezTo>
                      <a:cubicBezTo>
                        <a:pt x="4014" y="2263"/>
                        <a:pt x="4026" y="2263"/>
                        <a:pt x="4031" y="2263"/>
                      </a:cubicBezTo>
                      <a:cubicBezTo>
                        <a:pt x="4042" y="2258"/>
                        <a:pt x="4049" y="2258"/>
                        <a:pt x="4060" y="2258"/>
                      </a:cubicBezTo>
                      <a:cubicBezTo>
                        <a:pt x="4065" y="2258"/>
                        <a:pt x="4070" y="2258"/>
                        <a:pt x="4076" y="2252"/>
                      </a:cubicBezTo>
                      <a:lnTo>
                        <a:pt x="4109" y="2252"/>
                      </a:lnTo>
                      <a:cubicBezTo>
                        <a:pt x="4131" y="2252"/>
                        <a:pt x="4141" y="2258"/>
                        <a:pt x="4154" y="2258"/>
                      </a:cubicBezTo>
                      <a:cubicBezTo>
                        <a:pt x="4171" y="2263"/>
                        <a:pt x="4181" y="2263"/>
                        <a:pt x="4186" y="2268"/>
                      </a:cubicBezTo>
                      <a:cubicBezTo>
                        <a:pt x="4194" y="2270"/>
                        <a:pt x="4201" y="2272"/>
                        <a:pt x="4206" y="2274"/>
                      </a:cubicBezTo>
                      <a:lnTo>
                        <a:pt x="4206" y="2274"/>
                      </a:lnTo>
                      <a:lnTo>
                        <a:pt x="358" y="38"/>
                      </a:lnTo>
                      <a:cubicBezTo>
                        <a:pt x="348" y="32"/>
                        <a:pt x="336" y="27"/>
                        <a:pt x="331" y="21"/>
                      </a:cubicBezTo>
                      <a:cubicBezTo>
                        <a:pt x="326" y="16"/>
                        <a:pt x="321" y="16"/>
                        <a:pt x="314" y="16"/>
                      </a:cubicBezTo>
                      <a:cubicBezTo>
                        <a:pt x="309" y="10"/>
                        <a:pt x="304" y="10"/>
                        <a:pt x="297" y="10"/>
                      </a:cubicBezTo>
                      <a:cubicBezTo>
                        <a:pt x="291" y="5"/>
                        <a:pt x="286" y="5"/>
                        <a:pt x="280" y="5"/>
                      </a:cubicBezTo>
                      <a:cubicBezTo>
                        <a:pt x="258" y="0"/>
                        <a:pt x="24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4"/>
                <p:cNvSpPr/>
                <p:nvPr/>
              </p:nvSpPr>
              <p:spPr>
                <a:xfrm>
                  <a:off x="4281125" y="2011755"/>
                  <a:ext cx="718131" cy="561580"/>
                </a:xfrm>
                <a:custGeom>
                  <a:rect b="b" l="l" r="r" t="t"/>
                  <a:pathLst>
                    <a:path extrusionOk="0" h="3415" w="4367">
                      <a:moveTo>
                        <a:pt x="500" y="0"/>
                      </a:moveTo>
                      <a:cubicBezTo>
                        <a:pt x="467" y="17"/>
                        <a:pt x="438" y="40"/>
                        <a:pt x="411" y="62"/>
                      </a:cubicBezTo>
                      <a:cubicBezTo>
                        <a:pt x="401" y="72"/>
                        <a:pt x="388" y="79"/>
                        <a:pt x="383" y="89"/>
                      </a:cubicBezTo>
                      <a:cubicBezTo>
                        <a:pt x="366" y="100"/>
                        <a:pt x="356" y="116"/>
                        <a:pt x="339" y="129"/>
                      </a:cubicBezTo>
                      <a:cubicBezTo>
                        <a:pt x="334" y="134"/>
                        <a:pt x="328" y="146"/>
                        <a:pt x="322" y="151"/>
                      </a:cubicBezTo>
                      <a:lnTo>
                        <a:pt x="304" y="168"/>
                      </a:lnTo>
                      <a:lnTo>
                        <a:pt x="282" y="190"/>
                      </a:lnTo>
                      <a:cubicBezTo>
                        <a:pt x="266" y="208"/>
                        <a:pt x="255" y="223"/>
                        <a:pt x="244" y="240"/>
                      </a:cubicBezTo>
                      <a:cubicBezTo>
                        <a:pt x="238" y="245"/>
                        <a:pt x="233" y="251"/>
                        <a:pt x="233" y="257"/>
                      </a:cubicBezTo>
                      <a:cubicBezTo>
                        <a:pt x="228" y="262"/>
                        <a:pt x="228" y="262"/>
                        <a:pt x="228" y="267"/>
                      </a:cubicBezTo>
                      <a:lnTo>
                        <a:pt x="210" y="284"/>
                      </a:lnTo>
                      <a:cubicBezTo>
                        <a:pt x="200" y="302"/>
                        <a:pt x="188" y="312"/>
                        <a:pt x="183" y="329"/>
                      </a:cubicBezTo>
                      <a:cubicBezTo>
                        <a:pt x="172" y="346"/>
                        <a:pt x="166" y="356"/>
                        <a:pt x="156" y="373"/>
                      </a:cubicBezTo>
                      <a:cubicBezTo>
                        <a:pt x="145" y="391"/>
                        <a:pt x="139" y="401"/>
                        <a:pt x="134" y="413"/>
                      </a:cubicBezTo>
                      <a:cubicBezTo>
                        <a:pt x="123" y="430"/>
                        <a:pt x="116" y="440"/>
                        <a:pt x="111" y="457"/>
                      </a:cubicBezTo>
                      <a:cubicBezTo>
                        <a:pt x="105" y="467"/>
                        <a:pt x="100" y="485"/>
                        <a:pt x="94" y="497"/>
                      </a:cubicBezTo>
                      <a:cubicBezTo>
                        <a:pt x="83" y="519"/>
                        <a:pt x="77" y="529"/>
                        <a:pt x="72" y="546"/>
                      </a:cubicBezTo>
                      <a:cubicBezTo>
                        <a:pt x="67" y="563"/>
                        <a:pt x="61" y="579"/>
                        <a:pt x="55" y="591"/>
                      </a:cubicBezTo>
                      <a:cubicBezTo>
                        <a:pt x="50" y="601"/>
                        <a:pt x="50" y="608"/>
                        <a:pt x="50" y="613"/>
                      </a:cubicBezTo>
                      <a:cubicBezTo>
                        <a:pt x="50" y="618"/>
                        <a:pt x="45" y="618"/>
                        <a:pt x="45" y="623"/>
                      </a:cubicBezTo>
                      <a:cubicBezTo>
                        <a:pt x="39" y="629"/>
                        <a:pt x="39" y="634"/>
                        <a:pt x="39" y="640"/>
                      </a:cubicBezTo>
                      <a:cubicBezTo>
                        <a:pt x="34" y="663"/>
                        <a:pt x="29" y="680"/>
                        <a:pt x="22" y="696"/>
                      </a:cubicBezTo>
                      <a:cubicBezTo>
                        <a:pt x="16" y="706"/>
                        <a:pt x="16" y="718"/>
                        <a:pt x="16" y="728"/>
                      </a:cubicBezTo>
                      <a:cubicBezTo>
                        <a:pt x="16" y="733"/>
                        <a:pt x="11" y="739"/>
                        <a:pt x="11" y="745"/>
                      </a:cubicBezTo>
                      <a:cubicBezTo>
                        <a:pt x="11" y="750"/>
                        <a:pt x="6" y="755"/>
                        <a:pt x="6" y="762"/>
                      </a:cubicBezTo>
                      <a:cubicBezTo>
                        <a:pt x="1" y="795"/>
                        <a:pt x="1" y="829"/>
                        <a:pt x="1" y="856"/>
                      </a:cubicBezTo>
                      <a:cubicBezTo>
                        <a:pt x="1" y="1006"/>
                        <a:pt x="56" y="1112"/>
                        <a:pt x="140" y="1167"/>
                      </a:cubicBezTo>
                      <a:lnTo>
                        <a:pt x="4007" y="3414"/>
                      </a:lnTo>
                      <a:cubicBezTo>
                        <a:pt x="3923" y="3341"/>
                        <a:pt x="3868" y="3236"/>
                        <a:pt x="3868" y="3085"/>
                      </a:cubicBezTo>
                      <a:cubicBezTo>
                        <a:pt x="3868" y="3047"/>
                        <a:pt x="3874" y="3013"/>
                        <a:pt x="3879" y="2974"/>
                      </a:cubicBezTo>
                      <a:cubicBezTo>
                        <a:pt x="3879" y="2969"/>
                        <a:pt x="3884" y="2964"/>
                        <a:pt x="3884" y="2958"/>
                      </a:cubicBezTo>
                      <a:cubicBezTo>
                        <a:pt x="3889" y="2924"/>
                        <a:pt x="3901" y="2885"/>
                        <a:pt x="3911" y="2853"/>
                      </a:cubicBezTo>
                      <a:cubicBezTo>
                        <a:pt x="3911" y="2848"/>
                        <a:pt x="3916" y="2848"/>
                        <a:pt x="3916" y="2842"/>
                      </a:cubicBezTo>
                      <a:cubicBezTo>
                        <a:pt x="3927" y="2802"/>
                        <a:pt x="3944" y="2765"/>
                        <a:pt x="3960" y="2725"/>
                      </a:cubicBezTo>
                      <a:cubicBezTo>
                        <a:pt x="3978" y="2686"/>
                        <a:pt x="4000" y="2648"/>
                        <a:pt x="4022" y="2609"/>
                      </a:cubicBezTo>
                      <a:cubicBezTo>
                        <a:pt x="4044" y="2570"/>
                        <a:pt x="4067" y="2536"/>
                        <a:pt x="4095" y="2503"/>
                      </a:cubicBezTo>
                      <a:cubicBezTo>
                        <a:pt x="4100" y="2498"/>
                        <a:pt x="4100" y="2498"/>
                        <a:pt x="4100" y="2492"/>
                      </a:cubicBezTo>
                      <a:cubicBezTo>
                        <a:pt x="4122" y="2460"/>
                        <a:pt x="4144" y="2431"/>
                        <a:pt x="4172" y="2409"/>
                      </a:cubicBezTo>
                      <a:lnTo>
                        <a:pt x="4189" y="2392"/>
                      </a:lnTo>
                      <a:cubicBezTo>
                        <a:pt x="4211" y="2369"/>
                        <a:pt x="4228" y="2352"/>
                        <a:pt x="4251" y="2336"/>
                      </a:cubicBezTo>
                      <a:lnTo>
                        <a:pt x="4278" y="2309"/>
                      </a:lnTo>
                      <a:cubicBezTo>
                        <a:pt x="4310" y="2287"/>
                        <a:pt x="4340" y="2264"/>
                        <a:pt x="4367" y="2247"/>
                      </a:cubicBezTo>
                      <a:lnTo>
                        <a:pt x="5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4"/>
                <p:cNvSpPr/>
                <p:nvPr/>
              </p:nvSpPr>
              <p:spPr>
                <a:xfrm>
                  <a:off x="4917031" y="2371230"/>
                  <a:ext cx="158032" cy="204898"/>
                </a:xfrm>
                <a:custGeom>
                  <a:rect b="b" l="l" r="r" t="t"/>
                  <a:pathLst>
                    <a:path extrusionOk="0" h="1246" w="961">
                      <a:moveTo>
                        <a:pt x="695" y="0"/>
                      </a:moveTo>
                      <a:cubicBezTo>
                        <a:pt x="629" y="0"/>
                        <a:pt x="556" y="22"/>
                        <a:pt x="478" y="68"/>
                      </a:cubicBezTo>
                      <a:cubicBezTo>
                        <a:pt x="212" y="223"/>
                        <a:pt x="1" y="594"/>
                        <a:pt x="0" y="900"/>
                      </a:cubicBezTo>
                      <a:cubicBezTo>
                        <a:pt x="0" y="1120"/>
                        <a:pt x="109" y="1246"/>
                        <a:pt x="266" y="1246"/>
                      </a:cubicBezTo>
                      <a:cubicBezTo>
                        <a:pt x="332" y="1246"/>
                        <a:pt x="406" y="1224"/>
                        <a:pt x="484" y="1178"/>
                      </a:cubicBezTo>
                      <a:cubicBezTo>
                        <a:pt x="745" y="1023"/>
                        <a:pt x="961" y="651"/>
                        <a:pt x="961" y="345"/>
                      </a:cubicBezTo>
                      <a:cubicBezTo>
                        <a:pt x="961" y="126"/>
                        <a:pt x="852" y="0"/>
                        <a:pt x="695" y="0"/>
                      </a:cubicBezTo>
                      <a:close/>
                    </a:path>
                  </a:pathLst>
                </a:custGeom>
                <a:solidFill>
                  <a:srgbClr val="1817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4"/>
                <p:cNvSpPr/>
                <p:nvPr/>
              </p:nvSpPr>
              <p:spPr>
                <a:xfrm>
                  <a:off x="5372377" y="2563794"/>
                  <a:ext cx="877972" cy="1107044"/>
                </a:xfrm>
                <a:custGeom>
                  <a:rect b="b" l="l" r="r" t="t"/>
                  <a:pathLst>
                    <a:path extrusionOk="0" h="6732" w="5339">
                      <a:moveTo>
                        <a:pt x="5339" y="1"/>
                      </a:moveTo>
                      <a:lnTo>
                        <a:pt x="1043" y="73"/>
                      </a:lnTo>
                      <a:lnTo>
                        <a:pt x="0" y="6732"/>
                      </a:lnTo>
                      <a:lnTo>
                        <a:pt x="3058" y="5095"/>
                      </a:lnTo>
                      <a:cubicBezTo>
                        <a:pt x="3691" y="4734"/>
                        <a:pt x="4123" y="4091"/>
                        <a:pt x="4223" y="3369"/>
                      </a:cubicBezTo>
                      <a:lnTo>
                        <a:pt x="533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4"/>
                <p:cNvSpPr/>
                <p:nvPr/>
              </p:nvSpPr>
              <p:spPr>
                <a:xfrm>
                  <a:off x="4678093" y="2359554"/>
                  <a:ext cx="954439" cy="1323618"/>
                </a:xfrm>
                <a:custGeom>
                  <a:rect b="b" l="l" r="r" t="t"/>
                  <a:pathLst>
                    <a:path extrusionOk="0" h="8049" w="5804">
                      <a:moveTo>
                        <a:pt x="0" y="0"/>
                      </a:moveTo>
                      <a:lnTo>
                        <a:pt x="0" y="3924"/>
                      </a:lnTo>
                      <a:cubicBezTo>
                        <a:pt x="0" y="5260"/>
                        <a:pt x="394" y="6287"/>
                        <a:pt x="1549" y="6947"/>
                      </a:cubicBezTo>
                      <a:lnTo>
                        <a:pt x="3013" y="7785"/>
                      </a:lnTo>
                      <a:cubicBezTo>
                        <a:pt x="3322" y="7962"/>
                        <a:pt x="3596" y="8048"/>
                        <a:pt x="3842" y="8048"/>
                      </a:cubicBezTo>
                      <a:cubicBezTo>
                        <a:pt x="4418" y="8048"/>
                        <a:pt x="4840" y="7578"/>
                        <a:pt x="5194" y="6714"/>
                      </a:cubicBezTo>
                      <a:lnTo>
                        <a:pt x="5804" y="3107"/>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4"/>
                <p:cNvSpPr/>
                <p:nvPr/>
              </p:nvSpPr>
              <p:spPr>
                <a:xfrm>
                  <a:off x="4754724" y="2636149"/>
                  <a:ext cx="711882" cy="1084021"/>
                </a:xfrm>
                <a:custGeom>
                  <a:rect b="b" l="l" r="r" t="t"/>
                  <a:pathLst>
                    <a:path extrusionOk="0" h="6592" w="4329">
                      <a:moveTo>
                        <a:pt x="510" y="1"/>
                      </a:moveTo>
                      <a:lnTo>
                        <a:pt x="56" y="4217"/>
                      </a:lnTo>
                      <a:cubicBezTo>
                        <a:pt x="0" y="4694"/>
                        <a:pt x="1099" y="6214"/>
                        <a:pt x="1409" y="6426"/>
                      </a:cubicBezTo>
                      <a:cubicBezTo>
                        <a:pt x="1588" y="6546"/>
                        <a:pt x="1887" y="6592"/>
                        <a:pt x="2202" y="6592"/>
                      </a:cubicBezTo>
                      <a:cubicBezTo>
                        <a:pt x="2803" y="6592"/>
                        <a:pt x="3465" y="6426"/>
                        <a:pt x="3479" y="6292"/>
                      </a:cubicBezTo>
                      <a:lnTo>
                        <a:pt x="4328" y="2163"/>
                      </a:lnTo>
                      <a:lnTo>
                        <a:pt x="4328" y="2163"/>
                      </a:lnTo>
                      <a:cubicBezTo>
                        <a:pt x="4245" y="2178"/>
                        <a:pt x="4157" y="2186"/>
                        <a:pt x="4065" y="2186"/>
                      </a:cubicBezTo>
                      <a:cubicBezTo>
                        <a:pt x="3652" y="2186"/>
                        <a:pt x="3149" y="2033"/>
                        <a:pt x="2546" y="1722"/>
                      </a:cubicBezTo>
                      <a:cubicBezTo>
                        <a:pt x="1881" y="1367"/>
                        <a:pt x="1259" y="873"/>
                        <a:pt x="792" y="345"/>
                      </a:cubicBezTo>
                      <a:cubicBezTo>
                        <a:pt x="693" y="234"/>
                        <a:pt x="599" y="117"/>
                        <a:pt x="5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4"/>
                <p:cNvSpPr/>
                <p:nvPr/>
              </p:nvSpPr>
              <p:spPr>
                <a:xfrm>
                  <a:off x="4831355" y="2367612"/>
                  <a:ext cx="666167" cy="649064"/>
                </a:xfrm>
                <a:custGeom>
                  <a:rect b="b" l="l" r="r" t="t"/>
                  <a:pathLst>
                    <a:path extrusionOk="0" h="3947" w="4051">
                      <a:moveTo>
                        <a:pt x="736" y="0"/>
                      </a:moveTo>
                      <a:cubicBezTo>
                        <a:pt x="650" y="0"/>
                        <a:pt x="565" y="20"/>
                        <a:pt x="489" y="57"/>
                      </a:cubicBezTo>
                      <a:cubicBezTo>
                        <a:pt x="321" y="135"/>
                        <a:pt x="194" y="296"/>
                        <a:pt x="172" y="506"/>
                      </a:cubicBezTo>
                      <a:lnTo>
                        <a:pt x="1" y="2104"/>
                      </a:lnTo>
                      <a:cubicBezTo>
                        <a:pt x="472" y="2632"/>
                        <a:pt x="1083" y="3125"/>
                        <a:pt x="1754" y="3481"/>
                      </a:cubicBezTo>
                      <a:cubicBezTo>
                        <a:pt x="2348" y="3793"/>
                        <a:pt x="2854" y="3947"/>
                        <a:pt x="3267" y="3947"/>
                      </a:cubicBezTo>
                      <a:cubicBezTo>
                        <a:pt x="3359" y="3947"/>
                        <a:pt x="3447" y="3939"/>
                        <a:pt x="3530" y="3924"/>
                      </a:cubicBezTo>
                      <a:cubicBezTo>
                        <a:pt x="3657" y="3902"/>
                        <a:pt x="3768" y="3858"/>
                        <a:pt x="3862" y="3802"/>
                      </a:cubicBezTo>
                      <a:lnTo>
                        <a:pt x="4029" y="2821"/>
                      </a:lnTo>
                      <a:cubicBezTo>
                        <a:pt x="4051" y="2625"/>
                        <a:pt x="3972" y="2431"/>
                        <a:pt x="3824" y="2316"/>
                      </a:cubicBezTo>
                      <a:lnTo>
                        <a:pt x="1089" y="124"/>
                      </a:lnTo>
                      <a:cubicBezTo>
                        <a:pt x="982" y="40"/>
                        <a:pt x="857" y="0"/>
                        <a:pt x="7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4"/>
                <p:cNvSpPr/>
                <p:nvPr/>
              </p:nvSpPr>
              <p:spPr>
                <a:xfrm>
                  <a:off x="4784818" y="2317292"/>
                  <a:ext cx="658109" cy="698562"/>
                </a:xfrm>
                <a:custGeom>
                  <a:rect b="b" l="l" r="r" t="t"/>
                  <a:pathLst>
                    <a:path extrusionOk="0" h="4248" w="4002">
                      <a:moveTo>
                        <a:pt x="307" y="0"/>
                      </a:moveTo>
                      <a:cubicBezTo>
                        <a:pt x="264" y="0"/>
                        <a:pt x="224" y="29"/>
                        <a:pt x="217" y="79"/>
                      </a:cubicBezTo>
                      <a:lnTo>
                        <a:pt x="1" y="2055"/>
                      </a:lnTo>
                      <a:cubicBezTo>
                        <a:pt x="83" y="2176"/>
                        <a:pt x="178" y="2289"/>
                        <a:pt x="284" y="2405"/>
                      </a:cubicBezTo>
                      <a:cubicBezTo>
                        <a:pt x="755" y="2933"/>
                        <a:pt x="1366" y="3426"/>
                        <a:pt x="2037" y="3781"/>
                      </a:cubicBezTo>
                      <a:cubicBezTo>
                        <a:pt x="2632" y="4093"/>
                        <a:pt x="3137" y="4247"/>
                        <a:pt x="3551" y="4247"/>
                      </a:cubicBezTo>
                      <a:cubicBezTo>
                        <a:pt x="3643" y="4247"/>
                        <a:pt x="3730" y="4240"/>
                        <a:pt x="3813" y="4225"/>
                      </a:cubicBezTo>
                      <a:lnTo>
                        <a:pt x="3979" y="3265"/>
                      </a:lnTo>
                      <a:cubicBezTo>
                        <a:pt x="4001" y="3075"/>
                        <a:pt x="3918" y="2887"/>
                        <a:pt x="3773" y="2753"/>
                      </a:cubicBezTo>
                      <a:lnTo>
                        <a:pt x="777" y="349"/>
                      </a:lnTo>
                      <a:lnTo>
                        <a:pt x="361" y="17"/>
                      </a:lnTo>
                      <a:cubicBezTo>
                        <a:pt x="344" y="6"/>
                        <a:pt x="325" y="0"/>
                        <a:pt x="3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4"/>
                <p:cNvSpPr/>
                <p:nvPr/>
              </p:nvSpPr>
              <p:spPr>
                <a:xfrm>
                  <a:off x="4655400" y="2122097"/>
                  <a:ext cx="1073004" cy="804136"/>
                </a:xfrm>
                <a:custGeom>
                  <a:rect b="b" l="l" r="r" t="t"/>
                  <a:pathLst>
                    <a:path extrusionOk="0" h="4890" w="6525">
                      <a:moveTo>
                        <a:pt x="323" y="1"/>
                      </a:moveTo>
                      <a:cubicBezTo>
                        <a:pt x="323" y="1"/>
                        <a:pt x="323" y="1"/>
                        <a:pt x="323" y="1"/>
                      </a:cubicBezTo>
                      <a:cubicBezTo>
                        <a:pt x="273" y="78"/>
                        <a:pt x="228" y="161"/>
                        <a:pt x="190" y="245"/>
                      </a:cubicBezTo>
                      <a:cubicBezTo>
                        <a:pt x="151" y="323"/>
                        <a:pt x="117" y="411"/>
                        <a:pt x="90" y="494"/>
                      </a:cubicBezTo>
                      <a:cubicBezTo>
                        <a:pt x="63" y="583"/>
                        <a:pt x="40" y="666"/>
                        <a:pt x="23" y="750"/>
                      </a:cubicBezTo>
                      <a:cubicBezTo>
                        <a:pt x="11" y="834"/>
                        <a:pt x="1" y="916"/>
                        <a:pt x="1" y="1000"/>
                      </a:cubicBezTo>
                      <a:lnTo>
                        <a:pt x="1" y="1145"/>
                      </a:lnTo>
                      <a:lnTo>
                        <a:pt x="1" y="1288"/>
                      </a:lnTo>
                      <a:cubicBezTo>
                        <a:pt x="1" y="1288"/>
                        <a:pt x="1826" y="2803"/>
                        <a:pt x="2593" y="3252"/>
                      </a:cubicBezTo>
                      <a:cubicBezTo>
                        <a:pt x="3359" y="3702"/>
                        <a:pt x="6126" y="4890"/>
                        <a:pt x="6126" y="4890"/>
                      </a:cubicBezTo>
                      <a:lnTo>
                        <a:pt x="6271" y="4262"/>
                      </a:lnTo>
                      <a:lnTo>
                        <a:pt x="6414" y="3635"/>
                      </a:lnTo>
                      <a:lnTo>
                        <a:pt x="6470" y="3602"/>
                      </a:lnTo>
                      <a:lnTo>
                        <a:pt x="6524" y="3570"/>
                      </a:lnTo>
                      <a:lnTo>
                        <a:pt x="3435" y="1782"/>
                      </a:lnTo>
                      <a:cubicBezTo>
                        <a:pt x="3435" y="1782"/>
                        <a:pt x="351" y="1"/>
                        <a:pt x="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4"/>
                <p:cNvSpPr/>
                <p:nvPr/>
              </p:nvSpPr>
              <p:spPr>
                <a:xfrm>
                  <a:off x="4707200" y="1817875"/>
                  <a:ext cx="1527694" cy="890470"/>
                </a:xfrm>
                <a:custGeom>
                  <a:rect b="b" l="l" r="r" t="t"/>
                  <a:pathLst>
                    <a:path extrusionOk="0" h="5415" w="9290">
                      <a:moveTo>
                        <a:pt x="2895" y="1"/>
                      </a:moveTo>
                      <a:cubicBezTo>
                        <a:pt x="2766" y="1"/>
                        <a:pt x="2620" y="42"/>
                        <a:pt x="2469" y="132"/>
                      </a:cubicBezTo>
                      <a:lnTo>
                        <a:pt x="645" y="1175"/>
                      </a:lnTo>
                      <a:cubicBezTo>
                        <a:pt x="394" y="1320"/>
                        <a:pt x="171" y="1552"/>
                        <a:pt x="0" y="1830"/>
                      </a:cubicBezTo>
                      <a:lnTo>
                        <a:pt x="6209" y="5415"/>
                      </a:lnTo>
                      <a:lnTo>
                        <a:pt x="9289" y="3671"/>
                      </a:lnTo>
                      <a:cubicBezTo>
                        <a:pt x="9289" y="3671"/>
                        <a:pt x="2971" y="5"/>
                        <a:pt x="2964" y="5"/>
                      </a:cubicBezTo>
                      <a:cubicBezTo>
                        <a:pt x="2964" y="5"/>
                        <a:pt x="2964" y="5"/>
                        <a:pt x="2964" y="5"/>
                      </a:cubicBezTo>
                      <a:cubicBezTo>
                        <a:pt x="2941" y="2"/>
                        <a:pt x="2918" y="1"/>
                        <a:pt x="2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4"/>
                <p:cNvSpPr/>
                <p:nvPr/>
              </p:nvSpPr>
              <p:spPr>
                <a:xfrm>
                  <a:off x="5661470" y="2410368"/>
                  <a:ext cx="617984" cy="515042"/>
                </a:xfrm>
                <a:custGeom>
                  <a:rect b="b" l="l" r="r" t="t"/>
                  <a:pathLst>
                    <a:path extrusionOk="0" h="3132" w="3758">
                      <a:moveTo>
                        <a:pt x="3225" y="1"/>
                      </a:moveTo>
                      <a:cubicBezTo>
                        <a:pt x="3094" y="1"/>
                        <a:pt x="2947" y="44"/>
                        <a:pt x="2792" y="134"/>
                      </a:cubicBezTo>
                      <a:lnTo>
                        <a:pt x="966" y="1179"/>
                      </a:lnTo>
                      <a:cubicBezTo>
                        <a:pt x="435" y="1489"/>
                        <a:pt x="1" y="2233"/>
                        <a:pt x="1" y="2843"/>
                      </a:cubicBezTo>
                      <a:lnTo>
                        <a:pt x="1" y="3132"/>
                      </a:lnTo>
                      <a:lnTo>
                        <a:pt x="3758" y="974"/>
                      </a:lnTo>
                      <a:lnTo>
                        <a:pt x="3757" y="684"/>
                      </a:lnTo>
                      <a:cubicBezTo>
                        <a:pt x="3757" y="252"/>
                        <a:pt x="3540" y="1"/>
                        <a:pt x="3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4"/>
                <p:cNvSpPr/>
                <p:nvPr/>
              </p:nvSpPr>
              <p:spPr>
                <a:xfrm>
                  <a:off x="5916523" y="2856011"/>
                  <a:ext cx="693958" cy="382006"/>
                </a:xfrm>
                <a:custGeom>
                  <a:rect b="b" l="l" r="r" t="t"/>
                  <a:pathLst>
                    <a:path extrusionOk="0" h="2323" w="4220">
                      <a:moveTo>
                        <a:pt x="4176" y="2261"/>
                      </a:moveTo>
                      <a:lnTo>
                        <a:pt x="4219" y="2286"/>
                      </a:lnTo>
                      <a:cubicBezTo>
                        <a:pt x="4213" y="2274"/>
                        <a:pt x="4202" y="2274"/>
                        <a:pt x="4180" y="2263"/>
                      </a:cubicBezTo>
                      <a:cubicBezTo>
                        <a:pt x="4179" y="2263"/>
                        <a:pt x="4177" y="2262"/>
                        <a:pt x="4176" y="2261"/>
                      </a:cubicBezTo>
                      <a:close/>
                      <a:moveTo>
                        <a:pt x="204" y="0"/>
                      </a:moveTo>
                      <a:cubicBezTo>
                        <a:pt x="186" y="0"/>
                        <a:pt x="186" y="6"/>
                        <a:pt x="181" y="6"/>
                      </a:cubicBezTo>
                      <a:lnTo>
                        <a:pt x="164" y="6"/>
                      </a:lnTo>
                      <a:cubicBezTo>
                        <a:pt x="159" y="6"/>
                        <a:pt x="153" y="11"/>
                        <a:pt x="153" y="11"/>
                      </a:cubicBezTo>
                      <a:cubicBezTo>
                        <a:pt x="148" y="11"/>
                        <a:pt x="137" y="16"/>
                        <a:pt x="131" y="16"/>
                      </a:cubicBezTo>
                      <a:cubicBezTo>
                        <a:pt x="126" y="16"/>
                        <a:pt x="121" y="21"/>
                        <a:pt x="121" y="21"/>
                      </a:cubicBezTo>
                      <a:cubicBezTo>
                        <a:pt x="116" y="21"/>
                        <a:pt x="110" y="27"/>
                        <a:pt x="110" y="27"/>
                      </a:cubicBezTo>
                      <a:cubicBezTo>
                        <a:pt x="100" y="32"/>
                        <a:pt x="88" y="37"/>
                        <a:pt x="78" y="37"/>
                      </a:cubicBezTo>
                      <a:cubicBezTo>
                        <a:pt x="73" y="42"/>
                        <a:pt x="67" y="42"/>
                        <a:pt x="67" y="42"/>
                      </a:cubicBezTo>
                      <a:cubicBezTo>
                        <a:pt x="39" y="53"/>
                        <a:pt x="17" y="65"/>
                        <a:pt x="0" y="76"/>
                      </a:cubicBezTo>
                      <a:lnTo>
                        <a:pt x="3867" y="2323"/>
                      </a:lnTo>
                      <a:cubicBezTo>
                        <a:pt x="3889" y="2312"/>
                        <a:pt x="3907" y="2300"/>
                        <a:pt x="3929" y="2289"/>
                      </a:cubicBezTo>
                      <a:cubicBezTo>
                        <a:pt x="3933" y="2281"/>
                        <a:pt x="3938" y="2274"/>
                        <a:pt x="3944" y="2274"/>
                      </a:cubicBezTo>
                      <a:cubicBezTo>
                        <a:pt x="3954" y="2268"/>
                        <a:pt x="3966" y="2263"/>
                        <a:pt x="3976" y="2263"/>
                      </a:cubicBezTo>
                      <a:cubicBezTo>
                        <a:pt x="3981" y="2258"/>
                        <a:pt x="3993" y="2258"/>
                        <a:pt x="3998" y="2258"/>
                      </a:cubicBezTo>
                      <a:cubicBezTo>
                        <a:pt x="4003" y="2253"/>
                        <a:pt x="4015" y="2253"/>
                        <a:pt x="4020" y="2253"/>
                      </a:cubicBezTo>
                      <a:cubicBezTo>
                        <a:pt x="4030" y="2248"/>
                        <a:pt x="4038" y="2248"/>
                        <a:pt x="4047" y="2248"/>
                      </a:cubicBezTo>
                      <a:cubicBezTo>
                        <a:pt x="4052" y="2248"/>
                        <a:pt x="4058" y="2248"/>
                        <a:pt x="4065" y="2242"/>
                      </a:cubicBezTo>
                      <a:lnTo>
                        <a:pt x="4098" y="2242"/>
                      </a:lnTo>
                      <a:cubicBezTo>
                        <a:pt x="4120" y="2242"/>
                        <a:pt x="4130" y="2248"/>
                        <a:pt x="4143" y="2248"/>
                      </a:cubicBezTo>
                      <a:cubicBezTo>
                        <a:pt x="4148" y="2248"/>
                        <a:pt x="4148" y="2253"/>
                        <a:pt x="4153" y="2253"/>
                      </a:cubicBezTo>
                      <a:cubicBezTo>
                        <a:pt x="4162" y="2257"/>
                        <a:pt x="4168" y="2258"/>
                        <a:pt x="4176" y="2261"/>
                      </a:cubicBezTo>
                      <a:lnTo>
                        <a:pt x="4176" y="2261"/>
                      </a:lnTo>
                      <a:lnTo>
                        <a:pt x="352" y="39"/>
                      </a:lnTo>
                      <a:cubicBezTo>
                        <a:pt x="342" y="34"/>
                        <a:pt x="330" y="29"/>
                        <a:pt x="325" y="21"/>
                      </a:cubicBezTo>
                      <a:cubicBezTo>
                        <a:pt x="315" y="16"/>
                        <a:pt x="315" y="16"/>
                        <a:pt x="308" y="16"/>
                      </a:cubicBezTo>
                      <a:cubicBezTo>
                        <a:pt x="303" y="16"/>
                        <a:pt x="298" y="11"/>
                        <a:pt x="298" y="11"/>
                      </a:cubicBezTo>
                      <a:cubicBezTo>
                        <a:pt x="293" y="11"/>
                        <a:pt x="287" y="6"/>
                        <a:pt x="280" y="6"/>
                      </a:cubicBezTo>
                      <a:cubicBezTo>
                        <a:pt x="258" y="0"/>
                        <a:pt x="248"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4"/>
                <p:cNvSpPr/>
                <p:nvPr/>
              </p:nvSpPr>
              <p:spPr>
                <a:xfrm>
                  <a:off x="5835945" y="2865056"/>
                  <a:ext cx="718954" cy="561580"/>
                </a:xfrm>
                <a:custGeom>
                  <a:rect b="b" l="l" r="r" t="t"/>
                  <a:pathLst>
                    <a:path extrusionOk="0" h="3415" w="4372">
                      <a:moveTo>
                        <a:pt x="505" y="1"/>
                      </a:moveTo>
                      <a:cubicBezTo>
                        <a:pt x="472" y="18"/>
                        <a:pt x="443" y="40"/>
                        <a:pt x="416" y="63"/>
                      </a:cubicBezTo>
                      <a:cubicBezTo>
                        <a:pt x="406" y="73"/>
                        <a:pt x="393" y="80"/>
                        <a:pt x="388" y="90"/>
                      </a:cubicBezTo>
                      <a:cubicBezTo>
                        <a:pt x="371" y="100"/>
                        <a:pt x="360" y="112"/>
                        <a:pt x="344" y="129"/>
                      </a:cubicBezTo>
                      <a:cubicBezTo>
                        <a:pt x="338" y="134"/>
                        <a:pt x="333" y="147"/>
                        <a:pt x="327" y="152"/>
                      </a:cubicBezTo>
                      <a:lnTo>
                        <a:pt x="309" y="169"/>
                      </a:lnTo>
                      <a:lnTo>
                        <a:pt x="287" y="191"/>
                      </a:lnTo>
                      <a:cubicBezTo>
                        <a:pt x="270" y="207"/>
                        <a:pt x="260" y="223"/>
                        <a:pt x="248" y="241"/>
                      </a:cubicBezTo>
                      <a:cubicBezTo>
                        <a:pt x="243" y="246"/>
                        <a:pt x="238" y="251"/>
                        <a:pt x="238" y="258"/>
                      </a:cubicBezTo>
                      <a:cubicBezTo>
                        <a:pt x="233" y="263"/>
                        <a:pt x="233" y="263"/>
                        <a:pt x="233" y="268"/>
                      </a:cubicBezTo>
                      <a:lnTo>
                        <a:pt x="215" y="285"/>
                      </a:lnTo>
                      <a:cubicBezTo>
                        <a:pt x="204" y="302"/>
                        <a:pt x="193" y="312"/>
                        <a:pt x="188" y="330"/>
                      </a:cubicBezTo>
                      <a:cubicBezTo>
                        <a:pt x="177" y="347"/>
                        <a:pt x="171" y="357"/>
                        <a:pt x="160" y="374"/>
                      </a:cubicBezTo>
                      <a:cubicBezTo>
                        <a:pt x="150" y="391"/>
                        <a:pt x="144" y="401"/>
                        <a:pt x="138" y="414"/>
                      </a:cubicBezTo>
                      <a:cubicBezTo>
                        <a:pt x="128" y="430"/>
                        <a:pt x="121" y="441"/>
                        <a:pt x="115" y="458"/>
                      </a:cubicBezTo>
                      <a:cubicBezTo>
                        <a:pt x="110" y="468"/>
                        <a:pt x="105" y="485"/>
                        <a:pt x="99" y="498"/>
                      </a:cubicBezTo>
                      <a:cubicBezTo>
                        <a:pt x="88" y="520"/>
                        <a:pt x="82" y="530"/>
                        <a:pt x="77" y="547"/>
                      </a:cubicBezTo>
                      <a:cubicBezTo>
                        <a:pt x="71" y="564"/>
                        <a:pt x="66" y="579"/>
                        <a:pt x="60" y="591"/>
                      </a:cubicBezTo>
                      <a:cubicBezTo>
                        <a:pt x="55" y="601"/>
                        <a:pt x="55" y="609"/>
                        <a:pt x="49" y="614"/>
                      </a:cubicBezTo>
                      <a:cubicBezTo>
                        <a:pt x="49" y="619"/>
                        <a:pt x="44" y="619"/>
                        <a:pt x="44" y="624"/>
                      </a:cubicBezTo>
                      <a:cubicBezTo>
                        <a:pt x="39" y="630"/>
                        <a:pt x="39" y="635"/>
                        <a:pt x="39" y="641"/>
                      </a:cubicBezTo>
                      <a:cubicBezTo>
                        <a:pt x="34" y="658"/>
                        <a:pt x="28" y="680"/>
                        <a:pt x="21" y="696"/>
                      </a:cubicBezTo>
                      <a:cubicBezTo>
                        <a:pt x="16" y="706"/>
                        <a:pt x="16" y="719"/>
                        <a:pt x="16" y="729"/>
                      </a:cubicBezTo>
                      <a:cubicBezTo>
                        <a:pt x="16" y="734"/>
                        <a:pt x="11" y="740"/>
                        <a:pt x="11" y="746"/>
                      </a:cubicBezTo>
                      <a:cubicBezTo>
                        <a:pt x="11" y="751"/>
                        <a:pt x="5" y="756"/>
                        <a:pt x="5" y="763"/>
                      </a:cubicBezTo>
                      <a:cubicBezTo>
                        <a:pt x="0" y="795"/>
                        <a:pt x="0" y="830"/>
                        <a:pt x="0" y="857"/>
                      </a:cubicBezTo>
                      <a:cubicBezTo>
                        <a:pt x="0" y="1007"/>
                        <a:pt x="56" y="1118"/>
                        <a:pt x="139" y="1167"/>
                      </a:cubicBezTo>
                      <a:lnTo>
                        <a:pt x="4006" y="3414"/>
                      </a:lnTo>
                      <a:cubicBezTo>
                        <a:pt x="3929" y="3345"/>
                        <a:pt x="3873" y="3240"/>
                        <a:pt x="3873" y="3091"/>
                      </a:cubicBezTo>
                      <a:cubicBezTo>
                        <a:pt x="3873" y="3052"/>
                        <a:pt x="3878" y="3019"/>
                        <a:pt x="3884" y="2980"/>
                      </a:cubicBezTo>
                      <a:cubicBezTo>
                        <a:pt x="3884" y="2975"/>
                        <a:pt x="3889" y="2970"/>
                        <a:pt x="3889" y="2963"/>
                      </a:cubicBezTo>
                      <a:cubicBezTo>
                        <a:pt x="3894" y="2930"/>
                        <a:pt x="3906" y="2891"/>
                        <a:pt x="3916" y="2858"/>
                      </a:cubicBezTo>
                      <a:cubicBezTo>
                        <a:pt x="3916" y="2853"/>
                        <a:pt x="3921" y="2853"/>
                        <a:pt x="3921" y="2847"/>
                      </a:cubicBezTo>
                      <a:cubicBezTo>
                        <a:pt x="3932" y="2809"/>
                        <a:pt x="3948" y="2771"/>
                        <a:pt x="3965" y="2731"/>
                      </a:cubicBezTo>
                      <a:cubicBezTo>
                        <a:pt x="3983" y="2692"/>
                        <a:pt x="4005" y="2653"/>
                        <a:pt x="4027" y="2615"/>
                      </a:cubicBezTo>
                      <a:cubicBezTo>
                        <a:pt x="4049" y="2575"/>
                        <a:pt x="4072" y="2542"/>
                        <a:pt x="4099" y="2509"/>
                      </a:cubicBezTo>
                      <a:cubicBezTo>
                        <a:pt x="4105" y="2504"/>
                        <a:pt x="4105" y="2504"/>
                        <a:pt x="4105" y="2498"/>
                      </a:cubicBezTo>
                      <a:cubicBezTo>
                        <a:pt x="4127" y="2465"/>
                        <a:pt x="4149" y="2437"/>
                        <a:pt x="4177" y="2415"/>
                      </a:cubicBezTo>
                      <a:lnTo>
                        <a:pt x="4194" y="2397"/>
                      </a:lnTo>
                      <a:cubicBezTo>
                        <a:pt x="4216" y="2375"/>
                        <a:pt x="4232" y="2358"/>
                        <a:pt x="4255" y="2342"/>
                      </a:cubicBezTo>
                      <a:cubicBezTo>
                        <a:pt x="4266" y="2332"/>
                        <a:pt x="4277" y="2326"/>
                        <a:pt x="4283" y="2315"/>
                      </a:cubicBezTo>
                      <a:cubicBezTo>
                        <a:pt x="4310" y="2292"/>
                        <a:pt x="4344" y="2270"/>
                        <a:pt x="4372" y="2248"/>
                      </a:cubicBezTo>
                      <a:lnTo>
                        <a:pt x="5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4"/>
                <p:cNvSpPr/>
                <p:nvPr/>
              </p:nvSpPr>
              <p:spPr>
                <a:xfrm>
                  <a:off x="5786776" y="3212691"/>
                  <a:ext cx="724380" cy="1922691"/>
                </a:xfrm>
                <a:custGeom>
                  <a:rect b="b" l="l" r="r" t="t"/>
                  <a:pathLst>
                    <a:path extrusionOk="0" h="11692" w="4405">
                      <a:moveTo>
                        <a:pt x="153" y="1"/>
                      </a:moveTo>
                      <a:cubicBezTo>
                        <a:pt x="120" y="1"/>
                        <a:pt x="87" y="13"/>
                        <a:pt x="61" y="40"/>
                      </a:cubicBezTo>
                      <a:cubicBezTo>
                        <a:pt x="6" y="94"/>
                        <a:pt x="1" y="178"/>
                        <a:pt x="56" y="234"/>
                      </a:cubicBezTo>
                      <a:cubicBezTo>
                        <a:pt x="89" y="272"/>
                        <a:pt x="3529" y="3946"/>
                        <a:pt x="2286" y="8363"/>
                      </a:cubicBezTo>
                      <a:cubicBezTo>
                        <a:pt x="1748" y="10265"/>
                        <a:pt x="1765" y="11332"/>
                        <a:pt x="2325" y="11620"/>
                      </a:cubicBezTo>
                      <a:cubicBezTo>
                        <a:pt x="2425" y="11669"/>
                        <a:pt x="2524" y="11691"/>
                        <a:pt x="2635" y="11691"/>
                      </a:cubicBezTo>
                      <a:cubicBezTo>
                        <a:pt x="3223" y="11691"/>
                        <a:pt x="3968" y="11054"/>
                        <a:pt x="4361" y="10565"/>
                      </a:cubicBezTo>
                      <a:cubicBezTo>
                        <a:pt x="4405" y="10505"/>
                        <a:pt x="4399" y="10421"/>
                        <a:pt x="4338" y="10371"/>
                      </a:cubicBezTo>
                      <a:cubicBezTo>
                        <a:pt x="4312" y="10350"/>
                        <a:pt x="4282" y="10340"/>
                        <a:pt x="4253" y="10340"/>
                      </a:cubicBezTo>
                      <a:cubicBezTo>
                        <a:pt x="4213" y="10340"/>
                        <a:pt x="4173" y="10359"/>
                        <a:pt x="4144" y="10394"/>
                      </a:cubicBezTo>
                      <a:cubicBezTo>
                        <a:pt x="3714" y="10930"/>
                        <a:pt x="3049" y="11415"/>
                        <a:pt x="2632" y="11415"/>
                      </a:cubicBezTo>
                      <a:cubicBezTo>
                        <a:pt x="2565" y="11415"/>
                        <a:pt x="2504" y="11403"/>
                        <a:pt x="2452" y="11376"/>
                      </a:cubicBezTo>
                      <a:cubicBezTo>
                        <a:pt x="2257" y="11276"/>
                        <a:pt x="1886" y="10793"/>
                        <a:pt x="2551" y="8435"/>
                      </a:cubicBezTo>
                      <a:cubicBezTo>
                        <a:pt x="3839" y="3862"/>
                        <a:pt x="294" y="84"/>
                        <a:pt x="255" y="45"/>
                      </a:cubicBezTo>
                      <a:cubicBezTo>
                        <a:pt x="226" y="16"/>
                        <a:pt x="189" y="1"/>
                        <a:pt x="1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4"/>
                <p:cNvSpPr/>
                <p:nvPr/>
              </p:nvSpPr>
              <p:spPr>
                <a:xfrm>
                  <a:off x="4879538" y="2898767"/>
                  <a:ext cx="480015" cy="236307"/>
                </a:xfrm>
                <a:custGeom>
                  <a:rect b="b" l="l" r="r" t="t"/>
                  <a:pathLst>
                    <a:path extrusionOk="0" h="1437" w="2919">
                      <a:moveTo>
                        <a:pt x="1" y="0"/>
                      </a:moveTo>
                      <a:lnTo>
                        <a:pt x="1" y="0"/>
                      </a:lnTo>
                      <a:cubicBezTo>
                        <a:pt x="1007" y="1129"/>
                        <a:pt x="2621" y="1437"/>
                        <a:pt x="2856" y="1437"/>
                      </a:cubicBezTo>
                      <a:cubicBezTo>
                        <a:pt x="2919" y="1437"/>
                        <a:pt x="2885" y="1415"/>
                        <a:pt x="2719" y="1382"/>
                      </a:cubicBezTo>
                      <a:cubicBezTo>
                        <a:pt x="1394" y="1110"/>
                        <a:pt x="1"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4"/>
                <p:cNvSpPr/>
                <p:nvPr/>
              </p:nvSpPr>
              <p:spPr>
                <a:xfrm>
                  <a:off x="4874275" y="2974576"/>
                  <a:ext cx="480344" cy="236801"/>
                </a:xfrm>
                <a:custGeom>
                  <a:rect b="b" l="l" r="r" t="t"/>
                  <a:pathLst>
                    <a:path extrusionOk="0" h="1440" w="2921">
                      <a:moveTo>
                        <a:pt x="0" y="0"/>
                      </a:moveTo>
                      <a:cubicBezTo>
                        <a:pt x="1001" y="1128"/>
                        <a:pt x="2610" y="1439"/>
                        <a:pt x="2855" y="1439"/>
                      </a:cubicBezTo>
                      <a:cubicBezTo>
                        <a:pt x="2920" y="1439"/>
                        <a:pt x="2888" y="1417"/>
                        <a:pt x="2719" y="1382"/>
                      </a:cubicBezTo>
                      <a:cubicBezTo>
                        <a:pt x="1399" y="1116"/>
                        <a:pt x="1"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4"/>
                <p:cNvSpPr/>
                <p:nvPr/>
              </p:nvSpPr>
              <p:spPr>
                <a:xfrm>
                  <a:off x="4868520" y="3051207"/>
                  <a:ext cx="480508" cy="236801"/>
                </a:xfrm>
                <a:custGeom>
                  <a:rect b="b" l="l" r="r" t="t"/>
                  <a:pathLst>
                    <a:path extrusionOk="0" h="1440" w="2922">
                      <a:moveTo>
                        <a:pt x="1" y="0"/>
                      </a:moveTo>
                      <a:lnTo>
                        <a:pt x="1" y="0"/>
                      </a:lnTo>
                      <a:cubicBezTo>
                        <a:pt x="1005" y="1127"/>
                        <a:pt x="2619" y="1439"/>
                        <a:pt x="2858" y="1439"/>
                      </a:cubicBezTo>
                      <a:cubicBezTo>
                        <a:pt x="2921" y="1439"/>
                        <a:pt x="2888" y="1417"/>
                        <a:pt x="2719" y="1382"/>
                      </a:cubicBezTo>
                      <a:cubicBezTo>
                        <a:pt x="1394" y="1110"/>
                        <a:pt x="1" y="1"/>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980" name="Google Shape;7980;p74"/>
            <p:cNvSpPr/>
            <p:nvPr/>
          </p:nvSpPr>
          <p:spPr>
            <a:xfrm>
              <a:off x="6670950" y="3546287"/>
              <a:ext cx="2209800" cy="630025"/>
            </a:xfrm>
            <a:custGeom>
              <a:rect b="b" l="l" r="r" t="t"/>
              <a:pathLst>
                <a:path extrusionOk="0" h="25201" w="88392">
                  <a:moveTo>
                    <a:pt x="0" y="25201"/>
                  </a:moveTo>
                  <a:cubicBezTo>
                    <a:pt x="4927" y="19288"/>
                    <a:pt x="11213" y="8072"/>
                    <a:pt x="18288" y="11104"/>
                  </a:cubicBezTo>
                  <a:cubicBezTo>
                    <a:pt x="20911" y="12228"/>
                    <a:pt x="23163" y="16913"/>
                    <a:pt x="21336" y="19105"/>
                  </a:cubicBezTo>
                  <a:cubicBezTo>
                    <a:pt x="19536" y="21265"/>
                    <a:pt x="14107" y="19141"/>
                    <a:pt x="13335" y="16438"/>
                  </a:cubicBezTo>
                  <a:cubicBezTo>
                    <a:pt x="12365" y="13043"/>
                    <a:pt x="16987" y="10175"/>
                    <a:pt x="19812" y="8056"/>
                  </a:cubicBezTo>
                  <a:cubicBezTo>
                    <a:pt x="25949" y="3453"/>
                    <a:pt x="34040" y="-1228"/>
                    <a:pt x="41529" y="436"/>
                  </a:cubicBezTo>
                  <a:cubicBezTo>
                    <a:pt x="51849" y="2729"/>
                    <a:pt x="55759" y="21126"/>
                    <a:pt x="66294" y="20248"/>
                  </a:cubicBezTo>
                  <a:cubicBezTo>
                    <a:pt x="74617" y="19554"/>
                    <a:pt x="80468" y="5796"/>
                    <a:pt x="88392" y="8437"/>
                  </a:cubicBezTo>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84" name="Shape 7984"/>
        <p:cNvGrpSpPr/>
        <p:nvPr/>
      </p:nvGrpSpPr>
      <p:grpSpPr>
        <a:xfrm>
          <a:off x="0" y="0"/>
          <a:ext cx="0" cy="0"/>
          <a:chOff x="0" y="0"/>
          <a:chExt cx="0" cy="0"/>
        </a:xfrm>
      </p:grpSpPr>
      <p:sp>
        <p:nvSpPr>
          <p:cNvPr id="7985" name="Google Shape;7985;p7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7986" name="Google Shape;7986;p75"/>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90" name="Shape 7990"/>
        <p:cNvGrpSpPr/>
        <p:nvPr/>
      </p:nvGrpSpPr>
      <p:grpSpPr>
        <a:xfrm>
          <a:off x="0" y="0"/>
          <a:ext cx="0" cy="0"/>
          <a:chOff x="0" y="0"/>
          <a:chExt cx="0" cy="0"/>
        </a:xfrm>
      </p:grpSpPr>
      <p:sp>
        <p:nvSpPr>
          <p:cNvPr id="7991" name="Google Shape;7991;p76"/>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7992" name="Google Shape;7992;p7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96" name="Shape 7996"/>
        <p:cNvGrpSpPr/>
        <p:nvPr/>
      </p:nvGrpSpPr>
      <p:grpSpPr>
        <a:xfrm>
          <a:off x="0" y="0"/>
          <a:ext cx="0" cy="0"/>
          <a:chOff x="0" y="0"/>
          <a:chExt cx="0" cy="0"/>
        </a:xfrm>
      </p:grpSpPr>
      <p:sp>
        <p:nvSpPr>
          <p:cNvPr id="7997" name="Google Shape;7997;p77"/>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Lilita One</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https://fonts.google.com/specimen/Lilita+One</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Lato</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https://fonts.google.com/specimen/Lato</a:t>
            </a:r>
            <a:r>
              <a:rPr lang="en" sz="1100">
                <a:solidFill>
                  <a:schemeClr val="lt1"/>
                </a:solidFill>
              </a:rPr>
              <a:t>)</a:t>
            </a:r>
            <a:endParaRPr sz="1100">
              <a:solidFill>
                <a:schemeClr val="lt1"/>
              </a:solidFill>
            </a:endParaRPr>
          </a:p>
        </p:txBody>
      </p:sp>
      <p:sp>
        <p:nvSpPr>
          <p:cNvPr id="7998" name="Google Shape;7998;p77"/>
          <p:cNvSpPr/>
          <p:nvPr/>
        </p:nvSpPr>
        <p:spPr>
          <a:xfrm>
            <a:off x="2052650" y="2947800"/>
            <a:ext cx="791400" cy="754200"/>
          </a:xfrm>
          <a:prstGeom prst="roundRect">
            <a:avLst>
              <a:gd fmla="val 16667" name="adj"/>
            </a:avLst>
          </a:prstGeom>
          <a:solidFill>
            <a:srgbClr val="33323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7"/>
          <p:cNvSpPr/>
          <p:nvPr/>
        </p:nvSpPr>
        <p:spPr>
          <a:xfrm>
            <a:off x="3114470" y="2947800"/>
            <a:ext cx="791400" cy="754200"/>
          </a:xfrm>
          <a:prstGeom prst="roundRect">
            <a:avLst>
              <a:gd fmla="val 16667" name="adj"/>
            </a:avLst>
          </a:prstGeom>
          <a:solidFill>
            <a:srgbClr val="F3F0E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7"/>
          <p:cNvSpPr/>
          <p:nvPr/>
        </p:nvSpPr>
        <p:spPr>
          <a:xfrm>
            <a:off x="4176289" y="2947800"/>
            <a:ext cx="791400" cy="754200"/>
          </a:xfrm>
          <a:prstGeom prst="roundRect">
            <a:avLst>
              <a:gd fmla="val 16667" name="adj"/>
            </a:avLst>
          </a:prstGeom>
          <a:solidFill>
            <a:srgbClr val="DDD9C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7"/>
          <p:cNvSpPr txBox="1"/>
          <p:nvPr/>
        </p:nvSpPr>
        <p:spPr>
          <a:xfrm>
            <a:off x="205265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333233</a:t>
            </a:r>
            <a:endParaRPr sz="1000">
              <a:solidFill>
                <a:srgbClr val="FFFFFF"/>
              </a:solidFill>
            </a:endParaRPr>
          </a:p>
        </p:txBody>
      </p:sp>
      <p:sp>
        <p:nvSpPr>
          <p:cNvPr id="8002" name="Google Shape;8002;p77"/>
          <p:cNvSpPr txBox="1"/>
          <p:nvPr/>
        </p:nvSpPr>
        <p:spPr>
          <a:xfrm>
            <a:off x="311447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t>
            </a:r>
            <a:r>
              <a:rPr lang="en" sz="1000">
                <a:solidFill>
                  <a:schemeClr val="dk1"/>
                </a:solidFill>
              </a:rPr>
              <a:t>f3f0e7</a:t>
            </a:r>
            <a:endParaRPr sz="1000">
              <a:solidFill>
                <a:schemeClr val="dk1"/>
              </a:solidFill>
            </a:endParaRPr>
          </a:p>
        </p:txBody>
      </p:sp>
      <p:sp>
        <p:nvSpPr>
          <p:cNvPr id="8003" name="Google Shape;8003;p77"/>
          <p:cNvSpPr txBox="1"/>
          <p:nvPr/>
        </p:nvSpPr>
        <p:spPr>
          <a:xfrm>
            <a:off x="417630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t>
            </a:r>
            <a:r>
              <a:rPr lang="en" sz="1000">
                <a:solidFill>
                  <a:schemeClr val="dk1"/>
                </a:solidFill>
              </a:rPr>
              <a:t>ddd9c3</a:t>
            </a:r>
            <a:endParaRPr sz="1000">
              <a:solidFill>
                <a:schemeClr val="dk1"/>
              </a:solidFill>
            </a:endParaRPr>
          </a:p>
        </p:txBody>
      </p:sp>
      <p:sp>
        <p:nvSpPr>
          <p:cNvPr id="8004" name="Google Shape;8004;p77"/>
          <p:cNvSpPr/>
          <p:nvPr/>
        </p:nvSpPr>
        <p:spPr>
          <a:xfrm>
            <a:off x="5238125" y="2947800"/>
            <a:ext cx="791400" cy="754200"/>
          </a:xfrm>
          <a:prstGeom prst="roundRect">
            <a:avLst>
              <a:gd fmla="val 16667" name="adj"/>
            </a:avLst>
          </a:prstGeom>
          <a:solidFill>
            <a:srgbClr val="BD9B6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7"/>
          <p:cNvSpPr txBox="1"/>
          <p:nvPr/>
        </p:nvSpPr>
        <p:spPr>
          <a:xfrm>
            <a:off x="523812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bd9b68</a:t>
            </a:r>
            <a:endParaRPr sz="1000">
              <a:solidFill>
                <a:srgbClr val="FFFFFF"/>
              </a:solidFill>
            </a:endParaRPr>
          </a:p>
        </p:txBody>
      </p:sp>
      <p:sp>
        <p:nvSpPr>
          <p:cNvPr id="8006" name="Google Shape;8006;p77"/>
          <p:cNvSpPr/>
          <p:nvPr/>
        </p:nvSpPr>
        <p:spPr>
          <a:xfrm>
            <a:off x="2052650" y="3878900"/>
            <a:ext cx="791400" cy="754200"/>
          </a:xfrm>
          <a:prstGeom prst="roundRect">
            <a:avLst>
              <a:gd fmla="val 16667" name="adj"/>
            </a:avLst>
          </a:prstGeom>
          <a:solidFill>
            <a:srgbClr val="5D443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7"/>
          <p:cNvSpPr/>
          <p:nvPr/>
        </p:nvSpPr>
        <p:spPr>
          <a:xfrm>
            <a:off x="3114470" y="3878900"/>
            <a:ext cx="791400" cy="754200"/>
          </a:xfrm>
          <a:prstGeom prst="roundRect">
            <a:avLst>
              <a:gd fmla="val 16667" name="adj"/>
            </a:avLst>
          </a:prstGeom>
          <a:solidFill>
            <a:srgbClr val="D459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7"/>
          <p:cNvSpPr/>
          <p:nvPr/>
        </p:nvSpPr>
        <p:spPr>
          <a:xfrm>
            <a:off x="4176289" y="3878900"/>
            <a:ext cx="791400" cy="754200"/>
          </a:xfrm>
          <a:prstGeom prst="roundRect">
            <a:avLst>
              <a:gd fmla="val 16667" name="adj"/>
            </a:avLst>
          </a:prstGeom>
          <a:solidFill>
            <a:srgbClr val="92B15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7"/>
          <p:cNvSpPr txBox="1"/>
          <p:nvPr/>
        </p:nvSpPr>
        <p:spPr>
          <a:xfrm>
            <a:off x="2052650"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5d4433</a:t>
            </a:r>
            <a:endParaRPr sz="1000">
              <a:solidFill>
                <a:srgbClr val="FFFFFF"/>
              </a:solidFill>
            </a:endParaRPr>
          </a:p>
        </p:txBody>
      </p:sp>
      <p:sp>
        <p:nvSpPr>
          <p:cNvPr id="8010" name="Google Shape;8010;p77"/>
          <p:cNvSpPr txBox="1"/>
          <p:nvPr/>
        </p:nvSpPr>
        <p:spPr>
          <a:xfrm>
            <a:off x="3114475"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d45943</a:t>
            </a:r>
            <a:endParaRPr sz="1000">
              <a:solidFill>
                <a:srgbClr val="FFFFFF"/>
              </a:solidFill>
            </a:endParaRPr>
          </a:p>
        </p:txBody>
      </p:sp>
      <p:sp>
        <p:nvSpPr>
          <p:cNvPr id="8011" name="Google Shape;8011;p77"/>
          <p:cNvSpPr txBox="1"/>
          <p:nvPr/>
        </p:nvSpPr>
        <p:spPr>
          <a:xfrm>
            <a:off x="4176300"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92b159</a:t>
            </a:r>
            <a:endParaRPr sz="1000">
              <a:solidFill>
                <a:srgbClr val="FFFFFF"/>
              </a:solidFill>
            </a:endParaRPr>
          </a:p>
        </p:txBody>
      </p:sp>
      <p:sp>
        <p:nvSpPr>
          <p:cNvPr id="8012" name="Google Shape;8012;p77"/>
          <p:cNvSpPr/>
          <p:nvPr/>
        </p:nvSpPr>
        <p:spPr>
          <a:xfrm>
            <a:off x="5238125" y="3878900"/>
            <a:ext cx="791400" cy="754200"/>
          </a:xfrm>
          <a:prstGeom prst="roundRect">
            <a:avLst>
              <a:gd fmla="val 16667" name="adj"/>
            </a:avLst>
          </a:prstGeom>
          <a:solidFill>
            <a:srgbClr val="83995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7"/>
          <p:cNvSpPr txBox="1"/>
          <p:nvPr/>
        </p:nvSpPr>
        <p:spPr>
          <a:xfrm>
            <a:off x="5238125"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839957</a:t>
            </a:r>
            <a:endParaRPr sz="1000">
              <a:solidFill>
                <a:srgbClr val="FFFFFF"/>
              </a:solidFill>
            </a:endParaRPr>
          </a:p>
        </p:txBody>
      </p:sp>
      <p:sp>
        <p:nvSpPr>
          <p:cNvPr id="8014" name="Google Shape;8014;p77"/>
          <p:cNvSpPr/>
          <p:nvPr/>
        </p:nvSpPr>
        <p:spPr>
          <a:xfrm>
            <a:off x="6299950" y="2947800"/>
            <a:ext cx="791400" cy="754200"/>
          </a:xfrm>
          <a:prstGeom prst="roundRect">
            <a:avLst>
              <a:gd fmla="val 16667" name="adj"/>
            </a:avLst>
          </a:prstGeom>
          <a:solidFill>
            <a:srgbClr val="EBCB9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7"/>
          <p:cNvSpPr txBox="1"/>
          <p:nvPr/>
        </p:nvSpPr>
        <p:spPr>
          <a:xfrm>
            <a:off x="629995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t>
            </a:r>
            <a:r>
              <a:rPr lang="en" sz="1000">
                <a:solidFill>
                  <a:schemeClr val="dk1"/>
                </a:solidFill>
              </a:rPr>
              <a:t>ebcb91</a:t>
            </a:r>
            <a:endParaRPr sz="1000">
              <a:solidFill>
                <a:schemeClr val="dk1"/>
              </a:solidFill>
            </a:endParaRPr>
          </a:p>
        </p:txBody>
      </p:sp>
      <p:sp>
        <p:nvSpPr>
          <p:cNvPr id="8016" name="Google Shape;8016;p77"/>
          <p:cNvSpPr/>
          <p:nvPr/>
        </p:nvSpPr>
        <p:spPr>
          <a:xfrm>
            <a:off x="6299950" y="3878900"/>
            <a:ext cx="791400" cy="754200"/>
          </a:xfrm>
          <a:prstGeom prst="roundRect">
            <a:avLst>
              <a:gd fmla="val 16667" name="adj"/>
            </a:avLst>
          </a:prstGeom>
          <a:solidFill>
            <a:srgbClr val="E3AD4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7"/>
          <p:cNvSpPr txBox="1"/>
          <p:nvPr/>
        </p:nvSpPr>
        <p:spPr>
          <a:xfrm>
            <a:off x="6299950"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t>
            </a:r>
            <a:r>
              <a:rPr lang="en" sz="1000">
                <a:solidFill>
                  <a:schemeClr val="dk1"/>
                </a:solidFill>
              </a:rPr>
              <a:t>e3ad46</a:t>
            </a:r>
            <a:endParaRPr sz="1000">
              <a:solidFill>
                <a:schemeClr val="dk1"/>
              </a:solidFill>
            </a:endParaRPr>
          </a:p>
        </p:txBody>
      </p:sp>
      <p:sp>
        <p:nvSpPr>
          <p:cNvPr id="8018" name="Google Shape;8018;p7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22" name="Shape 8022"/>
        <p:cNvGrpSpPr/>
        <p:nvPr/>
      </p:nvGrpSpPr>
      <p:grpSpPr>
        <a:xfrm>
          <a:off x="0" y="0"/>
          <a:ext cx="0" cy="0"/>
          <a:chOff x="0" y="0"/>
          <a:chExt cx="0" cy="0"/>
        </a:xfrm>
      </p:grpSpPr>
      <p:sp>
        <p:nvSpPr>
          <p:cNvPr id="8023" name="Google Shape;8023;p78"/>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8024" name="Google Shape;8024;p7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8025" name="Google Shape;8025;p78"/>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8026" name="Google Shape;8026;p78">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8027" name="Google Shape;8027;p78">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8028" name="Google Shape;8028;p78">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8029" name="Google Shape;8029;p78">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8030" name="Google Shape;8030;p78"/>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8031" name="Google Shape;8031;p78"/>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8032" name="Google Shape;8032;p78"/>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8033" name="Google Shape;8033;p78"/>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8034" name="Google Shape;8034;p78">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38" name="Shape 8038"/>
        <p:cNvGrpSpPr/>
        <p:nvPr/>
      </p:nvGrpSpPr>
      <p:grpSpPr>
        <a:xfrm>
          <a:off x="0" y="0"/>
          <a:ext cx="0" cy="0"/>
          <a:chOff x="0" y="0"/>
          <a:chExt cx="0" cy="0"/>
        </a:xfrm>
      </p:grpSpPr>
      <p:sp>
        <p:nvSpPr>
          <p:cNvPr id="8039" name="Google Shape;8039;p79"/>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8040" name="Google Shape;8040;p79"/>
          <p:cNvGrpSpPr/>
          <p:nvPr/>
        </p:nvGrpSpPr>
        <p:grpSpPr>
          <a:xfrm>
            <a:off x="5117640" y="3085736"/>
            <a:ext cx="474294" cy="551291"/>
            <a:chOff x="4727025" y="1332775"/>
            <a:chExt cx="59900" cy="69625"/>
          </a:xfrm>
        </p:grpSpPr>
        <p:sp>
          <p:nvSpPr>
            <p:cNvPr id="8041" name="Google Shape;8041;p79"/>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9"/>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79"/>
          <p:cNvGrpSpPr/>
          <p:nvPr/>
        </p:nvGrpSpPr>
        <p:grpSpPr>
          <a:xfrm>
            <a:off x="5731296" y="2314340"/>
            <a:ext cx="555653" cy="557031"/>
            <a:chOff x="4820425" y="1329900"/>
            <a:chExt cx="70175" cy="70350"/>
          </a:xfrm>
        </p:grpSpPr>
        <p:sp>
          <p:nvSpPr>
            <p:cNvPr id="8044" name="Google Shape;8044;p79"/>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9"/>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9"/>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9"/>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79"/>
          <p:cNvGrpSpPr/>
          <p:nvPr/>
        </p:nvGrpSpPr>
        <p:grpSpPr>
          <a:xfrm>
            <a:off x="6357664" y="2318845"/>
            <a:ext cx="582574" cy="533871"/>
            <a:chOff x="4903200" y="1331525"/>
            <a:chExt cx="73575" cy="67425"/>
          </a:xfrm>
        </p:grpSpPr>
        <p:sp>
          <p:nvSpPr>
            <p:cNvPr id="8049" name="Google Shape;8049;p79"/>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9"/>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1" name="Google Shape;8051;p79"/>
          <p:cNvGrpSpPr/>
          <p:nvPr/>
        </p:nvGrpSpPr>
        <p:grpSpPr>
          <a:xfrm>
            <a:off x="5717142" y="3078709"/>
            <a:ext cx="583960" cy="565345"/>
            <a:chOff x="4815575" y="1416800"/>
            <a:chExt cx="73750" cy="71400"/>
          </a:xfrm>
        </p:grpSpPr>
        <p:sp>
          <p:nvSpPr>
            <p:cNvPr id="8052" name="Google Shape;8052;p79"/>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9"/>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9"/>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5" name="Google Shape;8055;p79"/>
          <p:cNvGrpSpPr/>
          <p:nvPr/>
        </p:nvGrpSpPr>
        <p:grpSpPr>
          <a:xfrm>
            <a:off x="6351924" y="3108896"/>
            <a:ext cx="589898" cy="504970"/>
            <a:chOff x="4902475" y="1418875"/>
            <a:chExt cx="74500" cy="63775"/>
          </a:xfrm>
        </p:grpSpPr>
        <p:sp>
          <p:nvSpPr>
            <p:cNvPr id="8056" name="Google Shape;8056;p79"/>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9"/>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79"/>
          <p:cNvGrpSpPr/>
          <p:nvPr/>
        </p:nvGrpSpPr>
        <p:grpSpPr>
          <a:xfrm>
            <a:off x="5727139" y="3826000"/>
            <a:ext cx="563967" cy="567127"/>
            <a:chOff x="4818100" y="1507675"/>
            <a:chExt cx="71225" cy="71625"/>
          </a:xfrm>
        </p:grpSpPr>
        <p:sp>
          <p:nvSpPr>
            <p:cNvPr id="8059" name="Google Shape;8059;p79"/>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9"/>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9"/>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9"/>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3" name="Google Shape;8063;p79"/>
          <p:cNvGrpSpPr/>
          <p:nvPr/>
        </p:nvGrpSpPr>
        <p:grpSpPr>
          <a:xfrm>
            <a:off x="5040636" y="3829461"/>
            <a:ext cx="628301" cy="588505"/>
            <a:chOff x="4721450" y="1509475"/>
            <a:chExt cx="79350" cy="74325"/>
          </a:xfrm>
        </p:grpSpPr>
        <p:sp>
          <p:nvSpPr>
            <p:cNvPr id="8064" name="Google Shape;8064;p79"/>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9"/>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9"/>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9"/>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79"/>
          <p:cNvGrpSpPr/>
          <p:nvPr/>
        </p:nvGrpSpPr>
        <p:grpSpPr>
          <a:xfrm>
            <a:off x="6386170" y="3814027"/>
            <a:ext cx="557038" cy="562772"/>
            <a:chOff x="4906800" y="1507500"/>
            <a:chExt cx="70350" cy="71075"/>
          </a:xfrm>
        </p:grpSpPr>
        <p:sp>
          <p:nvSpPr>
            <p:cNvPr id="8069" name="Google Shape;8069;p79"/>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9"/>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9"/>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9"/>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9"/>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79"/>
          <p:cNvGrpSpPr/>
          <p:nvPr/>
        </p:nvGrpSpPr>
        <p:grpSpPr>
          <a:xfrm>
            <a:off x="4423778" y="2340963"/>
            <a:ext cx="517934" cy="517934"/>
            <a:chOff x="3736598" y="2170606"/>
            <a:chExt cx="404889" cy="404889"/>
          </a:xfrm>
        </p:grpSpPr>
        <p:sp>
          <p:nvSpPr>
            <p:cNvPr id="8075" name="Google Shape;8075;p79"/>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9"/>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9"/>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9"/>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79"/>
          <p:cNvGrpSpPr/>
          <p:nvPr/>
        </p:nvGrpSpPr>
        <p:grpSpPr>
          <a:xfrm>
            <a:off x="3690839" y="2341061"/>
            <a:ext cx="586986" cy="517740"/>
            <a:chOff x="3161917" y="2170682"/>
            <a:chExt cx="458870" cy="404737"/>
          </a:xfrm>
        </p:grpSpPr>
        <p:sp>
          <p:nvSpPr>
            <p:cNvPr id="8080" name="Google Shape;8080;p79"/>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9"/>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9"/>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3" name="Google Shape;8083;p79"/>
          <p:cNvGrpSpPr/>
          <p:nvPr/>
        </p:nvGrpSpPr>
        <p:grpSpPr>
          <a:xfrm>
            <a:off x="3713860" y="3102400"/>
            <a:ext cx="540943" cy="517963"/>
            <a:chOff x="3179914" y="2889488"/>
            <a:chExt cx="422876" cy="404911"/>
          </a:xfrm>
        </p:grpSpPr>
        <p:sp>
          <p:nvSpPr>
            <p:cNvPr id="8084" name="Google Shape;8084;p79"/>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9"/>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9"/>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9"/>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9"/>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9"/>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0" name="Google Shape;8090;p79"/>
          <p:cNvGrpSpPr/>
          <p:nvPr/>
        </p:nvGrpSpPr>
        <p:grpSpPr>
          <a:xfrm>
            <a:off x="4414654" y="3102358"/>
            <a:ext cx="536180" cy="518047"/>
            <a:chOff x="3729467" y="2889422"/>
            <a:chExt cx="419153" cy="404977"/>
          </a:xfrm>
        </p:grpSpPr>
        <p:sp>
          <p:nvSpPr>
            <p:cNvPr id="8091" name="Google Shape;8091;p79"/>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9"/>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9"/>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9"/>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9"/>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9"/>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9"/>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8" name="Google Shape;8098;p79"/>
          <p:cNvGrpSpPr/>
          <p:nvPr/>
        </p:nvGrpSpPr>
        <p:grpSpPr>
          <a:xfrm>
            <a:off x="1951688" y="3445787"/>
            <a:ext cx="965351" cy="134611"/>
            <a:chOff x="4411970" y="2962952"/>
            <a:chExt cx="706544" cy="104212"/>
          </a:xfrm>
        </p:grpSpPr>
        <p:sp>
          <p:nvSpPr>
            <p:cNvPr id="8099" name="Google Shape;8099;p79"/>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9"/>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9"/>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9"/>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3" name="Google Shape;8103;p79"/>
          <p:cNvGrpSpPr/>
          <p:nvPr/>
        </p:nvGrpSpPr>
        <p:grpSpPr>
          <a:xfrm>
            <a:off x="1951688" y="3041077"/>
            <a:ext cx="960158" cy="289172"/>
            <a:chOff x="4411970" y="2726085"/>
            <a:chExt cx="643107" cy="193659"/>
          </a:xfrm>
        </p:grpSpPr>
        <p:sp>
          <p:nvSpPr>
            <p:cNvPr id="8104" name="Google Shape;8104;p79"/>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9"/>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9"/>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79"/>
          <p:cNvGrpSpPr/>
          <p:nvPr/>
        </p:nvGrpSpPr>
        <p:grpSpPr>
          <a:xfrm>
            <a:off x="960185" y="3295400"/>
            <a:ext cx="811503" cy="252584"/>
            <a:chOff x="4411970" y="4340222"/>
            <a:chExt cx="779467" cy="242683"/>
          </a:xfrm>
        </p:grpSpPr>
        <p:sp>
          <p:nvSpPr>
            <p:cNvPr id="8108" name="Google Shape;8108;p79"/>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9"/>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9"/>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1" name="Google Shape;8111;p79"/>
          <p:cNvGrpSpPr/>
          <p:nvPr/>
        </p:nvGrpSpPr>
        <p:grpSpPr>
          <a:xfrm>
            <a:off x="1951688" y="2709308"/>
            <a:ext cx="965160" cy="216230"/>
            <a:chOff x="4411970" y="2468674"/>
            <a:chExt cx="747317" cy="167425"/>
          </a:xfrm>
        </p:grpSpPr>
        <p:sp>
          <p:nvSpPr>
            <p:cNvPr id="8112" name="Google Shape;8112;p79"/>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9"/>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4" name="Google Shape;8114;p79"/>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5" name="Google Shape;8115;p79"/>
          <p:cNvGrpSpPr/>
          <p:nvPr/>
        </p:nvGrpSpPr>
        <p:grpSpPr>
          <a:xfrm>
            <a:off x="959254" y="2334687"/>
            <a:ext cx="1959041" cy="208784"/>
            <a:chOff x="6336019" y="3733725"/>
            <a:chExt cx="2566206" cy="351310"/>
          </a:xfrm>
        </p:grpSpPr>
        <p:sp>
          <p:nvSpPr>
            <p:cNvPr id="8116" name="Google Shape;8116;p79"/>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9"/>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9"/>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9"/>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79"/>
          <p:cNvGrpSpPr/>
          <p:nvPr/>
        </p:nvGrpSpPr>
        <p:grpSpPr>
          <a:xfrm>
            <a:off x="1951688" y="3950602"/>
            <a:ext cx="946551" cy="153200"/>
            <a:chOff x="4404545" y="3301592"/>
            <a:chExt cx="782403" cy="129272"/>
          </a:xfrm>
        </p:grpSpPr>
        <p:sp>
          <p:nvSpPr>
            <p:cNvPr id="8121" name="Google Shape;8121;p79"/>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9"/>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3" name="Google Shape;8123;p79"/>
          <p:cNvGrpSpPr/>
          <p:nvPr/>
        </p:nvGrpSpPr>
        <p:grpSpPr>
          <a:xfrm>
            <a:off x="1951688" y="3695937"/>
            <a:ext cx="962257" cy="139127"/>
            <a:chOff x="4411970" y="3131459"/>
            <a:chExt cx="710520" cy="117397"/>
          </a:xfrm>
        </p:grpSpPr>
        <p:sp>
          <p:nvSpPr>
            <p:cNvPr id="8124" name="Google Shape;8124;p79"/>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9"/>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8126" name="Google Shape;8126;p79"/>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7" name="Google Shape;8127;p79"/>
          <p:cNvGrpSpPr/>
          <p:nvPr/>
        </p:nvGrpSpPr>
        <p:grpSpPr>
          <a:xfrm>
            <a:off x="951833" y="3621603"/>
            <a:ext cx="823838" cy="458988"/>
            <a:chOff x="4411970" y="1801825"/>
            <a:chExt cx="734586" cy="409262"/>
          </a:xfrm>
        </p:grpSpPr>
        <p:sp>
          <p:nvSpPr>
            <p:cNvPr id="8128" name="Google Shape;8128;p79"/>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9"/>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0" name="Google Shape;8130;p79"/>
          <p:cNvGrpSpPr/>
          <p:nvPr/>
        </p:nvGrpSpPr>
        <p:grpSpPr>
          <a:xfrm>
            <a:off x="3056804" y="2339173"/>
            <a:ext cx="521514" cy="521514"/>
            <a:chOff x="5681300" y="2527788"/>
            <a:chExt cx="805800" cy="805800"/>
          </a:xfrm>
        </p:grpSpPr>
        <p:sp>
          <p:nvSpPr>
            <p:cNvPr id="8131" name="Google Shape;8131;p79"/>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9"/>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3" name="Google Shape;8133;p79"/>
          <p:cNvGrpSpPr/>
          <p:nvPr/>
        </p:nvGrpSpPr>
        <p:grpSpPr>
          <a:xfrm>
            <a:off x="3051044" y="3094865"/>
            <a:ext cx="533033" cy="533033"/>
            <a:chOff x="4049800" y="640400"/>
            <a:chExt cx="858900" cy="858900"/>
          </a:xfrm>
        </p:grpSpPr>
        <p:sp>
          <p:nvSpPr>
            <p:cNvPr id="8134" name="Google Shape;8134;p79"/>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9"/>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6" name="Google Shape;8136;p79"/>
          <p:cNvGrpSpPr/>
          <p:nvPr/>
        </p:nvGrpSpPr>
        <p:grpSpPr>
          <a:xfrm>
            <a:off x="2976527" y="3772543"/>
            <a:ext cx="682068" cy="682068"/>
            <a:chOff x="5080188" y="927900"/>
            <a:chExt cx="961200" cy="961200"/>
          </a:xfrm>
        </p:grpSpPr>
        <p:sp>
          <p:nvSpPr>
            <p:cNvPr id="8137" name="Google Shape;8137;p79"/>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9"/>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9"/>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9"/>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9"/>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9"/>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9"/>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9"/>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5" name="Google Shape;8145;p79"/>
          <p:cNvGrpSpPr/>
          <p:nvPr/>
        </p:nvGrpSpPr>
        <p:grpSpPr>
          <a:xfrm>
            <a:off x="4440026" y="3869234"/>
            <a:ext cx="505650" cy="504006"/>
            <a:chOff x="6039282" y="1042577"/>
            <a:chExt cx="734315" cy="731929"/>
          </a:xfrm>
        </p:grpSpPr>
        <p:sp>
          <p:nvSpPr>
            <p:cNvPr id="8146" name="Google Shape;8146;p79"/>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9"/>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9"/>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9"/>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9"/>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9"/>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9"/>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9"/>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9"/>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9"/>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9"/>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9"/>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9"/>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9"/>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9"/>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9"/>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9"/>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9"/>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9"/>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9"/>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9"/>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7" name="Google Shape;8167;p79"/>
          <p:cNvGrpSpPr/>
          <p:nvPr/>
        </p:nvGrpSpPr>
        <p:grpSpPr>
          <a:xfrm>
            <a:off x="5052628" y="2298862"/>
            <a:ext cx="567744" cy="602136"/>
            <a:chOff x="1825800" y="1651625"/>
            <a:chExt cx="539989" cy="571775"/>
          </a:xfrm>
        </p:grpSpPr>
        <p:sp>
          <p:nvSpPr>
            <p:cNvPr id="8168" name="Google Shape;8168;p79"/>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9"/>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9"/>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9"/>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2" name="Google Shape;8172;p79"/>
          <p:cNvGrpSpPr/>
          <p:nvPr/>
        </p:nvGrpSpPr>
        <p:grpSpPr>
          <a:xfrm>
            <a:off x="3727557" y="3855579"/>
            <a:ext cx="508123" cy="507955"/>
            <a:chOff x="1897577" y="2802432"/>
            <a:chExt cx="492176" cy="492014"/>
          </a:xfrm>
        </p:grpSpPr>
        <p:sp>
          <p:nvSpPr>
            <p:cNvPr id="8173" name="Google Shape;8173;p79"/>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9"/>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9"/>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9"/>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9"/>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9"/>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9"/>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9"/>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9"/>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9"/>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9"/>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9"/>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5" name="Google Shape;8185;p79"/>
          <p:cNvGrpSpPr/>
          <p:nvPr/>
        </p:nvGrpSpPr>
        <p:grpSpPr>
          <a:xfrm>
            <a:off x="959087" y="4169123"/>
            <a:ext cx="809227" cy="200842"/>
            <a:chOff x="2013045" y="4813233"/>
            <a:chExt cx="921986" cy="228854"/>
          </a:xfrm>
        </p:grpSpPr>
        <p:sp>
          <p:nvSpPr>
            <p:cNvPr id="8186" name="Google Shape;8186;p79"/>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9"/>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79"/>
          <p:cNvGrpSpPr/>
          <p:nvPr/>
        </p:nvGrpSpPr>
        <p:grpSpPr>
          <a:xfrm>
            <a:off x="967547" y="2656004"/>
            <a:ext cx="792421" cy="269941"/>
            <a:chOff x="1046767" y="4756633"/>
            <a:chExt cx="859646" cy="292841"/>
          </a:xfrm>
        </p:grpSpPr>
        <p:sp>
          <p:nvSpPr>
            <p:cNvPr id="8189" name="Google Shape;8189;p79"/>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9"/>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9"/>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2" name="Google Shape;8192;p79"/>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9"/>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9"/>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9"/>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6" name="Google Shape;8196;p79"/>
          <p:cNvGrpSpPr/>
          <p:nvPr/>
        </p:nvGrpSpPr>
        <p:grpSpPr>
          <a:xfrm>
            <a:off x="7103403" y="2550562"/>
            <a:ext cx="166473" cy="141497"/>
            <a:chOff x="4660325" y="1866850"/>
            <a:chExt cx="68350" cy="58100"/>
          </a:xfrm>
        </p:grpSpPr>
        <p:sp>
          <p:nvSpPr>
            <p:cNvPr id="8197" name="Google Shape;8197;p79"/>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9"/>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9" name="Google Shape;8199;p79"/>
          <p:cNvGrpSpPr/>
          <p:nvPr/>
        </p:nvGrpSpPr>
        <p:grpSpPr>
          <a:xfrm>
            <a:off x="7412747" y="2576286"/>
            <a:ext cx="162515" cy="90049"/>
            <a:chOff x="4791775" y="1877500"/>
            <a:chExt cx="66725" cy="36975"/>
          </a:xfrm>
        </p:grpSpPr>
        <p:sp>
          <p:nvSpPr>
            <p:cNvPr id="8200" name="Google Shape;8200;p79"/>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9"/>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2" name="Google Shape;8202;p79"/>
          <p:cNvGrpSpPr/>
          <p:nvPr/>
        </p:nvGrpSpPr>
        <p:grpSpPr>
          <a:xfrm>
            <a:off x="7734460" y="2576286"/>
            <a:ext cx="144979" cy="90049"/>
            <a:chOff x="4923925" y="1877500"/>
            <a:chExt cx="59525" cy="36975"/>
          </a:xfrm>
        </p:grpSpPr>
        <p:sp>
          <p:nvSpPr>
            <p:cNvPr id="8203" name="Google Shape;8203;p79"/>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9"/>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5" name="Google Shape;8205;p79"/>
          <p:cNvGrpSpPr/>
          <p:nvPr/>
        </p:nvGrpSpPr>
        <p:grpSpPr>
          <a:xfrm>
            <a:off x="8028952" y="2558477"/>
            <a:ext cx="141447" cy="125667"/>
            <a:chOff x="5058450" y="1870100"/>
            <a:chExt cx="58075" cy="51600"/>
          </a:xfrm>
        </p:grpSpPr>
        <p:sp>
          <p:nvSpPr>
            <p:cNvPr id="8206" name="Google Shape;8206;p79"/>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9"/>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8" name="Google Shape;8208;p79"/>
          <p:cNvGrpSpPr/>
          <p:nvPr/>
        </p:nvGrpSpPr>
        <p:grpSpPr>
          <a:xfrm>
            <a:off x="7443466" y="2980885"/>
            <a:ext cx="101077" cy="107645"/>
            <a:chOff x="4811425" y="2065025"/>
            <a:chExt cx="41500" cy="44200"/>
          </a:xfrm>
        </p:grpSpPr>
        <p:sp>
          <p:nvSpPr>
            <p:cNvPr id="8209" name="Google Shape;8209;p79"/>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9"/>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1" name="Google Shape;8211;p79"/>
          <p:cNvGrpSpPr/>
          <p:nvPr/>
        </p:nvGrpSpPr>
        <p:grpSpPr>
          <a:xfrm>
            <a:off x="7735904" y="2981098"/>
            <a:ext cx="120867" cy="107218"/>
            <a:chOff x="4929875" y="2065025"/>
            <a:chExt cx="49625" cy="44025"/>
          </a:xfrm>
        </p:grpSpPr>
        <p:sp>
          <p:nvSpPr>
            <p:cNvPr id="8212" name="Google Shape;8212;p79"/>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9"/>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4" name="Google Shape;8214;p79"/>
          <p:cNvGrpSpPr/>
          <p:nvPr/>
        </p:nvGrpSpPr>
        <p:grpSpPr>
          <a:xfrm>
            <a:off x="8064572" y="2984112"/>
            <a:ext cx="70206" cy="101191"/>
            <a:chOff x="5083925" y="2066350"/>
            <a:chExt cx="28825" cy="41550"/>
          </a:xfrm>
        </p:grpSpPr>
        <p:sp>
          <p:nvSpPr>
            <p:cNvPr id="8215" name="Google Shape;8215;p79"/>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9"/>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7" name="Google Shape;8217;p79"/>
          <p:cNvGrpSpPr/>
          <p:nvPr/>
        </p:nvGrpSpPr>
        <p:grpSpPr>
          <a:xfrm>
            <a:off x="7096126" y="2999759"/>
            <a:ext cx="181026" cy="69896"/>
            <a:chOff x="4659775" y="2072775"/>
            <a:chExt cx="74325" cy="28700"/>
          </a:xfrm>
        </p:grpSpPr>
        <p:sp>
          <p:nvSpPr>
            <p:cNvPr id="8218" name="Google Shape;8218;p79"/>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9"/>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9"/>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1" name="Google Shape;8221;p79"/>
          <p:cNvGrpSpPr/>
          <p:nvPr/>
        </p:nvGrpSpPr>
        <p:grpSpPr>
          <a:xfrm>
            <a:off x="8015982" y="2790324"/>
            <a:ext cx="167387" cy="89197"/>
            <a:chOff x="4662475" y="1976500"/>
            <a:chExt cx="68725" cy="36625"/>
          </a:xfrm>
        </p:grpSpPr>
        <p:sp>
          <p:nvSpPr>
            <p:cNvPr id="8222" name="Google Shape;8222;p79"/>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9"/>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9"/>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5" name="Google Shape;8225;p79"/>
          <p:cNvGrpSpPr/>
          <p:nvPr/>
        </p:nvGrpSpPr>
        <p:grpSpPr>
          <a:xfrm>
            <a:off x="7712887" y="2793764"/>
            <a:ext cx="166899" cy="82317"/>
            <a:chOff x="4920150" y="1977875"/>
            <a:chExt cx="68525" cy="33800"/>
          </a:xfrm>
        </p:grpSpPr>
        <p:sp>
          <p:nvSpPr>
            <p:cNvPr id="8226" name="Google Shape;8226;p79"/>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9"/>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9"/>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9" name="Google Shape;8229;p79"/>
          <p:cNvGrpSpPr/>
          <p:nvPr/>
        </p:nvGrpSpPr>
        <p:grpSpPr>
          <a:xfrm>
            <a:off x="7124044" y="3197682"/>
            <a:ext cx="125190" cy="127859"/>
            <a:chOff x="4676550" y="2160575"/>
            <a:chExt cx="51400" cy="52500"/>
          </a:xfrm>
        </p:grpSpPr>
        <p:sp>
          <p:nvSpPr>
            <p:cNvPr id="8230" name="Google Shape;8230;p79"/>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9"/>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9"/>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79"/>
          <p:cNvGrpSpPr/>
          <p:nvPr/>
        </p:nvGrpSpPr>
        <p:grpSpPr>
          <a:xfrm>
            <a:off x="7421302" y="3204714"/>
            <a:ext cx="145405" cy="113794"/>
            <a:chOff x="4768325" y="2163475"/>
            <a:chExt cx="59700" cy="46725"/>
          </a:xfrm>
        </p:grpSpPr>
        <p:sp>
          <p:nvSpPr>
            <p:cNvPr id="8234" name="Google Shape;8234;p79"/>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9"/>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36" name="Google Shape;8236;p79"/>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9"/>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9"/>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9"/>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9"/>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9"/>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2" name="Google Shape;8242;p79"/>
          <p:cNvGrpSpPr/>
          <p:nvPr/>
        </p:nvGrpSpPr>
        <p:grpSpPr>
          <a:xfrm>
            <a:off x="7437621" y="3459808"/>
            <a:ext cx="112768" cy="106853"/>
            <a:chOff x="4768575" y="2253950"/>
            <a:chExt cx="46300" cy="43875"/>
          </a:xfrm>
        </p:grpSpPr>
        <p:sp>
          <p:nvSpPr>
            <p:cNvPr id="8243" name="Google Shape;8243;p79"/>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9"/>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5" name="Google Shape;8245;p79"/>
          <p:cNvGrpSpPr/>
          <p:nvPr/>
        </p:nvGrpSpPr>
        <p:grpSpPr>
          <a:xfrm>
            <a:off x="7737243" y="3948834"/>
            <a:ext cx="118187" cy="146246"/>
            <a:chOff x="4960900" y="2433225"/>
            <a:chExt cx="48525" cy="60050"/>
          </a:xfrm>
        </p:grpSpPr>
        <p:sp>
          <p:nvSpPr>
            <p:cNvPr id="8246" name="Google Shape;8246;p79"/>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9"/>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79"/>
          <p:cNvGrpSpPr/>
          <p:nvPr/>
        </p:nvGrpSpPr>
        <p:grpSpPr>
          <a:xfrm>
            <a:off x="7425808" y="4212895"/>
            <a:ext cx="136394" cy="143810"/>
            <a:chOff x="4854075" y="2527625"/>
            <a:chExt cx="56000" cy="59050"/>
          </a:xfrm>
        </p:grpSpPr>
        <p:sp>
          <p:nvSpPr>
            <p:cNvPr id="8249" name="Google Shape;8249;p79"/>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9"/>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1" name="Google Shape;8251;p79"/>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9"/>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9"/>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4" name="Google Shape;8254;p79"/>
          <p:cNvGrpSpPr/>
          <p:nvPr/>
        </p:nvGrpSpPr>
        <p:grpSpPr>
          <a:xfrm>
            <a:off x="8050020" y="3676639"/>
            <a:ext cx="99312" cy="160797"/>
            <a:chOff x="5059700" y="2334775"/>
            <a:chExt cx="40775" cy="66025"/>
          </a:xfrm>
        </p:grpSpPr>
        <p:sp>
          <p:nvSpPr>
            <p:cNvPr id="8255" name="Google Shape;8255;p79"/>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9"/>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9"/>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9"/>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9"/>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9"/>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9"/>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9"/>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9"/>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79"/>
          <p:cNvGrpSpPr/>
          <p:nvPr/>
        </p:nvGrpSpPr>
        <p:grpSpPr>
          <a:xfrm>
            <a:off x="8007184" y="3941771"/>
            <a:ext cx="184984" cy="160371"/>
            <a:chOff x="5037700" y="2430325"/>
            <a:chExt cx="75950" cy="65850"/>
          </a:xfrm>
        </p:grpSpPr>
        <p:sp>
          <p:nvSpPr>
            <p:cNvPr id="8265" name="Google Shape;8265;p79"/>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9"/>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7" name="Google Shape;8267;p79"/>
          <p:cNvGrpSpPr/>
          <p:nvPr/>
        </p:nvGrpSpPr>
        <p:grpSpPr>
          <a:xfrm>
            <a:off x="7426689" y="3708223"/>
            <a:ext cx="173014" cy="97629"/>
            <a:chOff x="4756975" y="2341800"/>
            <a:chExt cx="91975" cy="51925"/>
          </a:xfrm>
        </p:grpSpPr>
        <p:sp>
          <p:nvSpPr>
            <p:cNvPr id="8268" name="Google Shape;8268;p79"/>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9"/>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9"/>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9"/>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9"/>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9"/>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9"/>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9"/>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9"/>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9"/>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9"/>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9"/>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9"/>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9"/>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9"/>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9"/>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9"/>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9"/>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9"/>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9"/>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8" name="Google Shape;8288;p79"/>
          <p:cNvGrpSpPr/>
          <p:nvPr/>
        </p:nvGrpSpPr>
        <p:grpSpPr>
          <a:xfrm>
            <a:off x="7693626" y="4196920"/>
            <a:ext cx="212497" cy="175761"/>
            <a:chOff x="4943575" y="2516350"/>
            <a:chExt cx="98675" cy="81700"/>
          </a:xfrm>
        </p:grpSpPr>
        <p:sp>
          <p:nvSpPr>
            <p:cNvPr id="8289" name="Google Shape;8289;p79"/>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9"/>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9"/>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9"/>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9"/>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9"/>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9"/>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9"/>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9"/>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9"/>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9"/>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9"/>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9"/>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9"/>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9"/>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9"/>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9"/>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9"/>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9"/>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9"/>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9"/>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9"/>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9"/>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9"/>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9"/>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9"/>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9"/>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9"/>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9"/>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9"/>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9"/>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9"/>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9"/>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9"/>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9"/>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9"/>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9"/>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9"/>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9"/>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9"/>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9"/>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9"/>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9"/>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9"/>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9"/>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9"/>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9"/>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9"/>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9"/>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9"/>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9"/>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9"/>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9"/>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9"/>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9"/>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9"/>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9"/>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9"/>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9"/>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9"/>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9"/>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9"/>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9"/>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9"/>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9"/>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9"/>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9"/>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9"/>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9"/>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9"/>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9"/>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9"/>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9"/>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9"/>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9"/>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9"/>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9"/>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9"/>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7" name="Google Shape;8367;p79"/>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9"/>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9"/>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9"/>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75" name="Shape 8375"/>
        <p:cNvGrpSpPr/>
        <p:nvPr/>
      </p:nvGrpSpPr>
      <p:grpSpPr>
        <a:xfrm>
          <a:off x="0" y="0"/>
          <a:ext cx="0" cy="0"/>
          <a:chOff x="0" y="0"/>
          <a:chExt cx="0" cy="0"/>
        </a:xfrm>
      </p:grpSpPr>
      <p:grpSp>
        <p:nvGrpSpPr>
          <p:cNvPr id="8376" name="Google Shape;8376;p80"/>
          <p:cNvGrpSpPr/>
          <p:nvPr/>
        </p:nvGrpSpPr>
        <p:grpSpPr>
          <a:xfrm>
            <a:off x="6681268" y="3584496"/>
            <a:ext cx="560636" cy="516497"/>
            <a:chOff x="6652051" y="3714143"/>
            <a:chExt cx="560636" cy="516497"/>
          </a:xfrm>
        </p:grpSpPr>
        <p:grpSp>
          <p:nvGrpSpPr>
            <p:cNvPr id="8377" name="Google Shape;8377;p80"/>
            <p:cNvGrpSpPr/>
            <p:nvPr/>
          </p:nvGrpSpPr>
          <p:grpSpPr>
            <a:xfrm>
              <a:off x="6669657" y="3716715"/>
              <a:ext cx="466768" cy="464314"/>
              <a:chOff x="3139766" y="765669"/>
              <a:chExt cx="886380" cy="881888"/>
            </a:xfrm>
          </p:grpSpPr>
          <p:grpSp>
            <p:nvGrpSpPr>
              <p:cNvPr id="8378" name="Google Shape;8378;p80"/>
              <p:cNvGrpSpPr/>
              <p:nvPr/>
            </p:nvGrpSpPr>
            <p:grpSpPr>
              <a:xfrm>
                <a:off x="3139766" y="765669"/>
                <a:ext cx="886380" cy="881888"/>
                <a:chOff x="3139766" y="765669"/>
                <a:chExt cx="886380" cy="881888"/>
              </a:xfrm>
            </p:grpSpPr>
            <p:sp>
              <p:nvSpPr>
                <p:cNvPr id="8379" name="Google Shape;8379;p80"/>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0"/>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0"/>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0"/>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0"/>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0"/>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0"/>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0"/>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0"/>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8" name="Google Shape;8388;p80"/>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0"/>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0"/>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0"/>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2" name="Google Shape;8392;p80"/>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3" name="Google Shape;8393;p80"/>
          <p:cNvGrpSpPr/>
          <p:nvPr/>
        </p:nvGrpSpPr>
        <p:grpSpPr>
          <a:xfrm>
            <a:off x="7679978" y="3065079"/>
            <a:ext cx="104231" cy="320340"/>
            <a:chOff x="7564426" y="3224343"/>
            <a:chExt cx="119985" cy="368801"/>
          </a:xfrm>
        </p:grpSpPr>
        <p:sp>
          <p:nvSpPr>
            <p:cNvPr id="8394" name="Google Shape;8394;p80"/>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0"/>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80"/>
          <p:cNvGrpSpPr/>
          <p:nvPr/>
        </p:nvGrpSpPr>
        <p:grpSpPr>
          <a:xfrm>
            <a:off x="7379466" y="3059180"/>
            <a:ext cx="189489" cy="332132"/>
            <a:chOff x="8370831" y="3202002"/>
            <a:chExt cx="218129" cy="382376"/>
          </a:xfrm>
        </p:grpSpPr>
        <p:sp>
          <p:nvSpPr>
            <p:cNvPr id="8397" name="Google Shape;8397;p80"/>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0"/>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9" name="Google Shape;8399;p80"/>
          <p:cNvGrpSpPr/>
          <p:nvPr/>
        </p:nvGrpSpPr>
        <p:grpSpPr>
          <a:xfrm>
            <a:off x="8102855" y="3470312"/>
            <a:ext cx="309429" cy="267000"/>
            <a:chOff x="6742064" y="3750480"/>
            <a:chExt cx="399315" cy="344560"/>
          </a:xfrm>
        </p:grpSpPr>
        <p:sp>
          <p:nvSpPr>
            <p:cNvPr id="8400" name="Google Shape;8400;p80"/>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0"/>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2" name="Google Shape;8402;p80"/>
          <p:cNvGrpSpPr/>
          <p:nvPr/>
        </p:nvGrpSpPr>
        <p:grpSpPr>
          <a:xfrm>
            <a:off x="7641874" y="3821360"/>
            <a:ext cx="180437" cy="281608"/>
            <a:chOff x="7248525" y="3739696"/>
            <a:chExt cx="230531" cy="359790"/>
          </a:xfrm>
        </p:grpSpPr>
        <p:sp>
          <p:nvSpPr>
            <p:cNvPr id="8403" name="Google Shape;8403;p80"/>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0"/>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80"/>
          <p:cNvGrpSpPr/>
          <p:nvPr/>
        </p:nvGrpSpPr>
        <p:grpSpPr>
          <a:xfrm>
            <a:off x="7887794" y="3464584"/>
            <a:ext cx="162896" cy="278710"/>
            <a:chOff x="7601242" y="3729267"/>
            <a:chExt cx="222566" cy="380803"/>
          </a:xfrm>
        </p:grpSpPr>
        <p:sp>
          <p:nvSpPr>
            <p:cNvPr id="8406" name="Google Shape;8406;p80"/>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0"/>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8" name="Google Shape;8408;p80"/>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9" name="Google Shape;8409;p80"/>
          <p:cNvGrpSpPr/>
          <p:nvPr/>
        </p:nvGrpSpPr>
        <p:grpSpPr>
          <a:xfrm>
            <a:off x="7377439" y="3465724"/>
            <a:ext cx="193543" cy="275990"/>
            <a:chOff x="8304647" y="3738687"/>
            <a:chExt cx="225076" cy="320956"/>
          </a:xfrm>
        </p:grpSpPr>
        <p:sp>
          <p:nvSpPr>
            <p:cNvPr id="8410" name="Google Shape;8410;p80"/>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0"/>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0"/>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80"/>
          <p:cNvGrpSpPr/>
          <p:nvPr/>
        </p:nvGrpSpPr>
        <p:grpSpPr>
          <a:xfrm>
            <a:off x="7649932" y="3465724"/>
            <a:ext cx="178492" cy="275990"/>
            <a:chOff x="8615101" y="3738687"/>
            <a:chExt cx="207573" cy="320956"/>
          </a:xfrm>
        </p:grpSpPr>
        <p:sp>
          <p:nvSpPr>
            <p:cNvPr id="8414" name="Google Shape;8414;p80"/>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7" name="Google Shape;8417;p80"/>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8" name="Google Shape;8418;p80"/>
          <p:cNvGrpSpPr/>
          <p:nvPr/>
        </p:nvGrpSpPr>
        <p:grpSpPr>
          <a:xfrm>
            <a:off x="7875463" y="3868385"/>
            <a:ext cx="187557" cy="187557"/>
            <a:chOff x="8565775" y="671075"/>
            <a:chExt cx="441000" cy="441000"/>
          </a:xfrm>
        </p:grpSpPr>
        <p:sp>
          <p:nvSpPr>
            <p:cNvPr id="8419" name="Google Shape;8419;p80"/>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0"/>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1" name="Google Shape;8421;p80"/>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0"/>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3" name="Google Shape;8423;p80"/>
          <p:cNvGrpSpPr/>
          <p:nvPr/>
        </p:nvGrpSpPr>
        <p:grpSpPr>
          <a:xfrm>
            <a:off x="6029935" y="2940910"/>
            <a:ext cx="587865" cy="517731"/>
            <a:chOff x="6000718" y="3070557"/>
            <a:chExt cx="587865" cy="517731"/>
          </a:xfrm>
        </p:grpSpPr>
        <p:sp>
          <p:nvSpPr>
            <p:cNvPr id="8424" name="Google Shape;8424;p80"/>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0"/>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0"/>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0"/>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0"/>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0"/>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0"/>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0"/>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0"/>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0"/>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80"/>
          <p:cNvGrpSpPr/>
          <p:nvPr/>
        </p:nvGrpSpPr>
        <p:grpSpPr>
          <a:xfrm>
            <a:off x="6044740" y="3584570"/>
            <a:ext cx="557665" cy="516387"/>
            <a:chOff x="6015523" y="3714217"/>
            <a:chExt cx="557665" cy="516387"/>
          </a:xfrm>
        </p:grpSpPr>
        <p:grpSp>
          <p:nvGrpSpPr>
            <p:cNvPr id="8435" name="Google Shape;8435;p80"/>
            <p:cNvGrpSpPr/>
            <p:nvPr/>
          </p:nvGrpSpPr>
          <p:grpSpPr>
            <a:xfrm>
              <a:off x="6036094" y="3716980"/>
              <a:ext cx="529822" cy="510480"/>
              <a:chOff x="3148311" y="-545634"/>
              <a:chExt cx="1006118" cy="969572"/>
            </a:xfrm>
          </p:grpSpPr>
          <p:sp>
            <p:nvSpPr>
              <p:cNvPr id="8436" name="Google Shape;8436;p80"/>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0"/>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0"/>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0"/>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0"/>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0"/>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0"/>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0"/>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0"/>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0"/>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6" name="Google Shape;8446;p80"/>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7" name="Google Shape;8447;p80"/>
          <p:cNvGrpSpPr/>
          <p:nvPr/>
        </p:nvGrpSpPr>
        <p:grpSpPr>
          <a:xfrm>
            <a:off x="6673522" y="2943981"/>
            <a:ext cx="576302" cy="511871"/>
            <a:chOff x="6644304" y="3073628"/>
            <a:chExt cx="576302" cy="511871"/>
          </a:xfrm>
        </p:grpSpPr>
        <p:grpSp>
          <p:nvGrpSpPr>
            <p:cNvPr id="8448" name="Google Shape;8448;p80"/>
            <p:cNvGrpSpPr/>
            <p:nvPr/>
          </p:nvGrpSpPr>
          <p:grpSpPr>
            <a:xfrm>
              <a:off x="6712169" y="3073651"/>
              <a:ext cx="481611" cy="506713"/>
              <a:chOff x="1833536" y="-546641"/>
              <a:chExt cx="914567" cy="962419"/>
            </a:xfrm>
          </p:grpSpPr>
          <p:grpSp>
            <p:nvGrpSpPr>
              <p:cNvPr id="8449" name="Google Shape;8449;p80"/>
              <p:cNvGrpSpPr/>
              <p:nvPr/>
            </p:nvGrpSpPr>
            <p:grpSpPr>
              <a:xfrm>
                <a:off x="1833536" y="-524249"/>
                <a:ext cx="914567" cy="940027"/>
                <a:chOff x="1833536" y="-524249"/>
                <a:chExt cx="914567" cy="940027"/>
              </a:xfrm>
            </p:grpSpPr>
            <p:sp>
              <p:nvSpPr>
                <p:cNvPr id="8450" name="Google Shape;8450;p80"/>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0"/>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0"/>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0"/>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0"/>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5" name="Google Shape;8455;p80"/>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0"/>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0"/>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0"/>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9" name="Google Shape;8459;p80"/>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80"/>
          <p:cNvGrpSpPr/>
          <p:nvPr/>
        </p:nvGrpSpPr>
        <p:grpSpPr>
          <a:xfrm>
            <a:off x="752796" y="2869970"/>
            <a:ext cx="2622876" cy="1333540"/>
            <a:chOff x="238125" y="1038125"/>
            <a:chExt cx="7146800" cy="3633625"/>
          </a:xfrm>
        </p:grpSpPr>
        <p:sp>
          <p:nvSpPr>
            <p:cNvPr id="8461" name="Google Shape;8461;p80"/>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0"/>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0"/>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0"/>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0"/>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0"/>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0"/>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0"/>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0"/>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0"/>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0"/>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0"/>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0"/>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0"/>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0"/>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0"/>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0"/>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0"/>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0"/>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0"/>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0"/>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0"/>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0"/>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0"/>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0"/>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0"/>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0"/>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0"/>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0"/>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0"/>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0"/>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0"/>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0"/>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0"/>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0"/>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0"/>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0"/>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0"/>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0"/>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0"/>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0"/>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0"/>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0"/>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0"/>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0"/>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0"/>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0"/>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0"/>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0"/>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0"/>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0"/>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0"/>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0"/>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0"/>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0"/>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0"/>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0"/>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0"/>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0"/>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0"/>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0"/>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0"/>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0"/>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0"/>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0"/>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0"/>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0"/>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0"/>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0"/>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0"/>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0"/>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0"/>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0"/>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0"/>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0"/>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0"/>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0"/>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0"/>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0"/>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0"/>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0"/>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0"/>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0"/>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0"/>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0"/>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0"/>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0"/>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0"/>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0"/>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0"/>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0"/>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0"/>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0"/>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0"/>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0"/>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0"/>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0"/>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0"/>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0"/>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0"/>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0"/>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0"/>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0"/>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0"/>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0"/>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0"/>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0"/>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0"/>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0"/>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0"/>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0"/>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0"/>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0"/>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0"/>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0"/>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0"/>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0"/>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0"/>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0"/>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0"/>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0"/>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0"/>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0"/>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0"/>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0"/>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0"/>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0"/>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0"/>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0"/>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0"/>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0"/>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0"/>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0"/>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0"/>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0"/>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0"/>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0"/>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0"/>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0"/>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0"/>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0"/>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0"/>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0"/>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0"/>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0"/>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0"/>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0"/>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0"/>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0"/>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0"/>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0"/>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0"/>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0"/>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0"/>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0"/>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0"/>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0"/>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0"/>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0"/>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0"/>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0"/>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0"/>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0"/>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0"/>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0"/>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0"/>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0"/>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0"/>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0"/>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0"/>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0"/>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0"/>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0"/>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0"/>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0"/>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0"/>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0"/>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0"/>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0"/>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0"/>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0"/>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0"/>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0"/>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0"/>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0"/>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0"/>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0"/>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0"/>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0"/>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0"/>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0"/>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0"/>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0"/>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0"/>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0"/>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0"/>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0"/>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0"/>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0"/>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0"/>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0"/>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0"/>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0"/>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0"/>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0"/>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0"/>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0"/>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0"/>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0"/>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0"/>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0"/>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0"/>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0"/>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0"/>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0"/>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0"/>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0"/>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0"/>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0"/>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0"/>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0"/>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0"/>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0"/>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0"/>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0"/>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0"/>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0"/>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0"/>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0"/>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0"/>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0"/>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0"/>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0"/>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0"/>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0"/>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0"/>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0"/>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0"/>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0"/>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0"/>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0"/>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0"/>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0"/>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0"/>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0"/>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0"/>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0"/>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0"/>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0"/>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0"/>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0"/>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0"/>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0"/>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0"/>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0"/>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0"/>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0"/>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0"/>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0"/>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0"/>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0"/>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0"/>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0"/>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0"/>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0"/>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0"/>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0"/>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0"/>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0"/>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0"/>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0"/>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0"/>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0"/>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0"/>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0"/>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0"/>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0"/>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0"/>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0"/>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0"/>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0"/>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0"/>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0"/>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0"/>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0"/>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0"/>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0"/>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0"/>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0"/>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0"/>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0"/>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0"/>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0"/>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0"/>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0"/>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0"/>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0"/>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0"/>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0"/>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0"/>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0"/>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0"/>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0"/>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0"/>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0"/>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0"/>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0"/>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0"/>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0"/>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0"/>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0"/>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0"/>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0"/>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0"/>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0"/>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0"/>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0"/>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0"/>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0"/>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0"/>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0"/>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0"/>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0"/>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0"/>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0"/>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0"/>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0"/>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0"/>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0"/>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0"/>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0"/>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0"/>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0"/>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0"/>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0"/>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0"/>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0"/>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0"/>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0"/>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0"/>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0"/>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0"/>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0"/>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0"/>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0"/>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0"/>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0"/>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0"/>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0"/>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0"/>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0"/>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0"/>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0"/>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0"/>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0"/>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0"/>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0"/>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0"/>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0"/>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0"/>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0"/>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0"/>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0"/>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0"/>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0"/>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0"/>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0"/>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0"/>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0"/>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0"/>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0"/>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0"/>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0"/>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0"/>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0"/>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0"/>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0"/>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0"/>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0"/>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0"/>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0"/>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0"/>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0"/>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0"/>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0"/>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0"/>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0"/>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0"/>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0"/>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0"/>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0"/>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0"/>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0"/>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0"/>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0"/>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0"/>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0"/>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0"/>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0"/>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0"/>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0"/>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0"/>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0"/>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0"/>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0"/>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0"/>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0"/>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0"/>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0"/>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0"/>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0"/>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0"/>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0"/>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0"/>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0"/>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0"/>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0"/>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0"/>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0"/>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0"/>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0"/>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0"/>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0"/>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0"/>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0"/>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0"/>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0"/>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0"/>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0"/>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0"/>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0"/>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0"/>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0"/>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0"/>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0"/>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0"/>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0"/>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0"/>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0"/>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0"/>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0"/>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0"/>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0"/>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0"/>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0"/>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0"/>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0"/>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0"/>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0"/>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0"/>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0"/>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0"/>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0"/>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0"/>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0"/>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0"/>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0"/>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0"/>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0"/>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0"/>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0"/>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0"/>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0"/>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0"/>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0"/>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0"/>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0"/>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0"/>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0"/>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0"/>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0"/>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0"/>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0"/>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0"/>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0"/>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0"/>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0"/>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0"/>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0"/>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0"/>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0"/>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0"/>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0"/>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0"/>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0"/>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0"/>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0"/>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0"/>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0"/>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0"/>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0"/>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0"/>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0"/>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0"/>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0"/>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0"/>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0"/>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0"/>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0"/>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0"/>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0"/>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0"/>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0"/>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0"/>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0"/>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0"/>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0"/>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0"/>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0"/>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0"/>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0"/>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0"/>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0"/>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0"/>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0"/>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0"/>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0"/>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0"/>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0"/>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0"/>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0"/>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0"/>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0"/>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0"/>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0"/>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0"/>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0"/>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0"/>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0"/>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0"/>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0"/>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0"/>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0"/>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0"/>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0"/>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0"/>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0"/>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0"/>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0"/>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0"/>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0"/>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0"/>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0"/>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0"/>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0"/>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0"/>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0"/>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0"/>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0"/>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0"/>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0"/>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0"/>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0"/>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0"/>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0"/>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0"/>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0"/>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0"/>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0"/>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0"/>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0"/>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0"/>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0"/>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0"/>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0"/>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0"/>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0"/>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0"/>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0"/>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0"/>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0"/>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0"/>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0"/>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0"/>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0"/>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0"/>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0"/>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0"/>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0"/>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0"/>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0"/>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0"/>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0"/>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0"/>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0"/>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0"/>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0"/>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0"/>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0"/>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0"/>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0"/>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0"/>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0"/>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0"/>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0"/>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0"/>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0"/>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0"/>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0"/>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0"/>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0"/>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0"/>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0"/>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0"/>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0"/>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0"/>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0"/>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0"/>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0"/>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0"/>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0"/>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0"/>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0"/>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0"/>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0"/>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0"/>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0"/>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0"/>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0"/>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0"/>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0"/>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0"/>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0"/>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0"/>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0"/>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0"/>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0"/>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0"/>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0"/>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0"/>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0"/>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0"/>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0"/>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0"/>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0"/>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0"/>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0"/>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0"/>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0"/>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0"/>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0"/>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0"/>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0"/>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0"/>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0"/>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0"/>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0"/>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0"/>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0"/>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0"/>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0"/>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0"/>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0"/>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0"/>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0"/>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0"/>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0"/>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0"/>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0"/>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0"/>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0"/>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0"/>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0"/>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0"/>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0"/>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0"/>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0"/>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0"/>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0"/>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0"/>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0"/>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0"/>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0"/>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0"/>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0"/>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0"/>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0"/>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0"/>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0"/>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0"/>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0"/>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0"/>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0"/>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0"/>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0"/>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0"/>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0"/>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0"/>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0"/>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0"/>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0"/>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0"/>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0"/>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0"/>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0"/>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0"/>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0"/>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0"/>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0"/>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0"/>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0"/>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0"/>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0"/>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0"/>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0"/>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0"/>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0"/>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0"/>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0"/>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0"/>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0"/>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0"/>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0"/>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0"/>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0"/>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0"/>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0"/>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0"/>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0"/>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0"/>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0"/>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0"/>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0"/>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0"/>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0"/>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0"/>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0"/>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0"/>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0"/>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0"/>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0"/>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0"/>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0"/>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0"/>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0"/>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0"/>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0"/>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0"/>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0"/>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0"/>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0"/>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0"/>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0"/>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0"/>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0"/>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0"/>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0"/>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0"/>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0"/>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0"/>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0"/>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0"/>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0"/>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0"/>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0"/>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0"/>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0"/>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0"/>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0"/>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0"/>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0"/>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0"/>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0"/>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0"/>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0"/>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0"/>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0"/>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0"/>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0"/>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0"/>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0"/>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0"/>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0"/>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0"/>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0"/>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0"/>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0"/>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0"/>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0"/>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0"/>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0"/>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0"/>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0"/>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0"/>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0"/>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0"/>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0"/>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0"/>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0"/>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0"/>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0"/>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0"/>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0"/>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0"/>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0"/>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0"/>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0"/>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0"/>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0"/>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0"/>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0"/>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0"/>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0"/>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0"/>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0"/>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0"/>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0"/>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0"/>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0"/>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0"/>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0"/>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0"/>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0"/>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0"/>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0"/>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0"/>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0"/>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0"/>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0"/>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0"/>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0"/>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0"/>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0"/>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0"/>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0"/>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0"/>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0"/>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0"/>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0"/>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0"/>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0"/>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0"/>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0"/>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0"/>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0"/>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0"/>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0"/>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0"/>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0"/>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0"/>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0"/>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0"/>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0"/>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0"/>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0"/>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0"/>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0"/>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0"/>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0"/>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0"/>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0"/>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0"/>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0"/>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0"/>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0"/>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0"/>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0"/>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0"/>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0"/>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0"/>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0"/>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0"/>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0"/>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0"/>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0"/>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0"/>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0"/>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0"/>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0"/>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0"/>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0"/>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0"/>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0"/>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0"/>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0"/>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0"/>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0"/>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0"/>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0"/>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0"/>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0"/>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0"/>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0"/>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0"/>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0"/>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0"/>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0"/>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0"/>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0"/>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0"/>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0"/>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0"/>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0"/>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0"/>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0"/>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0"/>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0"/>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0"/>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0"/>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0"/>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0"/>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0"/>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0"/>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0"/>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0"/>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0"/>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0"/>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0"/>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0"/>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0"/>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0"/>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0"/>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0"/>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0"/>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0"/>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0"/>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0"/>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0"/>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0"/>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0"/>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0"/>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0"/>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0"/>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0"/>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0"/>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0"/>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0"/>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0"/>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0"/>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0"/>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0"/>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0"/>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0"/>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0"/>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0"/>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0"/>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0"/>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0"/>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0"/>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0"/>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0"/>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0"/>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0"/>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0"/>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0"/>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0"/>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0"/>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0"/>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0"/>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0"/>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0"/>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0"/>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0"/>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0"/>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0"/>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0"/>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0"/>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0"/>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0"/>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0"/>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0"/>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0"/>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0"/>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0"/>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0"/>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0"/>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0"/>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0"/>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0"/>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0"/>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0"/>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0"/>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0"/>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0"/>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0"/>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0"/>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0"/>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0"/>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0"/>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0"/>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0"/>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0"/>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0"/>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0"/>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0"/>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0"/>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0"/>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0"/>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0"/>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0"/>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0"/>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0"/>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0"/>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0"/>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0"/>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0"/>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0"/>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0"/>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0"/>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0"/>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0"/>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0"/>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0"/>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0"/>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0"/>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0"/>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0"/>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0"/>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0"/>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0"/>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0"/>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0"/>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0"/>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0"/>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0"/>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0"/>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0"/>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0"/>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0"/>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0"/>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0"/>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0"/>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0"/>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0"/>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0"/>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0"/>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0"/>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0"/>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0"/>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0"/>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0"/>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0"/>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0"/>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0"/>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0"/>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0"/>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0"/>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0"/>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0"/>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0"/>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0"/>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0"/>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0"/>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0"/>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0"/>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0"/>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0"/>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0"/>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0"/>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0"/>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0"/>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0"/>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0"/>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0"/>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0"/>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0"/>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0"/>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0"/>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0"/>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0"/>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0"/>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0"/>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0"/>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0"/>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0"/>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0"/>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0"/>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0"/>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0"/>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0"/>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0"/>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0"/>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0"/>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0"/>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0"/>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0"/>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0"/>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0"/>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0"/>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0"/>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0"/>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0"/>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0"/>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0"/>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0"/>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0"/>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0"/>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0"/>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0"/>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0"/>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0"/>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0"/>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0"/>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0"/>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0"/>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0"/>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0"/>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0"/>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0"/>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0"/>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0"/>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0"/>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0"/>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0"/>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0"/>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0"/>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0"/>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0"/>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0"/>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0"/>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0"/>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0"/>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0"/>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0"/>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0"/>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0"/>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0"/>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0"/>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0"/>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0"/>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0"/>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0"/>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0"/>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0"/>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0"/>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0"/>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0"/>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0"/>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0"/>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0"/>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0"/>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0"/>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0"/>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0"/>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0"/>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0"/>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0"/>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0"/>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0"/>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0"/>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0"/>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0"/>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0"/>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0"/>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0"/>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0"/>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0"/>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0"/>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0"/>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0"/>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0"/>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0"/>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0"/>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0"/>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0"/>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0"/>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0"/>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0"/>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0"/>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0"/>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0"/>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0"/>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0"/>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0"/>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0"/>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0"/>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0"/>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0"/>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0"/>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0"/>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0"/>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0"/>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0"/>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0"/>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0"/>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0"/>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0"/>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0"/>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0"/>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0"/>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0"/>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0"/>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0"/>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0"/>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0"/>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0"/>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0"/>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0"/>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0"/>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0"/>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0"/>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0"/>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0"/>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0"/>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0"/>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0"/>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0"/>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0"/>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0"/>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0"/>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0"/>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0"/>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0"/>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0"/>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0"/>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0"/>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0"/>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0"/>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0"/>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0"/>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0"/>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0"/>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0"/>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0"/>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0"/>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0"/>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0"/>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0"/>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0"/>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0"/>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0"/>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0"/>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0"/>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0"/>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0"/>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0"/>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0"/>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0"/>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0"/>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0"/>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0"/>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0"/>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0"/>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0"/>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0"/>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0"/>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0"/>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0"/>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0"/>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0"/>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0"/>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0"/>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0"/>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0"/>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0"/>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0"/>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0"/>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0"/>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0"/>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0"/>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0"/>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0"/>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0"/>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0"/>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0"/>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0"/>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0"/>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0"/>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0"/>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0"/>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0"/>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0"/>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0"/>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0"/>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0"/>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0"/>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0"/>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0"/>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0"/>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0"/>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0"/>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0"/>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0"/>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0"/>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0"/>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0"/>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0"/>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0"/>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0"/>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0"/>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0"/>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0"/>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0"/>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0"/>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0"/>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0"/>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0"/>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0"/>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0"/>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0"/>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0"/>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0"/>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0"/>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0"/>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0"/>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0"/>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0"/>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0"/>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0"/>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0"/>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0"/>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0"/>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0"/>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0"/>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0"/>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0"/>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0"/>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0"/>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0"/>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0"/>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0"/>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0"/>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0"/>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0"/>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0"/>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0"/>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0"/>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0"/>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0"/>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0"/>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0"/>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0"/>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0"/>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0"/>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0"/>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0"/>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0"/>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0"/>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0"/>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0"/>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0"/>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0"/>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0"/>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0"/>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0"/>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0"/>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0"/>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0"/>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0"/>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0"/>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0"/>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0"/>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0"/>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0"/>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0"/>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0"/>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0"/>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0"/>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0"/>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0"/>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0"/>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0"/>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0"/>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0"/>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0"/>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0"/>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0"/>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0"/>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0"/>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0"/>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0"/>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0"/>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0"/>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0"/>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0"/>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0"/>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0"/>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0"/>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0"/>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0"/>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0"/>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0"/>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0"/>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0"/>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0"/>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0"/>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0"/>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0"/>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0"/>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0"/>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0"/>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0"/>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0"/>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80"/>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80"/>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0"/>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0"/>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0"/>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0"/>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0"/>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0"/>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0"/>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0"/>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0"/>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0"/>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0"/>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0"/>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0"/>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0"/>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0"/>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0"/>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0"/>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0"/>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0"/>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0"/>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0"/>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0"/>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0"/>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0"/>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0"/>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0"/>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0"/>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0"/>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0"/>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0"/>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0"/>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0"/>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0"/>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0"/>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0"/>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0"/>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0"/>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0"/>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0"/>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0"/>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0"/>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0"/>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0"/>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0"/>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0"/>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0"/>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0"/>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0"/>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0"/>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0"/>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0"/>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0"/>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0"/>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0"/>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0"/>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0"/>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0"/>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0"/>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0"/>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0"/>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0"/>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0"/>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0"/>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0"/>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0"/>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0"/>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0"/>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0"/>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0"/>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0"/>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0"/>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0"/>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0"/>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0"/>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0"/>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0"/>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0"/>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0"/>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0"/>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0"/>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0"/>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0"/>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0"/>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80"/>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0"/>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0"/>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0"/>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0"/>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0"/>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0"/>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0"/>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0"/>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0"/>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0"/>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0"/>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0"/>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0"/>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0"/>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0"/>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0"/>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0"/>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0"/>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0"/>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0"/>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0"/>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0"/>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0"/>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0"/>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0"/>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0"/>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0"/>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0"/>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0"/>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0"/>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0"/>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0"/>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0"/>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0"/>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0"/>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0"/>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0"/>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0"/>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0"/>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0"/>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0"/>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0"/>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0"/>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0"/>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0"/>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0"/>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0"/>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0"/>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0"/>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0"/>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0"/>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0"/>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0"/>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0"/>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0"/>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0"/>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0"/>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0"/>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0"/>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0"/>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0"/>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0"/>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0"/>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0"/>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0"/>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0"/>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0"/>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0"/>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0"/>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0"/>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0"/>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0"/>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0"/>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0"/>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0"/>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0"/>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0"/>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0"/>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0"/>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0"/>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0"/>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0"/>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0"/>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0"/>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0"/>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0"/>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0"/>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0"/>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0"/>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0"/>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0"/>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0"/>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0"/>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0"/>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0"/>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0"/>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0"/>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0"/>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0"/>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0"/>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0"/>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0"/>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0"/>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3" name="Google Shape;10033;p80"/>
          <p:cNvGrpSpPr/>
          <p:nvPr/>
        </p:nvGrpSpPr>
        <p:grpSpPr>
          <a:xfrm>
            <a:off x="5938558" y="1033351"/>
            <a:ext cx="2435960" cy="1297725"/>
            <a:chOff x="233350" y="949250"/>
            <a:chExt cx="7137300" cy="3802300"/>
          </a:xfrm>
        </p:grpSpPr>
        <p:sp>
          <p:nvSpPr>
            <p:cNvPr id="10034" name="Google Shape;10034;p8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5" name="Google Shape;10085;p80"/>
          <p:cNvGrpSpPr/>
          <p:nvPr/>
        </p:nvGrpSpPr>
        <p:grpSpPr>
          <a:xfrm>
            <a:off x="731715" y="995041"/>
            <a:ext cx="2665073" cy="1317140"/>
            <a:chOff x="793334" y="1192826"/>
            <a:chExt cx="2665073" cy="1317140"/>
          </a:xfrm>
        </p:grpSpPr>
        <p:sp>
          <p:nvSpPr>
            <p:cNvPr id="10086" name="Google Shape;10086;p80"/>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0"/>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0"/>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0"/>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0"/>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0"/>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0"/>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0"/>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0"/>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0"/>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0"/>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0"/>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0"/>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0"/>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0"/>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0"/>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0"/>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0"/>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0"/>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0"/>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0"/>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0"/>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0"/>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0"/>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0"/>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0"/>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0"/>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0"/>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0"/>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0"/>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0"/>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0"/>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0"/>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0"/>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0"/>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0"/>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0"/>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0"/>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0"/>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0"/>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0"/>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0"/>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0"/>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0"/>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0"/>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0"/>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0"/>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0"/>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0"/>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0"/>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0"/>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0"/>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0"/>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0"/>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0"/>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0"/>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0"/>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0"/>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0"/>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0"/>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0"/>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0"/>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0"/>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0"/>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0"/>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0"/>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0"/>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0"/>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0"/>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0"/>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0"/>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0"/>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0"/>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0"/>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0"/>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0"/>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0"/>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0"/>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0"/>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0"/>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0"/>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0"/>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0"/>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0"/>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0"/>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0"/>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0"/>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0"/>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0"/>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0"/>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0"/>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0"/>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0"/>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0"/>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0"/>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0"/>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0"/>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0"/>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0"/>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0"/>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0"/>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0"/>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0"/>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0"/>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0"/>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0"/>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0"/>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0"/>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0"/>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0"/>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0"/>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0"/>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0"/>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0"/>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0"/>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0"/>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0"/>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0"/>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0"/>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0"/>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0"/>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0"/>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0"/>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0"/>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0"/>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0"/>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0"/>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0"/>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0"/>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0"/>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0"/>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0"/>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0"/>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0"/>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0"/>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0"/>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0"/>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0"/>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0"/>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0"/>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0"/>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0"/>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0"/>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0"/>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0"/>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0"/>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0"/>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0"/>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0"/>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0"/>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0"/>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0"/>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0"/>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0"/>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0"/>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0"/>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0"/>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0"/>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0"/>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0"/>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0"/>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0"/>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0"/>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0"/>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0"/>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0"/>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0"/>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0"/>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0"/>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0"/>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0"/>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0"/>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0"/>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0"/>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0"/>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0"/>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0"/>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0"/>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0"/>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0"/>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0"/>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0"/>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0"/>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0"/>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0"/>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0"/>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0"/>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0"/>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0"/>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0"/>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0"/>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0"/>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0"/>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0"/>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0"/>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0"/>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0"/>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0"/>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0"/>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0"/>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0"/>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0"/>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0"/>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0"/>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0"/>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0"/>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0"/>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0"/>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0"/>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0"/>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0"/>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0"/>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0"/>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0"/>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0"/>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0"/>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0"/>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0"/>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0"/>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0"/>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0"/>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0"/>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0"/>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0"/>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0"/>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0"/>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0"/>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0"/>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0"/>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0"/>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0"/>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0"/>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0"/>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0"/>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0"/>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0"/>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0"/>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0"/>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0"/>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0"/>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0"/>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0"/>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0"/>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0"/>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0"/>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0"/>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0"/>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0"/>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0"/>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0"/>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0"/>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0"/>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0"/>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0"/>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0"/>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0"/>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0"/>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0"/>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0"/>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0"/>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0"/>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0"/>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0"/>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0"/>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0"/>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0"/>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0"/>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0"/>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0"/>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0"/>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0"/>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0"/>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0"/>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0"/>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0"/>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0"/>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0"/>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0"/>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0"/>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0"/>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0"/>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0"/>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0"/>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0"/>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0"/>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0"/>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0"/>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0"/>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0"/>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0"/>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0"/>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0"/>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0"/>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0"/>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0"/>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0"/>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0"/>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0"/>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0"/>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0"/>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0"/>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0"/>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0"/>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0"/>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0"/>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0"/>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0"/>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0"/>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0"/>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0"/>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0"/>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0"/>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0"/>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0"/>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0"/>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0"/>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0"/>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0"/>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0"/>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0"/>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0"/>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0"/>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0"/>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0"/>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0"/>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0"/>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0"/>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0"/>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0"/>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0"/>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0"/>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0"/>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0"/>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0"/>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0"/>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0"/>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0"/>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0"/>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0"/>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0"/>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0"/>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0"/>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0"/>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0"/>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0"/>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0"/>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0"/>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0"/>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0"/>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0"/>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0"/>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0"/>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0"/>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0"/>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0"/>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0"/>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0"/>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0"/>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0"/>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0"/>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0"/>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0"/>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0"/>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0"/>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0"/>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0"/>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0"/>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0"/>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0"/>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0"/>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0"/>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0"/>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0"/>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0"/>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0"/>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0"/>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0"/>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0"/>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0"/>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0"/>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0"/>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0"/>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0"/>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0"/>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0"/>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0"/>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0"/>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0"/>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0"/>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0"/>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0"/>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0"/>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0"/>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0"/>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0"/>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0"/>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0"/>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0"/>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0"/>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0"/>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0"/>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0"/>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0"/>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0"/>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0"/>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0"/>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0"/>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0"/>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0"/>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0"/>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0"/>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0"/>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0"/>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0"/>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0"/>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0"/>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0"/>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0"/>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0"/>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0"/>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0"/>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0"/>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0"/>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0"/>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0"/>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0"/>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0"/>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0"/>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0"/>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0"/>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0"/>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0"/>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0"/>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0"/>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0"/>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0"/>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0"/>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0"/>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0"/>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0"/>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0"/>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0"/>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0"/>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0"/>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0"/>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0"/>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0"/>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0"/>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0"/>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0"/>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0"/>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0"/>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0"/>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0"/>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0"/>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0"/>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0"/>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0"/>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0"/>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0"/>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0"/>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0"/>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0"/>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0"/>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0"/>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0"/>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0"/>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0"/>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0"/>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0"/>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0"/>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0"/>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0"/>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0"/>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0"/>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0"/>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0"/>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0"/>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0"/>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0"/>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0"/>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0"/>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0"/>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0"/>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0"/>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0"/>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0"/>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0"/>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0"/>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0"/>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0"/>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0"/>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0"/>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0"/>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0"/>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0"/>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0"/>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0"/>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0"/>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0"/>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0"/>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0"/>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0"/>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0"/>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0"/>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0"/>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0"/>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0"/>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0"/>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0"/>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0"/>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0"/>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0"/>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0"/>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0"/>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0"/>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0"/>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0"/>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0"/>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0"/>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0"/>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0"/>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0"/>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0"/>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0"/>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0"/>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0"/>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0"/>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0"/>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0"/>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0"/>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0"/>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0"/>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0"/>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0"/>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0"/>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0"/>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0"/>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0"/>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0"/>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0"/>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0"/>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0"/>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0"/>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0"/>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0"/>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0"/>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0"/>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0"/>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0"/>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0"/>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0"/>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0"/>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0"/>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0"/>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0"/>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0"/>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0"/>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0"/>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0"/>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0"/>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0"/>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0"/>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0"/>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0"/>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0"/>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0"/>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0"/>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0"/>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0"/>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0"/>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0"/>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0"/>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0"/>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0"/>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0"/>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0"/>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0"/>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0"/>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0"/>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0"/>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0"/>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0"/>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0"/>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0"/>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0"/>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0"/>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0"/>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0"/>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0"/>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0"/>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0"/>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0"/>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0"/>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0"/>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0"/>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0"/>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0"/>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0"/>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0"/>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0"/>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0"/>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0"/>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0"/>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0"/>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0"/>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0"/>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0"/>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0"/>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0"/>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0"/>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0"/>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0"/>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0"/>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0"/>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0"/>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0"/>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0"/>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0"/>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0"/>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0"/>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0"/>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0"/>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0"/>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0"/>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0"/>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0"/>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0"/>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0"/>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0"/>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0"/>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0"/>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0"/>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0"/>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0"/>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0"/>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0"/>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0"/>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0"/>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0"/>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0"/>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0"/>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0"/>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0"/>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0"/>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0"/>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0"/>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0"/>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0"/>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0"/>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0"/>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0"/>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0"/>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0"/>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0"/>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0"/>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0"/>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0"/>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0"/>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0"/>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0"/>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0"/>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0"/>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0"/>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0"/>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0"/>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0"/>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0"/>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0"/>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0"/>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0"/>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0"/>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0"/>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0"/>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0"/>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0"/>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0"/>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0"/>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0"/>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0"/>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0"/>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0"/>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0"/>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0"/>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0"/>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0"/>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0"/>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0"/>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0"/>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0"/>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0"/>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0"/>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0"/>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0"/>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0"/>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0"/>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0"/>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0"/>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0"/>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0"/>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0"/>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0"/>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0"/>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0"/>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0"/>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0"/>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0"/>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0"/>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0"/>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0"/>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0"/>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0"/>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0"/>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0"/>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0"/>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0"/>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0"/>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0"/>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0"/>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0"/>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0"/>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0"/>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0"/>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0"/>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0"/>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0"/>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0"/>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0"/>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0"/>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0"/>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0"/>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0"/>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0"/>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0"/>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0"/>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0"/>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0"/>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0"/>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0"/>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0"/>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0"/>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0"/>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0"/>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0"/>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0"/>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0"/>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0"/>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0"/>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0"/>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0"/>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0"/>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0"/>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0"/>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0"/>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0"/>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0"/>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0"/>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0"/>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0"/>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0"/>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0"/>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0"/>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0"/>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0"/>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0"/>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0"/>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0"/>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0"/>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0"/>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0"/>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0"/>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0"/>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0"/>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0"/>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0"/>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0"/>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0"/>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0"/>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0"/>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0"/>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0"/>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0"/>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0"/>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0"/>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0"/>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0"/>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0"/>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0"/>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0"/>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0"/>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0"/>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0"/>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0"/>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0"/>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0"/>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0"/>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0"/>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0"/>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0"/>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0"/>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0"/>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0"/>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0"/>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0"/>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0"/>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0"/>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0"/>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0"/>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0"/>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0"/>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0"/>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0"/>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0"/>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0"/>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0"/>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0"/>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0"/>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0"/>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0"/>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0"/>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0"/>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0"/>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0"/>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0"/>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0"/>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0"/>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0"/>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0"/>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0"/>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0"/>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0"/>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0"/>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0"/>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0"/>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0"/>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0"/>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0"/>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0"/>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0"/>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0"/>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0"/>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0"/>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0"/>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0"/>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0"/>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0"/>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0"/>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0"/>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0"/>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0"/>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0"/>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0"/>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0"/>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0"/>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0"/>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0"/>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0"/>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0"/>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0"/>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0"/>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0"/>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0"/>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0"/>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0"/>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0"/>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0"/>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0"/>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0"/>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0"/>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0"/>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0"/>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0"/>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0"/>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0"/>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0"/>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0"/>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0"/>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0"/>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0"/>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0"/>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0"/>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0"/>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0"/>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0"/>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0"/>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0"/>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0"/>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0"/>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0"/>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0"/>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0"/>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0"/>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0"/>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0"/>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0"/>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0"/>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0"/>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0"/>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0"/>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0"/>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0"/>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0"/>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0"/>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0"/>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0"/>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0"/>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0"/>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0"/>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0"/>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0"/>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0"/>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0"/>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0"/>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0"/>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0"/>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0"/>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0"/>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0"/>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0"/>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0"/>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0"/>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0"/>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0"/>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0"/>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0"/>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0"/>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0"/>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0"/>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0"/>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0"/>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0"/>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0"/>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0"/>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0"/>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0"/>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0"/>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0"/>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0"/>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0"/>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0"/>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0"/>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0"/>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0"/>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0"/>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0"/>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0"/>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0"/>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0"/>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0"/>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0"/>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0"/>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0"/>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0"/>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0"/>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0"/>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0"/>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0"/>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0"/>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0"/>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0"/>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0"/>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0"/>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0"/>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0"/>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0"/>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0"/>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0"/>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0"/>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0"/>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0"/>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0"/>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0"/>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0"/>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0"/>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0"/>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0"/>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0"/>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0"/>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0"/>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0"/>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0"/>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0"/>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0"/>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0"/>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0"/>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0"/>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0"/>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0"/>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0"/>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0"/>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0"/>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0"/>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0"/>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0"/>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0"/>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0"/>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0"/>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0"/>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0"/>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0"/>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0"/>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0"/>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0"/>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0"/>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0"/>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0"/>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0"/>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0"/>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0"/>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0"/>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0"/>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0"/>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0"/>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0"/>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0"/>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0"/>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0"/>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0"/>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0"/>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0"/>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0"/>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0"/>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0"/>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0"/>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0"/>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0"/>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0"/>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0"/>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0"/>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0"/>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0"/>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0"/>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0"/>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0"/>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0"/>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0"/>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0"/>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0"/>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0"/>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0"/>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0"/>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0"/>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0"/>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0"/>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0"/>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0"/>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0"/>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0"/>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0"/>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0"/>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0"/>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0"/>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0"/>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0"/>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0"/>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0"/>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0"/>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0"/>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0"/>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0"/>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0"/>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0"/>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0"/>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0"/>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0"/>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0"/>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0"/>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0"/>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0"/>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0"/>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0"/>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0"/>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0"/>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0"/>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0"/>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0"/>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0"/>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0"/>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0"/>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0"/>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0"/>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0"/>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0"/>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0"/>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0"/>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0"/>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0"/>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0"/>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0"/>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0"/>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0"/>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0"/>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0"/>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0"/>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0"/>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0"/>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0"/>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0"/>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0"/>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0"/>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0"/>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0"/>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0"/>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0"/>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0"/>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0"/>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0"/>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0"/>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0"/>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0"/>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0"/>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0"/>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0"/>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0"/>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0"/>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0"/>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0"/>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0"/>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0"/>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0"/>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0"/>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0"/>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0"/>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0"/>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0"/>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0"/>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0"/>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0"/>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0"/>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0"/>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0"/>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0"/>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0"/>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0"/>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0"/>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0"/>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0"/>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0"/>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0"/>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0"/>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0"/>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0"/>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0"/>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0"/>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0"/>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0"/>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0"/>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0"/>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0"/>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0"/>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0"/>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0"/>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0"/>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0"/>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0"/>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0"/>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0"/>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0"/>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0"/>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0"/>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0"/>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0"/>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0"/>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0"/>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0"/>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0"/>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0"/>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0"/>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0"/>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0"/>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0"/>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0"/>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0"/>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0"/>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0"/>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0"/>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0"/>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0"/>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0"/>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0"/>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0"/>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0"/>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0"/>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0"/>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0"/>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0"/>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0"/>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0"/>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0"/>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0"/>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0"/>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0"/>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0"/>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0"/>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0"/>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0"/>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0"/>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0"/>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0"/>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0"/>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0"/>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0"/>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0"/>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0"/>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0"/>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0"/>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0"/>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0"/>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0"/>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0"/>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0"/>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0"/>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0"/>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0"/>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0"/>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0"/>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0"/>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0"/>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0"/>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0"/>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0"/>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0"/>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0"/>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0"/>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0"/>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0"/>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0"/>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0"/>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0"/>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0"/>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0"/>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0"/>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0"/>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0"/>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0"/>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0"/>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0"/>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0"/>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0"/>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0"/>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0"/>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0"/>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0"/>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0"/>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0"/>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0"/>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0"/>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0"/>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0"/>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0"/>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0"/>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0"/>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0"/>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0"/>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0"/>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0"/>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0"/>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0"/>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0"/>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0"/>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0"/>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0"/>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0"/>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0"/>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0"/>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0"/>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0"/>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0"/>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0"/>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0"/>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0"/>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0"/>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0"/>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0"/>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0"/>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0"/>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0"/>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0"/>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0"/>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0"/>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0"/>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0"/>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0"/>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0"/>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0"/>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0"/>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80"/>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0"/>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0"/>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0"/>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0"/>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0"/>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0"/>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0"/>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0"/>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0"/>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0"/>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0"/>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0"/>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0"/>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0"/>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0"/>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0"/>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0"/>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0"/>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0"/>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0"/>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0"/>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0"/>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0"/>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0"/>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0"/>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0"/>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0"/>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0"/>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0"/>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0"/>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0"/>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0"/>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0"/>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0"/>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0"/>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0"/>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0"/>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0"/>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0"/>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0"/>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0"/>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0"/>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0"/>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0"/>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0"/>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0"/>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0"/>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0"/>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0"/>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0"/>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0"/>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0"/>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0"/>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0"/>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0"/>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0"/>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0"/>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0"/>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0"/>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0"/>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0"/>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0"/>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0"/>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0"/>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0"/>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0"/>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0"/>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0"/>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0"/>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0"/>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0"/>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0"/>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0"/>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0"/>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0"/>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0"/>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0"/>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0"/>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0"/>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0"/>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0"/>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0"/>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0"/>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0"/>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0"/>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0"/>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0"/>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0"/>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0"/>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0"/>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0"/>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0"/>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0"/>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0"/>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0"/>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0"/>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0"/>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0"/>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0"/>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0"/>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0"/>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0"/>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0"/>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0"/>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0"/>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0"/>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0"/>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0"/>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0"/>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0"/>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0"/>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0"/>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0"/>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0"/>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0"/>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0"/>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0"/>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0"/>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0"/>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0"/>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0"/>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0"/>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0"/>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0"/>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0"/>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0"/>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0"/>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0"/>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0"/>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0"/>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0"/>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0"/>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0"/>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0"/>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0"/>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0"/>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0"/>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0"/>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0"/>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0"/>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0"/>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0"/>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0"/>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0"/>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0"/>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0"/>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0"/>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0"/>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0"/>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0"/>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0"/>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0"/>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0"/>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0"/>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0"/>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0"/>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0"/>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0"/>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0"/>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0"/>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0"/>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0"/>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0"/>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0"/>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0"/>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0"/>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0"/>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0"/>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0"/>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0"/>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0"/>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0"/>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0"/>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0"/>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80"/>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80"/>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0"/>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0"/>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0"/>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0"/>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0"/>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0"/>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0"/>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0"/>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0"/>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0"/>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0"/>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0"/>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0"/>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0"/>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0"/>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0"/>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0"/>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0"/>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0"/>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0"/>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0"/>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0"/>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0"/>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0"/>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0"/>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0"/>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0"/>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0"/>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0"/>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0"/>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0"/>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0"/>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0"/>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0"/>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0"/>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0"/>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0"/>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0"/>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0"/>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0"/>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80"/>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0"/>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0"/>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0"/>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0"/>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0"/>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0"/>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0"/>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0"/>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0"/>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0"/>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0"/>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0"/>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0"/>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0"/>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0"/>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0"/>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0"/>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0"/>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0"/>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0"/>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0"/>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0"/>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0"/>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0"/>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0"/>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0"/>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0"/>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0"/>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0"/>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0"/>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0"/>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0"/>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0"/>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0"/>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0"/>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0"/>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0"/>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0"/>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0"/>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0"/>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0"/>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0"/>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0"/>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0"/>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0"/>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0"/>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0"/>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0"/>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0"/>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0"/>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0"/>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0"/>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0"/>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0"/>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0"/>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0"/>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0"/>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0"/>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0"/>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0"/>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0"/>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0"/>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0"/>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0"/>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0"/>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0"/>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0"/>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0"/>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0"/>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0"/>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0"/>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0"/>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0"/>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0"/>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0"/>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0"/>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0"/>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0"/>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0"/>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0"/>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0"/>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0"/>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0"/>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0"/>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0"/>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0"/>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0"/>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0"/>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0"/>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0"/>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0"/>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0"/>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0"/>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0"/>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0"/>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0"/>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0"/>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0"/>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0"/>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0"/>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0"/>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0"/>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0"/>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0"/>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0"/>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0"/>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0"/>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0"/>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0"/>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0"/>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0"/>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0"/>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0"/>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0"/>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0"/>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0"/>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0"/>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0"/>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0"/>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0"/>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0"/>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0"/>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0"/>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0"/>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0"/>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0"/>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0"/>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0"/>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0"/>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0"/>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0"/>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0"/>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0"/>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0"/>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0"/>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0"/>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0"/>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0"/>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0"/>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0"/>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0"/>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0"/>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0"/>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0"/>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0"/>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0"/>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0"/>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0"/>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0"/>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0"/>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0"/>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0"/>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0"/>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0"/>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0"/>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0"/>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0"/>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0"/>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0"/>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0"/>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0"/>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0"/>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0"/>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0"/>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0"/>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0"/>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0"/>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0"/>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0"/>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0"/>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0"/>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0"/>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0"/>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0"/>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0"/>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0"/>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0"/>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0"/>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0"/>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0"/>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0"/>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0"/>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0"/>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0"/>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0"/>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0"/>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0"/>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0"/>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0"/>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0"/>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0"/>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0"/>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0"/>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0"/>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0"/>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0"/>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0"/>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0"/>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0"/>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0"/>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0"/>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0"/>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0"/>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0"/>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0"/>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0"/>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0"/>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0"/>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0"/>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0"/>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0"/>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0"/>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0"/>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0"/>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0"/>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0"/>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0"/>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0"/>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0"/>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0"/>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0"/>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0"/>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0"/>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0"/>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0"/>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0"/>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0"/>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0"/>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0"/>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0"/>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0"/>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0"/>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0"/>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0"/>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0"/>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0"/>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0"/>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0"/>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0"/>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0"/>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0"/>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0"/>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0"/>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0"/>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0"/>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0"/>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0"/>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0"/>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0"/>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0"/>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0"/>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0"/>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0"/>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0"/>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0"/>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0"/>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0"/>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0"/>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0"/>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0"/>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0"/>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0"/>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0"/>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0"/>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0"/>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0"/>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0"/>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0"/>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0"/>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0"/>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0"/>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0"/>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0"/>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0"/>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0"/>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0"/>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0"/>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0"/>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0"/>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0"/>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0"/>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0"/>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0"/>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0"/>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0"/>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0"/>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0"/>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0"/>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0"/>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0"/>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0"/>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0"/>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0"/>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0"/>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0"/>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0"/>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0"/>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0"/>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0"/>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0"/>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0"/>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0"/>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0"/>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0"/>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0"/>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0"/>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0"/>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0"/>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0"/>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0"/>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0"/>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0"/>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0"/>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0"/>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0"/>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0"/>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0"/>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0"/>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0"/>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0"/>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0"/>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0"/>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0"/>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0"/>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0"/>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0"/>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0"/>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0"/>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0"/>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0"/>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0"/>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0"/>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0"/>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80"/>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0"/>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0"/>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0"/>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0"/>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0"/>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0"/>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0"/>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0"/>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0"/>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0"/>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0"/>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0"/>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0"/>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0"/>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0"/>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0"/>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0"/>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0"/>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0"/>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0"/>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0"/>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0"/>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0"/>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0"/>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0"/>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0"/>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0"/>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0"/>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0"/>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0"/>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0"/>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0"/>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0"/>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0"/>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0"/>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0"/>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0"/>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0"/>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0"/>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0"/>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0"/>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0"/>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0"/>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0"/>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0"/>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0"/>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0"/>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0"/>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0"/>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0"/>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0"/>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0"/>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0"/>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0"/>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0"/>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0"/>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0"/>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0"/>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0"/>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0"/>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0"/>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0"/>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0"/>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0"/>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0"/>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0"/>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0"/>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0"/>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0"/>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0"/>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0"/>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0"/>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0"/>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0"/>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0"/>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0"/>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0"/>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0"/>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0"/>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0"/>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0"/>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0"/>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0"/>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0"/>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0"/>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0"/>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0"/>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0"/>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0"/>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0"/>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0"/>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0"/>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0"/>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0"/>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0"/>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0"/>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0"/>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0"/>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0"/>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0"/>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0"/>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0"/>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0"/>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0"/>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0"/>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0"/>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0"/>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0"/>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0"/>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0"/>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0"/>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0"/>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0"/>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0"/>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0"/>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0"/>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0"/>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0"/>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0"/>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0"/>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0"/>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0"/>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0"/>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0"/>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0"/>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0"/>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0"/>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0"/>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0"/>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0"/>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0"/>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0"/>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0"/>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0"/>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0"/>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0"/>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0"/>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0"/>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0"/>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0"/>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0"/>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0"/>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0"/>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0"/>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0"/>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0"/>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0"/>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0"/>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0"/>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0"/>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0"/>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0"/>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0"/>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0"/>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0"/>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0"/>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0"/>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0"/>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0"/>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0"/>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0"/>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0"/>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0"/>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0"/>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0"/>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0"/>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0"/>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0"/>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0"/>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0"/>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0"/>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0"/>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0"/>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0"/>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0"/>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0"/>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0"/>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0"/>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0"/>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0"/>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0"/>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0"/>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0"/>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0"/>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0"/>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0"/>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0"/>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0"/>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0"/>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0"/>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0"/>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0"/>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0"/>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0"/>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0"/>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0"/>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0"/>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0"/>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0"/>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0"/>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0"/>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0"/>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0"/>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0"/>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0"/>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0"/>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0"/>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0"/>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0"/>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0"/>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0"/>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0"/>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0"/>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0"/>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0"/>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0"/>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0"/>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0"/>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0"/>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0"/>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0"/>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0"/>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0"/>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0"/>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0"/>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0"/>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0"/>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0"/>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0"/>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0"/>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0"/>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0"/>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0"/>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0"/>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0"/>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0"/>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0"/>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0"/>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0"/>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0"/>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0"/>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0"/>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0"/>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0"/>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0"/>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0"/>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0"/>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0"/>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0"/>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0"/>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0"/>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0"/>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0"/>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0"/>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0"/>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0"/>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0"/>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0"/>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0"/>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0"/>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0"/>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0"/>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0"/>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0"/>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0"/>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0"/>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0"/>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0"/>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0"/>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0"/>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0"/>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0"/>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0"/>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0"/>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0"/>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0"/>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0"/>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0"/>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0"/>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0"/>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0"/>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0"/>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0"/>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0"/>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0"/>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0"/>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0"/>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0"/>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0"/>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0"/>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0"/>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0"/>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0"/>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0"/>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0"/>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0"/>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0"/>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0"/>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0"/>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0"/>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0"/>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0"/>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0"/>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0"/>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0"/>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0"/>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0"/>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0"/>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0"/>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0"/>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0"/>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0"/>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0"/>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0"/>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0"/>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80"/>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0"/>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0"/>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0"/>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0"/>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0"/>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0"/>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0"/>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0"/>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0"/>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0"/>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0"/>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0"/>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0"/>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0"/>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0"/>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0"/>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0"/>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0"/>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0"/>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0"/>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0"/>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0"/>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0"/>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0"/>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0"/>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0"/>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0"/>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0"/>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0"/>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0"/>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0"/>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0"/>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0"/>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0"/>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0"/>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0"/>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0"/>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0"/>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0"/>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0"/>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0"/>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0"/>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0"/>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0"/>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0"/>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0"/>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0"/>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0"/>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0"/>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0"/>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0"/>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0"/>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0"/>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0"/>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0"/>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0"/>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0"/>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0"/>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0"/>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0"/>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0"/>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0"/>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0"/>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0"/>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0"/>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0"/>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0"/>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0"/>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0"/>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0"/>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0"/>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0"/>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0"/>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0"/>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0"/>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0"/>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0"/>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0"/>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0"/>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0"/>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0"/>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0"/>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0"/>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0"/>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0"/>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0"/>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0"/>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0"/>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0"/>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0"/>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0"/>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0"/>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0"/>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0"/>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0"/>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0"/>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0"/>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0"/>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0"/>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0"/>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0"/>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0"/>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0"/>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0"/>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0"/>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0"/>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0"/>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0"/>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0"/>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0"/>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0"/>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0"/>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0"/>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0"/>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0"/>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0"/>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0"/>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0"/>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0"/>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0"/>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0"/>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0"/>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0"/>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0"/>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0"/>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0"/>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0"/>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0"/>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0"/>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0"/>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0"/>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0"/>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0"/>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0"/>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0"/>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0"/>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0"/>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0"/>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0"/>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0"/>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0"/>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0"/>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0"/>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0"/>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0"/>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0"/>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0"/>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0"/>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0"/>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0"/>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0"/>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0"/>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0"/>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0"/>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0"/>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0"/>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0"/>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0"/>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0"/>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0"/>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0"/>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0"/>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0"/>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0"/>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0"/>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0"/>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0"/>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0"/>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0"/>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0"/>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0"/>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0"/>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0"/>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0"/>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0"/>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0"/>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0"/>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0"/>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0"/>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0"/>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0"/>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0"/>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0"/>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0"/>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0"/>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0"/>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0"/>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0"/>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0"/>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0"/>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0"/>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0"/>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0"/>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0"/>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0"/>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0"/>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0"/>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0"/>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0"/>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0"/>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0"/>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0"/>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0"/>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0"/>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0"/>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0"/>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0"/>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0"/>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0"/>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0"/>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0"/>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0"/>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0"/>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0"/>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0"/>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0"/>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0"/>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0"/>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0"/>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0"/>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0"/>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0"/>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0"/>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0"/>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0"/>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0"/>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0"/>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0"/>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0"/>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0"/>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0"/>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0"/>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0"/>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0"/>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0"/>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0"/>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0"/>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0"/>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0"/>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0"/>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0"/>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0"/>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0"/>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0"/>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0"/>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0"/>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0"/>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0"/>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0"/>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0"/>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0"/>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0"/>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0"/>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0"/>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0"/>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0"/>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0"/>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0"/>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0"/>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0"/>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0"/>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0"/>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0"/>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0"/>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0"/>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0"/>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0"/>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0"/>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0"/>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0"/>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0"/>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0"/>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0"/>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0"/>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0"/>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0"/>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0"/>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0"/>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0"/>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0"/>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0"/>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0"/>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0"/>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0"/>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0"/>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0"/>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0"/>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0"/>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0"/>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0"/>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0"/>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0"/>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0"/>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0"/>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0"/>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0"/>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0"/>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0"/>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0"/>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0"/>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0"/>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0"/>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0"/>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0"/>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0"/>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0"/>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0"/>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0"/>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0"/>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0"/>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0"/>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0"/>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0"/>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0"/>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0"/>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0"/>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0"/>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0"/>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0"/>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0"/>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0"/>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0"/>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0"/>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0"/>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0"/>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0"/>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0"/>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0"/>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0"/>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0"/>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0"/>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0"/>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0"/>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0"/>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0"/>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0"/>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0"/>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0"/>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0"/>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0"/>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0"/>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0"/>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0"/>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0"/>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0"/>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0"/>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0"/>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0"/>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0"/>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0"/>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0"/>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0"/>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0"/>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0"/>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0"/>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0"/>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0"/>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0"/>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0"/>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0"/>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0"/>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0"/>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0"/>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0"/>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0"/>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0"/>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0"/>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0"/>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0"/>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0"/>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0"/>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0"/>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0"/>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0"/>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0"/>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0"/>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0"/>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0"/>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0"/>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0"/>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0"/>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0"/>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0"/>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0"/>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0"/>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0"/>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0"/>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0"/>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0"/>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0"/>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0"/>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0"/>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0"/>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0"/>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0"/>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0"/>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0"/>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0"/>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0"/>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0"/>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0"/>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0"/>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0"/>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0"/>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0"/>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0"/>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0"/>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0"/>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0"/>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0"/>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0"/>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0"/>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0"/>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0"/>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0"/>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0"/>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0"/>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0"/>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0"/>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0"/>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0"/>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0"/>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0"/>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0"/>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0"/>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0"/>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0"/>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0"/>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0"/>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0"/>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0"/>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0"/>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0"/>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0"/>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0"/>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0"/>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0"/>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0"/>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0"/>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0"/>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0"/>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0"/>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0"/>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0"/>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0"/>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0"/>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0"/>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0"/>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0"/>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0"/>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0"/>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0"/>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0"/>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0"/>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0"/>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0"/>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0"/>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0"/>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0"/>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0"/>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0"/>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0"/>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0"/>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0"/>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0"/>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0"/>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0"/>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0"/>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0"/>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0"/>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0"/>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0"/>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0"/>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0"/>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0"/>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0"/>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0"/>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0"/>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0"/>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0"/>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0"/>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0"/>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0"/>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0"/>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0"/>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0"/>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0"/>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0"/>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0"/>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0"/>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0"/>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0"/>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0"/>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0"/>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0"/>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0"/>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80"/>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0"/>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0"/>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0"/>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0"/>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0"/>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0"/>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0"/>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0"/>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0"/>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0"/>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0"/>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0"/>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0"/>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0"/>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0"/>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0"/>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0"/>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0"/>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0"/>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0"/>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0"/>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0"/>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0"/>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0"/>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0"/>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0"/>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0"/>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0"/>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0"/>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0"/>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0"/>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0"/>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0"/>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0"/>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0"/>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0"/>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0"/>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0"/>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0"/>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0"/>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0"/>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0"/>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0"/>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0"/>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0"/>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0"/>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0"/>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0"/>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0"/>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0"/>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0"/>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0"/>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0"/>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0"/>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0"/>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0"/>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0"/>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0"/>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0"/>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0"/>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0"/>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0"/>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0"/>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0"/>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0"/>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0"/>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0"/>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0"/>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0"/>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0"/>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0"/>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0"/>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0"/>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0"/>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0"/>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0"/>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0"/>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0"/>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0"/>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0"/>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0"/>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0"/>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0"/>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0"/>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0"/>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0"/>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0"/>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0"/>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0"/>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0"/>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0"/>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0"/>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0"/>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0"/>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0"/>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0"/>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0"/>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0"/>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0"/>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0"/>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0"/>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0"/>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0"/>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0"/>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0"/>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0"/>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0"/>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0"/>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0"/>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0"/>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0"/>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0"/>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0"/>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0"/>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0"/>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0"/>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0"/>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0"/>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0"/>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0"/>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0"/>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0"/>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0"/>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0"/>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0"/>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0"/>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0"/>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0"/>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0"/>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0"/>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0"/>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0"/>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0"/>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0"/>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0"/>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0"/>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0"/>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0"/>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0"/>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0"/>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0"/>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0"/>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0"/>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0"/>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0"/>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0"/>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0"/>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0"/>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0"/>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0"/>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0"/>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0"/>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0"/>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0"/>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0"/>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0"/>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0"/>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0"/>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0"/>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0"/>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0"/>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0"/>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0"/>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0"/>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0"/>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0"/>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0"/>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0"/>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0"/>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0"/>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0"/>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0"/>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0"/>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0"/>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0"/>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0"/>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0"/>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0"/>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0"/>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0"/>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0"/>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0"/>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0"/>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0"/>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0"/>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0"/>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0"/>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0"/>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0"/>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0"/>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0"/>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0"/>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0"/>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0"/>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0"/>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0"/>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0"/>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0"/>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0"/>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0"/>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0"/>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0"/>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0"/>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0"/>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0"/>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0"/>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0"/>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0"/>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0"/>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0"/>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0"/>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0"/>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0"/>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0"/>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0"/>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0"/>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0"/>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0"/>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0"/>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0"/>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0"/>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0"/>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0"/>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0"/>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0"/>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0"/>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0"/>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0"/>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0"/>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0"/>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0"/>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0"/>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0"/>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0"/>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0"/>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0"/>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0"/>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0"/>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0"/>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0"/>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0"/>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0"/>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0"/>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0"/>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0"/>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0"/>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0"/>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0"/>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0"/>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0"/>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0"/>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0"/>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0"/>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0"/>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0"/>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0"/>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0"/>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0"/>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0"/>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0"/>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0"/>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0"/>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0"/>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0"/>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0"/>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0"/>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0"/>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0"/>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0"/>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0"/>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0"/>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0"/>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0"/>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0"/>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0"/>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0"/>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0"/>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0"/>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0"/>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0"/>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0"/>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0"/>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0"/>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0"/>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0"/>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0"/>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0"/>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0"/>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0"/>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0"/>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0"/>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0"/>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0"/>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0"/>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0"/>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0"/>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0"/>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0"/>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0"/>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0"/>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0"/>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0"/>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0"/>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0"/>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0"/>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0"/>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0"/>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0"/>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0"/>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0"/>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0"/>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0"/>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0"/>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0"/>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0"/>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0"/>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0"/>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0"/>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0"/>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0"/>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0"/>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0"/>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0"/>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0"/>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0"/>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0"/>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0"/>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0"/>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0"/>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0"/>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0"/>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0"/>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0"/>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0"/>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0"/>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0"/>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0"/>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0"/>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0"/>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0"/>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0"/>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0"/>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0"/>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0"/>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0"/>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0"/>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0"/>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0"/>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0"/>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0"/>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0"/>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0"/>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0"/>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0"/>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0"/>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0"/>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0"/>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0"/>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0"/>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0"/>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0"/>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0"/>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0"/>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0"/>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0"/>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0"/>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0"/>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0"/>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0"/>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0"/>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0"/>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0"/>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0"/>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0"/>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0"/>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0"/>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0"/>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0"/>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0"/>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0"/>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0"/>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0"/>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0"/>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0"/>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0"/>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0"/>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0"/>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0"/>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0"/>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0"/>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0"/>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0"/>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0"/>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0"/>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0"/>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0"/>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0"/>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0"/>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80"/>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0"/>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0"/>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0"/>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0"/>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0"/>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0"/>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0"/>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0"/>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0"/>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0"/>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0"/>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0"/>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0"/>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0"/>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0"/>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0"/>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0"/>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0"/>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0"/>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0"/>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80"/>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80"/>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0"/>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0"/>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0"/>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0"/>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0"/>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0"/>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0"/>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0"/>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0"/>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0"/>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0"/>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0"/>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0"/>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0"/>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0"/>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0"/>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0"/>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0"/>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0"/>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0"/>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0"/>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0"/>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0"/>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0"/>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0"/>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0"/>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0"/>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0"/>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0"/>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0"/>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0"/>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0"/>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0"/>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0"/>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0"/>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0"/>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0"/>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0"/>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0"/>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0"/>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0"/>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0"/>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0"/>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80"/>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0"/>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0"/>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0"/>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0"/>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0"/>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0"/>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0"/>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0"/>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0"/>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0"/>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0"/>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0"/>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0"/>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0"/>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0"/>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0"/>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0"/>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0"/>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80"/>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0"/>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0"/>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0"/>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0"/>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0"/>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0"/>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0"/>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0"/>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0"/>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0"/>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80"/>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0"/>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0"/>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0"/>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0"/>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0"/>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0"/>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0"/>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0"/>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0"/>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0"/>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0"/>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0"/>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0"/>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0"/>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0"/>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0"/>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0"/>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0"/>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0"/>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0"/>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0"/>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0"/>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0"/>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0"/>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0"/>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0"/>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80"/>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0"/>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0"/>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0"/>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0"/>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0"/>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0"/>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0"/>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0"/>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0"/>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0"/>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0"/>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0"/>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0"/>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0"/>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0"/>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0"/>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0"/>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80"/>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0"/>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0"/>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0"/>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0"/>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0"/>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0"/>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0"/>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0"/>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0"/>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0"/>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0"/>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0"/>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0"/>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0"/>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0"/>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0"/>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0"/>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0"/>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0"/>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0"/>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0"/>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0"/>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0"/>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80"/>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80"/>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0"/>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0"/>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0"/>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0"/>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0"/>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0"/>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0"/>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80"/>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0"/>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0"/>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0"/>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0"/>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0"/>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0"/>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0"/>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0"/>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0"/>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0"/>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0"/>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80"/>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0"/>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0"/>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0"/>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0"/>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0"/>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0"/>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0"/>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0"/>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0"/>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0"/>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0"/>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0"/>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0"/>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0"/>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0"/>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80"/>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0"/>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0"/>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0"/>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0"/>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0"/>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0"/>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0"/>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0"/>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0"/>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0"/>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0"/>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0"/>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0"/>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0"/>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0"/>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0"/>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0"/>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0"/>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0"/>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80"/>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80"/>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0"/>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0"/>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0"/>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0"/>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0"/>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0"/>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0"/>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0"/>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0"/>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0"/>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0"/>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80"/>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0"/>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0"/>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0"/>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0"/>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0"/>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0"/>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0"/>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0"/>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0"/>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0"/>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0"/>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0"/>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0"/>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0"/>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80"/>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0"/>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0"/>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0"/>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0"/>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0"/>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0"/>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0"/>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0"/>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0"/>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0"/>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0"/>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0"/>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0"/>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0"/>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0"/>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0"/>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0"/>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0"/>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0"/>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0"/>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0"/>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0"/>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0"/>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0"/>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0"/>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0"/>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80"/>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80"/>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0"/>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0"/>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0"/>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0"/>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0"/>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0"/>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0"/>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0"/>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80"/>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0"/>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0"/>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0"/>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0"/>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80"/>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0"/>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0"/>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0"/>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80"/>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0"/>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0"/>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0"/>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0"/>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0"/>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0"/>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0"/>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0"/>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0"/>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0"/>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0"/>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80"/>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0"/>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0"/>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0"/>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0"/>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0"/>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0"/>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0"/>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0"/>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0"/>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0"/>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0"/>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0"/>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0"/>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0"/>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0"/>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0"/>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0"/>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0"/>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80"/>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80"/>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0"/>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0"/>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0"/>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0"/>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0"/>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80"/>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80"/>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0"/>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0"/>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0"/>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80"/>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80"/>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0"/>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0"/>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0"/>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0"/>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0"/>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0"/>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0"/>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80"/>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0"/>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0"/>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80"/>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0"/>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0"/>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0"/>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0"/>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80"/>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80"/>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0"/>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0"/>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0"/>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0"/>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0"/>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0"/>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0"/>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80"/>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80"/>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0"/>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0"/>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0"/>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0"/>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0"/>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0"/>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0"/>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0"/>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0"/>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0"/>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0"/>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80"/>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0"/>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0"/>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0"/>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0"/>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0"/>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0"/>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0"/>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0"/>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0"/>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0"/>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0"/>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80"/>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0"/>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0"/>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0"/>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0"/>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0"/>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80"/>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0"/>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0"/>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0"/>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0"/>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0"/>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0"/>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80"/>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0"/>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0"/>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0"/>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0"/>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0"/>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0"/>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0"/>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0"/>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0"/>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0"/>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0"/>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0"/>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0"/>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0"/>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0"/>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0"/>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0"/>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0"/>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80"/>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80"/>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0"/>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0"/>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0"/>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0"/>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0"/>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0"/>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0"/>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0"/>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0"/>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80"/>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0"/>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0"/>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0"/>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0"/>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0"/>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0"/>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80"/>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0"/>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0"/>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0"/>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0"/>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0"/>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0"/>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0"/>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0"/>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0"/>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0"/>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0"/>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0"/>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0"/>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0"/>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0"/>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0"/>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0"/>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0"/>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0"/>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0"/>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0"/>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0"/>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80"/>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0"/>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0"/>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0"/>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0"/>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0"/>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0"/>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0"/>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0"/>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0"/>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0"/>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0"/>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0"/>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0"/>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0"/>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0"/>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0"/>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0"/>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0"/>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0"/>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0"/>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0"/>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0"/>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80"/>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0"/>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0"/>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0"/>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0"/>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0"/>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0"/>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0"/>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80"/>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0"/>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0"/>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0"/>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0"/>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0"/>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0"/>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0"/>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0"/>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0"/>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0"/>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0"/>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0"/>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0"/>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0"/>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0"/>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0"/>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0"/>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0"/>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0"/>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0"/>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0"/>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80"/>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0"/>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0"/>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0"/>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0"/>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0"/>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0"/>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0"/>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0"/>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0"/>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0"/>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0"/>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0"/>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0"/>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80"/>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80"/>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0"/>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0"/>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0"/>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0"/>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80"/>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0"/>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0"/>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0"/>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80"/>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0"/>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0"/>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0"/>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0"/>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0"/>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0"/>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80"/>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0"/>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0"/>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0"/>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80"/>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80"/>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0"/>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0"/>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0"/>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0"/>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0"/>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0"/>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0"/>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0"/>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0"/>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0"/>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0"/>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0"/>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0"/>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0"/>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0"/>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0"/>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0"/>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0"/>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0"/>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0"/>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80"/>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0"/>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0"/>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0"/>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0"/>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0"/>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0"/>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0"/>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0"/>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0"/>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80"/>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0"/>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0"/>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0"/>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0"/>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0"/>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0"/>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0"/>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0"/>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0"/>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0"/>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0"/>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0"/>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0"/>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0"/>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0"/>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0"/>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0"/>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0"/>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0"/>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0"/>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0"/>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0"/>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0"/>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0"/>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0"/>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80"/>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80"/>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0"/>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0"/>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0"/>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0"/>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0"/>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0"/>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0"/>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80"/>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0"/>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0"/>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0"/>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0"/>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0"/>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0"/>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0"/>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0"/>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80"/>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0"/>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0"/>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0"/>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0"/>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0"/>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0"/>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0"/>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0"/>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0"/>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0"/>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0"/>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0"/>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0"/>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0"/>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0"/>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0"/>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0"/>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0"/>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0"/>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0"/>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0"/>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0"/>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0"/>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0"/>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0"/>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0"/>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0"/>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0"/>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0"/>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0"/>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0"/>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0"/>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0"/>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0"/>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0"/>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0"/>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0"/>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0"/>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0"/>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0"/>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0"/>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0"/>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0"/>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0"/>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0"/>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0"/>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0"/>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0"/>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0"/>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0"/>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0"/>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0"/>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0"/>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0"/>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0"/>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0"/>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0"/>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0"/>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0"/>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0"/>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0"/>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0"/>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0"/>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0"/>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0"/>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0"/>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0"/>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0"/>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0"/>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0"/>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0"/>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0"/>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0"/>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0"/>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0"/>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0"/>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0"/>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0"/>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0"/>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0"/>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0"/>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80"/>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0"/>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0"/>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0"/>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0"/>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0"/>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0"/>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0"/>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80"/>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0"/>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0"/>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0"/>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0"/>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0"/>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0"/>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80"/>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0"/>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0"/>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0"/>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0"/>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0"/>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0"/>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0"/>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0"/>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0"/>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0"/>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0"/>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0"/>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0"/>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0"/>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80"/>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0"/>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0"/>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0"/>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0"/>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80"/>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80"/>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0"/>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0"/>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0"/>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0"/>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0"/>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80"/>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0"/>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0"/>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0"/>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0"/>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0"/>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0"/>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0"/>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0"/>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0"/>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0"/>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0"/>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0"/>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0"/>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80"/>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0"/>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0"/>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0"/>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0"/>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0"/>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0"/>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0"/>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0"/>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0"/>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0"/>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0"/>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0"/>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0"/>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0"/>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0"/>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0"/>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80"/>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0"/>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0"/>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0"/>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0"/>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0"/>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0"/>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0"/>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0"/>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80"/>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0"/>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0"/>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0"/>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0"/>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0"/>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0"/>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80"/>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80"/>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0"/>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0"/>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0"/>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0"/>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0"/>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0"/>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0"/>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0"/>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0"/>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0"/>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0"/>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0"/>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0"/>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0"/>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0"/>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0"/>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0"/>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0"/>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0"/>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0"/>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0"/>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80"/>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80"/>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0"/>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0"/>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0"/>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0"/>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0"/>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0"/>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0"/>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0"/>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0"/>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0"/>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0"/>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0"/>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0"/>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0"/>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0"/>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0"/>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0"/>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0"/>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0"/>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80"/>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0"/>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0"/>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0"/>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0"/>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0"/>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0"/>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0"/>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0"/>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0"/>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0"/>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0"/>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0"/>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0"/>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0"/>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0"/>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0"/>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0"/>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0"/>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0"/>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0"/>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0"/>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0"/>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0"/>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0"/>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0"/>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0"/>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0"/>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0"/>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0"/>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80"/>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0"/>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0"/>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0"/>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0"/>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80"/>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0"/>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0"/>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0"/>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0"/>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80"/>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0"/>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0"/>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80"/>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0"/>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0"/>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0"/>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0"/>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0"/>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0"/>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0"/>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0"/>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0"/>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0"/>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0"/>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0"/>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0"/>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0"/>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80"/>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0"/>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0"/>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0"/>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0"/>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0"/>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80"/>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80"/>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0"/>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0"/>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0"/>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0"/>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0"/>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0"/>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0"/>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0"/>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0"/>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0"/>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3" name="Google Shape;14053;p80"/>
          <p:cNvGrpSpPr/>
          <p:nvPr/>
        </p:nvGrpSpPr>
        <p:grpSpPr>
          <a:xfrm>
            <a:off x="3450485" y="919691"/>
            <a:ext cx="2310381" cy="1488888"/>
            <a:chOff x="229225" y="549050"/>
            <a:chExt cx="7161750" cy="4615275"/>
          </a:xfrm>
        </p:grpSpPr>
        <p:sp>
          <p:nvSpPr>
            <p:cNvPr id="14054" name="Google Shape;14054;p80"/>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0"/>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0"/>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0"/>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0"/>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0"/>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0"/>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0"/>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0"/>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0"/>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0"/>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0"/>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0"/>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0"/>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80"/>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80"/>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0"/>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0"/>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0"/>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0"/>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0"/>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0"/>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0"/>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0"/>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0"/>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0"/>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80"/>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0"/>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0"/>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0"/>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0"/>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0"/>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0"/>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0"/>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0"/>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0"/>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0"/>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0"/>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80"/>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80"/>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80"/>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0"/>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0"/>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0"/>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80"/>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80"/>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80"/>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0"/>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0"/>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0"/>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0"/>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0"/>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0"/>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0"/>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0"/>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0"/>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0"/>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0"/>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0"/>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0"/>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80"/>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0"/>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0"/>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0"/>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0"/>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80"/>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0"/>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0"/>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0"/>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0"/>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0"/>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0"/>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0"/>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0"/>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0"/>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80"/>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80"/>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0"/>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0"/>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80"/>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0"/>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0"/>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0"/>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80"/>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80"/>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0"/>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0"/>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0"/>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0"/>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0"/>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80"/>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80"/>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0"/>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0"/>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80"/>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0"/>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80"/>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80"/>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0"/>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0"/>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0"/>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80"/>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80"/>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0"/>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0"/>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80"/>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80"/>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0"/>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0"/>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0"/>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0"/>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0"/>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0"/>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0"/>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0"/>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0"/>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80"/>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1" name="Google Shape;14171;p80"/>
          <p:cNvGrpSpPr/>
          <p:nvPr/>
        </p:nvGrpSpPr>
        <p:grpSpPr>
          <a:xfrm>
            <a:off x="3548403" y="2849588"/>
            <a:ext cx="2310282" cy="1374222"/>
            <a:chOff x="238125" y="732525"/>
            <a:chExt cx="7130500" cy="4241425"/>
          </a:xfrm>
        </p:grpSpPr>
        <p:sp>
          <p:nvSpPr>
            <p:cNvPr id="14172" name="Google Shape;14172;p80"/>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80"/>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80"/>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80"/>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80"/>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80"/>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0"/>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0"/>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0"/>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80"/>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0"/>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0"/>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0"/>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80"/>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80"/>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80"/>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80"/>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0"/>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80"/>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80"/>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0"/>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80"/>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80"/>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80"/>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0"/>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80"/>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80"/>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80"/>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80"/>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80"/>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80"/>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0"/>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0"/>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80"/>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80"/>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80"/>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0"/>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0"/>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0"/>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0"/>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80"/>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80"/>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0"/>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0"/>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0"/>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0"/>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0"/>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80"/>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80"/>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80"/>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80"/>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0"/>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0"/>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0"/>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0"/>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80"/>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80"/>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80"/>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80"/>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80"/>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80"/>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80"/>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0"/>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0"/>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80"/>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80"/>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80"/>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80"/>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80"/>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0"/>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0"/>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80"/>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80"/>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0"/>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0"/>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0"/>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80"/>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80"/>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80"/>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0"/>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0"/>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80"/>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80"/>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80"/>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80"/>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80"/>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80"/>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80"/>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0"/>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0"/>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0"/>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0"/>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80"/>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80"/>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80"/>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0"/>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0"/>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80"/>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80"/>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0"/>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0"/>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0"/>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0"/>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0"/>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0"/>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0"/>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0"/>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80"/>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80"/>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80"/>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80"/>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80"/>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80"/>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80"/>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89" name="Shape 14289"/>
        <p:cNvGrpSpPr/>
        <p:nvPr/>
      </p:nvGrpSpPr>
      <p:grpSpPr>
        <a:xfrm>
          <a:off x="0" y="0"/>
          <a:ext cx="0" cy="0"/>
          <a:chOff x="0" y="0"/>
          <a:chExt cx="0" cy="0"/>
        </a:xfrm>
      </p:grpSpPr>
      <p:grpSp>
        <p:nvGrpSpPr>
          <p:cNvPr id="14290" name="Google Shape;14290;p81"/>
          <p:cNvGrpSpPr/>
          <p:nvPr/>
        </p:nvGrpSpPr>
        <p:grpSpPr>
          <a:xfrm>
            <a:off x="2100560" y="3398663"/>
            <a:ext cx="1102891" cy="760337"/>
            <a:chOff x="4967783" y="2151471"/>
            <a:chExt cx="3920692" cy="2702940"/>
          </a:xfrm>
        </p:grpSpPr>
        <p:grpSp>
          <p:nvGrpSpPr>
            <p:cNvPr id="14291" name="Google Shape;14291;p81"/>
            <p:cNvGrpSpPr/>
            <p:nvPr/>
          </p:nvGrpSpPr>
          <p:grpSpPr>
            <a:xfrm>
              <a:off x="5045709" y="2252109"/>
              <a:ext cx="3761071" cy="2501708"/>
              <a:chOff x="2691784" y="1805334"/>
              <a:chExt cx="3761071" cy="2501708"/>
            </a:xfrm>
          </p:grpSpPr>
          <p:sp>
            <p:nvSpPr>
              <p:cNvPr id="14292" name="Google Shape;14292;p81"/>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81"/>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1"/>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1"/>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1"/>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81"/>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81"/>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9" name="Google Shape;14299;p81"/>
            <p:cNvGrpSpPr/>
            <p:nvPr/>
          </p:nvGrpSpPr>
          <p:grpSpPr>
            <a:xfrm>
              <a:off x="4967783" y="2151471"/>
              <a:ext cx="3920692" cy="2702940"/>
              <a:chOff x="2613858" y="1704696"/>
              <a:chExt cx="3920692" cy="2702940"/>
            </a:xfrm>
          </p:grpSpPr>
          <p:sp>
            <p:nvSpPr>
              <p:cNvPr id="14300" name="Google Shape;14300;p81"/>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81"/>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1"/>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81"/>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81"/>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05" name="Google Shape;14305;p81"/>
          <p:cNvGrpSpPr/>
          <p:nvPr/>
        </p:nvGrpSpPr>
        <p:grpSpPr>
          <a:xfrm>
            <a:off x="3504468" y="1286940"/>
            <a:ext cx="1561911" cy="708580"/>
            <a:chOff x="3530532" y="1496185"/>
            <a:chExt cx="1561911" cy="708580"/>
          </a:xfrm>
        </p:grpSpPr>
        <p:grpSp>
          <p:nvGrpSpPr>
            <p:cNvPr id="14306" name="Google Shape;14306;p81"/>
            <p:cNvGrpSpPr/>
            <p:nvPr/>
          </p:nvGrpSpPr>
          <p:grpSpPr>
            <a:xfrm>
              <a:off x="3720318" y="1857562"/>
              <a:ext cx="1372125" cy="54"/>
              <a:chOff x="3720318" y="1857562"/>
              <a:chExt cx="1372125" cy="54"/>
            </a:xfrm>
          </p:grpSpPr>
          <p:cxnSp>
            <p:nvCxnSpPr>
              <p:cNvPr id="14307" name="Google Shape;14307;p81"/>
              <p:cNvCxnSpPr>
                <a:endCxn id="14308"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4309" name="Google Shape;14309;p81"/>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4310" name="Google Shape;14310;p81"/>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4311" name="Google Shape;14311;p81"/>
              <p:cNvCxnSpPr>
                <a:stCxn id="14308"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4312" name="Google Shape;14312;p81"/>
            <p:cNvGrpSpPr/>
            <p:nvPr/>
          </p:nvGrpSpPr>
          <p:grpSpPr>
            <a:xfrm>
              <a:off x="3567462" y="1496185"/>
              <a:ext cx="286500" cy="272914"/>
              <a:chOff x="3567462" y="1496185"/>
              <a:chExt cx="286500" cy="272914"/>
            </a:xfrm>
          </p:grpSpPr>
          <p:cxnSp>
            <p:nvCxnSpPr>
              <p:cNvPr id="14313" name="Google Shape;14313;p81"/>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4314" name="Google Shape;14314;p81"/>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15" name="Google Shape;14315;p81"/>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81"/>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17" name="Google Shape;14317;p81"/>
            <p:cNvGrpSpPr/>
            <p:nvPr/>
          </p:nvGrpSpPr>
          <p:grpSpPr>
            <a:xfrm>
              <a:off x="3929014" y="1960574"/>
              <a:ext cx="286500" cy="242342"/>
              <a:chOff x="3929014" y="1960574"/>
              <a:chExt cx="286500" cy="242342"/>
            </a:xfrm>
          </p:grpSpPr>
          <p:cxnSp>
            <p:nvCxnSpPr>
              <p:cNvPr id="14318" name="Google Shape;14318;p81"/>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4319" name="Google Shape;14319;p81"/>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0" name="Google Shape;14320;p81"/>
            <p:cNvGrpSpPr/>
            <p:nvPr/>
          </p:nvGrpSpPr>
          <p:grpSpPr>
            <a:xfrm>
              <a:off x="4290828" y="1496185"/>
              <a:ext cx="286500" cy="272914"/>
              <a:chOff x="4290828" y="1496185"/>
              <a:chExt cx="286500" cy="272914"/>
            </a:xfrm>
          </p:grpSpPr>
          <p:cxnSp>
            <p:nvCxnSpPr>
              <p:cNvPr id="14321" name="Google Shape;14321;p81"/>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4322" name="Google Shape;14322;p81"/>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23" name="Google Shape;14323;p81"/>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81"/>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24" name="Google Shape;14324;p81"/>
            <p:cNvGrpSpPr/>
            <p:nvPr/>
          </p:nvGrpSpPr>
          <p:grpSpPr>
            <a:xfrm>
              <a:off x="4657726" y="1959674"/>
              <a:ext cx="286500" cy="245092"/>
              <a:chOff x="4657726" y="1959674"/>
              <a:chExt cx="286500" cy="245092"/>
            </a:xfrm>
          </p:grpSpPr>
          <p:cxnSp>
            <p:nvCxnSpPr>
              <p:cNvPr id="14325" name="Google Shape;14325;p81"/>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4326" name="Google Shape;14326;p81"/>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27" name="Google Shape;14327;p81"/>
          <p:cNvGrpSpPr/>
          <p:nvPr/>
        </p:nvGrpSpPr>
        <p:grpSpPr>
          <a:xfrm>
            <a:off x="3486488" y="2149036"/>
            <a:ext cx="1597032" cy="378649"/>
            <a:chOff x="3512551" y="2358282"/>
            <a:chExt cx="1597032" cy="378649"/>
          </a:xfrm>
        </p:grpSpPr>
        <p:grpSp>
          <p:nvGrpSpPr>
            <p:cNvPr id="14328" name="Google Shape;14328;p81"/>
            <p:cNvGrpSpPr/>
            <p:nvPr/>
          </p:nvGrpSpPr>
          <p:grpSpPr>
            <a:xfrm>
              <a:off x="3738198" y="2553002"/>
              <a:ext cx="1145834" cy="117"/>
              <a:chOff x="3738198" y="2553002"/>
              <a:chExt cx="1145834" cy="117"/>
            </a:xfrm>
          </p:grpSpPr>
          <p:cxnSp>
            <p:nvCxnSpPr>
              <p:cNvPr id="14329" name="Google Shape;14329;p81"/>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4330" name="Google Shape;14330;p81"/>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4331" name="Google Shape;14331;p81"/>
              <p:cNvCxnSpPr>
                <a:stCxn id="14332" idx="6"/>
                <a:endCxn id="14333"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4334" name="Google Shape;14334;p81"/>
            <p:cNvGrpSpPr/>
            <p:nvPr/>
          </p:nvGrpSpPr>
          <p:grpSpPr>
            <a:xfrm>
              <a:off x="3969644" y="2440153"/>
              <a:ext cx="225900" cy="296779"/>
              <a:chOff x="3969644" y="2440153"/>
              <a:chExt cx="225900" cy="296779"/>
            </a:xfrm>
          </p:grpSpPr>
          <p:cxnSp>
            <p:nvCxnSpPr>
              <p:cNvPr id="14335" name="Google Shape;14335;p81"/>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4333" name="Google Shape;14333;p81"/>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1"/>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7" name="Google Shape;14337;p81"/>
            <p:cNvGrpSpPr/>
            <p:nvPr/>
          </p:nvGrpSpPr>
          <p:grpSpPr>
            <a:xfrm>
              <a:off x="4426818" y="2358282"/>
              <a:ext cx="225600" cy="307471"/>
              <a:chOff x="4426818" y="2358282"/>
              <a:chExt cx="225600" cy="307471"/>
            </a:xfrm>
          </p:grpSpPr>
          <p:cxnSp>
            <p:nvCxnSpPr>
              <p:cNvPr id="14338" name="Google Shape;14338;p81"/>
              <p:cNvCxnSpPr>
                <a:stCxn id="14339"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4340" name="Google Shape;14340;p81"/>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81"/>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1" name="Google Shape;14341;p81"/>
            <p:cNvGrpSpPr/>
            <p:nvPr/>
          </p:nvGrpSpPr>
          <p:grpSpPr>
            <a:xfrm>
              <a:off x="4883984" y="2440153"/>
              <a:ext cx="225600" cy="296479"/>
              <a:chOff x="4883984" y="2440153"/>
              <a:chExt cx="225600" cy="296479"/>
            </a:xfrm>
          </p:grpSpPr>
          <p:cxnSp>
            <p:nvCxnSpPr>
              <p:cNvPr id="14342" name="Google Shape;14342;p81"/>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4343" name="Google Shape;14343;p81"/>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1"/>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5" name="Google Shape;14345;p81"/>
            <p:cNvGrpSpPr/>
            <p:nvPr/>
          </p:nvGrpSpPr>
          <p:grpSpPr>
            <a:xfrm>
              <a:off x="3512551" y="2358356"/>
              <a:ext cx="225647" cy="307629"/>
              <a:chOff x="2182679" y="2005014"/>
              <a:chExt cx="792300" cy="1080158"/>
            </a:xfrm>
          </p:grpSpPr>
          <p:cxnSp>
            <p:nvCxnSpPr>
              <p:cNvPr id="14346" name="Google Shape;14346;p81"/>
              <p:cNvCxnSpPr>
                <a:stCxn id="14347"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4332" name="Google Shape;14332;p81"/>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1"/>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48" name="Google Shape;14348;p81"/>
          <p:cNvGrpSpPr/>
          <p:nvPr/>
        </p:nvGrpSpPr>
        <p:grpSpPr>
          <a:xfrm>
            <a:off x="6846570" y="972834"/>
            <a:ext cx="1559809" cy="722610"/>
            <a:chOff x="634175" y="2986275"/>
            <a:chExt cx="3147949" cy="1458344"/>
          </a:xfrm>
        </p:grpSpPr>
        <p:cxnSp>
          <p:nvCxnSpPr>
            <p:cNvPr id="14349" name="Google Shape;14349;p81"/>
            <p:cNvCxnSpPr>
              <a:stCxn id="14350" idx="4"/>
              <a:endCxn id="14351"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4352" name="Google Shape;14352;p81"/>
            <p:cNvCxnSpPr>
              <a:stCxn id="14351" idx="0"/>
              <a:endCxn id="14353"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4354" name="Google Shape;14354;p81"/>
            <p:cNvCxnSpPr>
              <a:stCxn id="14353" idx="4"/>
              <a:endCxn id="14355"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4356" name="Google Shape;14356;p81"/>
            <p:cNvCxnSpPr>
              <a:stCxn id="14355" idx="0"/>
              <a:endCxn id="14357"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4357" name="Google Shape;14357;p81"/>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353" name="Google Shape;14353;p81"/>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350" name="Google Shape;14350;p81"/>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355" name="Google Shape;14355;p81"/>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351" name="Google Shape;14351;p81"/>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4358" name="Google Shape;14358;p81"/>
          <p:cNvGrpSpPr/>
          <p:nvPr/>
        </p:nvGrpSpPr>
        <p:grpSpPr>
          <a:xfrm>
            <a:off x="3500360" y="2682741"/>
            <a:ext cx="1570719" cy="294123"/>
            <a:chOff x="998425" y="1182125"/>
            <a:chExt cx="1065400" cy="199500"/>
          </a:xfrm>
        </p:grpSpPr>
        <p:sp>
          <p:nvSpPr>
            <p:cNvPr id="14359" name="Google Shape;14359;p81"/>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81"/>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81"/>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1"/>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1"/>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4" name="Google Shape;14364;p81"/>
          <p:cNvGrpSpPr/>
          <p:nvPr/>
        </p:nvGrpSpPr>
        <p:grpSpPr>
          <a:xfrm>
            <a:off x="6843616" y="1800228"/>
            <a:ext cx="1565716" cy="366729"/>
            <a:chOff x="1247650" y="2075423"/>
            <a:chExt cx="6648477" cy="1557238"/>
          </a:xfrm>
        </p:grpSpPr>
        <p:sp>
          <p:nvSpPr>
            <p:cNvPr id="14365" name="Google Shape;14365;p81"/>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81"/>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1"/>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1"/>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1"/>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1"/>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1" name="Google Shape;14371;p81"/>
          <p:cNvGrpSpPr/>
          <p:nvPr/>
        </p:nvGrpSpPr>
        <p:grpSpPr>
          <a:xfrm>
            <a:off x="6827928" y="2949043"/>
            <a:ext cx="1597061" cy="663440"/>
            <a:chOff x="6796238" y="3158297"/>
            <a:chExt cx="1630319" cy="677257"/>
          </a:xfrm>
        </p:grpSpPr>
        <p:cxnSp>
          <p:nvCxnSpPr>
            <p:cNvPr id="14372" name="Google Shape;14372;p81"/>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4373" name="Google Shape;14373;p81"/>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4374" name="Google Shape;14374;p81"/>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4375" name="Google Shape;14375;p81"/>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4376" name="Google Shape;14376;p81"/>
            <p:cNvGrpSpPr/>
            <p:nvPr/>
          </p:nvGrpSpPr>
          <p:grpSpPr>
            <a:xfrm>
              <a:off x="6796238" y="3311904"/>
              <a:ext cx="1630319" cy="377697"/>
              <a:chOff x="6796238" y="3311904"/>
              <a:chExt cx="1630319" cy="377697"/>
            </a:xfrm>
          </p:grpSpPr>
          <p:sp>
            <p:nvSpPr>
              <p:cNvPr id="14377" name="Google Shape;14377;p81"/>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1"/>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1"/>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80" name="Google Shape;14380;p81"/>
          <p:cNvGrpSpPr/>
          <p:nvPr/>
        </p:nvGrpSpPr>
        <p:grpSpPr>
          <a:xfrm>
            <a:off x="5349066" y="970435"/>
            <a:ext cx="1368606" cy="1593805"/>
            <a:chOff x="1839112" y="2209163"/>
            <a:chExt cx="1918159" cy="2233784"/>
          </a:xfrm>
        </p:grpSpPr>
        <p:sp>
          <p:nvSpPr>
            <p:cNvPr id="14381" name="Google Shape;14381;p81"/>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1"/>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1"/>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384" name="Google Shape;14384;p81"/>
            <p:cNvCxnSpPr>
              <a:stCxn id="14381" idx="6"/>
              <a:endCxn id="14382"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4385" name="Google Shape;14385;p81"/>
            <p:cNvCxnSpPr>
              <a:stCxn id="14382" idx="4"/>
              <a:endCxn id="14386"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4387" name="Google Shape;14387;p81"/>
            <p:cNvCxnSpPr>
              <a:stCxn id="14386" idx="6"/>
              <a:endCxn id="14383"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4388" name="Google Shape;14388;p81"/>
            <p:cNvCxnSpPr>
              <a:stCxn id="14383" idx="4"/>
              <a:endCxn id="14389"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4386" name="Google Shape;14386;p81"/>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1"/>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1"/>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391" name="Google Shape;14391;p81"/>
            <p:cNvCxnSpPr>
              <a:endCxn id="14390"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4392" name="Google Shape;14392;p81"/>
          <p:cNvGrpSpPr/>
          <p:nvPr/>
        </p:nvGrpSpPr>
        <p:grpSpPr>
          <a:xfrm>
            <a:off x="3481439" y="976671"/>
            <a:ext cx="1637968" cy="154942"/>
            <a:chOff x="238125" y="2506075"/>
            <a:chExt cx="7115411" cy="673075"/>
          </a:xfrm>
        </p:grpSpPr>
        <p:sp>
          <p:nvSpPr>
            <p:cNvPr id="14393" name="Google Shape;14393;p81"/>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81"/>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1"/>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1"/>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81"/>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8" name="Google Shape;14398;p81"/>
          <p:cNvGrpSpPr/>
          <p:nvPr/>
        </p:nvGrpSpPr>
        <p:grpSpPr>
          <a:xfrm>
            <a:off x="720124" y="1298269"/>
            <a:ext cx="2476762" cy="91743"/>
            <a:chOff x="1464850" y="436376"/>
            <a:chExt cx="6001362" cy="222300"/>
          </a:xfrm>
        </p:grpSpPr>
        <p:sp>
          <p:nvSpPr>
            <p:cNvPr id="14399" name="Google Shape;14399;p81"/>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81"/>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1"/>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1"/>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1"/>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404" name="Google Shape;14404;p81"/>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4405" name="Google Shape;14405;p81"/>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4406" name="Google Shape;14406;p81"/>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4407" name="Google Shape;14407;p81"/>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4408" name="Google Shape;14408;p81"/>
          <p:cNvGrpSpPr/>
          <p:nvPr/>
        </p:nvGrpSpPr>
        <p:grpSpPr>
          <a:xfrm>
            <a:off x="706391" y="2533734"/>
            <a:ext cx="1452710" cy="651923"/>
            <a:chOff x="803162" y="2667727"/>
            <a:chExt cx="1411906" cy="633611"/>
          </a:xfrm>
        </p:grpSpPr>
        <p:cxnSp>
          <p:nvCxnSpPr>
            <p:cNvPr id="14409" name="Google Shape;14409;p81"/>
            <p:cNvCxnSpPr>
              <a:stCxn id="14410" idx="2"/>
              <a:endCxn id="14411"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4412" name="Google Shape;14412;p81"/>
            <p:cNvCxnSpPr>
              <a:stCxn id="14413" idx="0"/>
              <a:endCxn id="14410"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4414" name="Google Shape;14414;p81"/>
            <p:cNvCxnSpPr>
              <a:stCxn id="14413" idx="2"/>
              <a:endCxn id="14415"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4416" name="Google Shape;14416;p81"/>
            <p:cNvCxnSpPr>
              <a:stCxn id="14417" idx="0"/>
              <a:endCxn id="14413"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4418" name="Google Shape;14418;p81"/>
            <p:cNvCxnSpPr>
              <a:stCxn id="14411" idx="2"/>
              <a:endCxn id="14419"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4420" name="Google Shape;14420;p81"/>
            <p:cNvCxnSpPr>
              <a:stCxn id="14421" idx="0"/>
              <a:endCxn id="14411"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4417" name="Google Shape;14417;p81"/>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415" name="Google Shape;14415;p81"/>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421" name="Google Shape;14421;p81"/>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419" name="Google Shape;14419;p81"/>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411" name="Google Shape;14411;p81"/>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413" name="Google Shape;14413;p81"/>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410" name="Google Shape;14410;p81"/>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4422" name="Google Shape;14422;p81"/>
          <p:cNvGrpSpPr/>
          <p:nvPr/>
        </p:nvGrpSpPr>
        <p:grpSpPr>
          <a:xfrm>
            <a:off x="706393" y="969273"/>
            <a:ext cx="2518541" cy="209309"/>
            <a:chOff x="803163" y="1111966"/>
            <a:chExt cx="2447800" cy="203430"/>
          </a:xfrm>
        </p:grpSpPr>
        <p:grpSp>
          <p:nvGrpSpPr>
            <p:cNvPr id="14423" name="Google Shape;14423;p81"/>
            <p:cNvGrpSpPr/>
            <p:nvPr/>
          </p:nvGrpSpPr>
          <p:grpSpPr>
            <a:xfrm>
              <a:off x="1958180" y="1111966"/>
              <a:ext cx="588019" cy="121396"/>
              <a:chOff x="4808316" y="2800065"/>
              <a:chExt cx="1999386" cy="412910"/>
            </a:xfrm>
          </p:grpSpPr>
          <p:sp>
            <p:nvSpPr>
              <p:cNvPr id="14424" name="Google Shape;14424;p81"/>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25" name="Google Shape;14425;p81"/>
              <p:cNvGrpSpPr/>
              <p:nvPr/>
            </p:nvGrpSpPr>
            <p:grpSpPr>
              <a:xfrm>
                <a:off x="4808316" y="2800065"/>
                <a:ext cx="92400" cy="411825"/>
                <a:chOff x="845575" y="2563700"/>
                <a:chExt cx="92400" cy="411825"/>
              </a:xfrm>
            </p:grpSpPr>
            <p:cxnSp>
              <p:nvCxnSpPr>
                <p:cNvPr id="14426" name="Google Shape;14426;p8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427" name="Google Shape;14427;p8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4428" name="Google Shape;14428;p81"/>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4429" name="Google Shape;14429;p81"/>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30" name="Google Shape;14430;p81"/>
            <p:cNvGrpSpPr/>
            <p:nvPr/>
          </p:nvGrpSpPr>
          <p:grpSpPr>
            <a:xfrm>
              <a:off x="803163" y="1111974"/>
              <a:ext cx="591158" cy="121545"/>
              <a:chOff x="803163" y="1111974"/>
              <a:chExt cx="591158" cy="121545"/>
            </a:xfrm>
          </p:grpSpPr>
          <p:grpSp>
            <p:nvGrpSpPr>
              <p:cNvPr id="14431" name="Google Shape;14431;p81"/>
              <p:cNvGrpSpPr/>
              <p:nvPr/>
            </p:nvGrpSpPr>
            <p:grpSpPr>
              <a:xfrm>
                <a:off x="803163" y="1111974"/>
                <a:ext cx="27175" cy="121077"/>
                <a:chOff x="845575" y="2563700"/>
                <a:chExt cx="92400" cy="411825"/>
              </a:xfrm>
            </p:grpSpPr>
            <p:cxnSp>
              <p:nvCxnSpPr>
                <p:cNvPr id="14432" name="Google Shape;14432;p8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433" name="Google Shape;14433;p8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34" name="Google Shape;14434;p81"/>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5" name="Google Shape;14435;p81"/>
            <p:cNvGrpSpPr/>
            <p:nvPr/>
          </p:nvGrpSpPr>
          <p:grpSpPr>
            <a:xfrm>
              <a:off x="1381910" y="1194219"/>
              <a:ext cx="588341" cy="121177"/>
              <a:chOff x="1381910" y="1194219"/>
              <a:chExt cx="588341" cy="121177"/>
            </a:xfrm>
          </p:grpSpPr>
          <p:grpSp>
            <p:nvGrpSpPr>
              <p:cNvPr id="14436" name="Google Shape;14436;p81"/>
              <p:cNvGrpSpPr/>
              <p:nvPr/>
            </p:nvGrpSpPr>
            <p:grpSpPr>
              <a:xfrm rot="10800000">
                <a:off x="1381910" y="1194319"/>
                <a:ext cx="27175" cy="121077"/>
                <a:chOff x="2070100" y="2563700"/>
                <a:chExt cx="92400" cy="411825"/>
              </a:xfrm>
            </p:grpSpPr>
            <p:cxnSp>
              <p:nvCxnSpPr>
                <p:cNvPr id="14437" name="Google Shape;14437;p8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438" name="Google Shape;14438;p8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39" name="Google Shape;14439;p81"/>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0" name="Google Shape;14440;p81"/>
            <p:cNvGrpSpPr/>
            <p:nvPr/>
          </p:nvGrpSpPr>
          <p:grpSpPr>
            <a:xfrm>
              <a:off x="2532079" y="1194219"/>
              <a:ext cx="704927" cy="121177"/>
              <a:chOff x="2532079" y="1194219"/>
              <a:chExt cx="704927" cy="121177"/>
            </a:xfrm>
          </p:grpSpPr>
          <p:grpSp>
            <p:nvGrpSpPr>
              <p:cNvPr id="14441" name="Google Shape;14441;p81"/>
              <p:cNvGrpSpPr/>
              <p:nvPr/>
            </p:nvGrpSpPr>
            <p:grpSpPr>
              <a:xfrm rot="10800000">
                <a:off x="2532079" y="1194319"/>
                <a:ext cx="27175" cy="121077"/>
                <a:chOff x="2070100" y="2563700"/>
                <a:chExt cx="92400" cy="411825"/>
              </a:xfrm>
            </p:grpSpPr>
            <p:cxnSp>
              <p:nvCxnSpPr>
                <p:cNvPr id="14442" name="Google Shape;14442;p8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443" name="Google Shape;14443;p8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44" name="Google Shape;14444;p81"/>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45" name="Google Shape;14445;p81"/>
          <p:cNvGrpSpPr/>
          <p:nvPr/>
        </p:nvGrpSpPr>
        <p:grpSpPr>
          <a:xfrm>
            <a:off x="3499403" y="3665904"/>
            <a:ext cx="1567778" cy="491677"/>
            <a:chOff x="5194708" y="3484366"/>
            <a:chExt cx="3148148" cy="987304"/>
          </a:xfrm>
        </p:grpSpPr>
        <p:grpSp>
          <p:nvGrpSpPr>
            <p:cNvPr id="14446" name="Google Shape;14446;p81"/>
            <p:cNvGrpSpPr/>
            <p:nvPr/>
          </p:nvGrpSpPr>
          <p:grpSpPr>
            <a:xfrm>
              <a:off x="7531521" y="3484366"/>
              <a:ext cx="811335" cy="987304"/>
              <a:chOff x="3379425" y="1617275"/>
              <a:chExt cx="1090650" cy="1327200"/>
            </a:xfrm>
          </p:grpSpPr>
          <p:sp>
            <p:nvSpPr>
              <p:cNvPr id="14447" name="Google Shape;14447;p81"/>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81"/>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1"/>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0" name="Google Shape;14450;p81"/>
            <p:cNvGrpSpPr/>
            <p:nvPr/>
          </p:nvGrpSpPr>
          <p:grpSpPr>
            <a:xfrm>
              <a:off x="6752546" y="3484366"/>
              <a:ext cx="811428" cy="987304"/>
              <a:chOff x="2332275" y="1617275"/>
              <a:chExt cx="1090775" cy="1327200"/>
            </a:xfrm>
          </p:grpSpPr>
          <p:sp>
            <p:nvSpPr>
              <p:cNvPr id="14451" name="Google Shape;14451;p81"/>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1"/>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81"/>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4" name="Google Shape;14454;p81"/>
            <p:cNvGrpSpPr/>
            <p:nvPr/>
          </p:nvGrpSpPr>
          <p:grpSpPr>
            <a:xfrm>
              <a:off x="5973664" y="3484366"/>
              <a:ext cx="811335" cy="987304"/>
              <a:chOff x="1285250" y="1617275"/>
              <a:chExt cx="1090650" cy="1327200"/>
            </a:xfrm>
          </p:grpSpPr>
          <p:sp>
            <p:nvSpPr>
              <p:cNvPr id="14455" name="Google Shape;14455;p81"/>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81"/>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81"/>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8" name="Google Shape;14458;p81"/>
            <p:cNvGrpSpPr/>
            <p:nvPr/>
          </p:nvGrpSpPr>
          <p:grpSpPr>
            <a:xfrm>
              <a:off x="5194708" y="3484366"/>
              <a:ext cx="811409" cy="987304"/>
              <a:chOff x="238125" y="1617275"/>
              <a:chExt cx="1090750" cy="1327200"/>
            </a:xfrm>
          </p:grpSpPr>
          <p:sp>
            <p:nvSpPr>
              <p:cNvPr id="14459" name="Google Shape;14459;p81"/>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1"/>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1"/>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62" name="Google Shape;14462;p81"/>
          <p:cNvGrpSpPr/>
          <p:nvPr/>
        </p:nvGrpSpPr>
        <p:grpSpPr>
          <a:xfrm>
            <a:off x="3460012" y="3146315"/>
            <a:ext cx="1616964" cy="346256"/>
            <a:chOff x="1808063" y="4294338"/>
            <a:chExt cx="3370782" cy="721817"/>
          </a:xfrm>
        </p:grpSpPr>
        <p:sp>
          <p:nvSpPr>
            <p:cNvPr id="14463" name="Google Shape;14463;p81"/>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1"/>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1"/>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1"/>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1"/>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81"/>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81"/>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81"/>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1"/>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1"/>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3" name="Google Shape;14473;p81"/>
          <p:cNvGrpSpPr/>
          <p:nvPr/>
        </p:nvGrpSpPr>
        <p:grpSpPr>
          <a:xfrm>
            <a:off x="738224" y="3432344"/>
            <a:ext cx="1295882" cy="646587"/>
            <a:chOff x="834100" y="3642869"/>
            <a:chExt cx="1259483" cy="628426"/>
          </a:xfrm>
        </p:grpSpPr>
        <p:sp>
          <p:nvSpPr>
            <p:cNvPr id="14474" name="Google Shape;14474;p81"/>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1"/>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1"/>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81"/>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81"/>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1"/>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1"/>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1"/>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1"/>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81"/>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81"/>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81"/>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1"/>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1"/>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1"/>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1"/>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1"/>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81"/>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1"/>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1"/>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1"/>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1"/>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1"/>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81"/>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81"/>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99" name="Google Shape;14499;p81"/>
            <p:cNvGrpSpPr/>
            <p:nvPr/>
          </p:nvGrpSpPr>
          <p:grpSpPr>
            <a:xfrm>
              <a:off x="1360364" y="3847835"/>
              <a:ext cx="208119" cy="224359"/>
              <a:chOff x="1360769" y="3847100"/>
              <a:chExt cx="208119" cy="224359"/>
            </a:xfrm>
          </p:grpSpPr>
          <p:sp>
            <p:nvSpPr>
              <p:cNvPr id="14500" name="Google Shape;14500;p81"/>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1"/>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1"/>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1"/>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1"/>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1"/>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1"/>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1"/>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81"/>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1"/>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1"/>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1"/>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81"/>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81"/>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1"/>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1"/>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81"/>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81"/>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81"/>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81"/>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20" name="Google Shape;14520;p81"/>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81"/>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81"/>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1"/>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1"/>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81"/>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81"/>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1"/>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1"/>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1"/>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1"/>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1"/>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1"/>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1"/>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4" name="Google Shape;14534;p81"/>
          <p:cNvGrpSpPr/>
          <p:nvPr/>
        </p:nvGrpSpPr>
        <p:grpSpPr>
          <a:xfrm rot="5400000">
            <a:off x="5951337" y="3228841"/>
            <a:ext cx="164064" cy="1414916"/>
            <a:chOff x="4428249" y="1369375"/>
            <a:chExt cx="36905" cy="429569"/>
          </a:xfrm>
        </p:grpSpPr>
        <p:sp>
          <p:nvSpPr>
            <p:cNvPr id="14535" name="Google Shape;14535;p81"/>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1"/>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81"/>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81"/>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1"/>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1"/>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1"/>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1"/>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1"/>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1"/>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1"/>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1"/>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1"/>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1"/>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1"/>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1"/>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1"/>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1"/>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1"/>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81"/>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1"/>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1"/>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81"/>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81"/>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81"/>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1"/>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1"/>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1"/>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1"/>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1"/>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1"/>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1"/>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7" name="Google Shape;14567;p81"/>
          <p:cNvGrpSpPr/>
          <p:nvPr/>
        </p:nvGrpSpPr>
        <p:grpSpPr>
          <a:xfrm flipH="1" rot="10800000">
            <a:off x="5323766" y="2817385"/>
            <a:ext cx="1419207" cy="24808"/>
            <a:chOff x="219558" y="4738465"/>
            <a:chExt cx="5852400" cy="102300"/>
          </a:xfrm>
        </p:grpSpPr>
        <p:cxnSp>
          <p:nvCxnSpPr>
            <p:cNvPr id="14568" name="Google Shape;14568;p81"/>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4569" name="Google Shape;14569;p81"/>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81"/>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81"/>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1"/>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1"/>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4" name="Google Shape;14574;p81"/>
          <p:cNvGrpSpPr/>
          <p:nvPr/>
        </p:nvGrpSpPr>
        <p:grpSpPr>
          <a:xfrm>
            <a:off x="5335084" y="3190448"/>
            <a:ext cx="1396570" cy="385016"/>
            <a:chOff x="5286284" y="2966544"/>
            <a:chExt cx="1396570" cy="385016"/>
          </a:xfrm>
        </p:grpSpPr>
        <p:cxnSp>
          <p:nvCxnSpPr>
            <p:cNvPr id="14575" name="Google Shape;14575;p81"/>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4576" name="Google Shape;14576;p81"/>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4577" name="Google Shape;14577;p81"/>
            <p:cNvGrpSpPr/>
            <p:nvPr/>
          </p:nvGrpSpPr>
          <p:grpSpPr>
            <a:xfrm>
              <a:off x="5287688" y="3173364"/>
              <a:ext cx="1395166" cy="74100"/>
              <a:chOff x="5287688" y="3173364"/>
              <a:chExt cx="1395166" cy="74100"/>
            </a:xfrm>
          </p:grpSpPr>
          <p:cxnSp>
            <p:nvCxnSpPr>
              <p:cNvPr id="14578" name="Google Shape;14578;p81"/>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4579" name="Google Shape;14579;p81"/>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4580" name="Google Shape;14580;p81"/>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4581" name="Google Shape;14581;p81"/>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4582" name="Google Shape;14582;p81"/>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4583" name="Google Shape;14583;p81"/>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4584" name="Google Shape;14584;p81"/>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4585" name="Google Shape;14585;p81"/>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4586" name="Google Shape;14586;p81"/>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4587" name="Google Shape;14587;p81"/>
          <p:cNvGrpSpPr/>
          <p:nvPr/>
        </p:nvGrpSpPr>
        <p:grpSpPr>
          <a:xfrm>
            <a:off x="2021150" y="1609224"/>
            <a:ext cx="1182276" cy="662027"/>
            <a:chOff x="2029517" y="1732295"/>
            <a:chExt cx="1149068" cy="643432"/>
          </a:xfrm>
        </p:grpSpPr>
        <p:grpSp>
          <p:nvGrpSpPr>
            <p:cNvPr id="14588" name="Google Shape;14588;p81"/>
            <p:cNvGrpSpPr/>
            <p:nvPr/>
          </p:nvGrpSpPr>
          <p:grpSpPr>
            <a:xfrm>
              <a:off x="2708660" y="1746937"/>
              <a:ext cx="455427" cy="244429"/>
              <a:chOff x="2700693" y="1746937"/>
              <a:chExt cx="455427" cy="244429"/>
            </a:xfrm>
          </p:grpSpPr>
          <p:grpSp>
            <p:nvGrpSpPr>
              <p:cNvPr id="14589" name="Google Shape;14589;p81"/>
              <p:cNvGrpSpPr/>
              <p:nvPr/>
            </p:nvGrpSpPr>
            <p:grpSpPr>
              <a:xfrm>
                <a:off x="2905682" y="1782817"/>
                <a:ext cx="250438" cy="208549"/>
                <a:chOff x="2905682" y="1782817"/>
                <a:chExt cx="250438" cy="208549"/>
              </a:xfrm>
            </p:grpSpPr>
            <p:cxnSp>
              <p:nvCxnSpPr>
                <p:cNvPr id="14590" name="Google Shape;14590;p81"/>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4591" name="Google Shape;14591;p81"/>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2" name="Google Shape;14592;p81"/>
              <p:cNvGrpSpPr/>
              <p:nvPr/>
            </p:nvGrpSpPr>
            <p:grpSpPr>
              <a:xfrm>
                <a:off x="2700693" y="1746937"/>
                <a:ext cx="449967" cy="72374"/>
                <a:chOff x="2700693" y="1746937"/>
                <a:chExt cx="449967" cy="72374"/>
              </a:xfrm>
            </p:grpSpPr>
            <p:cxnSp>
              <p:nvCxnSpPr>
                <p:cNvPr id="14593" name="Google Shape;14593;p81"/>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4594" name="Google Shape;14594;p81"/>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95" name="Google Shape;14595;p81"/>
            <p:cNvGrpSpPr/>
            <p:nvPr/>
          </p:nvGrpSpPr>
          <p:grpSpPr>
            <a:xfrm>
              <a:off x="2029517" y="1732295"/>
              <a:ext cx="1149068" cy="643432"/>
              <a:chOff x="2029517" y="1732295"/>
              <a:chExt cx="1149068" cy="643432"/>
            </a:xfrm>
          </p:grpSpPr>
          <p:grpSp>
            <p:nvGrpSpPr>
              <p:cNvPr id="14596" name="Google Shape;14596;p81"/>
              <p:cNvGrpSpPr/>
              <p:nvPr/>
            </p:nvGrpSpPr>
            <p:grpSpPr>
              <a:xfrm>
                <a:off x="2703618" y="2103152"/>
                <a:ext cx="474966" cy="260017"/>
                <a:chOff x="2703618" y="2103152"/>
                <a:chExt cx="474966" cy="260017"/>
              </a:xfrm>
            </p:grpSpPr>
            <p:grpSp>
              <p:nvGrpSpPr>
                <p:cNvPr id="14597" name="Google Shape;14597;p81"/>
                <p:cNvGrpSpPr/>
                <p:nvPr/>
              </p:nvGrpSpPr>
              <p:grpSpPr>
                <a:xfrm>
                  <a:off x="2703618" y="2290640"/>
                  <a:ext cx="450291" cy="72529"/>
                  <a:chOff x="2703618" y="2290640"/>
                  <a:chExt cx="450291" cy="72529"/>
                </a:xfrm>
              </p:grpSpPr>
              <p:cxnSp>
                <p:nvCxnSpPr>
                  <p:cNvPr id="14598" name="Google Shape;14598;p81"/>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4599" name="Google Shape;14599;p81"/>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0" name="Google Shape;14600;p81"/>
                <p:cNvGrpSpPr/>
                <p:nvPr/>
              </p:nvGrpSpPr>
              <p:grpSpPr>
                <a:xfrm>
                  <a:off x="2908607" y="2103152"/>
                  <a:ext cx="269977" cy="223538"/>
                  <a:chOff x="2908607" y="2103152"/>
                  <a:chExt cx="269977" cy="223538"/>
                </a:xfrm>
              </p:grpSpPr>
              <p:cxnSp>
                <p:nvCxnSpPr>
                  <p:cNvPr id="14601" name="Google Shape;14601;p81"/>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4602" name="Google Shape;14602;p81"/>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03" name="Google Shape;14603;p81"/>
              <p:cNvGrpSpPr/>
              <p:nvPr/>
            </p:nvGrpSpPr>
            <p:grpSpPr>
              <a:xfrm>
                <a:off x="2029517" y="1732295"/>
                <a:ext cx="685827" cy="643432"/>
                <a:chOff x="2029517" y="1732295"/>
                <a:chExt cx="685827" cy="643432"/>
              </a:xfrm>
            </p:grpSpPr>
            <p:sp>
              <p:nvSpPr>
                <p:cNvPr id="14604" name="Google Shape;14604;p81"/>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05" name="Google Shape;14605;p81"/>
                <p:cNvGrpSpPr/>
                <p:nvPr/>
              </p:nvGrpSpPr>
              <p:grpSpPr>
                <a:xfrm>
                  <a:off x="2158948" y="1732295"/>
                  <a:ext cx="556396" cy="333108"/>
                  <a:chOff x="2158948" y="1732295"/>
                  <a:chExt cx="556396" cy="333108"/>
                </a:xfrm>
              </p:grpSpPr>
              <p:cxnSp>
                <p:nvCxnSpPr>
                  <p:cNvPr id="14606" name="Google Shape;14606;p81"/>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4607" name="Google Shape;14607;p81"/>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8" name="Google Shape;14608;p81"/>
                <p:cNvGrpSpPr/>
                <p:nvPr/>
              </p:nvGrpSpPr>
              <p:grpSpPr>
                <a:xfrm>
                  <a:off x="2159908" y="2065057"/>
                  <a:ext cx="550884" cy="310670"/>
                  <a:chOff x="2159908" y="2065057"/>
                  <a:chExt cx="550884" cy="310670"/>
                </a:xfrm>
              </p:grpSpPr>
              <p:cxnSp>
                <p:nvCxnSpPr>
                  <p:cNvPr id="14609" name="Google Shape;14609;p81"/>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4610" name="Google Shape;14610;p81"/>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4611" name="Google Shape;14611;p81"/>
          <p:cNvGrpSpPr/>
          <p:nvPr/>
        </p:nvGrpSpPr>
        <p:grpSpPr>
          <a:xfrm>
            <a:off x="706399" y="1556837"/>
            <a:ext cx="962651" cy="810058"/>
            <a:chOff x="844912" y="1681380"/>
            <a:chExt cx="935611" cy="787305"/>
          </a:xfrm>
        </p:grpSpPr>
        <p:grpSp>
          <p:nvGrpSpPr>
            <p:cNvPr id="14612" name="Google Shape;14612;p81"/>
            <p:cNvGrpSpPr/>
            <p:nvPr/>
          </p:nvGrpSpPr>
          <p:grpSpPr>
            <a:xfrm>
              <a:off x="844912" y="1819635"/>
              <a:ext cx="329836" cy="510016"/>
              <a:chOff x="844912" y="1819635"/>
              <a:chExt cx="329836" cy="510016"/>
            </a:xfrm>
          </p:grpSpPr>
          <p:sp>
            <p:nvSpPr>
              <p:cNvPr id="14613" name="Google Shape;14613;p81"/>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1"/>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1"/>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1"/>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1"/>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1"/>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9" name="Google Shape;14619;p81"/>
            <p:cNvGrpSpPr/>
            <p:nvPr/>
          </p:nvGrpSpPr>
          <p:grpSpPr>
            <a:xfrm>
              <a:off x="1284601" y="2158168"/>
              <a:ext cx="495923" cy="310517"/>
              <a:chOff x="1284601" y="2158168"/>
              <a:chExt cx="495923" cy="310517"/>
            </a:xfrm>
          </p:grpSpPr>
          <p:sp>
            <p:nvSpPr>
              <p:cNvPr id="14620" name="Google Shape;14620;p81"/>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21" name="Google Shape;14621;p81"/>
              <p:cNvGrpSpPr/>
              <p:nvPr/>
            </p:nvGrpSpPr>
            <p:grpSpPr>
              <a:xfrm>
                <a:off x="1507666" y="2158168"/>
                <a:ext cx="272858" cy="310517"/>
                <a:chOff x="1507666" y="2158168"/>
                <a:chExt cx="272858" cy="310517"/>
              </a:xfrm>
            </p:grpSpPr>
            <p:grpSp>
              <p:nvGrpSpPr>
                <p:cNvPr id="14622" name="Google Shape;14622;p81"/>
                <p:cNvGrpSpPr/>
                <p:nvPr/>
              </p:nvGrpSpPr>
              <p:grpSpPr>
                <a:xfrm>
                  <a:off x="1507666" y="2176104"/>
                  <a:ext cx="166395" cy="273149"/>
                  <a:chOff x="1507666" y="2176104"/>
                  <a:chExt cx="166395" cy="273149"/>
                </a:xfrm>
              </p:grpSpPr>
              <p:sp>
                <p:nvSpPr>
                  <p:cNvPr id="14623" name="Google Shape;14623;p81"/>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1"/>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1"/>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81"/>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81"/>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81"/>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1"/>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30" name="Google Shape;14630;p81"/>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1"/>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32" name="Google Shape;14632;p81"/>
            <p:cNvGrpSpPr/>
            <p:nvPr/>
          </p:nvGrpSpPr>
          <p:grpSpPr>
            <a:xfrm>
              <a:off x="1284601" y="1681380"/>
              <a:ext cx="495923" cy="310517"/>
              <a:chOff x="1284601" y="1681380"/>
              <a:chExt cx="495923" cy="310517"/>
            </a:xfrm>
          </p:grpSpPr>
          <p:sp>
            <p:nvSpPr>
              <p:cNvPr id="14633" name="Google Shape;14633;p81"/>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34" name="Google Shape;14634;p81"/>
              <p:cNvGrpSpPr/>
              <p:nvPr/>
            </p:nvGrpSpPr>
            <p:grpSpPr>
              <a:xfrm>
                <a:off x="1507666" y="1681380"/>
                <a:ext cx="272858" cy="310517"/>
                <a:chOff x="1507666" y="1681380"/>
                <a:chExt cx="272858" cy="310517"/>
              </a:xfrm>
            </p:grpSpPr>
            <p:grpSp>
              <p:nvGrpSpPr>
                <p:cNvPr id="14635" name="Google Shape;14635;p81"/>
                <p:cNvGrpSpPr/>
                <p:nvPr/>
              </p:nvGrpSpPr>
              <p:grpSpPr>
                <a:xfrm>
                  <a:off x="1507666" y="1700120"/>
                  <a:ext cx="166395" cy="272984"/>
                  <a:chOff x="1507666" y="1700120"/>
                  <a:chExt cx="166395" cy="272984"/>
                </a:xfrm>
              </p:grpSpPr>
              <p:sp>
                <p:nvSpPr>
                  <p:cNvPr id="14636" name="Google Shape;14636;p81"/>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1"/>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81"/>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1"/>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1"/>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81"/>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1"/>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43" name="Google Shape;14643;p81"/>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81"/>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645" name="Google Shape;14645;p81"/>
          <p:cNvGrpSpPr/>
          <p:nvPr/>
        </p:nvGrpSpPr>
        <p:grpSpPr>
          <a:xfrm>
            <a:off x="6815339" y="2324267"/>
            <a:ext cx="1622269" cy="552443"/>
            <a:chOff x="6894650" y="2574740"/>
            <a:chExt cx="1445100" cy="492111"/>
          </a:xfrm>
        </p:grpSpPr>
        <p:sp>
          <p:nvSpPr>
            <p:cNvPr id="14646" name="Google Shape;14646;p81"/>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81"/>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81"/>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81"/>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1"/>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651" name="Google Shape;14651;p81"/>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4652" name="Google Shape;14652;p81"/>
          <p:cNvGrpSpPr/>
          <p:nvPr/>
        </p:nvGrpSpPr>
        <p:grpSpPr>
          <a:xfrm>
            <a:off x="6834882" y="3698522"/>
            <a:ext cx="1583206" cy="475705"/>
            <a:chOff x="6953919" y="3907920"/>
            <a:chExt cx="1377300" cy="475705"/>
          </a:xfrm>
        </p:grpSpPr>
        <p:cxnSp>
          <p:nvCxnSpPr>
            <p:cNvPr id="14653" name="Google Shape;14653;p81"/>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4654" name="Google Shape;14654;p81"/>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4655" name="Google Shape;14655;p81"/>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4656" name="Google Shape;14656;p81"/>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4657" name="Google Shape;14657;p81"/>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4658" name="Google Shape;14658;p81"/>
          <p:cNvGrpSpPr/>
          <p:nvPr/>
        </p:nvGrpSpPr>
        <p:grpSpPr>
          <a:xfrm>
            <a:off x="2338470" y="2459668"/>
            <a:ext cx="836286" cy="824529"/>
            <a:chOff x="2389399" y="2595741"/>
            <a:chExt cx="812796" cy="801369"/>
          </a:xfrm>
        </p:grpSpPr>
        <p:grpSp>
          <p:nvGrpSpPr>
            <p:cNvPr id="14659" name="Google Shape;14659;p81"/>
            <p:cNvGrpSpPr/>
            <p:nvPr/>
          </p:nvGrpSpPr>
          <p:grpSpPr>
            <a:xfrm>
              <a:off x="2492145" y="2881565"/>
              <a:ext cx="607300" cy="229751"/>
              <a:chOff x="2492145" y="2881565"/>
              <a:chExt cx="607300" cy="229751"/>
            </a:xfrm>
          </p:grpSpPr>
          <p:sp>
            <p:nvSpPr>
              <p:cNvPr id="14660" name="Google Shape;14660;p81"/>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1"/>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1"/>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3" name="Google Shape;14663;p81"/>
            <p:cNvGrpSpPr/>
            <p:nvPr/>
          </p:nvGrpSpPr>
          <p:grpSpPr>
            <a:xfrm>
              <a:off x="2389399" y="2595741"/>
              <a:ext cx="812796" cy="296825"/>
              <a:chOff x="2389399" y="2595741"/>
              <a:chExt cx="812796" cy="296825"/>
            </a:xfrm>
          </p:grpSpPr>
          <p:grpSp>
            <p:nvGrpSpPr>
              <p:cNvPr id="14664" name="Google Shape;14664;p81"/>
              <p:cNvGrpSpPr/>
              <p:nvPr/>
            </p:nvGrpSpPr>
            <p:grpSpPr>
              <a:xfrm>
                <a:off x="2389399" y="2595741"/>
                <a:ext cx="363638" cy="296825"/>
                <a:chOff x="2389399" y="2595741"/>
                <a:chExt cx="363638" cy="296825"/>
              </a:xfrm>
            </p:grpSpPr>
            <p:grpSp>
              <p:nvGrpSpPr>
                <p:cNvPr id="14665" name="Google Shape;14665;p81"/>
                <p:cNvGrpSpPr/>
                <p:nvPr/>
              </p:nvGrpSpPr>
              <p:grpSpPr>
                <a:xfrm>
                  <a:off x="2493852" y="2794333"/>
                  <a:ext cx="259185" cy="98232"/>
                  <a:chOff x="2493852" y="2794333"/>
                  <a:chExt cx="259185" cy="98232"/>
                </a:xfrm>
              </p:grpSpPr>
              <p:sp>
                <p:nvSpPr>
                  <p:cNvPr id="14666" name="Google Shape;14666;p81"/>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1"/>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1"/>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9" name="Google Shape;14669;p81"/>
                <p:cNvGrpSpPr/>
                <p:nvPr/>
              </p:nvGrpSpPr>
              <p:grpSpPr>
                <a:xfrm>
                  <a:off x="2389399" y="2595741"/>
                  <a:ext cx="224343" cy="182054"/>
                  <a:chOff x="2389399" y="2595741"/>
                  <a:chExt cx="224343" cy="182054"/>
                </a:xfrm>
              </p:grpSpPr>
              <p:sp>
                <p:nvSpPr>
                  <p:cNvPr id="14670" name="Google Shape;14670;p81"/>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1"/>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72" name="Google Shape;14672;p81"/>
              <p:cNvGrpSpPr/>
              <p:nvPr/>
            </p:nvGrpSpPr>
            <p:grpSpPr>
              <a:xfrm>
                <a:off x="2683630" y="2595741"/>
                <a:ext cx="224334" cy="296825"/>
                <a:chOff x="2683630" y="2595741"/>
                <a:chExt cx="224334" cy="296825"/>
              </a:xfrm>
            </p:grpSpPr>
            <p:grpSp>
              <p:nvGrpSpPr>
                <p:cNvPr id="14673" name="Google Shape;14673;p81"/>
                <p:cNvGrpSpPr/>
                <p:nvPr/>
              </p:nvGrpSpPr>
              <p:grpSpPr>
                <a:xfrm>
                  <a:off x="2788083" y="2794333"/>
                  <a:ext cx="15356" cy="98232"/>
                  <a:chOff x="2788083" y="2794333"/>
                  <a:chExt cx="15356" cy="98232"/>
                </a:xfrm>
              </p:grpSpPr>
              <p:sp>
                <p:nvSpPr>
                  <p:cNvPr id="14674" name="Google Shape;14674;p81"/>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81"/>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81"/>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7" name="Google Shape;14677;p81"/>
                <p:cNvGrpSpPr/>
                <p:nvPr/>
              </p:nvGrpSpPr>
              <p:grpSpPr>
                <a:xfrm>
                  <a:off x="2683630" y="2595741"/>
                  <a:ext cx="224334" cy="182054"/>
                  <a:chOff x="2683630" y="2595741"/>
                  <a:chExt cx="224334" cy="182054"/>
                </a:xfrm>
              </p:grpSpPr>
              <p:sp>
                <p:nvSpPr>
                  <p:cNvPr id="14678" name="Google Shape;14678;p81"/>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1"/>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80" name="Google Shape;14680;p81"/>
              <p:cNvGrpSpPr/>
              <p:nvPr/>
            </p:nvGrpSpPr>
            <p:grpSpPr>
              <a:xfrm>
                <a:off x="2838475" y="2595741"/>
                <a:ext cx="363719" cy="296825"/>
                <a:chOff x="2838475" y="2595741"/>
                <a:chExt cx="363719" cy="296825"/>
              </a:xfrm>
            </p:grpSpPr>
            <p:grpSp>
              <p:nvGrpSpPr>
                <p:cNvPr id="14681" name="Google Shape;14681;p81"/>
                <p:cNvGrpSpPr/>
                <p:nvPr/>
              </p:nvGrpSpPr>
              <p:grpSpPr>
                <a:xfrm>
                  <a:off x="2838475" y="2794333"/>
                  <a:ext cx="259185" cy="98232"/>
                  <a:chOff x="2838475" y="2794333"/>
                  <a:chExt cx="259185" cy="98232"/>
                </a:xfrm>
              </p:grpSpPr>
              <p:sp>
                <p:nvSpPr>
                  <p:cNvPr id="14682" name="Google Shape;14682;p81"/>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1"/>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1"/>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5" name="Google Shape;14685;p81"/>
                <p:cNvGrpSpPr/>
                <p:nvPr/>
              </p:nvGrpSpPr>
              <p:grpSpPr>
                <a:xfrm>
                  <a:off x="2977852" y="2595741"/>
                  <a:ext cx="224343" cy="182054"/>
                  <a:chOff x="2977852" y="2595741"/>
                  <a:chExt cx="224343" cy="182054"/>
                </a:xfrm>
              </p:grpSpPr>
              <p:sp>
                <p:nvSpPr>
                  <p:cNvPr id="14686" name="Google Shape;14686;p81"/>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1"/>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688" name="Google Shape;14688;p81"/>
            <p:cNvGrpSpPr/>
            <p:nvPr/>
          </p:nvGrpSpPr>
          <p:grpSpPr>
            <a:xfrm>
              <a:off x="2389399" y="3100241"/>
              <a:ext cx="812796" cy="296869"/>
              <a:chOff x="2389399" y="3100241"/>
              <a:chExt cx="812796" cy="296869"/>
            </a:xfrm>
          </p:grpSpPr>
          <p:grpSp>
            <p:nvGrpSpPr>
              <p:cNvPr id="14689" name="Google Shape;14689;p81"/>
              <p:cNvGrpSpPr/>
              <p:nvPr/>
            </p:nvGrpSpPr>
            <p:grpSpPr>
              <a:xfrm>
                <a:off x="2683630" y="3100241"/>
                <a:ext cx="224334" cy="296869"/>
                <a:chOff x="2683630" y="3100241"/>
                <a:chExt cx="224334" cy="296869"/>
              </a:xfrm>
            </p:grpSpPr>
            <p:grpSp>
              <p:nvGrpSpPr>
                <p:cNvPr id="14690" name="Google Shape;14690;p81"/>
                <p:cNvGrpSpPr/>
                <p:nvPr/>
              </p:nvGrpSpPr>
              <p:grpSpPr>
                <a:xfrm>
                  <a:off x="2788083" y="3100241"/>
                  <a:ext cx="15356" cy="98237"/>
                  <a:chOff x="2788083" y="3100241"/>
                  <a:chExt cx="15356" cy="98237"/>
                </a:xfrm>
              </p:grpSpPr>
              <p:sp>
                <p:nvSpPr>
                  <p:cNvPr id="14691" name="Google Shape;14691;p81"/>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1"/>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1"/>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4" name="Google Shape;14694;p81"/>
                <p:cNvGrpSpPr/>
                <p:nvPr/>
              </p:nvGrpSpPr>
              <p:grpSpPr>
                <a:xfrm>
                  <a:off x="2683630" y="3215065"/>
                  <a:ext cx="224334" cy="182045"/>
                  <a:chOff x="2683630" y="3215065"/>
                  <a:chExt cx="224334" cy="182045"/>
                </a:xfrm>
              </p:grpSpPr>
              <p:sp>
                <p:nvSpPr>
                  <p:cNvPr id="14695" name="Google Shape;14695;p81"/>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1"/>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97" name="Google Shape;14697;p81"/>
              <p:cNvGrpSpPr/>
              <p:nvPr/>
            </p:nvGrpSpPr>
            <p:grpSpPr>
              <a:xfrm>
                <a:off x="2389399" y="3100241"/>
                <a:ext cx="363638" cy="296869"/>
                <a:chOff x="2389399" y="3100241"/>
                <a:chExt cx="363638" cy="296869"/>
              </a:xfrm>
            </p:grpSpPr>
            <p:grpSp>
              <p:nvGrpSpPr>
                <p:cNvPr id="14698" name="Google Shape;14698;p81"/>
                <p:cNvGrpSpPr/>
                <p:nvPr/>
              </p:nvGrpSpPr>
              <p:grpSpPr>
                <a:xfrm>
                  <a:off x="2493852" y="3100241"/>
                  <a:ext cx="259185" cy="98237"/>
                  <a:chOff x="2493852" y="3100241"/>
                  <a:chExt cx="259185" cy="98237"/>
                </a:xfrm>
              </p:grpSpPr>
              <p:sp>
                <p:nvSpPr>
                  <p:cNvPr id="14699" name="Google Shape;14699;p81"/>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1"/>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1"/>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2" name="Google Shape;14702;p81"/>
                <p:cNvGrpSpPr/>
                <p:nvPr/>
              </p:nvGrpSpPr>
              <p:grpSpPr>
                <a:xfrm>
                  <a:off x="2389399" y="3215065"/>
                  <a:ext cx="224343" cy="182045"/>
                  <a:chOff x="2389399" y="3215065"/>
                  <a:chExt cx="224343" cy="182045"/>
                </a:xfrm>
              </p:grpSpPr>
              <p:sp>
                <p:nvSpPr>
                  <p:cNvPr id="14703" name="Google Shape;14703;p81"/>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81"/>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05" name="Google Shape;14705;p81"/>
              <p:cNvGrpSpPr/>
              <p:nvPr/>
            </p:nvGrpSpPr>
            <p:grpSpPr>
              <a:xfrm>
                <a:off x="2838475" y="3100241"/>
                <a:ext cx="363719" cy="296869"/>
                <a:chOff x="2838475" y="3100241"/>
                <a:chExt cx="363719" cy="296869"/>
              </a:xfrm>
            </p:grpSpPr>
            <p:grpSp>
              <p:nvGrpSpPr>
                <p:cNvPr id="14706" name="Google Shape;14706;p81"/>
                <p:cNvGrpSpPr/>
                <p:nvPr/>
              </p:nvGrpSpPr>
              <p:grpSpPr>
                <a:xfrm>
                  <a:off x="2838475" y="3100241"/>
                  <a:ext cx="259185" cy="98237"/>
                  <a:chOff x="2838475" y="3100241"/>
                  <a:chExt cx="259185" cy="98237"/>
                </a:xfrm>
              </p:grpSpPr>
              <p:sp>
                <p:nvSpPr>
                  <p:cNvPr id="14707" name="Google Shape;14707;p81"/>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1"/>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1"/>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0" name="Google Shape;14710;p81"/>
                <p:cNvGrpSpPr/>
                <p:nvPr/>
              </p:nvGrpSpPr>
              <p:grpSpPr>
                <a:xfrm>
                  <a:off x="2977852" y="3215065"/>
                  <a:ext cx="224343" cy="182045"/>
                  <a:chOff x="2977852" y="3215065"/>
                  <a:chExt cx="224343" cy="182045"/>
                </a:xfrm>
              </p:grpSpPr>
              <p:sp>
                <p:nvSpPr>
                  <p:cNvPr id="14711" name="Google Shape;14711;p81"/>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1"/>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16" name="Shape 14716"/>
        <p:cNvGrpSpPr/>
        <p:nvPr/>
      </p:nvGrpSpPr>
      <p:grpSpPr>
        <a:xfrm>
          <a:off x="0" y="0"/>
          <a:ext cx="0" cy="0"/>
          <a:chOff x="0" y="0"/>
          <a:chExt cx="0" cy="0"/>
        </a:xfrm>
      </p:grpSpPr>
      <p:grpSp>
        <p:nvGrpSpPr>
          <p:cNvPr id="14717" name="Google Shape;14717;p82"/>
          <p:cNvGrpSpPr/>
          <p:nvPr/>
        </p:nvGrpSpPr>
        <p:grpSpPr>
          <a:xfrm>
            <a:off x="702088" y="3155922"/>
            <a:ext cx="2390414" cy="1024800"/>
            <a:chOff x="728925" y="3296613"/>
            <a:chExt cx="2390414" cy="1024800"/>
          </a:xfrm>
        </p:grpSpPr>
        <p:grpSp>
          <p:nvGrpSpPr>
            <p:cNvPr id="14718" name="Google Shape;14718;p82"/>
            <p:cNvGrpSpPr/>
            <p:nvPr/>
          </p:nvGrpSpPr>
          <p:grpSpPr>
            <a:xfrm>
              <a:off x="728925" y="3619800"/>
              <a:ext cx="2390414" cy="500893"/>
              <a:chOff x="728925" y="3619800"/>
              <a:chExt cx="2390414" cy="500893"/>
            </a:xfrm>
          </p:grpSpPr>
          <p:sp>
            <p:nvSpPr>
              <p:cNvPr id="14719" name="Google Shape;14719;p82"/>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720" name="Google Shape;14720;p82"/>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4721" name="Google Shape;14721;p82"/>
            <p:cNvGrpSpPr/>
            <p:nvPr/>
          </p:nvGrpSpPr>
          <p:grpSpPr>
            <a:xfrm>
              <a:off x="1348050" y="3296613"/>
              <a:ext cx="1706152" cy="1024800"/>
              <a:chOff x="1348050" y="3296613"/>
              <a:chExt cx="1706152" cy="1024800"/>
            </a:xfrm>
          </p:grpSpPr>
          <p:sp>
            <p:nvSpPr>
              <p:cNvPr id="14722" name="Google Shape;14722;p82"/>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723" name="Google Shape;14723;p82"/>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724" name="Google Shape;14724;p82"/>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725" name="Google Shape;14725;p82"/>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726" name="Google Shape;14726;p82"/>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4727" name="Google Shape;14727;p82"/>
            <p:cNvGrpSpPr/>
            <p:nvPr/>
          </p:nvGrpSpPr>
          <p:grpSpPr>
            <a:xfrm>
              <a:off x="1455707" y="3654858"/>
              <a:ext cx="1491150" cy="417657"/>
              <a:chOff x="1455707" y="3654858"/>
              <a:chExt cx="1491150" cy="417657"/>
            </a:xfrm>
          </p:grpSpPr>
          <p:sp>
            <p:nvSpPr>
              <p:cNvPr id="14728" name="Google Shape;14728;p82"/>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2"/>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2"/>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2"/>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2"/>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2"/>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2"/>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2"/>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2"/>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2"/>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2"/>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2"/>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2"/>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82"/>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2"/>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2"/>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2"/>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2"/>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2"/>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2"/>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4748" name="Google Shape;14748;p82"/>
          <p:cNvGraphicFramePr/>
          <p:nvPr/>
        </p:nvGraphicFramePr>
        <p:xfrm>
          <a:off x="5937787" y="2153834"/>
          <a:ext cx="3000000" cy="3000000"/>
        </p:xfrm>
        <a:graphic>
          <a:graphicData uri="http://schemas.openxmlformats.org/drawingml/2006/table">
            <a:tbl>
              <a:tblPr>
                <a:noFill/>
                <a:tableStyleId>{D256BABA-5CBD-4A7D-8068-DB077DC05E54}</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10"/>
                      </a:srgbClr>
                    </a:solidFill>
                  </a:tcPr>
                </a:tc>
              </a:tr>
            </a:tbl>
          </a:graphicData>
        </a:graphic>
      </p:graphicFrame>
      <p:grpSp>
        <p:nvGrpSpPr>
          <p:cNvPr id="14749" name="Google Shape;14749;p82"/>
          <p:cNvGrpSpPr/>
          <p:nvPr/>
        </p:nvGrpSpPr>
        <p:grpSpPr>
          <a:xfrm>
            <a:off x="710464" y="981599"/>
            <a:ext cx="2396505" cy="976502"/>
            <a:chOff x="749309" y="1112739"/>
            <a:chExt cx="2371603" cy="976502"/>
          </a:xfrm>
        </p:grpSpPr>
        <p:grpSp>
          <p:nvGrpSpPr>
            <p:cNvPr id="14750" name="Google Shape;14750;p82"/>
            <p:cNvGrpSpPr/>
            <p:nvPr/>
          </p:nvGrpSpPr>
          <p:grpSpPr>
            <a:xfrm>
              <a:off x="1092126" y="1112739"/>
              <a:ext cx="2028786" cy="975464"/>
              <a:chOff x="1092126" y="1112739"/>
              <a:chExt cx="2028786" cy="975464"/>
            </a:xfrm>
          </p:grpSpPr>
          <p:sp>
            <p:nvSpPr>
              <p:cNvPr id="14751" name="Google Shape;14751;p82"/>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2"/>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2"/>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2"/>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2"/>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2"/>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2"/>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2"/>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2"/>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2"/>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2"/>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2"/>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82"/>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82"/>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2"/>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82"/>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82"/>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2"/>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2"/>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2"/>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2"/>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2"/>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82"/>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82"/>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5" name="Google Shape;14775;p82"/>
            <p:cNvGrpSpPr/>
            <p:nvPr/>
          </p:nvGrpSpPr>
          <p:grpSpPr>
            <a:xfrm>
              <a:off x="749309" y="1112739"/>
              <a:ext cx="314700" cy="975464"/>
              <a:chOff x="749309" y="1112739"/>
              <a:chExt cx="314700" cy="975464"/>
            </a:xfrm>
          </p:grpSpPr>
          <p:sp>
            <p:nvSpPr>
              <p:cNvPr id="14776" name="Google Shape;14776;p82"/>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2"/>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2"/>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2"/>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80" name="Google Shape;14780;p82"/>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2"/>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2"/>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2"/>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4784" name="Google Shape;14784;p82"/>
          <p:cNvGraphicFramePr/>
          <p:nvPr/>
        </p:nvGraphicFramePr>
        <p:xfrm>
          <a:off x="5937812" y="981584"/>
          <a:ext cx="3000000" cy="3000000"/>
        </p:xfrm>
        <a:graphic>
          <a:graphicData uri="http://schemas.openxmlformats.org/drawingml/2006/table">
            <a:tbl>
              <a:tblPr>
                <a:noFill/>
                <a:tableStyleId>{D256BABA-5CBD-4A7D-8068-DB077DC05E54}</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4785" name="Google Shape;14785;p82"/>
          <p:cNvGraphicFramePr/>
          <p:nvPr/>
        </p:nvGraphicFramePr>
        <p:xfrm>
          <a:off x="3358675" y="2153834"/>
          <a:ext cx="3000000" cy="3000000"/>
        </p:xfrm>
        <a:graphic>
          <a:graphicData uri="http://schemas.openxmlformats.org/drawingml/2006/table">
            <a:tbl>
              <a:tblPr>
                <a:noFill/>
                <a:tableStyleId>{D256BABA-5CBD-4A7D-8068-DB077DC05E54}</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4786" name="Google Shape;14786;p82"/>
          <p:cNvGrpSpPr/>
          <p:nvPr/>
        </p:nvGrpSpPr>
        <p:grpSpPr>
          <a:xfrm>
            <a:off x="3360661" y="3144795"/>
            <a:ext cx="2363377" cy="1047062"/>
            <a:chOff x="3358399" y="3285485"/>
            <a:chExt cx="2363377" cy="1047062"/>
          </a:xfrm>
        </p:grpSpPr>
        <p:grpSp>
          <p:nvGrpSpPr>
            <p:cNvPr id="14787" name="Google Shape;14787;p82"/>
            <p:cNvGrpSpPr/>
            <p:nvPr/>
          </p:nvGrpSpPr>
          <p:grpSpPr>
            <a:xfrm>
              <a:off x="3358412" y="3285485"/>
              <a:ext cx="2363244" cy="139500"/>
              <a:chOff x="3358412" y="3285485"/>
              <a:chExt cx="2363244" cy="139500"/>
            </a:xfrm>
          </p:grpSpPr>
          <p:sp>
            <p:nvSpPr>
              <p:cNvPr id="14788" name="Google Shape;14788;p82"/>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2"/>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82"/>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2"/>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2"/>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3" name="Google Shape;14793;p82"/>
            <p:cNvGrpSpPr/>
            <p:nvPr/>
          </p:nvGrpSpPr>
          <p:grpSpPr>
            <a:xfrm>
              <a:off x="3358412" y="3466996"/>
              <a:ext cx="2363244" cy="139500"/>
              <a:chOff x="3358412" y="3466996"/>
              <a:chExt cx="2363244" cy="139500"/>
            </a:xfrm>
          </p:grpSpPr>
          <p:sp>
            <p:nvSpPr>
              <p:cNvPr id="14794" name="Google Shape;14794;p82"/>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82"/>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2"/>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2"/>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2"/>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9" name="Google Shape;14799;p82"/>
            <p:cNvGrpSpPr/>
            <p:nvPr/>
          </p:nvGrpSpPr>
          <p:grpSpPr>
            <a:xfrm>
              <a:off x="3358412" y="3648507"/>
              <a:ext cx="2363244" cy="139500"/>
              <a:chOff x="3358412" y="3648507"/>
              <a:chExt cx="2363244" cy="139500"/>
            </a:xfrm>
          </p:grpSpPr>
          <p:sp>
            <p:nvSpPr>
              <p:cNvPr id="14800" name="Google Shape;14800;p82"/>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2"/>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2"/>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2"/>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2"/>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5" name="Google Shape;14805;p82"/>
            <p:cNvGrpSpPr/>
            <p:nvPr/>
          </p:nvGrpSpPr>
          <p:grpSpPr>
            <a:xfrm>
              <a:off x="3358412" y="3830018"/>
              <a:ext cx="2363244" cy="139500"/>
              <a:chOff x="3358412" y="3830018"/>
              <a:chExt cx="2363244" cy="139500"/>
            </a:xfrm>
          </p:grpSpPr>
          <p:sp>
            <p:nvSpPr>
              <p:cNvPr id="14806" name="Google Shape;14806;p82"/>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2"/>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2"/>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82"/>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82"/>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1" name="Google Shape;14811;p82"/>
            <p:cNvGrpSpPr/>
            <p:nvPr/>
          </p:nvGrpSpPr>
          <p:grpSpPr>
            <a:xfrm>
              <a:off x="3358399" y="4011514"/>
              <a:ext cx="2363377" cy="139537"/>
              <a:chOff x="3294800" y="4134603"/>
              <a:chExt cx="2638876" cy="152400"/>
            </a:xfrm>
          </p:grpSpPr>
          <p:sp>
            <p:nvSpPr>
              <p:cNvPr id="14812" name="Google Shape;14812;p82"/>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82"/>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82"/>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82"/>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2"/>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7" name="Google Shape;14817;p82"/>
            <p:cNvGrpSpPr/>
            <p:nvPr/>
          </p:nvGrpSpPr>
          <p:grpSpPr>
            <a:xfrm>
              <a:off x="3358399" y="4193010"/>
              <a:ext cx="2363377" cy="139537"/>
              <a:chOff x="3294800" y="4134603"/>
              <a:chExt cx="2638876" cy="152400"/>
            </a:xfrm>
          </p:grpSpPr>
          <p:sp>
            <p:nvSpPr>
              <p:cNvPr id="14818" name="Google Shape;14818;p82"/>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82"/>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82"/>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82"/>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2"/>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4823" name="Google Shape;14823;p82"/>
          <p:cNvGraphicFramePr/>
          <p:nvPr/>
        </p:nvGraphicFramePr>
        <p:xfrm>
          <a:off x="711463" y="2153834"/>
          <a:ext cx="3000000" cy="3000000"/>
        </p:xfrm>
        <a:graphic>
          <a:graphicData uri="http://schemas.openxmlformats.org/drawingml/2006/table">
            <a:tbl>
              <a:tblPr>
                <a:noFill/>
                <a:tableStyleId>{D256BABA-5CBD-4A7D-8068-DB077DC05E54}</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4824" name="Google Shape;14824;p82"/>
          <p:cNvGrpSpPr/>
          <p:nvPr/>
        </p:nvGrpSpPr>
        <p:grpSpPr>
          <a:xfrm>
            <a:off x="4161132" y="2557649"/>
            <a:ext cx="1302095" cy="60959"/>
            <a:chOff x="3558802" y="4011427"/>
            <a:chExt cx="1866000" cy="111300"/>
          </a:xfrm>
        </p:grpSpPr>
        <p:sp>
          <p:nvSpPr>
            <p:cNvPr id="14825" name="Google Shape;14825;p8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2"/>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7" name="Google Shape;14827;p82"/>
          <p:cNvGrpSpPr/>
          <p:nvPr/>
        </p:nvGrpSpPr>
        <p:grpSpPr>
          <a:xfrm>
            <a:off x="4706620" y="2839808"/>
            <a:ext cx="914340" cy="60959"/>
            <a:chOff x="3558802" y="4011427"/>
            <a:chExt cx="1866000" cy="111300"/>
          </a:xfrm>
        </p:grpSpPr>
        <p:sp>
          <p:nvSpPr>
            <p:cNvPr id="14828" name="Google Shape;14828;p8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82"/>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0" name="Google Shape;14830;p82"/>
          <p:cNvGrpSpPr/>
          <p:nvPr/>
        </p:nvGrpSpPr>
        <p:grpSpPr>
          <a:xfrm>
            <a:off x="5871419" y="3167606"/>
            <a:ext cx="2522867" cy="1001454"/>
            <a:chOff x="1904318" y="789980"/>
            <a:chExt cx="1489472" cy="606868"/>
          </a:xfrm>
        </p:grpSpPr>
        <p:cxnSp>
          <p:nvCxnSpPr>
            <p:cNvPr id="14831" name="Google Shape;14831;p82"/>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4832" name="Google Shape;14832;p82"/>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4833" name="Google Shape;14833;p82"/>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4834" name="Google Shape;14834;p82"/>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14835" name="Google Shape;14835;p82"/>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14836" name="Google Shape;14836;p82"/>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14837" name="Google Shape;14837;p82"/>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14838" name="Google Shape;14838;p82"/>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82"/>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2"/>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82"/>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82"/>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2"/>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2"/>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14845" name="Google Shape;14845;p82"/>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14846" name="Google Shape;14846;p82"/>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14847" name="Google Shape;14847;p82"/>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8" name="Google Shape;14848;p82"/>
          <p:cNvGrpSpPr/>
          <p:nvPr/>
        </p:nvGrpSpPr>
        <p:grpSpPr>
          <a:xfrm>
            <a:off x="3355824" y="951642"/>
            <a:ext cx="2363393" cy="1005865"/>
            <a:chOff x="3292400" y="1193188"/>
            <a:chExt cx="2615240" cy="1131075"/>
          </a:xfrm>
        </p:grpSpPr>
        <p:sp>
          <p:nvSpPr>
            <p:cNvPr id="14849" name="Google Shape;14849;p82"/>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850" name="Google Shape;14850;p82"/>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851" name="Google Shape;14851;p82"/>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14852" name="Google Shape;14852;p82"/>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14853" name="Google Shape;14853;p82"/>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14854" name="Google Shape;14854;p82"/>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14855" name="Google Shape;14855;p82"/>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14856" name="Google Shape;14856;p82"/>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14857" name="Google Shape;14857;p82"/>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14858" name="Google Shape;14858;p82"/>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14859" name="Google Shape;14859;p82"/>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4860" name="Google Shape;14860;p82"/>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14861" name="Google Shape;14861;p82"/>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4862" name="Google Shape;14862;p82"/>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14863" name="Google Shape;14863;p82"/>
            <p:cNvGrpSpPr/>
            <p:nvPr/>
          </p:nvGrpSpPr>
          <p:grpSpPr>
            <a:xfrm>
              <a:off x="3748438" y="1378608"/>
              <a:ext cx="2159202" cy="903971"/>
              <a:chOff x="1683525" y="2179850"/>
              <a:chExt cx="4519050" cy="2134525"/>
            </a:xfrm>
          </p:grpSpPr>
          <p:sp>
            <p:nvSpPr>
              <p:cNvPr id="14864" name="Google Shape;14864;p82"/>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865" name="Google Shape;14865;p82"/>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866" name="Google Shape;14866;p82"/>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867" name="Google Shape;14867;p82"/>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868" name="Google Shape;14868;p82"/>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869" name="Google Shape;14869;p82"/>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870" name="Google Shape;14870;p82"/>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871" name="Google Shape;14871;p82"/>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872" name="Google Shape;14872;p82"/>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873" name="Google Shape;14873;p82"/>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874" name="Google Shape;14874;p82"/>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875" name="Google Shape;14875;p82"/>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79" name="Shape 14879"/>
        <p:cNvGrpSpPr/>
        <p:nvPr/>
      </p:nvGrpSpPr>
      <p:grpSpPr>
        <a:xfrm>
          <a:off x="0" y="0"/>
          <a:ext cx="0" cy="0"/>
          <a:chOff x="0" y="0"/>
          <a:chExt cx="0" cy="0"/>
        </a:xfrm>
      </p:grpSpPr>
      <p:grpSp>
        <p:nvGrpSpPr>
          <p:cNvPr id="14880" name="Google Shape;14880;p83"/>
          <p:cNvGrpSpPr/>
          <p:nvPr/>
        </p:nvGrpSpPr>
        <p:grpSpPr>
          <a:xfrm>
            <a:off x="4796690" y="970936"/>
            <a:ext cx="745431" cy="718863"/>
            <a:chOff x="4249973" y="1201875"/>
            <a:chExt cx="1958568" cy="1888762"/>
          </a:xfrm>
        </p:grpSpPr>
        <p:sp>
          <p:nvSpPr>
            <p:cNvPr id="14881" name="Google Shape;14881;p83"/>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82" name="Google Shape;14882;p83"/>
            <p:cNvGrpSpPr/>
            <p:nvPr/>
          </p:nvGrpSpPr>
          <p:grpSpPr>
            <a:xfrm>
              <a:off x="5853086" y="1789142"/>
              <a:ext cx="355454" cy="1048099"/>
              <a:chOff x="5576108" y="2016725"/>
              <a:chExt cx="565200" cy="1666560"/>
            </a:xfrm>
          </p:grpSpPr>
          <p:sp>
            <p:nvSpPr>
              <p:cNvPr id="14883" name="Google Shape;14883;p83"/>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884" name="Google Shape;14884;p83"/>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5" name="Google Shape;14885;p83"/>
            <p:cNvGrpSpPr/>
            <p:nvPr/>
          </p:nvGrpSpPr>
          <p:grpSpPr>
            <a:xfrm>
              <a:off x="4869455" y="2691676"/>
              <a:ext cx="1013897" cy="398961"/>
              <a:chOff x="4012057" y="3451825"/>
              <a:chExt cx="1612175" cy="634379"/>
            </a:xfrm>
          </p:grpSpPr>
          <p:sp>
            <p:nvSpPr>
              <p:cNvPr id="14886" name="Google Shape;14886;p83"/>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887" name="Google Shape;14887;p83"/>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8" name="Google Shape;14888;p83"/>
            <p:cNvGrpSpPr/>
            <p:nvPr/>
          </p:nvGrpSpPr>
          <p:grpSpPr>
            <a:xfrm>
              <a:off x="4276937" y="2155961"/>
              <a:ext cx="651965" cy="891358"/>
              <a:chOff x="3069908" y="2599997"/>
              <a:chExt cx="1036675" cy="1417328"/>
            </a:xfrm>
          </p:grpSpPr>
          <p:sp>
            <p:nvSpPr>
              <p:cNvPr id="14889" name="Google Shape;14889;p83"/>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890" name="Google Shape;14890;p83"/>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1" name="Google Shape;14891;p83"/>
            <p:cNvGrpSpPr/>
            <p:nvPr/>
          </p:nvGrpSpPr>
          <p:grpSpPr>
            <a:xfrm>
              <a:off x="5054918" y="1201875"/>
              <a:ext cx="999548" cy="602711"/>
              <a:chOff x="4306958" y="1082925"/>
              <a:chExt cx="1589359" cy="958358"/>
            </a:xfrm>
          </p:grpSpPr>
          <p:sp>
            <p:nvSpPr>
              <p:cNvPr id="14892" name="Google Shape;14892;p83"/>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893" name="Google Shape;14893;p83"/>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4" name="Google Shape;14894;p83"/>
            <p:cNvGrpSpPr/>
            <p:nvPr/>
          </p:nvGrpSpPr>
          <p:grpSpPr>
            <a:xfrm>
              <a:off x="4249973" y="1303451"/>
              <a:ext cx="799317" cy="841334"/>
              <a:chOff x="3027033" y="1244439"/>
              <a:chExt cx="1270977" cy="1337786"/>
            </a:xfrm>
          </p:grpSpPr>
          <p:sp>
            <p:nvSpPr>
              <p:cNvPr id="14895" name="Google Shape;14895;p83"/>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896" name="Google Shape;14896;p83"/>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97" name="Google Shape;14897;p83"/>
          <p:cNvGrpSpPr/>
          <p:nvPr/>
        </p:nvGrpSpPr>
        <p:grpSpPr>
          <a:xfrm>
            <a:off x="713063" y="1849386"/>
            <a:ext cx="761767" cy="729896"/>
            <a:chOff x="2657744" y="2337745"/>
            <a:chExt cx="832987" cy="798137"/>
          </a:xfrm>
        </p:grpSpPr>
        <p:sp>
          <p:nvSpPr>
            <p:cNvPr id="14898" name="Google Shape;14898;p83"/>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83"/>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3"/>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83"/>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83"/>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3"/>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4" name="Google Shape;14904;p83"/>
          <p:cNvGrpSpPr/>
          <p:nvPr/>
        </p:nvGrpSpPr>
        <p:grpSpPr>
          <a:xfrm>
            <a:off x="3224027" y="1852592"/>
            <a:ext cx="685569" cy="723586"/>
            <a:chOff x="3398134" y="2057755"/>
            <a:chExt cx="704087" cy="743130"/>
          </a:xfrm>
        </p:grpSpPr>
        <p:grpSp>
          <p:nvGrpSpPr>
            <p:cNvPr id="14905" name="Google Shape;14905;p83"/>
            <p:cNvGrpSpPr/>
            <p:nvPr/>
          </p:nvGrpSpPr>
          <p:grpSpPr>
            <a:xfrm>
              <a:off x="3398134" y="2290183"/>
              <a:ext cx="315300" cy="219900"/>
              <a:chOff x="3398134" y="2290183"/>
              <a:chExt cx="315300" cy="219900"/>
            </a:xfrm>
          </p:grpSpPr>
          <p:sp>
            <p:nvSpPr>
              <p:cNvPr id="14906" name="Google Shape;14906;p83"/>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907" name="Google Shape;14907;p83"/>
              <p:cNvCxnSpPr>
                <a:stCxn id="14906"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4908" name="Google Shape;14908;p83"/>
            <p:cNvGrpSpPr/>
            <p:nvPr/>
          </p:nvGrpSpPr>
          <p:grpSpPr>
            <a:xfrm>
              <a:off x="3547823" y="2467358"/>
              <a:ext cx="219900" cy="333527"/>
              <a:chOff x="3547823" y="2467358"/>
              <a:chExt cx="219900" cy="333527"/>
            </a:xfrm>
          </p:grpSpPr>
          <p:sp>
            <p:nvSpPr>
              <p:cNvPr id="14909" name="Google Shape;14909;p83"/>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910" name="Google Shape;14910;p83"/>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4911" name="Google Shape;14911;p83"/>
            <p:cNvGrpSpPr/>
            <p:nvPr/>
          </p:nvGrpSpPr>
          <p:grpSpPr>
            <a:xfrm>
              <a:off x="3734138" y="2467358"/>
              <a:ext cx="219900" cy="333527"/>
              <a:chOff x="3734138" y="2467358"/>
              <a:chExt cx="219900" cy="333527"/>
            </a:xfrm>
          </p:grpSpPr>
          <p:sp>
            <p:nvSpPr>
              <p:cNvPr id="14912" name="Google Shape;14912;p83"/>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913" name="Google Shape;14913;p83"/>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4914" name="Google Shape;14914;p83"/>
            <p:cNvGrpSpPr/>
            <p:nvPr/>
          </p:nvGrpSpPr>
          <p:grpSpPr>
            <a:xfrm>
              <a:off x="3787560" y="2288011"/>
              <a:ext cx="314661" cy="219900"/>
              <a:chOff x="3787560" y="2288011"/>
              <a:chExt cx="314661" cy="219900"/>
            </a:xfrm>
          </p:grpSpPr>
          <p:sp>
            <p:nvSpPr>
              <p:cNvPr id="14915" name="Google Shape;14915;p83"/>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916" name="Google Shape;14916;p83"/>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4917" name="Google Shape;14917;p83"/>
            <p:cNvGrpSpPr/>
            <p:nvPr/>
          </p:nvGrpSpPr>
          <p:grpSpPr>
            <a:xfrm>
              <a:off x="3637290" y="2057755"/>
              <a:ext cx="219900" cy="335499"/>
              <a:chOff x="3637290" y="2057755"/>
              <a:chExt cx="219900" cy="335499"/>
            </a:xfrm>
          </p:grpSpPr>
          <p:sp>
            <p:nvSpPr>
              <p:cNvPr id="14918" name="Google Shape;14918;p83"/>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4919" name="Google Shape;14919;p83"/>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4920" name="Google Shape;14920;p83"/>
          <p:cNvGrpSpPr/>
          <p:nvPr/>
        </p:nvGrpSpPr>
        <p:grpSpPr>
          <a:xfrm>
            <a:off x="4899249" y="1859288"/>
            <a:ext cx="710153" cy="710153"/>
            <a:chOff x="5007123" y="2079403"/>
            <a:chExt cx="687600" cy="687600"/>
          </a:xfrm>
        </p:grpSpPr>
        <p:sp>
          <p:nvSpPr>
            <p:cNvPr id="14921" name="Google Shape;14921;p83"/>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3"/>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3"/>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3"/>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5" name="Google Shape;14925;p83"/>
          <p:cNvGrpSpPr/>
          <p:nvPr/>
        </p:nvGrpSpPr>
        <p:grpSpPr>
          <a:xfrm>
            <a:off x="5708687" y="1853794"/>
            <a:ext cx="720998" cy="721183"/>
            <a:chOff x="5797446" y="2063053"/>
            <a:chExt cx="698100" cy="698280"/>
          </a:xfrm>
        </p:grpSpPr>
        <p:sp>
          <p:nvSpPr>
            <p:cNvPr id="14926" name="Google Shape;14926;p83"/>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3"/>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83"/>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83"/>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0" name="Google Shape;14930;p83"/>
          <p:cNvGrpSpPr/>
          <p:nvPr/>
        </p:nvGrpSpPr>
        <p:grpSpPr>
          <a:xfrm>
            <a:off x="8153834" y="3499399"/>
            <a:ext cx="280585" cy="673164"/>
            <a:chOff x="8075075" y="3754290"/>
            <a:chExt cx="255612" cy="613194"/>
          </a:xfrm>
        </p:grpSpPr>
        <p:grpSp>
          <p:nvGrpSpPr>
            <p:cNvPr id="14931" name="Google Shape;14931;p83"/>
            <p:cNvGrpSpPr/>
            <p:nvPr/>
          </p:nvGrpSpPr>
          <p:grpSpPr>
            <a:xfrm>
              <a:off x="8075075" y="3754290"/>
              <a:ext cx="255612" cy="613194"/>
              <a:chOff x="8075075" y="3754290"/>
              <a:chExt cx="255612" cy="613194"/>
            </a:xfrm>
          </p:grpSpPr>
          <p:sp>
            <p:nvSpPr>
              <p:cNvPr id="14932" name="Google Shape;14932;p83"/>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83"/>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34" name="Google Shape;14934;p83"/>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5" name="Google Shape;14935;p83"/>
          <p:cNvGrpSpPr/>
          <p:nvPr/>
        </p:nvGrpSpPr>
        <p:grpSpPr>
          <a:xfrm>
            <a:off x="5270892" y="3488196"/>
            <a:ext cx="470352" cy="683745"/>
            <a:chOff x="1697726" y="3244179"/>
            <a:chExt cx="788124" cy="1146069"/>
          </a:xfrm>
        </p:grpSpPr>
        <p:sp>
          <p:nvSpPr>
            <p:cNvPr id="14936" name="Google Shape;14936;p83"/>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3"/>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38" name="Google Shape;14938;p83"/>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39" name="Google Shape;14939;p83"/>
          <p:cNvGrpSpPr/>
          <p:nvPr/>
        </p:nvGrpSpPr>
        <p:grpSpPr>
          <a:xfrm>
            <a:off x="5892043" y="3499398"/>
            <a:ext cx="293891" cy="293845"/>
            <a:chOff x="6134814" y="3754290"/>
            <a:chExt cx="293891" cy="293845"/>
          </a:xfrm>
        </p:grpSpPr>
        <p:sp>
          <p:nvSpPr>
            <p:cNvPr id="14940" name="Google Shape;14940;p83"/>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83"/>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2" name="Google Shape;14942;p83"/>
          <p:cNvGrpSpPr/>
          <p:nvPr/>
        </p:nvGrpSpPr>
        <p:grpSpPr>
          <a:xfrm>
            <a:off x="5892043" y="3878069"/>
            <a:ext cx="293891" cy="293891"/>
            <a:chOff x="6134814" y="4086186"/>
            <a:chExt cx="293891" cy="293891"/>
          </a:xfrm>
        </p:grpSpPr>
        <p:sp>
          <p:nvSpPr>
            <p:cNvPr id="14943" name="Google Shape;14943;p83"/>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3"/>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45" name="Google Shape;14945;p83"/>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83"/>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47" name="Google Shape;14947;p83"/>
          <p:cNvGrpSpPr/>
          <p:nvPr/>
        </p:nvGrpSpPr>
        <p:grpSpPr>
          <a:xfrm>
            <a:off x="7817018" y="2706762"/>
            <a:ext cx="622883" cy="621944"/>
            <a:chOff x="1187048" y="238125"/>
            <a:chExt cx="5256397" cy="5248476"/>
          </a:xfrm>
        </p:grpSpPr>
        <p:sp>
          <p:nvSpPr>
            <p:cNvPr id="14948" name="Google Shape;14948;p83"/>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83"/>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3"/>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83"/>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2" name="Google Shape;14952;p83"/>
          <p:cNvGrpSpPr/>
          <p:nvPr/>
        </p:nvGrpSpPr>
        <p:grpSpPr>
          <a:xfrm>
            <a:off x="2274123" y="2716370"/>
            <a:ext cx="1310987" cy="612407"/>
            <a:chOff x="238125" y="1188750"/>
            <a:chExt cx="7140450" cy="3335550"/>
          </a:xfrm>
        </p:grpSpPr>
        <p:sp>
          <p:nvSpPr>
            <p:cNvPr id="14953" name="Google Shape;14953;p83"/>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83"/>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3"/>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83"/>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83"/>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8" name="Google Shape;14958;p83"/>
          <p:cNvGrpSpPr/>
          <p:nvPr/>
        </p:nvGrpSpPr>
        <p:grpSpPr>
          <a:xfrm>
            <a:off x="6599995" y="2706925"/>
            <a:ext cx="1110299" cy="621702"/>
            <a:chOff x="238125" y="1335475"/>
            <a:chExt cx="5418735" cy="3034175"/>
          </a:xfrm>
        </p:grpSpPr>
        <p:sp>
          <p:nvSpPr>
            <p:cNvPr id="14959" name="Google Shape;14959;p83"/>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3"/>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3"/>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2" name="Google Shape;14962;p83"/>
          <p:cNvGrpSpPr/>
          <p:nvPr/>
        </p:nvGrpSpPr>
        <p:grpSpPr>
          <a:xfrm>
            <a:off x="5417655" y="2703822"/>
            <a:ext cx="1074451" cy="627181"/>
            <a:chOff x="5359127" y="2910889"/>
            <a:chExt cx="1097723" cy="640831"/>
          </a:xfrm>
        </p:grpSpPr>
        <p:grpSp>
          <p:nvGrpSpPr>
            <p:cNvPr id="14963" name="Google Shape;14963;p83"/>
            <p:cNvGrpSpPr/>
            <p:nvPr/>
          </p:nvGrpSpPr>
          <p:grpSpPr>
            <a:xfrm>
              <a:off x="5929791" y="3263088"/>
              <a:ext cx="527060" cy="287097"/>
              <a:chOff x="5929791" y="3263088"/>
              <a:chExt cx="527060" cy="287097"/>
            </a:xfrm>
          </p:grpSpPr>
          <p:sp>
            <p:nvSpPr>
              <p:cNvPr id="14964" name="Google Shape;14964;p83"/>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965" name="Google Shape;14965;p83"/>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4966" name="Google Shape;14966;p83"/>
            <p:cNvGrpSpPr/>
            <p:nvPr/>
          </p:nvGrpSpPr>
          <p:grpSpPr>
            <a:xfrm>
              <a:off x="5359127" y="3263089"/>
              <a:ext cx="526428" cy="288631"/>
              <a:chOff x="5359127" y="3263089"/>
              <a:chExt cx="526428" cy="288631"/>
            </a:xfrm>
          </p:grpSpPr>
          <p:sp>
            <p:nvSpPr>
              <p:cNvPr id="14967" name="Google Shape;14967;p83"/>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968" name="Google Shape;14968;p83"/>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4969" name="Google Shape;14969;p83"/>
            <p:cNvGrpSpPr/>
            <p:nvPr/>
          </p:nvGrpSpPr>
          <p:grpSpPr>
            <a:xfrm>
              <a:off x="5551525" y="2910889"/>
              <a:ext cx="520901" cy="610283"/>
              <a:chOff x="5551525" y="2910889"/>
              <a:chExt cx="520901" cy="610283"/>
            </a:xfrm>
          </p:grpSpPr>
          <p:sp>
            <p:nvSpPr>
              <p:cNvPr id="14970" name="Google Shape;14970;p83"/>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971" name="Google Shape;14971;p83"/>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4972" name="Google Shape;14972;p83"/>
            <p:cNvGrpSpPr/>
            <p:nvPr/>
          </p:nvGrpSpPr>
          <p:grpSpPr>
            <a:xfrm>
              <a:off x="5743962" y="2919100"/>
              <a:ext cx="623674" cy="284502"/>
              <a:chOff x="5743962" y="2919100"/>
              <a:chExt cx="623674" cy="284502"/>
            </a:xfrm>
          </p:grpSpPr>
          <p:sp>
            <p:nvSpPr>
              <p:cNvPr id="14973" name="Google Shape;14973;p83"/>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974" name="Google Shape;14974;p83"/>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4975" name="Google Shape;14975;p83"/>
          <p:cNvGrpSpPr/>
          <p:nvPr/>
        </p:nvGrpSpPr>
        <p:grpSpPr>
          <a:xfrm>
            <a:off x="7568868" y="1854534"/>
            <a:ext cx="874976" cy="719600"/>
            <a:chOff x="7608988" y="2093194"/>
            <a:chExt cx="817276" cy="672147"/>
          </a:xfrm>
        </p:grpSpPr>
        <p:cxnSp>
          <p:nvCxnSpPr>
            <p:cNvPr id="14976" name="Google Shape;14976;p83"/>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977" name="Google Shape;14977;p83"/>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978" name="Google Shape;14978;p83"/>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979" name="Google Shape;14979;p83"/>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980" name="Google Shape;14980;p83"/>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4981" name="Google Shape;14981;p83"/>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4982" name="Google Shape;14982;p83"/>
            <p:cNvGrpSpPr/>
            <p:nvPr/>
          </p:nvGrpSpPr>
          <p:grpSpPr>
            <a:xfrm>
              <a:off x="7721175" y="2093194"/>
              <a:ext cx="599587" cy="623846"/>
              <a:chOff x="7721175" y="2093194"/>
              <a:chExt cx="599587" cy="623846"/>
            </a:xfrm>
          </p:grpSpPr>
          <p:grpSp>
            <p:nvGrpSpPr>
              <p:cNvPr id="14983" name="Google Shape;14983;p83"/>
              <p:cNvGrpSpPr/>
              <p:nvPr/>
            </p:nvGrpSpPr>
            <p:grpSpPr>
              <a:xfrm>
                <a:off x="7721175" y="2093194"/>
                <a:ext cx="291605" cy="623846"/>
                <a:chOff x="9405575" y="2061418"/>
                <a:chExt cx="291605" cy="623846"/>
              </a:xfrm>
            </p:grpSpPr>
            <p:sp>
              <p:nvSpPr>
                <p:cNvPr id="14984" name="Google Shape;14984;p83"/>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3"/>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3"/>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3"/>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83"/>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83"/>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83"/>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1" name="Google Shape;14991;p83"/>
              <p:cNvGrpSpPr/>
              <p:nvPr/>
            </p:nvGrpSpPr>
            <p:grpSpPr>
              <a:xfrm flipH="1">
                <a:off x="8029157" y="2093194"/>
                <a:ext cx="291605" cy="623846"/>
                <a:chOff x="9405575" y="2061418"/>
                <a:chExt cx="291605" cy="623846"/>
              </a:xfrm>
            </p:grpSpPr>
            <p:sp>
              <p:nvSpPr>
                <p:cNvPr id="14992" name="Google Shape;14992;p83"/>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83"/>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83"/>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83"/>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83"/>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3"/>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83"/>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999" name="Google Shape;14999;p83"/>
          <p:cNvGrpSpPr/>
          <p:nvPr/>
        </p:nvGrpSpPr>
        <p:grpSpPr>
          <a:xfrm>
            <a:off x="4013304" y="970936"/>
            <a:ext cx="712557" cy="785901"/>
            <a:chOff x="4206459" y="1191441"/>
            <a:chExt cx="712557" cy="785901"/>
          </a:xfrm>
        </p:grpSpPr>
        <p:sp>
          <p:nvSpPr>
            <p:cNvPr id="15000" name="Google Shape;15000;p83"/>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83"/>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3"/>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83"/>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04" name="Google Shape;15004;p83"/>
            <p:cNvGrpSpPr/>
            <p:nvPr/>
          </p:nvGrpSpPr>
          <p:grpSpPr>
            <a:xfrm>
              <a:off x="4644280" y="1290523"/>
              <a:ext cx="143716" cy="29463"/>
              <a:chOff x="4644280" y="1290523"/>
              <a:chExt cx="143716" cy="29463"/>
            </a:xfrm>
          </p:grpSpPr>
          <p:sp>
            <p:nvSpPr>
              <p:cNvPr id="15005" name="Google Shape;15005;p83"/>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83"/>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83"/>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3"/>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9" name="Google Shape;15009;p83"/>
            <p:cNvGrpSpPr/>
            <p:nvPr/>
          </p:nvGrpSpPr>
          <p:grpSpPr>
            <a:xfrm>
              <a:off x="4356567" y="1191441"/>
              <a:ext cx="143690" cy="29488"/>
              <a:chOff x="4356567" y="1191441"/>
              <a:chExt cx="143690" cy="29488"/>
            </a:xfrm>
          </p:grpSpPr>
          <p:sp>
            <p:nvSpPr>
              <p:cNvPr id="15010" name="Google Shape;15010;p83"/>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3"/>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83"/>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83"/>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4" name="Google Shape;15014;p83"/>
            <p:cNvGrpSpPr/>
            <p:nvPr/>
          </p:nvGrpSpPr>
          <p:grpSpPr>
            <a:xfrm>
              <a:off x="4339009" y="1863727"/>
              <a:ext cx="143703" cy="29476"/>
              <a:chOff x="4339009" y="1863727"/>
              <a:chExt cx="143703" cy="29476"/>
            </a:xfrm>
          </p:grpSpPr>
          <p:sp>
            <p:nvSpPr>
              <p:cNvPr id="15015" name="Google Shape;15015;p83"/>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83"/>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83"/>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83"/>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9" name="Google Shape;15019;p83"/>
            <p:cNvGrpSpPr/>
            <p:nvPr/>
          </p:nvGrpSpPr>
          <p:grpSpPr>
            <a:xfrm>
              <a:off x="4206459" y="1607315"/>
              <a:ext cx="29539" cy="142899"/>
              <a:chOff x="4206459" y="1607315"/>
              <a:chExt cx="29539" cy="142899"/>
            </a:xfrm>
          </p:grpSpPr>
          <p:sp>
            <p:nvSpPr>
              <p:cNvPr id="15020" name="Google Shape;15020;p83"/>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3"/>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3"/>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83"/>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24" name="Google Shape;15024;p83"/>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3"/>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83"/>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3"/>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28" name="Google Shape;15028;p83"/>
            <p:cNvGrpSpPr/>
            <p:nvPr/>
          </p:nvGrpSpPr>
          <p:grpSpPr>
            <a:xfrm>
              <a:off x="4889463" y="1423737"/>
              <a:ext cx="29552" cy="142899"/>
              <a:chOff x="4889463" y="1423737"/>
              <a:chExt cx="29552" cy="142899"/>
            </a:xfrm>
          </p:grpSpPr>
          <p:sp>
            <p:nvSpPr>
              <p:cNvPr id="15029" name="Google Shape;15029;p83"/>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83"/>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83"/>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83"/>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3" name="Google Shape;15033;p83"/>
            <p:cNvGrpSpPr/>
            <p:nvPr/>
          </p:nvGrpSpPr>
          <p:grpSpPr>
            <a:xfrm>
              <a:off x="4771663" y="1876896"/>
              <a:ext cx="108651" cy="100447"/>
              <a:chOff x="4771663" y="1876896"/>
              <a:chExt cx="108651" cy="100447"/>
            </a:xfrm>
          </p:grpSpPr>
          <p:sp>
            <p:nvSpPr>
              <p:cNvPr id="15034" name="Google Shape;15034;p83"/>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3"/>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83"/>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83"/>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38" name="Google Shape;15038;p83"/>
          <p:cNvGrpSpPr/>
          <p:nvPr/>
        </p:nvGrpSpPr>
        <p:grpSpPr>
          <a:xfrm>
            <a:off x="4008780" y="1854159"/>
            <a:ext cx="791287" cy="720350"/>
            <a:chOff x="267375" y="1071875"/>
            <a:chExt cx="470500" cy="428550"/>
          </a:xfrm>
        </p:grpSpPr>
        <p:sp>
          <p:nvSpPr>
            <p:cNvPr id="15039" name="Google Shape;15039;p83"/>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3"/>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83"/>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3"/>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3"/>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3"/>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3"/>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83"/>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7" name="Google Shape;15047;p83"/>
          <p:cNvGrpSpPr/>
          <p:nvPr/>
        </p:nvGrpSpPr>
        <p:grpSpPr>
          <a:xfrm>
            <a:off x="709275" y="3498789"/>
            <a:ext cx="1408444" cy="673166"/>
            <a:chOff x="712664" y="3693287"/>
            <a:chExt cx="1460738" cy="698160"/>
          </a:xfrm>
        </p:grpSpPr>
        <p:grpSp>
          <p:nvGrpSpPr>
            <p:cNvPr id="15048" name="Google Shape;15048;p83"/>
            <p:cNvGrpSpPr/>
            <p:nvPr/>
          </p:nvGrpSpPr>
          <p:grpSpPr>
            <a:xfrm>
              <a:off x="1380079" y="4133090"/>
              <a:ext cx="234048" cy="258099"/>
              <a:chOff x="1380079" y="4133090"/>
              <a:chExt cx="234048" cy="258099"/>
            </a:xfrm>
          </p:grpSpPr>
          <p:sp>
            <p:nvSpPr>
              <p:cNvPr id="15049" name="Google Shape;15049;p83"/>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83"/>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83"/>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2" name="Google Shape;15052;p83"/>
            <p:cNvGrpSpPr/>
            <p:nvPr/>
          </p:nvGrpSpPr>
          <p:grpSpPr>
            <a:xfrm>
              <a:off x="884610" y="3864082"/>
              <a:ext cx="1118566" cy="527275"/>
              <a:chOff x="890961" y="3865463"/>
              <a:chExt cx="1115221" cy="525698"/>
            </a:xfrm>
          </p:grpSpPr>
          <p:sp>
            <p:nvSpPr>
              <p:cNvPr id="15053" name="Google Shape;15053;p83"/>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83"/>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83"/>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6" name="Google Shape;15056;p83"/>
            <p:cNvGrpSpPr/>
            <p:nvPr/>
          </p:nvGrpSpPr>
          <p:grpSpPr>
            <a:xfrm>
              <a:off x="712664" y="3693287"/>
              <a:ext cx="1460738" cy="698160"/>
              <a:chOff x="712664" y="3693025"/>
              <a:chExt cx="1460738" cy="698160"/>
            </a:xfrm>
          </p:grpSpPr>
          <p:sp>
            <p:nvSpPr>
              <p:cNvPr id="15057" name="Google Shape;15057;p83"/>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83"/>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3"/>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3"/>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3"/>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3"/>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63" name="Google Shape;15063;p83"/>
          <p:cNvGrpSpPr/>
          <p:nvPr/>
        </p:nvGrpSpPr>
        <p:grpSpPr>
          <a:xfrm>
            <a:off x="3146990" y="970936"/>
            <a:ext cx="795485" cy="738831"/>
            <a:chOff x="3348603" y="1236445"/>
            <a:chExt cx="749256" cy="695894"/>
          </a:xfrm>
        </p:grpSpPr>
        <p:grpSp>
          <p:nvGrpSpPr>
            <p:cNvPr id="15064" name="Google Shape;15064;p83"/>
            <p:cNvGrpSpPr/>
            <p:nvPr/>
          </p:nvGrpSpPr>
          <p:grpSpPr>
            <a:xfrm>
              <a:off x="3583779" y="1236445"/>
              <a:ext cx="293795" cy="285811"/>
              <a:chOff x="3750225" y="1774000"/>
              <a:chExt cx="149575" cy="145525"/>
            </a:xfrm>
          </p:grpSpPr>
          <p:sp>
            <p:nvSpPr>
              <p:cNvPr id="15065" name="Google Shape;15065;p83"/>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3"/>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7" name="Google Shape;15067;p83"/>
            <p:cNvGrpSpPr/>
            <p:nvPr/>
          </p:nvGrpSpPr>
          <p:grpSpPr>
            <a:xfrm>
              <a:off x="3775534" y="1462599"/>
              <a:ext cx="322325" cy="285958"/>
              <a:chOff x="3847850" y="1889150"/>
              <a:chExt cx="164100" cy="145600"/>
            </a:xfrm>
          </p:grpSpPr>
          <p:sp>
            <p:nvSpPr>
              <p:cNvPr id="15068" name="Google Shape;15068;p83"/>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3"/>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0" name="Google Shape;15070;p83"/>
            <p:cNvGrpSpPr/>
            <p:nvPr/>
          </p:nvGrpSpPr>
          <p:grpSpPr>
            <a:xfrm>
              <a:off x="3545329" y="1646528"/>
              <a:ext cx="293746" cy="285811"/>
              <a:chOff x="3730650" y="1982800"/>
              <a:chExt cx="149550" cy="145525"/>
            </a:xfrm>
          </p:grpSpPr>
          <p:sp>
            <p:nvSpPr>
              <p:cNvPr id="15071" name="Google Shape;15071;p83"/>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83"/>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3" name="Google Shape;15073;p83"/>
            <p:cNvGrpSpPr/>
            <p:nvPr/>
          </p:nvGrpSpPr>
          <p:grpSpPr>
            <a:xfrm>
              <a:off x="3348603" y="1415046"/>
              <a:ext cx="294384" cy="284387"/>
              <a:chOff x="3630494" y="1864938"/>
              <a:chExt cx="149875" cy="144800"/>
            </a:xfrm>
          </p:grpSpPr>
          <p:sp>
            <p:nvSpPr>
              <p:cNvPr id="15074" name="Google Shape;15074;p83"/>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83"/>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76" name="Google Shape;15076;p83"/>
          <p:cNvGrpSpPr/>
          <p:nvPr/>
        </p:nvGrpSpPr>
        <p:grpSpPr>
          <a:xfrm>
            <a:off x="2268517" y="3493832"/>
            <a:ext cx="1324924" cy="678083"/>
            <a:chOff x="2413923" y="3711366"/>
            <a:chExt cx="1374117" cy="703260"/>
          </a:xfrm>
        </p:grpSpPr>
        <p:grpSp>
          <p:nvGrpSpPr>
            <p:cNvPr id="15077" name="Google Shape;15077;p83"/>
            <p:cNvGrpSpPr/>
            <p:nvPr/>
          </p:nvGrpSpPr>
          <p:grpSpPr>
            <a:xfrm>
              <a:off x="2413923" y="3711366"/>
              <a:ext cx="1374117" cy="703260"/>
              <a:chOff x="2413923" y="3711366"/>
              <a:chExt cx="1374117" cy="703260"/>
            </a:xfrm>
          </p:grpSpPr>
          <p:sp>
            <p:nvSpPr>
              <p:cNvPr id="15078" name="Google Shape;15078;p83"/>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9" name="Google Shape;15079;p83"/>
              <p:cNvGrpSpPr/>
              <p:nvPr/>
            </p:nvGrpSpPr>
            <p:grpSpPr>
              <a:xfrm>
                <a:off x="2600284" y="3808654"/>
                <a:ext cx="234506" cy="138009"/>
                <a:chOff x="2600284" y="3808654"/>
                <a:chExt cx="234506" cy="138009"/>
              </a:xfrm>
            </p:grpSpPr>
            <p:sp>
              <p:nvSpPr>
                <p:cNvPr id="15080" name="Google Shape;15080;p83"/>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081" name="Google Shape;15081;p83"/>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5082" name="Google Shape;15082;p83"/>
              <p:cNvGrpSpPr/>
              <p:nvPr/>
            </p:nvGrpSpPr>
            <p:grpSpPr>
              <a:xfrm>
                <a:off x="3359659" y="3805664"/>
                <a:ext cx="232294" cy="141000"/>
                <a:chOff x="3359659" y="3805664"/>
                <a:chExt cx="232294" cy="141000"/>
              </a:xfrm>
            </p:grpSpPr>
            <p:sp>
              <p:nvSpPr>
                <p:cNvPr id="15083" name="Google Shape;15083;p83"/>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084" name="Google Shape;15084;p83"/>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5085" name="Google Shape;15085;p83"/>
              <p:cNvGrpSpPr/>
              <p:nvPr/>
            </p:nvGrpSpPr>
            <p:grpSpPr>
              <a:xfrm>
                <a:off x="3067316" y="3711366"/>
                <a:ext cx="66900" cy="166809"/>
                <a:chOff x="3067316" y="3711366"/>
                <a:chExt cx="66900" cy="166809"/>
              </a:xfrm>
            </p:grpSpPr>
            <p:sp>
              <p:nvSpPr>
                <p:cNvPr id="15086" name="Google Shape;15086;p83"/>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087" name="Google Shape;15087;p83"/>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5088" name="Google Shape;15088;p83"/>
              <p:cNvGrpSpPr/>
              <p:nvPr/>
            </p:nvGrpSpPr>
            <p:grpSpPr>
              <a:xfrm>
                <a:off x="2413923" y="4058666"/>
                <a:ext cx="224119" cy="66900"/>
                <a:chOff x="2413923" y="4058666"/>
                <a:chExt cx="224119" cy="66900"/>
              </a:xfrm>
            </p:grpSpPr>
            <p:sp>
              <p:nvSpPr>
                <p:cNvPr id="15089" name="Google Shape;15089;p83"/>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090" name="Google Shape;15090;p83"/>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5091" name="Google Shape;15091;p83"/>
              <p:cNvGrpSpPr/>
              <p:nvPr/>
            </p:nvGrpSpPr>
            <p:grpSpPr>
              <a:xfrm>
                <a:off x="3564643" y="4058666"/>
                <a:ext cx="223397" cy="66900"/>
                <a:chOff x="3564643" y="4058666"/>
                <a:chExt cx="223397" cy="66900"/>
              </a:xfrm>
            </p:grpSpPr>
            <p:sp>
              <p:nvSpPr>
                <p:cNvPr id="15092" name="Google Shape;15092;p83"/>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093" name="Google Shape;15093;p83"/>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5094" name="Google Shape;15094;p83"/>
            <p:cNvGrpSpPr/>
            <p:nvPr/>
          </p:nvGrpSpPr>
          <p:grpSpPr>
            <a:xfrm>
              <a:off x="2633353" y="3965763"/>
              <a:ext cx="933975" cy="445687"/>
              <a:chOff x="2633353" y="3965763"/>
              <a:chExt cx="933975" cy="445687"/>
            </a:xfrm>
          </p:grpSpPr>
          <p:sp>
            <p:nvSpPr>
              <p:cNvPr id="15095" name="Google Shape;15095;p83"/>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83"/>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97" name="Google Shape;15097;p83"/>
          <p:cNvGrpSpPr/>
          <p:nvPr/>
        </p:nvGrpSpPr>
        <p:grpSpPr>
          <a:xfrm>
            <a:off x="6392789" y="1044380"/>
            <a:ext cx="1131087" cy="587383"/>
            <a:chOff x="238125" y="999450"/>
            <a:chExt cx="7140700" cy="3708225"/>
          </a:xfrm>
        </p:grpSpPr>
        <p:sp>
          <p:nvSpPr>
            <p:cNvPr id="15098" name="Google Shape;15098;p83"/>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83"/>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83"/>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83"/>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83"/>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83"/>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83"/>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83"/>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83"/>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7" name="Google Shape;15107;p83"/>
          <p:cNvGrpSpPr/>
          <p:nvPr/>
        </p:nvGrpSpPr>
        <p:grpSpPr>
          <a:xfrm>
            <a:off x="3744240" y="3493874"/>
            <a:ext cx="1375854" cy="678131"/>
            <a:chOff x="3913765" y="3641905"/>
            <a:chExt cx="1522805" cy="750560"/>
          </a:xfrm>
        </p:grpSpPr>
        <p:grpSp>
          <p:nvGrpSpPr>
            <p:cNvPr id="15108" name="Google Shape;15108;p83"/>
            <p:cNvGrpSpPr/>
            <p:nvPr/>
          </p:nvGrpSpPr>
          <p:grpSpPr>
            <a:xfrm>
              <a:off x="3913765" y="3997002"/>
              <a:ext cx="1522805" cy="395463"/>
              <a:chOff x="3913765" y="3997002"/>
              <a:chExt cx="1522805" cy="395463"/>
            </a:xfrm>
          </p:grpSpPr>
          <p:grpSp>
            <p:nvGrpSpPr>
              <p:cNvPr id="15109" name="Google Shape;15109;p83"/>
              <p:cNvGrpSpPr/>
              <p:nvPr/>
            </p:nvGrpSpPr>
            <p:grpSpPr>
              <a:xfrm>
                <a:off x="3913765" y="4138659"/>
                <a:ext cx="507602" cy="253806"/>
                <a:chOff x="3913765" y="4138659"/>
                <a:chExt cx="507602" cy="253806"/>
              </a:xfrm>
            </p:grpSpPr>
            <p:sp>
              <p:nvSpPr>
                <p:cNvPr id="15110" name="Google Shape;15110;p83"/>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83"/>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5112" name="Google Shape;15112;p83"/>
              <p:cNvGrpSpPr/>
              <p:nvPr/>
            </p:nvGrpSpPr>
            <p:grpSpPr>
              <a:xfrm>
                <a:off x="4421361" y="3997002"/>
                <a:ext cx="507618" cy="395463"/>
                <a:chOff x="4421361" y="3997002"/>
                <a:chExt cx="507618" cy="395463"/>
              </a:xfrm>
            </p:grpSpPr>
            <p:sp>
              <p:nvSpPr>
                <p:cNvPr id="15113" name="Google Shape;15113;p83"/>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83"/>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5" name="Google Shape;15115;p83"/>
              <p:cNvGrpSpPr/>
              <p:nvPr/>
            </p:nvGrpSpPr>
            <p:grpSpPr>
              <a:xfrm>
                <a:off x="4928973" y="4189418"/>
                <a:ext cx="507596" cy="203047"/>
                <a:chOff x="4928973" y="4189418"/>
                <a:chExt cx="507596" cy="203047"/>
              </a:xfrm>
            </p:grpSpPr>
            <p:sp>
              <p:nvSpPr>
                <p:cNvPr id="15116" name="Google Shape;15116;p83"/>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83"/>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18" name="Google Shape;15118;p83"/>
            <p:cNvGrpSpPr/>
            <p:nvPr/>
          </p:nvGrpSpPr>
          <p:grpSpPr>
            <a:xfrm>
              <a:off x="4482186" y="3641905"/>
              <a:ext cx="397605" cy="349784"/>
              <a:chOff x="2906375" y="1159725"/>
              <a:chExt cx="1860575" cy="1636800"/>
            </a:xfrm>
          </p:grpSpPr>
          <p:sp>
            <p:nvSpPr>
              <p:cNvPr id="15119" name="Google Shape;15119;p83"/>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3"/>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83"/>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83"/>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23" name="Google Shape;15123;p83"/>
          <p:cNvGrpSpPr/>
          <p:nvPr/>
        </p:nvGrpSpPr>
        <p:grpSpPr>
          <a:xfrm>
            <a:off x="6528949" y="1853801"/>
            <a:ext cx="940737" cy="721067"/>
            <a:chOff x="6599718" y="2068734"/>
            <a:chExt cx="940737" cy="721067"/>
          </a:xfrm>
        </p:grpSpPr>
        <p:sp>
          <p:nvSpPr>
            <p:cNvPr id="15124" name="Google Shape;15124;p83"/>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83"/>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83"/>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83"/>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3"/>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83"/>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30" name="Google Shape;15130;p83"/>
            <p:cNvGrpSpPr/>
            <p:nvPr/>
          </p:nvGrpSpPr>
          <p:grpSpPr>
            <a:xfrm>
              <a:off x="6836957" y="2068734"/>
              <a:ext cx="461892" cy="721067"/>
              <a:chOff x="6836957" y="2068734"/>
              <a:chExt cx="461892" cy="721067"/>
            </a:xfrm>
          </p:grpSpPr>
          <p:sp>
            <p:nvSpPr>
              <p:cNvPr id="15131" name="Google Shape;15131;p83"/>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83"/>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3"/>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3"/>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3"/>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83"/>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37" name="Google Shape;15137;p83"/>
              <p:cNvGrpSpPr/>
              <p:nvPr/>
            </p:nvGrpSpPr>
            <p:grpSpPr>
              <a:xfrm>
                <a:off x="6836957" y="2068734"/>
                <a:ext cx="461892" cy="721067"/>
                <a:chOff x="6836957" y="2068734"/>
                <a:chExt cx="461892" cy="721067"/>
              </a:xfrm>
            </p:grpSpPr>
            <p:sp>
              <p:nvSpPr>
                <p:cNvPr id="15138" name="Google Shape;15138;p83"/>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83"/>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83"/>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83"/>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83"/>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83"/>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3"/>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145" name="Google Shape;15145;p83"/>
          <p:cNvGrpSpPr/>
          <p:nvPr/>
        </p:nvGrpSpPr>
        <p:grpSpPr>
          <a:xfrm>
            <a:off x="2412267" y="1858147"/>
            <a:ext cx="712577" cy="712374"/>
            <a:chOff x="2559249" y="2069323"/>
            <a:chExt cx="685566" cy="685634"/>
          </a:xfrm>
        </p:grpSpPr>
        <p:sp>
          <p:nvSpPr>
            <p:cNvPr id="15146" name="Google Shape;15146;p83"/>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3"/>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3"/>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83"/>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83"/>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83"/>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83"/>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83"/>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83"/>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83"/>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83"/>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83"/>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83"/>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9" name="Google Shape;15159;p83"/>
          <p:cNvGrpSpPr/>
          <p:nvPr/>
        </p:nvGrpSpPr>
        <p:grpSpPr>
          <a:xfrm>
            <a:off x="7594705" y="970936"/>
            <a:ext cx="845645" cy="711911"/>
            <a:chOff x="951975" y="315800"/>
            <a:chExt cx="5860325" cy="4933550"/>
          </a:xfrm>
        </p:grpSpPr>
        <p:sp>
          <p:nvSpPr>
            <p:cNvPr id="15160" name="Google Shape;15160;p83"/>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3"/>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83"/>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83"/>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3"/>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83"/>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83"/>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83"/>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8" name="Google Shape;15168;p83"/>
          <p:cNvGrpSpPr/>
          <p:nvPr/>
        </p:nvGrpSpPr>
        <p:grpSpPr>
          <a:xfrm>
            <a:off x="3691834" y="2707045"/>
            <a:ext cx="1617932" cy="621724"/>
            <a:chOff x="3862800" y="3038525"/>
            <a:chExt cx="1329006" cy="510698"/>
          </a:xfrm>
        </p:grpSpPr>
        <p:sp>
          <p:nvSpPr>
            <p:cNvPr id="15169" name="Google Shape;15169;p83"/>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83"/>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71" name="Google Shape;15171;p83"/>
            <p:cNvGrpSpPr/>
            <p:nvPr/>
          </p:nvGrpSpPr>
          <p:grpSpPr>
            <a:xfrm>
              <a:off x="3967075" y="3040337"/>
              <a:ext cx="1019927" cy="402126"/>
              <a:chOff x="3967075" y="3040337"/>
              <a:chExt cx="1019927" cy="402126"/>
            </a:xfrm>
          </p:grpSpPr>
          <p:sp>
            <p:nvSpPr>
              <p:cNvPr id="15172" name="Google Shape;15172;p83"/>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83"/>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4" name="Google Shape;15174;p83"/>
            <p:cNvGrpSpPr/>
            <p:nvPr/>
          </p:nvGrpSpPr>
          <p:grpSpPr>
            <a:xfrm>
              <a:off x="4186700" y="3040337"/>
              <a:ext cx="390475" cy="183289"/>
              <a:chOff x="4186700" y="3040337"/>
              <a:chExt cx="390475" cy="183289"/>
            </a:xfrm>
          </p:grpSpPr>
          <p:sp>
            <p:nvSpPr>
              <p:cNvPr id="15175" name="Google Shape;15175;p83"/>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83"/>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7" name="Google Shape;15177;p83"/>
            <p:cNvGrpSpPr/>
            <p:nvPr/>
          </p:nvGrpSpPr>
          <p:grpSpPr>
            <a:xfrm>
              <a:off x="4073727" y="3040337"/>
              <a:ext cx="697794" cy="296263"/>
              <a:chOff x="4073727" y="3040337"/>
              <a:chExt cx="697794" cy="296263"/>
            </a:xfrm>
          </p:grpSpPr>
          <p:sp>
            <p:nvSpPr>
              <p:cNvPr id="15178" name="Google Shape;15178;p83"/>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83"/>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0" name="Google Shape;15180;p83"/>
            <p:cNvGrpSpPr/>
            <p:nvPr/>
          </p:nvGrpSpPr>
          <p:grpSpPr>
            <a:xfrm>
              <a:off x="3862800" y="3038525"/>
              <a:ext cx="1329006" cy="510698"/>
              <a:chOff x="3862800" y="3038525"/>
              <a:chExt cx="1329006" cy="510698"/>
            </a:xfrm>
          </p:grpSpPr>
          <p:sp>
            <p:nvSpPr>
              <p:cNvPr id="15181" name="Google Shape;15181;p83"/>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83"/>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83" name="Google Shape;15183;p83"/>
          <p:cNvGrpSpPr/>
          <p:nvPr/>
        </p:nvGrpSpPr>
        <p:grpSpPr>
          <a:xfrm>
            <a:off x="700156" y="970936"/>
            <a:ext cx="883205" cy="775176"/>
            <a:chOff x="649648" y="271400"/>
            <a:chExt cx="6215377" cy="5455143"/>
          </a:xfrm>
        </p:grpSpPr>
        <p:sp>
          <p:nvSpPr>
            <p:cNvPr id="15184" name="Google Shape;15184;p83"/>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83"/>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83"/>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3"/>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83"/>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83"/>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83"/>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83"/>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83"/>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83"/>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83"/>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83"/>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6" name="Google Shape;15196;p83"/>
          <p:cNvGrpSpPr/>
          <p:nvPr/>
        </p:nvGrpSpPr>
        <p:grpSpPr>
          <a:xfrm>
            <a:off x="2308457" y="970936"/>
            <a:ext cx="767704" cy="815489"/>
            <a:chOff x="2499700" y="1135950"/>
            <a:chExt cx="732402" cy="777990"/>
          </a:xfrm>
        </p:grpSpPr>
        <p:grpSp>
          <p:nvGrpSpPr>
            <p:cNvPr id="15197" name="Google Shape;15197;p83"/>
            <p:cNvGrpSpPr/>
            <p:nvPr/>
          </p:nvGrpSpPr>
          <p:grpSpPr>
            <a:xfrm>
              <a:off x="2499700" y="1135950"/>
              <a:ext cx="732402" cy="694705"/>
              <a:chOff x="2499700" y="1135950"/>
              <a:chExt cx="732402" cy="694705"/>
            </a:xfrm>
          </p:grpSpPr>
          <p:sp>
            <p:nvSpPr>
              <p:cNvPr id="15198" name="Google Shape;15198;p83"/>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83"/>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3"/>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83"/>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83"/>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83"/>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3"/>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3"/>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83"/>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3"/>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83"/>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83"/>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83"/>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83"/>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83"/>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83"/>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83"/>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83"/>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83"/>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83"/>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83"/>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83"/>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83"/>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83"/>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3"/>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83"/>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83"/>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5" name="Google Shape;15225;p83"/>
            <p:cNvGrpSpPr/>
            <p:nvPr/>
          </p:nvGrpSpPr>
          <p:grpSpPr>
            <a:xfrm>
              <a:off x="2517909" y="1188726"/>
              <a:ext cx="702702" cy="725214"/>
              <a:chOff x="2517909" y="1188726"/>
              <a:chExt cx="702702" cy="725214"/>
            </a:xfrm>
          </p:grpSpPr>
          <p:sp>
            <p:nvSpPr>
              <p:cNvPr id="15226" name="Google Shape;15226;p83"/>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3"/>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83"/>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83"/>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3"/>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31" name="Google Shape;15231;p83"/>
          <p:cNvGrpSpPr/>
          <p:nvPr/>
        </p:nvGrpSpPr>
        <p:grpSpPr>
          <a:xfrm>
            <a:off x="1654189" y="970936"/>
            <a:ext cx="583439" cy="870229"/>
            <a:chOff x="1716825" y="1121550"/>
            <a:chExt cx="622800" cy="928938"/>
          </a:xfrm>
        </p:grpSpPr>
        <p:grpSp>
          <p:nvGrpSpPr>
            <p:cNvPr id="15232" name="Google Shape;15232;p83"/>
            <p:cNvGrpSpPr/>
            <p:nvPr/>
          </p:nvGrpSpPr>
          <p:grpSpPr>
            <a:xfrm>
              <a:off x="1716825" y="1121550"/>
              <a:ext cx="622800" cy="928938"/>
              <a:chOff x="1716825" y="1121550"/>
              <a:chExt cx="622800" cy="928938"/>
            </a:xfrm>
          </p:grpSpPr>
          <p:cxnSp>
            <p:nvCxnSpPr>
              <p:cNvPr id="15233" name="Google Shape;15233;p83"/>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5234" name="Google Shape;15234;p83"/>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5" name="Google Shape;15235;p83"/>
            <p:cNvGrpSpPr/>
            <p:nvPr/>
          </p:nvGrpSpPr>
          <p:grpSpPr>
            <a:xfrm>
              <a:off x="1768050" y="1172775"/>
              <a:ext cx="520200" cy="832000"/>
              <a:chOff x="1768050" y="1172775"/>
              <a:chExt cx="520200" cy="832000"/>
            </a:xfrm>
          </p:grpSpPr>
          <p:cxnSp>
            <p:nvCxnSpPr>
              <p:cNvPr id="15236" name="Google Shape;15236;p83"/>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5237" name="Google Shape;15237;p83"/>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8" name="Google Shape;15238;p83"/>
            <p:cNvGrpSpPr/>
            <p:nvPr/>
          </p:nvGrpSpPr>
          <p:grpSpPr>
            <a:xfrm>
              <a:off x="1820100" y="1225475"/>
              <a:ext cx="416400" cy="729575"/>
              <a:chOff x="1820100" y="1225475"/>
              <a:chExt cx="416400" cy="729575"/>
            </a:xfrm>
          </p:grpSpPr>
          <p:cxnSp>
            <p:nvCxnSpPr>
              <p:cNvPr id="15239" name="Google Shape;15239;p83"/>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5240" name="Google Shape;15240;p83"/>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1" name="Google Shape;15241;p83"/>
            <p:cNvGrpSpPr/>
            <p:nvPr/>
          </p:nvGrpSpPr>
          <p:grpSpPr>
            <a:xfrm>
              <a:off x="1874250" y="1278825"/>
              <a:ext cx="308100" cy="605275"/>
              <a:chOff x="1874250" y="1278825"/>
              <a:chExt cx="308100" cy="605275"/>
            </a:xfrm>
          </p:grpSpPr>
          <p:cxnSp>
            <p:nvCxnSpPr>
              <p:cNvPr id="15242" name="Google Shape;15242;p83"/>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5243" name="Google Shape;15243;p83"/>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44" name="Google Shape;15244;p83"/>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5" name="Google Shape;15245;p83"/>
          <p:cNvGrpSpPr/>
          <p:nvPr/>
        </p:nvGrpSpPr>
        <p:grpSpPr>
          <a:xfrm>
            <a:off x="1574012" y="1857258"/>
            <a:ext cx="739072" cy="714152"/>
            <a:chOff x="4334725" y="1355875"/>
            <a:chExt cx="3106650" cy="3001900"/>
          </a:xfrm>
        </p:grpSpPr>
        <p:grpSp>
          <p:nvGrpSpPr>
            <p:cNvPr id="15246" name="Google Shape;15246;p83"/>
            <p:cNvGrpSpPr/>
            <p:nvPr/>
          </p:nvGrpSpPr>
          <p:grpSpPr>
            <a:xfrm>
              <a:off x="4516050" y="1724875"/>
              <a:ext cx="2693725" cy="2632900"/>
              <a:chOff x="4516050" y="1724875"/>
              <a:chExt cx="2693725" cy="2632900"/>
            </a:xfrm>
          </p:grpSpPr>
          <p:sp>
            <p:nvSpPr>
              <p:cNvPr id="15247" name="Google Shape;15247;p83"/>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83"/>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83"/>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0" name="Google Shape;15250;p83"/>
            <p:cNvGrpSpPr/>
            <p:nvPr/>
          </p:nvGrpSpPr>
          <p:grpSpPr>
            <a:xfrm>
              <a:off x="4334725" y="1355875"/>
              <a:ext cx="3106650" cy="2709650"/>
              <a:chOff x="4334725" y="1355875"/>
              <a:chExt cx="3106650" cy="2709650"/>
            </a:xfrm>
          </p:grpSpPr>
          <p:sp>
            <p:nvSpPr>
              <p:cNvPr id="15251" name="Google Shape;15251;p83"/>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83"/>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83"/>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54" name="Google Shape;15254;p83"/>
          <p:cNvGrpSpPr/>
          <p:nvPr/>
        </p:nvGrpSpPr>
        <p:grpSpPr>
          <a:xfrm>
            <a:off x="7690961" y="3488029"/>
            <a:ext cx="312074" cy="684173"/>
            <a:chOff x="7645573" y="3754300"/>
            <a:chExt cx="293855" cy="644170"/>
          </a:xfrm>
        </p:grpSpPr>
        <p:sp>
          <p:nvSpPr>
            <p:cNvPr id="15255" name="Google Shape;15255;p83"/>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83"/>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7" name="Google Shape;15257;p83"/>
          <p:cNvGrpSpPr/>
          <p:nvPr/>
        </p:nvGrpSpPr>
        <p:grpSpPr>
          <a:xfrm>
            <a:off x="5612949" y="970936"/>
            <a:ext cx="709011" cy="739359"/>
            <a:chOff x="5830645" y="1256617"/>
            <a:chExt cx="530340" cy="553040"/>
          </a:xfrm>
        </p:grpSpPr>
        <p:grpSp>
          <p:nvGrpSpPr>
            <p:cNvPr id="15258" name="Google Shape;15258;p83"/>
            <p:cNvGrpSpPr/>
            <p:nvPr/>
          </p:nvGrpSpPr>
          <p:grpSpPr>
            <a:xfrm>
              <a:off x="5830645" y="1256617"/>
              <a:ext cx="259743" cy="269909"/>
              <a:chOff x="5830645" y="1256617"/>
              <a:chExt cx="259743" cy="269909"/>
            </a:xfrm>
          </p:grpSpPr>
          <p:sp>
            <p:nvSpPr>
              <p:cNvPr id="15259" name="Google Shape;15259;p83"/>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83"/>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1" name="Google Shape;15261;p83"/>
            <p:cNvGrpSpPr/>
            <p:nvPr/>
          </p:nvGrpSpPr>
          <p:grpSpPr>
            <a:xfrm>
              <a:off x="6101293" y="1256617"/>
              <a:ext cx="259692" cy="269909"/>
              <a:chOff x="6101293" y="1256617"/>
              <a:chExt cx="259692" cy="269909"/>
            </a:xfrm>
          </p:grpSpPr>
          <p:sp>
            <p:nvSpPr>
              <p:cNvPr id="15262" name="Google Shape;15262;p83"/>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3"/>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4" name="Google Shape;15264;p83"/>
            <p:cNvGrpSpPr/>
            <p:nvPr/>
          </p:nvGrpSpPr>
          <p:grpSpPr>
            <a:xfrm>
              <a:off x="5830645" y="1539749"/>
              <a:ext cx="259692" cy="269909"/>
              <a:chOff x="5830645" y="1539749"/>
              <a:chExt cx="259692" cy="269909"/>
            </a:xfrm>
          </p:grpSpPr>
          <p:sp>
            <p:nvSpPr>
              <p:cNvPr id="15265" name="Google Shape;15265;p83"/>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83"/>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7" name="Google Shape;15267;p83"/>
            <p:cNvGrpSpPr/>
            <p:nvPr/>
          </p:nvGrpSpPr>
          <p:grpSpPr>
            <a:xfrm>
              <a:off x="6101293" y="1539749"/>
              <a:ext cx="259692" cy="269909"/>
              <a:chOff x="6101293" y="1539749"/>
              <a:chExt cx="259692" cy="269909"/>
            </a:xfrm>
          </p:grpSpPr>
          <p:sp>
            <p:nvSpPr>
              <p:cNvPr id="15268" name="Google Shape;15268;p83"/>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83"/>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0" name="Google Shape;15270;p83"/>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1" name="Google Shape;15271;p83"/>
          <p:cNvGrpSpPr/>
          <p:nvPr/>
        </p:nvGrpSpPr>
        <p:grpSpPr>
          <a:xfrm>
            <a:off x="714444" y="2707052"/>
            <a:ext cx="1452955" cy="621360"/>
            <a:chOff x="732422" y="2990152"/>
            <a:chExt cx="1337773" cy="572102"/>
          </a:xfrm>
        </p:grpSpPr>
        <p:sp>
          <p:nvSpPr>
            <p:cNvPr id="15272" name="Google Shape;15272;p83"/>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83"/>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3"/>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3"/>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83"/>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83"/>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81" name="Shape 15281"/>
        <p:cNvGrpSpPr/>
        <p:nvPr/>
      </p:nvGrpSpPr>
      <p:grpSpPr>
        <a:xfrm>
          <a:off x="0" y="0"/>
          <a:ext cx="0" cy="0"/>
          <a:chOff x="0" y="0"/>
          <a:chExt cx="0" cy="0"/>
        </a:xfrm>
      </p:grpSpPr>
      <p:grpSp>
        <p:nvGrpSpPr>
          <p:cNvPr id="15282" name="Google Shape;15282;p84"/>
          <p:cNvGrpSpPr/>
          <p:nvPr/>
        </p:nvGrpSpPr>
        <p:grpSpPr>
          <a:xfrm>
            <a:off x="708579" y="965872"/>
            <a:ext cx="1636117" cy="1526144"/>
            <a:chOff x="729238" y="1179665"/>
            <a:chExt cx="1636117" cy="1526144"/>
          </a:xfrm>
        </p:grpSpPr>
        <p:grpSp>
          <p:nvGrpSpPr>
            <p:cNvPr id="15283" name="Google Shape;15283;p84"/>
            <p:cNvGrpSpPr/>
            <p:nvPr/>
          </p:nvGrpSpPr>
          <p:grpSpPr>
            <a:xfrm>
              <a:off x="729238" y="1179665"/>
              <a:ext cx="80700" cy="1526144"/>
              <a:chOff x="729238" y="1179665"/>
              <a:chExt cx="80700" cy="1526144"/>
            </a:xfrm>
          </p:grpSpPr>
          <p:sp>
            <p:nvSpPr>
              <p:cNvPr id="15284" name="Google Shape;15284;p84"/>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84"/>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84"/>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4"/>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4"/>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84"/>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84"/>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4"/>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84"/>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84"/>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4" name="Google Shape;15294;p84"/>
            <p:cNvGrpSpPr/>
            <p:nvPr/>
          </p:nvGrpSpPr>
          <p:grpSpPr>
            <a:xfrm>
              <a:off x="903098" y="1179665"/>
              <a:ext cx="80700" cy="1526144"/>
              <a:chOff x="903098" y="1179665"/>
              <a:chExt cx="80700" cy="1526144"/>
            </a:xfrm>
          </p:grpSpPr>
          <p:sp>
            <p:nvSpPr>
              <p:cNvPr id="15295" name="Google Shape;15295;p84"/>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4"/>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84"/>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84"/>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84"/>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84"/>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4"/>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84"/>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84"/>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84"/>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5" name="Google Shape;15305;p84"/>
            <p:cNvGrpSpPr/>
            <p:nvPr/>
          </p:nvGrpSpPr>
          <p:grpSpPr>
            <a:xfrm>
              <a:off x="1076958" y="1179665"/>
              <a:ext cx="80700" cy="1526144"/>
              <a:chOff x="1076958" y="1179665"/>
              <a:chExt cx="80700" cy="1526144"/>
            </a:xfrm>
          </p:grpSpPr>
          <p:sp>
            <p:nvSpPr>
              <p:cNvPr id="15306" name="Google Shape;15306;p84"/>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84"/>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84"/>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84"/>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84"/>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84"/>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84"/>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4"/>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84"/>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84"/>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6" name="Google Shape;15316;p84"/>
            <p:cNvGrpSpPr/>
            <p:nvPr/>
          </p:nvGrpSpPr>
          <p:grpSpPr>
            <a:xfrm>
              <a:off x="1247707" y="1179665"/>
              <a:ext cx="80700" cy="1526144"/>
              <a:chOff x="1247707" y="1179665"/>
              <a:chExt cx="80700" cy="1526144"/>
            </a:xfrm>
          </p:grpSpPr>
          <p:sp>
            <p:nvSpPr>
              <p:cNvPr id="15317" name="Google Shape;15317;p84"/>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84"/>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84"/>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4"/>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4"/>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84"/>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84"/>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84"/>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84"/>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4"/>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7" name="Google Shape;15327;p84"/>
            <p:cNvGrpSpPr/>
            <p:nvPr/>
          </p:nvGrpSpPr>
          <p:grpSpPr>
            <a:xfrm>
              <a:off x="1421567" y="1179665"/>
              <a:ext cx="80700" cy="1526144"/>
              <a:chOff x="1421567" y="1179665"/>
              <a:chExt cx="80700" cy="1526144"/>
            </a:xfrm>
          </p:grpSpPr>
          <p:sp>
            <p:nvSpPr>
              <p:cNvPr id="15328" name="Google Shape;15328;p84"/>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84"/>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84"/>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84"/>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84"/>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4"/>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4"/>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84"/>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84"/>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4"/>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8" name="Google Shape;15338;p84"/>
            <p:cNvGrpSpPr/>
            <p:nvPr/>
          </p:nvGrpSpPr>
          <p:grpSpPr>
            <a:xfrm>
              <a:off x="1592327" y="1179665"/>
              <a:ext cx="80700" cy="1526144"/>
              <a:chOff x="1592327" y="1179665"/>
              <a:chExt cx="80700" cy="1526144"/>
            </a:xfrm>
          </p:grpSpPr>
          <p:sp>
            <p:nvSpPr>
              <p:cNvPr id="15339" name="Google Shape;15339;p84"/>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84"/>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84"/>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84"/>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84"/>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4"/>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84"/>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84"/>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4"/>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84"/>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9" name="Google Shape;15349;p84"/>
            <p:cNvGrpSpPr/>
            <p:nvPr/>
          </p:nvGrpSpPr>
          <p:grpSpPr>
            <a:xfrm>
              <a:off x="1766187" y="1179665"/>
              <a:ext cx="80700" cy="1526144"/>
              <a:chOff x="1766187" y="1179665"/>
              <a:chExt cx="80700" cy="1526144"/>
            </a:xfrm>
          </p:grpSpPr>
          <p:sp>
            <p:nvSpPr>
              <p:cNvPr id="15350" name="Google Shape;15350;p84"/>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4"/>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84"/>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84"/>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84"/>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84"/>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84"/>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84"/>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84"/>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4"/>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0" name="Google Shape;15360;p84"/>
            <p:cNvGrpSpPr/>
            <p:nvPr/>
          </p:nvGrpSpPr>
          <p:grpSpPr>
            <a:xfrm>
              <a:off x="1936935" y="1179665"/>
              <a:ext cx="80700" cy="1526144"/>
              <a:chOff x="1936935" y="1179665"/>
              <a:chExt cx="80700" cy="1526144"/>
            </a:xfrm>
          </p:grpSpPr>
          <p:sp>
            <p:nvSpPr>
              <p:cNvPr id="15361" name="Google Shape;15361;p84"/>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84"/>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84"/>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84"/>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4"/>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84"/>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84"/>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84"/>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84"/>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84"/>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1" name="Google Shape;15371;p84"/>
            <p:cNvGrpSpPr/>
            <p:nvPr/>
          </p:nvGrpSpPr>
          <p:grpSpPr>
            <a:xfrm>
              <a:off x="2110795" y="1179665"/>
              <a:ext cx="80700" cy="1526144"/>
              <a:chOff x="2110795" y="1179665"/>
              <a:chExt cx="80700" cy="1526144"/>
            </a:xfrm>
          </p:grpSpPr>
          <p:sp>
            <p:nvSpPr>
              <p:cNvPr id="15372" name="Google Shape;15372;p84"/>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84"/>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4"/>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4"/>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84"/>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84"/>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84"/>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84"/>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84"/>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4"/>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2" name="Google Shape;15382;p84"/>
            <p:cNvGrpSpPr/>
            <p:nvPr/>
          </p:nvGrpSpPr>
          <p:grpSpPr>
            <a:xfrm>
              <a:off x="2284655" y="1179665"/>
              <a:ext cx="80700" cy="1526144"/>
              <a:chOff x="2284655" y="1179665"/>
              <a:chExt cx="80700" cy="1526144"/>
            </a:xfrm>
          </p:grpSpPr>
          <p:sp>
            <p:nvSpPr>
              <p:cNvPr id="15383" name="Google Shape;15383;p84"/>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84"/>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84"/>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84"/>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84"/>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84"/>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4"/>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4"/>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84"/>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84"/>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93" name="Google Shape;15393;p84"/>
          <p:cNvGrpSpPr/>
          <p:nvPr/>
        </p:nvGrpSpPr>
        <p:grpSpPr>
          <a:xfrm>
            <a:off x="2603245" y="985011"/>
            <a:ext cx="1364248" cy="1102133"/>
            <a:chOff x="2623904" y="1198803"/>
            <a:chExt cx="1364248" cy="1102133"/>
          </a:xfrm>
        </p:grpSpPr>
        <p:grpSp>
          <p:nvGrpSpPr>
            <p:cNvPr id="15394" name="Google Shape;15394;p84"/>
            <p:cNvGrpSpPr/>
            <p:nvPr/>
          </p:nvGrpSpPr>
          <p:grpSpPr>
            <a:xfrm>
              <a:off x="2623907" y="1198803"/>
              <a:ext cx="1364245" cy="273000"/>
              <a:chOff x="2623907" y="1198803"/>
              <a:chExt cx="1364245" cy="273000"/>
            </a:xfrm>
          </p:grpSpPr>
          <p:sp>
            <p:nvSpPr>
              <p:cNvPr id="15395" name="Google Shape;15395;p84"/>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4"/>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84"/>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84"/>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84"/>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0" name="Google Shape;15400;p84"/>
            <p:cNvGrpSpPr/>
            <p:nvPr/>
          </p:nvGrpSpPr>
          <p:grpSpPr>
            <a:xfrm>
              <a:off x="2623904" y="1476964"/>
              <a:ext cx="1364245" cy="273000"/>
              <a:chOff x="2623904" y="1476964"/>
              <a:chExt cx="1364245" cy="273000"/>
            </a:xfrm>
          </p:grpSpPr>
          <p:sp>
            <p:nvSpPr>
              <p:cNvPr id="15401" name="Google Shape;15401;p84"/>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84"/>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84"/>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84"/>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84"/>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6" name="Google Shape;15406;p84"/>
            <p:cNvGrpSpPr/>
            <p:nvPr/>
          </p:nvGrpSpPr>
          <p:grpSpPr>
            <a:xfrm>
              <a:off x="2623907" y="1749775"/>
              <a:ext cx="1364245" cy="273000"/>
              <a:chOff x="2623907" y="1749775"/>
              <a:chExt cx="1364245" cy="273000"/>
            </a:xfrm>
          </p:grpSpPr>
          <p:sp>
            <p:nvSpPr>
              <p:cNvPr id="15407" name="Google Shape;15407;p84"/>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4"/>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4"/>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4"/>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4"/>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2" name="Google Shape;15412;p84"/>
            <p:cNvGrpSpPr/>
            <p:nvPr/>
          </p:nvGrpSpPr>
          <p:grpSpPr>
            <a:xfrm>
              <a:off x="2623904" y="2027936"/>
              <a:ext cx="1364245" cy="273000"/>
              <a:chOff x="2623904" y="2027936"/>
              <a:chExt cx="1364245" cy="273000"/>
            </a:xfrm>
          </p:grpSpPr>
          <p:sp>
            <p:nvSpPr>
              <p:cNvPr id="15413" name="Google Shape;15413;p84"/>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84"/>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84"/>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84"/>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4"/>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418" name="Google Shape;15418;p84"/>
          <p:cNvGrpSpPr/>
          <p:nvPr/>
        </p:nvGrpSpPr>
        <p:grpSpPr>
          <a:xfrm>
            <a:off x="2592706" y="2444193"/>
            <a:ext cx="1387541" cy="159124"/>
            <a:chOff x="3200660" y="2180272"/>
            <a:chExt cx="2563824" cy="378237"/>
          </a:xfrm>
        </p:grpSpPr>
        <p:sp>
          <p:nvSpPr>
            <p:cNvPr id="15419" name="Google Shape;15419;p84"/>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84"/>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84"/>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84"/>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84"/>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84"/>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84"/>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4"/>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84"/>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84"/>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84"/>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84"/>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84"/>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84"/>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4"/>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4"/>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84"/>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84"/>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7" name="Google Shape;15437;p84"/>
          <p:cNvGrpSpPr/>
          <p:nvPr/>
        </p:nvGrpSpPr>
        <p:grpSpPr>
          <a:xfrm>
            <a:off x="2589231" y="2722018"/>
            <a:ext cx="1390502" cy="159625"/>
            <a:chOff x="3530150" y="2790075"/>
            <a:chExt cx="1962600" cy="225300"/>
          </a:xfrm>
        </p:grpSpPr>
        <p:sp>
          <p:nvSpPr>
            <p:cNvPr id="15438" name="Google Shape;15438;p84"/>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84"/>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0" name="Google Shape;15440;p84"/>
          <p:cNvGrpSpPr/>
          <p:nvPr/>
        </p:nvGrpSpPr>
        <p:grpSpPr>
          <a:xfrm>
            <a:off x="2589884" y="3000344"/>
            <a:ext cx="1411629" cy="153761"/>
            <a:chOff x="3558802" y="4011427"/>
            <a:chExt cx="1866000" cy="111300"/>
          </a:xfrm>
        </p:grpSpPr>
        <p:sp>
          <p:nvSpPr>
            <p:cNvPr id="15441" name="Google Shape;15441;p8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84"/>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3" name="Google Shape;15443;p84"/>
          <p:cNvGrpSpPr/>
          <p:nvPr/>
        </p:nvGrpSpPr>
        <p:grpSpPr>
          <a:xfrm>
            <a:off x="2589576" y="2205744"/>
            <a:ext cx="1383503" cy="119749"/>
            <a:chOff x="3465975" y="2270276"/>
            <a:chExt cx="1986364" cy="171929"/>
          </a:xfrm>
        </p:grpSpPr>
        <p:sp>
          <p:nvSpPr>
            <p:cNvPr id="15444" name="Google Shape;15444;p84"/>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4"/>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4"/>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84"/>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84"/>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84"/>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84"/>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84"/>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2" name="Google Shape;15452;p84"/>
          <p:cNvGrpSpPr/>
          <p:nvPr/>
        </p:nvGrpSpPr>
        <p:grpSpPr>
          <a:xfrm>
            <a:off x="2600584" y="3569394"/>
            <a:ext cx="1369531" cy="195460"/>
            <a:chOff x="723300" y="4253549"/>
            <a:chExt cx="2276482" cy="324900"/>
          </a:xfrm>
        </p:grpSpPr>
        <p:sp>
          <p:nvSpPr>
            <p:cNvPr id="15453" name="Google Shape;15453;p84"/>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4"/>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84"/>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84"/>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4"/>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8" name="Google Shape;15458;p84"/>
          <p:cNvGrpSpPr/>
          <p:nvPr/>
        </p:nvGrpSpPr>
        <p:grpSpPr>
          <a:xfrm>
            <a:off x="2590145" y="3270574"/>
            <a:ext cx="1389066" cy="180119"/>
            <a:chOff x="705948" y="3788465"/>
            <a:chExt cx="2308953" cy="299400"/>
          </a:xfrm>
        </p:grpSpPr>
        <p:sp>
          <p:nvSpPr>
            <p:cNvPr id="15459" name="Google Shape;15459;p84"/>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84"/>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84"/>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84"/>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84"/>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4" name="Google Shape;15464;p84"/>
          <p:cNvGrpSpPr/>
          <p:nvPr/>
        </p:nvGrpSpPr>
        <p:grpSpPr>
          <a:xfrm>
            <a:off x="2638082" y="3883554"/>
            <a:ext cx="1304609" cy="294074"/>
            <a:chOff x="2658741" y="4097347"/>
            <a:chExt cx="1304609" cy="294074"/>
          </a:xfrm>
        </p:grpSpPr>
        <p:grpSp>
          <p:nvGrpSpPr>
            <p:cNvPr id="15465" name="Google Shape;15465;p84"/>
            <p:cNvGrpSpPr/>
            <p:nvPr/>
          </p:nvGrpSpPr>
          <p:grpSpPr>
            <a:xfrm>
              <a:off x="2658741" y="4097347"/>
              <a:ext cx="118572" cy="294074"/>
              <a:chOff x="3343310" y="4475555"/>
              <a:chExt cx="127717" cy="316753"/>
            </a:xfrm>
          </p:grpSpPr>
          <p:sp>
            <p:nvSpPr>
              <p:cNvPr id="15466" name="Google Shape;15466;p8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8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8" name="Google Shape;15468;p84"/>
            <p:cNvGrpSpPr/>
            <p:nvPr/>
          </p:nvGrpSpPr>
          <p:grpSpPr>
            <a:xfrm>
              <a:off x="3815519" y="4098388"/>
              <a:ext cx="147831" cy="291991"/>
              <a:chOff x="3527539" y="4476677"/>
              <a:chExt cx="159232" cy="314510"/>
            </a:xfrm>
          </p:grpSpPr>
          <p:sp>
            <p:nvSpPr>
              <p:cNvPr id="15469" name="Google Shape;15469;p8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8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1" name="Google Shape;15471;p84"/>
            <p:cNvGrpSpPr/>
            <p:nvPr/>
          </p:nvGrpSpPr>
          <p:grpSpPr>
            <a:xfrm>
              <a:off x="3511696" y="4098388"/>
              <a:ext cx="147831" cy="291991"/>
              <a:chOff x="3527539" y="4476677"/>
              <a:chExt cx="159232" cy="314510"/>
            </a:xfrm>
          </p:grpSpPr>
          <p:sp>
            <p:nvSpPr>
              <p:cNvPr id="15472" name="Google Shape;15472;p8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8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4" name="Google Shape;15474;p84"/>
            <p:cNvGrpSpPr/>
            <p:nvPr/>
          </p:nvGrpSpPr>
          <p:grpSpPr>
            <a:xfrm>
              <a:off x="3207874" y="4098388"/>
              <a:ext cx="147831" cy="291991"/>
              <a:chOff x="3527539" y="4476677"/>
              <a:chExt cx="159232" cy="314510"/>
            </a:xfrm>
          </p:grpSpPr>
          <p:sp>
            <p:nvSpPr>
              <p:cNvPr id="15475" name="Google Shape;15475;p8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8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7" name="Google Shape;15477;p84"/>
            <p:cNvGrpSpPr/>
            <p:nvPr/>
          </p:nvGrpSpPr>
          <p:grpSpPr>
            <a:xfrm>
              <a:off x="2933305" y="4097347"/>
              <a:ext cx="118572" cy="294074"/>
              <a:chOff x="3343310" y="4475555"/>
              <a:chExt cx="127717" cy="316753"/>
            </a:xfrm>
          </p:grpSpPr>
          <p:sp>
            <p:nvSpPr>
              <p:cNvPr id="15478" name="Google Shape;15478;p8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8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480" name="Google Shape;15480;p84"/>
          <p:cNvGrpSpPr/>
          <p:nvPr/>
        </p:nvGrpSpPr>
        <p:grpSpPr>
          <a:xfrm>
            <a:off x="4256912" y="1866676"/>
            <a:ext cx="1433821" cy="191501"/>
            <a:chOff x="4273350" y="2080469"/>
            <a:chExt cx="1433821" cy="191501"/>
          </a:xfrm>
        </p:grpSpPr>
        <p:grpSp>
          <p:nvGrpSpPr>
            <p:cNvPr id="15481" name="Google Shape;15481;p84"/>
            <p:cNvGrpSpPr/>
            <p:nvPr/>
          </p:nvGrpSpPr>
          <p:grpSpPr>
            <a:xfrm>
              <a:off x="4273350" y="2080469"/>
              <a:ext cx="1433821" cy="0"/>
              <a:chOff x="5224975" y="2962250"/>
              <a:chExt cx="1544400" cy="0"/>
            </a:xfrm>
          </p:grpSpPr>
          <p:cxnSp>
            <p:nvCxnSpPr>
              <p:cNvPr id="15482" name="Google Shape;15482;p84"/>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5483" name="Google Shape;15483;p84"/>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5484" name="Google Shape;15484;p84"/>
            <p:cNvGrpSpPr/>
            <p:nvPr/>
          </p:nvGrpSpPr>
          <p:grpSpPr>
            <a:xfrm>
              <a:off x="4273350" y="2271969"/>
              <a:ext cx="1433821" cy="0"/>
              <a:chOff x="5224975" y="2962250"/>
              <a:chExt cx="1544400" cy="0"/>
            </a:xfrm>
          </p:grpSpPr>
          <p:cxnSp>
            <p:nvCxnSpPr>
              <p:cNvPr id="15485" name="Google Shape;15485;p84"/>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5486" name="Google Shape;15486;p84"/>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5487" name="Google Shape;15487;p84"/>
          <p:cNvGrpSpPr/>
          <p:nvPr/>
        </p:nvGrpSpPr>
        <p:grpSpPr>
          <a:xfrm>
            <a:off x="4258467" y="969244"/>
            <a:ext cx="1430711" cy="743389"/>
            <a:chOff x="5159450" y="1919950"/>
            <a:chExt cx="1541050" cy="862500"/>
          </a:xfrm>
        </p:grpSpPr>
        <p:sp>
          <p:nvSpPr>
            <p:cNvPr id="15488" name="Google Shape;15488;p84"/>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5489" name="Google Shape;15489;p84"/>
            <p:cNvGrpSpPr/>
            <p:nvPr/>
          </p:nvGrpSpPr>
          <p:grpSpPr>
            <a:xfrm>
              <a:off x="5159450" y="1919950"/>
              <a:ext cx="1541050" cy="862500"/>
              <a:chOff x="5159450" y="1919950"/>
              <a:chExt cx="1541050" cy="862500"/>
            </a:xfrm>
          </p:grpSpPr>
          <p:cxnSp>
            <p:nvCxnSpPr>
              <p:cNvPr id="15490" name="Google Shape;15490;p84"/>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5491" name="Google Shape;15491;p84"/>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5492" name="Google Shape;15492;p84"/>
          <p:cNvGrpSpPr/>
          <p:nvPr/>
        </p:nvGrpSpPr>
        <p:grpSpPr>
          <a:xfrm>
            <a:off x="4248581" y="2192571"/>
            <a:ext cx="1450484" cy="1052087"/>
            <a:chOff x="5230575" y="1554475"/>
            <a:chExt cx="2137150" cy="1550150"/>
          </a:xfrm>
        </p:grpSpPr>
        <p:sp>
          <p:nvSpPr>
            <p:cNvPr id="15493" name="Google Shape;15493;p84"/>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84"/>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84"/>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4"/>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84"/>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84"/>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84"/>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84"/>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84"/>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84"/>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84"/>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84"/>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84"/>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6" name="Google Shape;15506;p84"/>
          <p:cNvGrpSpPr/>
          <p:nvPr/>
        </p:nvGrpSpPr>
        <p:grpSpPr>
          <a:xfrm rot="10800000">
            <a:off x="4265131" y="3284761"/>
            <a:ext cx="1417383" cy="887946"/>
            <a:chOff x="5645403" y="2920021"/>
            <a:chExt cx="2650800" cy="2180614"/>
          </a:xfrm>
        </p:grpSpPr>
        <p:sp>
          <p:nvSpPr>
            <p:cNvPr id="15507" name="Google Shape;15507;p84"/>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08" name="Google Shape;15508;p84"/>
            <p:cNvCxnSpPr>
              <a:stCxn id="15507"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5509" name="Google Shape;15509;p84"/>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10" name="Google Shape;15510;p84"/>
            <p:cNvCxnSpPr>
              <a:endCxn id="15509"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5511" name="Google Shape;15511;p84"/>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12" name="Google Shape;15512;p84"/>
            <p:cNvCxnSpPr>
              <a:stCxn id="15511"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5513" name="Google Shape;15513;p84"/>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14" name="Google Shape;15514;p84"/>
            <p:cNvCxnSpPr>
              <a:endCxn id="15513"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5515" name="Google Shape;15515;p84"/>
          <p:cNvGrpSpPr/>
          <p:nvPr/>
        </p:nvGrpSpPr>
        <p:grpSpPr>
          <a:xfrm>
            <a:off x="7365491" y="2188116"/>
            <a:ext cx="1071743" cy="1021579"/>
            <a:chOff x="7189833" y="2022667"/>
            <a:chExt cx="1251159" cy="1192597"/>
          </a:xfrm>
        </p:grpSpPr>
        <p:sp>
          <p:nvSpPr>
            <p:cNvPr id="15516" name="Google Shape;15516;p84"/>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84"/>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84"/>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84"/>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0" name="Google Shape;15520;p84"/>
          <p:cNvGrpSpPr/>
          <p:nvPr/>
        </p:nvGrpSpPr>
        <p:grpSpPr>
          <a:xfrm>
            <a:off x="706762" y="2614523"/>
            <a:ext cx="1695374" cy="1560837"/>
            <a:chOff x="727421" y="2828315"/>
            <a:chExt cx="1695374" cy="1560837"/>
          </a:xfrm>
        </p:grpSpPr>
        <p:grpSp>
          <p:nvGrpSpPr>
            <p:cNvPr id="15521" name="Google Shape;15521;p84"/>
            <p:cNvGrpSpPr/>
            <p:nvPr/>
          </p:nvGrpSpPr>
          <p:grpSpPr>
            <a:xfrm>
              <a:off x="819108" y="2882501"/>
              <a:ext cx="103104" cy="1426186"/>
              <a:chOff x="4674013" y="3100904"/>
              <a:chExt cx="122758" cy="1698043"/>
            </a:xfrm>
          </p:grpSpPr>
          <p:sp>
            <p:nvSpPr>
              <p:cNvPr id="15522" name="Google Shape;15522;p84"/>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84"/>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84"/>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84"/>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84"/>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84"/>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84"/>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9" name="Google Shape;15529;p84"/>
            <p:cNvGrpSpPr/>
            <p:nvPr/>
          </p:nvGrpSpPr>
          <p:grpSpPr>
            <a:xfrm>
              <a:off x="1062475" y="2882501"/>
              <a:ext cx="103104" cy="1426186"/>
              <a:chOff x="4940438" y="3100904"/>
              <a:chExt cx="122758" cy="1698043"/>
            </a:xfrm>
          </p:grpSpPr>
          <p:sp>
            <p:nvSpPr>
              <p:cNvPr id="15530" name="Google Shape;15530;p84"/>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84"/>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84"/>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84"/>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84"/>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84"/>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84"/>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7" name="Google Shape;15537;p84"/>
            <p:cNvGrpSpPr/>
            <p:nvPr/>
          </p:nvGrpSpPr>
          <p:grpSpPr>
            <a:xfrm>
              <a:off x="1299324" y="2882501"/>
              <a:ext cx="103104" cy="1426186"/>
              <a:chOff x="5206863" y="3100904"/>
              <a:chExt cx="122758" cy="1698043"/>
            </a:xfrm>
          </p:grpSpPr>
          <p:sp>
            <p:nvSpPr>
              <p:cNvPr id="15538" name="Google Shape;15538;p8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8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8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8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8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8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8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5" name="Google Shape;15545;p84"/>
            <p:cNvGrpSpPr/>
            <p:nvPr/>
          </p:nvGrpSpPr>
          <p:grpSpPr>
            <a:xfrm>
              <a:off x="1786057" y="2882501"/>
              <a:ext cx="103104" cy="1426186"/>
              <a:chOff x="6006138" y="3143629"/>
              <a:chExt cx="122758" cy="1698043"/>
            </a:xfrm>
          </p:grpSpPr>
          <p:sp>
            <p:nvSpPr>
              <p:cNvPr id="15546" name="Google Shape;15546;p8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8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8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8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8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8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8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3" name="Google Shape;15553;p84"/>
            <p:cNvGrpSpPr/>
            <p:nvPr/>
          </p:nvGrpSpPr>
          <p:grpSpPr>
            <a:xfrm>
              <a:off x="2029422" y="2882501"/>
              <a:ext cx="103104" cy="1426186"/>
              <a:chOff x="6805413" y="3100904"/>
              <a:chExt cx="122758" cy="1698043"/>
            </a:xfrm>
          </p:grpSpPr>
          <p:sp>
            <p:nvSpPr>
              <p:cNvPr id="15554" name="Google Shape;15554;p84"/>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84"/>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84"/>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84"/>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84"/>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84"/>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84"/>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1" name="Google Shape;15561;p84"/>
            <p:cNvGrpSpPr/>
            <p:nvPr/>
          </p:nvGrpSpPr>
          <p:grpSpPr>
            <a:xfrm>
              <a:off x="727421" y="2828315"/>
              <a:ext cx="1695374" cy="1560837"/>
              <a:chOff x="734799" y="2782450"/>
              <a:chExt cx="1571100" cy="1577400"/>
            </a:xfrm>
          </p:grpSpPr>
          <p:cxnSp>
            <p:nvCxnSpPr>
              <p:cNvPr id="15562" name="Google Shape;15562;p84"/>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5563" name="Google Shape;15563;p84"/>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5564" name="Google Shape;15564;p84"/>
            <p:cNvGrpSpPr/>
            <p:nvPr/>
          </p:nvGrpSpPr>
          <p:grpSpPr>
            <a:xfrm>
              <a:off x="2272795" y="2882501"/>
              <a:ext cx="103104" cy="1426186"/>
              <a:chOff x="5206863" y="3100904"/>
              <a:chExt cx="122758" cy="1698043"/>
            </a:xfrm>
          </p:grpSpPr>
          <p:sp>
            <p:nvSpPr>
              <p:cNvPr id="15565" name="Google Shape;15565;p8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8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8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8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8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8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8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2" name="Google Shape;15572;p84"/>
            <p:cNvGrpSpPr/>
            <p:nvPr/>
          </p:nvGrpSpPr>
          <p:grpSpPr>
            <a:xfrm>
              <a:off x="1542694" y="2882501"/>
              <a:ext cx="103104" cy="1426186"/>
              <a:chOff x="6006138" y="3143629"/>
              <a:chExt cx="122758" cy="1698043"/>
            </a:xfrm>
          </p:grpSpPr>
          <p:sp>
            <p:nvSpPr>
              <p:cNvPr id="15573" name="Google Shape;15573;p8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8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8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8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8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8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580" name="Google Shape;15580;p84"/>
          <p:cNvGrpSpPr/>
          <p:nvPr/>
        </p:nvGrpSpPr>
        <p:grpSpPr>
          <a:xfrm>
            <a:off x="5915341" y="2192094"/>
            <a:ext cx="1248543" cy="1025319"/>
            <a:chOff x="5183758" y="1210600"/>
            <a:chExt cx="3605380" cy="2960783"/>
          </a:xfrm>
        </p:grpSpPr>
        <p:sp>
          <p:nvSpPr>
            <p:cNvPr id="15581" name="Google Shape;15581;p84"/>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84"/>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84"/>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84"/>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85" name="Google Shape;15585;p84"/>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5586" name="Google Shape;15586;p84"/>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5587" name="Google Shape;15587;p84"/>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5588" name="Google Shape;15588;p84"/>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5589" name="Google Shape;15589;p84"/>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0" name="Google Shape;15590;p84"/>
          <p:cNvGrpSpPr/>
          <p:nvPr/>
        </p:nvGrpSpPr>
        <p:grpSpPr>
          <a:xfrm>
            <a:off x="5772403" y="3330411"/>
            <a:ext cx="2664831" cy="843440"/>
            <a:chOff x="5916567" y="1099697"/>
            <a:chExt cx="2556683" cy="809211"/>
          </a:xfrm>
        </p:grpSpPr>
        <p:sp>
          <p:nvSpPr>
            <p:cNvPr id="15591" name="Google Shape;15591;p84"/>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84"/>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84"/>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84"/>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84"/>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84"/>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84"/>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84"/>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9" name="Google Shape;15599;p84"/>
          <p:cNvGrpSpPr/>
          <p:nvPr/>
        </p:nvGrpSpPr>
        <p:grpSpPr>
          <a:xfrm>
            <a:off x="5879943" y="979270"/>
            <a:ext cx="1299851" cy="1023338"/>
            <a:chOff x="5900602" y="1193063"/>
            <a:chExt cx="1299851" cy="1023338"/>
          </a:xfrm>
        </p:grpSpPr>
        <p:grpSp>
          <p:nvGrpSpPr>
            <p:cNvPr id="15600" name="Google Shape;15600;p84"/>
            <p:cNvGrpSpPr/>
            <p:nvPr/>
          </p:nvGrpSpPr>
          <p:grpSpPr>
            <a:xfrm>
              <a:off x="6743564" y="1193063"/>
              <a:ext cx="456889" cy="700379"/>
              <a:chOff x="6743564" y="1193063"/>
              <a:chExt cx="456889" cy="700379"/>
            </a:xfrm>
          </p:grpSpPr>
          <p:grpSp>
            <p:nvGrpSpPr>
              <p:cNvPr id="15601" name="Google Shape;15601;p84"/>
              <p:cNvGrpSpPr/>
              <p:nvPr/>
            </p:nvGrpSpPr>
            <p:grpSpPr>
              <a:xfrm>
                <a:off x="6743564" y="1690731"/>
                <a:ext cx="214402" cy="202710"/>
                <a:chOff x="6743564" y="1690731"/>
                <a:chExt cx="214402" cy="202710"/>
              </a:xfrm>
            </p:grpSpPr>
            <p:sp>
              <p:nvSpPr>
                <p:cNvPr id="15602" name="Google Shape;15602;p84"/>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84"/>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4" name="Google Shape;15604;p84"/>
              <p:cNvGrpSpPr/>
              <p:nvPr/>
            </p:nvGrpSpPr>
            <p:grpSpPr>
              <a:xfrm>
                <a:off x="6915505" y="1193063"/>
                <a:ext cx="284947" cy="589637"/>
                <a:chOff x="6915505" y="1193063"/>
                <a:chExt cx="284947" cy="589637"/>
              </a:xfrm>
            </p:grpSpPr>
            <p:sp>
              <p:nvSpPr>
                <p:cNvPr id="15605" name="Google Shape;15605;p84"/>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606" name="Google Shape;15606;p84"/>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5607" name="Google Shape;15607;p84"/>
            <p:cNvGrpSpPr/>
            <p:nvPr/>
          </p:nvGrpSpPr>
          <p:grpSpPr>
            <a:xfrm>
              <a:off x="6520337" y="1193063"/>
              <a:ext cx="341815" cy="801589"/>
              <a:chOff x="6520337" y="1193063"/>
              <a:chExt cx="341815" cy="801589"/>
            </a:xfrm>
          </p:grpSpPr>
          <p:grpSp>
            <p:nvGrpSpPr>
              <p:cNvPr id="15608" name="Google Shape;15608;p84"/>
              <p:cNvGrpSpPr/>
              <p:nvPr/>
            </p:nvGrpSpPr>
            <p:grpSpPr>
              <a:xfrm>
                <a:off x="6520337" y="1589527"/>
                <a:ext cx="213950" cy="405125"/>
                <a:chOff x="6520337" y="1589527"/>
                <a:chExt cx="213950" cy="405125"/>
              </a:xfrm>
            </p:grpSpPr>
            <p:sp>
              <p:nvSpPr>
                <p:cNvPr id="15609" name="Google Shape;15609;p84"/>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84"/>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1" name="Google Shape;15611;p84"/>
              <p:cNvGrpSpPr/>
              <p:nvPr/>
            </p:nvGrpSpPr>
            <p:grpSpPr>
              <a:xfrm>
                <a:off x="6577204" y="1193063"/>
                <a:ext cx="284947" cy="453562"/>
                <a:chOff x="6577204" y="1193063"/>
                <a:chExt cx="284947" cy="453562"/>
              </a:xfrm>
            </p:grpSpPr>
            <p:sp>
              <p:nvSpPr>
                <p:cNvPr id="15612" name="Google Shape;15612;p84"/>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613" name="Google Shape;15613;p84"/>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5614" name="Google Shape;15614;p84"/>
            <p:cNvGrpSpPr/>
            <p:nvPr/>
          </p:nvGrpSpPr>
          <p:grpSpPr>
            <a:xfrm>
              <a:off x="6238903" y="1193063"/>
              <a:ext cx="300475" cy="901782"/>
              <a:chOff x="6238903" y="1193063"/>
              <a:chExt cx="300475" cy="901782"/>
            </a:xfrm>
          </p:grpSpPr>
          <p:grpSp>
            <p:nvGrpSpPr>
              <p:cNvPr id="15615" name="Google Shape;15615;p84"/>
              <p:cNvGrpSpPr/>
              <p:nvPr/>
            </p:nvGrpSpPr>
            <p:grpSpPr>
              <a:xfrm>
                <a:off x="6290865" y="1489315"/>
                <a:ext cx="248514" cy="605530"/>
                <a:chOff x="6290865" y="1489315"/>
                <a:chExt cx="248514" cy="605530"/>
              </a:xfrm>
            </p:grpSpPr>
            <p:sp>
              <p:nvSpPr>
                <p:cNvPr id="15616" name="Google Shape;15616;p84"/>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84"/>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8" name="Google Shape;15618;p84"/>
              <p:cNvGrpSpPr/>
              <p:nvPr/>
            </p:nvGrpSpPr>
            <p:grpSpPr>
              <a:xfrm>
                <a:off x="6238903" y="1193063"/>
                <a:ext cx="284947" cy="327512"/>
                <a:chOff x="6238903" y="1193063"/>
                <a:chExt cx="284947" cy="327512"/>
              </a:xfrm>
            </p:grpSpPr>
            <p:sp>
              <p:nvSpPr>
                <p:cNvPr id="15619" name="Google Shape;15619;p84"/>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620" name="Google Shape;15620;p84"/>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5621" name="Google Shape;15621;p84"/>
            <p:cNvGrpSpPr/>
            <p:nvPr/>
          </p:nvGrpSpPr>
          <p:grpSpPr>
            <a:xfrm>
              <a:off x="5900602" y="1193063"/>
              <a:ext cx="444345" cy="1023338"/>
              <a:chOff x="5900602" y="1193063"/>
              <a:chExt cx="444345" cy="1023338"/>
            </a:xfrm>
          </p:grpSpPr>
          <p:grpSp>
            <p:nvGrpSpPr>
              <p:cNvPr id="15622" name="Google Shape;15622;p84"/>
              <p:cNvGrpSpPr/>
              <p:nvPr/>
            </p:nvGrpSpPr>
            <p:grpSpPr>
              <a:xfrm>
                <a:off x="6046501" y="1367785"/>
                <a:ext cx="298446" cy="848616"/>
                <a:chOff x="6046501" y="1367785"/>
                <a:chExt cx="298446" cy="848616"/>
              </a:xfrm>
            </p:grpSpPr>
            <p:sp>
              <p:nvSpPr>
                <p:cNvPr id="15623" name="Google Shape;15623;p84"/>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84"/>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5" name="Google Shape;15625;p84"/>
              <p:cNvGrpSpPr/>
              <p:nvPr/>
            </p:nvGrpSpPr>
            <p:grpSpPr>
              <a:xfrm>
                <a:off x="5900602" y="1193063"/>
                <a:ext cx="284947" cy="182312"/>
                <a:chOff x="5900602" y="1193063"/>
                <a:chExt cx="284947" cy="182312"/>
              </a:xfrm>
            </p:grpSpPr>
            <p:sp>
              <p:nvSpPr>
                <p:cNvPr id="15626" name="Google Shape;15626;p84"/>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627" name="Google Shape;15627;p84"/>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5628" name="Google Shape;15628;p84"/>
          <p:cNvGrpSpPr/>
          <p:nvPr/>
        </p:nvGrpSpPr>
        <p:grpSpPr>
          <a:xfrm>
            <a:off x="7217825" y="979415"/>
            <a:ext cx="1219413" cy="1051365"/>
            <a:chOff x="7287122" y="1165658"/>
            <a:chExt cx="1219413" cy="1051365"/>
          </a:xfrm>
        </p:grpSpPr>
        <p:grpSp>
          <p:nvGrpSpPr>
            <p:cNvPr id="15629" name="Google Shape;15629;p84"/>
            <p:cNvGrpSpPr/>
            <p:nvPr/>
          </p:nvGrpSpPr>
          <p:grpSpPr>
            <a:xfrm>
              <a:off x="7287122" y="1969723"/>
              <a:ext cx="1219413" cy="247300"/>
              <a:chOff x="7287122" y="1969723"/>
              <a:chExt cx="1219413" cy="247300"/>
            </a:xfrm>
          </p:grpSpPr>
          <p:sp>
            <p:nvSpPr>
              <p:cNvPr id="15630" name="Google Shape;15630;p84"/>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31" name="Google Shape;15631;p84"/>
              <p:cNvGrpSpPr/>
              <p:nvPr/>
            </p:nvGrpSpPr>
            <p:grpSpPr>
              <a:xfrm>
                <a:off x="7287122" y="2063892"/>
                <a:ext cx="1151753" cy="73428"/>
                <a:chOff x="7287122" y="2063892"/>
                <a:chExt cx="1151753" cy="73428"/>
              </a:xfrm>
            </p:grpSpPr>
            <p:sp>
              <p:nvSpPr>
                <p:cNvPr id="15632" name="Google Shape;15632;p84"/>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633" name="Google Shape;15633;p84"/>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5634" name="Google Shape;15634;p84"/>
            <p:cNvGrpSpPr/>
            <p:nvPr/>
          </p:nvGrpSpPr>
          <p:grpSpPr>
            <a:xfrm>
              <a:off x="7287122" y="1712201"/>
              <a:ext cx="1219403" cy="246767"/>
              <a:chOff x="7287122" y="1712201"/>
              <a:chExt cx="1219403" cy="246767"/>
            </a:xfrm>
          </p:grpSpPr>
          <p:sp>
            <p:nvSpPr>
              <p:cNvPr id="15635" name="Google Shape;15635;p84"/>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36" name="Google Shape;15636;p84"/>
              <p:cNvGrpSpPr/>
              <p:nvPr/>
            </p:nvGrpSpPr>
            <p:grpSpPr>
              <a:xfrm>
                <a:off x="7287122" y="1842861"/>
                <a:ext cx="1005303" cy="73419"/>
                <a:chOff x="7287122" y="1842861"/>
                <a:chExt cx="1005303" cy="73419"/>
              </a:xfrm>
            </p:grpSpPr>
            <p:sp>
              <p:nvSpPr>
                <p:cNvPr id="15637" name="Google Shape;15637;p84"/>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638" name="Google Shape;15638;p84"/>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5639" name="Google Shape;15639;p84"/>
            <p:cNvGrpSpPr/>
            <p:nvPr/>
          </p:nvGrpSpPr>
          <p:grpSpPr>
            <a:xfrm>
              <a:off x="7287122" y="1447520"/>
              <a:ext cx="1219403" cy="286667"/>
              <a:chOff x="7287122" y="1447520"/>
              <a:chExt cx="1219403" cy="286667"/>
            </a:xfrm>
          </p:grpSpPr>
          <p:sp>
            <p:nvSpPr>
              <p:cNvPr id="15640" name="Google Shape;15640;p84"/>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41" name="Google Shape;15641;p84"/>
              <p:cNvGrpSpPr/>
              <p:nvPr/>
            </p:nvGrpSpPr>
            <p:grpSpPr>
              <a:xfrm>
                <a:off x="7287122" y="1581977"/>
                <a:ext cx="852803" cy="73428"/>
                <a:chOff x="7287122" y="1581977"/>
                <a:chExt cx="852803" cy="73428"/>
              </a:xfrm>
            </p:grpSpPr>
            <p:sp>
              <p:nvSpPr>
                <p:cNvPr id="15642" name="Google Shape;15642;p84"/>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643" name="Google Shape;15643;p84"/>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5644" name="Google Shape;15644;p84"/>
            <p:cNvGrpSpPr/>
            <p:nvPr/>
          </p:nvGrpSpPr>
          <p:grpSpPr>
            <a:xfrm>
              <a:off x="7287122" y="1165658"/>
              <a:ext cx="1219403" cy="344253"/>
              <a:chOff x="7287122" y="1165658"/>
              <a:chExt cx="1219403" cy="344253"/>
            </a:xfrm>
          </p:grpSpPr>
          <p:sp>
            <p:nvSpPr>
              <p:cNvPr id="15645" name="Google Shape;15645;p84"/>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46" name="Google Shape;15646;p84"/>
              <p:cNvGrpSpPr/>
              <p:nvPr/>
            </p:nvGrpSpPr>
            <p:grpSpPr>
              <a:xfrm>
                <a:off x="7287122" y="1341025"/>
                <a:ext cx="695703" cy="73419"/>
                <a:chOff x="7287122" y="1341025"/>
                <a:chExt cx="695703" cy="73419"/>
              </a:xfrm>
            </p:grpSpPr>
            <p:sp>
              <p:nvSpPr>
                <p:cNvPr id="15647" name="Google Shape;15647;p84"/>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648" name="Google Shape;15648;p84"/>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652" name="Shape 15652"/>
        <p:cNvGrpSpPr/>
        <p:nvPr/>
      </p:nvGrpSpPr>
      <p:grpSpPr>
        <a:xfrm>
          <a:off x="0" y="0"/>
          <a:ext cx="0" cy="0"/>
          <a:chOff x="0" y="0"/>
          <a:chExt cx="0" cy="0"/>
        </a:xfrm>
      </p:grpSpPr>
      <p:grpSp>
        <p:nvGrpSpPr>
          <p:cNvPr id="15653" name="Google Shape;15653;p85"/>
          <p:cNvGrpSpPr/>
          <p:nvPr/>
        </p:nvGrpSpPr>
        <p:grpSpPr>
          <a:xfrm>
            <a:off x="846551" y="2273217"/>
            <a:ext cx="415546" cy="355053"/>
            <a:chOff x="866243" y="2291587"/>
            <a:chExt cx="415546" cy="355053"/>
          </a:xfrm>
        </p:grpSpPr>
        <p:sp>
          <p:nvSpPr>
            <p:cNvPr id="15654" name="Google Shape;15654;p85"/>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85"/>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85"/>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85"/>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85"/>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59" name="Google Shape;15659;p85"/>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60" name="Google Shape;15660;p85"/>
          <p:cNvGrpSpPr/>
          <p:nvPr/>
        </p:nvGrpSpPr>
        <p:grpSpPr>
          <a:xfrm>
            <a:off x="1938828" y="2284205"/>
            <a:ext cx="359213" cy="327807"/>
            <a:chOff x="1958520" y="2302574"/>
            <a:chExt cx="359213" cy="327807"/>
          </a:xfrm>
        </p:grpSpPr>
        <p:sp>
          <p:nvSpPr>
            <p:cNvPr id="15661" name="Google Shape;15661;p85"/>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85"/>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85"/>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4" name="Google Shape;15664;p85"/>
          <p:cNvGrpSpPr/>
          <p:nvPr/>
        </p:nvGrpSpPr>
        <p:grpSpPr>
          <a:xfrm>
            <a:off x="2560190" y="2269057"/>
            <a:ext cx="207582" cy="359594"/>
            <a:chOff x="2656082" y="2287427"/>
            <a:chExt cx="207582" cy="359594"/>
          </a:xfrm>
        </p:grpSpPr>
        <p:sp>
          <p:nvSpPr>
            <p:cNvPr id="15665" name="Google Shape;15665;p85"/>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85"/>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85"/>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85"/>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9" name="Google Shape;15669;p85"/>
          <p:cNvGrpSpPr/>
          <p:nvPr/>
        </p:nvGrpSpPr>
        <p:grpSpPr>
          <a:xfrm>
            <a:off x="3029961" y="2303099"/>
            <a:ext cx="362991" cy="290018"/>
            <a:chOff x="3049653" y="2321468"/>
            <a:chExt cx="362991" cy="290018"/>
          </a:xfrm>
        </p:grpSpPr>
        <p:sp>
          <p:nvSpPr>
            <p:cNvPr id="15670" name="Google Shape;15670;p85"/>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5"/>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85"/>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85"/>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4" name="Google Shape;15674;p85"/>
          <p:cNvGrpSpPr/>
          <p:nvPr/>
        </p:nvGrpSpPr>
        <p:grpSpPr>
          <a:xfrm>
            <a:off x="3544551" y="2271534"/>
            <a:ext cx="422342" cy="355243"/>
            <a:chOff x="3564243" y="2289904"/>
            <a:chExt cx="422342" cy="355243"/>
          </a:xfrm>
        </p:grpSpPr>
        <p:sp>
          <p:nvSpPr>
            <p:cNvPr id="15675" name="Google Shape;15675;p85"/>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85"/>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85"/>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85"/>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85"/>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80" name="Google Shape;15680;p85"/>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81" name="Google Shape;15681;p85"/>
          <p:cNvGrpSpPr/>
          <p:nvPr/>
        </p:nvGrpSpPr>
        <p:grpSpPr>
          <a:xfrm>
            <a:off x="4668202" y="2271344"/>
            <a:ext cx="359594" cy="353909"/>
            <a:chOff x="4687894" y="2289713"/>
            <a:chExt cx="359594" cy="353909"/>
          </a:xfrm>
        </p:grpSpPr>
        <p:sp>
          <p:nvSpPr>
            <p:cNvPr id="15682" name="Google Shape;15682;p85"/>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85"/>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85"/>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85" name="Google Shape;15685;p85"/>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86" name="Google Shape;15686;p85"/>
          <p:cNvGrpSpPr/>
          <p:nvPr/>
        </p:nvGrpSpPr>
        <p:grpSpPr>
          <a:xfrm>
            <a:off x="6352932" y="2289857"/>
            <a:ext cx="263567" cy="317614"/>
            <a:chOff x="6421399" y="2308227"/>
            <a:chExt cx="263567" cy="317614"/>
          </a:xfrm>
        </p:grpSpPr>
        <p:sp>
          <p:nvSpPr>
            <p:cNvPr id="15687" name="Google Shape;15687;p85"/>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85"/>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85"/>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85"/>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1" name="Google Shape;15691;p85"/>
          <p:cNvGrpSpPr/>
          <p:nvPr/>
        </p:nvGrpSpPr>
        <p:grpSpPr>
          <a:xfrm>
            <a:off x="6850501" y="2277250"/>
            <a:ext cx="360356" cy="343462"/>
            <a:chOff x="6870193" y="2295620"/>
            <a:chExt cx="360356" cy="343462"/>
          </a:xfrm>
        </p:grpSpPr>
        <p:sp>
          <p:nvSpPr>
            <p:cNvPr id="15692" name="Google Shape;15692;p85"/>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85"/>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4" name="Google Shape;15694;p85"/>
          <p:cNvGrpSpPr/>
          <p:nvPr/>
        </p:nvGrpSpPr>
        <p:grpSpPr>
          <a:xfrm>
            <a:off x="7421773" y="2284490"/>
            <a:ext cx="342192" cy="327140"/>
            <a:chOff x="7441465" y="2302860"/>
            <a:chExt cx="342192" cy="327140"/>
          </a:xfrm>
        </p:grpSpPr>
        <p:sp>
          <p:nvSpPr>
            <p:cNvPr id="15695" name="Google Shape;15695;p85"/>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85"/>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7" name="Google Shape;15697;p85"/>
          <p:cNvGrpSpPr/>
          <p:nvPr/>
        </p:nvGrpSpPr>
        <p:grpSpPr>
          <a:xfrm>
            <a:off x="7969991" y="2331837"/>
            <a:ext cx="332761" cy="234066"/>
            <a:chOff x="7989683" y="2350207"/>
            <a:chExt cx="332761" cy="234066"/>
          </a:xfrm>
        </p:grpSpPr>
        <p:sp>
          <p:nvSpPr>
            <p:cNvPr id="15698" name="Google Shape;15698;p85"/>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85"/>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85"/>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85"/>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85"/>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85"/>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4" name="Google Shape;15704;p85"/>
          <p:cNvGrpSpPr/>
          <p:nvPr/>
        </p:nvGrpSpPr>
        <p:grpSpPr>
          <a:xfrm>
            <a:off x="5803602" y="2291381"/>
            <a:ext cx="315327" cy="314978"/>
            <a:chOff x="5823294" y="2309751"/>
            <a:chExt cx="315327" cy="314978"/>
          </a:xfrm>
        </p:grpSpPr>
        <p:sp>
          <p:nvSpPr>
            <p:cNvPr id="15705" name="Google Shape;15705;p85"/>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85"/>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85"/>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85"/>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85"/>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85"/>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85"/>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5"/>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85"/>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85"/>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85"/>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85"/>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85"/>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85"/>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85"/>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85"/>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5"/>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2" name="Google Shape;15722;p85"/>
          <p:cNvGrpSpPr/>
          <p:nvPr/>
        </p:nvGrpSpPr>
        <p:grpSpPr>
          <a:xfrm>
            <a:off x="2477583" y="2725790"/>
            <a:ext cx="370930" cy="370549"/>
            <a:chOff x="2497275" y="2744159"/>
            <a:chExt cx="370930" cy="370549"/>
          </a:xfrm>
        </p:grpSpPr>
        <p:sp>
          <p:nvSpPr>
            <p:cNvPr id="15723" name="Google Shape;15723;p85"/>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85"/>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85"/>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85"/>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85"/>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85"/>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9" name="Google Shape;15729;p85"/>
          <p:cNvGrpSpPr/>
          <p:nvPr/>
        </p:nvGrpSpPr>
        <p:grpSpPr>
          <a:xfrm>
            <a:off x="841248" y="2728108"/>
            <a:ext cx="371883" cy="365691"/>
            <a:chOff x="860940" y="2746477"/>
            <a:chExt cx="371883" cy="365691"/>
          </a:xfrm>
        </p:grpSpPr>
        <p:sp>
          <p:nvSpPr>
            <p:cNvPr id="15730" name="Google Shape;15730;p85"/>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85"/>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85"/>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85"/>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85"/>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5" name="Google Shape;15735;p85"/>
          <p:cNvGrpSpPr/>
          <p:nvPr/>
        </p:nvGrpSpPr>
        <p:grpSpPr>
          <a:xfrm>
            <a:off x="1431144" y="2747889"/>
            <a:ext cx="283985" cy="341080"/>
            <a:chOff x="1493849" y="2775533"/>
            <a:chExt cx="283985" cy="341080"/>
          </a:xfrm>
        </p:grpSpPr>
        <p:sp>
          <p:nvSpPr>
            <p:cNvPr id="15736" name="Google Shape;15736;p85"/>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85"/>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8" name="Google Shape;15738;p85"/>
          <p:cNvGrpSpPr/>
          <p:nvPr/>
        </p:nvGrpSpPr>
        <p:grpSpPr>
          <a:xfrm>
            <a:off x="1933144" y="2756052"/>
            <a:ext cx="372835" cy="342573"/>
            <a:chOff x="1952836" y="2774422"/>
            <a:chExt cx="372835" cy="342573"/>
          </a:xfrm>
        </p:grpSpPr>
        <p:sp>
          <p:nvSpPr>
            <p:cNvPr id="15739" name="Google Shape;15739;p85"/>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85"/>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85"/>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2" name="Google Shape;15742;p85"/>
          <p:cNvGrpSpPr/>
          <p:nvPr/>
        </p:nvGrpSpPr>
        <p:grpSpPr>
          <a:xfrm>
            <a:off x="3060224" y="2726107"/>
            <a:ext cx="332729" cy="372518"/>
            <a:chOff x="3079916" y="2744477"/>
            <a:chExt cx="332729" cy="372518"/>
          </a:xfrm>
        </p:grpSpPr>
        <p:sp>
          <p:nvSpPr>
            <p:cNvPr id="15743" name="Google Shape;15743;p85"/>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85"/>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85"/>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6" name="Google Shape;15746;p85"/>
          <p:cNvGrpSpPr/>
          <p:nvPr/>
        </p:nvGrpSpPr>
        <p:grpSpPr>
          <a:xfrm>
            <a:off x="3600884" y="2727155"/>
            <a:ext cx="336889" cy="355592"/>
            <a:chOff x="3620576" y="2745525"/>
            <a:chExt cx="336889" cy="355592"/>
          </a:xfrm>
        </p:grpSpPr>
        <p:sp>
          <p:nvSpPr>
            <p:cNvPr id="15747" name="Google Shape;15747;p85"/>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85"/>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9" name="Google Shape;15749;p85"/>
          <p:cNvGrpSpPr/>
          <p:nvPr/>
        </p:nvGrpSpPr>
        <p:grpSpPr>
          <a:xfrm>
            <a:off x="4107123" y="2742334"/>
            <a:ext cx="380393" cy="363118"/>
            <a:chOff x="4126815" y="2760704"/>
            <a:chExt cx="380393" cy="363118"/>
          </a:xfrm>
        </p:grpSpPr>
        <p:sp>
          <p:nvSpPr>
            <p:cNvPr id="15750" name="Google Shape;15750;p85"/>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85"/>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85"/>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85"/>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4" name="Google Shape;15754;p85"/>
          <p:cNvGrpSpPr/>
          <p:nvPr/>
        </p:nvGrpSpPr>
        <p:grpSpPr>
          <a:xfrm>
            <a:off x="4656294" y="2727314"/>
            <a:ext cx="381346" cy="368644"/>
            <a:chOff x="4675986" y="2745684"/>
            <a:chExt cx="381346" cy="368644"/>
          </a:xfrm>
        </p:grpSpPr>
        <p:sp>
          <p:nvSpPr>
            <p:cNvPr id="15755" name="Google Shape;15755;p85"/>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85"/>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7" name="Google Shape;15757;p85"/>
          <p:cNvGrpSpPr/>
          <p:nvPr/>
        </p:nvGrpSpPr>
        <p:grpSpPr>
          <a:xfrm>
            <a:off x="5200924" y="2772692"/>
            <a:ext cx="373185" cy="302466"/>
            <a:chOff x="5220616" y="2791061"/>
            <a:chExt cx="373185" cy="302466"/>
          </a:xfrm>
        </p:grpSpPr>
        <p:sp>
          <p:nvSpPr>
            <p:cNvPr id="15758" name="Google Shape;15758;p85"/>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85"/>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85"/>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85"/>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85"/>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85"/>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85"/>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85"/>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85"/>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85"/>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85"/>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85"/>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85"/>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85"/>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85"/>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85"/>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85"/>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85"/>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6" name="Google Shape;15776;p85"/>
          <p:cNvGrpSpPr/>
          <p:nvPr/>
        </p:nvGrpSpPr>
        <p:grpSpPr>
          <a:xfrm>
            <a:off x="5768969" y="2754147"/>
            <a:ext cx="284366" cy="344097"/>
            <a:chOff x="5864861" y="2772517"/>
            <a:chExt cx="284366" cy="344097"/>
          </a:xfrm>
        </p:grpSpPr>
        <p:sp>
          <p:nvSpPr>
            <p:cNvPr id="15777" name="Google Shape;15777;p85"/>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85"/>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85"/>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85"/>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85"/>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85"/>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83" name="Google Shape;15783;p85"/>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84" name="Google Shape;15784;p85"/>
          <p:cNvGrpSpPr/>
          <p:nvPr/>
        </p:nvGrpSpPr>
        <p:grpSpPr>
          <a:xfrm>
            <a:off x="6954467" y="2771168"/>
            <a:ext cx="255247" cy="327458"/>
            <a:chOff x="6974158" y="2789537"/>
            <a:chExt cx="255247" cy="327458"/>
          </a:xfrm>
        </p:grpSpPr>
        <p:sp>
          <p:nvSpPr>
            <p:cNvPr id="15785" name="Google Shape;15785;p85"/>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85"/>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85"/>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85"/>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85"/>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85"/>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1" name="Google Shape;15791;p85"/>
          <p:cNvGrpSpPr/>
          <p:nvPr/>
        </p:nvGrpSpPr>
        <p:grpSpPr>
          <a:xfrm>
            <a:off x="7511005" y="2771930"/>
            <a:ext cx="244291" cy="326314"/>
            <a:chOff x="7530697" y="2790299"/>
            <a:chExt cx="244291" cy="326314"/>
          </a:xfrm>
        </p:grpSpPr>
        <p:sp>
          <p:nvSpPr>
            <p:cNvPr id="15792" name="Google Shape;15792;p85"/>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85"/>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85"/>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85"/>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85"/>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85"/>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8" name="Google Shape;15798;p85"/>
          <p:cNvGrpSpPr/>
          <p:nvPr/>
        </p:nvGrpSpPr>
        <p:grpSpPr>
          <a:xfrm>
            <a:off x="7968499" y="2813878"/>
            <a:ext cx="332348" cy="283985"/>
            <a:chOff x="7988191" y="2832248"/>
            <a:chExt cx="332348" cy="283985"/>
          </a:xfrm>
        </p:grpSpPr>
        <p:sp>
          <p:nvSpPr>
            <p:cNvPr id="15799" name="Google Shape;15799;p85"/>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85"/>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85"/>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02" name="Google Shape;15802;p85"/>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03" name="Google Shape;15803;p85"/>
          <p:cNvGrpSpPr/>
          <p:nvPr/>
        </p:nvGrpSpPr>
        <p:grpSpPr>
          <a:xfrm>
            <a:off x="3568748" y="3239998"/>
            <a:ext cx="364484" cy="262423"/>
            <a:chOff x="3588440" y="3258368"/>
            <a:chExt cx="364484" cy="262423"/>
          </a:xfrm>
        </p:grpSpPr>
        <p:sp>
          <p:nvSpPr>
            <p:cNvPr id="15804" name="Google Shape;15804;p85"/>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85"/>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85"/>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85"/>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85"/>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85"/>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10" name="Google Shape;15810;p85"/>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11" name="Google Shape;15811;p85"/>
          <p:cNvGrpSpPr/>
          <p:nvPr/>
        </p:nvGrpSpPr>
        <p:grpSpPr>
          <a:xfrm>
            <a:off x="5746125" y="3209355"/>
            <a:ext cx="364865" cy="324822"/>
            <a:chOff x="5765817" y="3227724"/>
            <a:chExt cx="364865" cy="324822"/>
          </a:xfrm>
        </p:grpSpPr>
        <p:sp>
          <p:nvSpPr>
            <p:cNvPr id="15812" name="Google Shape;15812;p85"/>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85"/>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85"/>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5" name="Google Shape;15815;p85"/>
          <p:cNvGrpSpPr/>
          <p:nvPr/>
        </p:nvGrpSpPr>
        <p:grpSpPr>
          <a:xfrm>
            <a:off x="6208891" y="3219294"/>
            <a:ext cx="446539" cy="303895"/>
            <a:chOff x="6228583" y="3237664"/>
            <a:chExt cx="446539" cy="303895"/>
          </a:xfrm>
        </p:grpSpPr>
        <p:sp>
          <p:nvSpPr>
            <p:cNvPr id="15816" name="Google Shape;15816;p85"/>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85"/>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85"/>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85"/>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85"/>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85"/>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85"/>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85"/>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85"/>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85"/>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85"/>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85"/>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85"/>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85"/>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85"/>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85"/>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85"/>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3" name="Google Shape;15833;p85"/>
          <p:cNvGrpSpPr/>
          <p:nvPr/>
        </p:nvGrpSpPr>
        <p:grpSpPr>
          <a:xfrm>
            <a:off x="846170" y="3188936"/>
            <a:ext cx="364484" cy="364897"/>
            <a:chOff x="865862" y="3207306"/>
            <a:chExt cx="364484" cy="364897"/>
          </a:xfrm>
        </p:grpSpPr>
        <p:sp>
          <p:nvSpPr>
            <p:cNvPr id="15834" name="Google Shape;15834;p85"/>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85"/>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85"/>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85"/>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85"/>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85"/>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85"/>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85"/>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85"/>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85"/>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85"/>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85"/>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85"/>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85"/>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8" name="Google Shape;15848;p85"/>
          <p:cNvGrpSpPr/>
          <p:nvPr/>
        </p:nvGrpSpPr>
        <p:grpSpPr>
          <a:xfrm>
            <a:off x="1384925" y="3208593"/>
            <a:ext cx="370168" cy="325965"/>
            <a:chOff x="1404617" y="3226962"/>
            <a:chExt cx="370168" cy="325965"/>
          </a:xfrm>
        </p:grpSpPr>
        <p:sp>
          <p:nvSpPr>
            <p:cNvPr id="15849" name="Google Shape;15849;p85"/>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85"/>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85"/>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85"/>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85"/>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85"/>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85"/>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85"/>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85"/>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8" name="Google Shape;15858;p85"/>
          <p:cNvGrpSpPr/>
          <p:nvPr/>
        </p:nvGrpSpPr>
        <p:grpSpPr>
          <a:xfrm>
            <a:off x="1933711" y="3197724"/>
            <a:ext cx="366389" cy="354481"/>
            <a:chOff x="1954741" y="3212419"/>
            <a:chExt cx="366389" cy="354481"/>
          </a:xfrm>
        </p:grpSpPr>
        <p:sp>
          <p:nvSpPr>
            <p:cNvPr id="15859" name="Google Shape;15859;p85"/>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85"/>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85"/>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85"/>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85"/>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85"/>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85"/>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6" name="Google Shape;15866;p85"/>
          <p:cNvGrpSpPr/>
          <p:nvPr/>
        </p:nvGrpSpPr>
        <p:grpSpPr>
          <a:xfrm>
            <a:off x="3023547" y="3197256"/>
            <a:ext cx="366008" cy="348670"/>
            <a:chOff x="3043239" y="3215626"/>
            <a:chExt cx="366008" cy="348670"/>
          </a:xfrm>
        </p:grpSpPr>
        <p:sp>
          <p:nvSpPr>
            <p:cNvPr id="15867" name="Google Shape;15867;p85"/>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85"/>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9" name="Google Shape;15869;p85"/>
          <p:cNvGrpSpPr/>
          <p:nvPr/>
        </p:nvGrpSpPr>
        <p:grpSpPr>
          <a:xfrm>
            <a:off x="4198641" y="3166613"/>
            <a:ext cx="209107" cy="383442"/>
            <a:chOff x="4218333" y="3184982"/>
            <a:chExt cx="209107" cy="383442"/>
          </a:xfrm>
        </p:grpSpPr>
        <p:sp>
          <p:nvSpPr>
            <p:cNvPr id="15870" name="Google Shape;15870;p85"/>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85"/>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72" name="Google Shape;15872;p85"/>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73" name="Google Shape;15873;p85"/>
          <p:cNvGrpSpPr/>
          <p:nvPr/>
        </p:nvGrpSpPr>
        <p:grpSpPr>
          <a:xfrm>
            <a:off x="6876953" y="3197637"/>
            <a:ext cx="322917" cy="347876"/>
            <a:chOff x="6896644" y="3216007"/>
            <a:chExt cx="322917" cy="347876"/>
          </a:xfrm>
        </p:grpSpPr>
        <p:sp>
          <p:nvSpPr>
            <p:cNvPr id="15874" name="Google Shape;15874;p85"/>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85"/>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85"/>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85"/>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85"/>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85"/>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85"/>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1" name="Google Shape;15881;p85"/>
          <p:cNvGrpSpPr/>
          <p:nvPr/>
        </p:nvGrpSpPr>
        <p:grpSpPr>
          <a:xfrm>
            <a:off x="7409674" y="3204814"/>
            <a:ext cx="334634" cy="333904"/>
            <a:chOff x="7429366" y="3223183"/>
            <a:chExt cx="334634" cy="333904"/>
          </a:xfrm>
        </p:grpSpPr>
        <p:sp>
          <p:nvSpPr>
            <p:cNvPr id="15882" name="Google Shape;15882;p85"/>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85"/>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84" name="Google Shape;15884;p85"/>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85" name="Google Shape;15885;p85"/>
          <p:cNvGrpSpPr/>
          <p:nvPr/>
        </p:nvGrpSpPr>
        <p:grpSpPr>
          <a:xfrm>
            <a:off x="5196764" y="3707114"/>
            <a:ext cx="356196" cy="265631"/>
            <a:chOff x="5216456" y="3725484"/>
            <a:chExt cx="356196" cy="265631"/>
          </a:xfrm>
        </p:grpSpPr>
        <p:sp>
          <p:nvSpPr>
            <p:cNvPr id="15886" name="Google Shape;15886;p85"/>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85"/>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8" name="Google Shape;15888;p85"/>
          <p:cNvGrpSpPr/>
          <p:nvPr/>
        </p:nvGrpSpPr>
        <p:grpSpPr>
          <a:xfrm>
            <a:off x="6829701" y="3715625"/>
            <a:ext cx="355053" cy="248038"/>
            <a:chOff x="6849393" y="3733994"/>
            <a:chExt cx="355053" cy="248038"/>
          </a:xfrm>
        </p:grpSpPr>
        <p:sp>
          <p:nvSpPr>
            <p:cNvPr id="15889" name="Google Shape;15889;p85"/>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85"/>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85"/>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85"/>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85"/>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4" name="Google Shape;15894;p85"/>
          <p:cNvGrpSpPr/>
          <p:nvPr/>
        </p:nvGrpSpPr>
        <p:grpSpPr>
          <a:xfrm>
            <a:off x="7899305" y="3696318"/>
            <a:ext cx="392111" cy="280206"/>
            <a:chOff x="7918997" y="3714687"/>
            <a:chExt cx="392111" cy="280206"/>
          </a:xfrm>
        </p:grpSpPr>
        <p:sp>
          <p:nvSpPr>
            <p:cNvPr id="15895" name="Google Shape;15895;p85"/>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85"/>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85"/>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85"/>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85"/>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00" name="Google Shape;15900;p85"/>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01" name="Google Shape;15901;p85"/>
          <p:cNvGrpSpPr/>
          <p:nvPr/>
        </p:nvGrpSpPr>
        <p:grpSpPr>
          <a:xfrm>
            <a:off x="1389085" y="3662594"/>
            <a:ext cx="357720" cy="355148"/>
            <a:chOff x="1408777" y="3680964"/>
            <a:chExt cx="357720" cy="355148"/>
          </a:xfrm>
        </p:grpSpPr>
        <p:sp>
          <p:nvSpPr>
            <p:cNvPr id="15902" name="Google Shape;15902;p85"/>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85"/>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85"/>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85"/>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85"/>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7" name="Google Shape;15907;p85"/>
          <p:cNvGrpSpPr/>
          <p:nvPr/>
        </p:nvGrpSpPr>
        <p:grpSpPr>
          <a:xfrm>
            <a:off x="1933144" y="3662594"/>
            <a:ext cx="357720" cy="355148"/>
            <a:chOff x="1952836" y="3680964"/>
            <a:chExt cx="357720" cy="355148"/>
          </a:xfrm>
        </p:grpSpPr>
        <p:sp>
          <p:nvSpPr>
            <p:cNvPr id="15908" name="Google Shape;15908;p85"/>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85"/>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85"/>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85"/>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85"/>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3" name="Google Shape;15913;p85"/>
          <p:cNvGrpSpPr/>
          <p:nvPr/>
        </p:nvGrpSpPr>
        <p:grpSpPr>
          <a:xfrm>
            <a:off x="2477202" y="3662594"/>
            <a:ext cx="357720" cy="355148"/>
            <a:chOff x="2496894" y="3680964"/>
            <a:chExt cx="357720" cy="355148"/>
          </a:xfrm>
        </p:grpSpPr>
        <p:sp>
          <p:nvSpPr>
            <p:cNvPr id="15914" name="Google Shape;15914;p85"/>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85"/>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85"/>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85"/>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85"/>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9" name="Google Shape;15919;p85"/>
          <p:cNvGrpSpPr/>
          <p:nvPr/>
        </p:nvGrpSpPr>
        <p:grpSpPr>
          <a:xfrm>
            <a:off x="3021292" y="3662689"/>
            <a:ext cx="356164" cy="355815"/>
            <a:chOff x="3040984" y="3681059"/>
            <a:chExt cx="356164" cy="355815"/>
          </a:xfrm>
        </p:grpSpPr>
        <p:sp>
          <p:nvSpPr>
            <p:cNvPr id="15920" name="Google Shape;15920;p85"/>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85"/>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85"/>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3" name="Google Shape;15923;p85"/>
          <p:cNvGrpSpPr/>
          <p:nvPr/>
        </p:nvGrpSpPr>
        <p:grpSpPr>
          <a:xfrm>
            <a:off x="3564589" y="3680821"/>
            <a:ext cx="358069" cy="317995"/>
            <a:chOff x="3584280" y="3699191"/>
            <a:chExt cx="358069" cy="317995"/>
          </a:xfrm>
        </p:grpSpPr>
        <p:sp>
          <p:nvSpPr>
            <p:cNvPr id="15924" name="Google Shape;15924;p85"/>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85"/>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85"/>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85"/>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8" name="Google Shape;15928;p85"/>
          <p:cNvGrpSpPr/>
          <p:nvPr/>
        </p:nvGrpSpPr>
        <p:grpSpPr>
          <a:xfrm>
            <a:off x="4109790" y="3662689"/>
            <a:ext cx="355402" cy="354291"/>
            <a:chOff x="4129482" y="3681059"/>
            <a:chExt cx="355402" cy="354291"/>
          </a:xfrm>
        </p:grpSpPr>
        <p:sp>
          <p:nvSpPr>
            <p:cNvPr id="15929" name="Google Shape;15929;p85"/>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85"/>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85"/>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85"/>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3" name="Google Shape;15933;p85"/>
          <p:cNvGrpSpPr/>
          <p:nvPr/>
        </p:nvGrpSpPr>
        <p:grpSpPr>
          <a:xfrm>
            <a:off x="4653849" y="3661927"/>
            <a:ext cx="355434" cy="355815"/>
            <a:chOff x="4673540" y="3680297"/>
            <a:chExt cx="355434" cy="355815"/>
          </a:xfrm>
        </p:grpSpPr>
        <p:sp>
          <p:nvSpPr>
            <p:cNvPr id="15934" name="Google Shape;15934;p85"/>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85"/>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85"/>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7" name="Google Shape;15937;p85"/>
          <p:cNvGrpSpPr/>
          <p:nvPr/>
        </p:nvGrpSpPr>
        <p:grpSpPr>
          <a:xfrm>
            <a:off x="5759716" y="3680821"/>
            <a:ext cx="317645" cy="318757"/>
            <a:chOff x="5779408" y="3699191"/>
            <a:chExt cx="317645" cy="318757"/>
          </a:xfrm>
        </p:grpSpPr>
        <p:sp>
          <p:nvSpPr>
            <p:cNvPr id="15938" name="Google Shape;15938;p85"/>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85"/>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40" name="Google Shape;15940;p85"/>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41" name="Google Shape;15941;p85"/>
          <p:cNvGrpSpPr/>
          <p:nvPr/>
        </p:nvGrpSpPr>
        <p:grpSpPr>
          <a:xfrm>
            <a:off x="7370743" y="3662499"/>
            <a:ext cx="372073" cy="355243"/>
            <a:chOff x="7390435" y="3680868"/>
            <a:chExt cx="372073" cy="355243"/>
          </a:xfrm>
        </p:grpSpPr>
        <p:sp>
          <p:nvSpPr>
            <p:cNvPr id="15942" name="Google Shape;15942;p85"/>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85"/>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85"/>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85"/>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85"/>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85"/>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8" name="Google Shape;15948;p85"/>
          <p:cNvGrpSpPr/>
          <p:nvPr/>
        </p:nvGrpSpPr>
        <p:grpSpPr>
          <a:xfrm>
            <a:off x="1392301" y="4119346"/>
            <a:ext cx="374709" cy="374010"/>
            <a:chOff x="1421638" y="4125629"/>
            <a:chExt cx="374709" cy="374010"/>
          </a:xfrm>
        </p:grpSpPr>
        <p:sp>
          <p:nvSpPr>
            <p:cNvPr id="15949" name="Google Shape;15949;p85"/>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85"/>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1" name="Google Shape;15951;p85"/>
          <p:cNvGrpSpPr/>
          <p:nvPr/>
        </p:nvGrpSpPr>
        <p:grpSpPr>
          <a:xfrm>
            <a:off x="1943917" y="4135255"/>
            <a:ext cx="357720" cy="342192"/>
            <a:chOff x="1973254" y="4156304"/>
            <a:chExt cx="357720" cy="342192"/>
          </a:xfrm>
        </p:grpSpPr>
        <p:sp>
          <p:nvSpPr>
            <p:cNvPr id="15952" name="Google Shape;15952;p85"/>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85"/>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85"/>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85"/>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85"/>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85"/>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8" name="Google Shape;15958;p85"/>
          <p:cNvGrpSpPr/>
          <p:nvPr/>
        </p:nvGrpSpPr>
        <p:grpSpPr>
          <a:xfrm>
            <a:off x="2494422" y="4136192"/>
            <a:ext cx="341049" cy="340318"/>
            <a:chOff x="2523759" y="4135505"/>
            <a:chExt cx="341049" cy="340318"/>
          </a:xfrm>
        </p:grpSpPr>
        <p:sp>
          <p:nvSpPr>
            <p:cNvPr id="15959" name="Google Shape;15959;p85"/>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85"/>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1" name="Google Shape;15961;p85"/>
          <p:cNvGrpSpPr/>
          <p:nvPr/>
        </p:nvGrpSpPr>
        <p:grpSpPr>
          <a:xfrm>
            <a:off x="3011266" y="4131175"/>
            <a:ext cx="392079" cy="350353"/>
            <a:chOff x="3040603" y="4130360"/>
            <a:chExt cx="392079" cy="350353"/>
          </a:xfrm>
        </p:grpSpPr>
        <p:sp>
          <p:nvSpPr>
            <p:cNvPr id="15962" name="Google Shape;15962;p85"/>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85"/>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85"/>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85"/>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85"/>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85"/>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85"/>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85"/>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85"/>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85"/>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2" name="Google Shape;15972;p85"/>
          <p:cNvGrpSpPr/>
          <p:nvPr/>
        </p:nvGrpSpPr>
        <p:grpSpPr>
          <a:xfrm>
            <a:off x="3632807" y="4136192"/>
            <a:ext cx="232955" cy="340318"/>
            <a:chOff x="3662144" y="4135505"/>
            <a:chExt cx="232955" cy="340318"/>
          </a:xfrm>
        </p:grpSpPr>
        <p:sp>
          <p:nvSpPr>
            <p:cNvPr id="15973" name="Google Shape;15973;p85"/>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85"/>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85"/>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85"/>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7" name="Google Shape;15977;p85"/>
          <p:cNvGrpSpPr/>
          <p:nvPr/>
        </p:nvGrpSpPr>
        <p:grpSpPr>
          <a:xfrm>
            <a:off x="4119801" y="4122029"/>
            <a:ext cx="344065" cy="368644"/>
            <a:chOff x="4149138" y="4121151"/>
            <a:chExt cx="344065" cy="368644"/>
          </a:xfrm>
        </p:grpSpPr>
        <p:sp>
          <p:nvSpPr>
            <p:cNvPr id="15978" name="Google Shape;15978;p85"/>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85"/>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85"/>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85"/>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85"/>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85"/>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85"/>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85"/>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85"/>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85"/>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85"/>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85"/>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90" name="Google Shape;15990;p85"/>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91" name="Google Shape;15991;p85"/>
          <p:cNvGrpSpPr/>
          <p:nvPr/>
        </p:nvGrpSpPr>
        <p:grpSpPr>
          <a:xfrm>
            <a:off x="5176925" y="4174949"/>
            <a:ext cx="397763" cy="262804"/>
            <a:chOff x="5206262" y="4174817"/>
            <a:chExt cx="397763" cy="262804"/>
          </a:xfrm>
        </p:grpSpPr>
        <p:sp>
          <p:nvSpPr>
            <p:cNvPr id="15992" name="Google Shape;15992;p85"/>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85"/>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85"/>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85"/>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85"/>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85"/>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85"/>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9" name="Google Shape;15999;p85"/>
          <p:cNvGrpSpPr/>
          <p:nvPr/>
        </p:nvGrpSpPr>
        <p:grpSpPr>
          <a:xfrm>
            <a:off x="5698279" y="4161342"/>
            <a:ext cx="440505" cy="290018"/>
            <a:chOff x="5727616" y="4204699"/>
            <a:chExt cx="440505" cy="290018"/>
          </a:xfrm>
        </p:grpSpPr>
        <p:sp>
          <p:nvSpPr>
            <p:cNvPr id="16000" name="Google Shape;16000;p85"/>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85"/>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85"/>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85"/>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85"/>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85"/>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85"/>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85"/>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8" name="Google Shape;16008;p85"/>
          <p:cNvGrpSpPr/>
          <p:nvPr/>
        </p:nvGrpSpPr>
        <p:grpSpPr>
          <a:xfrm>
            <a:off x="6380726" y="4124093"/>
            <a:ext cx="159950" cy="364516"/>
            <a:chOff x="6410063" y="4135124"/>
            <a:chExt cx="159950" cy="364516"/>
          </a:xfrm>
        </p:grpSpPr>
        <p:sp>
          <p:nvSpPr>
            <p:cNvPr id="16009" name="Google Shape;16009;p85"/>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85"/>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85"/>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85"/>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3" name="Google Shape;16013;p85"/>
          <p:cNvGrpSpPr/>
          <p:nvPr/>
        </p:nvGrpSpPr>
        <p:grpSpPr>
          <a:xfrm>
            <a:off x="6641065" y="4124284"/>
            <a:ext cx="214378" cy="364135"/>
            <a:chOff x="6924652" y="4135505"/>
            <a:chExt cx="214378" cy="364135"/>
          </a:xfrm>
        </p:grpSpPr>
        <p:sp>
          <p:nvSpPr>
            <p:cNvPr id="16014" name="Google Shape;16014;p85"/>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85"/>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85"/>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85"/>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18" name="Google Shape;16018;p85"/>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16019" name="Google Shape;16019;p8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16020" name="Google Shape;16020;p85"/>
          <p:cNvGrpSpPr/>
          <p:nvPr/>
        </p:nvGrpSpPr>
        <p:grpSpPr>
          <a:xfrm>
            <a:off x="841240" y="4119220"/>
            <a:ext cx="374177" cy="374263"/>
            <a:chOff x="775325" y="4143525"/>
            <a:chExt cx="468776" cy="468884"/>
          </a:xfrm>
        </p:grpSpPr>
        <p:sp>
          <p:nvSpPr>
            <p:cNvPr id="16021" name="Google Shape;16021;p85"/>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85"/>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85"/>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85"/>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5" name="Google Shape;16025;p85"/>
          <p:cNvGrpSpPr/>
          <p:nvPr/>
        </p:nvGrpSpPr>
        <p:grpSpPr>
          <a:xfrm>
            <a:off x="7015917" y="4114633"/>
            <a:ext cx="219464" cy="383437"/>
            <a:chOff x="1426400" y="1814750"/>
            <a:chExt cx="407850" cy="712575"/>
          </a:xfrm>
        </p:grpSpPr>
        <p:sp>
          <p:nvSpPr>
            <p:cNvPr id="16026" name="Google Shape;16026;p85"/>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85"/>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85"/>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9" name="Google Shape;16029;p85"/>
          <p:cNvGrpSpPr/>
          <p:nvPr/>
        </p:nvGrpSpPr>
        <p:grpSpPr>
          <a:xfrm>
            <a:off x="7391519" y="4149408"/>
            <a:ext cx="313833" cy="313887"/>
            <a:chOff x="1910075" y="2021700"/>
            <a:chExt cx="583225" cy="583325"/>
          </a:xfrm>
        </p:grpSpPr>
        <p:sp>
          <p:nvSpPr>
            <p:cNvPr id="16030" name="Google Shape;16030;p85"/>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85"/>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85"/>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3" name="Google Shape;16033;p85"/>
          <p:cNvGrpSpPr/>
          <p:nvPr/>
        </p:nvGrpSpPr>
        <p:grpSpPr>
          <a:xfrm>
            <a:off x="7861486" y="4189187"/>
            <a:ext cx="441255" cy="234329"/>
            <a:chOff x="2749275" y="2099575"/>
            <a:chExt cx="820025" cy="435475"/>
          </a:xfrm>
        </p:grpSpPr>
        <p:sp>
          <p:nvSpPr>
            <p:cNvPr id="16034" name="Google Shape;16034;p85"/>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85"/>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85"/>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85"/>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41" name="Shape 16041"/>
        <p:cNvGrpSpPr/>
        <p:nvPr/>
      </p:nvGrpSpPr>
      <p:grpSpPr>
        <a:xfrm>
          <a:off x="0" y="0"/>
          <a:ext cx="0" cy="0"/>
          <a:chOff x="0" y="0"/>
          <a:chExt cx="0" cy="0"/>
        </a:xfrm>
      </p:grpSpPr>
      <p:grpSp>
        <p:nvGrpSpPr>
          <p:cNvPr id="16042" name="Google Shape;16042;p86"/>
          <p:cNvGrpSpPr/>
          <p:nvPr/>
        </p:nvGrpSpPr>
        <p:grpSpPr>
          <a:xfrm>
            <a:off x="1989449" y="4101269"/>
            <a:ext cx="374774" cy="346073"/>
            <a:chOff x="1989449" y="4282269"/>
            <a:chExt cx="374774" cy="346073"/>
          </a:xfrm>
        </p:grpSpPr>
        <p:sp>
          <p:nvSpPr>
            <p:cNvPr id="16043" name="Google Shape;16043;p86"/>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86"/>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86"/>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86"/>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86"/>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8" name="Google Shape;16048;p86"/>
          <p:cNvGrpSpPr/>
          <p:nvPr/>
        </p:nvGrpSpPr>
        <p:grpSpPr>
          <a:xfrm>
            <a:off x="2487439" y="4099740"/>
            <a:ext cx="198775" cy="348972"/>
            <a:chOff x="2487439" y="4280740"/>
            <a:chExt cx="198775" cy="348972"/>
          </a:xfrm>
        </p:grpSpPr>
        <p:sp>
          <p:nvSpPr>
            <p:cNvPr id="16049" name="Google Shape;16049;p86"/>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86"/>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86"/>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86"/>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3" name="Google Shape;16053;p86"/>
          <p:cNvGrpSpPr/>
          <p:nvPr/>
        </p:nvGrpSpPr>
        <p:grpSpPr>
          <a:xfrm>
            <a:off x="2810958" y="4092923"/>
            <a:ext cx="353145" cy="361873"/>
            <a:chOff x="2810958" y="4273923"/>
            <a:chExt cx="353145" cy="361873"/>
          </a:xfrm>
        </p:grpSpPr>
        <p:sp>
          <p:nvSpPr>
            <p:cNvPr id="16054" name="Google Shape;16054;p86"/>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86"/>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86"/>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86"/>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86"/>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86"/>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86"/>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1" name="Google Shape;16061;p86"/>
          <p:cNvGrpSpPr/>
          <p:nvPr/>
        </p:nvGrpSpPr>
        <p:grpSpPr>
          <a:xfrm>
            <a:off x="6275635" y="4101651"/>
            <a:ext cx="209383" cy="366778"/>
            <a:chOff x="6275635" y="4282651"/>
            <a:chExt cx="209383" cy="366778"/>
          </a:xfrm>
        </p:grpSpPr>
        <p:sp>
          <p:nvSpPr>
            <p:cNvPr id="16062" name="Google Shape;16062;p86"/>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86"/>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4" name="Google Shape;16064;p86"/>
          <p:cNvGrpSpPr/>
          <p:nvPr/>
        </p:nvGrpSpPr>
        <p:grpSpPr>
          <a:xfrm>
            <a:off x="6701186" y="4102033"/>
            <a:ext cx="280292" cy="366396"/>
            <a:chOff x="6701186" y="4283033"/>
            <a:chExt cx="280292" cy="366396"/>
          </a:xfrm>
        </p:grpSpPr>
        <p:sp>
          <p:nvSpPr>
            <p:cNvPr id="16065" name="Google Shape;16065;p86"/>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86"/>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7" name="Google Shape;16067;p86"/>
          <p:cNvGrpSpPr/>
          <p:nvPr/>
        </p:nvGrpSpPr>
        <p:grpSpPr>
          <a:xfrm>
            <a:off x="2609571" y="3643958"/>
            <a:ext cx="373627" cy="347347"/>
            <a:chOff x="2609571" y="3824958"/>
            <a:chExt cx="373627" cy="347347"/>
          </a:xfrm>
        </p:grpSpPr>
        <p:sp>
          <p:nvSpPr>
            <p:cNvPr id="16068" name="Google Shape;16068;p86"/>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86"/>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70" name="Google Shape;16070;p86"/>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71" name="Google Shape;16071;p86"/>
          <p:cNvGrpSpPr/>
          <p:nvPr/>
        </p:nvGrpSpPr>
        <p:grpSpPr>
          <a:xfrm>
            <a:off x="916127" y="3626056"/>
            <a:ext cx="221902" cy="380795"/>
            <a:chOff x="916127" y="3807056"/>
            <a:chExt cx="221902" cy="380795"/>
          </a:xfrm>
        </p:grpSpPr>
        <p:sp>
          <p:nvSpPr>
            <p:cNvPr id="16072" name="Google Shape;16072;p86"/>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86"/>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86"/>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86"/>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76" name="Google Shape;16076;p86"/>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86"/>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78" name="Google Shape;16078;p86"/>
          <p:cNvGrpSpPr/>
          <p:nvPr/>
        </p:nvGrpSpPr>
        <p:grpSpPr>
          <a:xfrm>
            <a:off x="3513010" y="3635134"/>
            <a:ext cx="362223" cy="361108"/>
            <a:chOff x="3513010" y="3816134"/>
            <a:chExt cx="362223" cy="361108"/>
          </a:xfrm>
        </p:grpSpPr>
        <p:sp>
          <p:nvSpPr>
            <p:cNvPr id="16079" name="Google Shape;16079;p86"/>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86"/>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86"/>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86"/>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3" name="Google Shape;16083;p86"/>
          <p:cNvGrpSpPr/>
          <p:nvPr/>
        </p:nvGrpSpPr>
        <p:grpSpPr>
          <a:xfrm>
            <a:off x="3950316" y="3639307"/>
            <a:ext cx="369805" cy="353782"/>
            <a:chOff x="3950316" y="3820307"/>
            <a:chExt cx="369805" cy="353782"/>
          </a:xfrm>
        </p:grpSpPr>
        <p:sp>
          <p:nvSpPr>
            <p:cNvPr id="16084" name="Google Shape;16084;p86"/>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86"/>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86"/>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86"/>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8" name="Google Shape;16088;p86"/>
          <p:cNvGrpSpPr/>
          <p:nvPr/>
        </p:nvGrpSpPr>
        <p:grpSpPr>
          <a:xfrm>
            <a:off x="1761909" y="3630961"/>
            <a:ext cx="307974" cy="371716"/>
            <a:chOff x="1761909" y="3811961"/>
            <a:chExt cx="307974" cy="371716"/>
          </a:xfrm>
        </p:grpSpPr>
        <p:sp>
          <p:nvSpPr>
            <p:cNvPr id="16089" name="Google Shape;16089;p86"/>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86"/>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86"/>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86"/>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86"/>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86"/>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86"/>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86"/>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86"/>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86"/>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9" name="Google Shape;16099;p86"/>
          <p:cNvGrpSpPr/>
          <p:nvPr/>
        </p:nvGrpSpPr>
        <p:grpSpPr>
          <a:xfrm>
            <a:off x="5373342" y="3627935"/>
            <a:ext cx="231395" cy="353145"/>
            <a:chOff x="5373342" y="3808935"/>
            <a:chExt cx="231395" cy="353145"/>
          </a:xfrm>
        </p:grpSpPr>
        <p:sp>
          <p:nvSpPr>
            <p:cNvPr id="16100" name="Google Shape;16100;p86"/>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86"/>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86"/>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86"/>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86"/>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86"/>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86"/>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86"/>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86"/>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09" name="Google Shape;16109;p86"/>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10" name="Google Shape;16110;p86"/>
          <p:cNvGrpSpPr/>
          <p:nvPr/>
        </p:nvGrpSpPr>
        <p:grpSpPr>
          <a:xfrm>
            <a:off x="5833775" y="3628445"/>
            <a:ext cx="235185" cy="352253"/>
            <a:chOff x="5833775" y="3809445"/>
            <a:chExt cx="235185" cy="352253"/>
          </a:xfrm>
        </p:grpSpPr>
        <p:sp>
          <p:nvSpPr>
            <p:cNvPr id="16111" name="Google Shape;16111;p86"/>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86"/>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86"/>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4" name="Google Shape;16114;p86"/>
          <p:cNvGrpSpPr/>
          <p:nvPr/>
        </p:nvGrpSpPr>
        <p:grpSpPr>
          <a:xfrm>
            <a:off x="4942472" y="3628318"/>
            <a:ext cx="238976" cy="352762"/>
            <a:chOff x="4942472" y="3809318"/>
            <a:chExt cx="238976" cy="352762"/>
          </a:xfrm>
        </p:grpSpPr>
        <p:sp>
          <p:nvSpPr>
            <p:cNvPr id="16115" name="Google Shape;16115;p86"/>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86"/>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86"/>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86"/>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86"/>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86"/>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86"/>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2" name="Google Shape;16122;p86"/>
          <p:cNvGrpSpPr/>
          <p:nvPr/>
        </p:nvGrpSpPr>
        <p:grpSpPr>
          <a:xfrm>
            <a:off x="6266525" y="3626788"/>
            <a:ext cx="260223" cy="353527"/>
            <a:chOff x="6266525" y="3807788"/>
            <a:chExt cx="260223" cy="353527"/>
          </a:xfrm>
        </p:grpSpPr>
        <p:sp>
          <p:nvSpPr>
            <p:cNvPr id="16123" name="Google Shape;16123;p86"/>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86"/>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86"/>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86"/>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27" name="Google Shape;16127;p86"/>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28" name="Google Shape;16128;p86"/>
          <p:cNvGrpSpPr/>
          <p:nvPr/>
        </p:nvGrpSpPr>
        <p:grpSpPr>
          <a:xfrm>
            <a:off x="7184363" y="3628604"/>
            <a:ext cx="202184" cy="352762"/>
            <a:chOff x="7184363" y="3809604"/>
            <a:chExt cx="202184" cy="352762"/>
          </a:xfrm>
        </p:grpSpPr>
        <p:sp>
          <p:nvSpPr>
            <p:cNvPr id="16129" name="Google Shape;16129;p86"/>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86"/>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1" name="Google Shape;16131;p86"/>
          <p:cNvGrpSpPr/>
          <p:nvPr/>
        </p:nvGrpSpPr>
        <p:grpSpPr>
          <a:xfrm>
            <a:off x="7571624" y="3627935"/>
            <a:ext cx="292047" cy="352762"/>
            <a:chOff x="7571624" y="3808935"/>
            <a:chExt cx="292047" cy="352762"/>
          </a:xfrm>
        </p:grpSpPr>
        <p:sp>
          <p:nvSpPr>
            <p:cNvPr id="16132" name="Google Shape;16132;p86"/>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86"/>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86"/>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86"/>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86"/>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86"/>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8" name="Google Shape;16138;p86"/>
          <p:cNvGrpSpPr/>
          <p:nvPr/>
        </p:nvGrpSpPr>
        <p:grpSpPr>
          <a:xfrm>
            <a:off x="2174559" y="3175116"/>
            <a:ext cx="364135" cy="359930"/>
            <a:chOff x="2174559" y="3356116"/>
            <a:chExt cx="364135" cy="359930"/>
          </a:xfrm>
        </p:grpSpPr>
        <p:sp>
          <p:nvSpPr>
            <p:cNvPr id="16139" name="Google Shape;16139;p86"/>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86"/>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1" name="Google Shape;16141;p86"/>
          <p:cNvGrpSpPr/>
          <p:nvPr/>
        </p:nvGrpSpPr>
        <p:grpSpPr>
          <a:xfrm>
            <a:off x="1731934" y="3174639"/>
            <a:ext cx="368371" cy="361554"/>
            <a:chOff x="1731934" y="3355639"/>
            <a:chExt cx="368371" cy="361554"/>
          </a:xfrm>
        </p:grpSpPr>
        <p:sp>
          <p:nvSpPr>
            <p:cNvPr id="16142" name="Google Shape;16142;p86"/>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86"/>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4" name="Google Shape;16144;p86"/>
          <p:cNvGrpSpPr/>
          <p:nvPr/>
        </p:nvGrpSpPr>
        <p:grpSpPr>
          <a:xfrm>
            <a:off x="3990517" y="3173173"/>
            <a:ext cx="279559" cy="363402"/>
            <a:chOff x="3990517" y="3354173"/>
            <a:chExt cx="279559" cy="363402"/>
          </a:xfrm>
        </p:grpSpPr>
        <p:sp>
          <p:nvSpPr>
            <p:cNvPr id="16145" name="Google Shape;16145;p86"/>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86"/>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86"/>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8" name="Google Shape;16148;p86"/>
          <p:cNvGrpSpPr/>
          <p:nvPr/>
        </p:nvGrpSpPr>
        <p:grpSpPr>
          <a:xfrm>
            <a:off x="3497847" y="3236374"/>
            <a:ext cx="379680" cy="237606"/>
            <a:chOff x="3497847" y="3417374"/>
            <a:chExt cx="379680" cy="237606"/>
          </a:xfrm>
        </p:grpSpPr>
        <p:sp>
          <p:nvSpPr>
            <p:cNvPr id="16149" name="Google Shape;16149;p86"/>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86"/>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86"/>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86"/>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3" name="Google Shape;16153;p86"/>
          <p:cNvGrpSpPr/>
          <p:nvPr/>
        </p:nvGrpSpPr>
        <p:grpSpPr>
          <a:xfrm>
            <a:off x="2612597" y="3186075"/>
            <a:ext cx="376271" cy="337982"/>
            <a:chOff x="2612597" y="3367075"/>
            <a:chExt cx="376271" cy="337982"/>
          </a:xfrm>
        </p:grpSpPr>
        <p:sp>
          <p:nvSpPr>
            <p:cNvPr id="16154" name="Google Shape;16154;p86"/>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86"/>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6" name="Google Shape;16156;p86"/>
          <p:cNvGrpSpPr/>
          <p:nvPr/>
        </p:nvGrpSpPr>
        <p:grpSpPr>
          <a:xfrm>
            <a:off x="3071914" y="3183431"/>
            <a:ext cx="343652" cy="342505"/>
            <a:chOff x="3071914" y="3364431"/>
            <a:chExt cx="343652" cy="342505"/>
          </a:xfrm>
        </p:grpSpPr>
        <p:sp>
          <p:nvSpPr>
            <p:cNvPr id="16157" name="Google Shape;16157;p86"/>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86"/>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86"/>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86"/>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86"/>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2" name="Google Shape;16162;p86"/>
          <p:cNvGrpSpPr/>
          <p:nvPr/>
        </p:nvGrpSpPr>
        <p:grpSpPr>
          <a:xfrm>
            <a:off x="897141" y="3178875"/>
            <a:ext cx="257962" cy="352762"/>
            <a:chOff x="897141" y="3359875"/>
            <a:chExt cx="257962" cy="352762"/>
          </a:xfrm>
        </p:grpSpPr>
        <p:sp>
          <p:nvSpPr>
            <p:cNvPr id="16163" name="Google Shape;16163;p86"/>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86"/>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86"/>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86"/>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86"/>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86"/>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86"/>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86"/>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1" name="Google Shape;16171;p86"/>
          <p:cNvGrpSpPr/>
          <p:nvPr/>
        </p:nvGrpSpPr>
        <p:grpSpPr>
          <a:xfrm>
            <a:off x="1333682" y="3163330"/>
            <a:ext cx="271213" cy="383088"/>
            <a:chOff x="1333682" y="3344330"/>
            <a:chExt cx="271213" cy="383088"/>
          </a:xfrm>
        </p:grpSpPr>
        <p:sp>
          <p:nvSpPr>
            <p:cNvPr id="16172" name="Google Shape;16172;p86"/>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86"/>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86"/>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86"/>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86"/>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86"/>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86"/>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86"/>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86"/>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86"/>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86"/>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3" name="Google Shape;16183;p86"/>
          <p:cNvGrpSpPr/>
          <p:nvPr/>
        </p:nvGrpSpPr>
        <p:grpSpPr>
          <a:xfrm>
            <a:off x="6664394" y="3165974"/>
            <a:ext cx="353113" cy="351998"/>
            <a:chOff x="6664394" y="3346974"/>
            <a:chExt cx="353113" cy="351998"/>
          </a:xfrm>
        </p:grpSpPr>
        <p:sp>
          <p:nvSpPr>
            <p:cNvPr id="16184" name="Google Shape;16184;p86"/>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86"/>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86"/>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86"/>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86"/>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9" name="Google Shape;16189;p86"/>
          <p:cNvGrpSpPr/>
          <p:nvPr/>
        </p:nvGrpSpPr>
        <p:grpSpPr>
          <a:xfrm>
            <a:off x="849741" y="1778307"/>
            <a:ext cx="399398" cy="375443"/>
            <a:chOff x="849741" y="1959307"/>
            <a:chExt cx="399398" cy="375443"/>
          </a:xfrm>
        </p:grpSpPr>
        <p:sp>
          <p:nvSpPr>
            <p:cNvPr id="16190" name="Google Shape;16190;p86"/>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86"/>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2" name="Google Shape;16192;p86"/>
          <p:cNvGrpSpPr/>
          <p:nvPr/>
        </p:nvGrpSpPr>
        <p:grpSpPr>
          <a:xfrm>
            <a:off x="1284212" y="1782766"/>
            <a:ext cx="379489" cy="366046"/>
            <a:chOff x="1284212" y="1963766"/>
            <a:chExt cx="379489" cy="366046"/>
          </a:xfrm>
        </p:grpSpPr>
        <p:sp>
          <p:nvSpPr>
            <p:cNvPr id="16193" name="Google Shape;16193;p86"/>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86"/>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5" name="Google Shape;16195;p86"/>
          <p:cNvGrpSpPr/>
          <p:nvPr/>
        </p:nvGrpSpPr>
        <p:grpSpPr>
          <a:xfrm>
            <a:off x="3037766" y="1788564"/>
            <a:ext cx="370219" cy="354928"/>
            <a:chOff x="3037766" y="1969564"/>
            <a:chExt cx="370219" cy="354928"/>
          </a:xfrm>
        </p:grpSpPr>
        <p:sp>
          <p:nvSpPr>
            <p:cNvPr id="16196" name="Google Shape;16196;p86"/>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86"/>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86"/>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86"/>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0" name="Google Shape;16200;p86"/>
          <p:cNvGrpSpPr/>
          <p:nvPr/>
        </p:nvGrpSpPr>
        <p:grpSpPr>
          <a:xfrm>
            <a:off x="3982553" y="1790730"/>
            <a:ext cx="304566" cy="350501"/>
            <a:chOff x="3982553" y="1971730"/>
            <a:chExt cx="304566" cy="350501"/>
          </a:xfrm>
        </p:grpSpPr>
        <p:sp>
          <p:nvSpPr>
            <p:cNvPr id="16201" name="Google Shape;16201;p86"/>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86"/>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3" name="Google Shape;16203;p86"/>
          <p:cNvGrpSpPr/>
          <p:nvPr/>
        </p:nvGrpSpPr>
        <p:grpSpPr>
          <a:xfrm>
            <a:off x="2567841" y="1813124"/>
            <a:ext cx="399812" cy="306477"/>
            <a:chOff x="2567841" y="1994124"/>
            <a:chExt cx="399812" cy="306477"/>
          </a:xfrm>
        </p:grpSpPr>
        <p:sp>
          <p:nvSpPr>
            <p:cNvPr id="16204" name="Google Shape;16204;p86"/>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86"/>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86"/>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7" name="Google Shape;16207;p86"/>
          <p:cNvGrpSpPr/>
          <p:nvPr/>
        </p:nvGrpSpPr>
        <p:grpSpPr>
          <a:xfrm>
            <a:off x="2212084" y="1779358"/>
            <a:ext cx="324698" cy="372863"/>
            <a:chOff x="2212084" y="1960358"/>
            <a:chExt cx="324698" cy="372863"/>
          </a:xfrm>
        </p:grpSpPr>
        <p:sp>
          <p:nvSpPr>
            <p:cNvPr id="16208" name="Google Shape;16208;p86"/>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86"/>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86"/>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1" name="Google Shape;16211;p86"/>
          <p:cNvGrpSpPr/>
          <p:nvPr/>
        </p:nvGrpSpPr>
        <p:grpSpPr>
          <a:xfrm>
            <a:off x="1805901" y="1779358"/>
            <a:ext cx="284847" cy="373627"/>
            <a:chOff x="1805901" y="1960358"/>
            <a:chExt cx="284847" cy="373627"/>
          </a:xfrm>
        </p:grpSpPr>
        <p:sp>
          <p:nvSpPr>
            <p:cNvPr id="16212" name="Google Shape;16212;p86"/>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86"/>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14" name="Google Shape;16214;p86"/>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86"/>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86"/>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17" name="Google Shape;16217;p86"/>
          <p:cNvGrpSpPr/>
          <p:nvPr/>
        </p:nvGrpSpPr>
        <p:grpSpPr>
          <a:xfrm>
            <a:off x="6656812" y="1848388"/>
            <a:ext cx="368690" cy="245793"/>
            <a:chOff x="6656812" y="2029388"/>
            <a:chExt cx="368690" cy="245793"/>
          </a:xfrm>
        </p:grpSpPr>
        <p:sp>
          <p:nvSpPr>
            <p:cNvPr id="16218" name="Google Shape;16218;p86"/>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86"/>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86"/>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86"/>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86"/>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86"/>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86"/>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86"/>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86"/>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86"/>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8" name="Google Shape;16228;p86"/>
          <p:cNvGrpSpPr/>
          <p:nvPr/>
        </p:nvGrpSpPr>
        <p:grpSpPr>
          <a:xfrm>
            <a:off x="4869651" y="1831218"/>
            <a:ext cx="376654" cy="281566"/>
            <a:chOff x="4869651" y="2012218"/>
            <a:chExt cx="376654" cy="281566"/>
          </a:xfrm>
        </p:grpSpPr>
        <p:sp>
          <p:nvSpPr>
            <p:cNvPr id="16229" name="Google Shape;16229;p86"/>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86"/>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86"/>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86"/>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3" name="Google Shape;16233;p86"/>
          <p:cNvGrpSpPr/>
          <p:nvPr/>
        </p:nvGrpSpPr>
        <p:grpSpPr>
          <a:xfrm>
            <a:off x="5306224" y="1831313"/>
            <a:ext cx="367925" cy="281694"/>
            <a:chOff x="5306224" y="2012313"/>
            <a:chExt cx="367925" cy="281694"/>
          </a:xfrm>
        </p:grpSpPr>
        <p:sp>
          <p:nvSpPr>
            <p:cNvPr id="16234" name="Google Shape;16234;p86"/>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86"/>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36" name="Google Shape;16236;p86"/>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37" name="Google Shape;16237;p86"/>
          <p:cNvGrpSpPr/>
          <p:nvPr/>
        </p:nvGrpSpPr>
        <p:grpSpPr>
          <a:xfrm>
            <a:off x="6195998" y="1802102"/>
            <a:ext cx="368308" cy="338746"/>
            <a:chOff x="6195998" y="1983102"/>
            <a:chExt cx="368308" cy="338746"/>
          </a:xfrm>
        </p:grpSpPr>
        <p:sp>
          <p:nvSpPr>
            <p:cNvPr id="16238" name="Google Shape;16238;p86"/>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86"/>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86"/>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1" name="Google Shape;16241;p86"/>
          <p:cNvGrpSpPr/>
          <p:nvPr/>
        </p:nvGrpSpPr>
        <p:grpSpPr>
          <a:xfrm>
            <a:off x="7542031" y="1830835"/>
            <a:ext cx="369072" cy="280037"/>
            <a:chOff x="7542031" y="2011835"/>
            <a:chExt cx="369072" cy="280037"/>
          </a:xfrm>
        </p:grpSpPr>
        <p:sp>
          <p:nvSpPr>
            <p:cNvPr id="16242" name="Google Shape;16242;p86"/>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86"/>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86"/>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86"/>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86"/>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86"/>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86"/>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86"/>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86"/>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1" name="Google Shape;16251;p86"/>
          <p:cNvGrpSpPr/>
          <p:nvPr/>
        </p:nvGrpSpPr>
        <p:grpSpPr>
          <a:xfrm>
            <a:off x="8010427" y="3167503"/>
            <a:ext cx="278795" cy="351615"/>
            <a:chOff x="8010427" y="3348503"/>
            <a:chExt cx="278795" cy="351615"/>
          </a:xfrm>
        </p:grpSpPr>
        <p:sp>
          <p:nvSpPr>
            <p:cNvPr id="16252" name="Google Shape;16252;p86"/>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86"/>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86"/>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86"/>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56" name="Google Shape;16256;p86"/>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57" name="Google Shape;16257;p86"/>
          <p:cNvGrpSpPr/>
          <p:nvPr/>
        </p:nvGrpSpPr>
        <p:grpSpPr>
          <a:xfrm>
            <a:off x="7141900" y="3168204"/>
            <a:ext cx="281057" cy="351010"/>
            <a:chOff x="7141900" y="3349204"/>
            <a:chExt cx="281057" cy="351010"/>
          </a:xfrm>
        </p:grpSpPr>
        <p:sp>
          <p:nvSpPr>
            <p:cNvPr id="16258" name="Google Shape;16258;p86"/>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86"/>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86"/>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1" name="Google Shape;16261;p86"/>
          <p:cNvGrpSpPr/>
          <p:nvPr/>
        </p:nvGrpSpPr>
        <p:grpSpPr>
          <a:xfrm>
            <a:off x="5314188" y="3169032"/>
            <a:ext cx="363752" cy="353113"/>
            <a:chOff x="5314188" y="3350032"/>
            <a:chExt cx="363752" cy="353113"/>
          </a:xfrm>
        </p:grpSpPr>
        <p:sp>
          <p:nvSpPr>
            <p:cNvPr id="16262" name="Google Shape;16262;p86"/>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86"/>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4" name="Google Shape;16264;p86"/>
          <p:cNvGrpSpPr/>
          <p:nvPr/>
        </p:nvGrpSpPr>
        <p:grpSpPr>
          <a:xfrm>
            <a:off x="5829984" y="3169032"/>
            <a:ext cx="220755" cy="352348"/>
            <a:chOff x="5829984" y="3350032"/>
            <a:chExt cx="220755" cy="352348"/>
          </a:xfrm>
        </p:grpSpPr>
        <p:sp>
          <p:nvSpPr>
            <p:cNvPr id="16265" name="Google Shape;16265;p86"/>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86"/>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86"/>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86"/>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9" name="Google Shape;16269;p86"/>
          <p:cNvGrpSpPr/>
          <p:nvPr/>
        </p:nvGrpSpPr>
        <p:grpSpPr>
          <a:xfrm>
            <a:off x="4882170" y="3168841"/>
            <a:ext cx="358464" cy="352316"/>
            <a:chOff x="4882170" y="3349841"/>
            <a:chExt cx="358464" cy="352316"/>
          </a:xfrm>
        </p:grpSpPr>
        <p:sp>
          <p:nvSpPr>
            <p:cNvPr id="16270" name="Google Shape;16270;p86"/>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86"/>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72" name="Google Shape;16272;p86"/>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86"/>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74" name="Google Shape;16274;p86"/>
          <p:cNvGrpSpPr/>
          <p:nvPr/>
        </p:nvGrpSpPr>
        <p:grpSpPr>
          <a:xfrm>
            <a:off x="3044965" y="2254220"/>
            <a:ext cx="400194" cy="324316"/>
            <a:chOff x="3044965" y="2435220"/>
            <a:chExt cx="400194" cy="324316"/>
          </a:xfrm>
        </p:grpSpPr>
        <p:sp>
          <p:nvSpPr>
            <p:cNvPr id="16275" name="Google Shape;16275;p86"/>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86"/>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86"/>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8" name="Google Shape;16278;p86"/>
          <p:cNvGrpSpPr/>
          <p:nvPr/>
        </p:nvGrpSpPr>
        <p:grpSpPr>
          <a:xfrm>
            <a:off x="6203579" y="3167981"/>
            <a:ext cx="351615" cy="350373"/>
            <a:chOff x="6203579" y="3348981"/>
            <a:chExt cx="351615" cy="350373"/>
          </a:xfrm>
        </p:grpSpPr>
        <p:sp>
          <p:nvSpPr>
            <p:cNvPr id="16279" name="Google Shape;16279;p86"/>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86"/>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86"/>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86"/>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86"/>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4" name="Google Shape;16284;p86"/>
          <p:cNvGrpSpPr/>
          <p:nvPr/>
        </p:nvGrpSpPr>
        <p:grpSpPr>
          <a:xfrm>
            <a:off x="4878379" y="2292892"/>
            <a:ext cx="367161" cy="287523"/>
            <a:chOff x="4878379" y="2473892"/>
            <a:chExt cx="367161" cy="287523"/>
          </a:xfrm>
        </p:grpSpPr>
        <p:sp>
          <p:nvSpPr>
            <p:cNvPr id="16285" name="Google Shape;16285;p86"/>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86"/>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86"/>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86"/>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86"/>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0" name="Google Shape;16290;p86"/>
          <p:cNvGrpSpPr/>
          <p:nvPr/>
        </p:nvGrpSpPr>
        <p:grpSpPr>
          <a:xfrm>
            <a:off x="1325719" y="2706689"/>
            <a:ext cx="290581" cy="372481"/>
            <a:chOff x="1325719" y="2887689"/>
            <a:chExt cx="290581" cy="372481"/>
          </a:xfrm>
        </p:grpSpPr>
        <p:sp>
          <p:nvSpPr>
            <p:cNvPr id="16291" name="Google Shape;16291;p86"/>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86"/>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93" name="Google Shape;16293;p86"/>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94" name="Google Shape;16294;p86"/>
          <p:cNvGrpSpPr/>
          <p:nvPr/>
        </p:nvGrpSpPr>
        <p:grpSpPr>
          <a:xfrm>
            <a:off x="3510335" y="2711499"/>
            <a:ext cx="360726" cy="361204"/>
            <a:chOff x="3510335" y="2892499"/>
            <a:chExt cx="360726" cy="361204"/>
          </a:xfrm>
        </p:grpSpPr>
        <p:sp>
          <p:nvSpPr>
            <p:cNvPr id="16295" name="Google Shape;16295;p86"/>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86"/>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86"/>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86"/>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86"/>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0" name="Google Shape;16300;p86"/>
          <p:cNvGrpSpPr/>
          <p:nvPr/>
        </p:nvGrpSpPr>
        <p:grpSpPr>
          <a:xfrm>
            <a:off x="3086313" y="2696049"/>
            <a:ext cx="320143" cy="392581"/>
            <a:chOff x="3086313" y="2877049"/>
            <a:chExt cx="320143" cy="392581"/>
          </a:xfrm>
        </p:grpSpPr>
        <p:sp>
          <p:nvSpPr>
            <p:cNvPr id="16301" name="Google Shape;16301;p86"/>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86"/>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86"/>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86"/>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86"/>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86"/>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86"/>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86"/>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86"/>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86"/>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86"/>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86"/>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13" name="Google Shape;16313;p86"/>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14" name="Google Shape;16314;p86"/>
          <p:cNvGrpSpPr/>
          <p:nvPr/>
        </p:nvGrpSpPr>
        <p:grpSpPr>
          <a:xfrm>
            <a:off x="861113" y="2704746"/>
            <a:ext cx="333809" cy="373277"/>
            <a:chOff x="861113" y="2885746"/>
            <a:chExt cx="333809" cy="373277"/>
          </a:xfrm>
        </p:grpSpPr>
        <p:sp>
          <p:nvSpPr>
            <p:cNvPr id="16315" name="Google Shape;16315;p86"/>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86"/>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86"/>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18" name="Google Shape;16318;p86"/>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86"/>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20" name="Google Shape;16320;p86"/>
          <p:cNvGrpSpPr/>
          <p:nvPr/>
        </p:nvGrpSpPr>
        <p:grpSpPr>
          <a:xfrm>
            <a:off x="1297654" y="1323481"/>
            <a:ext cx="349354" cy="362223"/>
            <a:chOff x="1297654" y="1504481"/>
            <a:chExt cx="349354" cy="362223"/>
          </a:xfrm>
        </p:grpSpPr>
        <p:sp>
          <p:nvSpPr>
            <p:cNvPr id="16321" name="Google Shape;16321;p86"/>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86"/>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86"/>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24" name="Google Shape;16324;p86"/>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25" name="Google Shape;16325;p86"/>
          <p:cNvGrpSpPr/>
          <p:nvPr/>
        </p:nvGrpSpPr>
        <p:grpSpPr>
          <a:xfrm>
            <a:off x="852385" y="1329916"/>
            <a:ext cx="353145" cy="351998"/>
            <a:chOff x="852385" y="1510916"/>
            <a:chExt cx="353145" cy="351998"/>
          </a:xfrm>
        </p:grpSpPr>
        <p:sp>
          <p:nvSpPr>
            <p:cNvPr id="16326" name="Google Shape;16326;p86"/>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86"/>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86"/>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9" name="Google Shape;16329;p86"/>
          <p:cNvGrpSpPr/>
          <p:nvPr/>
        </p:nvGrpSpPr>
        <p:grpSpPr>
          <a:xfrm>
            <a:off x="1745217" y="1334471"/>
            <a:ext cx="343269" cy="342505"/>
            <a:chOff x="1745217" y="1515471"/>
            <a:chExt cx="343269" cy="342505"/>
          </a:xfrm>
        </p:grpSpPr>
        <p:sp>
          <p:nvSpPr>
            <p:cNvPr id="16330" name="Google Shape;16330;p86"/>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86"/>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86"/>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86"/>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34" name="Google Shape;16334;p86"/>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35" name="Google Shape;16335;p86"/>
          <p:cNvGrpSpPr/>
          <p:nvPr/>
        </p:nvGrpSpPr>
        <p:grpSpPr>
          <a:xfrm>
            <a:off x="3042703" y="1348137"/>
            <a:ext cx="411535" cy="315587"/>
            <a:chOff x="3042703" y="1529137"/>
            <a:chExt cx="411535" cy="315587"/>
          </a:xfrm>
        </p:grpSpPr>
        <p:sp>
          <p:nvSpPr>
            <p:cNvPr id="16336" name="Google Shape;16336;p86"/>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86"/>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86"/>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86"/>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86"/>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86"/>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86"/>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86"/>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86"/>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86"/>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6" name="Google Shape;16346;p86"/>
          <p:cNvGrpSpPr/>
          <p:nvPr/>
        </p:nvGrpSpPr>
        <p:grpSpPr>
          <a:xfrm>
            <a:off x="2629289" y="1363682"/>
            <a:ext cx="350501" cy="284497"/>
            <a:chOff x="2629289" y="1544682"/>
            <a:chExt cx="350501" cy="284497"/>
          </a:xfrm>
        </p:grpSpPr>
        <p:sp>
          <p:nvSpPr>
            <p:cNvPr id="16347" name="Google Shape;16347;p86"/>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86"/>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86"/>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86"/>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86"/>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2" name="Google Shape;16352;p86"/>
          <p:cNvGrpSpPr/>
          <p:nvPr/>
        </p:nvGrpSpPr>
        <p:grpSpPr>
          <a:xfrm>
            <a:off x="5305077" y="1321633"/>
            <a:ext cx="367893" cy="365218"/>
            <a:chOff x="5305077" y="1502633"/>
            <a:chExt cx="367893" cy="365218"/>
          </a:xfrm>
        </p:grpSpPr>
        <p:sp>
          <p:nvSpPr>
            <p:cNvPr id="16353" name="Google Shape;16353;p86"/>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86"/>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5" name="Google Shape;16355;p86"/>
          <p:cNvGrpSpPr/>
          <p:nvPr/>
        </p:nvGrpSpPr>
        <p:grpSpPr>
          <a:xfrm>
            <a:off x="7100170" y="1319117"/>
            <a:ext cx="368308" cy="367033"/>
            <a:chOff x="7100170" y="1500117"/>
            <a:chExt cx="368308" cy="367033"/>
          </a:xfrm>
        </p:grpSpPr>
        <p:sp>
          <p:nvSpPr>
            <p:cNvPr id="16356" name="Google Shape;16356;p86"/>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86"/>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86"/>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86"/>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86"/>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86"/>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86"/>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86"/>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86"/>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86"/>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86"/>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86"/>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86"/>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69" name="Google Shape;16369;p86"/>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70" name="Google Shape;16370;p86"/>
          <p:cNvGrpSpPr/>
          <p:nvPr/>
        </p:nvGrpSpPr>
        <p:grpSpPr>
          <a:xfrm>
            <a:off x="6649231" y="1319021"/>
            <a:ext cx="390287" cy="367065"/>
            <a:chOff x="6649231" y="1500021"/>
            <a:chExt cx="390287" cy="367065"/>
          </a:xfrm>
        </p:grpSpPr>
        <p:sp>
          <p:nvSpPr>
            <p:cNvPr id="16371" name="Google Shape;16371;p86"/>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86"/>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86"/>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86"/>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86"/>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86"/>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86"/>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86"/>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86"/>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86"/>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86"/>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86"/>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3" name="Google Shape;16383;p86"/>
          <p:cNvGrpSpPr/>
          <p:nvPr/>
        </p:nvGrpSpPr>
        <p:grpSpPr>
          <a:xfrm>
            <a:off x="5746938" y="1362503"/>
            <a:ext cx="387261" cy="280356"/>
            <a:chOff x="5746938" y="1543503"/>
            <a:chExt cx="387261" cy="280356"/>
          </a:xfrm>
        </p:grpSpPr>
        <p:sp>
          <p:nvSpPr>
            <p:cNvPr id="16384" name="Google Shape;16384;p86"/>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86"/>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6" name="Google Shape;16386;p86"/>
          <p:cNvGrpSpPr/>
          <p:nvPr/>
        </p:nvGrpSpPr>
        <p:grpSpPr>
          <a:xfrm>
            <a:off x="6196730" y="1344346"/>
            <a:ext cx="369072" cy="317467"/>
            <a:chOff x="6196730" y="1525346"/>
            <a:chExt cx="369072" cy="317467"/>
          </a:xfrm>
        </p:grpSpPr>
        <p:sp>
          <p:nvSpPr>
            <p:cNvPr id="16387" name="Google Shape;16387;p86"/>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86"/>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86"/>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0" name="Google Shape;16390;p86"/>
          <p:cNvGrpSpPr/>
          <p:nvPr/>
        </p:nvGrpSpPr>
        <p:grpSpPr>
          <a:xfrm>
            <a:off x="4940592" y="1319690"/>
            <a:ext cx="246558" cy="367161"/>
            <a:chOff x="4940592" y="1500690"/>
            <a:chExt cx="246558" cy="367161"/>
          </a:xfrm>
        </p:grpSpPr>
        <p:sp>
          <p:nvSpPr>
            <p:cNvPr id="16391" name="Google Shape;16391;p86"/>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86"/>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86"/>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86"/>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5" name="Google Shape;16395;p86"/>
          <p:cNvGrpSpPr/>
          <p:nvPr/>
        </p:nvGrpSpPr>
        <p:grpSpPr>
          <a:xfrm>
            <a:off x="7964906" y="1318894"/>
            <a:ext cx="380858" cy="367575"/>
            <a:chOff x="7964906" y="1499894"/>
            <a:chExt cx="380858" cy="367575"/>
          </a:xfrm>
        </p:grpSpPr>
        <p:sp>
          <p:nvSpPr>
            <p:cNvPr id="16396" name="Google Shape;16396;p86"/>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86"/>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86"/>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99" name="Google Shape;16399;p86"/>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00" name="Google Shape;16400;p86"/>
          <p:cNvGrpSpPr/>
          <p:nvPr/>
        </p:nvGrpSpPr>
        <p:grpSpPr>
          <a:xfrm>
            <a:off x="8007400" y="2721278"/>
            <a:ext cx="285230" cy="355597"/>
            <a:chOff x="8007400" y="2902278"/>
            <a:chExt cx="285230" cy="355597"/>
          </a:xfrm>
        </p:grpSpPr>
        <p:sp>
          <p:nvSpPr>
            <p:cNvPr id="16401" name="Google Shape;16401;p86"/>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86"/>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3" name="Google Shape;16403;p86"/>
          <p:cNvGrpSpPr/>
          <p:nvPr/>
        </p:nvGrpSpPr>
        <p:grpSpPr>
          <a:xfrm>
            <a:off x="6219124" y="2721788"/>
            <a:ext cx="318231" cy="355470"/>
            <a:chOff x="6219124" y="2902788"/>
            <a:chExt cx="318231" cy="355470"/>
          </a:xfrm>
        </p:grpSpPr>
        <p:sp>
          <p:nvSpPr>
            <p:cNvPr id="16404" name="Google Shape;16404;p86"/>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86"/>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86"/>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7" name="Google Shape;16407;p86"/>
          <p:cNvGrpSpPr/>
          <p:nvPr/>
        </p:nvGrpSpPr>
        <p:grpSpPr>
          <a:xfrm>
            <a:off x="4969421" y="2721852"/>
            <a:ext cx="185109" cy="355406"/>
            <a:chOff x="4969421" y="2902852"/>
            <a:chExt cx="185109" cy="355406"/>
          </a:xfrm>
        </p:grpSpPr>
        <p:sp>
          <p:nvSpPr>
            <p:cNvPr id="16408" name="Google Shape;16408;p86"/>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86"/>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86"/>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86"/>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86"/>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86"/>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14" name="Google Shape;16414;p86"/>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86"/>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16" name="Google Shape;16416;p86"/>
          <p:cNvGrpSpPr/>
          <p:nvPr/>
        </p:nvGrpSpPr>
        <p:grpSpPr>
          <a:xfrm>
            <a:off x="6685259" y="2721852"/>
            <a:ext cx="311414" cy="355406"/>
            <a:chOff x="6685259" y="2902852"/>
            <a:chExt cx="311414" cy="355406"/>
          </a:xfrm>
        </p:grpSpPr>
        <p:sp>
          <p:nvSpPr>
            <p:cNvPr id="16417" name="Google Shape;16417;p86"/>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86"/>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86"/>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0" name="Google Shape;16420;p86"/>
          <p:cNvGrpSpPr/>
          <p:nvPr/>
        </p:nvGrpSpPr>
        <p:grpSpPr>
          <a:xfrm>
            <a:off x="5309250" y="2722170"/>
            <a:ext cx="359579" cy="355852"/>
            <a:chOff x="5309250" y="2903170"/>
            <a:chExt cx="359579" cy="355852"/>
          </a:xfrm>
        </p:grpSpPr>
        <p:sp>
          <p:nvSpPr>
            <p:cNvPr id="16421" name="Google Shape;16421;p86"/>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86"/>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86"/>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4" name="Google Shape;16424;p86"/>
          <p:cNvGrpSpPr/>
          <p:nvPr/>
        </p:nvGrpSpPr>
        <p:grpSpPr>
          <a:xfrm>
            <a:off x="2199565" y="2240172"/>
            <a:ext cx="312179" cy="353431"/>
            <a:chOff x="2199565" y="2421172"/>
            <a:chExt cx="312179" cy="353431"/>
          </a:xfrm>
        </p:grpSpPr>
        <p:sp>
          <p:nvSpPr>
            <p:cNvPr id="16425" name="Google Shape;16425;p86"/>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86"/>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7" name="Google Shape;16427;p86"/>
          <p:cNvGrpSpPr/>
          <p:nvPr/>
        </p:nvGrpSpPr>
        <p:grpSpPr>
          <a:xfrm>
            <a:off x="1750887" y="2244727"/>
            <a:ext cx="320143" cy="343269"/>
            <a:chOff x="1750887" y="2425727"/>
            <a:chExt cx="320143" cy="343269"/>
          </a:xfrm>
        </p:grpSpPr>
        <p:sp>
          <p:nvSpPr>
            <p:cNvPr id="16428" name="Google Shape;16428;p86"/>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86"/>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0" name="Google Shape;16430;p86"/>
          <p:cNvGrpSpPr/>
          <p:nvPr/>
        </p:nvGrpSpPr>
        <p:grpSpPr>
          <a:xfrm>
            <a:off x="1298037" y="2244727"/>
            <a:ext cx="338364" cy="342887"/>
            <a:chOff x="1298037" y="2425727"/>
            <a:chExt cx="338364" cy="342887"/>
          </a:xfrm>
        </p:grpSpPr>
        <p:sp>
          <p:nvSpPr>
            <p:cNvPr id="16431" name="Google Shape;16431;p86"/>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86"/>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86"/>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86"/>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35" name="Google Shape;16435;p86"/>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36" name="Google Shape;16436;p86"/>
          <p:cNvGrpSpPr/>
          <p:nvPr/>
        </p:nvGrpSpPr>
        <p:grpSpPr>
          <a:xfrm>
            <a:off x="3974207" y="2248009"/>
            <a:ext cx="320143" cy="338491"/>
            <a:chOff x="3974207" y="2429009"/>
            <a:chExt cx="320143" cy="338491"/>
          </a:xfrm>
        </p:grpSpPr>
        <p:sp>
          <p:nvSpPr>
            <p:cNvPr id="16437" name="Google Shape;16437;p86"/>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86"/>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9" name="Google Shape;16439;p86"/>
          <p:cNvGrpSpPr/>
          <p:nvPr/>
        </p:nvGrpSpPr>
        <p:grpSpPr>
          <a:xfrm>
            <a:off x="2623237" y="2250047"/>
            <a:ext cx="355024" cy="332630"/>
            <a:chOff x="2623237" y="2431047"/>
            <a:chExt cx="355024" cy="332630"/>
          </a:xfrm>
        </p:grpSpPr>
        <p:sp>
          <p:nvSpPr>
            <p:cNvPr id="16440" name="Google Shape;16440;p86"/>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86"/>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86"/>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86"/>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4" name="Google Shape;16444;p86"/>
          <p:cNvGrpSpPr/>
          <p:nvPr/>
        </p:nvGrpSpPr>
        <p:grpSpPr>
          <a:xfrm>
            <a:off x="6657194" y="2253073"/>
            <a:ext cx="375507" cy="367925"/>
            <a:chOff x="6657194" y="2434073"/>
            <a:chExt cx="375507" cy="367925"/>
          </a:xfrm>
        </p:grpSpPr>
        <p:sp>
          <p:nvSpPr>
            <p:cNvPr id="16445" name="Google Shape;16445;p86"/>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86"/>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86"/>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8" name="Google Shape;16448;p86"/>
          <p:cNvGrpSpPr/>
          <p:nvPr/>
        </p:nvGrpSpPr>
        <p:grpSpPr>
          <a:xfrm>
            <a:off x="7101317" y="2260655"/>
            <a:ext cx="367925" cy="352380"/>
            <a:chOff x="7101317" y="2441655"/>
            <a:chExt cx="367925" cy="352380"/>
          </a:xfrm>
        </p:grpSpPr>
        <p:sp>
          <p:nvSpPr>
            <p:cNvPr id="16449" name="Google Shape;16449;p86"/>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86"/>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1" name="Google Shape;16451;p86"/>
          <p:cNvGrpSpPr/>
          <p:nvPr/>
        </p:nvGrpSpPr>
        <p:grpSpPr>
          <a:xfrm>
            <a:off x="5756399" y="2253456"/>
            <a:ext cx="367925" cy="367161"/>
            <a:chOff x="5756399" y="2434456"/>
            <a:chExt cx="367925" cy="367161"/>
          </a:xfrm>
        </p:grpSpPr>
        <p:sp>
          <p:nvSpPr>
            <p:cNvPr id="16452" name="Google Shape;16452;p86"/>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86"/>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86"/>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86"/>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86"/>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86"/>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86"/>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59" name="Google Shape;16459;p86"/>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86"/>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61" name="Google Shape;16461;p86"/>
          <p:cNvGrpSpPr/>
          <p:nvPr/>
        </p:nvGrpSpPr>
        <p:grpSpPr>
          <a:xfrm>
            <a:off x="7964906" y="2253073"/>
            <a:ext cx="373627" cy="367925"/>
            <a:chOff x="7964906" y="2434073"/>
            <a:chExt cx="373627" cy="367925"/>
          </a:xfrm>
        </p:grpSpPr>
        <p:sp>
          <p:nvSpPr>
            <p:cNvPr id="16462" name="Google Shape;16462;p86"/>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86"/>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4" name="Google Shape;16464;p86"/>
          <p:cNvGrpSpPr/>
          <p:nvPr/>
        </p:nvGrpSpPr>
        <p:grpSpPr>
          <a:xfrm>
            <a:off x="6194086" y="2256737"/>
            <a:ext cx="369837" cy="360471"/>
            <a:chOff x="6194086" y="2437737"/>
            <a:chExt cx="369837" cy="360471"/>
          </a:xfrm>
        </p:grpSpPr>
        <p:sp>
          <p:nvSpPr>
            <p:cNvPr id="16465" name="Google Shape;16465;p86"/>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86"/>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67" name="Google Shape;16467;p86"/>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6468" name="Google Shape;16468;p86"/>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472" name="Shape 16472"/>
        <p:cNvGrpSpPr/>
        <p:nvPr/>
      </p:nvGrpSpPr>
      <p:grpSpPr>
        <a:xfrm>
          <a:off x="0" y="0"/>
          <a:ext cx="0" cy="0"/>
          <a:chOff x="0" y="0"/>
          <a:chExt cx="0" cy="0"/>
        </a:xfrm>
      </p:grpSpPr>
      <p:grpSp>
        <p:nvGrpSpPr>
          <p:cNvPr id="16473" name="Google Shape;16473;p87"/>
          <p:cNvGrpSpPr/>
          <p:nvPr/>
        </p:nvGrpSpPr>
        <p:grpSpPr>
          <a:xfrm>
            <a:off x="3122257" y="1334344"/>
            <a:ext cx="294850" cy="349434"/>
            <a:chOff x="3122257" y="1508594"/>
            <a:chExt cx="294850" cy="349434"/>
          </a:xfrm>
        </p:grpSpPr>
        <p:sp>
          <p:nvSpPr>
            <p:cNvPr id="16474" name="Google Shape;16474;p87"/>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87"/>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87"/>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87"/>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87"/>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9" name="Google Shape;16479;p87"/>
          <p:cNvGrpSpPr/>
          <p:nvPr/>
        </p:nvGrpSpPr>
        <p:grpSpPr>
          <a:xfrm>
            <a:off x="910723" y="1333962"/>
            <a:ext cx="251660" cy="350166"/>
            <a:chOff x="910723" y="1508212"/>
            <a:chExt cx="251660" cy="350166"/>
          </a:xfrm>
        </p:grpSpPr>
        <p:sp>
          <p:nvSpPr>
            <p:cNvPr id="16480" name="Google Shape;16480;p87"/>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87"/>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87"/>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87"/>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87"/>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87"/>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87"/>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87"/>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87"/>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87"/>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87"/>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87"/>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87"/>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87"/>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87"/>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87"/>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87"/>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7" name="Google Shape;16497;p87"/>
          <p:cNvGrpSpPr/>
          <p:nvPr/>
        </p:nvGrpSpPr>
        <p:grpSpPr>
          <a:xfrm>
            <a:off x="1308631" y="1333580"/>
            <a:ext cx="350166" cy="350198"/>
            <a:chOff x="1308631" y="1507830"/>
            <a:chExt cx="350166" cy="350198"/>
          </a:xfrm>
        </p:grpSpPr>
        <p:sp>
          <p:nvSpPr>
            <p:cNvPr id="16498" name="Google Shape;16498;p87"/>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87"/>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87"/>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87"/>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2" name="Google Shape;16502;p87"/>
          <p:cNvGrpSpPr/>
          <p:nvPr/>
        </p:nvGrpSpPr>
        <p:grpSpPr>
          <a:xfrm>
            <a:off x="1756921" y="1335489"/>
            <a:ext cx="345997" cy="345997"/>
            <a:chOff x="1756921" y="1509739"/>
            <a:chExt cx="345997" cy="345997"/>
          </a:xfrm>
        </p:grpSpPr>
        <p:sp>
          <p:nvSpPr>
            <p:cNvPr id="16503" name="Google Shape;16503;p87"/>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87"/>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87"/>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87"/>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87"/>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87"/>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87"/>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87"/>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87"/>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87"/>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87"/>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87"/>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87"/>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87"/>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87"/>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87"/>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87"/>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0" name="Google Shape;16520;p87"/>
          <p:cNvGrpSpPr/>
          <p:nvPr/>
        </p:nvGrpSpPr>
        <p:grpSpPr>
          <a:xfrm>
            <a:off x="2216956" y="1336253"/>
            <a:ext cx="318721" cy="345615"/>
            <a:chOff x="2216956" y="1510503"/>
            <a:chExt cx="318721" cy="345615"/>
          </a:xfrm>
        </p:grpSpPr>
        <p:sp>
          <p:nvSpPr>
            <p:cNvPr id="16521" name="Google Shape;16521;p87"/>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87"/>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87"/>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87"/>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87"/>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6" name="Google Shape;16526;p87"/>
          <p:cNvGrpSpPr/>
          <p:nvPr/>
        </p:nvGrpSpPr>
        <p:grpSpPr>
          <a:xfrm>
            <a:off x="3988156" y="1394211"/>
            <a:ext cx="349052" cy="230049"/>
            <a:chOff x="3988156" y="1568461"/>
            <a:chExt cx="349052" cy="230049"/>
          </a:xfrm>
        </p:grpSpPr>
        <p:sp>
          <p:nvSpPr>
            <p:cNvPr id="16527" name="Google Shape;16527;p87"/>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87"/>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87"/>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87"/>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87"/>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87"/>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87"/>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4" name="Google Shape;16534;p87"/>
          <p:cNvGrpSpPr/>
          <p:nvPr/>
        </p:nvGrpSpPr>
        <p:grpSpPr>
          <a:xfrm>
            <a:off x="2633037" y="1325623"/>
            <a:ext cx="379002" cy="366112"/>
            <a:chOff x="2633037" y="1499873"/>
            <a:chExt cx="379002" cy="366112"/>
          </a:xfrm>
        </p:grpSpPr>
        <p:sp>
          <p:nvSpPr>
            <p:cNvPr id="16535" name="Google Shape;16535;p87"/>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87"/>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87"/>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87"/>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87"/>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87"/>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1" name="Google Shape;16541;p87"/>
          <p:cNvGrpSpPr/>
          <p:nvPr/>
        </p:nvGrpSpPr>
        <p:grpSpPr>
          <a:xfrm>
            <a:off x="6675256" y="1341919"/>
            <a:ext cx="327823" cy="357009"/>
            <a:chOff x="6675256" y="1516169"/>
            <a:chExt cx="327823" cy="357009"/>
          </a:xfrm>
        </p:grpSpPr>
        <p:sp>
          <p:nvSpPr>
            <p:cNvPr id="16542" name="Google Shape;16542;p87"/>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87"/>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87"/>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87"/>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87"/>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87"/>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87"/>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87"/>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87"/>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1" name="Google Shape;16551;p87"/>
          <p:cNvGrpSpPr/>
          <p:nvPr/>
        </p:nvGrpSpPr>
        <p:grpSpPr>
          <a:xfrm>
            <a:off x="8020159" y="1342301"/>
            <a:ext cx="300897" cy="356627"/>
            <a:chOff x="8020159" y="1516551"/>
            <a:chExt cx="300897" cy="356627"/>
          </a:xfrm>
        </p:grpSpPr>
        <p:sp>
          <p:nvSpPr>
            <p:cNvPr id="16552" name="Google Shape;16552;p87"/>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87"/>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87"/>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87"/>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87"/>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7" name="Google Shape;16557;p87"/>
          <p:cNvGrpSpPr/>
          <p:nvPr/>
        </p:nvGrpSpPr>
        <p:grpSpPr>
          <a:xfrm>
            <a:off x="5377363" y="1341919"/>
            <a:ext cx="257357" cy="356627"/>
            <a:chOff x="5377363" y="1516169"/>
            <a:chExt cx="257357" cy="356627"/>
          </a:xfrm>
        </p:grpSpPr>
        <p:sp>
          <p:nvSpPr>
            <p:cNvPr id="16558" name="Google Shape;16558;p87"/>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87"/>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87"/>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87"/>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87"/>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87"/>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87"/>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87"/>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87"/>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87"/>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87"/>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87"/>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87"/>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87"/>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87"/>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87"/>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87"/>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5" name="Google Shape;16575;p87"/>
          <p:cNvGrpSpPr/>
          <p:nvPr/>
        </p:nvGrpSpPr>
        <p:grpSpPr>
          <a:xfrm>
            <a:off x="4880567" y="1361620"/>
            <a:ext cx="356245" cy="317607"/>
            <a:chOff x="4880567" y="1535870"/>
            <a:chExt cx="356245" cy="317607"/>
          </a:xfrm>
        </p:grpSpPr>
        <p:sp>
          <p:nvSpPr>
            <p:cNvPr id="16576" name="Google Shape;16576;p87"/>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87"/>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87"/>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87"/>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87"/>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1" name="Google Shape;16581;p87"/>
          <p:cNvGrpSpPr/>
          <p:nvPr/>
        </p:nvGrpSpPr>
        <p:grpSpPr>
          <a:xfrm>
            <a:off x="5771483" y="1341537"/>
            <a:ext cx="357359" cy="357391"/>
            <a:chOff x="5771483" y="1515787"/>
            <a:chExt cx="357359" cy="357391"/>
          </a:xfrm>
        </p:grpSpPr>
        <p:sp>
          <p:nvSpPr>
            <p:cNvPr id="16582" name="Google Shape;16582;p87"/>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87"/>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87"/>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87"/>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6" name="Google Shape;16586;p87"/>
          <p:cNvGrpSpPr/>
          <p:nvPr/>
        </p:nvGrpSpPr>
        <p:grpSpPr>
          <a:xfrm>
            <a:off x="7121669" y="1359360"/>
            <a:ext cx="321362" cy="321362"/>
            <a:chOff x="7121669" y="1533610"/>
            <a:chExt cx="321362" cy="321362"/>
          </a:xfrm>
        </p:grpSpPr>
        <p:sp>
          <p:nvSpPr>
            <p:cNvPr id="16587" name="Google Shape;16587;p87"/>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87"/>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87"/>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87"/>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1" name="Google Shape;16591;p87"/>
          <p:cNvGrpSpPr/>
          <p:nvPr/>
        </p:nvGrpSpPr>
        <p:grpSpPr>
          <a:xfrm>
            <a:off x="7562766" y="1340614"/>
            <a:ext cx="327059" cy="360192"/>
            <a:chOff x="7562766" y="1514864"/>
            <a:chExt cx="327059" cy="360192"/>
          </a:xfrm>
        </p:grpSpPr>
        <p:sp>
          <p:nvSpPr>
            <p:cNvPr id="16592" name="Google Shape;16592;p87"/>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87"/>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87"/>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87"/>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6" name="Google Shape;16596;p87"/>
          <p:cNvGrpSpPr/>
          <p:nvPr/>
        </p:nvGrpSpPr>
        <p:grpSpPr>
          <a:xfrm>
            <a:off x="6221229" y="1324423"/>
            <a:ext cx="361636" cy="362183"/>
            <a:chOff x="6259175" y="1559008"/>
            <a:chExt cx="271743" cy="272093"/>
          </a:xfrm>
        </p:grpSpPr>
        <p:sp>
          <p:nvSpPr>
            <p:cNvPr id="16597" name="Google Shape;16597;p87"/>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87"/>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87"/>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87"/>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87"/>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87"/>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87"/>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87"/>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87"/>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87"/>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87"/>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87"/>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87"/>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87"/>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87"/>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87"/>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87"/>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4" name="Google Shape;16614;p87"/>
          <p:cNvGrpSpPr/>
          <p:nvPr/>
        </p:nvGrpSpPr>
        <p:grpSpPr>
          <a:xfrm>
            <a:off x="6671087" y="1835054"/>
            <a:ext cx="332757" cy="281833"/>
            <a:chOff x="6671087" y="2009304"/>
            <a:chExt cx="332757" cy="281833"/>
          </a:xfrm>
        </p:grpSpPr>
        <p:sp>
          <p:nvSpPr>
            <p:cNvPr id="16615" name="Google Shape;16615;p87"/>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87"/>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17" name="Google Shape;16617;p87"/>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18" name="Google Shape;16618;p87"/>
          <p:cNvGrpSpPr/>
          <p:nvPr/>
        </p:nvGrpSpPr>
        <p:grpSpPr>
          <a:xfrm>
            <a:off x="2201806" y="1802335"/>
            <a:ext cx="349784" cy="349434"/>
            <a:chOff x="2201806" y="1976585"/>
            <a:chExt cx="349784" cy="349434"/>
          </a:xfrm>
        </p:grpSpPr>
        <p:sp>
          <p:nvSpPr>
            <p:cNvPr id="16619" name="Google Shape;16619;p87"/>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87"/>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87"/>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87"/>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3" name="Google Shape;16623;p87"/>
          <p:cNvGrpSpPr/>
          <p:nvPr/>
        </p:nvGrpSpPr>
        <p:grpSpPr>
          <a:xfrm>
            <a:off x="3094217" y="1802335"/>
            <a:ext cx="350198" cy="350548"/>
            <a:chOff x="3094217" y="1976585"/>
            <a:chExt cx="350198" cy="350548"/>
          </a:xfrm>
        </p:grpSpPr>
        <p:sp>
          <p:nvSpPr>
            <p:cNvPr id="16624" name="Google Shape;16624;p87"/>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87"/>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87"/>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87"/>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87"/>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87"/>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87"/>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87"/>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87"/>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87"/>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87"/>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87"/>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87"/>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37" name="Google Shape;16637;p87"/>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38" name="Google Shape;16638;p87"/>
          <p:cNvGrpSpPr/>
          <p:nvPr/>
        </p:nvGrpSpPr>
        <p:grpSpPr>
          <a:xfrm>
            <a:off x="3979435" y="1802335"/>
            <a:ext cx="345265" cy="349848"/>
            <a:chOff x="3979435" y="1976585"/>
            <a:chExt cx="345265" cy="349848"/>
          </a:xfrm>
        </p:grpSpPr>
        <p:sp>
          <p:nvSpPr>
            <p:cNvPr id="16639" name="Google Shape;16639;p87"/>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87"/>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87"/>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87"/>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87"/>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87"/>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87"/>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87"/>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87"/>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87"/>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87"/>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87"/>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87"/>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87"/>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87"/>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87"/>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87"/>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6" name="Google Shape;16656;p87"/>
          <p:cNvGrpSpPr/>
          <p:nvPr/>
        </p:nvGrpSpPr>
        <p:grpSpPr>
          <a:xfrm>
            <a:off x="3541011" y="1334344"/>
            <a:ext cx="350166" cy="349434"/>
            <a:chOff x="3541011" y="1508594"/>
            <a:chExt cx="350166" cy="349434"/>
          </a:xfrm>
        </p:grpSpPr>
        <p:sp>
          <p:nvSpPr>
            <p:cNvPr id="16657" name="Google Shape;16657;p87"/>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87"/>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87"/>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87"/>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87"/>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87"/>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87"/>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87"/>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87"/>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87"/>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87"/>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87"/>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87"/>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0" name="Google Shape;16670;p87"/>
          <p:cNvGrpSpPr/>
          <p:nvPr/>
        </p:nvGrpSpPr>
        <p:grpSpPr>
          <a:xfrm>
            <a:off x="3576626" y="1801571"/>
            <a:ext cx="284251" cy="351694"/>
            <a:chOff x="3576626" y="1975821"/>
            <a:chExt cx="284251" cy="351694"/>
          </a:xfrm>
        </p:grpSpPr>
        <p:sp>
          <p:nvSpPr>
            <p:cNvPr id="16671" name="Google Shape;16671;p87"/>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87"/>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87"/>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4" name="Google Shape;16674;p87"/>
          <p:cNvGrpSpPr/>
          <p:nvPr/>
        </p:nvGrpSpPr>
        <p:grpSpPr>
          <a:xfrm>
            <a:off x="2722090" y="2715912"/>
            <a:ext cx="238770" cy="371841"/>
            <a:chOff x="2722090" y="2890162"/>
            <a:chExt cx="238770" cy="371841"/>
          </a:xfrm>
        </p:grpSpPr>
        <p:sp>
          <p:nvSpPr>
            <p:cNvPr id="16675" name="Google Shape;16675;p87"/>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87"/>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87"/>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78" name="Google Shape;16678;p87"/>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79" name="Google Shape;16679;p87"/>
          <p:cNvGrpSpPr/>
          <p:nvPr/>
        </p:nvGrpSpPr>
        <p:grpSpPr>
          <a:xfrm>
            <a:off x="6216367" y="1795906"/>
            <a:ext cx="361147" cy="361147"/>
            <a:chOff x="6216367" y="1970156"/>
            <a:chExt cx="361147" cy="361147"/>
          </a:xfrm>
        </p:grpSpPr>
        <p:sp>
          <p:nvSpPr>
            <p:cNvPr id="16680" name="Google Shape;16680;p87"/>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87"/>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87"/>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87"/>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4" name="Google Shape;16684;p87"/>
          <p:cNvGrpSpPr/>
          <p:nvPr/>
        </p:nvGrpSpPr>
        <p:grpSpPr>
          <a:xfrm>
            <a:off x="1289311" y="2751972"/>
            <a:ext cx="408156" cy="299783"/>
            <a:chOff x="1289311" y="2926222"/>
            <a:chExt cx="408156" cy="299783"/>
          </a:xfrm>
        </p:grpSpPr>
        <p:sp>
          <p:nvSpPr>
            <p:cNvPr id="16685" name="Google Shape;16685;p87"/>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87"/>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7" name="Google Shape;16687;p87"/>
          <p:cNvGrpSpPr/>
          <p:nvPr/>
        </p:nvGrpSpPr>
        <p:grpSpPr>
          <a:xfrm>
            <a:off x="7978465" y="1795142"/>
            <a:ext cx="361147" cy="360797"/>
            <a:chOff x="7978465" y="1969392"/>
            <a:chExt cx="361147" cy="360797"/>
          </a:xfrm>
        </p:grpSpPr>
        <p:sp>
          <p:nvSpPr>
            <p:cNvPr id="16688" name="Google Shape;16688;p87"/>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87"/>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87"/>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87"/>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87"/>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87"/>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87"/>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87"/>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87"/>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97" name="Google Shape;16697;p87"/>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98" name="Google Shape;16698;p87"/>
          <p:cNvGrpSpPr/>
          <p:nvPr/>
        </p:nvGrpSpPr>
        <p:grpSpPr>
          <a:xfrm>
            <a:off x="854261" y="2734563"/>
            <a:ext cx="377474" cy="335748"/>
            <a:chOff x="854261" y="2908813"/>
            <a:chExt cx="377474" cy="335748"/>
          </a:xfrm>
        </p:grpSpPr>
        <p:sp>
          <p:nvSpPr>
            <p:cNvPr id="16699" name="Google Shape;16699;p87"/>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87"/>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87"/>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87"/>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87"/>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4" name="Google Shape;16704;p87"/>
          <p:cNvGrpSpPr/>
          <p:nvPr/>
        </p:nvGrpSpPr>
        <p:grpSpPr>
          <a:xfrm>
            <a:off x="1749728" y="2720527"/>
            <a:ext cx="386927" cy="363438"/>
            <a:chOff x="1749728" y="2894777"/>
            <a:chExt cx="386927" cy="363438"/>
          </a:xfrm>
        </p:grpSpPr>
        <p:sp>
          <p:nvSpPr>
            <p:cNvPr id="16705" name="Google Shape;16705;p87"/>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87"/>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87"/>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87"/>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87"/>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87"/>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87"/>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2" name="Google Shape;16712;p87"/>
          <p:cNvGrpSpPr/>
          <p:nvPr/>
        </p:nvGrpSpPr>
        <p:grpSpPr>
          <a:xfrm>
            <a:off x="7098912" y="1795142"/>
            <a:ext cx="359651" cy="361560"/>
            <a:chOff x="7098912" y="1969392"/>
            <a:chExt cx="359651" cy="361560"/>
          </a:xfrm>
        </p:grpSpPr>
        <p:sp>
          <p:nvSpPr>
            <p:cNvPr id="16713" name="Google Shape;16713;p87"/>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87"/>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87"/>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87"/>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87"/>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87"/>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87"/>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87"/>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87"/>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87"/>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87"/>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87"/>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87"/>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26" name="Google Shape;16726;p87"/>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27" name="Google Shape;16727;p87"/>
          <p:cNvGrpSpPr/>
          <p:nvPr/>
        </p:nvGrpSpPr>
        <p:grpSpPr>
          <a:xfrm>
            <a:off x="5352728" y="1815989"/>
            <a:ext cx="327091" cy="322508"/>
            <a:chOff x="5352728" y="1990239"/>
            <a:chExt cx="327091" cy="322508"/>
          </a:xfrm>
        </p:grpSpPr>
        <p:sp>
          <p:nvSpPr>
            <p:cNvPr id="16728" name="Google Shape;16728;p87"/>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87"/>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87"/>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1" name="Google Shape;16731;p87"/>
          <p:cNvGrpSpPr/>
          <p:nvPr/>
        </p:nvGrpSpPr>
        <p:grpSpPr>
          <a:xfrm>
            <a:off x="7538896" y="1795906"/>
            <a:ext cx="361147" cy="361529"/>
            <a:chOff x="7538896" y="1970156"/>
            <a:chExt cx="361147" cy="361529"/>
          </a:xfrm>
        </p:grpSpPr>
        <p:sp>
          <p:nvSpPr>
            <p:cNvPr id="16732" name="Google Shape;16732;p87"/>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87"/>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87"/>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87"/>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87"/>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87"/>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8" name="Google Shape;16738;p87"/>
          <p:cNvGrpSpPr/>
          <p:nvPr/>
        </p:nvGrpSpPr>
        <p:grpSpPr>
          <a:xfrm>
            <a:off x="4896099" y="1796670"/>
            <a:ext cx="358155" cy="358123"/>
            <a:chOff x="4896099" y="1970920"/>
            <a:chExt cx="358155" cy="358123"/>
          </a:xfrm>
        </p:grpSpPr>
        <p:sp>
          <p:nvSpPr>
            <p:cNvPr id="16739" name="Google Shape;16739;p87"/>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87"/>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87"/>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2" name="Google Shape;16742;p87"/>
          <p:cNvGrpSpPr/>
          <p:nvPr/>
        </p:nvGrpSpPr>
        <p:grpSpPr>
          <a:xfrm>
            <a:off x="4048787" y="2802769"/>
            <a:ext cx="283488" cy="198604"/>
            <a:chOff x="4048787" y="2977019"/>
            <a:chExt cx="283488" cy="198604"/>
          </a:xfrm>
        </p:grpSpPr>
        <p:sp>
          <p:nvSpPr>
            <p:cNvPr id="16743" name="Google Shape;16743;p87"/>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87"/>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87"/>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87"/>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87"/>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87"/>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9" name="Google Shape;16749;p87"/>
          <p:cNvGrpSpPr/>
          <p:nvPr/>
        </p:nvGrpSpPr>
        <p:grpSpPr>
          <a:xfrm>
            <a:off x="4054103" y="2255941"/>
            <a:ext cx="218687" cy="349052"/>
            <a:chOff x="4054103" y="2430191"/>
            <a:chExt cx="218687" cy="349052"/>
          </a:xfrm>
        </p:grpSpPr>
        <p:sp>
          <p:nvSpPr>
            <p:cNvPr id="16750" name="Google Shape;16750;p87"/>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87"/>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2" name="Google Shape;16752;p87"/>
          <p:cNvGrpSpPr/>
          <p:nvPr/>
        </p:nvGrpSpPr>
        <p:grpSpPr>
          <a:xfrm>
            <a:off x="2185128" y="2253299"/>
            <a:ext cx="382758" cy="356595"/>
            <a:chOff x="2185128" y="2427549"/>
            <a:chExt cx="382758" cy="356595"/>
          </a:xfrm>
        </p:grpSpPr>
        <p:sp>
          <p:nvSpPr>
            <p:cNvPr id="16753" name="Google Shape;16753;p87"/>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87"/>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87"/>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87"/>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7" name="Google Shape;16757;p87"/>
          <p:cNvGrpSpPr/>
          <p:nvPr/>
        </p:nvGrpSpPr>
        <p:grpSpPr>
          <a:xfrm>
            <a:off x="2656907" y="2265043"/>
            <a:ext cx="332757" cy="332343"/>
            <a:chOff x="2656907" y="2439293"/>
            <a:chExt cx="332757" cy="332343"/>
          </a:xfrm>
        </p:grpSpPr>
        <p:sp>
          <p:nvSpPr>
            <p:cNvPr id="16758" name="Google Shape;16758;p87"/>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87"/>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87"/>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87"/>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87"/>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87"/>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87"/>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5" name="Google Shape;16765;p87"/>
          <p:cNvGrpSpPr/>
          <p:nvPr/>
        </p:nvGrpSpPr>
        <p:grpSpPr>
          <a:xfrm>
            <a:off x="1731523" y="2248366"/>
            <a:ext cx="399435" cy="365698"/>
            <a:chOff x="1731523" y="2422616"/>
            <a:chExt cx="399435" cy="365698"/>
          </a:xfrm>
        </p:grpSpPr>
        <p:sp>
          <p:nvSpPr>
            <p:cNvPr id="16766" name="Google Shape;16766;p87"/>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87"/>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87"/>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9" name="Google Shape;16769;p87"/>
          <p:cNvGrpSpPr/>
          <p:nvPr/>
        </p:nvGrpSpPr>
        <p:grpSpPr>
          <a:xfrm>
            <a:off x="3097241" y="2259314"/>
            <a:ext cx="344883" cy="343387"/>
            <a:chOff x="3097241" y="2433564"/>
            <a:chExt cx="344883" cy="343387"/>
          </a:xfrm>
        </p:grpSpPr>
        <p:sp>
          <p:nvSpPr>
            <p:cNvPr id="16770" name="Google Shape;16770;p87"/>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87"/>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87"/>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87"/>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87"/>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87"/>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87"/>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87"/>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87"/>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9" name="Google Shape;16779;p87"/>
          <p:cNvGrpSpPr/>
          <p:nvPr/>
        </p:nvGrpSpPr>
        <p:grpSpPr>
          <a:xfrm>
            <a:off x="1278299" y="2265043"/>
            <a:ext cx="410829" cy="332343"/>
            <a:chOff x="1278299" y="2439293"/>
            <a:chExt cx="410829" cy="332343"/>
          </a:xfrm>
        </p:grpSpPr>
        <p:sp>
          <p:nvSpPr>
            <p:cNvPr id="16780" name="Google Shape;16780;p87"/>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87"/>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87"/>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87"/>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87"/>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87"/>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87"/>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87"/>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8" name="Google Shape;16788;p87"/>
          <p:cNvGrpSpPr/>
          <p:nvPr/>
        </p:nvGrpSpPr>
        <p:grpSpPr>
          <a:xfrm>
            <a:off x="2661459" y="1840751"/>
            <a:ext cx="322508" cy="273494"/>
            <a:chOff x="2661459" y="2015001"/>
            <a:chExt cx="322508" cy="273494"/>
          </a:xfrm>
        </p:grpSpPr>
        <p:sp>
          <p:nvSpPr>
            <p:cNvPr id="16789" name="Google Shape;16789;p87"/>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87"/>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1" name="Google Shape;16791;p87"/>
          <p:cNvGrpSpPr/>
          <p:nvPr/>
        </p:nvGrpSpPr>
        <p:grpSpPr>
          <a:xfrm>
            <a:off x="870939" y="2265043"/>
            <a:ext cx="331993" cy="331993"/>
            <a:chOff x="870939" y="2439293"/>
            <a:chExt cx="331993" cy="331993"/>
          </a:xfrm>
        </p:grpSpPr>
        <p:sp>
          <p:nvSpPr>
            <p:cNvPr id="16792" name="Google Shape;16792;p87"/>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87"/>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87"/>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87"/>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87"/>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87"/>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87"/>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87"/>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87"/>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87"/>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87"/>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87"/>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87"/>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87"/>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87"/>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87"/>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8" name="Google Shape;16808;p87"/>
          <p:cNvGrpSpPr/>
          <p:nvPr/>
        </p:nvGrpSpPr>
        <p:grpSpPr>
          <a:xfrm>
            <a:off x="6644957" y="2282103"/>
            <a:ext cx="371395" cy="278904"/>
            <a:chOff x="6644957" y="2456353"/>
            <a:chExt cx="371395" cy="278904"/>
          </a:xfrm>
        </p:grpSpPr>
        <p:sp>
          <p:nvSpPr>
            <p:cNvPr id="16809" name="Google Shape;16809;p87"/>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87"/>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87"/>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87"/>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87"/>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4" name="Google Shape;16814;p87"/>
          <p:cNvGrpSpPr/>
          <p:nvPr/>
        </p:nvGrpSpPr>
        <p:grpSpPr>
          <a:xfrm>
            <a:off x="5388757" y="2240409"/>
            <a:ext cx="260349" cy="362292"/>
            <a:chOff x="5388757" y="2414659"/>
            <a:chExt cx="260349" cy="362292"/>
          </a:xfrm>
        </p:grpSpPr>
        <p:sp>
          <p:nvSpPr>
            <p:cNvPr id="16815" name="Google Shape;16815;p87"/>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87"/>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87"/>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87"/>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87"/>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87"/>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87"/>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87"/>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87"/>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87"/>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87"/>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87"/>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87"/>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87"/>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87"/>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87"/>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87"/>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87"/>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87"/>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87"/>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5" name="Google Shape;16835;p87"/>
          <p:cNvGrpSpPr/>
          <p:nvPr/>
        </p:nvGrpSpPr>
        <p:grpSpPr>
          <a:xfrm>
            <a:off x="3567142" y="2731507"/>
            <a:ext cx="348288" cy="340331"/>
            <a:chOff x="3567142" y="2905757"/>
            <a:chExt cx="348288" cy="340331"/>
          </a:xfrm>
        </p:grpSpPr>
        <p:sp>
          <p:nvSpPr>
            <p:cNvPr id="16836" name="Google Shape;16836;p87"/>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87"/>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87"/>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87"/>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87"/>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1" name="Google Shape;16841;p87"/>
          <p:cNvGrpSpPr/>
          <p:nvPr/>
        </p:nvGrpSpPr>
        <p:grpSpPr>
          <a:xfrm>
            <a:off x="870939" y="1801571"/>
            <a:ext cx="332375" cy="350071"/>
            <a:chOff x="870939" y="1975821"/>
            <a:chExt cx="332375" cy="350071"/>
          </a:xfrm>
        </p:grpSpPr>
        <p:sp>
          <p:nvSpPr>
            <p:cNvPr id="16842" name="Google Shape;16842;p87"/>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87"/>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87"/>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87"/>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6" name="Google Shape;16846;p87"/>
          <p:cNvGrpSpPr/>
          <p:nvPr/>
        </p:nvGrpSpPr>
        <p:grpSpPr>
          <a:xfrm>
            <a:off x="7967103" y="2240791"/>
            <a:ext cx="355863" cy="361911"/>
            <a:chOff x="7967103" y="2415041"/>
            <a:chExt cx="355863" cy="361911"/>
          </a:xfrm>
        </p:grpSpPr>
        <p:sp>
          <p:nvSpPr>
            <p:cNvPr id="16847" name="Google Shape;16847;p87"/>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87"/>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87"/>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87"/>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87"/>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87"/>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87"/>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87"/>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87"/>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87"/>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87"/>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8" name="Google Shape;16858;p87"/>
          <p:cNvGrpSpPr/>
          <p:nvPr/>
        </p:nvGrpSpPr>
        <p:grpSpPr>
          <a:xfrm>
            <a:off x="7529411" y="2240409"/>
            <a:ext cx="355863" cy="362292"/>
            <a:chOff x="7529411" y="2414659"/>
            <a:chExt cx="355863" cy="362292"/>
          </a:xfrm>
        </p:grpSpPr>
        <p:sp>
          <p:nvSpPr>
            <p:cNvPr id="16859" name="Google Shape;16859;p87"/>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87"/>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87"/>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87"/>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87"/>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87"/>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87"/>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87"/>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87"/>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87"/>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87"/>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87"/>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1" name="Google Shape;16871;p87"/>
          <p:cNvGrpSpPr/>
          <p:nvPr/>
        </p:nvGrpSpPr>
        <p:grpSpPr>
          <a:xfrm>
            <a:off x="5733194" y="2257468"/>
            <a:ext cx="446826" cy="327059"/>
            <a:chOff x="5733194" y="2431718"/>
            <a:chExt cx="446826" cy="327059"/>
          </a:xfrm>
        </p:grpSpPr>
        <p:sp>
          <p:nvSpPr>
            <p:cNvPr id="16872" name="Google Shape;16872;p87"/>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87"/>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87"/>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5" name="Google Shape;16875;p87"/>
          <p:cNvGrpSpPr/>
          <p:nvPr/>
        </p:nvGrpSpPr>
        <p:grpSpPr>
          <a:xfrm>
            <a:off x="4876780" y="2243814"/>
            <a:ext cx="407774" cy="356627"/>
            <a:chOff x="4876780" y="2418064"/>
            <a:chExt cx="407774" cy="356627"/>
          </a:xfrm>
        </p:grpSpPr>
        <p:sp>
          <p:nvSpPr>
            <p:cNvPr id="16876" name="Google Shape;16876;p87"/>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87"/>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87"/>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87"/>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87"/>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87"/>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87"/>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87"/>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4" name="Google Shape;16884;p87"/>
          <p:cNvGrpSpPr/>
          <p:nvPr/>
        </p:nvGrpSpPr>
        <p:grpSpPr>
          <a:xfrm>
            <a:off x="7070872" y="2236621"/>
            <a:ext cx="398321" cy="371013"/>
            <a:chOff x="7070872" y="2410871"/>
            <a:chExt cx="398321" cy="371013"/>
          </a:xfrm>
        </p:grpSpPr>
        <p:sp>
          <p:nvSpPr>
            <p:cNvPr id="16885" name="Google Shape;16885;p87"/>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87"/>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87"/>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87"/>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89" name="Google Shape;16889;p87"/>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90" name="Google Shape;16890;p87"/>
          <p:cNvGrpSpPr/>
          <p:nvPr/>
        </p:nvGrpSpPr>
        <p:grpSpPr>
          <a:xfrm>
            <a:off x="5318259" y="2807861"/>
            <a:ext cx="371013" cy="220787"/>
            <a:chOff x="5318259" y="2982111"/>
            <a:chExt cx="371013" cy="220787"/>
          </a:xfrm>
        </p:grpSpPr>
        <p:sp>
          <p:nvSpPr>
            <p:cNvPr id="16891" name="Google Shape;16891;p87"/>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87"/>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87"/>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87"/>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87"/>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87"/>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87"/>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87"/>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9" name="Google Shape;16899;p87"/>
          <p:cNvGrpSpPr/>
          <p:nvPr/>
        </p:nvGrpSpPr>
        <p:grpSpPr>
          <a:xfrm>
            <a:off x="7073928" y="2731507"/>
            <a:ext cx="371395" cy="371809"/>
            <a:chOff x="7073928" y="2905757"/>
            <a:chExt cx="371395" cy="371809"/>
          </a:xfrm>
        </p:grpSpPr>
        <p:sp>
          <p:nvSpPr>
            <p:cNvPr id="16900" name="Google Shape;16900;p87"/>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87"/>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87"/>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3" name="Google Shape;16903;p87"/>
          <p:cNvGrpSpPr/>
          <p:nvPr/>
        </p:nvGrpSpPr>
        <p:grpSpPr>
          <a:xfrm>
            <a:off x="6188327" y="2781158"/>
            <a:ext cx="371395" cy="272857"/>
            <a:chOff x="6188327" y="2955408"/>
            <a:chExt cx="371395" cy="272857"/>
          </a:xfrm>
        </p:grpSpPr>
        <p:sp>
          <p:nvSpPr>
            <p:cNvPr id="16904" name="Google Shape;16904;p87"/>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87"/>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6" name="Google Shape;16906;p87"/>
          <p:cNvGrpSpPr/>
          <p:nvPr/>
        </p:nvGrpSpPr>
        <p:grpSpPr>
          <a:xfrm>
            <a:off x="7521454" y="2731889"/>
            <a:ext cx="359651" cy="371013"/>
            <a:chOff x="7521454" y="2906139"/>
            <a:chExt cx="359651" cy="371013"/>
          </a:xfrm>
        </p:grpSpPr>
        <p:sp>
          <p:nvSpPr>
            <p:cNvPr id="16907" name="Google Shape;16907;p87"/>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87"/>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87"/>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87"/>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87"/>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2" name="Google Shape;16912;p87"/>
          <p:cNvGrpSpPr/>
          <p:nvPr/>
        </p:nvGrpSpPr>
        <p:grpSpPr>
          <a:xfrm>
            <a:off x="5782845" y="2732271"/>
            <a:ext cx="301661" cy="371013"/>
            <a:chOff x="5782845" y="2906521"/>
            <a:chExt cx="301661" cy="371013"/>
          </a:xfrm>
        </p:grpSpPr>
        <p:sp>
          <p:nvSpPr>
            <p:cNvPr id="16913" name="Google Shape;16913;p87"/>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87"/>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87"/>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6" name="Google Shape;16916;p87"/>
          <p:cNvGrpSpPr/>
          <p:nvPr/>
        </p:nvGrpSpPr>
        <p:grpSpPr>
          <a:xfrm>
            <a:off x="3539102" y="2253299"/>
            <a:ext cx="355099" cy="355481"/>
            <a:chOff x="3539102" y="2427549"/>
            <a:chExt cx="355099" cy="355481"/>
          </a:xfrm>
        </p:grpSpPr>
        <p:sp>
          <p:nvSpPr>
            <p:cNvPr id="16917" name="Google Shape;16917;p87"/>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87"/>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9" name="Google Shape;16919;p87"/>
          <p:cNvGrpSpPr/>
          <p:nvPr/>
        </p:nvGrpSpPr>
        <p:grpSpPr>
          <a:xfrm>
            <a:off x="6630539" y="2743252"/>
            <a:ext cx="371777" cy="349434"/>
            <a:chOff x="6630539" y="2917502"/>
            <a:chExt cx="371777" cy="349434"/>
          </a:xfrm>
        </p:grpSpPr>
        <p:sp>
          <p:nvSpPr>
            <p:cNvPr id="16920" name="Google Shape;16920;p87"/>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87"/>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87"/>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87"/>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87"/>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87"/>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87"/>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7" name="Google Shape;16927;p87"/>
          <p:cNvGrpSpPr/>
          <p:nvPr/>
        </p:nvGrpSpPr>
        <p:grpSpPr>
          <a:xfrm>
            <a:off x="2171474" y="3194979"/>
            <a:ext cx="408156" cy="343737"/>
            <a:chOff x="2171474" y="3369229"/>
            <a:chExt cx="408156" cy="343737"/>
          </a:xfrm>
        </p:grpSpPr>
        <p:sp>
          <p:nvSpPr>
            <p:cNvPr id="16928" name="Google Shape;16928;p87"/>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87"/>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87"/>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87"/>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2" name="Google Shape;16932;p87"/>
          <p:cNvGrpSpPr/>
          <p:nvPr/>
        </p:nvGrpSpPr>
        <p:grpSpPr>
          <a:xfrm>
            <a:off x="4891198" y="2750858"/>
            <a:ext cx="334634" cy="334634"/>
            <a:chOff x="4891198" y="2925108"/>
            <a:chExt cx="334634" cy="334634"/>
          </a:xfrm>
        </p:grpSpPr>
        <p:sp>
          <p:nvSpPr>
            <p:cNvPr id="16933" name="Google Shape;16933;p87"/>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87"/>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87"/>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87"/>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87"/>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87"/>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87"/>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87"/>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1" name="Google Shape;16941;p87"/>
          <p:cNvGrpSpPr/>
          <p:nvPr/>
        </p:nvGrpSpPr>
        <p:grpSpPr>
          <a:xfrm>
            <a:off x="7976174" y="2750858"/>
            <a:ext cx="334666" cy="334634"/>
            <a:chOff x="7976174" y="2925108"/>
            <a:chExt cx="334666" cy="334634"/>
          </a:xfrm>
        </p:grpSpPr>
        <p:sp>
          <p:nvSpPr>
            <p:cNvPr id="16942" name="Google Shape;16942;p87"/>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87"/>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87"/>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87"/>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87"/>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87"/>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87"/>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87"/>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87"/>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1" name="Google Shape;16951;p87"/>
          <p:cNvGrpSpPr/>
          <p:nvPr/>
        </p:nvGrpSpPr>
        <p:grpSpPr>
          <a:xfrm>
            <a:off x="3091957" y="3199881"/>
            <a:ext cx="354717" cy="332757"/>
            <a:chOff x="3091957" y="3374131"/>
            <a:chExt cx="354717" cy="332757"/>
          </a:xfrm>
        </p:grpSpPr>
        <p:sp>
          <p:nvSpPr>
            <p:cNvPr id="16952" name="Google Shape;16952;p87"/>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87"/>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87"/>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87"/>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87"/>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87"/>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8" name="Google Shape;16958;p87"/>
          <p:cNvGrpSpPr/>
          <p:nvPr/>
        </p:nvGrpSpPr>
        <p:grpSpPr>
          <a:xfrm>
            <a:off x="3988156" y="3205960"/>
            <a:ext cx="353954" cy="318880"/>
            <a:chOff x="3988156" y="3380210"/>
            <a:chExt cx="353954" cy="318880"/>
          </a:xfrm>
        </p:grpSpPr>
        <p:sp>
          <p:nvSpPr>
            <p:cNvPr id="16959" name="Google Shape;16959;p87"/>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87"/>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87"/>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87"/>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87"/>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4" name="Google Shape;16964;p87"/>
          <p:cNvGrpSpPr/>
          <p:nvPr/>
        </p:nvGrpSpPr>
        <p:grpSpPr>
          <a:xfrm>
            <a:off x="3541011" y="3193070"/>
            <a:ext cx="348257" cy="346188"/>
            <a:chOff x="3541011" y="3367320"/>
            <a:chExt cx="348257" cy="346188"/>
          </a:xfrm>
        </p:grpSpPr>
        <p:sp>
          <p:nvSpPr>
            <p:cNvPr id="16965" name="Google Shape;16965;p87"/>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87"/>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87"/>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87"/>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9" name="Google Shape;16969;p87"/>
          <p:cNvGrpSpPr/>
          <p:nvPr/>
        </p:nvGrpSpPr>
        <p:grpSpPr>
          <a:xfrm>
            <a:off x="1314678" y="3183967"/>
            <a:ext cx="334666" cy="365348"/>
            <a:chOff x="1314678" y="3358217"/>
            <a:chExt cx="334666" cy="365348"/>
          </a:xfrm>
        </p:grpSpPr>
        <p:sp>
          <p:nvSpPr>
            <p:cNvPr id="16970" name="Google Shape;16970;p87"/>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87"/>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87"/>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87"/>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87"/>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5" name="Google Shape;16975;p87"/>
          <p:cNvGrpSpPr/>
          <p:nvPr/>
        </p:nvGrpSpPr>
        <p:grpSpPr>
          <a:xfrm>
            <a:off x="1748582" y="3198385"/>
            <a:ext cx="359269" cy="335780"/>
            <a:chOff x="1748582" y="3372635"/>
            <a:chExt cx="359269" cy="335780"/>
          </a:xfrm>
        </p:grpSpPr>
        <p:sp>
          <p:nvSpPr>
            <p:cNvPr id="16976" name="Google Shape;16976;p87"/>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77" name="Google Shape;16977;p87"/>
            <p:cNvGrpSpPr/>
            <p:nvPr/>
          </p:nvGrpSpPr>
          <p:grpSpPr>
            <a:xfrm>
              <a:off x="1748582" y="3372635"/>
              <a:ext cx="333520" cy="335780"/>
              <a:chOff x="1748582" y="3372635"/>
              <a:chExt cx="333520" cy="335780"/>
            </a:xfrm>
          </p:grpSpPr>
          <p:sp>
            <p:nvSpPr>
              <p:cNvPr id="16978" name="Google Shape;16978;p87"/>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87"/>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87"/>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981" name="Google Shape;16981;p87"/>
          <p:cNvGrpSpPr/>
          <p:nvPr/>
        </p:nvGrpSpPr>
        <p:grpSpPr>
          <a:xfrm>
            <a:off x="2640993" y="3183585"/>
            <a:ext cx="365348" cy="364966"/>
            <a:chOff x="2640993" y="3357835"/>
            <a:chExt cx="365348" cy="364966"/>
          </a:xfrm>
        </p:grpSpPr>
        <p:sp>
          <p:nvSpPr>
            <p:cNvPr id="16982" name="Google Shape;16982;p87"/>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87"/>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87"/>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87"/>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87"/>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87"/>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87"/>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87"/>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87"/>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87"/>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2" name="Google Shape;16992;p87"/>
          <p:cNvGrpSpPr/>
          <p:nvPr/>
        </p:nvGrpSpPr>
        <p:grpSpPr>
          <a:xfrm>
            <a:off x="4886264" y="3191924"/>
            <a:ext cx="350548" cy="350198"/>
            <a:chOff x="4886264" y="3366174"/>
            <a:chExt cx="350548" cy="350198"/>
          </a:xfrm>
        </p:grpSpPr>
        <p:sp>
          <p:nvSpPr>
            <p:cNvPr id="16993" name="Google Shape;16993;p87"/>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87"/>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87"/>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87"/>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87"/>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87"/>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87"/>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87"/>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87"/>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87"/>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87"/>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87"/>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87"/>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6" name="Google Shape;17006;p87"/>
          <p:cNvGrpSpPr/>
          <p:nvPr/>
        </p:nvGrpSpPr>
        <p:grpSpPr>
          <a:xfrm>
            <a:off x="5331913" y="3239697"/>
            <a:ext cx="347143" cy="254684"/>
            <a:chOff x="5331913" y="3413947"/>
            <a:chExt cx="347143" cy="254684"/>
          </a:xfrm>
        </p:grpSpPr>
        <p:sp>
          <p:nvSpPr>
            <p:cNvPr id="17007" name="Google Shape;17007;p87"/>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87"/>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87"/>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87"/>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87"/>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87"/>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3" name="Google Shape;17013;p87"/>
          <p:cNvGrpSpPr/>
          <p:nvPr/>
        </p:nvGrpSpPr>
        <p:grpSpPr>
          <a:xfrm>
            <a:off x="5776798" y="3235528"/>
            <a:ext cx="346379" cy="264518"/>
            <a:chOff x="5776798" y="3409778"/>
            <a:chExt cx="346379" cy="264518"/>
          </a:xfrm>
        </p:grpSpPr>
        <p:sp>
          <p:nvSpPr>
            <p:cNvPr id="17014" name="Google Shape;17014;p87"/>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87"/>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87"/>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87"/>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87"/>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87"/>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0" name="Google Shape;17020;p87"/>
          <p:cNvGrpSpPr/>
          <p:nvPr/>
        </p:nvGrpSpPr>
        <p:grpSpPr>
          <a:xfrm>
            <a:off x="7108015" y="3222255"/>
            <a:ext cx="344883" cy="290299"/>
            <a:chOff x="7108015" y="3396505"/>
            <a:chExt cx="344883" cy="290299"/>
          </a:xfrm>
        </p:grpSpPr>
        <p:sp>
          <p:nvSpPr>
            <p:cNvPr id="17021" name="Google Shape;17021;p87"/>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87"/>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87"/>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87"/>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5" name="Google Shape;17025;p87"/>
          <p:cNvGrpSpPr/>
          <p:nvPr/>
        </p:nvGrpSpPr>
        <p:grpSpPr>
          <a:xfrm>
            <a:off x="7551754" y="3216558"/>
            <a:ext cx="344883" cy="301311"/>
            <a:chOff x="7551754" y="3390808"/>
            <a:chExt cx="344883" cy="301311"/>
          </a:xfrm>
        </p:grpSpPr>
        <p:sp>
          <p:nvSpPr>
            <p:cNvPr id="17026" name="Google Shape;17026;p87"/>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87"/>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87"/>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87"/>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87"/>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87"/>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87"/>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87"/>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87"/>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87"/>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87"/>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7" name="Google Shape;17037;p87"/>
          <p:cNvGrpSpPr/>
          <p:nvPr/>
        </p:nvGrpSpPr>
        <p:grpSpPr>
          <a:xfrm>
            <a:off x="6707084" y="3213153"/>
            <a:ext cx="261145" cy="308504"/>
            <a:chOff x="6707084" y="3387403"/>
            <a:chExt cx="261145" cy="308504"/>
          </a:xfrm>
        </p:grpSpPr>
        <p:sp>
          <p:nvSpPr>
            <p:cNvPr id="17038" name="Google Shape;17038;p87"/>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87"/>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87"/>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87"/>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2" name="Google Shape;17042;p87"/>
          <p:cNvGrpSpPr/>
          <p:nvPr/>
        </p:nvGrpSpPr>
        <p:grpSpPr>
          <a:xfrm>
            <a:off x="848978" y="4123387"/>
            <a:ext cx="377824" cy="324418"/>
            <a:chOff x="848978" y="4297637"/>
            <a:chExt cx="377824" cy="324418"/>
          </a:xfrm>
        </p:grpSpPr>
        <p:sp>
          <p:nvSpPr>
            <p:cNvPr id="17043" name="Google Shape;17043;p87"/>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87"/>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5" name="Google Shape;17045;p87"/>
          <p:cNvGrpSpPr/>
          <p:nvPr/>
        </p:nvGrpSpPr>
        <p:grpSpPr>
          <a:xfrm>
            <a:off x="1754279" y="4112343"/>
            <a:ext cx="351439" cy="345965"/>
            <a:chOff x="1754279" y="4286593"/>
            <a:chExt cx="351439" cy="345965"/>
          </a:xfrm>
        </p:grpSpPr>
        <p:sp>
          <p:nvSpPr>
            <p:cNvPr id="17046" name="Google Shape;17046;p87"/>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87"/>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87"/>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87"/>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87"/>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1" name="Google Shape;17051;p87"/>
          <p:cNvGrpSpPr/>
          <p:nvPr/>
        </p:nvGrpSpPr>
        <p:grpSpPr>
          <a:xfrm>
            <a:off x="3996113" y="4116926"/>
            <a:ext cx="336512" cy="335048"/>
            <a:chOff x="3996113" y="4291176"/>
            <a:chExt cx="336512" cy="335048"/>
          </a:xfrm>
        </p:grpSpPr>
        <p:sp>
          <p:nvSpPr>
            <p:cNvPr id="17052" name="Google Shape;17052;p87"/>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87"/>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87"/>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55" name="Google Shape;17055;p87"/>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56" name="Google Shape;17056;p87"/>
          <p:cNvGrpSpPr/>
          <p:nvPr/>
        </p:nvGrpSpPr>
        <p:grpSpPr>
          <a:xfrm>
            <a:off x="2179081" y="4111261"/>
            <a:ext cx="397525" cy="348670"/>
            <a:chOff x="2179081" y="4285511"/>
            <a:chExt cx="397525" cy="348670"/>
          </a:xfrm>
        </p:grpSpPr>
        <p:sp>
          <p:nvSpPr>
            <p:cNvPr id="17057" name="Google Shape;17057;p87"/>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87"/>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9" name="Google Shape;17059;p87"/>
          <p:cNvGrpSpPr/>
          <p:nvPr/>
        </p:nvGrpSpPr>
        <p:grpSpPr>
          <a:xfrm>
            <a:off x="3584201" y="4120746"/>
            <a:ext cx="267574" cy="329415"/>
            <a:chOff x="3584201" y="4294996"/>
            <a:chExt cx="267574" cy="329415"/>
          </a:xfrm>
        </p:grpSpPr>
        <p:sp>
          <p:nvSpPr>
            <p:cNvPr id="17060" name="Google Shape;17060;p87"/>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87"/>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87"/>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87"/>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4" name="Google Shape;17064;p87"/>
          <p:cNvGrpSpPr/>
          <p:nvPr/>
        </p:nvGrpSpPr>
        <p:grpSpPr>
          <a:xfrm>
            <a:off x="3082855" y="4121478"/>
            <a:ext cx="375946" cy="327823"/>
            <a:chOff x="3082855" y="4295728"/>
            <a:chExt cx="375946" cy="327823"/>
          </a:xfrm>
        </p:grpSpPr>
        <p:sp>
          <p:nvSpPr>
            <p:cNvPr id="17065" name="Google Shape;17065;p87"/>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87"/>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87"/>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87"/>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87"/>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87"/>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87"/>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87"/>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87"/>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87"/>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87"/>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6" name="Google Shape;17076;p87"/>
          <p:cNvGrpSpPr/>
          <p:nvPr/>
        </p:nvGrpSpPr>
        <p:grpSpPr>
          <a:xfrm>
            <a:off x="2749016" y="4116926"/>
            <a:ext cx="150831" cy="336926"/>
            <a:chOff x="2749016" y="4291176"/>
            <a:chExt cx="150831" cy="336926"/>
          </a:xfrm>
        </p:grpSpPr>
        <p:sp>
          <p:nvSpPr>
            <p:cNvPr id="17077" name="Google Shape;17077;p87"/>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87"/>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87"/>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87"/>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1" name="Google Shape;17081;p87"/>
          <p:cNvGrpSpPr/>
          <p:nvPr/>
        </p:nvGrpSpPr>
        <p:grpSpPr>
          <a:xfrm>
            <a:off x="7127716" y="4105182"/>
            <a:ext cx="248254" cy="361942"/>
            <a:chOff x="7127716" y="4279432"/>
            <a:chExt cx="248254" cy="361942"/>
          </a:xfrm>
        </p:grpSpPr>
        <p:sp>
          <p:nvSpPr>
            <p:cNvPr id="17082" name="Google Shape;17082;p87"/>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87"/>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87"/>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87"/>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87"/>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87"/>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87"/>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87"/>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87"/>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1" name="Google Shape;17091;p87"/>
          <p:cNvGrpSpPr/>
          <p:nvPr/>
        </p:nvGrpSpPr>
        <p:grpSpPr>
          <a:xfrm>
            <a:off x="7565408" y="4105182"/>
            <a:ext cx="248255" cy="361942"/>
            <a:chOff x="7565408" y="4279432"/>
            <a:chExt cx="248255" cy="361942"/>
          </a:xfrm>
        </p:grpSpPr>
        <p:sp>
          <p:nvSpPr>
            <p:cNvPr id="17092" name="Google Shape;17092;p87"/>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87"/>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87"/>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87"/>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87"/>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87"/>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87"/>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87"/>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0" name="Google Shape;17100;p87"/>
          <p:cNvGrpSpPr/>
          <p:nvPr/>
        </p:nvGrpSpPr>
        <p:grpSpPr>
          <a:xfrm>
            <a:off x="6264109" y="4105182"/>
            <a:ext cx="225498" cy="361560"/>
            <a:chOff x="6264109" y="4279432"/>
            <a:chExt cx="225498" cy="361560"/>
          </a:xfrm>
        </p:grpSpPr>
        <p:sp>
          <p:nvSpPr>
            <p:cNvPr id="17101" name="Google Shape;17101;p87"/>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87"/>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3" name="Google Shape;17103;p87"/>
          <p:cNvGrpSpPr/>
          <p:nvPr/>
        </p:nvGrpSpPr>
        <p:grpSpPr>
          <a:xfrm>
            <a:off x="7929578" y="4110115"/>
            <a:ext cx="395266" cy="351312"/>
            <a:chOff x="7929578" y="4284365"/>
            <a:chExt cx="395266" cy="351312"/>
          </a:xfrm>
        </p:grpSpPr>
        <p:sp>
          <p:nvSpPr>
            <p:cNvPr id="17104" name="Google Shape;17104;p87"/>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87"/>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87"/>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87"/>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8" name="Google Shape;17108;p87"/>
          <p:cNvGrpSpPr/>
          <p:nvPr/>
        </p:nvGrpSpPr>
        <p:grpSpPr>
          <a:xfrm>
            <a:off x="6595502" y="4149527"/>
            <a:ext cx="426315" cy="332826"/>
            <a:chOff x="6639652" y="4323777"/>
            <a:chExt cx="426315" cy="332826"/>
          </a:xfrm>
        </p:grpSpPr>
        <p:sp>
          <p:nvSpPr>
            <p:cNvPr id="17109" name="Google Shape;17109;p87"/>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87"/>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87"/>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87"/>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87"/>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87"/>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87"/>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87"/>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87"/>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87"/>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9" name="Google Shape;17119;p87"/>
          <p:cNvGrpSpPr/>
          <p:nvPr/>
        </p:nvGrpSpPr>
        <p:grpSpPr>
          <a:xfrm>
            <a:off x="5357662" y="4123387"/>
            <a:ext cx="287275" cy="326296"/>
            <a:chOff x="5357662" y="4297637"/>
            <a:chExt cx="287275" cy="326296"/>
          </a:xfrm>
        </p:grpSpPr>
        <p:sp>
          <p:nvSpPr>
            <p:cNvPr id="17120" name="Google Shape;17120;p87"/>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87"/>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87"/>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87"/>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87"/>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5" name="Google Shape;17125;p87"/>
          <p:cNvGrpSpPr/>
          <p:nvPr/>
        </p:nvGrpSpPr>
        <p:grpSpPr>
          <a:xfrm>
            <a:off x="5774124" y="4120300"/>
            <a:ext cx="331611" cy="331674"/>
            <a:chOff x="5774124" y="4294550"/>
            <a:chExt cx="331611" cy="331674"/>
          </a:xfrm>
        </p:grpSpPr>
        <p:sp>
          <p:nvSpPr>
            <p:cNvPr id="17126" name="Google Shape;17126;p87"/>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87"/>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8" name="Google Shape;17128;p87"/>
          <p:cNvGrpSpPr/>
          <p:nvPr/>
        </p:nvGrpSpPr>
        <p:grpSpPr>
          <a:xfrm>
            <a:off x="4890434" y="4113139"/>
            <a:ext cx="345997" cy="346029"/>
            <a:chOff x="4890434" y="4287389"/>
            <a:chExt cx="345997" cy="346029"/>
          </a:xfrm>
        </p:grpSpPr>
        <p:sp>
          <p:nvSpPr>
            <p:cNvPr id="17129" name="Google Shape;17129;p87"/>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87"/>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87"/>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87"/>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87"/>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87"/>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87"/>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6" name="Google Shape;17136;p87"/>
          <p:cNvGrpSpPr/>
          <p:nvPr/>
        </p:nvGrpSpPr>
        <p:grpSpPr>
          <a:xfrm>
            <a:off x="2165809" y="3636809"/>
            <a:ext cx="422542" cy="342973"/>
            <a:chOff x="2165809" y="3811059"/>
            <a:chExt cx="422542" cy="342973"/>
          </a:xfrm>
        </p:grpSpPr>
        <p:sp>
          <p:nvSpPr>
            <p:cNvPr id="17137" name="Google Shape;17137;p87"/>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87"/>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87"/>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87"/>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87"/>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87"/>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87"/>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87"/>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87"/>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87"/>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87"/>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87"/>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87"/>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87"/>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87"/>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87"/>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87"/>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87"/>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55" name="Google Shape;17155;p87"/>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56" name="Google Shape;17156;p87"/>
          <p:cNvGrpSpPr/>
          <p:nvPr/>
        </p:nvGrpSpPr>
        <p:grpSpPr>
          <a:xfrm>
            <a:off x="903530" y="3631875"/>
            <a:ext cx="264550" cy="353222"/>
            <a:chOff x="903530" y="3806125"/>
            <a:chExt cx="264550" cy="353222"/>
          </a:xfrm>
        </p:grpSpPr>
        <p:sp>
          <p:nvSpPr>
            <p:cNvPr id="17157" name="Google Shape;17157;p87"/>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87"/>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87"/>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87"/>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1" name="Google Shape;17161;p87"/>
          <p:cNvGrpSpPr/>
          <p:nvPr/>
        </p:nvGrpSpPr>
        <p:grpSpPr>
          <a:xfrm>
            <a:off x="850092" y="3178684"/>
            <a:ext cx="369517" cy="375660"/>
            <a:chOff x="850092" y="3352934"/>
            <a:chExt cx="369517" cy="375660"/>
          </a:xfrm>
        </p:grpSpPr>
        <p:sp>
          <p:nvSpPr>
            <p:cNvPr id="17162" name="Google Shape;17162;p87"/>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87"/>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87"/>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87"/>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87"/>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7" name="Google Shape;17167;p87"/>
          <p:cNvGrpSpPr/>
          <p:nvPr/>
        </p:nvGrpSpPr>
        <p:grpSpPr>
          <a:xfrm>
            <a:off x="2611458" y="3642124"/>
            <a:ext cx="426329" cy="332375"/>
            <a:chOff x="2611458" y="3816374"/>
            <a:chExt cx="426329" cy="332375"/>
          </a:xfrm>
        </p:grpSpPr>
        <p:sp>
          <p:nvSpPr>
            <p:cNvPr id="17168" name="Google Shape;17168;p87"/>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87"/>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87"/>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87"/>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87"/>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87"/>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87"/>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87"/>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87"/>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87"/>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78" name="Google Shape;17178;p87"/>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79" name="Google Shape;17179;p87"/>
          <p:cNvGrpSpPr/>
          <p:nvPr/>
        </p:nvGrpSpPr>
        <p:grpSpPr>
          <a:xfrm>
            <a:off x="4019984" y="3631143"/>
            <a:ext cx="293704" cy="353954"/>
            <a:chOff x="4019984" y="3805393"/>
            <a:chExt cx="293704" cy="353954"/>
          </a:xfrm>
        </p:grpSpPr>
        <p:sp>
          <p:nvSpPr>
            <p:cNvPr id="17180" name="Google Shape;17180;p87"/>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87"/>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2" name="Google Shape;17182;p87"/>
          <p:cNvGrpSpPr/>
          <p:nvPr/>
        </p:nvGrpSpPr>
        <p:grpSpPr>
          <a:xfrm>
            <a:off x="8006505" y="3215794"/>
            <a:ext cx="323654" cy="303189"/>
            <a:chOff x="8006505" y="3390044"/>
            <a:chExt cx="323654" cy="303189"/>
          </a:xfrm>
        </p:grpSpPr>
        <p:sp>
          <p:nvSpPr>
            <p:cNvPr id="17183" name="Google Shape;17183;p87"/>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87"/>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87"/>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87"/>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87"/>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87"/>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9" name="Google Shape;17189;p87"/>
          <p:cNvGrpSpPr/>
          <p:nvPr/>
        </p:nvGrpSpPr>
        <p:grpSpPr>
          <a:xfrm>
            <a:off x="1299146" y="3632257"/>
            <a:ext cx="367990" cy="351312"/>
            <a:chOff x="1299146" y="3806507"/>
            <a:chExt cx="367990" cy="351312"/>
          </a:xfrm>
        </p:grpSpPr>
        <p:sp>
          <p:nvSpPr>
            <p:cNvPr id="17190" name="Google Shape;17190;p87"/>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87"/>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92" name="Google Shape;17192;p87"/>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93" name="Google Shape;17193;p87"/>
          <p:cNvGrpSpPr/>
          <p:nvPr/>
        </p:nvGrpSpPr>
        <p:grpSpPr>
          <a:xfrm>
            <a:off x="7550258" y="3658420"/>
            <a:ext cx="371395" cy="301279"/>
            <a:chOff x="7550258" y="3832670"/>
            <a:chExt cx="371395" cy="301279"/>
          </a:xfrm>
        </p:grpSpPr>
        <p:sp>
          <p:nvSpPr>
            <p:cNvPr id="17194" name="Google Shape;17194;p87"/>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87"/>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87"/>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87"/>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87"/>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87"/>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87"/>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87"/>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87"/>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87"/>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87"/>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87"/>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87"/>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87"/>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87"/>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87"/>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87"/>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87"/>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12" name="Google Shape;17212;p87"/>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13" name="Google Shape;17213;p87"/>
          <p:cNvGrpSpPr/>
          <p:nvPr/>
        </p:nvGrpSpPr>
        <p:grpSpPr>
          <a:xfrm>
            <a:off x="6659725" y="3633785"/>
            <a:ext cx="367608" cy="350548"/>
            <a:chOff x="6659725" y="3808035"/>
            <a:chExt cx="367608" cy="350548"/>
          </a:xfrm>
        </p:grpSpPr>
        <p:sp>
          <p:nvSpPr>
            <p:cNvPr id="17214" name="Google Shape;17214;p87"/>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87"/>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6" name="Google Shape;17216;p87"/>
          <p:cNvGrpSpPr/>
          <p:nvPr/>
        </p:nvGrpSpPr>
        <p:grpSpPr>
          <a:xfrm>
            <a:off x="6219391" y="3642506"/>
            <a:ext cx="356627" cy="334252"/>
            <a:chOff x="6219391" y="3816756"/>
            <a:chExt cx="356627" cy="334252"/>
          </a:xfrm>
        </p:grpSpPr>
        <p:sp>
          <p:nvSpPr>
            <p:cNvPr id="17217" name="Google Shape;17217;p87"/>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87"/>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87"/>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87"/>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1" name="Google Shape;17221;p87"/>
          <p:cNvGrpSpPr/>
          <p:nvPr/>
        </p:nvGrpSpPr>
        <p:grpSpPr>
          <a:xfrm>
            <a:off x="5778676" y="3652722"/>
            <a:ext cx="349052" cy="313055"/>
            <a:chOff x="5778676" y="3826972"/>
            <a:chExt cx="349052" cy="313055"/>
          </a:xfrm>
        </p:grpSpPr>
        <p:sp>
          <p:nvSpPr>
            <p:cNvPr id="17222" name="Google Shape;17222;p87"/>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87"/>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87"/>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87"/>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87"/>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7" name="Google Shape;17227;p87"/>
          <p:cNvGrpSpPr/>
          <p:nvPr/>
        </p:nvGrpSpPr>
        <p:grpSpPr>
          <a:xfrm>
            <a:off x="5355784" y="3660297"/>
            <a:ext cx="299019" cy="297905"/>
            <a:chOff x="5355784" y="3834547"/>
            <a:chExt cx="299019" cy="297905"/>
          </a:xfrm>
        </p:grpSpPr>
        <p:sp>
          <p:nvSpPr>
            <p:cNvPr id="17228" name="Google Shape;17228;p87"/>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87"/>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87"/>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87"/>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2" name="Google Shape;17232;p87"/>
          <p:cNvGrpSpPr/>
          <p:nvPr/>
        </p:nvGrpSpPr>
        <p:grpSpPr>
          <a:xfrm>
            <a:off x="8036455" y="3633021"/>
            <a:ext cx="292176" cy="353985"/>
            <a:chOff x="8036455" y="3807271"/>
            <a:chExt cx="292176" cy="353985"/>
          </a:xfrm>
        </p:grpSpPr>
        <p:sp>
          <p:nvSpPr>
            <p:cNvPr id="17233" name="Google Shape;17233;p87"/>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87"/>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35" name="Google Shape;17235;p87"/>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7236" name="Google Shape;17236;p87"/>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7237" name="Google Shape;17237;p87"/>
          <p:cNvGrpSpPr/>
          <p:nvPr/>
        </p:nvGrpSpPr>
        <p:grpSpPr>
          <a:xfrm>
            <a:off x="4874902" y="3634549"/>
            <a:ext cx="345615" cy="350835"/>
            <a:chOff x="4874902" y="3808799"/>
            <a:chExt cx="345615" cy="350835"/>
          </a:xfrm>
        </p:grpSpPr>
        <p:sp>
          <p:nvSpPr>
            <p:cNvPr id="17238" name="Google Shape;17238;p87"/>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87"/>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87"/>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87"/>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87"/>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87"/>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87"/>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87"/>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87"/>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87"/>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87"/>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87"/>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87"/>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87"/>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87"/>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87"/>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87"/>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5" name="Google Shape;17255;p87"/>
          <p:cNvGrpSpPr/>
          <p:nvPr/>
        </p:nvGrpSpPr>
        <p:grpSpPr>
          <a:xfrm>
            <a:off x="3095745" y="3631143"/>
            <a:ext cx="352840" cy="354717"/>
            <a:chOff x="3095745" y="3805393"/>
            <a:chExt cx="352840" cy="354717"/>
          </a:xfrm>
        </p:grpSpPr>
        <p:sp>
          <p:nvSpPr>
            <p:cNvPr id="17256" name="Google Shape;17256;p87"/>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87"/>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87"/>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87"/>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87"/>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87"/>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265" name="Shape 17265"/>
        <p:cNvGrpSpPr/>
        <p:nvPr/>
      </p:nvGrpSpPr>
      <p:grpSpPr>
        <a:xfrm>
          <a:off x="0" y="0"/>
          <a:ext cx="0" cy="0"/>
          <a:chOff x="0" y="0"/>
          <a:chExt cx="0" cy="0"/>
        </a:xfrm>
      </p:grpSpPr>
      <p:grpSp>
        <p:nvGrpSpPr>
          <p:cNvPr id="17266" name="Google Shape;17266;p88"/>
          <p:cNvGrpSpPr/>
          <p:nvPr/>
        </p:nvGrpSpPr>
        <p:grpSpPr>
          <a:xfrm>
            <a:off x="2733780" y="4039081"/>
            <a:ext cx="342144" cy="362704"/>
            <a:chOff x="2704005" y="4258781"/>
            <a:chExt cx="342144" cy="362704"/>
          </a:xfrm>
        </p:grpSpPr>
        <p:sp>
          <p:nvSpPr>
            <p:cNvPr id="17267" name="Google Shape;17267;p88"/>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88"/>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88"/>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88"/>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88"/>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88"/>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88"/>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4" name="Google Shape;17274;p88"/>
          <p:cNvGrpSpPr/>
          <p:nvPr/>
        </p:nvGrpSpPr>
        <p:grpSpPr>
          <a:xfrm>
            <a:off x="2157462" y="4083096"/>
            <a:ext cx="347435" cy="363370"/>
            <a:chOff x="2157462" y="4258496"/>
            <a:chExt cx="347435" cy="363370"/>
          </a:xfrm>
        </p:grpSpPr>
        <p:sp>
          <p:nvSpPr>
            <p:cNvPr id="17275" name="Google Shape;17275;p88"/>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88"/>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88"/>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8" name="Google Shape;17278;p88"/>
          <p:cNvGrpSpPr/>
          <p:nvPr/>
        </p:nvGrpSpPr>
        <p:grpSpPr>
          <a:xfrm>
            <a:off x="4010963" y="3588381"/>
            <a:ext cx="343665" cy="363211"/>
            <a:chOff x="4010963" y="3763781"/>
            <a:chExt cx="343665" cy="363211"/>
          </a:xfrm>
        </p:grpSpPr>
        <p:sp>
          <p:nvSpPr>
            <p:cNvPr id="17279" name="Google Shape;17279;p88"/>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88"/>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88"/>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88"/>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88"/>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4" name="Google Shape;17284;p88"/>
          <p:cNvGrpSpPr/>
          <p:nvPr/>
        </p:nvGrpSpPr>
        <p:grpSpPr>
          <a:xfrm>
            <a:off x="2214042" y="3635109"/>
            <a:ext cx="368153" cy="311193"/>
            <a:chOff x="2214042" y="3810509"/>
            <a:chExt cx="368153" cy="311193"/>
          </a:xfrm>
        </p:grpSpPr>
        <p:sp>
          <p:nvSpPr>
            <p:cNvPr id="17285" name="Google Shape;17285;p88"/>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88"/>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7" name="Google Shape;17287;p88"/>
          <p:cNvGrpSpPr/>
          <p:nvPr/>
        </p:nvGrpSpPr>
        <p:grpSpPr>
          <a:xfrm>
            <a:off x="1797413" y="3606819"/>
            <a:ext cx="367805" cy="367773"/>
            <a:chOff x="1768938" y="3782219"/>
            <a:chExt cx="367805" cy="367773"/>
          </a:xfrm>
        </p:grpSpPr>
        <p:sp>
          <p:nvSpPr>
            <p:cNvPr id="17288" name="Google Shape;17288;p88"/>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88"/>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88"/>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88"/>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88"/>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3" name="Google Shape;17293;p88"/>
          <p:cNvGrpSpPr/>
          <p:nvPr/>
        </p:nvGrpSpPr>
        <p:grpSpPr>
          <a:xfrm>
            <a:off x="2681385" y="3623039"/>
            <a:ext cx="325544" cy="327413"/>
            <a:chOff x="2681385" y="3798439"/>
            <a:chExt cx="325544" cy="327413"/>
          </a:xfrm>
        </p:grpSpPr>
        <p:sp>
          <p:nvSpPr>
            <p:cNvPr id="17294" name="Google Shape;17294;p88"/>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88"/>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88"/>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88"/>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88"/>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88"/>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88"/>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1" name="Google Shape;17301;p88"/>
          <p:cNvGrpSpPr/>
          <p:nvPr/>
        </p:nvGrpSpPr>
        <p:grpSpPr>
          <a:xfrm>
            <a:off x="6243928" y="4088102"/>
            <a:ext cx="274254" cy="350824"/>
            <a:chOff x="6243928" y="4263502"/>
            <a:chExt cx="274254" cy="350824"/>
          </a:xfrm>
        </p:grpSpPr>
        <p:sp>
          <p:nvSpPr>
            <p:cNvPr id="17302" name="Google Shape;17302;p88"/>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88"/>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88"/>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88"/>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88"/>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88"/>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88"/>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88"/>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0" name="Google Shape;17310;p88"/>
          <p:cNvGrpSpPr/>
          <p:nvPr/>
        </p:nvGrpSpPr>
        <p:grpSpPr>
          <a:xfrm>
            <a:off x="3560600" y="3587938"/>
            <a:ext cx="352345" cy="363655"/>
            <a:chOff x="3560600" y="3763338"/>
            <a:chExt cx="352345" cy="363655"/>
          </a:xfrm>
        </p:grpSpPr>
        <p:sp>
          <p:nvSpPr>
            <p:cNvPr id="17311" name="Google Shape;17311;p88"/>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88"/>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88"/>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4" name="Google Shape;17314;p88"/>
          <p:cNvGrpSpPr/>
          <p:nvPr/>
        </p:nvGrpSpPr>
        <p:grpSpPr>
          <a:xfrm>
            <a:off x="5790556" y="4085852"/>
            <a:ext cx="279513" cy="356083"/>
            <a:chOff x="5790556" y="4261252"/>
            <a:chExt cx="279513" cy="356083"/>
          </a:xfrm>
        </p:grpSpPr>
        <p:sp>
          <p:nvSpPr>
            <p:cNvPr id="17315" name="Google Shape;17315;p88"/>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88"/>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88"/>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88"/>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88"/>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88"/>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88"/>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2" name="Google Shape;17322;p88"/>
          <p:cNvGrpSpPr/>
          <p:nvPr/>
        </p:nvGrpSpPr>
        <p:grpSpPr>
          <a:xfrm>
            <a:off x="5341333" y="4085852"/>
            <a:ext cx="278752" cy="356463"/>
            <a:chOff x="5341333" y="4261252"/>
            <a:chExt cx="278752" cy="356463"/>
          </a:xfrm>
        </p:grpSpPr>
        <p:sp>
          <p:nvSpPr>
            <p:cNvPr id="17323" name="Google Shape;17323;p88"/>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88"/>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88"/>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88"/>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88"/>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88"/>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88"/>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30" name="Google Shape;17330;p88"/>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31" name="Google Shape;17331;p88"/>
          <p:cNvGrpSpPr/>
          <p:nvPr/>
        </p:nvGrpSpPr>
        <p:grpSpPr>
          <a:xfrm>
            <a:off x="3103646" y="3590676"/>
            <a:ext cx="360233" cy="362451"/>
            <a:chOff x="3107608" y="3763401"/>
            <a:chExt cx="360233" cy="362451"/>
          </a:xfrm>
        </p:grpSpPr>
        <p:sp>
          <p:nvSpPr>
            <p:cNvPr id="17332" name="Google Shape;17332;p88"/>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88"/>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88"/>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5" name="Google Shape;17335;p88"/>
          <p:cNvGrpSpPr/>
          <p:nvPr/>
        </p:nvGrpSpPr>
        <p:grpSpPr>
          <a:xfrm>
            <a:off x="889343" y="3625827"/>
            <a:ext cx="351585" cy="339705"/>
            <a:chOff x="889343" y="3801227"/>
            <a:chExt cx="351585" cy="339705"/>
          </a:xfrm>
        </p:grpSpPr>
        <p:sp>
          <p:nvSpPr>
            <p:cNvPr id="17336" name="Google Shape;17336;p88"/>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88"/>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88"/>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88"/>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88"/>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1" name="Google Shape;17341;p88"/>
          <p:cNvGrpSpPr/>
          <p:nvPr/>
        </p:nvGrpSpPr>
        <p:grpSpPr>
          <a:xfrm>
            <a:off x="4896609" y="4085472"/>
            <a:ext cx="278784" cy="355323"/>
            <a:chOff x="4896609" y="4260872"/>
            <a:chExt cx="278784" cy="355323"/>
          </a:xfrm>
        </p:grpSpPr>
        <p:sp>
          <p:nvSpPr>
            <p:cNvPr id="17342" name="Google Shape;17342;p88"/>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88"/>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88"/>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88"/>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88"/>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88"/>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8" name="Google Shape;17348;p88"/>
          <p:cNvGrpSpPr/>
          <p:nvPr/>
        </p:nvGrpSpPr>
        <p:grpSpPr>
          <a:xfrm>
            <a:off x="7598438" y="4090731"/>
            <a:ext cx="260283" cy="345914"/>
            <a:chOff x="7598438" y="4266131"/>
            <a:chExt cx="260283" cy="345914"/>
          </a:xfrm>
        </p:grpSpPr>
        <p:sp>
          <p:nvSpPr>
            <p:cNvPr id="17349" name="Google Shape;17349;p88"/>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88"/>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88"/>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88"/>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88"/>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88"/>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88"/>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6" name="Google Shape;17356;p88"/>
          <p:cNvGrpSpPr/>
          <p:nvPr/>
        </p:nvGrpSpPr>
        <p:grpSpPr>
          <a:xfrm>
            <a:off x="1767069" y="3184746"/>
            <a:ext cx="286324" cy="348163"/>
            <a:chOff x="1767069" y="3360146"/>
            <a:chExt cx="286324" cy="348163"/>
          </a:xfrm>
        </p:grpSpPr>
        <p:sp>
          <p:nvSpPr>
            <p:cNvPr id="17357" name="Google Shape;17357;p88"/>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88"/>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88"/>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88"/>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88"/>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88"/>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88"/>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4" name="Google Shape;17364;p88"/>
          <p:cNvGrpSpPr/>
          <p:nvPr/>
        </p:nvGrpSpPr>
        <p:grpSpPr>
          <a:xfrm>
            <a:off x="7149944" y="4090731"/>
            <a:ext cx="260283" cy="345914"/>
            <a:chOff x="7149944" y="4266131"/>
            <a:chExt cx="260283" cy="345914"/>
          </a:xfrm>
        </p:grpSpPr>
        <p:sp>
          <p:nvSpPr>
            <p:cNvPr id="17365" name="Google Shape;17365;p88"/>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88"/>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88"/>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88"/>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88"/>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88"/>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1" name="Google Shape;17371;p88"/>
          <p:cNvGrpSpPr/>
          <p:nvPr/>
        </p:nvGrpSpPr>
        <p:grpSpPr>
          <a:xfrm>
            <a:off x="6695051" y="4083951"/>
            <a:ext cx="270104" cy="360233"/>
            <a:chOff x="6695051" y="4259351"/>
            <a:chExt cx="270104" cy="360233"/>
          </a:xfrm>
        </p:grpSpPr>
        <p:sp>
          <p:nvSpPr>
            <p:cNvPr id="17372" name="Google Shape;17372;p88"/>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88"/>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88"/>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88"/>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6" name="Google Shape;17376;p88"/>
          <p:cNvGrpSpPr/>
          <p:nvPr/>
        </p:nvGrpSpPr>
        <p:grpSpPr>
          <a:xfrm>
            <a:off x="8047661" y="4082051"/>
            <a:ext cx="277263" cy="362514"/>
            <a:chOff x="8047661" y="4257451"/>
            <a:chExt cx="277263" cy="362514"/>
          </a:xfrm>
        </p:grpSpPr>
        <p:sp>
          <p:nvSpPr>
            <p:cNvPr id="17377" name="Google Shape;17377;p88"/>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88"/>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88"/>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88"/>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1" name="Google Shape;17381;p88"/>
          <p:cNvGrpSpPr/>
          <p:nvPr/>
        </p:nvGrpSpPr>
        <p:grpSpPr>
          <a:xfrm>
            <a:off x="6248078" y="3609068"/>
            <a:ext cx="277263" cy="356115"/>
            <a:chOff x="6248078" y="3784468"/>
            <a:chExt cx="277263" cy="356115"/>
          </a:xfrm>
        </p:grpSpPr>
        <p:sp>
          <p:nvSpPr>
            <p:cNvPr id="17382" name="Google Shape;17382;p88"/>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88"/>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88"/>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88"/>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88"/>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7" name="Google Shape;17387;p88"/>
          <p:cNvGrpSpPr/>
          <p:nvPr/>
        </p:nvGrpSpPr>
        <p:grpSpPr>
          <a:xfrm>
            <a:off x="5800725" y="3610589"/>
            <a:ext cx="277644" cy="354594"/>
            <a:chOff x="5800725" y="3785989"/>
            <a:chExt cx="277644" cy="354594"/>
          </a:xfrm>
        </p:grpSpPr>
        <p:sp>
          <p:nvSpPr>
            <p:cNvPr id="17388" name="Google Shape;17388;p88"/>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88"/>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88"/>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88"/>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88"/>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88"/>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88"/>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5" name="Google Shape;17395;p88"/>
          <p:cNvGrpSpPr/>
          <p:nvPr/>
        </p:nvGrpSpPr>
        <p:grpSpPr>
          <a:xfrm>
            <a:off x="2206122" y="3185348"/>
            <a:ext cx="308183" cy="347561"/>
            <a:chOff x="2206122" y="3360748"/>
            <a:chExt cx="308183" cy="347561"/>
          </a:xfrm>
        </p:grpSpPr>
        <p:sp>
          <p:nvSpPr>
            <p:cNvPr id="17396" name="Google Shape;17396;p88"/>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88"/>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88"/>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88"/>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88"/>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1" name="Google Shape;17401;p88"/>
          <p:cNvGrpSpPr/>
          <p:nvPr/>
        </p:nvGrpSpPr>
        <p:grpSpPr>
          <a:xfrm>
            <a:off x="5353403" y="3610209"/>
            <a:ext cx="277992" cy="354974"/>
            <a:chOff x="5353403" y="3785609"/>
            <a:chExt cx="277992" cy="354974"/>
          </a:xfrm>
        </p:grpSpPr>
        <p:sp>
          <p:nvSpPr>
            <p:cNvPr id="17402" name="Google Shape;17402;p88"/>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88"/>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88"/>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88"/>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88"/>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88"/>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8" name="Google Shape;17408;p88"/>
          <p:cNvGrpSpPr/>
          <p:nvPr/>
        </p:nvGrpSpPr>
        <p:grpSpPr>
          <a:xfrm>
            <a:off x="4896229" y="3610589"/>
            <a:ext cx="278784" cy="354594"/>
            <a:chOff x="4896229" y="3785989"/>
            <a:chExt cx="278784" cy="354594"/>
          </a:xfrm>
        </p:grpSpPr>
        <p:sp>
          <p:nvSpPr>
            <p:cNvPr id="17409" name="Google Shape;17409;p88"/>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88"/>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88"/>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88"/>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88"/>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88"/>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5" name="Google Shape;17415;p88"/>
          <p:cNvGrpSpPr/>
          <p:nvPr/>
        </p:nvGrpSpPr>
        <p:grpSpPr>
          <a:xfrm>
            <a:off x="7592387" y="3612458"/>
            <a:ext cx="273874" cy="351204"/>
            <a:chOff x="7592387" y="3787858"/>
            <a:chExt cx="273874" cy="351204"/>
          </a:xfrm>
        </p:grpSpPr>
        <p:sp>
          <p:nvSpPr>
            <p:cNvPr id="17416" name="Google Shape;17416;p88"/>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88"/>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88"/>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88"/>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0" name="Google Shape;17420;p88"/>
          <p:cNvGrpSpPr/>
          <p:nvPr/>
        </p:nvGrpSpPr>
        <p:grpSpPr>
          <a:xfrm>
            <a:off x="7145794" y="3612458"/>
            <a:ext cx="274254" cy="350444"/>
            <a:chOff x="7145794" y="3787858"/>
            <a:chExt cx="274254" cy="350444"/>
          </a:xfrm>
        </p:grpSpPr>
        <p:sp>
          <p:nvSpPr>
            <p:cNvPr id="17421" name="Google Shape;17421;p88"/>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88"/>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88"/>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88"/>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88"/>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88"/>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7" name="Google Shape;17427;p88"/>
          <p:cNvGrpSpPr/>
          <p:nvPr/>
        </p:nvGrpSpPr>
        <p:grpSpPr>
          <a:xfrm>
            <a:off x="8054060" y="3611698"/>
            <a:ext cx="266334" cy="353834"/>
            <a:chOff x="8054060" y="3787098"/>
            <a:chExt cx="266334" cy="353834"/>
          </a:xfrm>
        </p:grpSpPr>
        <p:sp>
          <p:nvSpPr>
            <p:cNvPr id="17428" name="Google Shape;17428;p88"/>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88"/>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88"/>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88"/>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2" name="Google Shape;17432;p88"/>
          <p:cNvGrpSpPr/>
          <p:nvPr/>
        </p:nvGrpSpPr>
        <p:grpSpPr>
          <a:xfrm>
            <a:off x="6702211" y="3607199"/>
            <a:ext cx="270104" cy="361754"/>
            <a:chOff x="6702211" y="3782599"/>
            <a:chExt cx="270104" cy="361754"/>
          </a:xfrm>
        </p:grpSpPr>
        <p:sp>
          <p:nvSpPr>
            <p:cNvPr id="17433" name="Google Shape;17433;p88"/>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88"/>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88"/>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88"/>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88"/>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8" name="Google Shape;17438;p88"/>
          <p:cNvGrpSpPr/>
          <p:nvPr/>
        </p:nvGrpSpPr>
        <p:grpSpPr>
          <a:xfrm>
            <a:off x="3516886" y="3263327"/>
            <a:ext cx="391854" cy="269922"/>
            <a:chOff x="3516850" y="3406526"/>
            <a:chExt cx="369674" cy="254644"/>
          </a:xfrm>
        </p:grpSpPr>
        <p:sp>
          <p:nvSpPr>
            <p:cNvPr id="17439" name="Google Shape;17439;p88"/>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88"/>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88"/>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88"/>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3" name="Google Shape;17443;p88"/>
          <p:cNvGrpSpPr/>
          <p:nvPr/>
        </p:nvGrpSpPr>
        <p:grpSpPr>
          <a:xfrm>
            <a:off x="1310655" y="3185127"/>
            <a:ext cx="306314" cy="347403"/>
            <a:chOff x="1310655" y="3360527"/>
            <a:chExt cx="306314" cy="347403"/>
          </a:xfrm>
        </p:grpSpPr>
        <p:sp>
          <p:nvSpPr>
            <p:cNvPr id="17444" name="Google Shape;17444;p88"/>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88"/>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88"/>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88"/>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88"/>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9" name="Google Shape;17449;p88"/>
          <p:cNvGrpSpPr/>
          <p:nvPr/>
        </p:nvGrpSpPr>
        <p:grpSpPr>
          <a:xfrm>
            <a:off x="3119678" y="3184746"/>
            <a:ext cx="269343" cy="348543"/>
            <a:chOff x="3119678" y="3360146"/>
            <a:chExt cx="269343" cy="348543"/>
          </a:xfrm>
        </p:grpSpPr>
        <p:sp>
          <p:nvSpPr>
            <p:cNvPr id="17450" name="Google Shape;17450;p88"/>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88"/>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88"/>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88"/>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88"/>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88"/>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88"/>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7" name="Google Shape;17457;p88"/>
          <p:cNvGrpSpPr/>
          <p:nvPr/>
        </p:nvGrpSpPr>
        <p:grpSpPr>
          <a:xfrm>
            <a:off x="3967213" y="3181547"/>
            <a:ext cx="368185" cy="354753"/>
            <a:chOff x="3967213" y="3356947"/>
            <a:chExt cx="368185" cy="354753"/>
          </a:xfrm>
        </p:grpSpPr>
        <p:sp>
          <p:nvSpPr>
            <p:cNvPr id="17458" name="Google Shape;17458;p88"/>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88"/>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88"/>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88"/>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88"/>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3" name="Google Shape;17463;p88"/>
          <p:cNvGrpSpPr/>
          <p:nvPr/>
        </p:nvGrpSpPr>
        <p:grpSpPr>
          <a:xfrm>
            <a:off x="871254" y="3184746"/>
            <a:ext cx="285183" cy="347023"/>
            <a:chOff x="871254" y="3360146"/>
            <a:chExt cx="285183" cy="347023"/>
          </a:xfrm>
        </p:grpSpPr>
        <p:sp>
          <p:nvSpPr>
            <p:cNvPr id="17464" name="Google Shape;17464;p88"/>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88"/>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88"/>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88"/>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8" name="Google Shape;17468;p88"/>
          <p:cNvGrpSpPr/>
          <p:nvPr/>
        </p:nvGrpSpPr>
        <p:grpSpPr>
          <a:xfrm>
            <a:off x="2665165" y="3184746"/>
            <a:ext cx="281794" cy="349684"/>
            <a:chOff x="2665165" y="3360146"/>
            <a:chExt cx="281794" cy="349684"/>
          </a:xfrm>
        </p:grpSpPr>
        <p:sp>
          <p:nvSpPr>
            <p:cNvPr id="17469" name="Google Shape;17469;p88"/>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88"/>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88"/>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88"/>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88"/>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4" name="Google Shape;17474;p88"/>
          <p:cNvGrpSpPr/>
          <p:nvPr/>
        </p:nvGrpSpPr>
        <p:grpSpPr>
          <a:xfrm>
            <a:off x="7156344" y="3172296"/>
            <a:ext cx="264465" cy="353074"/>
            <a:chOff x="7156344" y="3347696"/>
            <a:chExt cx="264465" cy="353074"/>
          </a:xfrm>
        </p:grpSpPr>
        <p:sp>
          <p:nvSpPr>
            <p:cNvPr id="17475" name="Google Shape;17475;p88"/>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88"/>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88"/>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88"/>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88"/>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0" name="Google Shape;17480;p88"/>
          <p:cNvGrpSpPr/>
          <p:nvPr/>
        </p:nvGrpSpPr>
        <p:grpSpPr>
          <a:xfrm>
            <a:off x="6703732" y="3171536"/>
            <a:ext cx="264813" cy="352693"/>
            <a:chOff x="6703732" y="3346936"/>
            <a:chExt cx="264813" cy="352693"/>
          </a:xfrm>
        </p:grpSpPr>
        <p:sp>
          <p:nvSpPr>
            <p:cNvPr id="17481" name="Google Shape;17481;p88"/>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88"/>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88"/>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88"/>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88"/>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6" name="Google Shape;17486;p88"/>
          <p:cNvGrpSpPr/>
          <p:nvPr/>
        </p:nvGrpSpPr>
        <p:grpSpPr>
          <a:xfrm>
            <a:off x="6252228" y="3171536"/>
            <a:ext cx="265193" cy="352693"/>
            <a:chOff x="6252228" y="3346936"/>
            <a:chExt cx="265193" cy="352693"/>
          </a:xfrm>
        </p:grpSpPr>
        <p:sp>
          <p:nvSpPr>
            <p:cNvPr id="17487" name="Google Shape;17487;p88"/>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88"/>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88"/>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0" name="Google Shape;17490;p88"/>
          <p:cNvGrpSpPr/>
          <p:nvPr/>
        </p:nvGrpSpPr>
        <p:grpSpPr>
          <a:xfrm>
            <a:off x="5801105" y="3172296"/>
            <a:ext cx="264813" cy="351933"/>
            <a:chOff x="5801105" y="3347696"/>
            <a:chExt cx="264813" cy="351933"/>
          </a:xfrm>
        </p:grpSpPr>
        <p:sp>
          <p:nvSpPr>
            <p:cNvPr id="17491" name="Google Shape;17491;p88"/>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88"/>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88"/>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88"/>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5" name="Google Shape;17495;p88"/>
          <p:cNvGrpSpPr/>
          <p:nvPr/>
        </p:nvGrpSpPr>
        <p:grpSpPr>
          <a:xfrm>
            <a:off x="5349253" y="3171536"/>
            <a:ext cx="265922" cy="352693"/>
            <a:chOff x="5349253" y="3346936"/>
            <a:chExt cx="265922" cy="352693"/>
          </a:xfrm>
        </p:grpSpPr>
        <p:sp>
          <p:nvSpPr>
            <p:cNvPr id="17496" name="Google Shape;17496;p88"/>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88"/>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88"/>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88"/>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88"/>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88"/>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2" name="Google Shape;17502;p88"/>
          <p:cNvGrpSpPr/>
          <p:nvPr/>
        </p:nvGrpSpPr>
        <p:grpSpPr>
          <a:xfrm>
            <a:off x="4907159" y="3171536"/>
            <a:ext cx="264845" cy="354214"/>
            <a:chOff x="4907159" y="3346936"/>
            <a:chExt cx="264845" cy="354214"/>
          </a:xfrm>
        </p:grpSpPr>
        <p:sp>
          <p:nvSpPr>
            <p:cNvPr id="17503" name="Google Shape;17503;p88"/>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88"/>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5" name="Google Shape;17505;p88"/>
          <p:cNvGrpSpPr/>
          <p:nvPr/>
        </p:nvGrpSpPr>
        <p:grpSpPr>
          <a:xfrm>
            <a:off x="8048421" y="3159086"/>
            <a:ext cx="276503" cy="369674"/>
            <a:chOff x="8048421" y="3334486"/>
            <a:chExt cx="276503" cy="369674"/>
          </a:xfrm>
        </p:grpSpPr>
        <p:sp>
          <p:nvSpPr>
            <p:cNvPr id="17506" name="Google Shape;17506;p88"/>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88"/>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88"/>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88"/>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88"/>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88"/>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2" name="Google Shape;17512;p88"/>
          <p:cNvGrpSpPr/>
          <p:nvPr/>
        </p:nvGrpSpPr>
        <p:grpSpPr>
          <a:xfrm>
            <a:off x="7575787" y="3154555"/>
            <a:ext cx="295384" cy="376834"/>
            <a:chOff x="7575787" y="3329955"/>
            <a:chExt cx="295384" cy="376834"/>
          </a:xfrm>
        </p:grpSpPr>
        <p:sp>
          <p:nvSpPr>
            <p:cNvPr id="17513" name="Google Shape;17513;p88"/>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88"/>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88"/>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88"/>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88"/>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88"/>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9" name="Google Shape;17519;p88"/>
          <p:cNvGrpSpPr/>
          <p:nvPr/>
        </p:nvGrpSpPr>
        <p:grpSpPr>
          <a:xfrm>
            <a:off x="864062" y="2709103"/>
            <a:ext cx="264084" cy="347783"/>
            <a:chOff x="864062" y="2884503"/>
            <a:chExt cx="264084" cy="347783"/>
          </a:xfrm>
        </p:grpSpPr>
        <p:sp>
          <p:nvSpPr>
            <p:cNvPr id="17520" name="Google Shape;17520;p88"/>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88"/>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88"/>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88"/>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88"/>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88"/>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88"/>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88"/>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88"/>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88"/>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0" name="Google Shape;17530;p88"/>
          <p:cNvGrpSpPr/>
          <p:nvPr/>
        </p:nvGrpSpPr>
        <p:grpSpPr>
          <a:xfrm>
            <a:off x="3978523" y="2709261"/>
            <a:ext cx="348955" cy="346516"/>
            <a:chOff x="3978523" y="2884661"/>
            <a:chExt cx="348955" cy="346516"/>
          </a:xfrm>
        </p:grpSpPr>
        <p:sp>
          <p:nvSpPr>
            <p:cNvPr id="17531" name="Google Shape;17531;p88"/>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88"/>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88"/>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88"/>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88"/>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88"/>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88"/>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88"/>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9" name="Google Shape;17539;p88"/>
          <p:cNvGrpSpPr/>
          <p:nvPr/>
        </p:nvGrpSpPr>
        <p:grpSpPr>
          <a:xfrm>
            <a:off x="3556255" y="2709863"/>
            <a:ext cx="347435" cy="345534"/>
            <a:chOff x="3527780" y="2885263"/>
            <a:chExt cx="347435" cy="345534"/>
          </a:xfrm>
        </p:grpSpPr>
        <p:sp>
          <p:nvSpPr>
            <p:cNvPr id="17540" name="Google Shape;17540;p88"/>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88"/>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88"/>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88"/>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88"/>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88"/>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88"/>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88"/>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88"/>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88"/>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88"/>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88"/>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88"/>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88"/>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88"/>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88"/>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88"/>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88"/>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88"/>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88"/>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88"/>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88"/>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88"/>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3" name="Google Shape;17563;p88"/>
          <p:cNvGrpSpPr/>
          <p:nvPr/>
        </p:nvGrpSpPr>
        <p:grpSpPr>
          <a:xfrm>
            <a:off x="2239671" y="2709103"/>
            <a:ext cx="218053" cy="348543"/>
            <a:chOff x="2239671" y="2884503"/>
            <a:chExt cx="218053" cy="348543"/>
          </a:xfrm>
        </p:grpSpPr>
        <p:sp>
          <p:nvSpPr>
            <p:cNvPr id="17564" name="Google Shape;17564;p88"/>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88"/>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88"/>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88"/>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88"/>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9" name="Google Shape;17569;p88"/>
          <p:cNvGrpSpPr/>
          <p:nvPr/>
        </p:nvGrpSpPr>
        <p:grpSpPr>
          <a:xfrm>
            <a:off x="2691555" y="2709103"/>
            <a:ext cx="215044" cy="348924"/>
            <a:chOff x="2691555" y="2884503"/>
            <a:chExt cx="215044" cy="348924"/>
          </a:xfrm>
        </p:grpSpPr>
        <p:sp>
          <p:nvSpPr>
            <p:cNvPr id="17570" name="Google Shape;17570;p88"/>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88"/>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88"/>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3" name="Google Shape;17573;p88"/>
          <p:cNvGrpSpPr/>
          <p:nvPr/>
        </p:nvGrpSpPr>
        <p:grpSpPr>
          <a:xfrm>
            <a:off x="1770459" y="2709103"/>
            <a:ext cx="254644" cy="348828"/>
            <a:chOff x="1770459" y="2884503"/>
            <a:chExt cx="254644" cy="348828"/>
          </a:xfrm>
        </p:grpSpPr>
        <p:sp>
          <p:nvSpPr>
            <p:cNvPr id="17574" name="Google Shape;17574;p88"/>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88"/>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88"/>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88"/>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88"/>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88"/>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88"/>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88"/>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2" name="Google Shape;17582;p88"/>
          <p:cNvGrpSpPr/>
          <p:nvPr/>
        </p:nvGrpSpPr>
        <p:grpSpPr>
          <a:xfrm>
            <a:off x="1317466" y="2709483"/>
            <a:ext cx="258382" cy="348543"/>
            <a:chOff x="1317466" y="2884883"/>
            <a:chExt cx="258382" cy="348543"/>
          </a:xfrm>
        </p:grpSpPr>
        <p:sp>
          <p:nvSpPr>
            <p:cNvPr id="17583" name="Google Shape;17583;p88"/>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88"/>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88"/>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88"/>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88"/>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88"/>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88"/>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88"/>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1" name="Google Shape;17591;p88"/>
          <p:cNvGrpSpPr/>
          <p:nvPr/>
        </p:nvGrpSpPr>
        <p:grpSpPr>
          <a:xfrm>
            <a:off x="3121167" y="2709483"/>
            <a:ext cx="258414" cy="348543"/>
            <a:chOff x="3121167" y="2884883"/>
            <a:chExt cx="258414" cy="348543"/>
          </a:xfrm>
        </p:grpSpPr>
        <p:sp>
          <p:nvSpPr>
            <p:cNvPr id="17592" name="Google Shape;17592;p88"/>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88"/>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88"/>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88"/>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88"/>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88"/>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88"/>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88"/>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0" name="Google Shape;17600;p88"/>
          <p:cNvGrpSpPr/>
          <p:nvPr/>
        </p:nvGrpSpPr>
        <p:grpSpPr>
          <a:xfrm>
            <a:off x="4899999" y="2706695"/>
            <a:ext cx="271244" cy="346801"/>
            <a:chOff x="4899999" y="2882095"/>
            <a:chExt cx="271244" cy="346801"/>
          </a:xfrm>
        </p:grpSpPr>
        <p:sp>
          <p:nvSpPr>
            <p:cNvPr id="17601" name="Google Shape;17601;p88"/>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88"/>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88"/>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88"/>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88"/>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88"/>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88"/>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88"/>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88"/>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88"/>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1" name="Google Shape;17611;p88"/>
          <p:cNvGrpSpPr/>
          <p:nvPr/>
        </p:nvGrpSpPr>
        <p:grpSpPr>
          <a:xfrm>
            <a:off x="7162775" y="2705713"/>
            <a:ext cx="259523" cy="346294"/>
            <a:chOff x="7162775" y="2881113"/>
            <a:chExt cx="259523" cy="346294"/>
          </a:xfrm>
        </p:grpSpPr>
        <p:sp>
          <p:nvSpPr>
            <p:cNvPr id="17612" name="Google Shape;17612;p88"/>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88"/>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88"/>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88"/>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88"/>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88"/>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8" name="Google Shape;17618;p88"/>
          <p:cNvGrpSpPr/>
          <p:nvPr/>
        </p:nvGrpSpPr>
        <p:grpSpPr>
          <a:xfrm>
            <a:off x="6709751" y="2706442"/>
            <a:ext cx="261075" cy="347815"/>
            <a:chOff x="6709751" y="2881842"/>
            <a:chExt cx="261075" cy="347815"/>
          </a:xfrm>
        </p:grpSpPr>
        <p:sp>
          <p:nvSpPr>
            <p:cNvPr id="17619" name="Google Shape;17619;p88"/>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88"/>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88"/>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88"/>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88"/>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88"/>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5" name="Google Shape;17625;p88"/>
          <p:cNvGrpSpPr/>
          <p:nvPr/>
        </p:nvGrpSpPr>
        <p:grpSpPr>
          <a:xfrm>
            <a:off x="5807156" y="2705713"/>
            <a:ext cx="261043" cy="348163"/>
            <a:chOff x="5807156" y="2881113"/>
            <a:chExt cx="261043" cy="348163"/>
          </a:xfrm>
        </p:grpSpPr>
        <p:sp>
          <p:nvSpPr>
            <p:cNvPr id="17626" name="Google Shape;17626;p88"/>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88"/>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88"/>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88"/>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88"/>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1" name="Google Shape;17631;p88"/>
          <p:cNvGrpSpPr/>
          <p:nvPr/>
        </p:nvGrpSpPr>
        <p:grpSpPr>
          <a:xfrm>
            <a:off x="5355653" y="2706093"/>
            <a:ext cx="262184" cy="346643"/>
            <a:chOff x="5355653" y="2881493"/>
            <a:chExt cx="262184" cy="346643"/>
          </a:xfrm>
        </p:grpSpPr>
        <p:sp>
          <p:nvSpPr>
            <p:cNvPr id="17632" name="Google Shape;17632;p88"/>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88"/>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88"/>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88"/>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88"/>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7" name="Google Shape;17637;p88"/>
          <p:cNvGrpSpPr/>
          <p:nvPr/>
        </p:nvGrpSpPr>
        <p:grpSpPr>
          <a:xfrm>
            <a:off x="8055961" y="2706442"/>
            <a:ext cx="260283" cy="345914"/>
            <a:chOff x="8055961" y="2881842"/>
            <a:chExt cx="260283" cy="345914"/>
          </a:xfrm>
        </p:grpSpPr>
        <p:sp>
          <p:nvSpPr>
            <p:cNvPr id="17638" name="Google Shape;17638;p88"/>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88"/>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88"/>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88"/>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2" name="Google Shape;17642;p88"/>
          <p:cNvGrpSpPr/>
          <p:nvPr/>
        </p:nvGrpSpPr>
        <p:grpSpPr>
          <a:xfrm>
            <a:off x="7609368" y="2718512"/>
            <a:ext cx="264813" cy="353105"/>
            <a:chOff x="7609368" y="2893912"/>
            <a:chExt cx="264813" cy="353105"/>
          </a:xfrm>
        </p:grpSpPr>
        <p:sp>
          <p:nvSpPr>
            <p:cNvPr id="17643" name="Google Shape;17643;p88"/>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88"/>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88"/>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88"/>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88"/>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88"/>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9" name="Google Shape;17649;p88"/>
          <p:cNvGrpSpPr/>
          <p:nvPr/>
        </p:nvGrpSpPr>
        <p:grpSpPr>
          <a:xfrm>
            <a:off x="6248458" y="2694372"/>
            <a:ext cx="270864" cy="360645"/>
            <a:chOff x="6248458" y="2869772"/>
            <a:chExt cx="270864" cy="360645"/>
          </a:xfrm>
        </p:grpSpPr>
        <p:sp>
          <p:nvSpPr>
            <p:cNvPr id="17650" name="Google Shape;17650;p88"/>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88"/>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88"/>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88"/>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88"/>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5" name="Google Shape;17655;p88"/>
          <p:cNvGrpSpPr/>
          <p:nvPr/>
        </p:nvGrpSpPr>
        <p:grpSpPr>
          <a:xfrm>
            <a:off x="3075928" y="2270398"/>
            <a:ext cx="363243" cy="300675"/>
            <a:chOff x="3075928" y="2445798"/>
            <a:chExt cx="363243" cy="300675"/>
          </a:xfrm>
        </p:grpSpPr>
        <p:sp>
          <p:nvSpPr>
            <p:cNvPr id="17656" name="Google Shape;17656;p88"/>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88"/>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88"/>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88"/>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88"/>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88"/>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88"/>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88"/>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88"/>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88"/>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88"/>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7" name="Google Shape;17667;p88"/>
          <p:cNvGrpSpPr/>
          <p:nvPr/>
        </p:nvGrpSpPr>
        <p:grpSpPr>
          <a:xfrm>
            <a:off x="2633105" y="2256459"/>
            <a:ext cx="363243" cy="328585"/>
            <a:chOff x="2633105" y="2431859"/>
            <a:chExt cx="363243" cy="328585"/>
          </a:xfrm>
        </p:grpSpPr>
        <p:sp>
          <p:nvSpPr>
            <p:cNvPr id="17668" name="Google Shape;17668;p88"/>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88"/>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88"/>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88"/>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88"/>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88"/>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88"/>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88"/>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6" name="Google Shape;17676;p88"/>
          <p:cNvGrpSpPr/>
          <p:nvPr/>
        </p:nvGrpSpPr>
        <p:grpSpPr>
          <a:xfrm>
            <a:off x="2189142" y="2245910"/>
            <a:ext cx="365904" cy="350064"/>
            <a:chOff x="2189142" y="2421310"/>
            <a:chExt cx="365904" cy="350064"/>
          </a:xfrm>
        </p:grpSpPr>
        <p:sp>
          <p:nvSpPr>
            <p:cNvPr id="17677" name="Google Shape;17677;p88"/>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88"/>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88"/>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88"/>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88"/>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88"/>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88"/>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88"/>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88"/>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86" name="Google Shape;17686;p88"/>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87" name="Google Shape;17687;p88"/>
          <p:cNvGrpSpPr/>
          <p:nvPr/>
        </p:nvGrpSpPr>
        <p:grpSpPr>
          <a:xfrm>
            <a:off x="3961923" y="2310917"/>
            <a:ext cx="364415" cy="220936"/>
            <a:chOff x="3961923" y="2486317"/>
            <a:chExt cx="364415" cy="220936"/>
          </a:xfrm>
        </p:grpSpPr>
        <p:sp>
          <p:nvSpPr>
            <p:cNvPr id="17688" name="Google Shape;17688;p88"/>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88"/>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88"/>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88"/>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92" name="Google Shape;17692;p88"/>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93" name="Google Shape;17693;p88"/>
          <p:cNvGrpSpPr/>
          <p:nvPr/>
        </p:nvGrpSpPr>
        <p:grpSpPr>
          <a:xfrm>
            <a:off x="1303876" y="2243977"/>
            <a:ext cx="363275" cy="354626"/>
            <a:chOff x="1303876" y="2419377"/>
            <a:chExt cx="363275" cy="354626"/>
          </a:xfrm>
        </p:grpSpPr>
        <p:sp>
          <p:nvSpPr>
            <p:cNvPr id="17694" name="Google Shape;17694;p88"/>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88"/>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88"/>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88"/>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88"/>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88"/>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88"/>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88"/>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2" name="Google Shape;17702;p88"/>
          <p:cNvGrpSpPr/>
          <p:nvPr/>
        </p:nvGrpSpPr>
        <p:grpSpPr>
          <a:xfrm>
            <a:off x="861053" y="2239510"/>
            <a:ext cx="362134" cy="363623"/>
            <a:chOff x="861053" y="2414910"/>
            <a:chExt cx="362134" cy="363623"/>
          </a:xfrm>
        </p:grpSpPr>
        <p:sp>
          <p:nvSpPr>
            <p:cNvPr id="17703" name="Google Shape;17703;p88"/>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88"/>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88"/>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88"/>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88"/>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8" name="Google Shape;17708;p88"/>
          <p:cNvGrpSpPr/>
          <p:nvPr/>
        </p:nvGrpSpPr>
        <p:grpSpPr>
          <a:xfrm>
            <a:off x="7594288" y="2239859"/>
            <a:ext cx="279513" cy="355735"/>
            <a:chOff x="7594288" y="2415259"/>
            <a:chExt cx="279513" cy="355735"/>
          </a:xfrm>
        </p:grpSpPr>
        <p:sp>
          <p:nvSpPr>
            <p:cNvPr id="17709" name="Google Shape;17709;p88"/>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88"/>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88"/>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88"/>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88"/>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88"/>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5" name="Google Shape;17715;p88"/>
          <p:cNvGrpSpPr/>
          <p:nvPr/>
        </p:nvGrpSpPr>
        <p:grpSpPr>
          <a:xfrm>
            <a:off x="7145794" y="2240239"/>
            <a:ext cx="278784" cy="355735"/>
            <a:chOff x="7145794" y="2415639"/>
            <a:chExt cx="278784" cy="355735"/>
          </a:xfrm>
        </p:grpSpPr>
        <p:sp>
          <p:nvSpPr>
            <p:cNvPr id="17716" name="Google Shape;17716;p88"/>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88"/>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88"/>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88"/>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88"/>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88"/>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88"/>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88"/>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88"/>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88"/>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6" name="Google Shape;17726;p88"/>
          <p:cNvGrpSpPr/>
          <p:nvPr/>
        </p:nvGrpSpPr>
        <p:grpSpPr>
          <a:xfrm>
            <a:off x="6698441" y="2239130"/>
            <a:ext cx="277644" cy="357984"/>
            <a:chOff x="6698441" y="2414530"/>
            <a:chExt cx="277644" cy="357984"/>
          </a:xfrm>
        </p:grpSpPr>
        <p:sp>
          <p:nvSpPr>
            <p:cNvPr id="17727" name="Google Shape;17727;p88"/>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88"/>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88"/>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88"/>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88"/>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88"/>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3" name="Google Shape;17733;p88"/>
          <p:cNvGrpSpPr/>
          <p:nvPr/>
        </p:nvGrpSpPr>
        <p:grpSpPr>
          <a:xfrm>
            <a:off x="4897750" y="2240239"/>
            <a:ext cx="279513" cy="357255"/>
            <a:chOff x="4897750" y="2415639"/>
            <a:chExt cx="279513" cy="357255"/>
          </a:xfrm>
        </p:grpSpPr>
        <p:sp>
          <p:nvSpPr>
            <p:cNvPr id="17734" name="Google Shape;17734;p88"/>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88"/>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88"/>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88"/>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88"/>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88"/>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88"/>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88"/>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2" name="Google Shape;17742;p88"/>
          <p:cNvGrpSpPr/>
          <p:nvPr/>
        </p:nvGrpSpPr>
        <p:grpSpPr>
          <a:xfrm>
            <a:off x="5812066" y="2240619"/>
            <a:ext cx="264813" cy="353454"/>
            <a:chOff x="5812066" y="2416019"/>
            <a:chExt cx="264813" cy="353454"/>
          </a:xfrm>
        </p:grpSpPr>
        <p:sp>
          <p:nvSpPr>
            <p:cNvPr id="17743" name="Google Shape;17743;p88"/>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88"/>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88"/>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88"/>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88"/>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88"/>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88"/>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0" name="Google Shape;17750;p88"/>
          <p:cNvGrpSpPr/>
          <p:nvPr/>
        </p:nvGrpSpPr>
        <p:grpSpPr>
          <a:xfrm>
            <a:off x="8054820" y="2240999"/>
            <a:ext cx="264433" cy="353454"/>
            <a:chOff x="8054820" y="2416399"/>
            <a:chExt cx="264433" cy="353454"/>
          </a:xfrm>
        </p:grpSpPr>
        <p:sp>
          <p:nvSpPr>
            <p:cNvPr id="17751" name="Google Shape;17751;p88"/>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88"/>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88"/>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88"/>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88"/>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88"/>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7" name="Google Shape;17757;p88"/>
          <p:cNvGrpSpPr/>
          <p:nvPr/>
        </p:nvGrpSpPr>
        <p:grpSpPr>
          <a:xfrm>
            <a:off x="5356413" y="2237990"/>
            <a:ext cx="271212" cy="361374"/>
            <a:chOff x="5356413" y="2413390"/>
            <a:chExt cx="271212" cy="361374"/>
          </a:xfrm>
        </p:grpSpPr>
        <p:sp>
          <p:nvSpPr>
            <p:cNvPr id="17758" name="Google Shape;17758;p88"/>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88"/>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88"/>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88"/>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88"/>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3" name="Google Shape;17763;p88"/>
          <p:cNvGrpSpPr/>
          <p:nvPr/>
        </p:nvGrpSpPr>
        <p:grpSpPr>
          <a:xfrm>
            <a:off x="6255238" y="2236849"/>
            <a:ext cx="271244" cy="360994"/>
            <a:chOff x="6255238" y="2412249"/>
            <a:chExt cx="271244" cy="360994"/>
          </a:xfrm>
        </p:grpSpPr>
        <p:sp>
          <p:nvSpPr>
            <p:cNvPr id="17764" name="Google Shape;17764;p88"/>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88"/>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88"/>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88"/>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88"/>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88"/>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0" name="Google Shape;17770;p88"/>
          <p:cNvGrpSpPr/>
          <p:nvPr/>
        </p:nvGrpSpPr>
        <p:grpSpPr>
          <a:xfrm>
            <a:off x="2185372" y="1782399"/>
            <a:ext cx="366664" cy="366981"/>
            <a:chOff x="2185372" y="1957799"/>
            <a:chExt cx="366664" cy="366981"/>
          </a:xfrm>
        </p:grpSpPr>
        <p:sp>
          <p:nvSpPr>
            <p:cNvPr id="17771" name="Google Shape;17771;p88"/>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88"/>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88"/>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88"/>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88"/>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88"/>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88"/>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88"/>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9" name="Google Shape;17779;p88"/>
          <p:cNvGrpSpPr/>
          <p:nvPr/>
        </p:nvGrpSpPr>
        <p:grpSpPr>
          <a:xfrm>
            <a:off x="1737258" y="1812971"/>
            <a:ext cx="370814" cy="307359"/>
            <a:chOff x="1737258" y="1988371"/>
            <a:chExt cx="370814" cy="307359"/>
          </a:xfrm>
        </p:grpSpPr>
        <p:sp>
          <p:nvSpPr>
            <p:cNvPr id="17780" name="Google Shape;17780;p88"/>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88"/>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88"/>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88"/>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4" name="Google Shape;17784;p88"/>
          <p:cNvGrpSpPr/>
          <p:nvPr/>
        </p:nvGrpSpPr>
        <p:grpSpPr>
          <a:xfrm>
            <a:off x="848983" y="1814111"/>
            <a:ext cx="369294" cy="304350"/>
            <a:chOff x="848983" y="1989511"/>
            <a:chExt cx="369294" cy="304350"/>
          </a:xfrm>
        </p:grpSpPr>
        <p:sp>
          <p:nvSpPr>
            <p:cNvPr id="17785" name="Google Shape;17785;p88"/>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88"/>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88"/>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88"/>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88"/>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0" name="Google Shape;17790;p88"/>
          <p:cNvGrpSpPr/>
          <p:nvPr/>
        </p:nvGrpSpPr>
        <p:grpSpPr>
          <a:xfrm>
            <a:off x="3074027" y="1808377"/>
            <a:ext cx="380604" cy="313854"/>
            <a:chOff x="3074027" y="1983777"/>
            <a:chExt cx="380604" cy="313854"/>
          </a:xfrm>
        </p:grpSpPr>
        <p:sp>
          <p:nvSpPr>
            <p:cNvPr id="17791" name="Google Shape;17791;p88"/>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88"/>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88"/>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88"/>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88"/>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6" name="Google Shape;17796;p88"/>
          <p:cNvGrpSpPr/>
          <p:nvPr/>
        </p:nvGrpSpPr>
        <p:grpSpPr>
          <a:xfrm>
            <a:off x="3522521" y="1800457"/>
            <a:ext cx="367013" cy="331278"/>
            <a:chOff x="3522521" y="1975857"/>
            <a:chExt cx="367013" cy="331278"/>
          </a:xfrm>
        </p:grpSpPr>
        <p:sp>
          <p:nvSpPr>
            <p:cNvPr id="17797" name="Google Shape;17797;p88"/>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88"/>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88"/>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88"/>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88"/>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88"/>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88"/>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4" name="Google Shape;17804;p88"/>
          <p:cNvGrpSpPr/>
          <p:nvPr/>
        </p:nvGrpSpPr>
        <p:grpSpPr>
          <a:xfrm>
            <a:off x="2630824" y="1801566"/>
            <a:ext cx="368185" cy="330454"/>
            <a:chOff x="2630824" y="1976966"/>
            <a:chExt cx="368185" cy="330454"/>
          </a:xfrm>
        </p:grpSpPr>
        <p:sp>
          <p:nvSpPr>
            <p:cNvPr id="17805" name="Google Shape;17805;p88"/>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88"/>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88"/>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88"/>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88"/>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88"/>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88"/>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88"/>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3" name="Google Shape;17813;p88"/>
          <p:cNvGrpSpPr/>
          <p:nvPr/>
        </p:nvGrpSpPr>
        <p:grpSpPr>
          <a:xfrm>
            <a:off x="1293706" y="1791016"/>
            <a:ext cx="369294" cy="350444"/>
            <a:chOff x="1293706" y="1966416"/>
            <a:chExt cx="369294" cy="350444"/>
          </a:xfrm>
        </p:grpSpPr>
        <p:sp>
          <p:nvSpPr>
            <p:cNvPr id="17814" name="Google Shape;17814;p88"/>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88"/>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88"/>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88"/>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88"/>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88"/>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88"/>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88"/>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2" name="Google Shape;17822;p88"/>
          <p:cNvGrpSpPr/>
          <p:nvPr/>
        </p:nvGrpSpPr>
        <p:grpSpPr>
          <a:xfrm>
            <a:off x="3967213" y="1800077"/>
            <a:ext cx="368185" cy="331816"/>
            <a:chOff x="3967213" y="1975477"/>
            <a:chExt cx="368185" cy="331816"/>
          </a:xfrm>
        </p:grpSpPr>
        <p:sp>
          <p:nvSpPr>
            <p:cNvPr id="17823" name="Google Shape;17823;p88"/>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88"/>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88"/>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6" name="Google Shape;17826;p88"/>
          <p:cNvGrpSpPr/>
          <p:nvPr/>
        </p:nvGrpSpPr>
        <p:grpSpPr>
          <a:xfrm>
            <a:off x="8047661" y="1793646"/>
            <a:ext cx="279132" cy="356875"/>
            <a:chOff x="8047661" y="1969046"/>
            <a:chExt cx="279132" cy="356875"/>
          </a:xfrm>
        </p:grpSpPr>
        <p:sp>
          <p:nvSpPr>
            <p:cNvPr id="17827" name="Google Shape;17827;p88"/>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88"/>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88"/>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88"/>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1" name="Google Shape;17831;p88"/>
          <p:cNvGrpSpPr/>
          <p:nvPr/>
        </p:nvGrpSpPr>
        <p:grpSpPr>
          <a:xfrm>
            <a:off x="7596157" y="1792759"/>
            <a:ext cx="279544" cy="358142"/>
            <a:chOff x="7596157" y="1968159"/>
            <a:chExt cx="279544" cy="358142"/>
          </a:xfrm>
        </p:grpSpPr>
        <p:sp>
          <p:nvSpPr>
            <p:cNvPr id="17832" name="Google Shape;17832;p88"/>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88"/>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88"/>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88"/>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88"/>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88"/>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8" name="Google Shape;17838;p88"/>
          <p:cNvGrpSpPr/>
          <p:nvPr/>
        </p:nvGrpSpPr>
        <p:grpSpPr>
          <a:xfrm>
            <a:off x="7147315" y="1793646"/>
            <a:ext cx="279513" cy="357636"/>
            <a:chOff x="7147315" y="1969046"/>
            <a:chExt cx="279513" cy="357636"/>
          </a:xfrm>
        </p:grpSpPr>
        <p:sp>
          <p:nvSpPr>
            <p:cNvPr id="17839" name="Google Shape;17839;p88"/>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88"/>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88"/>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88"/>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88"/>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88"/>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88"/>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6" name="Google Shape;17846;p88"/>
          <p:cNvGrpSpPr/>
          <p:nvPr/>
        </p:nvGrpSpPr>
        <p:grpSpPr>
          <a:xfrm>
            <a:off x="6697681" y="1792917"/>
            <a:ext cx="280305" cy="359093"/>
            <a:chOff x="6697681" y="1968317"/>
            <a:chExt cx="280305" cy="359093"/>
          </a:xfrm>
        </p:grpSpPr>
        <p:sp>
          <p:nvSpPr>
            <p:cNvPr id="17847" name="Google Shape;17847;p88"/>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88"/>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88"/>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88"/>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88"/>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88"/>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88"/>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4" name="Google Shape;17854;p88"/>
          <p:cNvGrpSpPr/>
          <p:nvPr/>
        </p:nvGrpSpPr>
        <p:grpSpPr>
          <a:xfrm>
            <a:off x="6248839" y="1792537"/>
            <a:ext cx="280273" cy="358744"/>
            <a:chOff x="6248839" y="1967937"/>
            <a:chExt cx="280273" cy="358744"/>
          </a:xfrm>
        </p:grpSpPr>
        <p:sp>
          <p:nvSpPr>
            <p:cNvPr id="17855" name="Google Shape;17855;p88"/>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88"/>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88"/>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88"/>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88"/>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88"/>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1" name="Google Shape;17861;p88"/>
          <p:cNvGrpSpPr/>
          <p:nvPr/>
        </p:nvGrpSpPr>
        <p:grpSpPr>
          <a:xfrm>
            <a:off x="5801485" y="1793646"/>
            <a:ext cx="279164" cy="357794"/>
            <a:chOff x="5801485" y="1969046"/>
            <a:chExt cx="279164" cy="357794"/>
          </a:xfrm>
        </p:grpSpPr>
        <p:sp>
          <p:nvSpPr>
            <p:cNvPr id="17862" name="Google Shape;17862;p88"/>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88"/>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88"/>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88"/>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88"/>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88"/>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88"/>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88"/>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88"/>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88"/>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88"/>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88"/>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88"/>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5" name="Google Shape;17875;p88"/>
          <p:cNvGrpSpPr/>
          <p:nvPr/>
        </p:nvGrpSpPr>
        <p:grpSpPr>
          <a:xfrm>
            <a:off x="5352643" y="1793646"/>
            <a:ext cx="278404" cy="358364"/>
            <a:chOff x="5352643" y="1969046"/>
            <a:chExt cx="278404" cy="358364"/>
          </a:xfrm>
        </p:grpSpPr>
        <p:sp>
          <p:nvSpPr>
            <p:cNvPr id="17876" name="Google Shape;17876;p88"/>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88"/>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88"/>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88"/>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0" name="Google Shape;17880;p88"/>
          <p:cNvGrpSpPr/>
          <p:nvPr/>
        </p:nvGrpSpPr>
        <p:grpSpPr>
          <a:xfrm>
            <a:off x="4897750" y="1792917"/>
            <a:ext cx="279132" cy="358364"/>
            <a:chOff x="4897750" y="1968317"/>
            <a:chExt cx="279132" cy="358364"/>
          </a:xfrm>
        </p:grpSpPr>
        <p:sp>
          <p:nvSpPr>
            <p:cNvPr id="17881" name="Google Shape;17881;p88"/>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88"/>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88"/>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88"/>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88"/>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88"/>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88"/>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88"/>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88"/>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88"/>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88"/>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88"/>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88"/>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94" name="Google Shape;17894;p88"/>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95" name="Google Shape;17895;p88"/>
          <p:cNvGrpSpPr/>
          <p:nvPr/>
        </p:nvGrpSpPr>
        <p:grpSpPr>
          <a:xfrm>
            <a:off x="1767449" y="1337644"/>
            <a:ext cx="324403" cy="347783"/>
            <a:chOff x="1767449" y="1513044"/>
            <a:chExt cx="324403" cy="347783"/>
          </a:xfrm>
        </p:grpSpPr>
        <p:sp>
          <p:nvSpPr>
            <p:cNvPr id="17896" name="Google Shape;17896;p88"/>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88"/>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88"/>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88"/>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88"/>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88"/>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88"/>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88"/>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88"/>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5" name="Google Shape;17905;p88"/>
          <p:cNvGrpSpPr/>
          <p:nvPr/>
        </p:nvGrpSpPr>
        <p:grpSpPr>
          <a:xfrm>
            <a:off x="4007193" y="1337327"/>
            <a:ext cx="320633" cy="348100"/>
            <a:chOff x="4007193" y="1512727"/>
            <a:chExt cx="320633" cy="348100"/>
          </a:xfrm>
        </p:grpSpPr>
        <p:sp>
          <p:nvSpPr>
            <p:cNvPr id="17906" name="Google Shape;17906;p88"/>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88"/>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88"/>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88"/>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88"/>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1" name="Google Shape;17911;p88"/>
          <p:cNvGrpSpPr/>
          <p:nvPr/>
        </p:nvGrpSpPr>
        <p:grpSpPr>
          <a:xfrm>
            <a:off x="3530425" y="1333347"/>
            <a:ext cx="368175" cy="344594"/>
            <a:chOff x="3530425" y="1508747"/>
            <a:chExt cx="368175" cy="344594"/>
          </a:xfrm>
        </p:grpSpPr>
        <p:sp>
          <p:nvSpPr>
            <p:cNvPr id="17912" name="Google Shape;17912;p88"/>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88"/>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88"/>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88"/>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6" name="Google Shape;17916;p88"/>
          <p:cNvGrpSpPr/>
          <p:nvPr/>
        </p:nvGrpSpPr>
        <p:grpSpPr>
          <a:xfrm>
            <a:off x="3127598" y="1337834"/>
            <a:ext cx="289714" cy="347593"/>
            <a:chOff x="3127598" y="1513234"/>
            <a:chExt cx="289714" cy="347593"/>
          </a:xfrm>
        </p:grpSpPr>
        <p:sp>
          <p:nvSpPr>
            <p:cNvPr id="17917" name="Google Shape;17917;p88"/>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88"/>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88"/>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88"/>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88"/>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2" name="Google Shape;17922;p88"/>
          <p:cNvGrpSpPr/>
          <p:nvPr/>
        </p:nvGrpSpPr>
        <p:grpSpPr>
          <a:xfrm>
            <a:off x="2662884" y="1337644"/>
            <a:ext cx="322914" cy="348543"/>
            <a:chOff x="2662884" y="1513044"/>
            <a:chExt cx="322914" cy="348543"/>
          </a:xfrm>
        </p:grpSpPr>
        <p:sp>
          <p:nvSpPr>
            <p:cNvPr id="17923" name="Google Shape;17923;p88"/>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88"/>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88"/>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88"/>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88"/>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88"/>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88"/>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88"/>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88"/>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88"/>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3" name="Google Shape;17933;p88"/>
          <p:cNvGrpSpPr/>
          <p:nvPr/>
        </p:nvGrpSpPr>
        <p:grpSpPr>
          <a:xfrm>
            <a:off x="2232511" y="1337359"/>
            <a:ext cx="299534" cy="348068"/>
            <a:chOff x="2232511" y="1512759"/>
            <a:chExt cx="299534" cy="348068"/>
          </a:xfrm>
        </p:grpSpPr>
        <p:sp>
          <p:nvSpPr>
            <p:cNvPr id="17934" name="Google Shape;17934;p88"/>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88"/>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88"/>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88"/>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88"/>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88"/>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88"/>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88"/>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88"/>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88"/>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88"/>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5" name="Google Shape;17945;p88"/>
          <p:cNvGrpSpPr/>
          <p:nvPr/>
        </p:nvGrpSpPr>
        <p:grpSpPr>
          <a:xfrm>
            <a:off x="1331406" y="1337961"/>
            <a:ext cx="301784" cy="348607"/>
            <a:chOff x="1331406" y="1513361"/>
            <a:chExt cx="301784" cy="348607"/>
          </a:xfrm>
        </p:grpSpPr>
        <p:sp>
          <p:nvSpPr>
            <p:cNvPr id="17946" name="Google Shape;17946;p88"/>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88"/>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88"/>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88"/>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0" name="Google Shape;17950;p88"/>
          <p:cNvGrpSpPr/>
          <p:nvPr/>
        </p:nvGrpSpPr>
        <p:grpSpPr>
          <a:xfrm>
            <a:off x="7144274" y="1324814"/>
            <a:ext cx="282174" cy="355735"/>
            <a:chOff x="7144274" y="1500214"/>
            <a:chExt cx="282174" cy="355735"/>
          </a:xfrm>
        </p:grpSpPr>
        <p:sp>
          <p:nvSpPr>
            <p:cNvPr id="17951" name="Google Shape;17951;p88"/>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88"/>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88"/>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88"/>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88"/>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88"/>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7" name="Google Shape;17957;p88"/>
          <p:cNvGrpSpPr/>
          <p:nvPr/>
        </p:nvGrpSpPr>
        <p:grpSpPr>
          <a:xfrm>
            <a:off x="6685262" y="1324814"/>
            <a:ext cx="289682" cy="354594"/>
            <a:chOff x="6685262" y="1500214"/>
            <a:chExt cx="289682" cy="354594"/>
          </a:xfrm>
        </p:grpSpPr>
        <p:sp>
          <p:nvSpPr>
            <p:cNvPr id="17958" name="Google Shape;17958;p88"/>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88"/>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88"/>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88"/>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2" name="Google Shape;17962;p88"/>
          <p:cNvGrpSpPr/>
          <p:nvPr/>
        </p:nvGrpSpPr>
        <p:grpSpPr>
          <a:xfrm>
            <a:off x="6200938" y="1325194"/>
            <a:ext cx="322154" cy="355355"/>
            <a:chOff x="6200938" y="1500594"/>
            <a:chExt cx="322154" cy="355355"/>
          </a:xfrm>
        </p:grpSpPr>
        <p:sp>
          <p:nvSpPr>
            <p:cNvPr id="17963" name="Google Shape;17963;p88"/>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88"/>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88"/>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88"/>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88"/>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8" name="Google Shape;17968;p88"/>
          <p:cNvGrpSpPr/>
          <p:nvPr/>
        </p:nvGrpSpPr>
        <p:grpSpPr>
          <a:xfrm>
            <a:off x="5289631" y="1324814"/>
            <a:ext cx="332355" cy="354974"/>
            <a:chOff x="5289631" y="1500214"/>
            <a:chExt cx="332355" cy="354974"/>
          </a:xfrm>
        </p:grpSpPr>
        <p:sp>
          <p:nvSpPr>
            <p:cNvPr id="17969" name="Google Shape;17969;p88"/>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88"/>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88"/>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88"/>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88"/>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88"/>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5" name="Google Shape;17975;p88"/>
          <p:cNvGrpSpPr/>
          <p:nvPr/>
        </p:nvGrpSpPr>
        <p:grpSpPr>
          <a:xfrm>
            <a:off x="5748295" y="1324433"/>
            <a:ext cx="323294" cy="356115"/>
            <a:chOff x="5748295" y="1499833"/>
            <a:chExt cx="323294" cy="356115"/>
          </a:xfrm>
        </p:grpSpPr>
        <p:sp>
          <p:nvSpPr>
            <p:cNvPr id="17976" name="Google Shape;17976;p88"/>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88"/>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88"/>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88"/>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88"/>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88"/>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88"/>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3" name="Google Shape;17983;p88"/>
          <p:cNvGrpSpPr/>
          <p:nvPr/>
        </p:nvGrpSpPr>
        <p:grpSpPr>
          <a:xfrm>
            <a:off x="8047661" y="1325637"/>
            <a:ext cx="278404" cy="355260"/>
            <a:chOff x="8047661" y="1501037"/>
            <a:chExt cx="278404" cy="355260"/>
          </a:xfrm>
        </p:grpSpPr>
        <p:sp>
          <p:nvSpPr>
            <p:cNvPr id="17984" name="Google Shape;17984;p88"/>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88"/>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88"/>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88"/>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8" name="Google Shape;17988;p88"/>
          <p:cNvGrpSpPr/>
          <p:nvPr/>
        </p:nvGrpSpPr>
        <p:grpSpPr>
          <a:xfrm>
            <a:off x="4903389" y="1324814"/>
            <a:ext cx="267854" cy="355735"/>
            <a:chOff x="4903389" y="1500214"/>
            <a:chExt cx="267854" cy="355735"/>
          </a:xfrm>
        </p:grpSpPr>
        <p:sp>
          <p:nvSpPr>
            <p:cNvPr id="17989" name="Google Shape;17989;p88"/>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88"/>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88"/>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88"/>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88"/>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4" name="Google Shape;17994;p88"/>
          <p:cNvGrpSpPr/>
          <p:nvPr/>
        </p:nvGrpSpPr>
        <p:grpSpPr>
          <a:xfrm>
            <a:off x="7613518" y="1325954"/>
            <a:ext cx="264433" cy="353074"/>
            <a:chOff x="7613518" y="1501354"/>
            <a:chExt cx="264433" cy="353074"/>
          </a:xfrm>
        </p:grpSpPr>
        <p:sp>
          <p:nvSpPr>
            <p:cNvPr id="17995" name="Google Shape;17995;p88"/>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88"/>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88"/>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88"/>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88"/>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88"/>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01" name="Google Shape;18001;p88"/>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8002" name="Google Shape;18002;p88"/>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006" name="Shape 18006"/>
        <p:cNvGrpSpPr/>
        <p:nvPr/>
      </p:nvGrpSpPr>
      <p:grpSpPr>
        <a:xfrm>
          <a:off x="0" y="0"/>
          <a:ext cx="0" cy="0"/>
          <a:chOff x="0" y="0"/>
          <a:chExt cx="0" cy="0"/>
        </a:xfrm>
      </p:grpSpPr>
      <p:grpSp>
        <p:nvGrpSpPr>
          <p:cNvPr id="18007" name="Google Shape;18007;p89"/>
          <p:cNvGrpSpPr/>
          <p:nvPr/>
        </p:nvGrpSpPr>
        <p:grpSpPr>
          <a:xfrm>
            <a:off x="1757085" y="1325225"/>
            <a:ext cx="371069" cy="359396"/>
            <a:chOff x="1757085" y="1500675"/>
            <a:chExt cx="371069" cy="359396"/>
          </a:xfrm>
        </p:grpSpPr>
        <p:sp>
          <p:nvSpPr>
            <p:cNvPr id="18008" name="Google Shape;18008;p89"/>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89"/>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89"/>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89"/>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8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8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89"/>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89"/>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89"/>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89"/>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89"/>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8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8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89"/>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89"/>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8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89"/>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8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8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8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8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8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89"/>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89"/>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89"/>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89"/>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89"/>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89"/>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89"/>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7" name="Google Shape;18037;p89"/>
          <p:cNvGrpSpPr/>
          <p:nvPr/>
        </p:nvGrpSpPr>
        <p:grpSpPr>
          <a:xfrm>
            <a:off x="2774209" y="1779241"/>
            <a:ext cx="116693" cy="374186"/>
            <a:chOff x="2774209" y="1954691"/>
            <a:chExt cx="116693" cy="374186"/>
          </a:xfrm>
        </p:grpSpPr>
        <p:sp>
          <p:nvSpPr>
            <p:cNvPr id="18038" name="Google Shape;18038;p89"/>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89"/>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0" name="Google Shape;18040;p89"/>
          <p:cNvGrpSpPr/>
          <p:nvPr/>
        </p:nvGrpSpPr>
        <p:grpSpPr>
          <a:xfrm>
            <a:off x="4017435" y="1324462"/>
            <a:ext cx="315092" cy="359397"/>
            <a:chOff x="4017435" y="1499912"/>
            <a:chExt cx="315092" cy="359397"/>
          </a:xfrm>
        </p:grpSpPr>
        <p:sp>
          <p:nvSpPr>
            <p:cNvPr id="18041" name="Google Shape;18041;p89"/>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89"/>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3" name="Google Shape;18043;p89"/>
          <p:cNvGrpSpPr/>
          <p:nvPr/>
        </p:nvGrpSpPr>
        <p:grpSpPr>
          <a:xfrm>
            <a:off x="3963652" y="1824309"/>
            <a:ext cx="374154" cy="284050"/>
            <a:chOff x="3963652" y="1999759"/>
            <a:chExt cx="374154" cy="284050"/>
          </a:xfrm>
        </p:grpSpPr>
        <p:sp>
          <p:nvSpPr>
            <p:cNvPr id="18044" name="Google Shape;18044;p89"/>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89"/>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89"/>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7" name="Google Shape;18047;p89"/>
          <p:cNvGrpSpPr/>
          <p:nvPr/>
        </p:nvGrpSpPr>
        <p:grpSpPr>
          <a:xfrm>
            <a:off x="1777536" y="1839416"/>
            <a:ext cx="376444" cy="253772"/>
            <a:chOff x="1777536" y="2014866"/>
            <a:chExt cx="376444" cy="253772"/>
          </a:xfrm>
        </p:grpSpPr>
        <p:sp>
          <p:nvSpPr>
            <p:cNvPr id="18048" name="Google Shape;18048;p89"/>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89"/>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89"/>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89"/>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89"/>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3" name="Google Shape;18053;p89"/>
          <p:cNvGrpSpPr/>
          <p:nvPr/>
        </p:nvGrpSpPr>
        <p:grpSpPr>
          <a:xfrm>
            <a:off x="1309875" y="1881876"/>
            <a:ext cx="374154" cy="169680"/>
            <a:chOff x="1309875" y="2057326"/>
            <a:chExt cx="374154" cy="169680"/>
          </a:xfrm>
        </p:grpSpPr>
        <p:sp>
          <p:nvSpPr>
            <p:cNvPr id="18054" name="Google Shape;18054;p8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8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8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89"/>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89"/>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89"/>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8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8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89"/>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89"/>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89"/>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65" name="Google Shape;18065;p89"/>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66" name="Google Shape;18066;p89"/>
          <p:cNvGrpSpPr/>
          <p:nvPr/>
        </p:nvGrpSpPr>
        <p:grpSpPr>
          <a:xfrm>
            <a:off x="2347450" y="1779114"/>
            <a:ext cx="113639" cy="373168"/>
            <a:chOff x="2347450" y="1954564"/>
            <a:chExt cx="113639" cy="373168"/>
          </a:xfrm>
        </p:grpSpPr>
        <p:sp>
          <p:nvSpPr>
            <p:cNvPr id="18067" name="Google Shape;18067;p89"/>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89"/>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69" name="Google Shape;18069;p89"/>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70" name="Google Shape;18070;p89"/>
          <p:cNvGrpSpPr/>
          <p:nvPr/>
        </p:nvGrpSpPr>
        <p:grpSpPr>
          <a:xfrm>
            <a:off x="3110102" y="1324430"/>
            <a:ext cx="330613" cy="358379"/>
            <a:chOff x="3110102" y="1499880"/>
            <a:chExt cx="330613" cy="358379"/>
          </a:xfrm>
        </p:grpSpPr>
        <p:sp>
          <p:nvSpPr>
            <p:cNvPr id="18071" name="Google Shape;18071;p89"/>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89"/>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89"/>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89"/>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89"/>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89"/>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89"/>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78" name="Google Shape;18078;p89"/>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79" name="Google Shape;18079;p89"/>
          <p:cNvGrpSpPr/>
          <p:nvPr/>
        </p:nvGrpSpPr>
        <p:grpSpPr>
          <a:xfrm>
            <a:off x="3485575" y="1824309"/>
            <a:ext cx="373772" cy="284050"/>
            <a:chOff x="3531200" y="1999759"/>
            <a:chExt cx="373772" cy="284050"/>
          </a:xfrm>
        </p:grpSpPr>
        <p:sp>
          <p:nvSpPr>
            <p:cNvPr id="18080" name="Google Shape;18080;p89"/>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89"/>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89"/>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89"/>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4" name="Google Shape;18084;p89"/>
          <p:cNvGrpSpPr/>
          <p:nvPr/>
        </p:nvGrpSpPr>
        <p:grpSpPr>
          <a:xfrm>
            <a:off x="2667058" y="1324843"/>
            <a:ext cx="330231" cy="359015"/>
            <a:chOff x="2667058" y="1500293"/>
            <a:chExt cx="330231" cy="359015"/>
          </a:xfrm>
        </p:grpSpPr>
        <p:sp>
          <p:nvSpPr>
            <p:cNvPr id="18085" name="Google Shape;18085;p89"/>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89"/>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89"/>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89"/>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89"/>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89"/>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89"/>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8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8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89"/>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89"/>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8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8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89"/>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89"/>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89"/>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89"/>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89"/>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3" name="Google Shape;18103;p89"/>
          <p:cNvGrpSpPr/>
          <p:nvPr/>
        </p:nvGrpSpPr>
        <p:grpSpPr>
          <a:xfrm>
            <a:off x="3567553" y="1324462"/>
            <a:ext cx="320022" cy="359778"/>
            <a:chOff x="3567553" y="1499912"/>
            <a:chExt cx="320022" cy="359778"/>
          </a:xfrm>
        </p:grpSpPr>
        <p:sp>
          <p:nvSpPr>
            <p:cNvPr id="18104" name="Google Shape;18104;p89"/>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89"/>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89"/>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89"/>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89"/>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89"/>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0" name="Google Shape;18110;p89"/>
          <p:cNvGrpSpPr/>
          <p:nvPr/>
        </p:nvGrpSpPr>
        <p:grpSpPr>
          <a:xfrm>
            <a:off x="1309875" y="1324462"/>
            <a:ext cx="359015" cy="358633"/>
            <a:chOff x="1309875" y="1499912"/>
            <a:chExt cx="359015" cy="358633"/>
          </a:xfrm>
        </p:grpSpPr>
        <p:sp>
          <p:nvSpPr>
            <p:cNvPr id="18111" name="Google Shape;18111;p89"/>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89"/>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89"/>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89"/>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89"/>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89"/>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89"/>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89"/>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89"/>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0" name="Google Shape;18120;p89"/>
          <p:cNvGrpSpPr/>
          <p:nvPr/>
        </p:nvGrpSpPr>
        <p:grpSpPr>
          <a:xfrm>
            <a:off x="2219466" y="1324843"/>
            <a:ext cx="330613" cy="359015"/>
            <a:chOff x="2219466" y="1500293"/>
            <a:chExt cx="330613" cy="359015"/>
          </a:xfrm>
        </p:grpSpPr>
        <p:sp>
          <p:nvSpPr>
            <p:cNvPr id="18121" name="Google Shape;18121;p89"/>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89"/>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3" name="Google Shape;18123;p89"/>
          <p:cNvGrpSpPr/>
          <p:nvPr/>
        </p:nvGrpSpPr>
        <p:grpSpPr>
          <a:xfrm>
            <a:off x="5343544" y="1333908"/>
            <a:ext cx="244676" cy="351095"/>
            <a:chOff x="5343544" y="1509358"/>
            <a:chExt cx="244676" cy="351095"/>
          </a:xfrm>
        </p:grpSpPr>
        <p:sp>
          <p:nvSpPr>
            <p:cNvPr id="18124" name="Google Shape;18124;p89"/>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89"/>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89"/>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7" name="Google Shape;18127;p89"/>
          <p:cNvGrpSpPr/>
          <p:nvPr/>
        </p:nvGrpSpPr>
        <p:grpSpPr>
          <a:xfrm>
            <a:off x="4882340" y="1333908"/>
            <a:ext cx="246171" cy="351095"/>
            <a:chOff x="4882340" y="1509358"/>
            <a:chExt cx="246171" cy="351095"/>
          </a:xfrm>
        </p:grpSpPr>
        <p:sp>
          <p:nvSpPr>
            <p:cNvPr id="18128" name="Google Shape;18128;p89"/>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89"/>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89"/>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89"/>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89"/>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3" name="Google Shape;18133;p89"/>
          <p:cNvGrpSpPr/>
          <p:nvPr/>
        </p:nvGrpSpPr>
        <p:grpSpPr>
          <a:xfrm>
            <a:off x="6273204" y="1333558"/>
            <a:ext cx="236343" cy="351445"/>
            <a:chOff x="6273204" y="1509008"/>
            <a:chExt cx="236343" cy="351445"/>
          </a:xfrm>
        </p:grpSpPr>
        <p:sp>
          <p:nvSpPr>
            <p:cNvPr id="18134" name="Google Shape;18134;p89"/>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89"/>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36" name="Google Shape;18136;p89"/>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37" name="Google Shape;18137;p89"/>
          <p:cNvGrpSpPr/>
          <p:nvPr/>
        </p:nvGrpSpPr>
        <p:grpSpPr>
          <a:xfrm>
            <a:off x="7219530" y="1332794"/>
            <a:ext cx="191625" cy="352209"/>
            <a:chOff x="7219530" y="1508244"/>
            <a:chExt cx="191625" cy="352209"/>
          </a:xfrm>
        </p:grpSpPr>
        <p:sp>
          <p:nvSpPr>
            <p:cNvPr id="18138" name="Google Shape;18138;p89"/>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89"/>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0" name="Google Shape;18140;p89"/>
          <p:cNvGrpSpPr/>
          <p:nvPr/>
        </p:nvGrpSpPr>
        <p:grpSpPr>
          <a:xfrm>
            <a:off x="7699309" y="1333176"/>
            <a:ext cx="154922" cy="351827"/>
            <a:chOff x="7699309" y="1508626"/>
            <a:chExt cx="154922" cy="351827"/>
          </a:xfrm>
        </p:grpSpPr>
        <p:sp>
          <p:nvSpPr>
            <p:cNvPr id="18141" name="Google Shape;18141;p89"/>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89"/>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89"/>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89"/>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89"/>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89"/>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89"/>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8" name="Google Shape;18148;p89"/>
          <p:cNvGrpSpPr/>
          <p:nvPr/>
        </p:nvGrpSpPr>
        <p:grpSpPr>
          <a:xfrm>
            <a:off x="8161690" y="1333558"/>
            <a:ext cx="153396" cy="351064"/>
            <a:chOff x="8161690" y="1509008"/>
            <a:chExt cx="153396" cy="351064"/>
          </a:xfrm>
        </p:grpSpPr>
        <p:sp>
          <p:nvSpPr>
            <p:cNvPr id="18149" name="Google Shape;18149;p89"/>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89"/>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89"/>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89"/>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3" name="Google Shape;18153;p89"/>
          <p:cNvGrpSpPr/>
          <p:nvPr/>
        </p:nvGrpSpPr>
        <p:grpSpPr>
          <a:xfrm>
            <a:off x="6746940" y="1333431"/>
            <a:ext cx="213221" cy="352304"/>
            <a:chOff x="6746940" y="1508881"/>
            <a:chExt cx="213221" cy="352304"/>
          </a:xfrm>
        </p:grpSpPr>
        <p:sp>
          <p:nvSpPr>
            <p:cNvPr id="18154" name="Google Shape;18154;p89"/>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89"/>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89"/>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89"/>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8" name="Google Shape;18158;p89"/>
          <p:cNvGrpSpPr/>
          <p:nvPr/>
        </p:nvGrpSpPr>
        <p:grpSpPr>
          <a:xfrm>
            <a:off x="5770336" y="1832165"/>
            <a:ext cx="350682" cy="292097"/>
            <a:chOff x="5770336" y="2007615"/>
            <a:chExt cx="350682" cy="292097"/>
          </a:xfrm>
        </p:grpSpPr>
        <p:sp>
          <p:nvSpPr>
            <p:cNvPr id="18159" name="Google Shape;18159;p89"/>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89"/>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89"/>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89"/>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3" name="Google Shape;18163;p89"/>
          <p:cNvGrpSpPr/>
          <p:nvPr/>
        </p:nvGrpSpPr>
        <p:grpSpPr>
          <a:xfrm>
            <a:off x="5326878" y="1804908"/>
            <a:ext cx="350332" cy="346229"/>
            <a:chOff x="5326878" y="1980358"/>
            <a:chExt cx="350332" cy="346229"/>
          </a:xfrm>
        </p:grpSpPr>
        <p:sp>
          <p:nvSpPr>
            <p:cNvPr id="18164" name="Google Shape;18164;p89"/>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89"/>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89"/>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89"/>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68" name="Google Shape;18168;p89"/>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69" name="Google Shape;18169;p89"/>
          <p:cNvGrpSpPr/>
          <p:nvPr/>
        </p:nvGrpSpPr>
        <p:grpSpPr>
          <a:xfrm>
            <a:off x="4883835" y="1817121"/>
            <a:ext cx="350300" cy="323043"/>
            <a:chOff x="4883835" y="1992571"/>
            <a:chExt cx="350300" cy="323043"/>
          </a:xfrm>
        </p:grpSpPr>
        <p:sp>
          <p:nvSpPr>
            <p:cNvPr id="18170" name="Google Shape;18170;p89"/>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89"/>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89"/>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89"/>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89"/>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89"/>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6" name="Google Shape;18176;p89"/>
          <p:cNvGrpSpPr/>
          <p:nvPr/>
        </p:nvGrpSpPr>
        <p:grpSpPr>
          <a:xfrm>
            <a:off x="7548967" y="1803477"/>
            <a:ext cx="333285" cy="349950"/>
            <a:chOff x="7548967" y="1978927"/>
            <a:chExt cx="333285" cy="349950"/>
          </a:xfrm>
        </p:grpSpPr>
        <p:sp>
          <p:nvSpPr>
            <p:cNvPr id="18177" name="Google Shape;18177;p89"/>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89"/>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89"/>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89"/>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89"/>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89"/>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89"/>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4" name="Google Shape;18184;p89"/>
          <p:cNvGrpSpPr/>
          <p:nvPr/>
        </p:nvGrpSpPr>
        <p:grpSpPr>
          <a:xfrm>
            <a:off x="6214142" y="1803477"/>
            <a:ext cx="346515" cy="350300"/>
            <a:chOff x="6214142" y="1978927"/>
            <a:chExt cx="346515" cy="350300"/>
          </a:xfrm>
        </p:grpSpPr>
        <p:sp>
          <p:nvSpPr>
            <p:cNvPr id="18185" name="Google Shape;18185;p89"/>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89"/>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7" name="Google Shape;18187;p89"/>
          <p:cNvGrpSpPr/>
          <p:nvPr/>
        </p:nvGrpSpPr>
        <p:grpSpPr>
          <a:xfrm>
            <a:off x="7105923" y="1803095"/>
            <a:ext cx="333285" cy="350682"/>
            <a:chOff x="7105923" y="1978545"/>
            <a:chExt cx="333285" cy="350682"/>
          </a:xfrm>
        </p:grpSpPr>
        <p:sp>
          <p:nvSpPr>
            <p:cNvPr id="18188" name="Google Shape;18188;p89"/>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89"/>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89"/>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89"/>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89"/>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89"/>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89"/>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95" name="Google Shape;18195;p89"/>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89"/>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97" name="Google Shape;18197;p89"/>
          <p:cNvGrpSpPr/>
          <p:nvPr/>
        </p:nvGrpSpPr>
        <p:grpSpPr>
          <a:xfrm>
            <a:off x="3616406" y="2246902"/>
            <a:ext cx="203393" cy="351827"/>
            <a:chOff x="3616406" y="2422352"/>
            <a:chExt cx="203393" cy="351827"/>
          </a:xfrm>
        </p:grpSpPr>
        <p:sp>
          <p:nvSpPr>
            <p:cNvPr id="18198" name="Google Shape;18198;p89"/>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89"/>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0" name="Google Shape;18200;p89"/>
          <p:cNvGrpSpPr/>
          <p:nvPr/>
        </p:nvGrpSpPr>
        <p:grpSpPr>
          <a:xfrm>
            <a:off x="878187" y="2246520"/>
            <a:ext cx="272696" cy="351827"/>
            <a:chOff x="913012" y="2421970"/>
            <a:chExt cx="272696" cy="351827"/>
          </a:xfrm>
        </p:grpSpPr>
        <p:sp>
          <p:nvSpPr>
            <p:cNvPr id="18201" name="Google Shape;18201;p89"/>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89"/>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89"/>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89"/>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5" name="Google Shape;18205;p89"/>
          <p:cNvGrpSpPr/>
          <p:nvPr/>
        </p:nvGrpSpPr>
        <p:grpSpPr>
          <a:xfrm>
            <a:off x="2274743" y="2246902"/>
            <a:ext cx="255649" cy="351445"/>
            <a:chOff x="2274743" y="2422352"/>
            <a:chExt cx="255649" cy="351445"/>
          </a:xfrm>
        </p:grpSpPr>
        <p:sp>
          <p:nvSpPr>
            <p:cNvPr id="18206" name="Google Shape;18206;p89"/>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89"/>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89"/>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9" name="Google Shape;18209;p89"/>
          <p:cNvGrpSpPr/>
          <p:nvPr/>
        </p:nvGrpSpPr>
        <p:grpSpPr>
          <a:xfrm>
            <a:off x="2708723" y="2245789"/>
            <a:ext cx="246552" cy="352558"/>
            <a:chOff x="2708723" y="2421239"/>
            <a:chExt cx="246552" cy="352558"/>
          </a:xfrm>
        </p:grpSpPr>
        <p:sp>
          <p:nvSpPr>
            <p:cNvPr id="18210" name="Google Shape;18210;p89"/>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89"/>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2" name="Google Shape;18212;p89"/>
          <p:cNvGrpSpPr/>
          <p:nvPr/>
        </p:nvGrpSpPr>
        <p:grpSpPr>
          <a:xfrm>
            <a:off x="1835485" y="2246902"/>
            <a:ext cx="259433" cy="350714"/>
            <a:chOff x="1835485" y="2422352"/>
            <a:chExt cx="259433" cy="350714"/>
          </a:xfrm>
        </p:grpSpPr>
        <p:sp>
          <p:nvSpPr>
            <p:cNvPr id="18213" name="Google Shape;18213;p89"/>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89"/>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89"/>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89"/>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89"/>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89"/>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89"/>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0" name="Google Shape;18220;p89"/>
          <p:cNvGrpSpPr/>
          <p:nvPr/>
        </p:nvGrpSpPr>
        <p:grpSpPr>
          <a:xfrm>
            <a:off x="3150240" y="2246902"/>
            <a:ext cx="212489" cy="351445"/>
            <a:chOff x="3150240" y="2422352"/>
            <a:chExt cx="212489" cy="351445"/>
          </a:xfrm>
        </p:grpSpPr>
        <p:sp>
          <p:nvSpPr>
            <p:cNvPr id="18221" name="Google Shape;18221;p89"/>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89"/>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3" name="Google Shape;18223;p89"/>
          <p:cNvGrpSpPr/>
          <p:nvPr/>
        </p:nvGrpSpPr>
        <p:grpSpPr>
          <a:xfrm>
            <a:off x="1367060" y="2246679"/>
            <a:ext cx="269261" cy="352050"/>
            <a:chOff x="1367060" y="2422129"/>
            <a:chExt cx="269261" cy="352050"/>
          </a:xfrm>
        </p:grpSpPr>
        <p:sp>
          <p:nvSpPr>
            <p:cNvPr id="18224" name="Google Shape;18224;p89"/>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89"/>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89"/>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89"/>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89"/>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89"/>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89"/>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89"/>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89"/>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89"/>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89"/>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89"/>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89"/>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89"/>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38" name="Google Shape;18238;p89"/>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39" name="Google Shape;18239;p89"/>
          <p:cNvGrpSpPr/>
          <p:nvPr/>
        </p:nvGrpSpPr>
        <p:grpSpPr>
          <a:xfrm>
            <a:off x="4882690" y="2249955"/>
            <a:ext cx="274573" cy="350682"/>
            <a:chOff x="4882690" y="2425405"/>
            <a:chExt cx="274573" cy="350682"/>
          </a:xfrm>
        </p:grpSpPr>
        <p:sp>
          <p:nvSpPr>
            <p:cNvPr id="18240" name="Google Shape;18240;p89"/>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89"/>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2" name="Google Shape;18242;p89"/>
          <p:cNvGrpSpPr/>
          <p:nvPr/>
        </p:nvGrpSpPr>
        <p:grpSpPr>
          <a:xfrm>
            <a:off x="6627639" y="2268434"/>
            <a:ext cx="355993" cy="313247"/>
            <a:chOff x="6627639" y="2443884"/>
            <a:chExt cx="355993" cy="313247"/>
          </a:xfrm>
        </p:grpSpPr>
        <p:sp>
          <p:nvSpPr>
            <p:cNvPr id="18243" name="Google Shape;18243;p89"/>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89"/>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89"/>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6" name="Google Shape;18246;p89"/>
          <p:cNvGrpSpPr/>
          <p:nvPr/>
        </p:nvGrpSpPr>
        <p:grpSpPr>
          <a:xfrm>
            <a:off x="6183451" y="2286690"/>
            <a:ext cx="351445" cy="277976"/>
            <a:chOff x="6183451" y="2462140"/>
            <a:chExt cx="351445" cy="277976"/>
          </a:xfrm>
        </p:grpSpPr>
        <p:sp>
          <p:nvSpPr>
            <p:cNvPr id="18247" name="Google Shape;18247;p89"/>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89"/>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89"/>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89"/>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89"/>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89"/>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89"/>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4" name="Google Shape;18254;p89"/>
          <p:cNvGrpSpPr/>
          <p:nvPr/>
        </p:nvGrpSpPr>
        <p:grpSpPr>
          <a:xfrm>
            <a:off x="5735477" y="2254408"/>
            <a:ext cx="353354" cy="341299"/>
            <a:chOff x="5735477" y="2429858"/>
            <a:chExt cx="353354" cy="341299"/>
          </a:xfrm>
        </p:grpSpPr>
        <p:sp>
          <p:nvSpPr>
            <p:cNvPr id="18255" name="Google Shape;18255;p89"/>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89"/>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89"/>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89"/>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89"/>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89"/>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1" name="Google Shape;18261;p89"/>
          <p:cNvGrpSpPr/>
          <p:nvPr/>
        </p:nvGrpSpPr>
        <p:grpSpPr>
          <a:xfrm>
            <a:off x="5243735" y="2271523"/>
            <a:ext cx="405255" cy="275499"/>
            <a:chOff x="5283337" y="2478774"/>
            <a:chExt cx="358633" cy="243913"/>
          </a:xfrm>
        </p:grpSpPr>
        <p:sp>
          <p:nvSpPr>
            <p:cNvPr id="18262" name="Google Shape;18262;p89"/>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89"/>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89"/>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89"/>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89"/>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89"/>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89"/>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89"/>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89"/>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89"/>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89"/>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89"/>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89"/>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89"/>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89"/>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89"/>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89"/>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9" name="Google Shape;18279;p89"/>
          <p:cNvGrpSpPr/>
          <p:nvPr/>
        </p:nvGrpSpPr>
        <p:grpSpPr>
          <a:xfrm>
            <a:off x="7964753" y="2295373"/>
            <a:ext cx="362068" cy="258670"/>
            <a:chOff x="7964753" y="2470823"/>
            <a:chExt cx="362068" cy="258670"/>
          </a:xfrm>
        </p:grpSpPr>
        <p:sp>
          <p:nvSpPr>
            <p:cNvPr id="18280" name="Google Shape;18280;p89"/>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89"/>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89"/>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89"/>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89"/>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89"/>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89"/>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89"/>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89"/>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9" name="Google Shape;18289;p89"/>
          <p:cNvGrpSpPr/>
          <p:nvPr/>
        </p:nvGrpSpPr>
        <p:grpSpPr>
          <a:xfrm>
            <a:off x="7524349" y="2280997"/>
            <a:ext cx="350332" cy="288948"/>
            <a:chOff x="7524349" y="2456447"/>
            <a:chExt cx="350332" cy="288948"/>
          </a:xfrm>
        </p:grpSpPr>
        <p:sp>
          <p:nvSpPr>
            <p:cNvPr id="18290" name="Google Shape;18290;p89"/>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89"/>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89"/>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89"/>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89"/>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5" name="Google Shape;18295;p89"/>
          <p:cNvGrpSpPr/>
          <p:nvPr/>
        </p:nvGrpSpPr>
        <p:grpSpPr>
          <a:xfrm>
            <a:off x="3972749" y="2719143"/>
            <a:ext cx="355230" cy="356725"/>
            <a:chOff x="3972749" y="2894211"/>
            <a:chExt cx="355230" cy="356725"/>
          </a:xfrm>
        </p:grpSpPr>
        <p:sp>
          <p:nvSpPr>
            <p:cNvPr id="18296" name="Google Shape;18296;p89"/>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89"/>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89"/>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89"/>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89"/>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1" name="Google Shape;18301;p89"/>
          <p:cNvGrpSpPr/>
          <p:nvPr/>
        </p:nvGrpSpPr>
        <p:grpSpPr>
          <a:xfrm>
            <a:off x="3527797" y="2743553"/>
            <a:ext cx="355993" cy="307904"/>
            <a:chOff x="3527797" y="2918796"/>
            <a:chExt cx="355993" cy="307904"/>
          </a:xfrm>
        </p:grpSpPr>
        <p:sp>
          <p:nvSpPr>
            <p:cNvPr id="18302" name="Google Shape;18302;p89"/>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89"/>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89"/>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89"/>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89"/>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89"/>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89"/>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89"/>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89"/>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89"/>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2" name="Google Shape;18312;p89"/>
          <p:cNvGrpSpPr/>
          <p:nvPr/>
        </p:nvGrpSpPr>
        <p:grpSpPr>
          <a:xfrm>
            <a:off x="3082845" y="2746336"/>
            <a:ext cx="356375" cy="302338"/>
            <a:chOff x="3082845" y="2920959"/>
            <a:chExt cx="356375" cy="302338"/>
          </a:xfrm>
        </p:grpSpPr>
        <p:sp>
          <p:nvSpPr>
            <p:cNvPr id="18313" name="Google Shape;18313;p89"/>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89"/>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5" name="Google Shape;18315;p89"/>
          <p:cNvGrpSpPr/>
          <p:nvPr/>
        </p:nvGrpSpPr>
        <p:grpSpPr>
          <a:xfrm>
            <a:off x="2639038" y="2719699"/>
            <a:ext cx="355612" cy="355612"/>
            <a:chOff x="2639038" y="2894942"/>
            <a:chExt cx="355612" cy="355612"/>
          </a:xfrm>
        </p:grpSpPr>
        <p:sp>
          <p:nvSpPr>
            <p:cNvPr id="18316" name="Google Shape;18316;p89"/>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89"/>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8" name="Google Shape;18318;p89"/>
          <p:cNvGrpSpPr/>
          <p:nvPr/>
        </p:nvGrpSpPr>
        <p:grpSpPr>
          <a:xfrm>
            <a:off x="2194468" y="2763622"/>
            <a:ext cx="355993" cy="267766"/>
            <a:chOff x="2194468" y="2938865"/>
            <a:chExt cx="355993" cy="267766"/>
          </a:xfrm>
        </p:grpSpPr>
        <p:sp>
          <p:nvSpPr>
            <p:cNvPr id="18319" name="Google Shape;18319;p89"/>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89"/>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89"/>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89"/>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89"/>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89"/>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89"/>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89"/>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89"/>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89"/>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89"/>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89"/>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89"/>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89"/>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89"/>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89"/>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89"/>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89"/>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89"/>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89"/>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9" name="Google Shape;18339;p89"/>
          <p:cNvGrpSpPr/>
          <p:nvPr/>
        </p:nvGrpSpPr>
        <p:grpSpPr>
          <a:xfrm>
            <a:off x="1749897" y="2719699"/>
            <a:ext cx="355993" cy="355612"/>
            <a:chOff x="1749897" y="2894561"/>
            <a:chExt cx="355993" cy="355612"/>
          </a:xfrm>
        </p:grpSpPr>
        <p:sp>
          <p:nvSpPr>
            <p:cNvPr id="18340" name="Google Shape;18340;p89"/>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89"/>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89"/>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89"/>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89"/>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89"/>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89"/>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89"/>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89"/>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89"/>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89"/>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1" name="Google Shape;18351;p89"/>
          <p:cNvGrpSpPr/>
          <p:nvPr/>
        </p:nvGrpSpPr>
        <p:grpSpPr>
          <a:xfrm>
            <a:off x="1305327" y="2718761"/>
            <a:ext cx="357520" cy="357488"/>
            <a:chOff x="1305327" y="2894211"/>
            <a:chExt cx="357520" cy="357488"/>
          </a:xfrm>
        </p:grpSpPr>
        <p:sp>
          <p:nvSpPr>
            <p:cNvPr id="18352" name="Google Shape;18352;p89"/>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89"/>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89"/>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89"/>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89"/>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7" name="Google Shape;18357;p89"/>
          <p:cNvGrpSpPr/>
          <p:nvPr/>
        </p:nvGrpSpPr>
        <p:grpSpPr>
          <a:xfrm>
            <a:off x="853950" y="2720860"/>
            <a:ext cx="364104" cy="353290"/>
            <a:chOff x="853950" y="2894720"/>
            <a:chExt cx="364104" cy="353290"/>
          </a:xfrm>
        </p:grpSpPr>
        <p:sp>
          <p:nvSpPr>
            <p:cNvPr id="18358" name="Google Shape;18358;p89"/>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89"/>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89"/>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89"/>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89"/>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89"/>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89"/>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5" name="Google Shape;18365;p89"/>
          <p:cNvGrpSpPr/>
          <p:nvPr/>
        </p:nvGrpSpPr>
        <p:grpSpPr>
          <a:xfrm>
            <a:off x="7066548" y="2737144"/>
            <a:ext cx="352209" cy="334938"/>
            <a:chOff x="7066548" y="2912594"/>
            <a:chExt cx="352209" cy="334938"/>
          </a:xfrm>
        </p:grpSpPr>
        <p:sp>
          <p:nvSpPr>
            <p:cNvPr id="18366" name="Google Shape;18366;p89"/>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89"/>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89"/>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89"/>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89"/>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89"/>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72" name="Google Shape;18372;p89"/>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89"/>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74" name="Google Shape;18374;p89"/>
          <p:cNvGrpSpPr/>
          <p:nvPr/>
        </p:nvGrpSpPr>
        <p:grpSpPr>
          <a:xfrm>
            <a:off x="7541397" y="2729352"/>
            <a:ext cx="318495" cy="352209"/>
            <a:chOff x="7541397" y="2904802"/>
            <a:chExt cx="318495" cy="352209"/>
          </a:xfrm>
        </p:grpSpPr>
        <p:sp>
          <p:nvSpPr>
            <p:cNvPr id="18375" name="Google Shape;18375;p89"/>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89"/>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7" name="Google Shape;18377;p89"/>
          <p:cNvGrpSpPr/>
          <p:nvPr/>
        </p:nvGrpSpPr>
        <p:grpSpPr>
          <a:xfrm>
            <a:off x="8003015" y="2728589"/>
            <a:ext cx="306759" cy="351445"/>
            <a:chOff x="8003015" y="2904039"/>
            <a:chExt cx="306759" cy="351445"/>
          </a:xfrm>
        </p:grpSpPr>
        <p:sp>
          <p:nvSpPr>
            <p:cNvPr id="18378" name="Google Shape;18378;p89"/>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89"/>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89"/>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89"/>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89"/>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89"/>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4" name="Google Shape;18384;p89"/>
          <p:cNvGrpSpPr/>
          <p:nvPr/>
        </p:nvGrpSpPr>
        <p:grpSpPr>
          <a:xfrm>
            <a:off x="5687770" y="2710046"/>
            <a:ext cx="369638" cy="369606"/>
            <a:chOff x="5687770" y="2885496"/>
            <a:chExt cx="369638" cy="369606"/>
          </a:xfrm>
        </p:grpSpPr>
        <p:sp>
          <p:nvSpPr>
            <p:cNvPr id="18385" name="Google Shape;18385;p89"/>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89"/>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89"/>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89"/>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89"/>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89"/>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89"/>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89"/>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89"/>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89"/>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5" name="Google Shape;18395;p89"/>
          <p:cNvGrpSpPr/>
          <p:nvPr/>
        </p:nvGrpSpPr>
        <p:grpSpPr>
          <a:xfrm>
            <a:off x="4881958" y="2729352"/>
            <a:ext cx="156417" cy="349537"/>
            <a:chOff x="4881958" y="2904802"/>
            <a:chExt cx="156417" cy="349537"/>
          </a:xfrm>
        </p:grpSpPr>
        <p:sp>
          <p:nvSpPr>
            <p:cNvPr id="18396" name="Google Shape;18396;p89"/>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89"/>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89"/>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89"/>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89"/>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89"/>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89"/>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3" name="Google Shape;18403;p89"/>
          <p:cNvGrpSpPr/>
          <p:nvPr/>
        </p:nvGrpSpPr>
        <p:grpSpPr>
          <a:xfrm>
            <a:off x="5230318" y="2711064"/>
            <a:ext cx="371133" cy="367443"/>
            <a:chOff x="5230318" y="2886514"/>
            <a:chExt cx="371133" cy="367443"/>
          </a:xfrm>
        </p:grpSpPr>
        <p:sp>
          <p:nvSpPr>
            <p:cNvPr id="18404" name="Google Shape;18404;p89"/>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89"/>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89"/>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89"/>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89"/>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89"/>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89"/>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89"/>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89"/>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3" name="Google Shape;18413;p89"/>
          <p:cNvGrpSpPr/>
          <p:nvPr/>
        </p:nvGrpSpPr>
        <p:grpSpPr>
          <a:xfrm>
            <a:off x="5748358" y="3259128"/>
            <a:ext cx="352590" cy="182561"/>
            <a:chOff x="5748358" y="3434578"/>
            <a:chExt cx="352590" cy="182561"/>
          </a:xfrm>
        </p:grpSpPr>
        <p:sp>
          <p:nvSpPr>
            <p:cNvPr id="18414" name="Google Shape;18414;p89"/>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89"/>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89"/>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89"/>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89"/>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89"/>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0" name="Google Shape;18420;p89"/>
          <p:cNvGrpSpPr/>
          <p:nvPr/>
        </p:nvGrpSpPr>
        <p:grpSpPr>
          <a:xfrm>
            <a:off x="862283" y="4099321"/>
            <a:ext cx="341204" cy="359301"/>
            <a:chOff x="862283" y="4274771"/>
            <a:chExt cx="341204" cy="359301"/>
          </a:xfrm>
        </p:grpSpPr>
        <p:sp>
          <p:nvSpPr>
            <p:cNvPr id="18421" name="Google Shape;18421;p89"/>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89"/>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89"/>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4" name="Google Shape;18424;p89"/>
          <p:cNvGrpSpPr/>
          <p:nvPr/>
        </p:nvGrpSpPr>
        <p:grpSpPr>
          <a:xfrm>
            <a:off x="1396957" y="4111915"/>
            <a:ext cx="301861" cy="332871"/>
            <a:chOff x="1396957" y="4287365"/>
            <a:chExt cx="301861" cy="332871"/>
          </a:xfrm>
        </p:grpSpPr>
        <p:sp>
          <p:nvSpPr>
            <p:cNvPr id="18425" name="Google Shape;18425;p89"/>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89"/>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89"/>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89"/>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89"/>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89"/>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89"/>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89"/>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89"/>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89"/>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89"/>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89"/>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89"/>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89"/>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89"/>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0" name="Google Shape;18440;p89"/>
          <p:cNvGrpSpPr/>
          <p:nvPr/>
        </p:nvGrpSpPr>
        <p:grpSpPr>
          <a:xfrm>
            <a:off x="1865381" y="4102056"/>
            <a:ext cx="396131" cy="355612"/>
            <a:chOff x="1865381" y="4277506"/>
            <a:chExt cx="396131" cy="355612"/>
          </a:xfrm>
        </p:grpSpPr>
        <p:sp>
          <p:nvSpPr>
            <p:cNvPr id="18441" name="Google Shape;18441;p89"/>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89"/>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89"/>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89"/>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89"/>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89"/>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7" name="Google Shape;18447;p89"/>
          <p:cNvGrpSpPr/>
          <p:nvPr/>
        </p:nvGrpSpPr>
        <p:grpSpPr>
          <a:xfrm>
            <a:off x="2411823" y="4128549"/>
            <a:ext cx="334398" cy="299953"/>
            <a:chOff x="2411823" y="4303999"/>
            <a:chExt cx="334398" cy="299953"/>
          </a:xfrm>
        </p:grpSpPr>
        <p:sp>
          <p:nvSpPr>
            <p:cNvPr id="18448" name="Google Shape;18448;p89"/>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89"/>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89"/>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89"/>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89"/>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89"/>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89"/>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5" name="Google Shape;18455;p89"/>
          <p:cNvGrpSpPr/>
          <p:nvPr/>
        </p:nvGrpSpPr>
        <p:grpSpPr>
          <a:xfrm>
            <a:off x="2903337" y="4103582"/>
            <a:ext cx="382519" cy="350682"/>
            <a:chOff x="2903337" y="4279032"/>
            <a:chExt cx="382519" cy="350682"/>
          </a:xfrm>
        </p:grpSpPr>
        <p:sp>
          <p:nvSpPr>
            <p:cNvPr id="18456" name="Google Shape;18456;p89"/>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89"/>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89"/>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89"/>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89"/>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89"/>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89"/>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89"/>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89"/>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89"/>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89"/>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89"/>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89"/>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89"/>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89"/>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1" name="Google Shape;18471;p89"/>
          <p:cNvGrpSpPr/>
          <p:nvPr/>
        </p:nvGrpSpPr>
        <p:grpSpPr>
          <a:xfrm>
            <a:off x="3933342" y="4140317"/>
            <a:ext cx="383632" cy="276449"/>
            <a:chOff x="3933342" y="4315767"/>
            <a:chExt cx="383632" cy="276449"/>
          </a:xfrm>
        </p:grpSpPr>
        <p:sp>
          <p:nvSpPr>
            <p:cNvPr id="18472" name="Google Shape;18472;p89"/>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89"/>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89"/>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89"/>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89"/>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89"/>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8" name="Google Shape;18478;p89"/>
          <p:cNvGrpSpPr/>
          <p:nvPr/>
        </p:nvGrpSpPr>
        <p:grpSpPr>
          <a:xfrm>
            <a:off x="3441065" y="4127055"/>
            <a:ext cx="337069" cy="302593"/>
            <a:chOff x="3441065" y="4302505"/>
            <a:chExt cx="337069" cy="302593"/>
          </a:xfrm>
        </p:grpSpPr>
        <p:sp>
          <p:nvSpPr>
            <p:cNvPr id="18479" name="Google Shape;18479;p89"/>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89"/>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89"/>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89"/>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89"/>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89"/>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89"/>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89"/>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89"/>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89"/>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89"/>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89"/>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89"/>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2" name="Google Shape;18492;p89"/>
          <p:cNvGrpSpPr/>
          <p:nvPr/>
        </p:nvGrpSpPr>
        <p:grpSpPr>
          <a:xfrm>
            <a:off x="3532345" y="3187185"/>
            <a:ext cx="339328" cy="336274"/>
            <a:chOff x="3532345" y="3362635"/>
            <a:chExt cx="339328" cy="336274"/>
          </a:xfrm>
        </p:grpSpPr>
        <p:sp>
          <p:nvSpPr>
            <p:cNvPr id="18493" name="Google Shape;18493;p89"/>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89"/>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89"/>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89"/>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89"/>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98" name="Google Shape;18498;p89"/>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99" name="Google Shape;18499;p89"/>
          <p:cNvGrpSpPr/>
          <p:nvPr/>
        </p:nvGrpSpPr>
        <p:grpSpPr>
          <a:xfrm>
            <a:off x="1883955" y="3633250"/>
            <a:ext cx="162873" cy="351445"/>
            <a:chOff x="1883955" y="3808700"/>
            <a:chExt cx="162873" cy="351445"/>
          </a:xfrm>
        </p:grpSpPr>
        <p:sp>
          <p:nvSpPr>
            <p:cNvPr id="18500" name="Google Shape;18500;p89"/>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89"/>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2" name="Google Shape;18502;p89"/>
          <p:cNvGrpSpPr/>
          <p:nvPr/>
        </p:nvGrpSpPr>
        <p:grpSpPr>
          <a:xfrm>
            <a:off x="939156" y="3633759"/>
            <a:ext cx="192007" cy="351318"/>
            <a:chOff x="939156" y="3809209"/>
            <a:chExt cx="192007" cy="351318"/>
          </a:xfrm>
        </p:grpSpPr>
        <p:sp>
          <p:nvSpPr>
            <p:cNvPr id="18503" name="Google Shape;18503;p89"/>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89"/>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5" name="Google Shape;18505;p89"/>
          <p:cNvGrpSpPr/>
          <p:nvPr/>
        </p:nvGrpSpPr>
        <p:grpSpPr>
          <a:xfrm>
            <a:off x="2306167" y="3634395"/>
            <a:ext cx="193915" cy="349155"/>
            <a:chOff x="2306167" y="3809845"/>
            <a:chExt cx="193915" cy="349155"/>
          </a:xfrm>
        </p:grpSpPr>
        <p:sp>
          <p:nvSpPr>
            <p:cNvPr id="18506" name="Google Shape;18506;p89"/>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89"/>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89"/>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89"/>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89"/>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89"/>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89"/>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3" name="Google Shape;18513;p89"/>
          <p:cNvGrpSpPr/>
          <p:nvPr/>
        </p:nvGrpSpPr>
        <p:grpSpPr>
          <a:xfrm>
            <a:off x="1323901" y="3631723"/>
            <a:ext cx="356343" cy="356757"/>
            <a:chOff x="1323901" y="3807173"/>
            <a:chExt cx="356343" cy="356757"/>
          </a:xfrm>
        </p:grpSpPr>
        <p:sp>
          <p:nvSpPr>
            <p:cNvPr id="18514" name="Google Shape;18514;p89"/>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89"/>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89"/>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89"/>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89"/>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89"/>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89"/>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89"/>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89"/>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89"/>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89"/>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89"/>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89"/>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89"/>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89"/>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89"/>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89"/>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89"/>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89"/>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89"/>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89"/>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89"/>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89"/>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89"/>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38" name="Google Shape;18538;p89"/>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39" name="Google Shape;18539;p89"/>
          <p:cNvGrpSpPr/>
          <p:nvPr/>
        </p:nvGrpSpPr>
        <p:grpSpPr>
          <a:xfrm>
            <a:off x="859262" y="3178470"/>
            <a:ext cx="306759" cy="351445"/>
            <a:chOff x="859262" y="3353920"/>
            <a:chExt cx="306759" cy="351445"/>
          </a:xfrm>
        </p:grpSpPr>
        <p:sp>
          <p:nvSpPr>
            <p:cNvPr id="18540" name="Google Shape;18540;p89"/>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89"/>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89"/>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89"/>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89"/>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45" name="Google Shape;18545;p89"/>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46" name="Google Shape;18546;p89"/>
          <p:cNvGrpSpPr/>
          <p:nvPr/>
        </p:nvGrpSpPr>
        <p:grpSpPr>
          <a:xfrm>
            <a:off x="3967437" y="3661652"/>
            <a:ext cx="364708" cy="295405"/>
            <a:chOff x="3967437" y="3837102"/>
            <a:chExt cx="364708" cy="295405"/>
          </a:xfrm>
        </p:grpSpPr>
        <p:sp>
          <p:nvSpPr>
            <p:cNvPr id="18547" name="Google Shape;18547;p89"/>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89"/>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89"/>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89"/>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89"/>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52" name="Google Shape;18552;p89"/>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89"/>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89"/>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55" name="Google Shape;18555;p89"/>
          <p:cNvGrpSpPr/>
          <p:nvPr/>
        </p:nvGrpSpPr>
        <p:grpSpPr>
          <a:xfrm>
            <a:off x="5811827" y="3631001"/>
            <a:ext cx="283743" cy="308444"/>
            <a:chOff x="5964227" y="3858701"/>
            <a:chExt cx="283743" cy="308444"/>
          </a:xfrm>
        </p:grpSpPr>
        <p:sp>
          <p:nvSpPr>
            <p:cNvPr id="18556" name="Google Shape;18556;p89"/>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89"/>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89"/>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89"/>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0" name="Google Shape;18560;p89"/>
          <p:cNvGrpSpPr/>
          <p:nvPr/>
        </p:nvGrpSpPr>
        <p:grpSpPr>
          <a:xfrm>
            <a:off x="6243508" y="3697623"/>
            <a:ext cx="320372" cy="213602"/>
            <a:chOff x="6395908" y="3873073"/>
            <a:chExt cx="320372" cy="213602"/>
          </a:xfrm>
        </p:grpSpPr>
        <p:sp>
          <p:nvSpPr>
            <p:cNvPr id="18561" name="Google Shape;18561;p89"/>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89"/>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89"/>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89"/>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89"/>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89"/>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89"/>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89"/>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89"/>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89"/>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1" name="Google Shape;18571;p89"/>
          <p:cNvGrpSpPr/>
          <p:nvPr/>
        </p:nvGrpSpPr>
        <p:grpSpPr>
          <a:xfrm>
            <a:off x="7262890" y="3627366"/>
            <a:ext cx="357138" cy="352018"/>
            <a:chOff x="7415290" y="3802816"/>
            <a:chExt cx="357138" cy="352018"/>
          </a:xfrm>
        </p:grpSpPr>
        <p:sp>
          <p:nvSpPr>
            <p:cNvPr id="18572" name="Google Shape;18572;p89"/>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89"/>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89"/>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89"/>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89"/>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89"/>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89"/>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89"/>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0" name="Google Shape;18580;p89"/>
          <p:cNvGrpSpPr/>
          <p:nvPr/>
        </p:nvGrpSpPr>
        <p:grpSpPr>
          <a:xfrm>
            <a:off x="6737312" y="3657963"/>
            <a:ext cx="355230" cy="293401"/>
            <a:chOff x="6889712" y="3833413"/>
            <a:chExt cx="355230" cy="293401"/>
          </a:xfrm>
        </p:grpSpPr>
        <p:sp>
          <p:nvSpPr>
            <p:cNvPr id="18581" name="Google Shape;18581;p89"/>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89"/>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89"/>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89"/>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89"/>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6" name="Google Shape;18586;p89"/>
          <p:cNvGrpSpPr/>
          <p:nvPr/>
        </p:nvGrpSpPr>
        <p:grpSpPr>
          <a:xfrm>
            <a:off x="7707152" y="3660420"/>
            <a:ext cx="282318" cy="337168"/>
            <a:chOff x="1635875" y="237775"/>
            <a:chExt cx="4370250" cy="5219325"/>
          </a:xfrm>
        </p:grpSpPr>
        <p:sp>
          <p:nvSpPr>
            <p:cNvPr id="18587" name="Google Shape;18587;p89"/>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89"/>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9" name="Google Shape;18589;p89"/>
          <p:cNvGrpSpPr/>
          <p:nvPr/>
        </p:nvGrpSpPr>
        <p:grpSpPr>
          <a:xfrm>
            <a:off x="3103963" y="3185690"/>
            <a:ext cx="297886" cy="337578"/>
            <a:chOff x="3103963" y="3361140"/>
            <a:chExt cx="297886" cy="337578"/>
          </a:xfrm>
        </p:grpSpPr>
        <p:sp>
          <p:nvSpPr>
            <p:cNvPr id="18590" name="Google Shape;18590;p89"/>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89"/>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89"/>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89"/>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89"/>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8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8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89"/>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89"/>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89"/>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89"/>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89"/>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89"/>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89"/>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89"/>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89"/>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89"/>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89"/>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8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8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89"/>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89"/>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89"/>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89"/>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4" name="Google Shape;18614;p89"/>
          <p:cNvGrpSpPr/>
          <p:nvPr/>
        </p:nvGrpSpPr>
        <p:grpSpPr>
          <a:xfrm>
            <a:off x="2667821" y="3185658"/>
            <a:ext cx="273046" cy="337801"/>
            <a:chOff x="2667821" y="3361108"/>
            <a:chExt cx="273046" cy="337801"/>
          </a:xfrm>
        </p:grpSpPr>
        <p:sp>
          <p:nvSpPr>
            <p:cNvPr id="18615" name="Google Shape;18615;p89"/>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89"/>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89"/>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89"/>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89"/>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89"/>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89"/>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89"/>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89"/>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89"/>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89"/>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89"/>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89"/>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89"/>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89"/>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89"/>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89"/>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89"/>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89"/>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4" name="Google Shape;18634;p89"/>
          <p:cNvGrpSpPr/>
          <p:nvPr/>
        </p:nvGrpSpPr>
        <p:grpSpPr>
          <a:xfrm>
            <a:off x="2212469" y="3184863"/>
            <a:ext cx="282715" cy="338660"/>
            <a:chOff x="2212469" y="3360313"/>
            <a:chExt cx="282715" cy="338660"/>
          </a:xfrm>
        </p:grpSpPr>
        <p:sp>
          <p:nvSpPr>
            <p:cNvPr id="18635" name="Google Shape;18635;p89"/>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89"/>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89"/>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8" name="Google Shape;18638;p89"/>
          <p:cNvGrpSpPr/>
          <p:nvPr/>
        </p:nvGrpSpPr>
        <p:grpSpPr>
          <a:xfrm>
            <a:off x="1768821" y="3185658"/>
            <a:ext cx="278739" cy="339073"/>
            <a:chOff x="1768821" y="3361108"/>
            <a:chExt cx="278739" cy="339073"/>
          </a:xfrm>
        </p:grpSpPr>
        <p:sp>
          <p:nvSpPr>
            <p:cNvPr id="18639" name="Google Shape;18639;p89"/>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89"/>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89"/>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89"/>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89"/>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89"/>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89"/>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89"/>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89"/>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89"/>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89"/>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0" name="Google Shape;18650;p89"/>
          <p:cNvGrpSpPr/>
          <p:nvPr/>
        </p:nvGrpSpPr>
        <p:grpSpPr>
          <a:xfrm>
            <a:off x="5337883" y="3161423"/>
            <a:ext cx="307141" cy="376826"/>
            <a:chOff x="5337883" y="3336873"/>
            <a:chExt cx="307141" cy="376826"/>
          </a:xfrm>
        </p:grpSpPr>
        <p:sp>
          <p:nvSpPr>
            <p:cNvPr id="18651" name="Google Shape;18651;p89"/>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89"/>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3" name="Google Shape;18653;p89"/>
          <p:cNvGrpSpPr/>
          <p:nvPr/>
        </p:nvGrpSpPr>
        <p:grpSpPr>
          <a:xfrm>
            <a:off x="4883835" y="3161805"/>
            <a:ext cx="323425" cy="377557"/>
            <a:chOff x="4883835" y="3337255"/>
            <a:chExt cx="323425" cy="377557"/>
          </a:xfrm>
        </p:grpSpPr>
        <p:sp>
          <p:nvSpPr>
            <p:cNvPr id="18654" name="Google Shape;18654;p89"/>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89"/>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89"/>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7" name="Google Shape;18657;p89"/>
          <p:cNvGrpSpPr/>
          <p:nvPr/>
        </p:nvGrpSpPr>
        <p:grpSpPr>
          <a:xfrm>
            <a:off x="6193310" y="3231839"/>
            <a:ext cx="352590" cy="237488"/>
            <a:chOff x="6193310" y="3407289"/>
            <a:chExt cx="352590" cy="237488"/>
          </a:xfrm>
        </p:grpSpPr>
        <p:sp>
          <p:nvSpPr>
            <p:cNvPr id="18658" name="Google Shape;18658;p89"/>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89"/>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89"/>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89"/>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89"/>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3" name="Google Shape;18663;p89"/>
          <p:cNvGrpSpPr/>
          <p:nvPr/>
        </p:nvGrpSpPr>
        <p:grpSpPr>
          <a:xfrm>
            <a:off x="6637117" y="3222393"/>
            <a:ext cx="353735" cy="254504"/>
            <a:chOff x="6637117" y="3397843"/>
            <a:chExt cx="353735" cy="254504"/>
          </a:xfrm>
        </p:grpSpPr>
        <p:sp>
          <p:nvSpPr>
            <p:cNvPr id="18664" name="Google Shape;18664;p89"/>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89"/>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89"/>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89"/>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89"/>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89"/>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0" name="Google Shape;18670;p89"/>
          <p:cNvGrpSpPr/>
          <p:nvPr/>
        </p:nvGrpSpPr>
        <p:grpSpPr>
          <a:xfrm>
            <a:off x="7075994" y="3174081"/>
            <a:ext cx="360637" cy="352336"/>
            <a:chOff x="7075994" y="3349531"/>
            <a:chExt cx="360637" cy="352336"/>
          </a:xfrm>
        </p:grpSpPr>
        <p:sp>
          <p:nvSpPr>
            <p:cNvPr id="18671" name="Google Shape;18671;p89"/>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89"/>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89"/>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89"/>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89"/>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89"/>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89"/>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8" name="Google Shape;18678;p89"/>
          <p:cNvGrpSpPr/>
          <p:nvPr/>
        </p:nvGrpSpPr>
        <p:grpSpPr>
          <a:xfrm>
            <a:off x="7651983" y="3173731"/>
            <a:ext cx="107183" cy="352399"/>
            <a:chOff x="7651983" y="3349181"/>
            <a:chExt cx="107183" cy="352399"/>
          </a:xfrm>
        </p:grpSpPr>
        <p:sp>
          <p:nvSpPr>
            <p:cNvPr id="18679" name="Google Shape;18679;p89"/>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89"/>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1" name="Google Shape;18681;p89"/>
          <p:cNvGrpSpPr/>
          <p:nvPr/>
        </p:nvGrpSpPr>
        <p:grpSpPr>
          <a:xfrm>
            <a:off x="7973468" y="3206872"/>
            <a:ext cx="352590" cy="287072"/>
            <a:chOff x="7973468" y="3382322"/>
            <a:chExt cx="352590" cy="287072"/>
          </a:xfrm>
        </p:grpSpPr>
        <p:sp>
          <p:nvSpPr>
            <p:cNvPr id="18682" name="Google Shape;18682;p89"/>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89"/>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89"/>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89"/>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89"/>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89"/>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89"/>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89"/>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89"/>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89"/>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89"/>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89"/>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94" name="Google Shape;18694;p89"/>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8695" name="Google Shape;18695;p89"/>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699" name="Shape 18699"/>
        <p:cNvGrpSpPr/>
        <p:nvPr/>
      </p:nvGrpSpPr>
      <p:grpSpPr>
        <a:xfrm>
          <a:off x="0" y="0"/>
          <a:ext cx="0" cy="0"/>
          <a:chOff x="0" y="0"/>
          <a:chExt cx="0" cy="0"/>
        </a:xfrm>
      </p:grpSpPr>
      <p:grpSp>
        <p:nvGrpSpPr>
          <p:cNvPr id="18700" name="Google Shape;18700;p90"/>
          <p:cNvGrpSpPr/>
          <p:nvPr/>
        </p:nvGrpSpPr>
        <p:grpSpPr>
          <a:xfrm>
            <a:off x="821808" y="1576858"/>
            <a:ext cx="347872" cy="347488"/>
            <a:chOff x="849677" y="1500658"/>
            <a:chExt cx="347872" cy="347488"/>
          </a:xfrm>
        </p:grpSpPr>
        <p:sp>
          <p:nvSpPr>
            <p:cNvPr id="18701" name="Google Shape;18701;p90"/>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90"/>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90"/>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90"/>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90"/>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90"/>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7" name="Google Shape;18707;p90"/>
          <p:cNvGrpSpPr/>
          <p:nvPr/>
        </p:nvGrpSpPr>
        <p:grpSpPr>
          <a:xfrm>
            <a:off x="1387984" y="1576858"/>
            <a:ext cx="315872" cy="347488"/>
            <a:chOff x="1415853" y="1500658"/>
            <a:chExt cx="315872" cy="347488"/>
          </a:xfrm>
        </p:grpSpPr>
        <p:sp>
          <p:nvSpPr>
            <p:cNvPr id="18708" name="Google Shape;18708;p90"/>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90"/>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90"/>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90"/>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2" name="Google Shape;18712;p90"/>
          <p:cNvGrpSpPr/>
          <p:nvPr/>
        </p:nvGrpSpPr>
        <p:grpSpPr>
          <a:xfrm>
            <a:off x="4669520" y="1576858"/>
            <a:ext cx="347520" cy="347104"/>
            <a:chOff x="4697389" y="1500658"/>
            <a:chExt cx="347520" cy="347104"/>
          </a:xfrm>
        </p:grpSpPr>
        <p:sp>
          <p:nvSpPr>
            <p:cNvPr id="18713" name="Google Shape;18713;p90"/>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90"/>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90"/>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6" name="Google Shape;18716;p90"/>
          <p:cNvGrpSpPr/>
          <p:nvPr/>
        </p:nvGrpSpPr>
        <p:grpSpPr>
          <a:xfrm>
            <a:off x="3575664" y="2041146"/>
            <a:ext cx="347520" cy="353760"/>
            <a:chOff x="3603533" y="1964946"/>
            <a:chExt cx="347520" cy="353760"/>
          </a:xfrm>
        </p:grpSpPr>
        <p:sp>
          <p:nvSpPr>
            <p:cNvPr id="18717" name="Google Shape;18717;p90"/>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90"/>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90"/>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0" name="Google Shape;18720;p90"/>
          <p:cNvGrpSpPr/>
          <p:nvPr/>
        </p:nvGrpSpPr>
        <p:grpSpPr>
          <a:xfrm>
            <a:off x="1922896" y="2040538"/>
            <a:ext cx="357792" cy="352448"/>
            <a:chOff x="1950765" y="1964338"/>
            <a:chExt cx="357792" cy="352448"/>
          </a:xfrm>
        </p:grpSpPr>
        <p:sp>
          <p:nvSpPr>
            <p:cNvPr id="18721" name="Google Shape;18721;p90"/>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90"/>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90"/>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90"/>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5" name="Google Shape;18725;p90"/>
          <p:cNvGrpSpPr/>
          <p:nvPr/>
        </p:nvGrpSpPr>
        <p:grpSpPr>
          <a:xfrm>
            <a:off x="7407760" y="2040890"/>
            <a:ext cx="367712" cy="353248"/>
            <a:chOff x="7435629" y="1964690"/>
            <a:chExt cx="367712" cy="353248"/>
          </a:xfrm>
        </p:grpSpPr>
        <p:sp>
          <p:nvSpPr>
            <p:cNvPr id="18726" name="Google Shape;18726;p90"/>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90"/>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90"/>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90"/>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0" name="Google Shape;18730;p90"/>
          <p:cNvGrpSpPr/>
          <p:nvPr/>
        </p:nvGrpSpPr>
        <p:grpSpPr>
          <a:xfrm>
            <a:off x="2484880" y="2041242"/>
            <a:ext cx="333024" cy="352896"/>
            <a:chOff x="2512749" y="1965042"/>
            <a:chExt cx="333024" cy="352896"/>
          </a:xfrm>
        </p:grpSpPr>
        <p:sp>
          <p:nvSpPr>
            <p:cNvPr id="18731" name="Google Shape;18731;p90"/>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90"/>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90"/>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90"/>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90"/>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6" name="Google Shape;18736;p90"/>
          <p:cNvGrpSpPr/>
          <p:nvPr/>
        </p:nvGrpSpPr>
        <p:grpSpPr>
          <a:xfrm>
            <a:off x="1370448" y="2057978"/>
            <a:ext cx="365792" cy="335392"/>
            <a:chOff x="1398317" y="1981778"/>
            <a:chExt cx="365792" cy="335392"/>
          </a:xfrm>
        </p:grpSpPr>
        <p:sp>
          <p:nvSpPr>
            <p:cNvPr id="18737" name="Google Shape;18737;p90"/>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90"/>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90"/>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90"/>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90"/>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90"/>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3" name="Google Shape;18743;p90"/>
          <p:cNvGrpSpPr/>
          <p:nvPr/>
        </p:nvGrpSpPr>
        <p:grpSpPr>
          <a:xfrm>
            <a:off x="3024368" y="2079770"/>
            <a:ext cx="353600" cy="314752"/>
            <a:chOff x="3052237" y="2003570"/>
            <a:chExt cx="353600" cy="314752"/>
          </a:xfrm>
        </p:grpSpPr>
        <p:sp>
          <p:nvSpPr>
            <p:cNvPr id="18744" name="Google Shape;18744;p90"/>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90"/>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90"/>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7" name="Google Shape;18747;p90"/>
          <p:cNvGrpSpPr/>
          <p:nvPr/>
        </p:nvGrpSpPr>
        <p:grpSpPr>
          <a:xfrm>
            <a:off x="1376144" y="3034266"/>
            <a:ext cx="368096" cy="223968"/>
            <a:chOff x="1404013" y="2958066"/>
            <a:chExt cx="368096" cy="223968"/>
          </a:xfrm>
        </p:grpSpPr>
        <p:sp>
          <p:nvSpPr>
            <p:cNvPr id="18748" name="Google Shape;18748;p90"/>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90"/>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50" name="Google Shape;18750;p90"/>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90"/>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52" name="Google Shape;18752;p90"/>
          <p:cNvGrpSpPr/>
          <p:nvPr/>
        </p:nvGrpSpPr>
        <p:grpSpPr>
          <a:xfrm>
            <a:off x="1923280" y="2961402"/>
            <a:ext cx="370368" cy="367328"/>
            <a:chOff x="1951149" y="2885202"/>
            <a:chExt cx="370368" cy="367328"/>
          </a:xfrm>
        </p:grpSpPr>
        <p:sp>
          <p:nvSpPr>
            <p:cNvPr id="18753" name="Google Shape;18753;p90"/>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90"/>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90"/>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6" name="Google Shape;18756;p90"/>
          <p:cNvGrpSpPr/>
          <p:nvPr/>
        </p:nvGrpSpPr>
        <p:grpSpPr>
          <a:xfrm>
            <a:off x="2473808" y="2982362"/>
            <a:ext cx="367328" cy="327296"/>
            <a:chOff x="2501677" y="2906162"/>
            <a:chExt cx="367328" cy="327296"/>
          </a:xfrm>
        </p:grpSpPr>
        <p:sp>
          <p:nvSpPr>
            <p:cNvPr id="18757" name="Google Shape;18757;p90"/>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90"/>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90"/>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60" name="Google Shape;18760;p90"/>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61" name="Google Shape;18761;p90"/>
          <p:cNvGrpSpPr/>
          <p:nvPr/>
        </p:nvGrpSpPr>
        <p:grpSpPr>
          <a:xfrm>
            <a:off x="3022448" y="2969914"/>
            <a:ext cx="367712" cy="354240"/>
            <a:chOff x="3050317" y="2893714"/>
            <a:chExt cx="367712" cy="354240"/>
          </a:xfrm>
        </p:grpSpPr>
        <p:sp>
          <p:nvSpPr>
            <p:cNvPr id="18762" name="Google Shape;18762;p90"/>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90"/>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64" name="Google Shape;18764;p90"/>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90"/>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66" name="Google Shape;18766;p90"/>
          <p:cNvGrpSpPr/>
          <p:nvPr/>
        </p:nvGrpSpPr>
        <p:grpSpPr>
          <a:xfrm>
            <a:off x="7503408" y="2962554"/>
            <a:ext cx="185184" cy="367296"/>
            <a:chOff x="7531277" y="2886354"/>
            <a:chExt cx="185184" cy="367296"/>
          </a:xfrm>
        </p:grpSpPr>
        <p:sp>
          <p:nvSpPr>
            <p:cNvPr id="18767" name="Google Shape;18767;p90"/>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90"/>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90"/>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0" name="Google Shape;18770;p90"/>
          <p:cNvGrpSpPr/>
          <p:nvPr/>
        </p:nvGrpSpPr>
        <p:grpSpPr>
          <a:xfrm>
            <a:off x="6898768" y="2962938"/>
            <a:ext cx="297184" cy="367296"/>
            <a:chOff x="6926637" y="2886738"/>
            <a:chExt cx="297184" cy="367296"/>
          </a:xfrm>
        </p:grpSpPr>
        <p:sp>
          <p:nvSpPr>
            <p:cNvPr id="18771" name="Google Shape;18771;p90"/>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90"/>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90"/>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74" name="Google Shape;18774;p90"/>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90"/>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76" name="Google Shape;18776;p90"/>
          <p:cNvGrpSpPr/>
          <p:nvPr/>
        </p:nvGrpSpPr>
        <p:grpSpPr>
          <a:xfrm>
            <a:off x="6312784" y="2962554"/>
            <a:ext cx="370368" cy="368064"/>
            <a:chOff x="6340653" y="2886354"/>
            <a:chExt cx="370368" cy="368064"/>
          </a:xfrm>
        </p:grpSpPr>
        <p:sp>
          <p:nvSpPr>
            <p:cNvPr id="18777" name="Google Shape;18777;p90"/>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90"/>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90"/>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90"/>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90"/>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90"/>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3" name="Google Shape;18783;p90"/>
          <p:cNvGrpSpPr/>
          <p:nvPr/>
        </p:nvGrpSpPr>
        <p:grpSpPr>
          <a:xfrm>
            <a:off x="5218928" y="2057626"/>
            <a:ext cx="354752" cy="336512"/>
            <a:chOff x="5246797" y="1981426"/>
            <a:chExt cx="354752" cy="336512"/>
          </a:xfrm>
        </p:grpSpPr>
        <p:sp>
          <p:nvSpPr>
            <p:cNvPr id="18784" name="Google Shape;18784;p90"/>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90"/>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6" name="Google Shape;18786;p90"/>
          <p:cNvGrpSpPr/>
          <p:nvPr/>
        </p:nvGrpSpPr>
        <p:grpSpPr>
          <a:xfrm>
            <a:off x="4120880" y="2178266"/>
            <a:ext cx="355136" cy="216256"/>
            <a:chOff x="4148749" y="2102066"/>
            <a:chExt cx="355136" cy="216256"/>
          </a:xfrm>
        </p:grpSpPr>
        <p:sp>
          <p:nvSpPr>
            <p:cNvPr id="18787" name="Google Shape;18787;p90"/>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90"/>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9" name="Google Shape;18789;p90"/>
          <p:cNvGrpSpPr/>
          <p:nvPr/>
        </p:nvGrpSpPr>
        <p:grpSpPr>
          <a:xfrm>
            <a:off x="5766800" y="2077626"/>
            <a:ext cx="354752" cy="315360"/>
            <a:chOff x="5794669" y="2001426"/>
            <a:chExt cx="354752" cy="315360"/>
          </a:xfrm>
        </p:grpSpPr>
        <p:sp>
          <p:nvSpPr>
            <p:cNvPr id="18790" name="Google Shape;18790;p90"/>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90"/>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2" name="Google Shape;18792;p90"/>
          <p:cNvGrpSpPr/>
          <p:nvPr/>
        </p:nvGrpSpPr>
        <p:grpSpPr>
          <a:xfrm>
            <a:off x="6317360" y="2106042"/>
            <a:ext cx="352832" cy="289216"/>
            <a:chOff x="6345229" y="2029842"/>
            <a:chExt cx="352832" cy="289216"/>
          </a:xfrm>
        </p:grpSpPr>
        <p:sp>
          <p:nvSpPr>
            <p:cNvPr id="18793" name="Google Shape;18793;p90"/>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90"/>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5" name="Google Shape;18795;p90"/>
          <p:cNvGrpSpPr/>
          <p:nvPr/>
        </p:nvGrpSpPr>
        <p:grpSpPr>
          <a:xfrm>
            <a:off x="4669520" y="2112538"/>
            <a:ext cx="354752" cy="281984"/>
            <a:chOff x="4697389" y="2036338"/>
            <a:chExt cx="354752" cy="281984"/>
          </a:xfrm>
        </p:grpSpPr>
        <p:sp>
          <p:nvSpPr>
            <p:cNvPr id="18796" name="Google Shape;18796;p90"/>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90"/>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8" name="Google Shape;18798;p90"/>
          <p:cNvGrpSpPr/>
          <p:nvPr/>
        </p:nvGrpSpPr>
        <p:grpSpPr>
          <a:xfrm>
            <a:off x="1376144" y="2500954"/>
            <a:ext cx="353600" cy="354944"/>
            <a:chOff x="1404013" y="2424754"/>
            <a:chExt cx="353600" cy="354944"/>
          </a:xfrm>
        </p:grpSpPr>
        <p:sp>
          <p:nvSpPr>
            <p:cNvPr id="18799" name="Google Shape;18799;p90"/>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90"/>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90"/>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90"/>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90"/>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4" name="Google Shape;18804;p90"/>
          <p:cNvGrpSpPr/>
          <p:nvPr/>
        </p:nvGrpSpPr>
        <p:grpSpPr>
          <a:xfrm>
            <a:off x="826384" y="2504474"/>
            <a:ext cx="355104" cy="351040"/>
            <a:chOff x="854253" y="2428274"/>
            <a:chExt cx="355104" cy="351040"/>
          </a:xfrm>
        </p:grpSpPr>
        <p:sp>
          <p:nvSpPr>
            <p:cNvPr id="18805" name="Google Shape;18805;p90"/>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90"/>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7" name="Google Shape;18807;p90"/>
          <p:cNvGrpSpPr/>
          <p:nvPr/>
        </p:nvGrpSpPr>
        <p:grpSpPr>
          <a:xfrm>
            <a:off x="6869040" y="2517146"/>
            <a:ext cx="354752" cy="275904"/>
            <a:chOff x="6896909" y="2440946"/>
            <a:chExt cx="354752" cy="275904"/>
          </a:xfrm>
        </p:grpSpPr>
        <p:sp>
          <p:nvSpPr>
            <p:cNvPr id="18808" name="Google Shape;18808;p90"/>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90"/>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10" name="Google Shape;18810;p90"/>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11" name="Google Shape;18811;p90"/>
          <p:cNvGrpSpPr/>
          <p:nvPr/>
        </p:nvGrpSpPr>
        <p:grpSpPr>
          <a:xfrm>
            <a:off x="5237200" y="2500954"/>
            <a:ext cx="321984" cy="354560"/>
            <a:chOff x="5265069" y="2424754"/>
            <a:chExt cx="321984" cy="354560"/>
          </a:xfrm>
        </p:grpSpPr>
        <p:sp>
          <p:nvSpPr>
            <p:cNvPr id="18812" name="Google Shape;18812;p90"/>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90"/>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4" name="Google Shape;18814;p90"/>
          <p:cNvGrpSpPr/>
          <p:nvPr/>
        </p:nvGrpSpPr>
        <p:grpSpPr>
          <a:xfrm>
            <a:off x="4122800" y="2542970"/>
            <a:ext cx="355104" cy="259584"/>
            <a:chOff x="4150669" y="2466770"/>
            <a:chExt cx="355104" cy="259584"/>
          </a:xfrm>
        </p:grpSpPr>
        <p:sp>
          <p:nvSpPr>
            <p:cNvPr id="18815" name="Google Shape;18815;p90"/>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90"/>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90"/>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90"/>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9" name="Google Shape;18819;p90"/>
          <p:cNvGrpSpPr/>
          <p:nvPr/>
        </p:nvGrpSpPr>
        <p:grpSpPr>
          <a:xfrm>
            <a:off x="4671824" y="2501146"/>
            <a:ext cx="354336" cy="353984"/>
            <a:chOff x="4699693" y="2424946"/>
            <a:chExt cx="354336" cy="353984"/>
          </a:xfrm>
        </p:grpSpPr>
        <p:sp>
          <p:nvSpPr>
            <p:cNvPr id="18820" name="Google Shape;18820;p90"/>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90"/>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22" name="Google Shape;18822;p90"/>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90"/>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24" name="Google Shape;18824;p90"/>
          <p:cNvGrpSpPr/>
          <p:nvPr/>
        </p:nvGrpSpPr>
        <p:grpSpPr>
          <a:xfrm>
            <a:off x="1925168" y="2628442"/>
            <a:ext cx="355136" cy="227072"/>
            <a:chOff x="1953037" y="2552242"/>
            <a:chExt cx="355136" cy="227072"/>
          </a:xfrm>
        </p:grpSpPr>
        <p:sp>
          <p:nvSpPr>
            <p:cNvPr id="18825" name="Google Shape;18825;p90"/>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90"/>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27" name="Google Shape;18827;p90"/>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28" name="Google Shape;18828;p90"/>
          <p:cNvGrpSpPr/>
          <p:nvPr/>
        </p:nvGrpSpPr>
        <p:grpSpPr>
          <a:xfrm>
            <a:off x="2473072" y="2603418"/>
            <a:ext cx="355104" cy="250944"/>
            <a:chOff x="2500941" y="2527218"/>
            <a:chExt cx="355104" cy="250944"/>
          </a:xfrm>
        </p:grpSpPr>
        <p:sp>
          <p:nvSpPr>
            <p:cNvPr id="18829" name="Google Shape;18829;p90"/>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90"/>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90"/>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90"/>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90"/>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34" name="Google Shape;18834;p90"/>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35" name="Google Shape;18835;p90"/>
          <p:cNvGrpSpPr/>
          <p:nvPr/>
        </p:nvGrpSpPr>
        <p:grpSpPr>
          <a:xfrm>
            <a:off x="7965936" y="2503322"/>
            <a:ext cx="356256" cy="351808"/>
            <a:chOff x="7993805" y="2427122"/>
            <a:chExt cx="356256" cy="351808"/>
          </a:xfrm>
        </p:grpSpPr>
        <p:sp>
          <p:nvSpPr>
            <p:cNvPr id="18836" name="Google Shape;18836;p90"/>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90"/>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90"/>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9" name="Google Shape;18839;p90"/>
          <p:cNvGrpSpPr/>
          <p:nvPr/>
        </p:nvGrpSpPr>
        <p:grpSpPr>
          <a:xfrm>
            <a:off x="850768" y="2041210"/>
            <a:ext cx="308640" cy="353312"/>
            <a:chOff x="878637" y="1965010"/>
            <a:chExt cx="308640" cy="353312"/>
          </a:xfrm>
        </p:grpSpPr>
        <p:sp>
          <p:nvSpPr>
            <p:cNvPr id="18840" name="Google Shape;18840;p90"/>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90"/>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90"/>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3" name="Google Shape;18843;p90"/>
          <p:cNvGrpSpPr/>
          <p:nvPr/>
        </p:nvGrpSpPr>
        <p:grpSpPr>
          <a:xfrm>
            <a:off x="6868272" y="2040922"/>
            <a:ext cx="348256" cy="352448"/>
            <a:chOff x="6896141" y="1964722"/>
            <a:chExt cx="348256" cy="352448"/>
          </a:xfrm>
        </p:grpSpPr>
        <p:sp>
          <p:nvSpPr>
            <p:cNvPr id="18844" name="Google Shape;18844;p90"/>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90"/>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90"/>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7" name="Google Shape;18847;p90"/>
          <p:cNvGrpSpPr/>
          <p:nvPr/>
        </p:nvGrpSpPr>
        <p:grpSpPr>
          <a:xfrm>
            <a:off x="7962128" y="2091578"/>
            <a:ext cx="355136" cy="303328"/>
            <a:chOff x="7989997" y="2015378"/>
            <a:chExt cx="355136" cy="303328"/>
          </a:xfrm>
        </p:grpSpPr>
        <p:sp>
          <p:nvSpPr>
            <p:cNvPr id="18848" name="Google Shape;18848;p90"/>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90"/>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90"/>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1" name="Google Shape;18851;p90"/>
          <p:cNvGrpSpPr/>
          <p:nvPr/>
        </p:nvGrpSpPr>
        <p:grpSpPr>
          <a:xfrm>
            <a:off x="3570352" y="1585562"/>
            <a:ext cx="348640" cy="330784"/>
            <a:chOff x="3598221" y="1509362"/>
            <a:chExt cx="348640" cy="330784"/>
          </a:xfrm>
        </p:grpSpPr>
        <p:sp>
          <p:nvSpPr>
            <p:cNvPr id="18852" name="Google Shape;18852;p90"/>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90"/>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90"/>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90"/>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6" name="Google Shape;18856;p90"/>
          <p:cNvGrpSpPr/>
          <p:nvPr/>
        </p:nvGrpSpPr>
        <p:grpSpPr>
          <a:xfrm>
            <a:off x="5218928" y="1576858"/>
            <a:ext cx="347872" cy="347488"/>
            <a:chOff x="5246797" y="1500658"/>
            <a:chExt cx="347872" cy="347488"/>
          </a:xfrm>
        </p:grpSpPr>
        <p:sp>
          <p:nvSpPr>
            <p:cNvPr id="18857" name="Google Shape;18857;p90"/>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90"/>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90"/>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90"/>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1" name="Google Shape;18861;p90"/>
          <p:cNvGrpSpPr/>
          <p:nvPr/>
        </p:nvGrpSpPr>
        <p:grpSpPr>
          <a:xfrm>
            <a:off x="5768720" y="1576858"/>
            <a:ext cx="349024" cy="346752"/>
            <a:chOff x="5796589" y="1500658"/>
            <a:chExt cx="349024" cy="346752"/>
          </a:xfrm>
        </p:grpSpPr>
        <p:sp>
          <p:nvSpPr>
            <p:cNvPr id="18862" name="Google Shape;18862;p90"/>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63" name="Google Shape;18863;p90"/>
            <p:cNvGrpSpPr/>
            <p:nvPr/>
          </p:nvGrpSpPr>
          <p:grpSpPr>
            <a:xfrm>
              <a:off x="5796589" y="1500658"/>
              <a:ext cx="349024" cy="346752"/>
              <a:chOff x="5796589" y="1500658"/>
              <a:chExt cx="349024" cy="346752"/>
            </a:xfrm>
          </p:grpSpPr>
          <p:sp>
            <p:nvSpPr>
              <p:cNvPr id="18864" name="Google Shape;18864;p90"/>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90"/>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90"/>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90"/>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868" name="Google Shape;18868;p90"/>
          <p:cNvGrpSpPr/>
          <p:nvPr/>
        </p:nvGrpSpPr>
        <p:grpSpPr>
          <a:xfrm>
            <a:off x="6867504" y="1578778"/>
            <a:ext cx="348640" cy="343296"/>
            <a:chOff x="6895373" y="1502578"/>
            <a:chExt cx="348640" cy="343296"/>
          </a:xfrm>
        </p:grpSpPr>
        <p:sp>
          <p:nvSpPr>
            <p:cNvPr id="18869" name="Google Shape;18869;p90"/>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90"/>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90"/>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2" name="Google Shape;18872;p90"/>
          <p:cNvGrpSpPr/>
          <p:nvPr/>
        </p:nvGrpSpPr>
        <p:grpSpPr>
          <a:xfrm>
            <a:off x="4119728" y="1581658"/>
            <a:ext cx="347904" cy="336992"/>
            <a:chOff x="4147597" y="1505458"/>
            <a:chExt cx="347904" cy="336992"/>
          </a:xfrm>
        </p:grpSpPr>
        <p:sp>
          <p:nvSpPr>
            <p:cNvPr id="18873" name="Google Shape;18873;p90"/>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90"/>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90"/>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90"/>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90"/>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90"/>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90"/>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0" name="Google Shape;18880;p90"/>
          <p:cNvGrpSpPr/>
          <p:nvPr/>
        </p:nvGrpSpPr>
        <p:grpSpPr>
          <a:xfrm>
            <a:off x="2471536" y="1576090"/>
            <a:ext cx="347488" cy="348256"/>
            <a:chOff x="2499405" y="1499890"/>
            <a:chExt cx="347488" cy="348256"/>
          </a:xfrm>
        </p:grpSpPr>
        <p:sp>
          <p:nvSpPr>
            <p:cNvPr id="18881" name="Google Shape;18881;p90"/>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90"/>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90"/>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90"/>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90"/>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6" name="Google Shape;18886;p90"/>
          <p:cNvGrpSpPr/>
          <p:nvPr/>
        </p:nvGrpSpPr>
        <p:grpSpPr>
          <a:xfrm>
            <a:off x="1928976" y="1576698"/>
            <a:ext cx="331520" cy="348032"/>
            <a:chOff x="1956845" y="1500498"/>
            <a:chExt cx="331520" cy="348032"/>
          </a:xfrm>
        </p:grpSpPr>
        <p:sp>
          <p:nvSpPr>
            <p:cNvPr id="18887" name="Google Shape;18887;p90"/>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90"/>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90"/>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90"/>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90"/>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90"/>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90"/>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90"/>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90"/>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90"/>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90"/>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90"/>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9" name="Google Shape;18899;p90"/>
          <p:cNvGrpSpPr/>
          <p:nvPr/>
        </p:nvGrpSpPr>
        <p:grpSpPr>
          <a:xfrm>
            <a:off x="6317744" y="1626074"/>
            <a:ext cx="348640" cy="250656"/>
            <a:chOff x="6345613" y="1549874"/>
            <a:chExt cx="348640" cy="250656"/>
          </a:xfrm>
        </p:grpSpPr>
        <p:sp>
          <p:nvSpPr>
            <p:cNvPr id="18900" name="Google Shape;18900;p90"/>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90"/>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90"/>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90"/>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90"/>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90"/>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6" name="Google Shape;18906;p90"/>
          <p:cNvGrpSpPr/>
          <p:nvPr/>
        </p:nvGrpSpPr>
        <p:grpSpPr>
          <a:xfrm>
            <a:off x="7416912" y="1583226"/>
            <a:ext cx="348640" cy="334272"/>
            <a:chOff x="7444781" y="1507026"/>
            <a:chExt cx="348640" cy="334272"/>
          </a:xfrm>
        </p:grpSpPr>
        <p:sp>
          <p:nvSpPr>
            <p:cNvPr id="18907" name="Google Shape;18907;p90"/>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90"/>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90"/>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90"/>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90"/>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2" name="Google Shape;18912;p90"/>
          <p:cNvGrpSpPr/>
          <p:nvPr/>
        </p:nvGrpSpPr>
        <p:grpSpPr>
          <a:xfrm>
            <a:off x="7967472" y="1582938"/>
            <a:ext cx="347872" cy="334944"/>
            <a:chOff x="7995341" y="1506738"/>
            <a:chExt cx="347872" cy="334944"/>
          </a:xfrm>
        </p:grpSpPr>
        <p:sp>
          <p:nvSpPr>
            <p:cNvPr id="18913" name="Google Shape;18913;p90"/>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90"/>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90"/>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90"/>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90"/>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90"/>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9" name="Google Shape;18919;p90"/>
          <p:cNvGrpSpPr/>
          <p:nvPr/>
        </p:nvGrpSpPr>
        <p:grpSpPr>
          <a:xfrm>
            <a:off x="3020176" y="1599130"/>
            <a:ext cx="347872" cy="303904"/>
            <a:chOff x="3048045" y="1522930"/>
            <a:chExt cx="347872" cy="303904"/>
          </a:xfrm>
        </p:grpSpPr>
        <p:sp>
          <p:nvSpPr>
            <p:cNvPr id="18920" name="Google Shape;18920;p90"/>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21" name="Google Shape;18921;p90"/>
            <p:cNvGrpSpPr/>
            <p:nvPr/>
          </p:nvGrpSpPr>
          <p:grpSpPr>
            <a:xfrm>
              <a:off x="3048045" y="1522930"/>
              <a:ext cx="347872" cy="303904"/>
              <a:chOff x="3048045" y="1522930"/>
              <a:chExt cx="347872" cy="303904"/>
            </a:xfrm>
          </p:grpSpPr>
          <p:sp>
            <p:nvSpPr>
              <p:cNvPr id="18922" name="Google Shape;18922;p90"/>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90"/>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924" name="Google Shape;18924;p90"/>
          <p:cNvGrpSpPr/>
          <p:nvPr/>
        </p:nvGrpSpPr>
        <p:grpSpPr>
          <a:xfrm>
            <a:off x="1105264" y="3428122"/>
            <a:ext cx="313984" cy="358560"/>
            <a:chOff x="1133133" y="3351922"/>
            <a:chExt cx="313984" cy="358560"/>
          </a:xfrm>
        </p:grpSpPr>
        <p:sp>
          <p:nvSpPr>
            <p:cNvPr id="18925" name="Google Shape;18925;p90"/>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90"/>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90"/>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90"/>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90"/>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90"/>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90"/>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90"/>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90"/>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90"/>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90"/>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90"/>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90"/>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90"/>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90"/>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90"/>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41" name="Google Shape;18941;p90"/>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42" name="Google Shape;18942;p90"/>
          <p:cNvGrpSpPr/>
          <p:nvPr/>
        </p:nvGrpSpPr>
        <p:grpSpPr>
          <a:xfrm>
            <a:off x="2767184" y="3428794"/>
            <a:ext cx="288448" cy="357120"/>
            <a:chOff x="2795053" y="3352594"/>
            <a:chExt cx="288448" cy="357120"/>
          </a:xfrm>
        </p:grpSpPr>
        <p:sp>
          <p:nvSpPr>
            <p:cNvPr id="18943" name="Google Shape;18943;p90"/>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90"/>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90"/>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90"/>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90"/>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90"/>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90"/>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90"/>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90"/>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2" name="Google Shape;18952;p90"/>
          <p:cNvGrpSpPr/>
          <p:nvPr/>
        </p:nvGrpSpPr>
        <p:grpSpPr>
          <a:xfrm>
            <a:off x="2208656" y="3429402"/>
            <a:ext cx="304832" cy="356512"/>
            <a:chOff x="2236525" y="3353202"/>
            <a:chExt cx="304832" cy="356512"/>
          </a:xfrm>
        </p:grpSpPr>
        <p:sp>
          <p:nvSpPr>
            <p:cNvPr id="18953" name="Google Shape;18953;p90"/>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90"/>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90"/>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6" name="Google Shape;18956;p90"/>
          <p:cNvGrpSpPr/>
          <p:nvPr/>
        </p:nvGrpSpPr>
        <p:grpSpPr>
          <a:xfrm>
            <a:off x="3882768" y="3428890"/>
            <a:ext cx="256800" cy="357024"/>
            <a:chOff x="3910637" y="3352690"/>
            <a:chExt cx="256800" cy="357024"/>
          </a:xfrm>
        </p:grpSpPr>
        <p:sp>
          <p:nvSpPr>
            <p:cNvPr id="18957" name="Google Shape;18957;p90"/>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90"/>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90"/>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0" name="Google Shape;18960;p90"/>
          <p:cNvGrpSpPr/>
          <p:nvPr/>
        </p:nvGrpSpPr>
        <p:grpSpPr>
          <a:xfrm>
            <a:off x="6028560" y="3428122"/>
            <a:ext cx="360064" cy="360096"/>
            <a:chOff x="6056429" y="3351922"/>
            <a:chExt cx="360064" cy="360096"/>
          </a:xfrm>
        </p:grpSpPr>
        <p:sp>
          <p:nvSpPr>
            <p:cNvPr id="18961" name="Google Shape;18961;p90"/>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90"/>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90"/>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4" name="Google Shape;18964;p90"/>
          <p:cNvGrpSpPr/>
          <p:nvPr/>
        </p:nvGrpSpPr>
        <p:grpSpPr>
          <a:xfrm>
            <a:off x="6581008" y="3429274"/>
            <a:ext cx="357408" cy="357408"/>
            <a:chOff x="6608877" y="3353074"/>
            <a:chExt cx="357408" cy="357408"/>
          </a:xfrm>
        </p:grpSpPr>
        <p:sp>
          <p:nvSpPr>
            <p:cNvPr id="18965" name="Google Shape;18965;p90"/>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90"/>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90"/>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90"/>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90"/>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90"/>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90"/>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72" name="Google Shape;18972;p90"/>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90"/>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74" name="Google Shape;18974;p90"/>
          <p:cNvGrpSpPr/>
          <p:nvPr/>
        </p:nvGrpSpPr>
        <p:grpSpPr>
          <a:xfrm>
            <a:off x="4931664" y="3446426"/>
            <a:ext cx="357408" cy="323488"/>
            <a:chOff x="4959533" y="3370226"/>
            <a:chExt cx="357408" cy="323488"/>
          </a:xfrm>
        </p:grpSpPr>
        <p:sp>
          <p:nvSpPr>
            <p:cNvPr id="18975" name="Google Shape;18975;p90"/>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90"/>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7" name="Google Shape;18977;p90"/>
          <p:cNvGrpSpPr/>
          <p:nvPr/>
        </p:nvGrpSpPr>
        <p:grpSpPr>
          <a:xfrm>
            <a:off x="7130768" y="3429274"/>
            <a:ext cx="357056" cy="357408"/>
            <a:chOff x="7158637" y="3353074"/>
            <a:chExt cx="357056" cy="357408"/>
          </a:xfrm>
        </p:grpSpPr>
        <p:sp>
          <p:nvSpPr>
            <p:cNvPr id="18978" name="Google Shape;18978;p90"/>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90"/>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90"/>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90"/>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2" name="Google Shape;18982;p90"/>
          <p:cNvGrpSpPr/>
          <p:nvPr/>
        </p:nvGrpSpPr>
        <p:grpSpPr>
          <a:xfrm>
            <a:off x="3288400" y="3428602"/>
            <a:ext cx="344832" cy="356544"/>
            <a:chOff x="3316269" y="3352402"/>
            <a:chExt cx="344832" cy="356544"/>
          </a:xfrm>
        </p:grpSpPr>
        <p:sp>
          <p:nvSpPr>
            <p:cNvPr id="18983" name="Google Shape;18983;p90"/>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90"/>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90"/>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6" name="Google Shape;18986;p90"/>
          <p:cNvGrpSpPr/>
          <p:nvPr/>
        </p:nvGrpSpPr>
        <p:grpSpPr>
          <a:xfrm>
            <a:off x="5481040" y="3447706"/>
            <a:ext cx="358560" cy="319552"/>
            <a:chOff x="5508909" y="3371506"/>
            <a:chExt cx="358560" cy="319552"/>
          </a:xfrm>
        </p:grpSpPr>
        <p:sp>
          <p:nvSpPr>
            <p:cNvPr id="18987" name="Google Shape;18987;p90"/>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90"/>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90"/>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90"/>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90"/>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90"/>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90"/>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90"/>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90"/>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90"/>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97" name="Google Shape;18997;p9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001" name="Shape 19001"/>
        <p:cNvGrpSpPr/>
        <p:nvPr/>
      </p:nvGrpSpPr>
      <p:grpSpPr>
        <a:xfrm>
          <a:off x="0" y="0"/>
          <a:ext cx="0" cy="0"/>
          <a:chOff x="0" y="0"/>
          <a:chExt cx="0" cy="0"/>
        </a:xfrm>
      </p:grpSpPr>
      <p:sp>
        <p:nvSpPr>
          <p:cNvPr id="19002" name="Google Shape;19002;p91"/>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03" name="Google Shape;19003;p91"/>
          <p:cNvGrpSpPr/>
          <p:nvPr/>
        </p:nvGrpSpPr>
        <p:grpSpPr>
          <a:xfrm>
            <a:off x="3026217" y="3893352"/>
            <a:ext cx="346056" cy="345674"/>
            <a:chOff x="3303268" y="3817349"/>
            <a:chExt cx="346056" cy="345674"/>
          </a:xfrm>
        </p:grpSpPr>
        <p:sp>
          <p:nvSpPr>
            <p:cNvPr id="19004" name="Google Shape;19004;p91"/>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91"/>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91"/>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91"/>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8" name="Google Shape;19008;p91"/>
          <p:cNvGrpSpPr/>
          <p:nvPr/>
        </p:nvGrpSpPr>
        <p:grpSpPr>
          <a:xfrm>
            <a:off x="3475306" y="3893352"/>
            <a:ext cx="346056" cy="345674"/>
            <a:chOff x="3752358" y="3817349"/>
            <a:chExt cx="346056" cy="345674"/>
          </a:xfrm>
        </p:grpSpPr>
        <p:sp>
          <p:nvSpPr>
            <p:cNvPr id="19009" name="Google Shape;19009;p91"/>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91"/>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91"/>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91"/>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3" name="Google Shape;19013;p91"/>
          <p:cNvGrpSpPr/>
          <p:nvPr/>
        </p:nvGrpSpPr>
        <p:grpSpPr>
          <a:xfrm>
            <a:off x="4822956" y="3893352"/>
            <a:ext cx="346024" cy="345674"/>
            <a:chOff x="5100008" y="3817349"/>
            <a:chExt cx="346024" cy="345674"/>
          </a:xfrm>
        </p:grpSpPr>
        <p:sp>
          <p:nvSpPr>
            <p:cNvPr id="19014" name="Google Shape;19014;p91"/>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91"/>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91"/>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7" name="Google Shape;19017;p91"/>
          <p:cNvGrpSpPr/>
          <p:nvPr/>
        </p:nvGrpSpPr>
        <p:grpSpPr>
          <a:xfrm>
            <a:off x="5721867" y="3893352"/>
            <a:ext cx="345674" cy="345674"/>
            <a:chOff x="5998919" y="3817349"/>
            <a:chExt cx="345674" cy="345674"/>
          </a:xfrm>
        </p:grpSpPr>
        <p:sp>
          <p:nvSpPr>
            <p:cNvPr id="19018" name="Google Shape;19018;p91"/>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91"/>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91"/>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1" name="Google Shape;19021;p91"/>
          <p:cNvGrpSpPr/>
          <p:nvPr/>
        </p:nvGrpSpPr>
        <p:grpSpPr>
          <a:xfrm>
            <a:off x="3924396" y="3893352"/>
            <a:ext cx="346024" cy="345674"/>
            <a:chOff x="4201447" y="3817349"/>
            <a:chExt cx="346024" cy="345674"/>
          </a:xfrm>
        </p:grpSpPr>
        <p:sp>
          <p:nvSpPr>
            <p:cNvPr id="19022" name="Google Shape;19022;p91"/>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91"/>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4" name="Google Shape;19024;p91"/>
          <p:cNvGrpSpPr/>
          <p:nvPr/>
        </p:nvGrpSpPr>
        <p:grpSpPr>
          <a:xfrm>
            <a:off x="4373867" y="3893352"/>
            <a:ext cx="346024" cy="345674"/>
            <a:chOff x="4650919" y="3817349"/>
            <a:chExt cx="346024" cy="345674"/>
          </a:xfrm>
        </p:grpSpPr>
        <p:sp>
          <p:nvSpPr>
            <p:cNvPr id="19025" name="Google Shape;19025;p91"/>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91"/>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91"/>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8" name="Google Shape;19028;p91"/>
          <p:cNvGrpSpPr/>
          <p:nvPr/>
        </p:nvGrpSpPr>
        <p:grpSpPr>
          <a:xfrm>
            <a:off x="5272810" y="3893352"/>
            <a:ext cx="345642" cy="345674"/>
            <a:chOff x="5549861" y="3817349"/>
            <a:chExt cx="345642" cy="345674"/>
          </a:xfrm>
        </p:grpSpPr>
        <p:sp>
          <p:nvSpPr>
            <p:cNvPr id="19029" name="Google Shape;19029;p91"/>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91"/>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91"/>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2" name="Google Shape;19032;p91"/>
          <p:cNvGrpSpPr/>
          <p:nvPr/>
        </p:nvGrpSpPr>
        <p:grpSpPr>
          <a:xfrm>
            <a:off x="1281335" y="3474029"/>
            <a:ext cx="367255" cy="269855"/>
            <a:chOff x="1306445" y="3397829"/>
            <a:chExt cx="367255" cy="269855"/>
          </a:xfrm>
        </p:grpSpPr>
        <p:sp>
          <p:nvSpPr>
            <p:cNvPr id="19033" name="Google Shape;19033;p91"/>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91"/>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91"/>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91"/>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91"/>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91"/>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9" name="Google Shape;19039;p91"/>
          <p:cNvGrpSpPr/>
          <p:nvPr/>
        </p:nvGrpSpPr>
        <p:grpSpPr>
          <a:xfrm>
            <a:off x="1756207" y="3467600"/>
            <a:ext cx="367255" cy="282364"/>
            <a:chOff x="1781317" y="3391400"/>
            <a:chExt cx="367255" cy="282364"/>
          </a:xfrm>
        </p:grpSpPr>
        <p:sp>
          <p:nvSpPr>
            <p:cNvPr id="19040" name="Google Shape;19040;p91"/>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91"/>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91"/>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91"/>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91"/>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91"/>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6" name="Google Shape;19046;p91"/>
          <p:cNvGrpSpPr/>
          <p:nvPr/>
        </p:nvGrpSpPr>
        <p:grpSpPr>
          <a:xfrm>
            <a:off x="3653720" y="3447133"/>
            <a:ext cx="369164" cy="323297"/>
            <a:chOff x="3678830" y="3370933"/>
            <a:chExt cx="369164" cy="323297"/>
          </a:xfrm>
        </p:grpSpPr>
        <p:sp>
          <p:nvSpPr>
            <p:cNvPr id="19047" name="Google Shape;19047;p91"/>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91"/>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91"/>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91"/>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91"/>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91"/>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91"/>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91"/>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91"/>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91"/>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91"/>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8" name="Google Shape;19058;p91"/>
          <p:cNvGrpSpPr/>
          <p:nvPr/>
        </p:nvGrpSpPr>
        <p:grpSpPr>
          <a:xfrm>
            <a:off x="834155" y="3424375"/>
            <a:ext cx="312316" cy="368400"/>
            <a:chOff x="859265" y="3348175"/>
            <a:chExt cx="312316" cy="368400"/>
          </a:xfrm>
        </p:grpSpPr>
        <p:sp>
          <p:nvSpPr>
            <p:cNvPr id="19059" name="Google Shape;19059;p91"/>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91"/>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91"/>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91"/>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91"/>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64" name="Google Shape;19064;p91"/>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65" name="Google Shape;19065;p91"/>
          <p:cNvGrpSpPr/>
          <p:nvPr/>
        </p:nvGrpSpPr>
        <p:grpSpPr>
          <a:xfrm>
            <a:off x="2741264" y="3437213"/>
            <a:ext cx="330110" cy="308908"/>
            <a:chOff x="2766264" y="3394042"/>
            <a:chExt cx="294873" cy="275934"/>
          </a:xfrm>
        </p:grpSpPr>
        <p:sp>
          <p:nvSpPr>
            <p:cNvPr id="19066" name="Google Shape;19066;p91"/>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91"/>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91"/>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91"/>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0" name="Google Shape;19070;p91"/>
          <p:cNvGrpSpPr/>
          <p:nvPr/>
        </p:nvGrpSpPr>
        <p:grpSpPr>
          <a:xfrm>
            <a:off x="3189862" y="3435388"/>
            <a:ext cx="346406" cy="347552"/>
            <a:chOff x="3214972" y="3359188"/>
            <a:chExt cx="346406" cy="347552"/>
          </a:xfrm>
        </p:grpSpPr>
        <p:sp>
          <p:nvSpPr>
            <p:cNvPr id="19071" name="Google Shape;19071;p91"/>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91"/>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91"/>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91"/>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91"/>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91"/>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91"/>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91"/>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91"/>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91"/>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91"/>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91"/>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91"/>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91"/>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5" name="Google Shape;19085;p91"/>
          <p:cNvGrpSpPr/>
          <p:nvPr/>
        </p:nvGrpSpPr>
        <p:grpSpPr>
          <a:xfrm>
            <a:off x="4604196" y="3485393"/>
            <a:ext cx="367255" cy="244486"/>
            <a:chOff x="4629306" y="3409193"/>
            <a:chExt cx="367255" cy="244486"/>
          </a:xfrm>
        </p:grpSpPr>
        <p:sp>
          <p:nvSpPr>
            <p:cNvPr id="19086" name="Google Shape;19086;p91"/>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91"/>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91"/>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91"/>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91"/>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91"/>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91"/>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91"/>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91"/>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91"/>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6" name="Google Shape;19096;p91"/>
          <p:cNvGrpSpPr/>
          <p:nvPr/>
        </p:nvGrpSpPr>
        <p:grpSpPr>
          <a:xfrm>
            <a:off x="4168380" y="3426284"/>
            <a:ext cx="289939" cy="334661"/>
            <a:chOff x="4193490" y="3350084"/>
            <a:chExt cx="289939" cy="334661"/>
          </a:xfrm>
        </p:grpSpPr>
        <p:sp>
          <p:nvSpPr>
            <p:cNvPr id="19097" name="Google Shape;19097;p91"/>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91"/>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91"/>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91"/>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91"/>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91"/>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91"/>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91"/>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91"/>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91"/>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7" name="Google Shape;19107;p91"/>
          <p:cNvGrpSpPr/>
          <p:nvPr/>
        </p:nvGrpSpPr>
        <p:grpSpPr>
          <a:xfrm>
            <a:off x="6508171" y="3427430"/>
            <a:ext cx="357037" cy="357005"/>
            <a:chOff x="6533281" y="3351230"/>
            <a:chExt cx="357037" cy="357005"/>
          </a:xfrm>
        </p:grpSpPr>
        <p:sp>
          <p:nvSpPr>
            <p:cNvPr id="19108" name="Google Shape;19108;p91"/>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91"/>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91"/>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1" name="Google Shape;19111;p91"/>
          <p:cNvGrpSpPr/>
          <p:nvPr/>
        </p:nvGrpSpPr>
        <p:grpSpPr>
          <a:xfrm>
            <a:off x="6033331" y="3427430"/>
            <a:ext cx="357387" cy="357005"/>
            <a:chOff x="6058441" y="3351230"/>
            <a:chExt cx="357387" cy="357005"/>
          </a:xfrm>
        </p:grpSpPr>
        <p:sp>
          <p:nvSpPr>
            <p:cNvPr id="19112" name="Google Shape;19112;p91"/>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91"/>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4" name="Google Shape;19114;p91"/>
          <p:cNvGrpSpPr/>
          <p:nvPr/>
        </p:nvGrpSpPr>
        <p:grpSpPr>
          <a:xfrm>
            <a:off x="7932373" y="3427048"/>
            <a:ext cx="357387" cy="357387"/>
            <a:chOff x="7957483" y="3350848"/>
            <a:chExt cx="357387" cy="357387"/>
          </a:xfrm>
        </p:grpSpPr>
        <p:sp>
          <p:nvSpPr>
            <p:cNvPr id="19115" name="Google Shape;19115;p91"/>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91"/>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91"/>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8" name="Google Shape;19118;p91"/>
          <p:cNvGrpSpPr/>
          <p:nvPr/>
        </p:nvGrpSpPr>
        <p:grpSpPr>
          <a:xfrm>
            <a:off x="6982661" y="3427430"/>
            <a:ext cx="357387" cy="357005"/>
            <a:chOff x="7007771" y="3351230"/>
            <a:chExt cx="357387" cy="357005"/>
          </a:xfrm>
        </p:grpSpPr>
        <p:sp>
          <p:nvSpPr>
            <p:cNvPr id="19119" name="Google Shape;19119;p91"/>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91"/>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91"/>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91"/>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91"/>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4" name="Google Shape;19124;p91"/>
          <p:cNvGrpSpPr/>
          <p:nvPr/>
        </p:nvGrpSpPr>
        <p:grpSpPr>
          <a:xfrm>
            <a:off x="5083620" y="3427430"/>
            <a:ext cx="357005" cy="357005"/>
            <a:chOff x="5108729" y="3351230"/>
            <a:chExt cx="357005" cy="357005"/>
          </a:xfrm>
        </p:grpSpPr>
        <p:sp>
          <p:nvSpPr>
            <p:cNvPr id="19125" name="Google Shape;19125;p91"/>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91"/>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7" name="Google Shape;19127;p91"/>
          <p:cNvGrpSpPr/>
          <p:nvPr/>
        </p:nvGrpSpPr>
        <p:grpSpPr>
          <a:xfrm>
            <a:off x="5558459" y="3427430"/>
            <a:ext cx="357419" cy="357005"/>
            <a:chOff x="5583569" y="3351230"/>
            <a:chExt cx="357419" cy="357005"/>
          </a:xfrm>
        </p:grpSpPr>
        <p:sp>
          <p:nvSpPr>
            <p:cNvPr id="19128" name="Google Shape;19128;p91"/>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91"/>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0" name="Google Shape;19130;p91"/>
          <p:cNvGrpSpPr/>
          <p:nvPr/>
        </p:nvGrpSpPr>
        <p:grpSpPr>
          <a:xfrm>
            <a:off x="7457119" y="3427430"/>
            <a:ext cx="357419" cy="357005"/>
            <a:chOff x="7482229" y="3351230"/>
            <a:chExt cx="357419" cy="357005"/>
          </a:xfrm>
        </p:grpSpPr>
        <p:sp>
          <p:nvSpPr>
            <p:cNvPr id="19131" name="Google Shape;19131;p91"/>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91"/>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91"/>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91"/>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91"/>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6" name="Google Shape;19136;p91"/>
          <p:cNvGrpSpPr/>
          <p:nvPr/>
        </p:nvGrpSpPr>
        <p:grpSpPr>
          <a:xfrm>
            <a:off x="3739375" y="2966882"/>
            <a:ext cx="222874" cy="345737"/>
            <a:chOff x="3764485" y="2890682"/>
            <a:chExt cx="222874" cy="345737"/>
          </a:xfrm>
        </p:grpSpPr>
        <p:sp>
          <p:nvSpPr>
            <p:cNvPr id="19137" name="Google Shape;19137;p91"/>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91"/>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91"/>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0" name="Google Shape;19140;p91"/>
          <p:cNvGrpSpPr/>
          <p:nvPr/>
        </p:nvGrpSpPr>
        <p:grpSpPr>
          <a:xfrm>
            <a:off x="2213507" y="2984331"/>
            <a:ext cx="422596" cy="310382"/>
            <a:chOff x="2278533" y="2937377"/>
            <a:chExt cx="346788" cy="254704"/>
          </a:xfrm>
        </p:grpSpPr>
        <p:sp>
          <p:nvSpPr>
            <p:cNvPr id="19141" name="Google Shape;19141;p91"/>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91"/>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43" name="Google Shape;19143;p91"/>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44" name="Google Shape;19144;p91"/>
          <p:cNvGrpSpPr/>
          <p:nvPr/>
        </p:nvGrpSpPr>
        <p:grpSpPr>
          <a:xfrm>
            <a:off x="1811527" y="2967710"/>
            <a:ext cx="286152" cy="346438"/>
            <a:chOff x="1836637" y="2891510"/>
            <a:chExt cx="286152" cy="346438"/>
          </a:xfrm>
        </p:grpSpPr>
        <p:sp>
          <p:nvSpPr>
            <p:cNvPr id="19145" name="Google Shape;19145;p91"/>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91"/>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91"/>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8" name="Google Shape;19148;p91"/>
          <p:cNvGrpSpPr/>
          <p:nvPr/>
        </p:nvGrpSpPr>
        <p:grpSpPr>
          <a:xfrm>
            <a:off x="5560751" y="2982129"/>
            <a:ext cx="379764" cy="337684"/>
            <a:chOff x="5585861" y="2905929"/>
            <a:chExt cx="379764" cy="337684"/>
          </a:xfrm>
        </p:grpSpPr>
        <p:sp>
          <p:nvSpPr>
            <p:cNvPr id="19149" name="Google Shape;19149;p91"/>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91"/>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91"/>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91"/>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3" name="Google Shape;19153;p91"/>
          <p:cNvGrpSpPr/>
          <p:nvPr/>
        </p:nvGrpSpPr>
        <p:grpSpPr>
          <a:xfrm>
            <a:off x="1302566" y="2986680"/>
            <a:ext cx="347934" cy="310024"/>
            <a:chOff x="1327676" y="2910480"/>
            <a:chExt cx="347934" cy="310024"/>
          </a:xfrm>
        </p:grpSpPr>
        <p:sp>
          <p:nvSpPr>
            <p:cNvPr id="19154" name="Google Shape;19154;p91"/>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91"/>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91"/>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91"/>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91"/>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59" name="Google Shape;19159;p91"/>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60" name="Google Shape;19160;p91"/>
          <p:cNvGrpSpPr/>
          <p:nvPr/>
        </p:nvGrpSpPr>
        <p:grpSpPr>
          <a:xfrm>
            <a:off x="2728291" y="2945764"/>
            <a:ext cx="382828" cy="358601"/>
            <a:chOff x="2753373" y="2902523"/>
            <a:chExt cx="347552" cy="325557"/>
          </a:xfrm>
        </p:grpSpPr>
        <p:sp>
          <p:nvSpPr>
            <p:cNvPr id="19161" name="Google Shape;19161;p91"/>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91"/>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91"/>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91"/>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91"/>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91"/>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7" name="Google Shape;19167;p91"/>
          <p:cNvGrpSpPr/>
          <p:nvPr/>
        </p:nvGrpSpPr>
        <p:grpSpPr>
          <a:xfrm>
            <a:off x="823906" y="2979455"/>
            <a:ext cx="356655" cy="335425"/>
            <a:chOff x="849016" y="2903255"/>
            <a:chExt cx="356655" cy="335425"/>
          </a:xfrm>
        </p:grpSpPr>
        <p:sp>
          <p:nvSpPr>
            <p:cNvPr id="19168" name="Google Shape;19168;p91"/>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91"/>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91"/>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91"/>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91"/>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91"/>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91"/>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91"/>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91"/>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91"/>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91"/>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9" name="Google Shape;19179;p91"/>
          <p:cNvGrpSpPr/>
          <p:nvPr/>
        </p:nvGrpSpPr>
        <p:grpSpPr>
          <a:xfrm>
            <a:off x="4185823" y="3002977"/>
            <a:ext cx="280072" cy="275520"/>
            <a:chOff x="4210933" y="2926777"/>
            <a:chExt cx="280072" cy="275520"/>
          </a:xfrm>
        </p:grpSpPr>
        <p:sp>
          <p:nvSpPr>
            <p:cNvPr id="19180" name="Google Shape;19180;p91"/>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91"/>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91"/>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91"/>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91"/>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91"/>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91"/>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91"/>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91"/>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91"/>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91"/>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91"/>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91"/>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3" name="Google Shape;19193;p91"/>
          <p:cNvGrpSpPr/>
          <p:nvPr/>
        </p:nvGrpSpPr>
        <p:grpSpPr>
          <a:xfrm>
            <a:off x="4642106" y="2991582"/>
            <a:ext cx="320273" cy="318395"/>
            <a:chOff x="4667216" y="2915382"/>
            <a:chExt cx="320273" cy="318395"/>
          </a:xfrm>
        </p:grpSpPr>
        <p:sp>
          <p:nvSpPr>
            <p:cNvPr id="19194" name="Google Shape;19194;p91"/>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91"/>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91"/>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91"/>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8" name="Google Shape;19198;p91"/>
          <p:cNvGrpSpPr/>
          <p:nvPr/>
        </p:nvGrpSpPr>
        <p:grpSpPr>
          <a:xfrm>
            <a:off x="5145370" y="3010839"/>
            <a:ext cx="261929" cy="280550"/>
            <a:chOff x="5170480" y="2934639"/>
            <a:chExt cx="261929" cy="280550"/>
          </a:xfrm>
        </p:grpSpPr>
        <p:sp>
          <p:nvSpPr>
            <p:cNvPr id="19199" name="Google Shape;19199;p91"/>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91"/>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91"/>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91"/>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91"/>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91"/>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91"/>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6" name="Google Shape;19206;p91"/>
          <p:cNvGrpSpPr/>
          <p:nvPr/>
        </p:nvGrpSpPr>
        <p:grpSpPr>
          <a:xfrm>
            <a:off x="6044313" y="2968091"/>
            <a:ext cx="362321" cy="364231"/>
            <a:chOff x="6069423" y="2891892"/>
            <a:chExt cx="362321" cy="364231"/>
          </a:xfrm>
        </p:grpSpPr>
        <p:sp>
          <p:nvSpPr>
            <p:cNvPr id="19207" name="Google Shape;19207;p91"/>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91"/>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91"/>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91"/>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91"/>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91"/>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3" name="Google Shape;19213;p91"/>
          <p:cNvGrpSpPr/>
          <p:nvPr/>
        </p:nvGrpSpPr>
        <p:grpSpPr>
          <a:xfrm>
            <a:off x="6546845" y="2995370"/>
            <a:ext cx="308878" cy="311170"/>
            <a:chOff x="6571955" y="2919170"/>
            <a:chExt cx="308878" cy="311170"/>
          </a:xfrm>
        </p:grpSpPr>
        <p:sp>
          <p:nvSpPr>
            <p:cNvPr id="19214" name="Google Shape;19214;p91"/>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91"/>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91"/>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91"/>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91"/>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91"/>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91"/>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91"/>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91"/>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91"/>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4" name="Google Shape;19224;p91"/>
          <p:cNvGrpSpPr/>
          <p:nvPr/>
        </p:nvGrpSpPr>
        <p:grpSpPr>
          <a:xfrm>
            <a:off x="7474944" y="3010935"/>
            <a:ext cx="350576" cy="280454"/>
            <a:chOff x="7500054" y="2934735"/>
            <a:chExt cx="350576" cy="280454"/>
          </a:xfrm>
        </p:grpSpPr>
        <p:sp>
          <p:nvSpPr>
            <p:cNvPr id="19225" name="Google Shape;19225;p91"/>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91"/>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91"/>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91"/>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91"/>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91"/>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91"/>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91"/>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3" name="Google Shape;19233;p91"/>
          <p:cNvGrpSpPr/>
          <p:nvPr/>
        </p:nvGrpSpPr>
        <p:grpSpPr>
          <a:xfrm>
            <a:off x="6987570" y="2950862"/>
            <a:ext cx="332012" cy="355454"/>
            <a:chOff x="7055134" y="2919170"/>
            <a:chExt cx="290321" cy="310820"/>
          </a:xfrm>
        </p:grpSpPr>
        <p:sp>
          <p:nvSpPr>
            <p:cNvPr id="19234" name="Google Shape;19234;p91"/>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91"/>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91"/>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91"/>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91"/>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91"/>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91"/>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91"/>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91"/>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91"/>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91"/>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91"/>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91"/>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91"/>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8" name="Google Shape;19248;p91"/>
          <p:cNvGrpSpPr/>
          <p:nvPr/>
        </p:nvGrpSpPr>
        <p:grpSpPr>
          <a:xfrm>
            <a:off x="7960033" y="2976813"/>
            <a:ext cx="330109" cy="347552"/>
            <a:chOff x="7985143" y="2900613"/>
            <a:chExt cx="330109" cy="347552"/>
          </a:xfrm>
        </p:grpSpPr>
        <p:sp>
          <p:nvSpPr>
            <p:cNvPr id="19249" name="Google Shape;19249;p91"/>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91"/>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91"/>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91"/>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91"/>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91"/>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91"/>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91"/>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7" name="Google Shape;19257;p91"/>
          <p:cNvGrpSpPr/>
          <p:nvPr/>
        </p:nvGrpSpPr>
        <p:grpSpPr>
          <a:xfrm>
            <a:off x="7965731" y="2511426"/>
            <a:ext cx="354363" cy="353631"/>
            <a:chOff x="7990840" y="2435226"/>
            <a:chExt cx="354363" cy="353631"/>
          </a:xfrm>
        </p:grpSpPr>
        <p:sp>
          <p:nvSpPr>
            <p:cNvPr id="19258" name="Google Shape;19258;p91"/>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91"/>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91"/>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1" name="Google Shape;19261;p91"/>
          <p:cNvGrpSpPr/>
          <p:nvPr/>
        </p:nvGrpSpPr>
        <p:grpSpPr>
          <a:xfrm>
            <a:off x="1792207" y="2556530"/>
            <a:ext cx="350958" cy="263043"/>
            <a:chOff x="1817317" y="2480330"/>
            <a:chExt cx="350958" cy="263043"/>
          </a:xfrm>
        </p:grpSpPr>
        <p:sp>
          <p:nvSpPr>
            <p:cNvPr id="19262" name="Google Shape;19262;p91"/>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91"/>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91"/>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91"/>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91"/>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7" name="Google Shape;19267;p91"/>
          <p:cNvGrpSpPr/>
          <p:nvPr/>
        </p:nvGrpSpPr>
        <p:grpSpPr>
          <a:xfrm>
            <a:off x="1316617" y="2559549"/>
            <a:ext cx="419913" cy="308109"/>
            <a:chOff x="1341727" y="2483349"/>
            <a:chExt cx="419913" cy="308109"/>
          </a:xfrm>
        </p:grpSpPr>
        <p:sp>
          <p:nvSpPr>
            <p:cNvPr id="19268" name="Google Shape;19268;p91"/>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91"/>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91"/>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1" name="Google Shape;19271;p91"/>
          <p:cNvGrpSpPr/>
          <p:nvPr/>
        </p:nvGrpSpPr>
        <p:grpSpPr>
          <a:xfrm>
            <a:off x="829222" y="2523936"/>
            <a:ext cx="376358" cy="330109"/>
            <a:chOff x="854332" y="2447736"/>
            <a:chExt cx="376358" cy="330109"/>
          </a:xfrm>
        </p:grpSpPr>
        <p:sp>
          <p:nvSpPr>
            <p:cNvPr id="19272" name="Google Shape;19272;p91"/>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91"/>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91"/>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91"/>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91"/>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91"/>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91"/>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91"/>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0" name="Google Shape;19280;p91"/>
          <p:cNvGrpSpPr/>
          <p:nvPr/>
        </p:nvGrpSpPr>
        <p:grpSpPr>
          <a:xfrm>
            <a:off x="4181653" y="2527151"/>
            <a:ext cx="322151" cy="322374"/>
            <a:chOff x="4206763" y="2450951"/>
            <a:chExt cx="322151" cy="322374"/>
          </a:xfrm>
        </p:grpSpPr>
        <p:sp>
          <p:nvSpPr>
            <p:cNvPr id="19281" name="Google Shape;19281;p91"/>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91"/>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3" name="Google Shape;19283;p91"/>
          <p:cNvGrpSpPr/>
          <p:nvPr/>
        </p:nvGrpSpPr>
        <p:grpSpPr>
          <a:xfrm>
            <a:off x="7491236" y="2526259"/>
            <a:ext cx="327976" cy="324316"/>
            <a:chOff x="7528096" y="2450059"/>
            <a:chExt cx="327976" cy="324316"/>
          </a:xfrm>
        </p:grpSpPr>
        <p:sp>
          <p:nvSpPr>
            <p:cNvPr id="19284" name="Google Shape;19284;p91"/>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91"/>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91"/>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91"/>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91"/>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9" name="Google Shape;19289;p91"/>
          <p:cNvGrpSpPr/>
          <p:nvPr/>
        </p:nvGrpSpPr>
        <p:grpSpPr>
          <a:xfrm>
            <a:off x="7052019" y="2588742"/>
            <a:ext cx="282364" cy="198619"/>
            <a:chOff x="7077129" y="2512542"/>
            <a:chExt cx="282364" cy="198619"/>
          </a:xfrm>
        </p:grpSpPr>
        <p:sp>
          <p:nvSpPr>
            <p:cNvPr id="19290" name="Google Shape;19290;p91"/>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91"/>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91"/>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91"/>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91"/>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91"/>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6" name="Google Shape;19296;p91"/>
          <p:cNvGrpSpPr/>
          <p:nvPr/>
        </p:nvGrpSpPr>
        <p:grpSpPr>
          <a:xfrm>
            <a:off x="3700351" y="2520912"/>
            <a:ext cx="334279" cy="334661"/>
            <a:chOff x="3725461" y="2444712"/>
            <a:chExt cx="334279" cy="334661"/>
          </a:xfrm>
        </p:grpSpPr>
        <p:sp>
          <p:nvSpPr>
            <p:cNvPr id="19297" name="Google Shape;19297;p91"/>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91"/>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91"/>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91"/>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91"/>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91"/>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91"/>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04" name="Google Shape;19304;p91"/>
          <p:cNvGrpSpPr/>
          <p:nvPr/>
        </p:nvGrpSpPr>
        <p:grpSpPr>
          <a:xfrm>
            <a:off x="6552128" y="2533421"/>
            <a:ext cx="332019" cy="310788"/>
            <a:chOff x="6577238" y="2457221"/>
            <a:chExt cx="332019" cy="310788"/>
          </a:xfrm>
        </p:grpSpPr>
        <p:sp>
          <p:nvSpPr>
            <p:cNvPr id="19305" name="Google Shape;19305;p91"/>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91"/>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91"/>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91"/>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91"/>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91"/>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1" name="Google Shape;19311;p91"/>
          <p:cNvGrpSpPr/>
          <p:nvPr/>
        </p:nvGrpSpPr>
        <p:grpSpPr>
          <a:xfrm>
            <a:off x="2793451" y="2515978"/>
            <a:ext cx="247892" cy="346024"/>
            <a:chOff x="2818561" y="2439778"/>
            <a:chExt cx="247892" cy="346024"/>
          </a:xfrm>
        </p:grpSpPr>
        <p:sp>
          <p:nvSpPr>
            <p:cNvPr id="19312" name="Google Shape;19312;p91"/>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91"/>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91"/>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91"/>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91"/>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91"/>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91"/>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91"/>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91"/>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91"/>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91"/>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91"/>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4" name="Google Shape;19324;p91"/>
          <p:cNvGrpSpPr/>
          <p:nvPr/>
        </p:nvGrpSpPr>
        <p:grpSpPr>
          <a:xfrm>
            <a:off x="3182668" y="2550832"/>
            <a:ext cx="419933" cy="275170"/>
            <a:chOff x="3207778" y="2474632"/>
            <a:chExt cx="419933" cy="275170"/>
          </a:xfrm>
        </p:grpSpPr>
        <p:sp>
          <p:nvSpPr>
            <p:cNvPr id="19325" name="Google Shape;19325;p91"/>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91"/>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91"/>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91"/>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91"/>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91"/>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91"/>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91"/>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91"/>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91"/>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91"/>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91"/>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91"/>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91"/>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9" name="Google Shape;19339;p91"/>
          <p:cNvGrpSpPr/>
          <p:nvPr/>
        </p:nvGrpSpPr>
        <p:grpSpPr>
          <a:xfrm>
            <a:off x="6074265" y="2532275"/>
            <a:ext cx="337684" cy="314194"/>
            <a:chOff x="6099375" y="2456075"/>
            <a:chExt cx="337684" cy="314194"/>
          </a:xfrm>
        </p:grpSpPr>
        <p:sp>
          <p:nvSpPr>
            <p:cNvPr id="19340" name="Google Shape;19340;p91"/>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91"/>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2" name="Google Shape;19342;p91"/>
          <p:cNvGrpSpPr/>
          <p:nvPr/>
        </p:nvGrpSpPr>
        <p:grpSpPr>
          <a:xfrm>
            <a:off x="2287513" y="2544784"/>
            <a:ext cx="312698" cy="286534"/>
            <a:chOff x="2312623" y="2468584"/>
            <a:chExt cx="312698" cy="286534"/>
          </a:xfrm>
        </p:grpSpPr>
        <p:sp>
          <p:nvSpPr>
            <p:cNvPr id="19343" name="Google Shape;19343;p91"/>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91"/>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91"/>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6" name="Google Shape;19346;p91"/>
          <p:cNvGrpSpPr/>
          <p:nvPr/>
        </p:nvGrpSpPr>
        <p:grpSpPr>
          <a:xfrm>
            <a:off x="5593695" y="2517124"/>
            <a:ext cx="345292" cy="342618"/>
            <a:chOff x="5618805" y="2440924"/>
            <a:chExt cx="345292" cy="342618"/>
          </a:xfrm>
        </p:grpSpPr>
        <p:sp>
          <p:nvSpPr>
            <p:cNvPr id="19347" name="Google Shape;19347;p91"/>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91"/>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91"/>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91"/>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91"/>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2" name="Google Shape;19352;p91"/>
          <p:cNvGrpSpPr/>
          <p:nvPr/>
        </p:nvGrpSpPr>
        <p:grpSpPr>
          <a:xfrm>
            <a:off x="4628069" y="2522790"/>
            <a:ext cx="377886" cy="331255"/>
            <a:chOff x="4653179" y="2446590"/>
            <a:chExt cx="377886" cy="331255"/>
          </a:xfrm>
        </p:grpSpPr>
        <p:sp>
          <p:nvSpPr>
            <p:cNvPr id="19353" name="Google Shape;19353;p91"/>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91"/>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91"/>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91"/>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7" name="Google Shape;19357;p91"/>
          <p:cNvGrpSpPr/>
          <p:nvPr/>
        </p:nvGrpSpPr>
        <p:grpSpPr>
          <a:xfrm>
            <a:off x="5159407" y="2535681"/>
            <a:ext cx="252062" cy="305122"/>
            <a:chOff x="5184517" y="2459481"/>
            <a:chExt cx="252062" cy="305122"/>
          </a:xfrm>
        </p:grpSpPr>
        <p:sp>
          <p:nvSpPr>
            <p:cNvPr id="19358" name="Google Shape;19358;p91"/>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91"/>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91"/>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91"/>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91"/>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91"/>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64" name="Google Shape;19364;p91"/>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65" name="Google Shape;19365;p91"/>
          <p:cNvGrpSpPr/>
          <p:nvPr/>
        </p:nvGrpSpPr>
        <p:grpSpPr>
          <a:xfrm>
            <a:off x="6130349" y="2045308"/>
            <a:ext cx="249770" cy="363849"/>
            <a:chOff x="6155459" y="1969108"/>
            <a:chExt cx="249770" cy="363849"/>
          </a:xfrm>
        </p:grpSpPr>
        <p:sp>
          <p:nvSpPr>
            <p:cNvPr id="19366" name="Google Shape;19366;p91"/>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91"/>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91"/>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91"/>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91"/>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91"/>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91"/>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91"/>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91"/>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5" name="Google Shape;19375;p91"/>
          <p:cNvGrpSpPr/>
          <p:nvPr/>
        </p:nvGrpSpPr>
        <p:grpSpPr>
          <a:xfrm>
            <a:off x="2254919" y="2046804"/>
            <a:ext cx="353631" cy="354395"/>
            <a:chOff x="2280029" y="1970604"/>
            <a:chExt cx="353631" cy="354395"/>
          </a:xfrm>
        </p:grpSpPr>
        <p:sp>
          <p:nvSpPr>
            <p:cNvPr id="19376" name="Google Shape;19376;p91"/>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91"/>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91"/>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91"/>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0" name="Google Shape;19380;p91"/>
          <p:cNvGrpSpPr/>
          <p:nvPr/>
        </p:nvGrpSpPr>
        <p:grpSpPr>
          <a:xfrm>
            <a:off x="8039990" y="2076374"/>
            <a:ext cx="255086" cy="301685"/>
            <a:chOff x="8065100" y="2000174"/>
            <a:chExt cx="255086" cy="301685"/>
          </a:xfrm>
        </p:grpSpPr>
        <p:sp>
          <p:nvSpPr>
            <p:cNvPr id="19381" name="Google Shape;19381;p91"/>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91"/>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91"/>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91"/>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5" name="Google Shape;19385;p91"/>
          <p:cNvGrpSpPr/>
          <p:nvPr/>
        </p:nvGrpSpPr>
        <p:grpSpPr>
          <a:xfrm>
            <a:off x="6608595" y="2045308"/>
            <a:ext cx="249420" cy="363849"/>
            <a:chOff x="6633705" y="1969108"/>
            <a:chExt cx="249420" cy="363849"/>
          </a:xfrm>
        </p:grpSpPr>
        <p:sp>
          <p:nvSpPr>
            <p:cNvPr id="19386" name="Google Shape;19386;p91"/>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91"/>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91"/>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91"/>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91"/>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91"/>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91"/>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91"/>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4" name="Google Shape;19394;p91"/>
          <p:cNvGrpSpPr/>
          <p:nvPr/>
        </p:nvGrpSpPr>
        <p:grpSpPr>
          <a:xfrm>
            <a:off x="5185921" y="2045308"/>
            <a:ext cx="226661" cy="363467"/>
            <a:chOff x="5211031" y="1969108"/>
            <a:chExt cx="226661" cy="363467"/>
          </a:xfrm>
        </p:grpSpPr>
        <p:sp>
          <p:nvSpPr>
            <p:cNvPr id="19395" name="Google Shape;19395;p91"/>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91"/>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7" name="Google Shape;19397;p91"/>
          <p:cNvGrpSpPr/>
          <p:nvPr/>
        </p:nvGrpSpPr>
        <p:grpSpPr>
          <a:xfrm>
            <a:off x="3687842" y="2046804"/>
            <a:ext cx="354363" cy="354395"/>
            <a:chOff x="3712952" y="1970604"/>
            <a:chExt cx="354363" cy="354395"/>
          </a:xfrm>
        </p:grpSpPr>
        <p:sp>
          <p:nvSpPr>
            <p:cNvPr id="19398" name="Google Shape;19398;p91"/>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91"/>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91"/>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91"/>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91"/>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91"/>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91"/>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91"/>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91"/>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7" name="Google Shape;19407;p91"/>
          <p:cNvGrpSpPr/>
          <p:nvPr/>
        </p:nvGrpSpPr>
        <p:grpSpPr>
          <a:xfrm>
            <a:off x="3210329" y="2046804"/>
            <a:ext cx="354363" cy="354745"/>
            <a:chOff x="3235438" y="1970604"/>
            <a:chExt cx="354363" cy="354745"/>
          </a:xfrm>
        </p:grpSpPr>
        <p:sp>
          <p:nvSpPr>
            <p:cNvPr id="19408" name="Google Shape;19408;p91"/>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91"/>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91"/>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91"/>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91"/>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91"/>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91"/>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91"/>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91"/>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91"/>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91"/>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91"/>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91"/>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1" name="Google Shape;19421;p91"/>
          <p:cNvGrpSpPr/>
          <p:nvPr/>
        </p:nvGrpSpPr>
        <p:grpSpPr>
          <a:xfrm>
            <a:off x="1304475" y="2066125"/>
            <a:ext cx="341472" cy="335074"/>
            <a:chOff x="1329585" y="1989925"/>
            <a:chExt cx="341472" cy="335074"/>
          </a:xfrm>
        </p:grpSpPr>
        <p:sp>
          <p:nvSpPr>
            <p:cNvPr id="19422" name="Google Shape;19422;p91"/>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91"/>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91"/>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5" name="Google Shape;19425;p91"/>
          <p:cNvGrpSpPr/>
          <p:nvPr/>
        </p:nvGrpSpPr>
        <p:grpSpPr>
          <a:xfrm>
            <a:off x="5566761" y="2066106"/>
            <a:ext cx="416649" cy="325597"/>
            <a:chOff x="5626763" y="2013829"/>
            <a:chExt cx="351722" cy="274788"/>
          </a:xfrm>
        </p:grpSpPr>
        <p:sp>
          <p:nvSpPr>
            <p:cNvPr id="19426" name="Google Shape;19426;p91"/>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91"/>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91"/>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91"/>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91"/>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91"/>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91"/>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91"/>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91"/>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91"/>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6" name="Google Shape;19436;p91"/>
          <p:cNvGrpSpPr/>
          <p:nvPr/>
        </p:nvGrpSpPr>
        <p:grpSpPr>
          <a:xfrm>
            <a:off x="7551495" y="2060077"/>
            <a:ext cx="276698" cy="333133"/>
            <a:chOff x="7576605" y="1983877"/>
            <a:chExt cx="276698" cy="333133"/>
          </a:xfrm>
        </p:grpSpPr>
        <p:sp>
          <p:nvSpPr>
            <p:cNvPr id="19437" name="Google Shape;19437;p91"/>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91"/>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9" name="Google Shape;19439;p91"/>
          <p:cNvGrpSpPr/>
          <p:nvPr/>
        </p:nvGrpSpPr>
        <p:grpSpPr>
          <a:xfrm>
            <a:off x="828458" y="2051738"/>
            <a:ext cx="337334" cy="353599"/>
            <a:chOff x="853568" y="1975538"/>
            <a:chExt cx="337334" cy="353599"/>
          </a:xfrm>
        </p:grpSpPr>
        <p:sp>
          <p:nvSpPr>
            <p:cNvPr id="19440" name="Google Shape;19440;p91"/>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91"/>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91"/>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91"/>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4" name="Google Shape;19444;p91"/>
          <p:cNvGrpSpPr/>
          <p:nvPr/>
        </p:nvGrpSpPr>
        <p:grpSpPr>
          <a:xfrm>
            <a:off x="2733192" y="2085828"/>
            <a:ext cx="327085" cy="277080"/>
            <a:chOff x="2770052" y="2009628"/>
            <a:chExt cx="327085" cy="277080"/>
          </a:xfrm>
        </p:grpSpPr>
        <p:sp>
          <p:nvSpPr>
            <p:cNvPr id="19445" name="Google Shape;19445;p91"/>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91"/>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47" name="Google Shape;19447;p91"/>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48" name="Google Shape;19448;p91"/>
          <p:cNvGrpSpPr/>
          <p:nvPr/>
        </p:nvGrpSpPr>
        <p:grpSpPr>
          <a:xfrm>
            <a:off x="4170289" y="2046804"/>
            <a:ext cx="344878" cy="343573"/>
            <a:chOff x="4195399" y="1970604"/>
            <a:chExt cx="344878" cy="343573"/>
          </a:xfrm>
        </p:grpSpPr>
        <p:sp>
          <p:nvSpPr>
            <p:cNvPr id="19449" name="Google Shape;19449;p91"/>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91"/>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91"/>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91"/>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3" name="Google Shape;19453;p91"/>
          <p:cNvGrpSpPr/>
          <p:nvPr/>
        </p:nvGrpSpPr>
        <p:grpSpPr>
          <a:xfrm>
            <a:off x="4649681" y="2053647"/>
            <a:ext cx="344528" cy="344114"/>
            <a:chOff x="4674791" y="1977447"/>
            <a:chExt cx="344528" cy="344114"/>
          </a:xfrm>
        </p:grpSpPr>
        <p:sp>
          <p:nvSpPr>
            <p:cNvPr id="19454" name="Google Shape;19454;p91"/>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91"/>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91"/>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91"/>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91"/>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91"/>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91"/>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91"/>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91"/>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91"/>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91"/>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91"/>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91"/>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91"/>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91"/>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91"/>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91"/>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91"/>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91"/>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91"/>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91"/>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91"/>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91"/>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91"/>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91"/>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91"/>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0" name="Google Shape;19480;p91"/>
          <p:cNvGrpSpPr/>
          <p:nvPr/>
        </p:nvGrpSpPr>
        <p:grpSpPr>
          <a:xfrm>
            <a:off x="6058700" y="1623497"/>
            <a:ext cx="382819" cy="310788"/>
            <a:chOff x="6083810" y="1547297"/>
            <a:chExt cx="382819" cy="310788"/>
          </a:xfrm>
        </p:grpSpPr>
        <p:sp>
          <p:nvSpPr>
            <p:cNvPr id="19481" name="Google Shape;19481;p91"/>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91"/>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91"/>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91"/>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91"/>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91"/>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91"/>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91"/>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91"/>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91"/>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91"/>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91"/>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91"/>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91"/>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91"/>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91"/>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91"/>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91"/>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9" name="Google Shape;19499;p91"/>
          <p:cNvGrpSpPr/>
          <p:nvPr/>
        </p:nvGrpSpPr>
        <p:grpSpPr>
          <a:xfrm>
            <a:off x="6533190" y="1614393"/>
            <a:ext cx="382788" cy="328613"/>
            <a:chOff x="6558300" y="1538193"/>
            <a:chExt cx="382788" cy="328613"/>
          </a:xfrm>
        </p:grpSpPr>
        <p:sp>
          <p:nvSpPr>
            <p:cNvPr id="19500" name="Google Shape;19500;p91"/>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91"/>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2" name="Google Shape;19502;p91"/>
          <p:cNvGrpSpPr/>
          <p:nvPr/>
        </p:nvGrpSpPr>
        <p:grpSpPr>
          <a:xfrm>
            <a:off x="5168892" y="1587497"/>
            <a:ext cx="259605" cy="346024"/>
            <a:chOff x="5194002" y="1511297"/>
            <a:chExt cx="259605" cy="346024"/>
          </a:xfrm>
        </p:grpSpPr>
        <p:sp>
          <p:nvSpPr>
            <p:cNvPr id="19503" name="Google Shape;19503;p91"/>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91"/>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91"/>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91"/>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7" name="Google Shape;19507;p91"/>
          <p:cNvGrpSpPr/>
          <p:nvPr/>
        </p:nvGrpSpPr>
        <p:grpSpPr>
          <a:xfrm>
            <a:off x="1369631" y="1588261"/>
            <a:ext cx="252444" cy="351722"/>
            <a:chOff x="1394741" y="1512061"/>
            <a:chExt cx="252444" cy="351722"/>
          </a:xfrm>
        </p:grpSpPr>
        <p:sp>
          <p:nvSpPr>
            <p:cNvPr id="19508" name="Google Shape;19508;p91"/>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91"/>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91"/>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91"/>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91"/>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91"/>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91"/>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91"/>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91"/>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91"/>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91"/>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91"/>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91"/>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91"/>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91"/>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91"/>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91"/>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5" name="Google Shape;19525;p91"/>
          <p:cNvGrpSpPr/>
          <p:nvPr/>
        </p:nvGrpSpPr>
        <p:grpSpPr>
          <a:xfrm>
            <a:off x="829986" y="1580685"/>
            <a:ext cx="380910" cy="339594"/>
            <a:chOff x="855096" y="1504485"/>
            <a:chExt cx="380910" cy="339594"/>
          </a:xfrm>
        </p:grpSpPr>
        <p:sp>
          <p:nvSpPr>
            <p:cNvPr id="19526" name="Google Shape;19526;p91"/>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91"/>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91"/>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91"/>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91"/>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1" name="Google Shape;19531;p91"/>
          <p:cNvGrpSpPr/>
          <p:nvPr/>
        </p:nvGrpSpPr>
        <p:grpSpPr>
          <a:xfrm>
            <a:off x="1794466" y="1587879"/>
            <a:ext cx="352103" cy="352103"/>
            <a:chOff x="1819576" y="1511679"/>
            <a:chExt cx="352103" cy="352103"/>
          </a:xfrm>
        </p:grpSpPr>
        <p:sp>
          <p:nvSpPr>
            <p:cNvPr id="19532" name="Google Shape;19532;p91"/>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91"/>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91"/>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91"/>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6" name="Google Shape;19536;p91"/>
          <p:cNvGrpSpPr/>
          <p:nvPr/>
        </p:nvGrpSpPr>
        <p:grpSpPr>
          <a:xfrm>
            <a:off x="5595987" y="1576961"/>
            <a:ext cx="371424" cy="355446"/>
            <a:chOff x="5621097" y="1500761"/>
            <a:chExt cx="371424" cy="355446"/>
          </a:xfrm>
        </p:grpSpPr>
        <p:sp>
          <p:nvSpPr>
            <p:cNvPr id="19537" name="Google Shape;19537;p91"/>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91"/>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9" name="Google Shape;19539;p91"/>
          <p:cNvGrpSpPr/>
          <p:nvPr/>
        </p:nvGrpSpPr>
        <p:grpSpPr>
          <a:xfrm>
            <a:off x="4645129" y="1617799"/>
            <a:ext cx="359679" cy="321833"/>
            <a:chOff x="4670239" y="1541599"/>
            <a:chExt cx="359679" cy="321833"/>
          </a:xfrm>
        </p:grpSpPr>
        <p:sp>
          <p:nvSpPr>
            <p:cNvPr id="19540" name="Google Shape;19540;p91"/>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91"/>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91"/>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91"/>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91"/>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5" name="Google Shape;19545;p91"/>
          <p:cNvGrpSpPr/>
          <p:nvPr/>
        </p:nvGrpSpPr>
        <p:grpSpPr>
          <a:xfrm>
            <a:off x="4187319" y="1578585"/>
            <a:ext cx="321037" cy="353822"/>
            <a:chOff x="4212429" y="1502385"/>
            <a:chExt cx="321037" cy="353822"/>
          </a:xfrm>
        </p:grpSpPr>
        <p:sp>
          <p:nvSpPr>
            <p:cNvPr id="19546" name="Google Shape;19546;p91"/>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91"/>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91"/>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91"/>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0" name="Google Shape;19550;p91"/>
          <p:cNvGrpSpPr/>
          <p:nvPr/>
        </p:nvGrpSpPr>
        <p:grpSpPr>
          <a:xfrm>
            <a:off x="2277678" y="1582181"/>
            <a:ext cx="336188" cy="335425"/>
            <a:chOff x="2302788" y="1505981"/>
            <a:chExt cx="336188" cy="335425"/>
          </a:xfrm>
        </p:grpSpPr>
        <p:sp>
          <p:nvSpPr>
            <p:cNvPr id="19551" name="Google Shape;19551;p91"/>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91"/>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91"/>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91"/>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91"/>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91"/>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91"/>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91"/>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91"/>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91"/>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91"/>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91"/>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91"/>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91"/>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91"/>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91"/>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91"/>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8" name="Google Shape;19568;p91"/>
          <p:cNvGrpSpPr/>
          <p:nvPr/>
        </p:nvGrpSpPr>
        <p:grpSpPr>
          <a:xfrm>
            <a:off x="2755191" y="1598096"/>
            <a:ext cx="333133" cy="321037"/>
            <a:chOff x="2780301" y="1521896"/>
            <a:chExt cx="333133" cy="321037"/>
          </a:xfrm>
        </p:grpSpPr>
        <p:sp>
          <p:nvSpPr>
            <p:cNvPr id="19569" name="Google Shape;19569;p91"/>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91"/>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91"/>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91"/>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91"/>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91"/>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91"/>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91"/>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91"/>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91"/>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91"/>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91"/>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91"/>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91"/>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91"/>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91"/>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91"/>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91"/>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91"/>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91"/>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9" name="Google Shape;19589;p91"/>
          <p:cNvGrpSpPr/>
          <p:nvPr/>
        </p:nvGrpSpPr>
        <p:grpSpPr>
          <a:xfrm>
            <a:off x="3291049" y="1591285"/>
            <a:ext cx="211892" cy="339594"/>
            <a:chOff x="3316159" y="1515085"/>
            <a:chExt cx="211892" cy="339594"/>
          </a:xfrm>
        </p:grpSpPr>
        <p:sp>
          <p:nvSpPr>
            <p:cNvPr id="19590" name="Google Shape;19590;p91"/>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91"/>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91"/>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93" name="Google Shape;19593;p91"/>
            <p:cNvGrpSpPr/>
            <p:nvPr/>
          </p:nvGrpSpPr>
          <p:grpSpPr>
            <a:xfrm>
              <a:off x="3316159" y="1515085"/>
              <a:ext cx="211892" cy="339594"/>
              <a:chOff x="3316159" y="1515085"/>
              <a:chExt cx="211892" cy="339594"/>
            </a:xfrm>
          </p:grpSpPr>
          <p:sp>
            <p:nvSpPr>
              <p:cNvPr id="19594" name="Google Shape;19594;p91"/>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91"/>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91"/>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91"/>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91"/>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91"/>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600" name="Google Shape;19600;p91"/>
          <p:cNvGrpSpPr/>
          <p:nvPr/>
        </p:nvGrpSpPr>
        <p:grpSpPr>
          <a:xfrm>
            <a:off x="3691248" y="1620855"/>
            <a:ext cx="361971" cy="314958"/>
            <a:chOff x="3716358" y="1544655"/>
            <a:chExt cx="361971" cy="314958"/>
          </a:xfrm>
        </p:grpSpPr>
        <p:sp>
          <p:nvSpPr>
            <p:cNvPr id="19601" name="Google Shape;19601;p91"/>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91"/>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91"/>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91"/>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91"/>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06" name="Google Shape;19606;p91"/>
            <p:cNvGrpSpPr/>
            <p:nvPr/>
          </p:nvGrpSpPr>
          <p:grpSpPr>
            <a:xfrm>
              <a:off x="3716358" y="1544655"/>
              <a:ext cx="361971" cy="314958"/>
              <a:chOff x="3716358" y="1544655"/>
              <a:chExt cx="361971" cy="314958"/>
            </a:xfrm>
          </p:grpSpPr>
          <p:sp>
            <p:nvSpPr>
              <p:cNvPr id="19607" name="Google Shape;19607;p91"/>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91"/>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91"/>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91"/>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91"/>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612" name="Google Shape;19612;p91"/>
          <p:cNvGrpSpPr/>
          <p:nvPr/>
        </p:nvGrpSpPr>
        <p:grpSpPr>
          <a:xfrm>
            <a:off x="6986814" y="1633752"/>
            <a:ext cx="499533" cy="305136"/>
            <a:chOff x="7009649" y="1541981"/>
            <a:chExt cx="524940" cy="320655"/>
          </a:xfrm>
        </p:grpSpPr>
        <p:sp>
          <p:nvSpPr>
            <p:cNvPr id="19613" name="Google Shape;19613;p91"/>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91"/>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91"/>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91"/>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91"/>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91"/>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91"/>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91"/>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1" name="Google Shape;19621;p91"/>
          <p:cNvGrpSpPr/>
          <p:nvPr/>
        </p:nvGrpSpPr>
        <p:grpSpPr>
          <a:xfrm>
            <a:off x="8008924" y="1594309"/>
            <a:ext cx="282746" cy="340358"/>
            <a:chOff x="8034034" y="1518109"/>
            <a:chExt cx="282746" cy="340358"/>
          </a:xfrm>
        </p:grpSpPr>
        <p:sp>
          <p:nvSpPr>
            <p:cNvPr id="19622" name="Google Shape;19622;p91"/>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91"/>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91"/>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91"/>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6" name="Google Shape;19626;p91"/>
          <p:cNvGrpSpPr/>
          <p:nvPr/>
        </p:nvGrpSpPr>
        <p:grpSpPr>
          <a:xfrm>
            <a:off x="7557192" y="1576134"/>
            <a:ext cx="369133" cy="360411"/>
            <a:chOff x="7582302" y="1499934"/>
            <a:chExt cx="369133" cy="360411"/>
          </a:xfrm>
        </p:grpSpPr>
        <p:sp>
          <p:nvSpPr>
            <p:cNvPr id="19627" name="Google Shape;19627;p91"/>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91"/>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91"/>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91"/>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91"/>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2" name="Google Shape;19632;p91"/>
          <p:cNvGrpSpPr/>
          <p:nvPr/>
        </p:nvGrpSpPr>
        <p:grpSpPr>
          <a:xfrm>
            <a:off x="6170979" y="3893352"/>
            <a:ext cx="346056" cy="345674"/>
            <a:chOff x="2238181" y="4120624"/>
            <a:chExt cx="346056" cy="345674"/>
          </a:xfrm>
        </p:grpSpPr>
        <p:grpSp>
          <p:nvGrpSpPr>
            <p:cNvPr id="19633" name="Google Shape;19633;p91"/>
            <p:cNvGrpSpPr/>
            <p:nvPr/>
          </p:nvGrpSpPr>
          <p:grpSpPr>
            <a:xfrm>
              <a:off x="2309155" y="4177413"/>
              <a:ext cx="203862" cy="231903"/>
              <a:chOff x="1512725" y="258500"/>
              <a:chExt cx="4570900" cy="5199625"/>
            </a:xfrm>
          </p:grpSpPr>
          <p:sp>
            <p:nvSpPr>
              <p:cNvPr id="19634" name="Google Shape;19634;p91"/>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91"/>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36" name="Google Shape;19636;p91"/>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37" name="Google Shape;19637;p9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641" name="Shape 19641"/>
        <p:cNvGrpSpPr/>
        <p:nvPr/>
      </p:nvGrpSpPr>
      <p:grpSpPr>
        <a:xfrm>
          <a:off x="0" y="0"/>
          <a:ext cx="0" cy="0"/>
          <a:chOff x="0" y="0"/>
          <a:chExt cx="0" cy="0"/>
        </a:xfrm>
      </p:grpSpPr>
      <p:pic>
        <p:nvPicPr>
          <p:cNvPr id="19642" name="Google Shape;19642;p9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The World's Largest Mines by Slidesgo">
  <a:themeElements>
    <a:clrScheme name="Simple Light">
      <a:dk1>
        <a:srgbClr val="333233"/>
      </a:dk1>
      <a:lt1>
        <a:srgbClr val="F3F0E7"/>
      </a:lt1>
      <a:dk2>
        <a:srgbClr val="DDD9C3"/>
      </a:dk2>
      <a:lt2>
        <a:srgbClr val="BD9B68"/>
      </a:lt2>
      <a:accent1>
        <a:srgbClr val="EBCB91"/>
      </a:accent1>
      <a:accent2>
        <a:srgbClr val="5D4433"/>
      </a:accent2>
      <a:accent3>
        <a:srgbClr val="D45943"/>
      </a:accent3>
      <a:accent4>
        <a:srgbClr val="92B159"/>
      </a:accent4>
      <a:accent5>
        <a:srgbClr val="839957"/>
      </a:accent5>
      <a:accent6>
        <a:srgbClr val="E3AD46"/>
      </a:accent6>
      <a:hlink>
        <a:srgbClr val="3332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